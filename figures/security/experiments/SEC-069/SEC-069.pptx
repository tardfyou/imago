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f2576d79804919" /><Relationship Type="http://schemas.openxmlformats.org/officeDocument/2006/relationships/extended-properties" Target="/docProps/app.xml" Id="Rc09a3e14dd144e30" /><Relationship Type="http://schemas.openxmlformats.org/officeDocument/2006/relationships/officeDocument" Target="/ppt/presentation.xml" Id="R019b768ff8254b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df5ebe925e4e3b"/>
  </p:sldMasterIdLst>
  <p:notesMasterIdLst>
    <p:notesMasterId xmlns:r="http://schemas.openxmlformats.org/officeDocument/2006/relationships" r:id="R5a7376e7526141cf"/>
  </p:notesMasterIdLst>
  <p:sldIdLst>
    <p:sldId xmlns:r="http://schemas.openxmlformats.org/officeDocument/2006/relationships" id="256" r:id="Rf5b40b12ed0c4385"/>
  </p:sldIdLst>
  <p:sldSz cx="14544675" cy="6200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9d1508787548fe" /><Relationship Type="http://schemas.openxmlformats.org/officeDocument/2006/relationships/slideMaster" Target="/ppt/slideMasters/slideMaster1.xml" Id="R83df5ebe925e4e3b" /><Relationship Type="http://schemas.openxmlformats.org/officeDocument/2006/relationships/notesMaster" Target="/ppt/notesMasters/notesMaster1.xml" Id="R5a7376e7526141cf" /><Relationship Type="http://schemas.openxmlformats.org/officeDocument/2006/relationships/presProps" Target="/ppt/presProps.xml" Id="R81406cb856474833" /><Relationship Type="http://schemas.openxmlformats.org/officeDocument/2006/relationships/tableStyles" Target="/ppt/tableStyles.xml" Id="R2c2c5e5103c54cbf" /><Relationship Type="http://schemas.openxmlformats.org/officeDocument/2006/relationships/slide" Target="/ppt/slides/slide1.xml" Id="Rf5b40b12ed0c43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18c74c7334d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d323164a74596" /><Relationship Type="http://schemas.openxmlformats.org/officeDocument/2006/relationships/notesMaster" Target="/ppt/notesMasters/notesMaster1.xml" Id="R87fea413bf6641a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素材ID：SEC-069</ns1:t>
            </ns1:r>
          </ns1:p>
          <ns1:p>
            <ns1:r>
              <ns1:t>论文：A Decade-long Landscape of Advanced Persistent Threats: Longitudinal Analysis and Global Trends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4，PDF第8页</ns1:t>
            </ns1:r>
          </ns1:p>
          <ns1:p>
            <ns1:r>
              <ns1:t>类型：实验图表</ns1:t>
            </ns1:r>
          </ns1:p>
          <ns1:p>
            <ns1:r>
              <ns1:t>借鉴点：双面板分别展示国家和行为者，气泡面积编码事件量、红色色阶编码零日数，保留全部真实标记、轴与双图例。</ns1:t>
            </ns1:r>
          </ns1:p>
          <ns1:p>
            <ns1:r>
              <ns1:t>论文URL：https://www.securitee.org/files/apt_ccs2025.pdf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c6b9425c742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776073f16c468f" /><Relationship Type="http://schemas.openxmlformats.org/officeDocument/2006/relationships/slideLayout" Target="/ppt/slideLayouts/slideLayout1.xml" Id="Rd5d9e3f127094e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d9e3f127094e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881343eb94762" /><Relationship Type="http://schemas.openxmlformats.org/officeDocument/2006/relationships/image" Target="/ppt/media/image.png" Id="R1f9cec26bdda4c91" /><Relationship Type="http://schemas.openxmlformats.org/officeDocument/2006/relationships/image" Target="/ppt/media/image2.png" Id="Rdc6580bf5b334b7c" /><Relationship Type="http://schemas.openxmlformats.org/officeDocument/2006/relationships/notesSlide" Target="/ppt/notesSlides/notesSlide1.xml" Id="R677804f1676547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C6330-7515-4AC4-8F35-CEA1D32C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62262"/>
            <a:ext cx="6774135" cy="4823578"/>
          </a:xfrm>
          <a:custGeom xmlns:a="http://schemas.openxmlformats.org/drawingml/2006/main">
            <a:pathLst>
              <a:path w="6774135" h="4823578">
                <a:moveTo>
                  <a:pt x="0" y="0"/>
                </a:moveTo>
                <a:lnTo>
                  <a:pt x="6774135" y="0"/>
                </a:lnTo>
                <a:lnTo>
                  <a:pt x="6774135" y="4823578"/>
                </a:lnTo>
                <a:lnTo>
                  <a:pt x="0" y="48235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2DFE6-7F0B-4720-BD9E-C6A656EF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25" y="97470"/>
            <a:ext cx="4929204" cy="3520860"/>
          </a:xfrm>
          <a:custGeom xmlns:a="http://schemas.openxmlformats.org/drawingml/2006/main">
            <a:pathLst>
              <a:path w="4929204" h="3520860" fill="none">
                <a:moveTo>
                  <a:pt x="0" y="0"/>
                </a:moveTo>
                <a:lnTo>
                  <a:pt x="4929204" y="0"/>
                </a:lnTo>
                <a:lnTo>
                  <a:pt x="4929204" y="3520860"/>
                </a:lnTo>
                <a:lnTo>
                  <a:pt x="0" y="35208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83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0E670-3B33-4C70-8AC6-79D0345D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06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51BC8-2DB1-4055-AB11-38CADCF4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827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08CF7-1F27-436C-B738-562B5E6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747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1D0F4-8529-44B2-86D5-CE0F8B47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668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74858-3A75-418C-AFEE-3E273CFA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588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1B9BB-820C-4180-A406-F8F98302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508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6F321-EAF0-4EEE-84F5-A154179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429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5C32D-440C-4DF9-8FA7-B17CB772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49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55A8F-CE76-4CC9-AFA0-48900D40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270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B2272-49AA-4045-A811-B3A167B1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190" y="3621851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3" name="Text USINKRJPRUCNGBUADETR">
            <a:extLst xmlns:a="http://schemas.openxmlformats.org/drawingml/2006/main">
              <a:ext uri="{FF2B5EF4-FFF2-40B4-BE49-F238E27FC236}">
                <a16:creationId xmlns:a16="http://schemas.microsoft.com/office/drawing/2014/main" id="{CA3F039D-0836-4125-A793-E49276B6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10" y="3682421"/>
            <a:ext cx="4689435" cy="146336"/>
          </a:xfrm>
          <a:custGeom xmlns:a="http://schemas.openxmlformats.org/drawingml/2006/main">
            <a:pathLst>
              <a:path w="4689435" h="146336">
                <a:moveTo>
                  <a:pt x="0" y="2503"/>
                </a:moveTo>
                <a:lnTo>
                  <a:pt x="28497" y="2503"/>
                </a:lnTo>
                <a:lnTo>
                  <a:pt x="28497" y="78944"/>
                </a:lnTo>
                <a:cubicBezTo>
                  <a:pt x="28497" y="91075"/>
                  <a:pt x="28850" y="98937"/>
                  <a:pt x="29556" y="102531"/>
                </a:cubicBezTo>
                <a:cubicBezTo>
                  <a:pt x="30775" y="108308"/>
                  <a:pt x="33680" y="112945"/>
                  <a:pt x="38269" y="116443"/>
                </a:cubicBezTo>
                <a:cubicBezTo>
                  <a:pt x="42858" y="119941"/>
                  <a:pt x="49132" y="121690"/>
                  <a:pt x="57090" y="121690"/>
                </a:cubicBezTo>
                <a:cubicBezTo>
                  <a:pt x="65177" y="121690"/>
                  <a:pt x="71274" y="120037"/>
                  <a:pt x="75382" y="116732"/>
                </a:cubicBezTo>
                <a:cubicBezTo>
                  <a:pt x="79490" y="113426"/>
                  <a:pt x="81961" y="109367"/>
                  <a:pt x="82795" y="104553"/>
                </a:cubicBezTo>
                <a:cubicBezTo>
                  <a:pt x="83630" y="99739"/>
                  <a:pt x="84047" y="91749"/>
                  <a:pt x="84047" y="80581"/>
                </a:cubicBezTo>
                <a:lnTo>
                  <a:pt x="84047" y="2503"/>
                </a:lnTo>
                <a:lnTo>
                  <a:pt x="112544" y="2503"/>
                </a:lnTo>
                <a:lnTo>
                  <a:pt x="112544" y="76685"/>
                </a:lnTo>
                <a:cubicBezTo>
                  <a:pt x="112544" y="93639"/>
                  <a:pt x="111774" y="105617"/>
                  <a:pt x="110233" y="112619"/>
                </a:cubicBezTo>
                <a:cubicBezTo>
                  <a:pt x="108693" y="119619"/>
                  <a:pt x="105853" y="125528"/>
                  <a:pt x="101713" y="130345"/>
                </a:cubicBezTo>
                <a:cubicBezTo>
                  <a:pt x="97573" y="135161"/>
                  <a:pt x="92037" y="138998"/>
                  <a:pt x="85106" y="141856"/>
                </a:cubicBezTo>
                <a:cubicBezTo>
                  <a:pt x="78174" y="144714"/>
                  <a:pt x="69124" y="146143"/>
                  <a:pt x="57957" y="146143"/>
                </a:cubicBezTo>
                <a:cubicBezTo>
                  <a:pt x="44478" y="146143"/>
                  <a:pt x="34257" y="144586"/>
                  <a:pt x="27294" y="141471"/>
                </a:cubicBezTo>
                <a:cubicBezTo>
                  <a:pt x="20330" y="138356"/>
                  <a:pt x="14826" y="134311"/>
                  <a:pt x="10783" y="129334"/>
                </a:cubicBezTo>
                <a:cubicBezTo>
                  <a:pt x="6739" y="124356"/>
                  <a:pt x="4076" y="119137"/>
                  <a:pt x="2792" y="113678"/>
                </a:cubicBezTo>
                <a:cubicBezTo>
                  <a:pt x="931" y="105585"/>
                  <a:pt x="0" y="93639"/>
                  <a:pt x="0" y="77840"/>
                </a:cubicBezTo>
                <a:lnTo>
                  <a:pt x="0" y="2503"/>
                </a:lnTo>
                <a:close/>
                <a:moveTo>
                  <a:pt x="135361" y="97814"/>
                </a:moveTo>
                <a:lnTo>
                  <a:pt x="163087" y="95118"/>
                </a:lnTo>
                <a:cubicBezTo>
                  <a:pt x="164756" y="104459"/>
                  <a:pt x="168142" y="111319"/>
                  <a:pt x="173244" y="115700"/>
                </a:cubicBezTo>
                <a:cubicBezTo>
                  <a:pt x="178347" y="120078"/>
                  <a:pt x="185230" y="122267"/>
                  <a:pt x="193895" y="122267"/>
                </a:cubicBezTo>
                <a:cubicBezTo>
                  <a:pt x="203073" y="122267"/>
                  <a:pt x="209989" y="120320"/>
                  <a:pt x="214642" y="116425"/>
                </a:cubicBezTo>
                <a:cubicBezTo>
                  <a:pt x="219295" y="112530"/>
                  <a:pt x="221622" y="107974"/>
                  <a:pt x="221622" y="102757"/>
                </a:cubicBezTo>
                <a:cubicBezTo>
                  <a:pt x="221622" y="99409"/>
                  <a:pt x="220643" y="96561"/>
                  <a:pt x="218685" y="94213"/>
                </a:cubicBezTo>
                <a:cubicBezTo>
                  <a:pt x="216728" y="91862"/>
                  <a:pt x="213310" y="89817"/>
                  <a:pt x="208432" y="88078"/>
                </a:cubicBezTo>
                <a:cubicBezTo>
                  <a:pt x="205095" y="86921"/>
                  <a:pt x="197489" y="84863"/>
                  <a:pt x="185615" y="81905"/>
                </a:cubicBezTo>
                <a:cubicBezTo>
                  <a:pt x="170340" y="78110"/>
                  <a:pt x="159621" y="73447"/>
                  <a:pt x="153460" y="67915"/>
                </a:cubicBezTo>
                <a:cubicBezTo>
                  <a:pt x="144795" y="60133"/>
                  <a:pt x="140463" y="50647"/>
                  <a:pt x="140463" y="39457"/>
                </a:cubicBezTo>
                <a:cubicBezTo>
                  <a:pt x="140463" y="32255"/>
                  <a:pt x="142501" y="25518"/>
                  <a:pt x="146576" y="19249"/>
                </a:cubicBezTo>
                <a:cubicBezTo>
                  <a:pt x="150652" y="12977"/>
                  <a:pt x="156525" y="8201"/>
                  <a:pt x="164194" y="4922"/>
                </a:cubicBezTo>
                <a:cubicBezTo>
                  <a:pt x="171864" y="1641"/>
                  <a:pt x="181123" y="0"/>
                  <a:pt x="191969" y="0"/>
                </a:cubicBezTo>
                <a:cubicBezTo>
                  <a:pt x="209684" y="0"/>
                  <a:pt x="223018" y="3901"/>
                  <a:pt x="231971" y="11703"/>
                </a:cubicBezTo>
                <a:cubicBezTo>
                  <a:pt x="240924" y="19503"/>
                  <a:pt x="245626" y="29915"/>
                  <a:pt x="246075" y="42938"/>
                </a:cubicBezTo>
                <a:lnTo>
                  <a:pt x="217578" y="44093"/>
                </a:lnTo>
                <a:cubicBezTo>
                  <a:pt x="216359" y="36841"/>
                  <a:pt x="213743" y="31626"/>
                  <a:pt x="209732" y="28449"/>
                </a:cubicBezTo>
                <a:cubicBezTo>
                  <a:pt x="205720" y="25272"/>
                  <a:pt x="199703" y="23683"/>
                  <a:pt x="191681" y="23683"/>
                </a:cubicBezTo>
                <a:cubicBezTo>
                  <a:pt x="183401" y="23683"/>
                  <a:pt x="176919" y="25385"/>
                  <a:pt x="172233" y="28789"/>
                </a:cubicBezTo>
                <a:cubicBezTo>
                  <a:pt x="169217" y="30971"/>
                  <a:pt x="167708" y="33892"/>
                  <a:pt x="167708" y="37553"/>
                </a:cubicBezTo>
                <a:cubicBezTo>
                  <a:pt x="167708" y="40892"/>
                  <a:pt x="169120" y="43749"/>
                  <a:pt x="171944" y="46124"/>
                </a:cubicBezTo>
                <a:cubicBezTo>
                  <a:pt x="175539" y="49143"/>
                  <a:pt x="184267" y="52292"/>
                  <a:pt x="198131" y="55571"/>
                </a:cubicBezTo>
                <a:cubicBezTo>
                  <a:pt x="211994" y="58850"/>
                  <a:pt x="222247" y="62243"/>
                  <a:pt x="228890" y="65749"/>
                </a:cubicBezTo>
                <a:cubicBezTo>
                  <a:pt x="235533" y="69253"/>
                  <a:pt x="240732" y="74043"/>
                  <a:pt x="244487" y="80121"/>
                </a:cubicBezTo>
                <a:cubicBezTo>
                  <a:pt x="248241" y="86196"/>
                  <a:pt x="250119" y="93703"/>
                  <a:pt x="250119" y="102643"/>
                </a:cubicBezTo>
                <a:cubicBezTo>
                  <a:pt x="250119" y="110744"/>
                  <a:pt x="247872" y="118331"/>
                  <a:pt x="243379" y="125405"/>
                </a:cubicBezTo>
                <a:cubicBezTo>
                  <a:pt x="238887" y="132479"/>
                  <a:pt x="232533" y="137736"/>
                  <a:pt x="224317" y="141176"/>
                </a:cubicBezTo>
                <a:cubicBezTo>
                  <a:pt x="216102" y="144616"/>
                  <a:pt x="205865" y="146336"/>
                  <a:pt x="193606" y="146336"/>
                </a:cubicBezTo>
                <a:cubicBezTo>
                  <a:pt x="175763" y="146336"/>
                  <a:pt x="162060" y="142204"/>
                  <a:pt x="152497" y="133941"/>
                </a:cubicBezTo>
                <a:cubicBezTo>
                  <a:pt x="142934" y="125677"/>
                  <a:pt x="137222" y="113635"/>
                  <a:pt x="135361" y="97814"/>
                </a:cubicBezTo>
                <a:close/>
                <a:moveTo>
                  <a:pt x="530611" y="143640"/>
                </a:moveTo>
                <a:lnTo>
                  <a:pt x="530611" y="2503"/>
                </a:lnTo>
                <a:lnTo>
                  <a:pt x="559108" y="2503"/>
                </a:lnTo>
                <a:lnTo>
                  <a:pt x="559108" y="143640"/>
                </a:lnTo>
                <a:lnTo>
                  <a:pt x="530611" y="143640"/>
                </a:lnTo>
                <a:close/>
                <a:moveTo>
                  <a:pt x="586546" y="143640"/>
                </a:moveTo>
                <a:lnTo>
                  <a:pt x="586546" y="2503"/>
                </a:lnTo>
                <a:lnTo>
                  <a:pt x="614273" y="2503"/>
                </a:lnTo>
                <a:lnTo>
                  <a:pt x="672037" y="96956"/>
                </a:lnTo>
                <a:lnTo>
                  <a:pt x="672037" y="2503"/>
                </a:lnTo>
                <a:lnTo>
                  <a:pt x="698513" y="2503"/>
                </a:lnTo>
                <a:lnTo>
                  <a:pt x="698513" y="143640"/>
                </a:lnTo>
                <a:lnTo>
                  <a:pt x="669919" y="143640"/>
                </a:lnTo>
                <a:lnTo>
                  <a:pt x="613022" y="51344"/>
                </a:lnTo>
                <a:lnTo>
                  <a:pt x="613022" y="143640"/>
                </a:lnTo>
                <a:lnTo>
                  <a:pt x="586546" y="143640"/>
                </a:lnTo>
                <a:close/>
                <a:moveTo>
                  <a:pt x="980979" y="143640"/>
                </a:moveTo>
                <a:lnTo>
                  <a:pt x="980979" y="2503"/>
                </a:lnTo>
                <a:lnTo>
                  <a:pt x="1009476" y="2503"/>
                </a:lnTo>
                <a:lnTo>
                  <a:pt x="1009476" y="65225"/>
                </a:lnTo>
                <a:lnTo>
                  <a:pt x="1067047" y="2503"/>
                </a:lnTo>
                <a:lnTo>
                  <a:pt x="1105364" y="2503"/>
                </a:lnTo>
                <a:lnTo>
                  <a:pt x="1052221" y="57409"/>
                </a:lnTo>
                <a:lnTo>
                  <a:pt x="1108252" y="143640"/>
                </a:lnTo>
                <a:lnTo>
                  <a:pt x="1071380" y="143640"/>
                </a:lnTo>
                <a:lnTo>
                  <a:pt x="1032581" y="77347"/>
                </a:lnTo>
                <a:lnTo>
                  <a:pt x="1009476" y="100991"/>
                </a:lnTo>
                <a:lnTo>
                  <a:pt x="1009476" y="143640"/>
                </a:lnTo>
                <a:lnTo>
                  <a:pt x="980979" y="143640"/>
                </a:lnTo>
                <a:close/>
                <a:moveTo>
                  <a:pt x="1123079" y="143640"/>
                </a:moveTo>
                <a:lnTo>
                  <a:pt x="1123079" y="2503"/>
                </a:lnTo>
                <a:lnTo>
                  <a:pt x="1183057" y="2503"/>
                </a:lnTo>
                <a:cubicBezTo>
                  <a:pt x="1198140" y="2503"/>
                  <a:pt x="1209099" y="3771"/>
                  <a:pt x="1215935" y="6306"/>
                </a:cubicBezTo>
                <a:cubicBezTo>
                  <a:pt x="1222770" y="8841"/>
                  <a:pt x="1228241" y="13350"/>
                  <a:pt x="1232349" y="19832"/>
                </a:cubicBezTo>
                <a:cubicBezTo>
                  <a:pt x="1236457" y="26315"/>
                  <a:pt x="1238511" y="33728"/>
                  <a:pt x="1238511" y="42072"/>
                </a:cubicBezTo>
                <a:cubicBezTo>
                  <a:pt x="1238511" y="52662"/>
                  <a:pt x="1235398" y="61406"/>
                  <a:pt x="1229172" y="68306"/>
                </a:cubicBezTo>
                <a:cubicBezTo>
                  <a:pt x="1222946" y="75206"/>
                  <a:pt x="1213640" y="79554"/>
                  <a:pt x="1201253" y="81351"/>
                </a:cubicBezTo>
                <a:cubicBezTo>
                  <a:pt x="1207414" y="84945"/>
                  <a:pt x="1212501" y="88893"/>
                  <a:pt x="1216512" y="93193"/>
                </a:cubicBezTo>
                <a:cubicBezTo>
                  <a:pt x="1220524" y="97493"/>
                  <a:pt x="1225931" y="105131"/>
                  <a:pt x="1232734" y="116106"/>
                </a:cubicBezTo>
                <a:lnTo>
                  <a:pt x="1249967" y="143640"/>
                </a:lnTo>
                <a:lnTo>
                  <a:pt x="1215886" y="143640"/>
                </a:lnTo>
                <a:lnTo>
                  <a:pt x="1195284" y="112920"/>
                </a:lnTo>
                <a:cubicBezTo>
                  <a:pt x="1187967" y="101949"/>
                  <a:pt x="1182961" y="95036"/>
                  <a:pt x="1180265" y="92182"/>
                </a:cubicBezTo>
                <a:cubicBezTo>
                  <a:pt x="1177570" y="89326"/>
                  <a:pt x="1174713" y="87368"/>
                  <a:pt x="1171697" y="86309"/>
                </a:cubicBezTo>
                <a:cubicBezTo>
                  <a:pt x="1168680" y="85250"/>
                  <a:pt x="1163899" y="84721"/>
                  <a:pt x="1157352" y="84721"/>
                </a:cubicBezTo>
                <a:lnTo>
                  <a:pt x="1151576" y="84721"/>
                </a:lnTo>
                <a:lnTo>
                  <a:pt x="1151576" y="143640"/>
                </a:lnTo>
                <a:lnTo>
                  <a:pt x="1123079" y="143640"/>
                </a:lnTo>
                <a:moveTo>
                  <a:pt x="1151576" y="62193"/>
                </a:moveTo>
                <a:lnTo>
                  <a:pt x="1172660" y="62193"/>
                </a:lnTo>
                <a:cubicBezTo>
                  <a:pt x="1186330" y="62193"/>
                  <a:pt x="1194867" y="61615"/>
                  <a:pt x="1198268" y="60460"/>
                </a:cubicBezTo>
                <a:cubicBezTo>
                  <a:pt x="1201670" y="59304"/>
                  <a:pt x="1204334" y="57315"/>
                  <a:pt x="1206259" y="54491"/>
                </a:cubicBezTo>
                <a:cubicBezTo>
                  <a:pt x="1208184" y="51667"/>
                  <a:pt x="1209147" y="48137"/>
                  <a:pt x="1209147" y="43901"/>
                </a:cubicBezTo>
                <a:cubicBezTo>
                  <a:pt x="1209147" y="39151"/>
                  <a:pt x="1207880" y="35316"/>
                  <a:pt x="1205344" y="32396"/>
                </a:cubicBezTo>
                <a:cubicBezTo>
                  <a:pt x="1202809" y="29476"/>
                  <a:pt x="1199231" y="27630"/>
                  <a:pt x="1194610" y="26860"/>
                </a:cubicBezTo>
                <a:cubicBezTo>
                  <a:pt x="1192299" y="26539"/>
                  <a:pt x="1185368" y="26379"/>
                  <a:pt x="1173815" y="26379"/>
                </a:cubicBezTo>
                <a:lnTo>
                  <a:pt x="1151576" y="26379"/>
                </a:lnTo>
                <a:lnTo>
                  <a:pt x="1151576" y="62193"/>
                </a:lnTo>
                <a:close/>
                <a:moveTo>
                  <a:pt x="1546249" y="2503"/>
                </a:moveTo>
                <a:lnTo>
                  <a:pt x="1574650" y="2503"/>
                </a:lnTo>
                <a:lnTo>
                  <a:pt x="1574650" y="91905"/>
                </a:lnTo>
                <a:cubicBezTo>
                  <a:pt x="1574650" y="103594"/>
                  <a:pt x="1573623" y="112586"/>
                  <a:pt x="1571569" y="118880"/>
                </a:cubicBezTo>
                <a:cubicBezTo>
                  <a:pt x="1568809" y="127101"/>
                  <a:pt x="1563803" y="133701"/>
                  <a:pt x="1556550" y="138679"/>
                </a:cubicBezTo>
                <a:cubicBezTo>
                  <a:pt x="1549297" y="143655"/>
                  <a:pt x="1539734" y="146143"/>
                  <a:pt x="1527861" y="146143"/>
                </a:cubicBezTo>
                <a:cubicBezTo>
                  <a:pt x="1513933" y="146143"/>
                  <a:pt x="1503215" y="142228"/>
                  <a:pt x="1495705" y="134398"/>
                </a:cubicBezTo>
                <a:cubicBezTo>
                  <a:pt x="1488196" y="126566"/>
                  <a:pt x="1484409" y="115077"/>
                  <a:pt x="1484345" y="99932"/>
                </a:cubicBezTo>
                <a:lnTo>
                  <a:pt x="1511205" y="96851"/>
                </a:lnTo>
                <a:cubicBezTo>
                  <a:pt x="1511526" y="104970"/>
                  <a:pt x="1512714" y="110705"/>
                  <a:pt x="1514767" y="114054"/>
                </a:cubicBezTo>
                <a:cubicBezTo>
                  <a:pt x="1517848" y="119144"/>
                  <a:pt x="1522533" y="121690"/>
                  <a:pt x="1528823" y="121690"/>
                </a:cubicBezTo>
                <a:cubicBezTo>
                  <a:pt x="1535177" y="121690"/>
                  <a:pt x="1539670" y="119877"/>
                  <a:pt x="1542302" y="116250"/>
                </a:cubicBezTo>
                <a:cubicBezTo>
                  <a:pt x="1544933" y="112624"/>
                  <a:pt x="1546249" y="105099"/>
                  <a:pt x="1546249" y="93674"/>
                </a:cubicBezTo>
                <a:lnTo>
                  <a:pt x="1546249" y="2503"/>
                </a:lnTo>
                <a:close/>
                <a:moveTo>
                  <a:pt x="1604976" y="143640"/>
                </a:moveTo>
                <a:lnTo>
                  <a:pt x="1604976" y="2503"/>
                </a:lnTo>
                <a:lnTo>
                  <a:pt x="1650706" y="2503"/>
                </a:lnTo>
                <a:cubicBezTo>
                  <a:pt x="1668035" y="2503"/>
                  <a:pt x="1679331" y="3208"/>
                  <a:pt x="1684594" y="4618"/>
                </a:cubicBezTo>
                <a:cubicBezTo>
                  <a:pt x="1692681" y="6734"/>
                  <a:pt x="1699452" y="11334"/>
                  <a:pt x="1704908" y="18418"/>
                </a:cubicBezTo>
                <a:cubicBezTo>
                  <a:pt x="1710363" y="25502"/>
                  <a:pt x="1713091" y="34654"/>
                  <a:pt x="1713091" y="45874"/>
                </a:cubicBezTo>
                <a:cubicBezTo>
                  <a:pt x="1713091" y="54529"/>
                  <a:pt x="1711518" y="61806"/>
                  <a:pt x="1708374" y="67704"/>
                </a:cubicBezTo>
                <a:cubicBezTo>
                  <a:pt x="1705229" y="73603"/>
                  <a:pt x="1701233" y="78235"/>
                  <a:pt x="1696388" y="81601"/>
                </a:cubicBezTo>
                <a:cubicBezTo>
                  <a:pt x="1691542" y="84966"/>
                  <a:pt x="1686616" y="87195"/>
                  <a:pt x="1681610" y="88286"/>
                </a:cubicBezTo>
                <a:cubicBezTo>
                  <a:pt x="1674806" y="89632"/>
                  <a:pt x="1664954" y="90305"/>
                  <a:pt x="1652054" y="90305"/>
                </a:cubicBezTo>
                <a:lnTo>
                  <a:pt x="1633473" y="90305"/>
                </a:lnTo>
                <a:lnTo>
                  <a:pt x="1633473" y="143640"/>
                </a:lnTo>
                <a:lnTo>
                  <a:pt x="1604976" y="143640"/>
                </a:lnTo>
                <a:moveTo>
                  <a:pt x="1633473" y="26379"/>
                </a:moveTo>
                <a:lnTo>
                  <a:pt x="1633473" y="66429"/>
                </a:lnTo>
                <a:lnTo>
                  <a:pt x="1649069" y="66429"/>
                </a:lnTo>
                <a:cubicBezTo>
                  <a:pt x="1660301" y="66429"/>
                  <a:pt x="1667810" y="65691"/>
                  <a:pt x="1671597" y="64214"/>
                </a:cubicBezTo>
                <a:cubicBezTo>
                  <a:pt x="1675384" y="62738"/>
                  <a:pt x="1678352" y="60428"/>
                  <a:pt x="1680502" y="57283"/>
                </a:cubicBezTo>
                <a:cubicBezTo>
                  <a:pt x="1682652" y="54138"/>
                  <a:pt x="1683728" y="50479"/>
                  <a:pt x="1683728" y="46308"/>
                </a:cubicBezTo>
                <a:cubicBezTo>
                  <a:pt x="1683728" y="41173"/>
                  <a:pt x="1682219" y="36937"/>
                  <a:pt x="1679203" y="33599"/>
                </a:cubicBezTo>
                <a:cubicBezTo>
                  <a:pt x="1676186" y="30262"/>
                  <a:pt x="1672367" y="28176"/>
                  <a:pt x="1667746" y="27342"/>
                </a:cubicBezTo>
                <a:cubicBezTo>
                  <a:pt x="1664344" y="26700"/>
                  <a:pt x="1657509" y="26379"/>
                  <a:pt x="1647240" y="26379"/>
                </a:cubicBezTo>
                <a:lnTo>
                  <a:pt x="1633473" y="26379"/>
                </a:lnTo>
                <a:close/>
                <a:moveTo>
                  <a:pt x="1966531" y="143640"/>
                </a:moveTo>
                <a:lnTo>
                  <a:pt x="1966531" y="2503"/>
                </a:lnTo>
                <a:lnTo>
                  <a:pt x="2026509" y="2503"/>
                </a:lnTo>
                <a:cubicBezTo>
                  <a:pt x="2041592" y="2503"/>
                  <a:pt x="2052551" y="3771"/>
                  <a:pt x="2059387" y="6306"/>
                </a:cubicBezTo>
                <a:cubicBezTo>
                  <a:pt x="2066222" y="8841"/>
                  <a:pt x="2071693" y="13350"/>
                  <a:pt x="2075801" y="19832"/>
                </a:cubicBezTo>
                <a:cubicBezTo>
                  <a:pt x="2079909" y="26315"/>
                  <a:pt x="2081963" y="33728"/>
                  <a:pt x="2081963" y="42072"/>
                </a:cubicBezTo>
                <a:cubicBezTo>
                  <a:pt x="2081963" y="52662"/>
                  <a:pt x="2078850" y="61406"/>
                  <a:pt x="2072624" y="68306"/>
                </a:cubicBezTo>
                <a:cubicBezTo>
                  <a:pt x="2066398" y="75206"/>
                  <a:pt x="2057092" y="79554"/>
                  <a:pt x="2044705" y="81351"/>
                </a:cubicBezTo>
                <a:cubicBezTo>
                  <a:pt x="2050866" y="84945"/>
                  <a:pt x="2055953" y="88893"/>
                  <a:pt x="2059964" y="93193"/>
                </a:cubicBezTo>
                <a:cubicBezTo>
                  <a:pt x="2063976" y="97493"/>
                  <a:pt x="2069383" y="105131"/>
                  <a:pt x="2076186" y="116106"/>
                </a:cubicBezTo>
                <a:lnTo>
                  <a:pt x="2093419" y="143640"/>
                </a:lnTo>
                <a:lnTo>
                  <a:pt x="2059338" y="143640"/>
                </a:lnTo>
                <a:lnTo>
                  <a:pt x="2038736" y="112920"/>
                </a:lnTo>
                <a:cubicBezTo>
                  <a:pt x="2031419" y="101949"/>
                  <a:pt x="2026413" y="95036"/>
                  <a:pt x="2023717" y="92182"/>
                </a:cubicBezTo>
                <a:cubicBezTo>
                  <a:pt x="2021022" y="89326"/>
                  <a:pt x="2018165" y="87368"/>
                  <a:pt x="2015149" y="86309"/>
                </a:cubicBezTo>
                <a:cubicBezTo>
                  <a:pt x="2012132" y="85250"/>
                  <a:pt x="2007351" y="84721"/>
                  <a:pt x="2000804" y="84721"/>
                </a:cubicBezTo>
                <a:lnTo>
                  <a:pt x="1995028" y="84721"/>
                </a:lnTo>
                <a:lnTo>
                  <a:pt x="1995028" y="143640"/>
                </a:lnTo>
                <a:lnTo>
                  <a:pt x="1966531" y="143640"/>
                </a:lnTo>
                <a:moveTo>
                  <a:pt x="1995028" y="62193"/>
                </a:moveTo>
                <a:lnTo>
                  <a:pt x="2016112" y="62193"/>
                </a:lnTo>
                <a:cubicBezTo>
                  <a:pt x="2029782" y="62193"/>
                  <a:pt x="2038319" y="61615"/>
                  <a:pt x="2041720" y="60460"/>
                </a:cubicBezTo>
                <a:cubicBezTo>
                  <a:pt x="2045122" y="59304"/>
                  <a:pt x="2047786" y="57315"/>
                  <a:pt x="2049711" y="54491"/>
                </a:cubicBezTo>
                <a:cubicBezTo>
                  <a:pt x="2051636" y="51667"/>
                  <a:pt x="2052599" y="48137"/>
                  <a:pt x="2052599" y="43901"/>
                </a:cubicBezTo>
                <a:cubicBezTo>
                  <a:pt x="2052599" y="39151"/>
                  <a:pt x="2051332" y="35316"/>
                  <a:pt x="2048796" y="32396"/>
                </a:cubicBezTo>
                <a:cubicBezTo>
                  <a:pt x="2046261" y="29476"/>
                  <a:pt x="2042683" y="27630"/>
                  <a:pt x="2038062" y="26860"/>
                </a:cubicBezTo>
                <a:cubicBezTo>
                  <a:pt x="2035751" y="26539"/>
                  <a:pt x="2028820" y="26379"/>
                  <a:pt x="2017267" y="26379"/>
                </a:cubicBezTo>
                <a:lnTo>
                  <a:pt x="1995028" y="26379"/>
                </a:lnTo>
                <a:lnTo>
                  <a:pt x="1995028" y="62193"/>
                </a:lnTo>
                <a:close/>
                <a:moveTo>
                  <a:pt x="2108631" y="2503"/>
                </a:moveTo>
                <a:lnTo>
                  <a:pt x="2137128" y="2503"/>
                </a:lnTo>
                <a:lnTo>
                  <a:pt x="2137128" y="78944"/>
                </a:lnTo>
                <a:cubicBezTo>
                  <a:pt x="2137128" y="91075"/>
                  <a:pt x="2137481" y="98937"/>
                  <a:pt x="2138187" y="102531"/>
                </a:cubicBezTo>
                <a:cubicBezTo>
                  <a:pt x="2139406" y="108308"/>
                  <a:pt x="2142310" y="112945"/>
                  <a:pt x="2146899" y="116443"/>
                </a:cubicBezTo>
                <a:cubicBezTo>
                  <a:pt x="2151488" y="119941"/>
                  <a:pt x="2157762" y="121690"/>
                  <a:pt x="2165721" y="121690"/>
                </a:cubicBezTo>
                <a:cubicBezTo>
                  <a:pt x="2173808" y="121690"/>
                  <a:pt x="2179905" y="120037"/>
                  <a:pt x="2184013" y="116732"/>
                </a:cubicBezTo>
                <a:cubicBezTo>
                  <a:pt x="2188120" y="113426"/>
                  <a:pt x="2190591" y="109367"/>
                  <a:pt x="2191426" y="104553"/>
                </a:cubicBezTo>
                <a:cubicBezTo>
                  <a:pt x="2192260" y="99739"/>
                  <a:pt x="2192677" y="91749"/>
                  <a:pt x="2192677" y="80581"/>
                </a:cubicBezTo>
                <a:lnTo>
                  <a:pt x="2192677" y="2503"/>
                </a:lnTo>
                <a:lnTo>
                  <a:pt x="2221174" y="2503"/>
                </a:lnTo>
                <a:lnTo>
                  <a:pt x="2221174" y="76685"/>
                </a:lnTo>
                <a:cubicBezTo>
                  <a:pt x="2221174" y="93639"/>
                  <a:pt x="2220404" y="105617"/>
                  <a:pt x="2218864" y="112619"/>
                </a:cubicBezTo>
                <a:cubicBezTo>
                  <a:pt x="2217323" y="119619"/>
                  <a:pt x="2214483" y="125528"/>
                  <a:pt x="2210344" y="130345"/>
                </a:cubicBezTo>
                <a:cubicBezTo>
                  <a:pt x="2206204" y="135161"/>
                  <a:pt x="2200668" y="138998"/>
                  <a:pt x="2193736" y="141856"/>
                </a:cubicBezTo>
                <a:cubicBezTo>
                  <a:pt x="2186805" y="144714"/>
                  <a:pt x="2177755" y="146143"/>
                  <a:pt x="2166587" y="146143"/>
                </a:cubicBezTo>
                <a:cubicBezTo>
                  <a:pt x="2153109" y="146143"/>
                  <a:pt x="2142888" y="144586"/>
                  <a:pt x="2135924" y="141471"/>
                </a:cubicBezTo>
                <a:cubicBezTo>
                  <a:pt x="2128960" y="138356"/>
                  <a:pt x="2123457" y="134311"/>
                  <a:pt x="2119413" y="129334"/>
                </a:cubicBezTo>
                <a:cubicBezTo>
                  <a:pt x="2115370" y="124356"/>
                  <a:pt x="2112706" y="119137"/>
                  <a:pt x="2111422" y="113678"/>
                </a:cubicBezTo>
                <a:cubicBezTo>
                  <a:pt x="2109561" y="105585"/>
                  <a:pt x="2108631" y="93639"/>
                  <a:pt x="2108631" y="77840"/>
                </a:cubicBezTo>
                <a:lnTo>
                  <a:pt x="2108631" y="2503"/>
                </a:lnTo>
                <a:close/>
                <a:moveTo>
                  <a:pt x="2549659" y="91652"/>
                </a:moveTo>
                <a:lnTo>
                  <a:pt x="2577290" y="100317"/>
                </a:lnTo>
                <a:cubicBezTo>
                  <a:pt x="2573054" y="115819"/>
                  <a:pt x="2566010" y="127333"/>
                  <a:pt x="2556158" y="134858"/>
                </a:cubicBezTo>
                <a:cubicBezTo>
                  <a:pt x="2546306" y="142382"/>
                  <a:pt x="2533806" y="146143"/>
                  <a:pt x="2518659" y="146143"/>
                </a:cubicBezTo>
                <a:cubicBezTo>
                  <a:pt x="2499918" y="146143"/>
                  <a:pt x="2484514" y="139733"/>
                  <a:pt x="2472448" y="126913"/>
                </a:cubicBezTo>
                <a:cubicBezTo>
                  <a:pt x="2460382" y="114090"/>
                  <a:pt x="2454349" y="96561"/>
                  <a:pt x="2454349" y="74326"/>
                </a:cubicBezTo>
                <a:cubicBezTo>
                  <a:pt x="2454349" y="50803"/>
                  <a:pt x="2460414" y="32535"/>
                  <a:pt x="2472544" y="19522"/>
                </a:cubicBezTo>
                <a:cubicBezTo>
                  <a:pt x="2484675" y="6507"/>
                  <a:pt x="2500624" y="0"/>
                  <a:pt x="2520392" y="0"/>
                </a:cubicBezTo>
                <a:cubicBezTo>
                  <a:pt x="2537657" y="0"/>
                  <a:pt x="2551681" y="5115"/>
                  <a:pt x="2562464" y="15344"/>
                </a:cubicBezTo>
                <a:cubicBezTo>
                  <a:pt x="2568882" y="21391"/>
                  <a:pt x="2573696" y="30075"/>
                  <a:pt x="2576905" y="41398"/>
                </a:cubicBezTo>
                <a:lnTo>
                  <a:pt x="2548697" y="48137"/>
                </a:lnTo>
                <a:cubicBezTo>
                  <a:pt x="2547028" y="40820"/>
                  <a:pt x="2543546" y="35044"/>
                  <a:pt x="2538251" y="30808"/>
                </a:cubicBezTo>
                <a:cubicBezTo>
                  <a:pt x="2532956" y="26571"/>
                  <a:pt x="2526522" y="24453"/>
                  <a:pt x="2518948" y="24453"/>
                </a:cubicBezTo>
                <a:cubicBezTo>
                  <a:pt x="2508486" y="24453"/>
                  <a:pt x="2499998" y="28208"/>
                  <a:pt x="2493484" y="35717"/>
                </a:cubicBezTo>
                <a:cubicBezTo>
                  <a:pt x="2486969" y="43227"/>
                  <a:pt x="2483712" y="55389"/>
                  <a:pt x="2483712" y="72205"/>
                </a:cubicBezTo>
                <a:cubicBezTo>
                  <a:pt x="2483712" y="90048"/>
                  <a:pt x="2486921" y="102756"/>
                  <a:pt x="2493339" y="110329"/>
                </a:cubicBezTo>
                <a:cubicBezTo>
                  <a:pt x="2499758" y="117903"/>
                  <a:pt x="2508101" y="121690"/>
                  <a:pt x="2518371" y="121690"/>
                </a:cubicBezTo>
                <a:cubicBezTo>
                  <a:pt x="2525944" y="121690"/>
                  <a:pt x="2532459" y="119276"/>
                  <a:pt x="2537914" y="114448"/>
                </a:cubicBezTo>
                <a:cubicBezTo>
                  <a:pt x="2543370" y="109618"/>
                  <a:pt x="2547285" y="102020"/>
                  <a:pt x="2549659" y="91652"/>
                </a:cubicBezTo>
                <a:close/>
                <a:moveTo>
                  <a:pt x="2602032" y="143640"/>
                </a:moveTo>
                <a:lnTo>
                  <a:pt x="2602032" y="2503"/>
                </a:lnTo>
                <a:lnTo>
                  <a:pt x="2629759" y="2503"/>
                </a:lnTo>
                <a:lnTo>
                  <a:pt x="2687523" y="96956"/>
                </a:lnTo>
                <a:lnTo>
                  <a:pt x="2687523" y="2503"/>
                </a:lnTo>
                <a:lnTo>
                  <a:pt x="2713998" y="2503"/>
                </a:lnTo>
                <a:lnTo>
                  <a:pt x="2713998" y="143640"/>
                </a:lnTo>
                <a:lnTo>
                  <a:pt x="2685405" y="143640"/>
                </a:lnTo>
                <a:lnTo>
                  <a:pt x="2628508" y="51344"/>
                </a:lnTo>
                <a:lnTo>
                  <a:pt x="2628508" y="143640"/>
                </a:lnTo>
                <a:lnTo>
                  <a:pt x="2602032" y="143640"/>
                </a:lnTo>
                <a:close/>
                <a:moveTo>
                  <a:pt x="3012446" y="91845"/>
                </a:moveTo>
                <a:lnTo>
                  <a:pt x="3012446" y="67969"/>
                </a:lnTo>
                <a:lnTo>
                  <a:pt x="3073869" y="67969"/>
                </a:lnTo>
                <a:lnTo>
                  <a:pt x="3073869" y="124202"/>
                </a:lnTo>
                <a:cubicBezTo>
                  <a:pt x="3067900" y="130000"/>
                  <a:pt x="3059251" y="135107"/>
                  <a:pt x="3047923" y="139521"/>
                </a:cubicBezTo>
                <a:cubicBezTo>
                  <a:pt x="3036595" y="143936"/>
                  <a:pt x="3025122" y="146143"/>
                  <a:pt x="3013505" y="146143"/>
                </a:cubicBezTo>
                <a:cubicBezTo>
                  <a:pt x="2998743" y="146143"/>
                  <a:pt x="2985875" y="143042"/>
                  <a:pt x="2974900" y="136841"/>
                </a:cubicBezTo>
                <a:cubicBezTo>
                  <a:pt x="2963925" y="130639"/>
                  <a:pt x="2955677" y="121771"/>
                  <a:pt x="2950157" y="110236"/>
                </a:cubicBezTo>
                <a:cubicBezTo>
                  <a:pt x="2944638" y="98699"/>
                  <a:pt x="2941878" y="86151"/>
                  <a:pt x="2941878" y="72590"/>
                </a:cubicBezTo>
                <a:cubicBezTo>
                  <a:pt x="2941878" y="57872"/>
                  <a:pt x="2944959" y="44794"/>
                  <a:pt x="2951120" y="33356"/>
                </a:cubicBezTo>
                <a:cubicBezTo>
                  <a:pt x="2957282" y="21915"/>
                  <a:pt x="2966299" y="13142"/>
                  <a:pt x="2978173" y="7037"/>
                </a:cubicBezTo>
                <a:cubicBezTo>
                  <a:pt x="2987223" y="2346"/>
                  <a:pt x="2998487" y="0"/>
                  <a:pt x="3011965" y="0"/>
                </a:cubicBezTo>
                <a:cubicBezTo>
                  <a:pt x="3029487" y="0"/>
                  <a:pt x="3043174" y="3683"/>
                  <a:pt x="3053026" y="11050"/>
                </a:cubicBezTo>
                <a:cubicBezTo>
                  <a:pt x="3062878" y="18415"/>
                  <a:pt x="3069216" y="28595"/>
                  <a:pt x="3072040" y="41590"/>
                </a:cubicBezTo>
                <a:lnTo>
                  <a:pt x="3043735" y="46981"/>
                </a:lnTo>
                <a:cubicBezTo>
                  <a:pt x="3041746" y="40020"/>
                  <a:pt x="3038007" y="34525"/>
                  <a:pt x="3032519" y="30498"/>
                </a:cubicBezTo>
                <a:cubicBezTo>
                  <a:pt x="3027032" y="26468"/>
                  <a:pt x="3020180" y="24453"/>
                  <a:pt x="3011965" y="24453"/>
                </a:cubicBezTo>
                <a:cubicBezTo>
                  <a:pt x="2999514" y="24453"/>
                  <a:pt x="2989613" y="28401"/>
                  <a:pt x="2982265" y="36295"/>
                </a:cubicBezTo>
                <a:cubicBezTo>
                  <a:pt x="2974916" y="44190"/>
                  <a:pt x="2971241" y="55903"/>
                  <a:pt x="2971241" y="71435"/>
                </a:cubicBezTo>
                <a:cubicBezTo>
                  <a:pt x="2971241" y="88187"/>
                  <a:pt x="2974964" y="100750"/>
                  <a:pt x="2982409" y="109126"/>
                </a:cubicBezTo>
                <a:cubicBezTo>
                  <a:pt x="2989854" y="117502"/>
                  <a:pt x="2999610" y="121690"/>
                  <a:pt x="3011676" y="121690"/>
                </a:cubicBezTo>
                <a:cubicBezTo>
                  <a:pt x="3017645" y="121690"/>
                  <a:pt x="3023630" y="120522"/>
                  <a:pt x="3029631" y="118188"/>
                </a:cubicBezTo>
                <a:cubicBezTo>
                  <a:pt x="3035632" y="115853"/>
                  <a:pt x="3040783" y="113022"/>
                  <a:pt x="3045083" y="109695"/>
                </a:cubicBezTo>
                <a:lnTo>
                  <a:pt x="3045083" y="91845"/>
                </a:lnTo>
                <a:lnTo>
                  <a:pt x="3012446" y="91845"/>
                </a:lnTo>
                <a:close/>
                <a:moveTo>
                  <a:pt x="3100248" y="2503"/>
                </a:moveTo>
                <a:lnTo>
                  <a:pt x="3156664" y="2503"/>
                </a:lnTo>
                <a:cubicBezTo>
                  <a:pt x="3167832" y="2503"/>
                  <a:pt x="3176160" y="2968"/>
                  <a:pt x="3181647" y="3899"/>
                </a:cubicBezTo>
                <a:cubicBezTo>
                  <a:pt x="3187135" y="4828"/>
                  <a:pt x="3192045" y="6766"/>
                  <a:pt x="3196377" y="9715"/>
                </a:cubicBezTo>
                <a:cubicBezTo>
                  <a:pt x="3200709" y="12661"/>
                  <a:pt x="3204320" y="16586"/>
                  <a:pt x="3207208" y="21490"/>
                </a:cubicBezTo>
                <a:cubicBezTo>
                  <a:pt x="3210096" y="26392"/>
                  <a:pt x="3211540" y="31888"/>
                  <a:pt x="3211540" y="37977"/>
                </a:cubicBezTo>
                <a:cubicBezTo>
                  <a:pt x="3211540" y="44578"/>
                  <a:pt x="3209759" y="50634"/>
                  <a:pt x="3206197" y="56146"/>
                </a:cubicBezTo>
                <a:cubicBezTo>
                  <a:pt x="3202635" y="61657"/>
                  <a:pt x="3197805" y="65791"/>
                  <a:pt x="3191708" y="68547"/>
                </a:cubicBezTo>
                <a:cubicBezTo>
                  <a:pt x="3200308" y="71054"/>
                  <a:pt x="3206919" y="75328"/>
                  <a:pt x="3211540" y="81369"/>
                </a:cubicBezTo>
                <a:cubicBezTo>
                  <a:pt x="3216161" y="87408"/>
                  <a:pt x="3218472" y="94510"/>
                  <a:pt x="3218472" y="102673"/>
                </a:cubicBezTo>
                <a:cubicBezTo>
                  <a:pt x="3218472" y="109099"/>
                  <a:pt x="3216979" y="115349"/>
                  <a:pt x="3213995" y="121422"/>
                </a:cubicBezTo>
                <a:cubicBezTo>
                  <a:pt x="3211011" y="127493"/>
                  <a:pt x="3206935" y="132345"/>
                  <a:pt x="3201768" y="135977"/>
                </a:cubicBezTo>
                <a:cubicBezTo>
                  <a:pt x="3196602" y="139608"/>
                  <a:pt x="3190231" y="141841"/>
                  <a:pt x="3182658" y="142677"/>
                </a:cubicBezTo>
                <a:cubicBezTo>
                  <a:pt x="3177908" y="143191"/>
                  <a:pt x="3166452" y="143512"/>
                  <a:pt x="3148288" y="143640"/>
                </a:cubicBezTo>
                <a:lnTo>
                  <a:pt x="3100248" y="143640"/>
                </a:lnTo>
                <a:lnTo>
                  <a:pt x="3100248" y="2503"/>
                </a:lnTo>
                <a:moveTo>
                  <a:pt x="3128745" y="25994"/>
                </a:moveTo>
                <a:lnTo>
                  <a:pt x="3128745" y="58534"/>
                </a:lnTo>
                <a:lnTo>
                  <a:pt x="3147422" y="58534"/>
                </a:lnTo>
                <a:cubicBezTo>
                  <a:pt x="3158525" y="58534"/>
                  <a:pt x="3165425" y="58374"/>
                  <a:pt x="3168121" y="58053"/>
                </a:cubicBezTo>
                <a:cubicBezTo>
                  <a:pt x="3172999" y="57477"/>
                  <a:pt x="3176833" y="55799"/>
                  <a:pt x="3179625" y="53017"/>
                </a:cubicBezTo>
                <a:cubicBezTo>
                  <a:pt x="3182417" y="50233"/>
                  <a:pt x="3183813" y="46568"/>
                  <a:pt x="3183813" y="42023"/>
                </a:cubicBezTo>
                <a:cubicBezTo>
                  <a:pt x="3183813" y="37673"/>
                  <a:pt x="3182610" y="34138"/>
                  <a:pt x="3180203" y="31418"/>
                </a:cubicBezTo>
                <a:cubicBezTo>
                  <a:pt x="3177796" y="28699"/>
                  <a:pt x="3174218" y="27051"/>
                  <a:pt x="3169468" y="26475"/>
                </a:cubicBezTo>
                <a:cubicBezTo>
                  <a:pt x="3166644" y="26154"/>
                  <a:pt x="3158525" y="25994"/>
                  <a:pt x="3145111" y="25994"/>
                </a:cubicBezTo>
                <a:lnTo>
                  <a:pt x="3128745" y="25994"/>
                </a:lnTo>
                <a:moveTo>
                  <a:pt x="3128745" y="82025"/>
                </a:moveTo>
                <a:lnTo>
                  <a:pt x="3128745" y="119764"/>
                </a:lnTo>
                <a:lnTo>
                  <a:pt x="3155124" y="119764"/>
                </a:lnTo>
                <a:cubicBezTo>
                  <a:pt x="3165393" y="119764"/>
                  <a:pt x="3171907" y="119475"/>
                  <a:pt x="3174667" y="118898"/>
                </a:cubicBezTo>
                <a:cubicBezTo>
                  <a:pt x="3178903" y="118128"/>
                  <a:pt x="3182353" y="116250"/>
                  <a:pt x="3185017" y="113266"/>
                </a:cubicBezTo>
                <a:cubicBezTo>
                  <a:pt x="3187680" y="110281"/>
                  <a:pt x="3189012" y="106286"/>
                  <a:pt x="3189012" y="101280"/>
                </a:cubicBezTo>
                <a:cubicBezTo>
                  <a:pt x="3189012" y="97044"/>
                  <a:pt x="3187985" y="93449"/>
                  <a:pt x="3185931" y="90497"/>
                </a:cubicBezTo>
                <a:cubicBezTo>
                  <a:pt x="3183877" y="87545"/>
                  <a:pt x="3180909" y="85395"/>
                  <a:pt x="3177026" y="84047"/>
                </a:cubicBezTo>
                <a:cubicBezTo>
                  <a:pt x="3173143" y="82699"/>
                  <a:pt x="3164719" y="82025"/>
                  <a:pt x="3151754" y="82025"/>
                </a:cubicBezTo>
                <a:lnTo>
                  <a:pt x="3128745" y="82025"/>
                </a:lnTo>
                <a:close/>
                <a:moveTo>
                  <a:pt x="3445004" y="2503"/>
                </a:moveTo>
                <a:lnTo>
                  <a:pt x="3473501" y="2503"/>
                </a:lnTo>
                <a:lnTo>
                  <a:pt x="3473501" y="78944"/>
                </a:lnTo>
                <a:cubicBezTo>
                  <a:pt x="3473501" y="91075"/>
                  <a:pt x="3473854" y="98937"/>
                  <a:pt x="3474560" y="102531"/>
                </a:cubicBezTo>
                <a:cubicBezTo>
                  <a:pt x="3475779" y="108308"/>
                  <a:pt x="3478683" y="112945"/>
                  <a:pt x="3483272" y="116443"/>
                </a:cubicBezTo>
                <a:cubicBezTo>
                  <a:pt x="3487861" y="119941"/>
                  <a:pt x="3494135" y="121690"/>
                  <a:pt x="3502094" y="121690"/>
                </a:cubicBezTo>
                <a:cubicBezTo>
                  <a:pt x="3510181" y="121690"/>
                  <a:pt x="3516278" y="120037"/>
                  <a:pt x="3520386" y="116732"/>
                </a:cubicBezTo>
                <a:cubicBezTo>
                  <a:pt x="3524493" y="113426"/>
                  <a:pt x="3526964" y="109367"/>
                  <a:pt x="3527799" y="104553"/>
                </a:cubicBezTo>
                <a:cubicBezTo>
                  <a:pt x="3528633" y="99739"/>
                  <a:pt x="3529050" y="91749"/>
                  <a:pt x="3529050" y="80581"/>
                </a:cubicBezTo>
                <a:lnTo>
                  <a:pt x="3529050" y="2503"/>
                </a:lnTo>
                <a:lnTo>
                  <a:pt x="3557547" y="2503"/>
                </a:lnTo>
                <a:lnTo>
                  <a:pt x="3557547" y="76685"/>
                </a:lnTo>
                <a:cubicBezTo>
                  <a:pt x="3557547" y="93639"/>
                  <a:pt x="3556777" y="105617"/>
                  <a:pt x="3555237" y="112619"/>
                </a:cubicBezTo>
                <a:cubicBezTo>
                  <a:pt x="3553696" y="119619"/>
                  <a:pt x="3550856" y="125528"/>
                  <a:pt x="3546717" y="130345"/>
                </a:cubicBezTo>
                <a:cubicBezTo>
                  <a:pt x="3542577" y="135161"/>
                  <a:pt x="3537041" y="138998"/>
                  <a:pt x="3530109" y="141856"/>
                </a:cubicBezTo>
                <a:cubicBezTo>
                  <a:pt x="3523178" y="144714"/>
                  <a:pt x="3514128" y="146143"/>
                  <a:pt x="3502960" y="146143"/>
                </a:cubicBezTo>
                <a:cubicBezTo>
                  <a:pt x="3489482" y="146143"/>
                  <a:pt x="3479261" y="144586"/>
                  <a:pt x="3472297" y="141471"/>
                </a:cubicBezTo>
                <a:cubicBezTo>
                  <a:pt x="3465333" y="138356"/>
                  <a:pt x="3459830" y="134311"/>
                  <a:pt x="3455786" y="129334"/>
                </a:cubicBezTo>
                <a:cubicBezTo>
                  <a:pt x="3451743" y="124356"/>
                  <a:pt x="3449079" y="119137"/>
                  <a:pt x="3447796" y="113678"/>
                </a:cubicBezTo>
                <a:cubicBezTo>
                  <a:pt x="3445934" y="105585"/>
                  <a:pt x="3445004" y="93639"/>
                  <a:pt x="3445004" y="77840"/>
                </a:cubicBezTo>
                <a:lnTo>
                  <a:pt x="3445004" y="2503"/>
                </a:lnTo>
                <a:close/>
                <a:moveTo>
                  <a:pt x="3714858" y="143640"/>
                </a:moveTo>
                <a:lnTo>
                  <a:pt x="3683858" y="143640"/>
                </a:lnTo>
                <a:lnTo>
                  <a:pt x="3671535" y="111485"/>
                </a:lnTo>
                <a:lnTo>
                  <a:pt x="3615119" y="111485"/>
                </a:lnTo>
                <a:lnTo>
                  <a:pt x="3603470" y="143640"/>
                </a:lnTo>
                <a:lnTo>
                  <a:pt x="3573240" y="143640"/>
                </a:lnTo>
                <a:lnTo>
                  <a:pt x="3628212" y="2503"/>
                </a:lnTo>
                <a:lnTo>
                  <a:pt x="3658346" y="2503"/>
                </a:lnTo>
                <a:lnTo>
                  <a:pt x="3714858" y="143640"/>
                </a:lnTo>
                <a:moveTo>
                  <a:pt x="3662389" y="87609"/>
                </a:moveTo>
                <a:lnTo>
                  <a:pt x="3642942" y="35429"/>
                </a:lnTo>
                <a:lnTo>
                  <a:pt x="3623880" y="87609"/>
                </a:lnTo>
                <a:lnTo>
                  <a:pt x="3662389" y="87609"/>
                </a:lnTo>
                <a:close/>
                <a:moveTo>
                  <a:pt x="3943460" y="2503"/>
                </a:moveTo>
                <a:lnTo>
                  <a:pt x="3995544" y="2503"/>
                </a:lnTo>
                <a:cubicBezTo>
                  <a:pt x="4007289" y="2503"/>
                  <a:pt x="4016242" y="3402"/>
                  <a:pt x="4022404" y="5199"/>
                </a:cubicBezTo>
                <a:cubicBezTo>
                  <a:pt x="4030683" y="7638"/>
                  <a:pt x="4037776" y="11970"/>
                  <a:pt x="4043680" y="18196"/>
                </a:cubicBezTo>
                <a:cubicBezTo>
                  <a:pt x="4049585" y="24421"/>
                  <a:pt x="4054078" y="32043"/>
                  <a:pt x="4057159" y="41061"/>
                </a:cubicBezTo>
                <a:cubicBezTo>
                  <a:pt x="4060239" y="50078"/>
                  <a:pt x="4061780" y="61198"/>
                  <a:pt x="4061780" y="74419"/>
                </a:cubicBezTo>
                <a:cubicBezTo>
                  <a:pt x="4061780" y="86036"/>
                  <a:pt x="4060336" y="96049"/>
                  <a:pt x="4057447" y="104457"/>
                </a:cubicBezTo>
                <a:cubicBezTo>
                  <a:pt x="4053917" y="114726"/>
                  <a:pt x="4048879" y="123038"/>
                  <a:pt x="4042332" y="129392"/>
                </a:cubicBezTo>
                <a:cubicBezTo>
                  <a:pt x="4037390" y="134205"/>
                  <a:pt x="4030715" y="137960"/>
                  <a:pt x="4022308" y="140656"/>
                </a:cubicBezTo>
                <a:cubicBezTo>
                  <a:pt x="4016018" y="142645"/>
                  <a:pt x="4007610" y="143640"/>
                  <a:pt x="3997084" y="143640"/>
                </a:cubicBezTo>
                <a:lnTo>
                  <a:pt x="3943460" y="143640"/>
                </a:lnTo>
                <a:lnTo>
                  <a:pt x="3943460" y="2503"/>
                </a:lnTo>
                <a:moveTo>
                  <a:pt x="3971957" y="26379"/>
                </a:moveTo>
                <a:lnTo>
                  <a:pt x="3971957" y="119764"/>
                </a:lnTo>
                <a:lnTo>
                  <a:pt x="3993233" y="119764"/>
                </a:lnTo>
                <a:cubicBezTo>
                  <a:pt x="4001192" y="119764"/>
                  <a:pt x="4006936" y="119315"/>
                  <a:pt x="4010466" y="118416"/>
                </a:cubicBezTo>
                <a:cubicBezTo>
                  <a:pt x="4015087" y="117263"/>
                  <a:pt x="4018922" y="115309"/>
                  <a:pt x="4021971" y="112553"/>
                </a:cubicBezTo>
                <a:cubicBezTo>
                  <a:pt x="4025019" y="109795"/>
                  <a:pt x="4027506" y="105258"/>
                  <a:pt x="4029432" y="98942"/>
                </a:cubicBezTo>
                <a:cubicBezTo>
                  <a:pt x="4031357" y="92626"/>
                  <a:pt x="4032320" y="84019"/>
                  <a:pt x="4032320" y="73120"/>
                </a:cubicBezTo>
                <a:cubicBezTo>
                  <a:pt x="4032320" y="62221"/>
                  <a:pt x="4031357" y="53854"/>
                  <a:pt x="4029432" y="48019"/>
                </a:cubicBezTo>
                <a:cubicBezTo>
                  <a:pt x="4027506" y="42185"/>
                  <a:pt x="4024811" y="37633"/>
                  <a:pt x="4021345" y="34364"/>
                </a:cubicBezTo>
                <a:cubicBezTo>
                  <a:pt x="4017879" y="31092"/>
                  <a:pt x="4013482" y="28880"/>
                  <a:pt x="4008155" y="27727"/>
                </a:cubicBezTo>
                <a:cubicBezTo>
                  <a:pt x="4004176" y="26828"/>
                  <a:pt x="3996378" y="26379"/>
                  <a:pt x="3984761" y="26379"/>
                </a:cubicBezTo>
                <a:lnTo>
                  <a:pt x="3971957" y="26379"/>
                </a:lnTo>
                <a:close/>
                <a:moveTo>
                  <a:pt x="4085944" y="143640"/>
                </a:moveTo>
                <a:lnTo>
                  <a:pt x="4085944" y="2503"/>
                </a:lnTo>
                <a:lnTo>
                  <a:pt x="4190594" y="2503"/>
                </a:lnTo>
                <a:lnTo>
                  <a:pt x="4190594" y="26379"/>
                </a:lnTo>
                <a:lnTo>
                  <a:pt x="4114441" y="26379"/>
                </a:lnTo>
                <a:lnTo>
                  <a:pt x="4114441" y="57572"/>
                </a:lnTo>
                <a:lnTo>
                  <a:pt x="4185298" y="57572"/>
                </a:lnTo>
                <a:lnTo>
                  <a:pt x="4185298" y="81447"/>
                </a:lnTo>
                <a:lnTo>
                  <a:pt x="4114441" y="81447"/>
                </a:lnTo>
                <a:lnTo>
                  <a:pt x="4114441" y="119764"/>
                </a:lnTo>
                <a:lnTo>
                  <a:pt x="4193289" y="119764"/>
                </a:lnTo>
                <a:lnTo>
                  <a:pt x="4193289" y="143640"/>
                </a:lnTo>
                <a:lnTo>
                  <a:pt x="4085944" y="143640"/>
                </a:lnTo>
                <a:close/>
                <a:moveTo>
                  <a:pt x="4473782" y="143640"/>
                </a:moveTo>
                <a:lnTo>
                  <a:pt x="4473782" y="26379"/>
                </a:lnTo>
                <a:lnTo>
                  <a:pt x="4431903" y="26379"/>
                </a:lnTo>
                <a:lnTo>
                  <a:pt x="4431903" y="2503"/>
                </a:lnTo>
                <a:lnTo>
                  <a:pt x="4544062" y="2503"/>
                </a:lnTo>
                <a:lnTo>
                  <a:pt x="4544062" y="26379"/>
                </a:lnTo>
                <a:lnTo>
                  <a:pt x="4502279" y="26379"/>
                </a:lnTo>
                <a:lnTo>
                  <a:pt x="4502279" y="143640"/>
                </a:lnTo>
                <a:lnTo>
                  <a:pt x="4473782" y="143640"/>
                </a:lnTo>
                <a:close/>
                <a:moveTo>
                  <a:pt x="4562547" y="143640"/>
                </a:moveTo>
                <a:lnTo>
                  <a:pt x="4562547" y="2503"/>
                </a:lnTo>
                <a:lnTo>
                  <a:pt x="4622525" y="2503"/>
                </a:lnTo>
                <a:cubicBezTo>
                  <a:pt x="4637608" y="2503"/>
                  <a:pt x="4648567" y="3771"/>
                  <a:pt x="4655402" y="6306"/>
                </a:cubicBezTo>
                <a:cubicBezTo>
                  <a:pt x="4662238" y="8841"/>
                  <a:pt x="4667709" y="13350"/>
                  <a:pt x="4671817" y="19832"/>
                </a:cubicBezTo>
                <a:cubicBezTo>
                  <a:pt x="4675925" y="26315"/>
                  <a:pt x="4677979" y="33728"/>
                  <a:pt x="4677979" y="42072"/>
                </a:cubicBezTo>
                <a:cubicBezTo>
                  <a:pt x="4677979" y="52662"/>
                  <a:pt x="4674866" y="61406"/>
                  <a:pt x="4668640" y="68306"/>
                </a:cubicBezTo>
                <a:cubicBezTo>
                  <a:pt x="4662414" y="75206"/>
                  <a:pt x="4653108" y="79554"/>
                  <a:pt x="4640721" y="81351"/>
                </a:cubicBezTo>
                <a:cubicBezTo>
                  <a:pt x="4646882" y="84945"/>
                  <a:pt x="4651969" y="88893"/>
                  <a:pt x="4655980" y="93193"/>
                </a:cubicBezTo>
                <a:cubicBezTo>
                  <a:pt x="4659991" y="97493"/>
                  <a:pt x="4665399" y="105131"/>
                  <a:pt x="4672202" y="116106"/>
                </a:cubicBezTo>
                <a:lnTo>
                  <a:pt x="4689435" y="143640"/>
                </a:lnTo>
                <a:lnTo>
                  <a:pt x="4655354" y="143640"/>
                </a:lnTo>
                <a:lnTo>
                  <a:pt x="4634752" y="112920"/>
                </a:lnTo>
                <a:cubicBezTo>
                  <a:pt x="4627435" y="101949"/>
                  <a:pt x="4622429" y="95036"/>
                  <a:pt x="4619733" y="92182"/>
                </a:cubicBezTo>
                <a:cubicBezTo>
                  <a:pt x="4617037" y="89326"/>
                  <a:pt x="4614181" y="87368"/>
                  <a:pt x="4611165" y="86309"/>
                </a:cubicBezTo>
                <a:cubicBezTo>
                  <a:pt x="4608148" y="85250"/>
                  <a:pt x="4603367" y="84721"/>
                  <a:pt x="4596820" y="84721"/>
                </a:cubicBezTo>
                <a:lnTo>
                  <a:pt x="4591044" y="84721"/>
                </a:lnTo>
                <a:lnTo>
                  <a:pt x="4591044" y="143640"/>
                </a:lnTo>
                <a:lnTo>
                  <a:pt x="4562547" y="143640"/>
                </a:lnTo>
                <a:moveTo>
                  <a:pt x="4591044" y="62193"/>
                </a:moveTo>
                <a:lnTo>
                  <a:pt x="4612127" y="62193"/>
                </a:lnTo>
                <a:cubicBezTo>
                  <a:pt x="4625798" y="62193"/>
                  <a:pt x="4634335" y="61615"/>
                  <a:pt x="4637736" y="60460"/>
                </a:cubicBezTo>
                <a:cubicBezTo>
                  <a:pt x="4641138" y="59304"/>
                  <a:pt x="4643801" y="57315"/>
                  <a:pt x="4645727" y="54491"/>
                </a:cubicBezTo>
                <a:cubicBezTo>
                  <a:pt x="4647652" y="51667"/>
                  <a:pt x="4648615" y="48137"/>
                  <a:pt x="4648615" y="43901"/>
                </a:cubicBezTo>
                <a:cubicBezTo>
                  <a:pt x="4648615" y="39151"/>
                  <a:pt x="4647348" y="35316"/>
                  <a:pt x="4644812" y="32396"/>
                </a:cubicBezTo>
                <a:cubicBezTo>
                  <a:pt x="4642277" y="29476"/>
                  <a:pt x="4638699" y="27630"/>
                  <a:pt x="4634078" y="26860"/>
                </a:cubicBezTo>
                <a:cubicBezTo>
                  <a:pt x="4631767" y="26539"/>
                  <a:pt x="4624836" y="26379"/>
                  <a:pt x="4613283" y="26379"/>
                </a:cubicBezTo>
                <a:lnTo>
                  <a:pt x="4591044" y="26379"/>
                </a:lnTo>
                <a:lnTo>
                  <a:pt x="4591044" y="621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31B36-E547-4FF1-8D6B-BBDA77E2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46" y="3621851"/>
            <a:ext cx="4929204" cy="10"/>
          </a:xfrm>
          <a:custGeom xmlns:a="http://schemas.openxmlformats.org/drawingml/2006/main">
            <a:pathLst>
              <a:path w="4929204" h="1" fill="none">
                <a:moveTo>
                  <a:pt x="0" y="0"/>
                </a:moveTo>
                <a:lnTo>
                  <a:pt x="4929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5" name="Text VictimCountry">
            <a:extLst xmlns:a="http://schemas.openxmlformats.org/drawingml/2006/main">
              <a:ext uri="{FF2B5EF4-FFF2-40B4-BE49-F238E27FC236}">
                <a16:creationId xmlns:a16="http://schemas.microsoft.com/office/drawing/2014/main" id="{466BB9B0-F2F9-4607-BA72-32B5134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662" y="4658002"/>
            <a:ext cx="1495265" cy="198461"/>
          </a:xfrm>
          <a:custGeom xmlns:a="http://schemas.openxmlformats.org/drawingml/2006/main">
            <a:pathLst>
              <a:path w="1495265" h="198461">
                <a:moveTo>
                  <a:pt x="152353" y="29501"/>
                </a:moveTo>
                <a:lnTo>
                  <a:pt x="181338" y="29501"/>
                </a:lnTo>
                <a:lnTo>
                  <a:pt x="181338" y="2682"/>
                </a:lnTo>
                <a:lnTo>
                  <a:pt x="152353" y="2682"/>
                </a:lnTo>
                <a:lnTo>
                  <a:pt x="152353" y="29501"/>
                </a:lnTo>
                <a:close/>
                <a:moveTo>
                  <a:pt x="398882" y="29501"/>
                </a:moveTo>
                <a:lnTo>
                  <a:pt x="427867" y="29501"/>
                </a:lnTo>
                <a:lnTo>
                  <a:pt x="427867" y="2682"/>
                </a:lnTo>
                <a:lnTo>
                  <a:pt x="398882" y="2682"/>
                </a:lnTo>
                <a:lnTo>
                  <a:pt x="398882" y="29501"/>
                </a:lnTo>
                <a:close/>
                <a:moveTo>
                  <a:pt x="71380" y="114497"/>
                </a:moveTo>
                <a:lnTo>
                  <a:pt x="33111" y="2682"/>
                </a:lnTo>
                <a:lnTo>
                  <a:pt x="0" y="2682"/>
                </a:lnTo>
                <a:lnTo>
                  <a:pt x="54051" y="153900"/>
                </a:lnTo>
                <a:lnTo>
                  <a:pt x="86646" y="153900"/>
                </a:lnTo>
                <a:lnTo>
                  <a:pt x="140800" y="2682"/>
                </a:lnTo>
                <a:lnTo>
                  <a:pt x="108411" y="2682"/>
                </a:lnTo>
                <a:lnTo>
                  <a:pt x="71380" y="114497"/>
                </a:lnTo>
                <a:close/>
                <a:moveTo>
                  <a:pt x="329874" y="44355"/>
                </a:moveTo>
                <a:lnTo>
                  <a:pt x="316568" y="44355"/>
                </a:lnTo>
                <a:lnTo>
                  <a:pt x="316568" y="67460"/>
                </a:lnTo>
                <a:lnTo>
                  <a:pt x="329874" y="67460"/>
                </a:lnTo>
                <a:lnTo>
                  <a:pt x="329874" y="115219"/>
                </a:lnTo>
                <a:lnTo>
                  <a:pt x="329876" y="116482"/>
                </a:lnTo>
                <a:lnTo>
                  <a:pt x="329881" y="117709"/>
                </a:lnTo>
                <a:lnTo>
                  <a:pt x="329889" y="118900"/>
                </a:lnTo>
                <a:lnTo>
                  <a:pt x="329900" y="120055"/>
                </a:lnTo>
                <a:lnTo>
                  <a:pt x="329914" y="121175"/>
                </a:lnTo>
                <a:lnTo>
                  <a:pt x="329932" y="122259"/>
                </a:lnTo>
                <a:lnTo>
                  <a:pt x="329953" y="123307"/>
                </a:lnTo>
                <a:lnTo>
                  <a:pt x="329977" y="124319"/>
                </a:lnTo>
                <a:lnTo>
                  <a:pt x="330005" y="125295"/>
                </a:lnTo>
                <a:lnTo>
                  <a:pt x="330035" y="126236"/>
                </a:lnTo>
                <a:lnTo>
                  <a:pt x="330069" y="127140"/>
                </a:lnTo>
                <a:lnTo>
                  <a:pt x="330106" y="128009"/>
                </a:lnTo>
                <a:lnTo>
                  <a:pt x="330146" y="128842"/>
                </a:lnTo>
                <a:lnTo>
                  <a:pt x="330190" y="129640"/>
                </a:lnTo>
                <a:lnTo>
                  <a:pt x="330237" y="130401"/>
                </a:lnTo>
                <a:lnTo>
                  <a:pt x="330287" y="131127"/>
                </a:lnTo>
                <a:lnTo>
                  <a:pt x="330340" y="131817"/>
                </a:lnTo>
                <a:lnTo>
                  <a:pt x="330396" y="132471"/>
                </a:lnTo>
                <a:lnTo>
                  <a:pt x="330456" y="133089"/>
                </a:lnTo>
                <a:lnTo>
                  <a:pt x="330519" y="133671"/>
                </a:lnTo>
                <a:lnTo>
                  <a:pt x="330585" y="134218"/>
                </a:lnTo>
                <a:lnTo>
                  <a:pt x="330654" y="134728"/>
                </a:lnTo>
                <a:lnTo>
                  <a:pt x="330727" y="135203"/>
                </a:lnTo>
                <a:lnTo>
                  <a:pt x="330802" y="135643"/>
                </a:lnTo>
                <a:lnTo>
                  <a:pt x="330900" y="136231"/>
                </a:lnTo>
                <a:lnTo>
                  <a:pt x="331004" y="136808"/>
                </a:lnTo>
                <a:lnTo>
                  <a:pt x="331114" y="137376"/>
                </a:lnTo>
                <a:lnTo>
                  <a:pt x="331231" y="137933"/>
                </a:lnTo>
                <a:lnTo>
                  <a:pt x="331354" y="138480"/>
                </a:lnTo>
                <a:lnTo>
                  <a:pt x="331483" y="139017"/>
                </a:lnTo>
                <a:lnTo>
                  <a:pt x="331618" y="139544"/>
                </a:lnTo>
                <a:lnTo>
                  <a:pt x="331759" y="140061"/>
                </a:lnTo>
                <a:lnTo>
                  <a:pt x="331907" y="140567"/>
                </a:lnTo>
                <a:lnTo>
                  <a:pt x="332061" y="141063"/>
                </a:lnTo>
                <a:lnTo>
                  <a:pt x="332222" y="141549"/>
                </a:lnTo>
                <a:lnTo>
                  <a:pt x="332388" y="142025"/>
                </a:lnTo>
                <a:lnTo>
                  <a:pt x="332561" y="142490"/>
                </a:lnTo>
                <a:lnTo>
                  <a:pt x="332740" y="142946"/>
                </a:lnTo>
                <a:lnTo>
                  <a:pt x="332926" y="143391"/>
                </a:lnTo>
                <a:lnTo>
                  <a:pt x="333118" y="143826"/>
                </a:lnTo>
                <a:lnTo>
                  <a:pt x="333316" y="144250"/>
                </a:lnTo>
                <a:lnTo>
                  <a:pt x="333520" y="144665"/>
                </a:lnTo>
                <a:lnTo>
                  <a:pt x="333730" y="145069"/>
                </a:lnTo>
                <a:lnTo>
                  <a:pt x="333947" y="145463"/>
                </a:lnTo>
                <a:lnTo>
                  <a:pt x="334170" y="145847"/>
                </a:lnTo>
                <a:lnTo>
                  <a:pt x="334399" y="146221"/>
                </a:lnTo>
                <a:lnTo>
                  <a:pt x="334635" y="146584"/>
                </a:lnTo>
                <a:lnTo>
                  <a:pt x="334877" y="146937"/>
                </a:lnTo>
                <a:lnTo>
                  <a:pt x="335128" y="147283"/>
                </a:lnTo>
                <a:lnTo>
                  <a:pt x="335390" y="147623"/>
                </a:lnTo>
                <a:lnTo>
                  <a:pt x="335664" y="147958"/>
                </a:lnTo>
                <a:lnTo>
                  <a:pt x="335950" y="148287"/>
                </a:lnTo>
                <a:lnTo>
                  <a:pt x="336247" y="148611"/>
                </a:lnTo>
                <a:lnTo>
                  <a:pt x="336556" y="148930"/>
                </a:lnTo>
                <a:lnTo>
                  <a:pt x="336877" y="149243"/>
                </a:lnTo>
                <a:lnTo>
                  <a:pt x="337209" y="149551"/>
                </a:lnTo>
                <a:lnTo>
                  <a:pt x="337553" y="149853"/>
                </a:lnTo>
                <a:lnTo>
                  <a:pt x="337909" y="150150"/>
                </a:lnTo>
                <a:lnTo>
                  <a:pt x="338276" y="150442"/>
                </a:lnTo>
                <a:lnTo>
                  <a:pt x="338655" y="150728"/>
                </a:lnTo>
                <a:lnTo>
                  <a:pt x="339045" y="151009"/>
                </a:lnTo>
                <a:lnTo>
                  <a:pt x="339447" y="151285"/>
                </a:lnTo>
                <a:lnTo>
                  <a:pt x="339861" y="151555"/>
                </a:lnTo>
                <a:lnTo>
                  <a:pt x="340287" y="151820"/>
                </a:lnTo>
                <a:lnTo>
                  <a:pt x="340724" y="152079"/>
                </a:lnTo>
                <a:lnTo>
                  <a:pt x="341172" y="152333"/>
                </a:lnTo>
                <a:lnTo>
                  <a:pt x="341633" y="152582"/>
                </a:lnTo>
                <a:lnTo>
                  <a:pt x="342105" y="152826"/>
                </a:lnTo>
                <a:lnTo>
                  <a:pt x="342588" y="153064"/>
                </a:lnTo>
                <a:lnTo>
                  <a:pt x="343083" y="153296"/>
                </a:lnTo>
                <a:lnTo>
                  <a:pt x="343590" y="153523"/>
                </a:lnTo>
                <a:lnTo>
                  <a:pt x="344109" y="153745"/>
                </a:lnTo>
                <a:lnTo>
                  <a:pt x="344636" y="153960"/>
                </a:lnTo>
                <a:lnTo>
                  <a:pt x="345168" y="154165"/>
                </a:lnTo>
                <a:lnTo>
                  <a:pt x="345706" y="154362"/>
                </a:lnTo>
                <a:lnTo>
                  <a:pt x="346249" y="154549"/>
                </a:lnTo>
                <a:lnTo>
                  <a:pt x="346798" y="154727"/>
                </a:lnTo>
                <a:lnTo>
                  <a:pt x="347352" y="154896"/>
                </a:lnTo>
                <a:lnTo>
                  <a:pt x="347911" y="155056"/>
                </a:lnTo>
                <a:lnTo>
                  <a:pt x="348476" y="155207"/>
                </a:lnTo>
                <a:lnTo>
                  <a:pt x="349046" y="155348"/>
                </a:lnTo>
                <a:lnTo>
                  <a:pt x="349621" y="155481"/>
                </a:lnTo>
                <a:lnTo>
                  <a:pt x="350202" y="155604"/>
                </a:lnTo>
                <a:lnTo>
                  <a:pt x="350788" y="155718"/>
                </a:lnTo>
                <a:lnTo>
                  <a:pt x="351379" y="155823"/>
                </a:lnTo>
                <a:lnTo>
                  <a:pt x="351976" y="155919"/>
                </a:lnTo>
                <a:lnTo>
                  <a:pt x="352578" y="156006"/>
                </a:lnTo>
                <a:lnTo>
                  <a:pt x="353186" y="156083"/>
                </a:lnTo>
                <a:lnTo>
                  <a:pt x="353799" y="156152"/>
                </a:lnTo>
                <a:lnTo>
                  <a:pt x="354417" y="156211"/>
                </a:lnTo>
                <a:lnTo>
                  <a:pt x="355041" y="156262"/>
                </a:lnTo>
                <a:lnTo>
                  <a:pt x="355670" y="156303"/>
                </a:lnTo>
                <a:lnTo>
                  <a:pt x="356305" y="156335"/>
                </a:lnTo>
                <a:lnTo>
                  <a:pt x="356945" y="156357"/>
                </a:lnTo>
                <a:lnTo>
                  <a:pt x="357590" y="156371"/>
                </a:lnTo>
                <a:lnTo>
                  <a:pt x="358240" y="156376"/>
                </a:lnTo>
                <a:lnTo>
                  <a:pt x="359302" y="156368"/>
                </a:lnTo>
                <a:lnTo>
                  <a:pt x="360354" y="156345"/>
                </a:lnTo>
                <a:lnTo>
                  <a:pt x="361396" y="156308"/>
                </a:lnTo>
                <a:lnTo>
                  <a:pt x="362429" y="156255"/>
                </a:lnTo>
                <a:lnTo>
                  <a:pt x="363453" y="156187"/>
                </a:lnTo>
                <a:lnTo>
                  <a:pt x="364468" y="156104"/>
                </a:lnTo>
                <a:lnTo>
                  <a:pt x="365473" y="156006"/>
                </a:lnTo>
                <a:lnTo>
                  <a:pt x="366470" y="155892"/>
                </a:lnTo>
                <a:lnTo>
                  <a:pt x="367456" y="155764"/>
                </a:lnTo>
                <a:lnTo>
                  <a:pt x="368434" y="155620"/>
                </a:lnTo>
                <a:lnTo>
                  <a:pt x="369402" y="155462"/>
                </a:lnTo>
                <a:lnTo>
                  <a:pt x="370361" y="155288"/>
                </a:lnTo>
                <a:lnTo>
                  <a:pt x="371310" y="155099"/>
                </a:lnTo>
                <a:lnTo>
                  <a:pt x="372250" y="154895"/>
                </a:lnTo>
                <a:lnTo>
                  <a:pt x="373181" y="154676"/>
                </a:lnTo>
                <a:lnTo>
                  <a:pt x="374103" y="154442"/>
                </a:lnTo>
                <a:lnTo>
                  <a:pt x="375015" y="154192"/>
                </a:lnTo>
                <a:lnTo>
                  <a:pt x="375918" y="153928"/>
                </a:lnTo>
                <a:lnTo>
                  <a:pt x="376811" y="153648"/>
                </a:lnTo>
                <a:lnTo>
                  <a:pt x="377696" y="153354"/>
                </a:lnTo>
                <a:lnTo>
                  <a:pt x="378571" y="153044"/>
                </a:lnTo>
                <a:lnTo>
                  <a:pt x="379436" y="152719"/>
                </a:lnTo>
                <a:lnTo>
                  <a:pt x="380293" y="152379"/>
                </a:lnTo>
                <a:lnTo>
                  <a:pt x="381140" y="152024"/>
                </a:lnTo>
                <a:lnTo>
                  <a:pt x="378664" y="129453"/>
                </a:lnTo>
                <a:lnTo>
                  <a:pt x="378034" y="129681"/>
                </a:lnTo>
                <a:lnTo>
                  <a:pt x="377417" y="129898"/>
                </a:lnTo>
                <a:lnTo>
                  <a:pt x="376812" y="130106"/>
                </a:lnTo>
                <a:lnTo>
                  <a:pt x="376220" y="130304"/>
                </a:lnTo>
                <a:lnTo>
                  <a:pt x="375640" y="130493"/>
                </a:lnTo>
                <a:lnTo>
                  <a:pt x="375073" y="130672"/>
                </a:lnTo>
                <a:lnTo>
                  <a:pt x="374519" y="130841"/>
                </a:lnTo>
                <a:lnTo>
                  <a:pt x="373977" y="131001"/>
                </a:lnTo>
                <a:lnTo>
                  <a:pt x="373447" y="131151"/>
                </a:lnTo>
                <a:lnTo>
                  <a:pt x="372930" y="131291"/>
                </a:lnTo>
                <a:lnTo>
                  <a:pt x="372426" y="131421"/>
                </a:lnTo>
                <a:lnTo>
                  <a:pt x="371934" y="131542"/>
                </a:lnTo>
                <a:lnTo>
                  <a:pt x="371454" y="131653"/>
                </a:lnTo>
                <a:lnTo>
                  <a:pt x="370987" y="131755"/>
                </a:lnTo>
                <a:lnTo>
                  <a:pt x="370533" y="131847"/>
                </a:lnTo>
                <a:lnTo>
                  <a:pt x="370091" y="131929"/>
                </a:lnTo>
                <a:lnTo>
                  <a:pt x="369662" y="132002"/>
                </a:lnTo>
                <a:lnTo>
                  <a:pt x="369245" y="132064"/>
                </a:lnTo>
                <a:lnTo>
                  <a:pt x="368841" y="132118"/>
                </a:lnTo>
                <a:lnTo>
                  <a:pt x="368449" y="132161"/>
                </a:lnTo>
                <a:lnTo>
                  <a:pt x="368070" y="132195"/>
                </a:lnTo>
                <a:lnTo>
                  <a:pt x="367704" y="132219"/>
                </a:lnTo>
                <a:lnTo>
                  <a:pt x="367350" y="132234"/>
                </a:lnTo>
                <a:lnTo>
                  <a:pt x="367008" y="132239"/>
                </a:lnTo>
                <a:lnTo>
                  <a:pt x="366769" y="132236"/>
                </a:lnTo>
                <a:lnTo>
                  <a:pt x="366533" y="132229"/>
                </a:lnTo>
                <a:lnTo>
                  <a:pt x="366300" y="132216"/>
                </a:lnTo>
                <a:lnTo>
                  <a:pt x="366070" y="132199"/>
                </a:lnTo>
                <a:lnTo>
                  <a:pt x="365843" y="132176"/>
                </a:lnTo>
                <a:lnTo>
                  <a:pt x="365619" y="132148"/>
                </a:lnTo>
                <a:lnTo>
                  <a:pt x="365398" y="132116"/>
                </a:lnTo>
                <a:lnTo>
                  <a:pt x="365180" y="132078"/>
                </a:lnTo>
                <a:lnTo>
                  <a:pt x="364965" y="132036"/>
                </a:lnTo>
                <a:lnTo>
                  <a:pt x="364754" y="131988"/>
                </a:lnTo>
                <a:lnTo>
                  <a:pt x="364545" y="131936"/>
                </a:lnTo>
                <a:lnTo>
                  <a:pt x="364339" y="131878"/>
                </a:lnTo>
                <a:lnTo>
                  <a:pt x="364137" y="131816"/>
                </a:lnTo>
                <a:lnTo>
                  <a:pt x="363937" y="131748"/>
                </a:lnTo>
                <a:lnTo>
                  <a:pt x="363740" y="131676"/>
                </a:lnTo>
                <a:lnTo>
                  <a:pt x="363547" y="131598"/>
                </a:lnTo>
                <a:lnTo>
                  <a:pt x="363356" y="131516"/>
                </a:lnTo>
                <a:lnTo>
                  <a:pt x="363169" y="131428"/>
                </a:lnTo>
                <a:lnTo>
                  <a:pt x="362985" y="131335"/>
                </a:lnTo>
                <a:lnTo>
                  <a:pt x="362803" y="131238"/>
                </a:lnTo>
                <a:lnTo>
                  <a:pt x="362625" y="131135"/>
                </a:lnTo>
                <a:lnTo>
                  <a:pt x="362450" y="131028"/>
                </a:lnTo>
                <a:lnTo>
                  <a:pt x="362278" y="130915"/>
                </a:lnTo>
                <a:lnTo>
                  <a:pt x="362109" y="130798"/>
                </a:lnTo>
                <a:lnTo>
                  <a:pt x="361943" y="130676"/>
                </a:lnTo>
                <a:lnTo>
                  <a:pt x="361783" y="130552"/>
                </a:lnTo>
                <a:lnTo>
                  <a:pt x="361628" y="130425"/>
                </a:lnTo>
                <a:lnTo>
                  <a:pt x="361478" y="130295"/>
                </a:lnTo>
                <a:lnTo>
                  <a:pt x="361333" y="130163"/>
                </a:lnTo>
                <a:lnTo>
                  <a:pt x="361193" y="130028"/>
                </a:lnTo>
                <a:lnTo>
                  <a:pt x="361058" y="129890"/>
                </a:lnTo>
                <a:lnTo>
                  <a:pt x="360928" y="129750"/>
                </a:lnTo>
                <a:lnTo>
                  <a:pt x="360803" y="129607"/>
                </a:lnTo>
                <a:lnTo>
                  <a:pt x="360683" y="129461"/>
                </a:lnTo>
                <a:lnTo>
                  <a:pt x="360568" y="129313"/>
                </a:lnTo>
                <a:lnTo>
                  <a:pt x="360458" y="129162"/>
                </a:lnTo>
                <a:lnTo>
                  <a:pt x="360353" y="129008"/>
                </a:lnTo>
                <a:lnTo>
                  <a:pt x="360253" y="128852"/>
                </a:lnTo>
                <a:lnTo>
                  <a:pt x="360158" y="128693"/>
                </a:lnTo>
                <a:lnTo>
                  <a:pt x="360068" y="128531"/>
                </a:lnTo>
                <a:lnTo>
                  <a:pt x="359984" y="128367"/>
                </a:lnTo>
                <a:lnTo>
                  <a:pt x="359904" y="128200"/>
                </a:lnTo>
                <a:lnTo>
                  <a:pt x="359829" y="128030"/>
                </a:lnTo>
                <a:lnTo>
                  <a:pt x="359759" y="127858"/>
                </a:lnTo>
                <a:lnTo>
                  <a:pt x="359694" y="127683"/>
                </a:lnTo>
                <a:lnTo>
                  <a:pt x="359634" y="127506"/>
                </a:lnTo>
                <a:lnTo>
                  <a:pt x="359580" y="127325"/>
                </a:lnTo>
                <a:lnTo>
                  <a:pt x="359530" y="127142"/>
                </a:lnTo>
                <a:lnTo>
                  <a:pt x="359483" y="126938"/>
                </a:lnTo>
                <a:lnTo>
                  <a:pt x="359439" y="126696"/>
                </a:lnTo>
                <a:lnTo>
                  <a:pt x="359397" y="126414"/>
                </a:lnTo>
                <a:lnTo>
                  <a:pt x="359356" y="126094"/>
                </a:lnTo>
                <a:lnTo>
                  <a:pt x="359318" y="125735"/>
                </a:lnTo>
                <a:lnTo>
                  <a:pt x="359282" y="125337"/>
                </a:lnTo>
                <a:lnTo>
                  <a:pt x="359247" y="124900"/>
                </a:lnTo>
                <a:lnTo>
                  <a:pt x="359215" y="124424"/>
                </a:lnTo>
                <a:lnTo>
                  <a:pt x="359184" y="123910"/>
                </a:lnTo>
                <a:lnTo>
                  <a:pt x="359156" y="123357"/>
                </a:lnTo>
                <a:lnTo>
                  <a:pt x="359129" y="122765"/>
                </a:lnTo>
                <a:lnTo>
                  <a:pt x="359104" y="122134"/>
                </a:lnTo>
                <a:lnTo>
                  <a:pt x="359082" y="121464"/>
                </a:lnTo>
                <a:lnTo>
                  <a:pt x="359061" y="120756"/>
                </a:lnTo>
                <a:lnTo>
                  <a:pt x="359042" y="120009"/>
                </a:lnTo>
                <a:lnTo>
                  <a:pt x="359025" y="119223"/>
                </a:lnTo>
                <a:lnTo>
                  <a:pt x="359011" y="118398"/>
                </a:lnTo>
                <a:lnTo>
                  <a:pt x="358998" y="117534"/>
                </a:lnTo>
                <a:lnTo>
                  <a:pt x="358987" y="116632"/>
                </a:lnTo>
                <a:lnTo>
                  <a:pt x="358978" y="115691"/>
                </a:lnTo>
                <a:lnTo>
                  <a:pt x="358971" y="114711"/>
                </a:lnTo>
                <a:lnTo>
                  <a:pt x="358966" y="113692"/>
                </a:lnTo>
                <a:lnTo>
                  <a:pt x="358963" y="112634"/>
                </a:lnTo>
                <a:lnTo>
                  <a:pt x="358962" y="111538"/>
                </a:lnTo>
                <a:lnTo>
                  <a:pt x="358962" y="67460"/>
                </a:lnTo>
                <a:lnTo>
                  <a:pt x="378767" y="67460"/>
                </a:lnTo>
                <a:lnTo>
                  <a:pt x="378767" y="44355"/>
                </a:lnTo>
                <a:lnTo>
                  <a:pt x="358962" y="44355"/>
                </a:lnTo>
                <a:lnTo>
                  <a:pt x="358962" y="5364"/>
                </a:lnTo>
                <a:lnTo>
                  <a:pt x="329874" y="22487"/>
                </a:lnTo>
                <a:lnTo>
                  <a:pt x="329874" y="44355"/>
                </a:lnTo>
                <a:close/>
                <a:moveTo>
                  <a:pt x="484397" y="99438"/>
                </a:moveTo>
                <a:lnTo>
                  <a:pt x="484409" y="98171"/>
                </a:lnTo>
                <a:lnTo>
                  <a:pt x="484429" y="96935"/>
                </a:lnTo>
                <a:lnTo>
                  <a:pt x="484458" y="95731"/>
                </a:lnTo>
                <a:lnTo>
                  <a:pt x="484494" y="94557"/>
                </a:lnTo>
                <a:lnTo>
                  <a:pt x="484538" y="93415"/>
                </a:lnTo>
                <a:lnTo>
                  <a:pt x="484591" y="92303"/>
                </a:lnTo>
                <a:lnTo>
                  <a:pt x="484651" y="91223"/>
                </a:lnTo>
                <a:lnTo>
                  <a:pt x="484720" y="90174"/>
                </a:lnTo>
                <a:lnTo>
                  <a:pt x="484796" y="89156"/>
                </a:lnTo>
                <a:lnTo>
                  <a:pt x="484881" y="88169"/>
                </a:lnTo>
                <a:lnTo>
                  <a:pt x="484973" y="87213"/>
                </a:lnTo>
                <a:lnTo>
                  <a:pt x="485074" y="86289"/>
                </a:lnTo>
                <a:lnTo>
                  <a:pt x="485183" y="85395"/>
                </a:lnTo>
                <a:lnTo>
                  <a:pt x="485300" y="84533"/>
                </a:lnTo>
                <a:lnTo>
                  <a:pt x="485425" y="83702"/>
                </a:lnTo>
                <a:lnTo>
                  <a:pt x="485558" y="82902"/>
                </a:lnTo>
                <a:lnTo>
                  <a:pt x="485699" y="82133"/>
                </a:lnTo>
                <a:lnTo>
                  <a:pt x="485848" y="81395"/>
                </a:lnTo>
                <a:lnTo>
                  <a:pt x="486005" y="80688"/>
                </a:lnTo>
                <a:lnTo>
                  <a:pt x="486170" y="80012"/>
                </a:lnTo>
                <a:lnTo>
                  <a:pt x="486343" y="79368"/>
                </a:lnTo>
                <a:lnTo>
                  <a:pt x="486525" y="78754"/>
                </a:lnTo>
                <a:lnTo>
                  <a:pt x="486714" y="78172"/>
                </a:lnTo>
                <a:lnTo>
                  <a:pt x="486913" y="77610"/>
                </a:lnTo>
                <a:lnTo>
                  <a:pt x="487122" y="77060"/>
                </a:lnTo>
                <a:lnTo>
                  <a:pt x="487342" y="76521"/>
                </a:lnTo>
                <a:lnTo>
                  <a:pt x="487572" y="75993"/>
                </a:lnTo>
                <a:lnTo>
                  <a:pt x="487813" y="75477"/>
                </a:lnTo>
                <a:lnTo>
                  <a:pt x="488065" y="74971"/>
                </a:lnTo>
                <a:lnTo>
                  <a:pt x="488327" y="74476"/>
                </a:lnTo>
                <a:lnTo>
                  <a:pt x="488599" y="73993"/>
                </a:lnTo>
                <a:lnTo>
                  <a:pt x="488883" y="73520"/>
                </a:lnTo>
                <a:lnTo>
                  <a:pt x="489176" y="73059"/>
                </a:lnTo>
                <a:lnTo>
                  <a:pt x="489481" y="72609"/>
                </a:lnTo>
                <a:lnTo>
                  <a:pt x="489796" y="72170"/>
                </a:lnTo>
                <a:lnTo>
                  <a:pt x="490121" y="71742"/>
                </a:lnTo>
                <a:lnTo>
                  <a:pt x="490457" y="71325"/>
                </a:lnTo>
                <a:lnTo>
                  <a:pt x="490804" y="70919"/>
                </a:lnTo>
                <a:lnTo>
                  <a:pt x="491161" y="70524"/>
                </a:lnTo>
                <a:lnTo>
                  <a:pt x="491529" y="70141"/>
                </a:lnTo>
                <a:lnTo>
                  <a:pt x="491907" y="69768"/>
                </a:lnTo>
                <a:lnTo>
                  <a:pt x="492296" y="69407"/>
                </a:lnTo>
                <a:lnTo>
                  <a:pt x="492695" y="69057"/>
                </a:lnTo>
                <a:lnTo>
                  <a:pt x="493105" y="68717"/>
                </a:lnTo>
                <a:lnTo>
                  <a:pt x="493526" y="68389"/>
                </a:lnTo>
                <a:lnTo>
                  <a:pt x="493957" y="68072"/>
                </a:lnTo>
                <a:lnTo>
                  <a:pt x="494399" y="67766"/>
                </a:lnTo>
                <a:lnTo>
                  <a:pt x="494848" y="67472"/>
                </a:lnTo>
                <a:lnTo>
                  <a:pt x="495302" y="67190"/>
                </a:lnTo>
                <a:lnTo>
                  <a:pt x="495761" y="66921"/>
                </a:lnTo>
                <a:lnTo>
                  <a:pt x="496224" y="66664"/>
                </a:lnTo>
                <a:lnTo>
                  <a:pt x="496692" y="66420"/>
                </a:lnTo>
                <a:lnTo>
                  <a:pt x="497164" y="66188"/>
                </a:lnTo>
                <a:lnTo>
                  <a:pt x="497642" y="65969"/>
                </a:lnTo>
                <a:lnTo>
                  <a:pt x="498124" y="65763"/>
                </a:lnTo>
                <a:lnTo>
                  <a:pt x="498610" y="65568"/>
                </a:lnTo>
                <a:lnTo>
                  <a:pt x="499101" y="65387"/>
                </a:lnTo>
                <a:lnTo>
                  <a:pt x="499597" y="65218"/>
                </a:lnTo>
                <a:lnTo>
                  <a:pt x="500098" y="65061"/>
                </a:lnTo>
                <a:lnTo>
                  <a:pt x="500603" y="64917"/>
                </a:lnTo>
                <a:lnTo>
                  <a:pt x="501113" y="64786"/>
                </a:lnTo>
                <a:lnTo>
                  <a:pt x="501627" y="64667"/>
                </a:lnTo>
                <a:lnTo>
                  <a:pt x="502146" y="64560"/>
                </a:lnTo>
                <a:lnTo>
                  <a:pt x="502670" y="64466"/>
                </a:lnTo>
                <a:lnTo>
                  <a:pt x="503199" y="64385"/>
                </a:lnTo>
                <a:lnTo>
                  <a:pt x="503732" y="64316"/>
                </a:lnTo>
                <a:lnTo>
                  <a:pt x="504270" y="64260"/>
                </a:lnTo>
                <a:lnTo>
                  <a:pt x="504812" y="64216"/>
                </a:lnTo>
                <a:lnTo>
                  <a:pt x="505359" y="64184"/>
                </a:lnTo>
                <a:lnTo>
                  <a:pt x="505911" y="64166"/>
                </a:lnTo>
                <a:lnTo>
                  <a:pt x="506467" y="64159"/>
                </a:lnTo>
                <a:lnTo>
                  <a:pt x="506927" y="64163"/>
                </a:lnTo>
                <a:lnTo>
                  <a:pt x="507380" y="64175"/>
                </a:lnTo>
                <a:lnTo>
                  <a:pt x="507824" y="64195"/>
                </a:lnTo>
                <a:lnTo>
                  <a:pt x="508260" y="64222"/>
                </a:lnTo>
                <a:lnTo>
                  <a:pt x="508687" y="64258"/>
                </a:lnTo>
                <a:lnTo>
                  <a:pt x="509107" y="64301"/>
                </a:lnTo>
                <a:lnTo>
                  <a:pt x="509519" y="64352"/>
                </a:lnTo>
                <a:lnTo>
                  <a:pt x="509923" y="64411"/>
                </a:lnTo>
                <a:lnTo>
                  <a:pt x="510319" y="64478"/>
                </a:lnTo>
                <a:lnTo>
                  <a:pt x="510706" y="64553"/>
                </a:lnTo>
                <a:lnTo>
                  <a:pt x="511086" y="64635"/>
                </a:lnTo>
                <a:lnTo>
                  <a:pt x="511457" y="64726"/>
                </a:lnTo>
                <a:lnTo>
                  <a:pt x="511821" y="64824"/>
                </a:lnTo>
                <a:lnTo>
                  <a:pt x="512176" y="64931"/>
                </a:lnTo>
                <a:lnTo>
                  <a:pt x="512523" y="65045"/>
                </a:lnTo>
                <a:lnTo>
                  <a:pt x="512863" y="65167"/>
                </a:lnTo>
                <a:lnTo>
                  <a:pt x="513194" y="65296"/>
                </a:lnTo>
                <a:lnTo>
                  <a:pt x="513517" y="65434"/>
                </a:lnTo>
                <a:lnTo>
                  <a:pt x="513832" y="65580"/>
                </a:lnTo>
                <a:lnTo>
                  <a:pt x="514139" y="65733"/>
                </a:lnTo>
                <a:lnTo>
                  <a:pt x="514438" y="65894"/>
                </a:lnTo>
                <a:lnTo>
                  <a:pt x="514729" y="66064"/>
                </a:lnTo>
                <a:lnTo>
                  <a:pt x="515012" y="66241"/>
                </a:lnTo>
                <a:lnTo>
                  <a:pt x="515287" y="66425"/>
                </a:lnTo>
                <a:lnTo>
                  <a:pt x="515554" y="66618"/>
                </a:lnTo>
                <a:lnTo>
                  <a:pt x="515816" y="66820"/>
                </a:lnTo>
                <a:lnTo>
                  <a:pt x="516072" y="67029"/>
                </a:lnTo>
                <a:lnTo>
                  <a:pt x="516322" y="67247"/>
                </a:lnTo>
                <a:lnTo>
                  <a:pt x="516567" y="67473"/>
                </a:lnTo>
                <a:lnTo>
                  <a:pt x="516805" y="67707"/>
                </a:lnTo>
                <a:lnTo>
                  <a:pt x="517037" y="67949"/>
                </a:lnTo>
                <a:lnTo>
                  <a:pt x="517264" y="68200"/>
                </a:lnTo>
                <a:lnTo>
                  <a:pt x="517484" y="68459"/>
                </a:lnTo>
                <a:lnTo>
                  <a:pt x="517699" y="68726"/>
                </a:lnTo>
                <a:lnTo>
                  <a:pt x="517908" y="69001"/>
                </a:lnTo>
                <a:lnTo>
                  <a:pt x="518110" y="69285"/>
                </a:lnTo>
                <a:lnTo>
                  <a:pt x="518307" y="69577"/>
                </a:lnTo>
                <a:lnTo>
                  <a:pt x="518498" y="69877"/>
                </a:lnTo>
                <a:lnTo>
                  <a:pt x="518683" y="70185"/>
                </a:lnTo>
                <a:lnTo>
                  <a:pt x="518863" y="70501"/>
                </a:lnTo>
                <a:lnTo>
                  <a:pt x="519036" y="70826"/>
                </a:lnTo>
                <a:lnTo>
                  <a:pt x="519203" y="71159"/>
                </a:lnTo>
                <a:lnTo>
                  <a:pt x="519365" y="71500"/>
                </a:lnTo>
                <a:lnTo>
                  <a:pt x="519520" y="71850"/>
                </a:lnTo>
                <a:lnTo>
                  <a:pt x="519670" y="72208"/>
                </a:lnTo>
                <a:lnTo>
                  <a:pt x="519813" y="72573"/>
                </a:lnTo>
                <a:lnTo>
                  <a:pt x="519951" y="72948"/>
                </a:lnTo>
                <a:lnTo>
                  <a:pt x="520083" y="73330"/>
                </a:lnTo>
                <a:lnTo>
                  <a:pt x="520209" y="73736"/>
                </a:lnTo>
                <a:lnTo>
                  <a:pt x="520330" y="74181"/>
                </a:lnTo>
                <a:lnTo>
                  <a:pt x="520446" y="74666"/>
                </a:lnTo>
                <a:lnTo>
                  <a:pt x="520556" y="75190"/>
                </a:lnTo>
                <a:lnTo>
                  <a:pt x="520661" y="75753"/>
                </a:lnTo>
                <a:lnTo>
                  <a:pt x="520760" y="76356"/>
                </a:lnTo>
                <a:lnTo>
                  <a:pt x="520854" y="76998"/>
                </a:lnTo>
                <a:lnTo>
                  <a:pt x="520943" y="77680"/>
                </a:lnTo>
                <a:lnTo>
                  <a:pt x="521026" y="78400"/>
                </a:lnTo>
                <a:lnTo>
                  <a:pt x="521104" y="79161"/>
                </a:lnTo>
                <a:lnTo>
                  <a:pt x="521176" y="79960"/>
                </a:lnTo>
                <a:lnTo>
                  <a:pt x="521244" y="80799"/>
                </a:lnTo>
                <a:lnTo>
                  <a:pt x="521305" y="81677"/>
                </a:lnTo>
                <a:lnTo>
                  <a:pt x="521362" y="82595"/>
                </a:lnTo>
                <a:lnTo>
                  <a:pt x="521413" y="83551"/>
                </a:lnTo>
                <a:lnTo>
                  <a:pt x="521458" y="84548"/>
                </a:lnTo>
                <a:lnTo>
                  <a:pt x="521499" y="85583"/>
                </a:lnTo>
                <a:lnTo>
                  <a:pt x="521534" y="86658"/>
                </a:lnTo>
                <a:lnTo>
                  <a:pt x="521563" y="87773"/>
                </a:lnTo>
                <a:lnTo>
                  <a:pt x="521587" y="88926"/>
                </a:lnTo>
                <a:lnTo>
                  <a:pt x="521606" y="90119"/>
                </a:lnTo>
                <a:lnTo>
                  <a:pt x="521620" y="91352"/>
                </a:lnTo>
                <a:lnTo>
                  <a:pt x="521628" y="92623"/>
                </a:lnTo>
                <a:lnTo>
                  <a:pt x="521630" y="93934"/>
                </a:lnTo>
                <a:lnTo>
                  <a:pt x="521630" y="153900"/>
                </a:lnTo>
                <a:lnTo>
                  <a:pt x="550616" y="153900"/>
                </a:lnTo>
                <a:lnTo>
                  <a:pt x="550616" y="101355"/>
                </a:lnTo>
                <a:lnTo>
                  <a:pt x="550620" y="100081"/>
                </a:lnTo>
                <a:lnTo>
                  <a:pt x="550632" y="98836"/>
                </a:lnTo>
                <a:lnTo>
                  <a:pt x="550653" y="97620"/>
                </a:lnTo>
                <a:lnTo>
                  <a:pt x="550682" y="96433"/>
                </a:lnTo>
                <a:lnTo>
                  <a:pt x="550719" y="95275"/>
                </a:lnTo>
                <a:lnTo>
                  <a:pt x="550764" y="94145"/>
                </a:lnTo>
                <a:lnTo>
                  <a:pt x="550817" y="93044"/>
                </a:lnTo>
                <a:lnTo>
                  <a:pt x="550879" y="91972"/>
                </a:lnTo>
                <a:lnTo>
                  <a:pt x="550949" y="90929"/>
                </a:lnTo>
                <a:lnTo>
                  <a:pt x="551028" y="89915"/>
                </a:lnTo>
                <a:lnTo>
                  <a:pt x="551114" y="88929"/>
                </a:lnTo>
                <a:lnTo>
                  <a:pt x="551209" y="87973"/>
                </a:lnTo>
                <a:lnTo>
                  <a:pt x="551312" y="87045"/>
                </a:lnTo>
                <a:lnTo>
                  <a:pt x="551423" y="86146"/>
                </a:lnTo>
                <a:lnTo>
                  <a:pt x="551542" y="85275"/>
                </a:lnTo>
                <a:lnTo>
                  <a:pt x="551670" y="84434"/>
                </a:lnTo>
                <a:lnTo>
                  <a:pt x="551806" y="83621"/>
                </a:lnTo>
                <a:lnTo>
                  <a:pt x="551950" y="82837"/>
                </a:lnTo>
                <a:lnTo>
                  <a:pt x="552103" y="82082"/>
                </a:lnTo>
                <a:lnTo>
                  <a:pt x="552263" y="81356"/>
                </a:lnTo>
                <a:lnTo>
                  <a:pt x="552432" y="80659"/>
                </a:lnTo>
                <a:lnTo>
                  <a:pt x="552609" y="79990"/>
                </a:lnTo>
                <a:lnTo>
                  <a:pt x="552794" y="79350"/>
                </a:lnTo>
                <a:lnTo>
                  <a:pt x="552988" y="78739"/>
                </a:lnTo>
                <a:lnTo>
                  <a:pt x="553191" y="78148"/>
                </a:lnTo>
                <a:lnTo>
                  <a:pt x="553404" y="77569"/>
                </a:lnTo>
                <a:lnTo>
                  <a:pt x="553628" y="77002"/>
                </a:lnTo>
                <a:lnTo>
                  <a:pt x="553862" y="76448"/>
                </a:lnTo>
                <a:lnTo>
                  <a:pt x="554106" y="75905"/>
                </a:lnTo>
                <a:lnTo>
                  <a:pt x="554361" y="75374"/>
                </a:lnTo>
                <a:lnTo>
                  <a:pt x="554626" y="74855"/>
                </a:lnTo>
                <a:lnTo>
                  <a:pt x="554902" y="74348"/>
                </a:lnTo>
                <a:lnTo>
                  <a:pt x="555188" y="73853"/>
                </a:lnTo>
                <a:lnTo>
                  <a:pt x="555484" y="73370"/>
                </a:lnTo>
                <a:lnTo>
                  <a:pt x="555791" y="72899"/>
                </a:lnTo>
                <a:lnTo>
                  <a:pt x="556108" y="72440"/>
                </a:lnTo>
                <a:lnTo>
                  <a:pt x="556436" y="71994"/>
                </a:lnTo>
                <a:lnTo>
                  <a:pt x="556774" y="71559"/>
                </a:lnTo>
                <a:lnTo>
                  <a:pt x="557122" y="71136"/>
                </a:lnTo>
                <a:lnTo>
                  <a:pt x="557481" y="70725"/>
                </a:lnTo>
                <a:lnTo>
                  <a:pt x="557850" y="70326"/>
                </a:lnTo>
                <a:lnTo>
                  <a:pt x="558229" y="69939"/>
                </a:lnTo>
                <a:lnTo>
                  <a:pt x="558619" y="69564"/>
                </a:lnTo>
                <a:lnTo>
                  <a:pt x="559019" y="69201"/>
                </a:lnTo>
                <a:lnTo>
                  <a:pt x="559430" y="68850"/>
                </a:lnTo>
                <a:lnTo>
                  <a:pt x="559851" y="68511"/>
                </a:lnTo>
                <a:lnTo>
                  <a:pt x="560283" y="68185"/>
                </a:lnTo>
                <a:lnTo>
                  <a:pt x="560724" y="67870"/>
                </a:lnTo>
                <a:lnTo>
                  <a:pt x="561173" y="67567"/>
                </a:lnTo>
                <a:lnTo>
                  <a:pt x="561623" y="67277"/>
                </a:lnTo>
                <a:lnTo>
                  <a:pt x="562077" y="67000"/>
                </a:lnTo>
                <a:lnTo>
                  <a:pt x="562532" y="66736"/>
                </a:lnTo>
                <a:lnTo>
                  <a:pt x="562991" y="66485"/>
                </a:lnTo>
                <a:lnTo>
                  <a:pt x="563451" y="66246"/>
                </a:lnTo>
                <a:lnTo>
                  <a:pt x="563915" y="66021"/>
                </a:lnTo>
                <a:lnTo>
                  <a:pt x="564380" y="65808"/>
                </a:lnTo>
                <a:lnTo>
                  <a:pt x="564849" y="65609"/>
                </a:lnTo>
                <a:lnTo>
                  <a:pt x="565320" y="65422"/>
                </a:lnTo>
                <a:lnTo>
                  <a:pt x="565793" y="65248"/>
                </a:lnTo>
                <a:lnTo>
                  <a:pt x="566269" y="65087"/>
                </a:lnTo>
                <a:lnTo>
                  <a:pt x="566747" y="64939"/>
                </a:lnTo>
                <a:lnTo>
                  <a:pt x="567228" y="64804"/>
                </a:lnTo>
                <a:lnTo>
                  <a:pt x="567711" y="64681"/>
                </a:lnTo>
                <a:lnTo>
                  <a:pt x="568197" y="64572"/>
                </a:lnTo>
                <a:lnTo>
                  <a:pt x="568685" y="64475"/>
                </a:lnTo>
                <a:lnTo>
                  <a:pt x="569176" y="64391"/>
                </a:lnTo>
                <a:lnTo>
                  <a:pt x="569670" y="64320"/>
                </a:lnTo>
                <a:lnTo>
                  <a:pt x="570165" y="64262"/>
                </a:lnTo>
                <a:lnTo>
                  <a:pt x="570664" y="64217"/>
                </a:lnTo>
                <a:lnTo>
                  <a:pt x="571165" y="64185"/>
                </a:lnTo>
                <a:lnTo>
                  <a:pt x="571668" y="64166"/>
                </a:lnTo>
                <a:lnTo>
                  <a:pt x="572174" y="64159"/>
                </a:lnTo>
                <a:lnTo>
                  <a:pt x="572863" y="64170"/>
                </a:lnTo>
                <a:lnTo>
                  <a:pt x="573536" y="64202"/>
                </a:lnTo>
                <a:lnTo>
                  <a:pt x="574195" y="64256"/>
                </a:lnTo>
                <a:lnTo>
                  <a:pt x="574839" y="64331"/>
                </a:lnTo>
                <a:lnTo>
                  <a:pt x="575467" y="64428"/>
                </a:lnTo>
                <a:lnTo>
                  <a:pt x="576081" y="64546"/>
                </a:lnTo>
                <a:lnTo>
                  <a:pt x="576679" y="64685"/>
                </a:lnTo>
                <a:lnTo>
                  <a:pt x="577263" y="64846"/>
                </a:lnTo>
                <a:lnTo>
                  <a:pt x="577831" y="65029"/>
                </a:lnTo>
                <a:lnTo>
                  <a:pt x="578385" y="65233"/>
                </a:lnTo>
                <a:lnTo>
                  <a:pt x="578923" y="65458"/>
                </a:lnTo>
                <a:lnTo>
                  <a:pt x="579446" y="65705"/>
                </a:lnTo>
                <a:lnTo>
                  <a:pt x="579954" y="65973"/>
                </a:lnTo>
                <a:lnTo>
                  <a:pt x="580448" y="66263"/>
                </a:lnTo>
                <a:lnTo>
                  <a:pt x="580926" y="66574"/>
                </a:lnTo>
                <a:lnTo>
                  <a:pt x="581389" y="66907"/>
                </a:lnTo>
                <a:lnTo>
                  <a:pt x="581837" y="67261"/>
                </a:lnTo>
                <a:lnTo>
                  <a:pt x="582270" y="67637"/>
                </a:lnTo>
                <a:lnTo>
                  <a:pt x="582688" y="68034"/>
                </a:lnTo>
                <a:lnTo>
                  <a:pt x="583091" y="68453"/>
                </a:lnTo>
                <a:lnTo>
                  <a:pt x="583479" y="68893"/>
                </a:lnTo>
                <a:lnTo>
                  <a:pt x="583851" y="69354"/>
                </a:lnTo>
                <a:lnTo>
                  <a:pt x="584209" y="69838"/>
                </a:lnTo>
                <a:lnTo>
                  <a:pt x="584552" y="70342"/>
                </a:lnTo>
                <a:lnTo>
                  <a:pt x="584796" y="70757"/>
                </a:lnTo>
                <a:lnTo>
                  <a:pt x="585030" y="71212"/>
                </a:lnTo>
                <a:lnTo>
                  <a:pt x="585253" y="71707"/>
                </a:lnTo>
                <a:lnTo>
                  <a:pt x="585466" y="72242"/>
                </a:lnTo>
                <a:lnTo>
                  <a:pt x="585669" y="72817"/>
                </a:lnTo>
                <a:lnTo>
                  <a:pt x="585861" y="73432"/>
                </a:lnTo>
                <a:lnTo>
                  <a:pt x="586043" y="74088"/>
                </a:lnTo>
                <a:lnTo>
                  <a:pt x="586214" y="74783"/>
                </a:lnTo>
                <a:lnTo>
                  <a:pt x="586375" y="75519"/>
                </a:lnTo>
                <a:lnTo>
                  <a:pt x="586525" y="76294"/>
                </a:lnTo>
                <a:lnTo>
                  <a:pt x="586666" y="77110"/>
                </a:lnTo>
                <a:lnTo>
                  <a:pt x="586796" y="77965"/>
                </a:lnTo>
                <a:lnTo>
                  <a:pt x="586915" y="78861"/>
                </a:lnTo>
                <a:lnTo>
                  <a:pt x="587024" y="79797"/>
                </a:lnTo>
                <a:lnTo>
                  <a:pt x="587123" y="80773"/>
                </a:lnTo>
                <a:lnTo>
                  <a:pt x="587211" y="81789"/>
                </a:lnTo>
                <a:lnTo>
                  <a:pt x="587289" y="82845"/>
                </a:lnTo>
                <a:lnTo>
                  <a:pt x="587356" y="83941"/>
                </a:lnTo>
                <a:lnTo>
                  <a:pt x="587414" y="85077"/>
                </a:lnTo>
                <a:lnTo>
                  <a:pt x="587460" y="86253"/>
                </a:lnTo>
                <a:lnTo>
                  <a:pt x="587497" y="87470"/>
                </a:lnTo>
                <a:lnTo>
                  <a:pt x="587523" y="88726"/>
                </a:lnTo>
                <a:lnTo>
                  <a:pt x="587538" y="90022"/>
                </a:lnTo>
                <a:lnTo>
                  <a:pt x="587543" y="91359"/>
                </a:lnTo>
                <a:lnTo>
                  <a:pt x="587543" y="153900"/>
                </a:lnTo>
                <a:lnTo>
                  <a:pt x="616529" y="153900"/>
                </a:lnTo>
                <a:lnTo>
                  <a:pt x="616529" y="83861"/>
                </a:lnTo>
                <a:lnTo>
                  <a:pt x="616523" y="82570"/>
                </a:lnTo>
                <a:lnTo>
                  <a:pt x="616508" y="81308"/>
                </a:lnTo>
                <a:lnTo>
                  <a:pt x="616482" y="80077"/>
                </a:lnTo>
                <a:lnTo>
                  <a:pt x="616446" y="78876"/>
                </a:lnTo>
                <a:lnTo>
                  <a:pt x="616399" y="77704"/>
                </a:lnTo>
                <a:lnTo>
                  <a:pt x="616342" y="76563"/>
                </a:lnTo>
                <a:lnTo>
                  <a:pt x="616274" y="75452"/>
                </a:lnTo>
                <a:lnTo>
                  <a:pt x="616196" y="74371"/>
                </a:lnTo>
                <a:lnTo>
                  <a:pt x="616108" y="73320"/>
                </a:lnTo>
                <a:lnTo>
                  <a:pt x="616009" y="72300"/>
                </a:lnTo>
                <a:lnTo>
                  <a:pt x="615900" y="71309"/>
                </a:lnTo>
                <a:lnTo>
                  <a:pt x="615781" y="70348"/>
                </a:lnTo>
                <a:lnTo>
                  <a:pt x="615651" y="69418"/>
                </a:lnTo>
                <a:lnTo>
                  <a:pt x="615511" y="68518"/>
                </a:lnTo>
                <a:lnTo>
                  <a:pt x="615360" y="67647"/>
                </a:lnTo>
                <a:lnTo>
                  <a:pt x="615199" y="66807"/>
                </a:lnTo>
                <a:lnTo>
                  <a:pt x="615028" y="65997"/>
                </a:lnTo>
                <a:lnTo>
                  <a:pt x="614846" y="65217"/>
                </a:lnTo>
                <a:lnTo>
                  <a:pt x="614654" y="64467"/>
                </a:lnTo>
                <a:lnTo>
                  <a:pt x="614451" y="63747"/>
                </a:lnTo>
                <a:lnTo>
                  <a:pt x="614238" y="63057"/>
                </a:lnTo>
                <a:lnTo>
                  <a:pt x="614015" y="62397"/>
                </a:lnTo>
                <a:lnTo>
                  <a:pt x="613781" y="61768"/>
                </a:lnTo>
                <a:lnTo>
                  <a:pt x="613537" y="61168"/>
                </a:lnTo>
                <a:lnTo>
                  <a:pt x="613186" y="60385"/>
                </a:lnTo>
                <a:lnTo>
                  <a:pt x="612820" y="59618"/>
                </a:lnTo>
                <a:lnTo>
                  <a:pt x="612440" y="58867"/>
                </a:lnTo>
                <a:lnTo>
                  <a:pt x="612044" y="58132"/>
                </a:lnTo>
                <a:lnTo>
                  <a:pt x="611635" y="57413"/>
                </a:lnTo>
                <a:lnTo>
                  <a:pt x="611210" y="56710"/>
                </a:lnTo>
                <a:lnTo>
                  <a:pt x="610771" y="56023"/>
                </a:lnTo>
                <a:lnTo>
                  <a:pt x="610317" y="55352"/>
                </a:lnTo>
                <a:lnTo>
                  <a:pt x="609848" y="54696"/>
                </a:lnTo>
                <a:lnTo>
                  <a:pt x="609365" y="54057"/>
                </a:lnTo>
                <a:lnTo>
                  <a:pt x="608867" y="53433"/>
                </a:lnTo>
                <a:lnTo>
                  <a:pt x="608354" y="52826"/>
                </a:lnTo>
                <a:lnTo>
                  <a:pt x="607827" y="52234"/>
                </a:lnTo>
                <a:lnTo>
                  <a:pt x="607284" y="51659"/>
                </a:lnTo>
                <a:lnTo>
                  <a:pt x="606728" y="51099"/>
                </a:lnTo>
                <a:lnTo>
                  <a:pt x="606156" y="50555"/>
                </a:lnTo>
                <a:lnTo>
                  <a:pt x="605570" y="50027"/>
                </a:lnTo>
                <a:lnTo>
                  <a:pt x="604969" y="49515"/>
                </a:lnTo>
                <a:lnTo>
                  <a:pt x="604354" y="49019"/>
                </a:lnTo>
                <a:lnTo>
                  <a:pt x="603724" y="48539"/>
                </a:lnTo>
                <a:lnTo>
                  <a:pt x="603079" y="48075"/>
                </a:lnTo>
                <a:lnTo>
                  <a:pt x="602419" y="47627"/>
                </a:lnTo>
                <a:lnTo>
                  <a:pt x="601745" y="47195"/>
                </a:lnTo>
                <a:lnTo>
                  <a:pt x="601056" y="46779"/>
                </a:lnTo>
                <a:lnTo>
                  <a:pt x="600353" y="46379"/>
                </a:lnTo>
                <a:lnTo>
                  <a:pt x="599638" y="45996"/>
                </a:lnTo>
                <a:lnTo>
                  <a:pt x="598909" y="45630"/>
                </a:lnTo>
                <a:lnTo>
                  <a:pt x="598168" y="45281"/>
                </a:lnTo>
                <a:lnTo>
                  <a:pt x="597414" y="44950"/>
                </a:lnTo>
                <a:lnTo>
                  <a:pt x="596646" y="44635"/>
                </a:lnTo>
                <a:lnTo>
                  <a:pt x="595866" y="44337"/>
                </a:lnTo>
                <a:lnTo>
                  <a:pt x="595073" y="44057"/>
                </a:lnTo>
                <a:lnTo>
                  <a:pt x="594267" y="43793"/>
                </a:lnTo>
                <a:lnTo>
                  <a:pt x="593449" y="43546"/>
                </a:lnTo>
                <a:lnTo>
                  <a:pt x="592617" y="43317"/>
                </a:lnTo>
                <a:lnTo>
                  <a:pt x="591773" y="43104"/>
                </a:lnTo>
                <a:lnTo>
                  <a:pt x="590915" y="42908"/>
                </a:lnTo>
                <a:lnTo>
                  <a:pt x="590045" y="42730"/>
                </a:lnTo>
                <a:lnTo>
                  <a:pt x="589162" y="42568"/>
                </a:lnTo>
                <a:lnTo>
                  <a:pt x="588265" y="42423"/>
                </a:lnTo>
                <a:lnTo>
                  <a:pt x="587356" y="42296"/>
                </a:lnTo>
                <a:lnTo>
                  <a:pt x="586435" y="42185"/>
                </a:lnTo>
                <a:lnTo>
                  <a:pt x="585500" y="42092"/>
                </a:lnTo>
                <a:lnTo>
                  <a:pt x="584552" y="42015"/>
                </a:lnTo>
                <a:lnTo>
                  <a:pt x="583591" y="41956"/>
                </a:lnTo>
                <a:lnTo>
                  <a:pt x="582618" y="41913"/>
                </a:lnTo>
                <a:lnTo>
                  <a:pt x="581632" y="41887"/>
                </a:lnTo>
                <a:lnTo>
                  <a:pt x="580632" y="41879"/>
                </a:lnTo>
                <a:lnTo>
                  <a:pt x="579843" y="41887"/>
                </a:lnTo>
                <a:lnTo>
                  <a:pt x="579059" y="41909"/>
                </a:lnTo>
                <a:lnTo>
                  <a:pt x="578278" y="41947"/>
                </a:lnTo>
                <a:lnTo>
                  <a:pt x="577501" y="42000"/>
                </a:lnTo>
                <a:lnTo>
                  <a:pt x="576727" y="42068"/>
                </a:lnTo>
                <a:lnTo>
                  <a:pt x="575958" y="42151"/>
                </a:lnTo>
                <a:lnTo>
                  <a:pt x="575193" y="42249"/>
                </a:lnTo>
                <a:lnTo>
                  <a:pt x="574432" y="42362"/>
                </a:lnTo>
                <a:lnTo>
                  <a:pt x="573675" y="42491"/>
                </a:lnTo>
                <a:lnTo>
                  <a:pt x="572921" y="42634"/>
                </a:lnTo>
                <a:lnTo>
                  <a:pt x="572172" y="42793"/>
                </a:lnTo>
                <a:lnTo>
                  <a:pt x="571426" y="42967"/>
                </a:lnTo>
                <a:lnTo>
                  <a:pt x="570685" y="43156"/>
                </a:lnTo>
                <a:lnTo>
                  <a:pt x="569947" y="43360"/>
                </a:lnTo>
                <a:lnTo>
                  <a:pt x="569213" y="43579"/>
                </a:lnTo>
                <a:lnTo>
                  <a:pt x="568484" y="43813"/>
                </a:lnTo>
                <a:lnTo>
                  <a:pt x="567758" y="44062"/>
                </a:lnTo>
                <a:lnTo>
                  <a:pt x="567036" y="44327"/>
                </a:lnTo>
                <a:lnTo>
                  <a:pt x="566318" y="44606"/>
                </a:lnTo>
                <a:lnTo>
                  <a:pt x="565604" y="44901"/>
                </a:lnTo>
                <a:lnTo>
                  <a:pt x="564894" y="45211"/>
                </a:lnTo>
                <a:lnTo>
                  <a:pt x="564188" y="45536"/>
                </a:lnTo>
                <a:lnTo>
                  <a:pt x="563486" y="45876"/>
                </a:lnTo>
                <a:lnTo>
                  <a:pt x="562787" y="46231"/>
                </a:lnTo>
                <a:lnTo>
                  <a:pt x="562093" y="46601"/>
                </a:lnTo>
                <a:lnTo>
                  <a:pt x="561403" y="46987"/>
                </a:lnTo>
                <a:lnTo>
                  <a:pt x="560716" y="47388"/>
                </a:lnTo>
                <a:lnTo>
                  <a:pt x="560034" y="47805"/>
                </a:lnTo>
                <a:lnTo>
                  <a:pt x="559355" y="48237"/>
                </a:lnTo>
                <a:lnTo>
                  <a:pt x="558681" y="48685"/>
                </a:lnTo>
                <a:lnTo>
                  <a:pt x="558010" y="49148"/>
                </a:lnTo>
                <a:lnTo>
                  <a:pt x="557343" y="49627"/>
                </a:lnTo>
                <a:lnTo>
                  <a:pt x="556681" y="50121"/>
                </a:lnTo>
                <a:lnTo>
                  <a:pt x="556022" y="50631"/>
                </a:lnTo>
                <a:lnTo>
                  <a:pt x="555367" y="51156"/>
                </a:lnTo>
                <a:lnTo>
                  <a:pt x="554716" y="51697"/>
                </a:lnTo>
                <a:lnTo>
                  <a:pt x="554069" y="52253"/>
                </a:lnTo>
                <a:lnTo>
                  <a:pt x="553426" y="52825"/>
                </a:lnTo>
                <a:lnTo>
                  <a:pt x="552787" y="53412"/>
                </a:lnTo>
                <a:lnTo>
                  <a:pt x="552151" y="54014"/>
                </a:lnTo>
                <a:lnTo>
                  <a:pt x="551520" y="54632"/>
                </a:lnTo>
                <a:lnTo>
                  <a:pt x="550893" y="55266"/>
                </a:lnTo>
                <a:lnTo>
                  <a:pt x="550269" y="55915"/>
                </a:lnTo>
                <a:lnTo>
                  <a:pt x="549650" y="56579"/>
                </a:lnTo>
                <a:lnTo>
                  <a:pt x="549035" y="57259"/>
                </a:lnTo>
                <a:lnTo>
                  <a:pt x="548423" y="57955"/>
                </a:lnTo>
                <a:lnTo>
                  <a:pt x="547815" y="58666"/>
                </a:lnTo>
                <a:lnTo>
                  <a:pt x="547212" y="59392"/>
                </a:lnTo>
                <a:lnTo>
                  <a:pt x="546794" y="58666"/>
                </a:lnTo>
                <a:lnTo>
                  <a:pt x="546367" y="57955"/>
                </a:lnTo>
                <a:lnTo>
                  <a:pt x="545930" y="57259"/>
                </a:lnTo>
                <a:lnTo>
                  <a:pt x="545484" y="56579"/>
                </a:lnTo>
                <a:lnTo>
                  <a:pt x="545028" y="55915"/>
                </a:lnTo>
                <a:lnTo>
                  <a:pt x="544562" y="55266"/>
                </a:lnTo>
                <a:lnTo>
                  <a:pt x="544087" y="54632"/>
                </a:lnTo>
                <a:lnTo>
                  <a:pt x="543601" y="54014"/>
                </a:lnTo>
                <a:lnTo>
                  <a:pt x="543107" y="53412"/>
                </a:lnTo>
                <a:lnTo>
                  <a:pt x="542602" y="52825"/>
                </a:lnTo>
                <a:lnTo>
                  <a:pt x="542088" y="52253"/>
                </a:lnTo>
                <a:lnTo>
                  <a:pt x="541564" y="51697"/>
                </a:lnTo>
                <a:lnTo>
                  <a:pt x="541031" y="51156"/>
                </a:lnTo>
                <a:lnTo>
                  <a:pt x="540488" y="50631"/>
                </a:lnTo>
                <a:lnTo>
                  <a:pt x="539935" y="50121"/>
                </a:lnTo>
                <a:lnTo>
                  <a:pt x="539372" y="49627"/>
                </a:lnTo>
                <a:lnTo>
                  <a:pt x="538800" y="49148"/>
                </a:lnTo>
                <a:lnTo>
                  <a:pt x="538218" y="48685"/>
                </a:lnTo>
                <a:lnTo>
                  <a:pt x="537627" y="48237"/>
                </a:lnTo>
                <a:lnTo>
                  <a:pt x="537026" y="47805"/>
                </a:lnTo>
                <a:lnTo>
                  <a:pt x="536415" y="47388"/>
                </a:lnTo>
                <a:lnTo>
                  <a:pt x="535794" y="46987"/>
                </a:lnTo>
                <a:lnTo>
                  <a:pt x="535164" y="46601"/>
                </a:lnTo>
                <a:lnTo>
                  <a:pt x="534524" y="46231"/>
                </a:lnTo>
                <a:lnTo>
                  <a:pt x="533875" y="45876"/>
                </a:lnTo>
                <a:lnTo>
                  <a:pt x="533215" y="45536"/>
                </a:lnTo>
                <a:lnTo>
                  <a:pt x="532547" y="45211"/>
                </a:lnTo>
                <a:lnTo>
                  <a:pt x="531868" y="44901"/>
                </a:lnTo>
                <a:lnTo>
                  <a:pt x="531180" y="44606"/>
                </a:lnTo>
                <a:lnTo>
                  <a:pt x="530482" y="44327"/>
                </a:lnTo>
                <a:lnTo>
                  <a:pt x="529774" y="44062"/>
                </a:lnTo>
                <a:lnTo>
                  <a:pt x="529057" y="43813"/>
                </a:lnTo>
                <a:lnTo>
                  <a:pt x="528330" y="43579"/>
                </a:lnTo>
                <a:lnTo>
                  <a:pt x="527594" y="43360"/>
                </a:lnTo>
                <a:lnTo>
                  <a:pt x="526848" y="43156"/>
                </a:lnTo>
                <a:lnTo>
                  <a:pt x="526092" y="42967"/>
                </a:lnTo>
                <a:lnTo>
                  <a:pt x="525326" y="42793"/>
                </a:lnTo>
                <a:lnTo>
                  <a:pt x="524551" y="42634"/>
                </a:lnTo>
                <a:lnTo>
                  <a:pt x="523766" y="42491"/>
                </a:lnTo>
                <a:lnTo>
                  <a:pt x="522971" y="42362"/>
                </a:lnTo>
                <a:lnTo>
                  <a:pt x="522167" y="42249"/>
                </a:lnTo>
                <a:lnTo>
                  <a:pt x="521353" y="42151"/>
                </a:lnTo>
                <a:lnTo>
                  <a:pt x="520530" y="42068"/>
                </a:lnTo>
                <a:lnTo>
                  <a:pt x="519696" y="42000"/>
                </a:lnTo>
                <a:lnTo>
                  <a:pt x="518853" y="41947"/>
                </a:lnTo>
                <a:lnTo>
                  <a:pt x="518001" y="41909"/>
                </a:lnTo>
                <a:lnTo>
                  <a:pt x="517139" y="41887"/>
                </a:lnTo>
                <a:lnTo>
                  <a:pt x="516267" y="41879"/>
                </a:lnTo>
                <a:lnTo>
                  <a:pt x="514626" y="41909"/>
                </a:lnTo>
                <a:lnTo>
                  <a:pt x="513004" y="42000"/>
                </a:lnTo>
                <a:lnTo>
                  <a:pt x="511401" y="42151"/>
                </a:lnTo>
                <a:lnTo>
                  <a:pt x="509817" y="42363"/>
                </a:lnTo>
                <a:lnTo>
                  <a:pt x="508252" y="42636"/>
                </a:lnTo>
                <a:lnTo>
                  <a:pt x="506706" y="42968"/>
                </a:lnTo>
                <a:lnTo>
                  <a:pt x="505179" y="43362"/>
                </a:lnTo>
                <a:lnTo>
                  <a:pt x="503671" y="43816"/>
                </a:lnTo>
                <a:lnTo>
                  <a:pt x="502182" y="44330"/>
                </a:lnTo>
                <a:lnTo>
                  <a:pt x="500712" y="44905"/>
                </a:lnTo>
                <a:lnTo>
                  <a:pt x="499261" y="45541"/>
                </a:lnTo>
                <a:lnTo>
                  <a:pt x="497829" y="46237"/>
                </a:lnTo>
                <a:lnTo>
                  <a:pt x="496415" y="46994"/>
                </a:lnTo>
                <a:lnTo>
                  <a:pt x="495021" y="47811"/>
                </a:lnTo>
                <a:lnTo>
                  <a:pt x="493646" y="48689"/>
                </a:lnTo>
                <a:lnTo>
                  <a:pt x="492290" y="49627"/>
                </a:lnTo>
                <a:lnTo>
                  <a:pt x="490953" y="50625"/>
                </a:lnTo>
                <a:lnTo>
                  <a:pt x="489635" y="51685"/>
                </a:lnTo>
                <a:lnTo>
                  <a:pt x="488335" y="52804"/>
                </a:lnTo>
                <a:lnTo>
                  <a:pt x="487055" y="53985"/>
                </a:lnTo>
                <a:lnTo>
                  <a:pt x="485794" y="55226"/>
                </a:lnTo>
                <a:lnTo>
                  <a:pt x="484551" y="56527"/>
                </a:lnTo>
                <a:lnTo>
                  <a:pt x="483328" y="57889"/>
                </a:lnTo>
                <a:lnTo>
                  <a:pt x="482124" y="59311"/>
                </a:lnTo>
                <a:lnTo>
                  <a:pt x="482124" y="44355"/>
                </a:lnTo>
                <a:lnTo>
                  <a:pt x="455408" y="44355"/>
                </a:lnTo>
                <a:lnTo>
                  <a:pt x="455408" y="153900"/>
                </a:lnTo>
                <a:lnTo>
                  <a:pt x="484393" y="153900"/>
                </a:lnTo>
                <a:lnTo>
                  <a:pt x="484393" y="100736"/>
                </a:lnTo>
                <a:lnTo>
                  <a:pt x="484397" y="99438"/>
                </a:lnTo>
                <a:close/>
                <a:moveTo>
                  <a:pt x="304658" y="71115"/>
                </a:moveTo>
                <a:lnTo>
                  <a:pt x="304125" y="69786"/>
                </a:lnTo>
                <a:lnTo>
                  <a:pt x="303568" y="68489"/>
                </a:lnTo>
                <a:lnTo>
                  <a:pt x="302988" y="67222"/>
                </a:lnTo>
                <a:lnTo>
                  <a:pt x="302385" y="65987"/>
                </a:lnTo>
                <a:lnTo>
                  <a:pt x="301759" y="64784"/>
                </a:lnTo>
                <a:lnTo>
                  <a:pt x="301109" y="63612"/>
                </a:lnTo>
                <a:lnTo>
                  <a:pt x="300437" y="62471"/>
                </a:lnTo>
                <a:lnTo>
                  <a:pt x="299742" y="61361"/>
                </a:lnTo>
                <a:lnTo>
                  <a:pt x="299023" y="60283"/>
                </a:lnTo>
                <a:lnTo>
                  <a:pt x="298281" y="59237"/>
                </a:lnTo>
                <a:lnTo>
                  <a:pt x="297517" y="58221"/>
                </a:lnTo>
                <a:lnTo>
                  <a:pt x="296729" y="57237"/>
                </a:lnTo>
                <a:lnTo>
                  <a:pt x="295918" y="56284"/>
                </a:lnTo>
                <a:lnTo>
                  <a:pt x="295084" y="55363"/>
                </a:lnTo>
                <a:lnTo>
                  <a:pt x="294226" y="54473"/>
                </a:lnTo>
                <a:lnTo>
                  <a:pt x="293346" y="53614"/>
                </a:lnTo>
                <a:lnTo>
                  <a:pt x="292443" y="52786"/>
                </a:lnTo>
                <a:lnTo>
                  <a:pt x="291516" y="51990"/>
                </a:lnTo>
                <a:lnTo>
                  <a:pt x="290567" y="51225"/>
                </a:lnTo>
                <a:lnTo>
                  <a:pt x="289594" y="50492"/>
                </a:lnTo>
                <a:lnTo>
                  <a:pt x="288596" y="49789"/>
                </a:lnTo>
                <a:lnTo>
                  <a:pt x="287569" y="49116"/>
                </a:lnTo>
                <a:lnTo>
                  <a:pt x="286513" y="48473"/>
                </a:lnTo>
                <a:lnTo>
                  <a:pt x="285429" y="47860"/>
                </a:lnTo>
                <a:lnTo>
                  <a:pt x="284317" y="47277"/>
                </a:lnTo>
                <a:lnTo>
                  <a:pt x="283176" y="46724"/>
                </a:lnTo>
                <a:lnTo>
                  <a:pt x="282007" y="46200"/>
                </a:lnTo>
                <a:lnTo>
                  <a:pt x="280809" y="45707"/>
                </a:lnTo>
                <a:lnTo>
                  <a:pt x="279583" y="45243"/>
                </a:lnTo>
                <a:lnTo>
                  <a:pt x="278328" y="44810"/>
                </a:lnTo>
                <a:lnTo>
                  <a:pt x="277045" y="44406"/>
                </a:lnTo>
                <a:lnTo>
                  <a:pt x="275733" y="44032"/>
                </a:lnTo>
                <a:lnTo>
                  <a:pt x="274393" y="43688"/>
                </a:lnTo>
                <a:lnTo>
                  <a:pt x="273025" y="43374"/>
                </a:lnTo>
                <a:lnTo>
                  <a:pt x="271627" y="43090"/>
                </a:lnTo>
                <a:lnTo>
                  <a:pt x="270202" y="42836"/>
                </a:lnTo>
                <a:lnTo>
                  <a:pt x="268748" y="42612"/>
                </a:lnTo>
                <a:lnTo>
                  <a:pt x="267265" y="42417"/>
                </a:lnTo>
                <a:lnTo>
                  <a:pt x="265754" y="42253"/>
                </a:lnTo>
                <a:lnTo>
                  <a:pt x="264215" y="42118"/>
                </a:lnTo>
                <a:lnTo>
                  <a:pt x="262647" y="42014"/>
                </a:lnTo>
                <a:lnTo>
                  <a:pt x="261051" y="41939"/>
                </a:lnTo>
                <a:lnTo>
                  <a:pt x="259426" y="41894"/>
                </a:lnTo>
                <a:lnTo>
                  <a:pt x="257772" y="41879"/>
                </a:lnTo>
                <a:lnTo>
                  <a:pt x="255753" y="41905"/>
                </a:lnTo>
                <a:lnTo>
                  <a:pt x="253768" y="41984"/>
                </a:lnTo>
                <a:lnTo>
                  <a:pt x="251819" y="42115"/>
                </a:lnTo>
                <a:lnTo>
                  <a:pt x="249904" y="42299"/>
                </a:lnTo>
                <a:lnTo>
                  <a:pt x="248025" y="42535"/>
                </a:lnTo>
                <a:lnTo>
                  <a:pt x="246181" y="42823"/>
                </a:lnTo>
                <a:lnTo>
                  <a:pt x="244372" y="43164"/>
                </a:lnTo>
                <a:lnTo>
                  <a:pt x="242598" y="43558"/>
                </a:lnTo>
                <a:lnTo>
                  <a:pt x="240859" y="44004"/>
                </a:lnTo>
                <a:lnTo>
                  <a:pt x="239155" y="44502"/>
                </a:lnTo>
                <a:lnTo>
                  <a:pt x="237486" y="45053"/>
                </a:lnTo>
                <a:lnTo>
                  <a:pt x="235853" y="45657"/>
                </a:lnTo>
                <a:lnTo>
                  <a:pt x="234254" y="46313"/>
                </a:lnTo>
                <a:lnTo>
                  <a:pt x="232691" y="47021"/>
                </a:lnTo>
                <a:lnTo>
                  <a:pt x="231163" y="47782"/>
                </a:lnTo>
                <a:lnTo>
                  <a:pt x="229670" y="48595"/>
                </a:lnTo>
                <a:lnTo>
                  <a:pt x="228212" y="49461"/>
                </a:lnTo>
                <a:lnTo>
                  <a:pt x="226789" y="50379"/>
                </a:lnTo>
                <a:lnTo>
                  <a:pt x="225401" y="51350"/>
                </a:lnTo>
                <a:lnTo>
                  <a:pt x="224048" y="52373"/>
                </a:lnTo>
                <a:lnTo>
                  <a:pt x="222730" y="53449"/>
                </a:lnTo>
                <a:lnTo>
                  <a:pt x="221448" y="54577"/>
                </a:lnTo>
                <a:lnTo>
                  <a:pt x="220200" y="55757"/>
                </a:lnTo>
                <a:lnTo>
                  <a:pt x="218988" y="56990"/>
                </a:lnTo>
                <a:lnTo>
                  <a:pt x="217818" y="58271"/>
                </a:lnTo>
                <a:lnTo>
                  <a:pt x="216698" y="59593"/>
                </a:lnTo>
                <a:lnTo>
                  <a:pt x="215627" y="60956"/>
                </a:lnTo>
                <a:lnTo>
                  <a:pt x="214607" y="62361"/>
                </a:lnTo>
                <a:lnTo>
                  <a:pt x="213636" y="63809"/>
                </a:lnTo>
                <a:lnTo>
                  <a:pt x="212715" y="65297"/>
                </a:lnTo>
                <a:lnTo>
                  <a:pt x="211844" y="66828"/>
                </a:lnTo>
                <a:lnTo>
                  <a:pt x="211022" y="68400"/>
                </a:lnTo>
                <a:lnTo>
                  <a:pt x="210251" y="70014"/>
                </a:lnTo>
                <a:lnTo>
                  <a:pt x="209529" y="71670"/>
                </a:lnTo>
                <a:lnTo>
                  <a:pt x="208857" y="73367"/>
                </a:lnTo>
                <a:lnTo>
                  <a:pt x="208234" y="75106"/>
                </a:lnTo>
                <a:lnTo>
                  <a:pt x="207662" y="76887"/>
                </a:lnTo>
                <a:lnTo>
                  <a:pt x="207139" y="78710"/>
                </a:lnTo>
                <a:lnTo>
                  <a:pt x="206666" y="80574"/>
                </a:lnTo>
                <a:lnTo>
                  <a:pt x="206243" y="82480"/>
                </a:lnTo>
                <a:lnTo>
                  <a:pt x="205870" y="84428"/>
                </a:lnTo>
                <a:lnTo>
                  <a:pt x="205546" y="86417"/>
                </a:lnTo>
                <a:lnTo>
                  <a:pt x="205272" y="88449"/>
                </a:lnTo>
                <a:lnTo>
                  <a:pt x="205048" y="90521"/>
                </a:lnTo>
                <a:lnTo>
                  <a:pt x="204874" y="92636"/>
                </a:lnTo>
                <a:lnTo>
                  <a:pt x="204749" y="94793"/>
                </a:lnTo>
                <a:lnTo>
                  <a:pt x="204675" y="96991"/>
                </a:lnTo>
                <a:lnTo>
                  <a:pt x="204650" y="99230"/>
                </a:lnTo>
                <a:lnTo>
                  <a:pt x="204675" y="101445"/>
                </a:lnTo>
                <a:lnTo>
                  <a:pt x="204749" y="103619"/>
                </a:lnTo>
                <a:lnTo>
                  <a:pt x="204873" y="105753"/>
                </a:lnTo>
                <a:lnTo>
                  <a:pt x="205047" y="107846"/>
                </a:lnTo>
                <a:lnTo>
                  <a:pt x="205270" y="109899"/>
                </a:lnTo>
                <a:lnTo>
                  <a:pt x="205543" y="111912"/>
                </a:lnTo>
                <a:lnTo>
                  <a:pt x="205865" y="113883"/>
                </a:lnTo>
                <a:lnTo>
                  <a:pt x="206237" y="115815"/>
                </a:lnTo>
                <a:lnTo>
                  <a:pt x="206659" y="117706"/>
                </a:lnTo>
                <a:lnTo>
                  <a:pt x="207130" y="119556"/>
                </a:lnTo>
                <a:lnTo>
                  <a:pt x="207651" y="121366"/>
                </a:lnTo>
                <a:lnTo>
                  <a:pt x="208222" y="123136"/>
                </a:lnTo>
                <a:lnTo>
                  <a:pt x="208842" y="124865"/>
                </a:lnTo>
                <a:lnTo>
                  <a:pt x="209511" y="126553"/>
                </a:lnTo>
                <a:lnTo>
                  <a:pt x="210231" y="128201"/>
                </a:lnTo>
                <a:lnTo>
                  <a:pt x="210999" y="129809"/>
                </a:lnTo>
                <a:lnTo>
                  <a:pt x="211818" y="131376"/>
                </a:lnTo>
                <a:lnTo>
                  <a:pt x="212686" y="132903"/>
                </a:lnTo>
                <a:lnTo>
                  <a:pt x="213604" y="134389"/>
                </a:lnTo>
                <a:lnTo>
                  <a:pt x="214571" y="135834"/>
                </a:lnTo>
                <a:lnTo>
                  <a:pt x="215588" y="137240"/>
                </a:lnTo>
                <a:lnTo>
                  <a:pt x="216654" y="138604"/>
                </a:lnTo>
                <a:lnTo>
                  <a:pt x="217771" y="139929"/>
                </a:lnTo>
                <a:lnTo>
                  <a:pt x="218936" y="141213"/>
                </a:lnTo>
                <a:lnTo>
                  <a:pt x="220144" y="142450"/>
                </a:lnTo>
                <a:lnTo>
                  <a:pt x="221385" y="143634"/>
                </a:lnTo>
                <a:lnTo>
                  <a:pt x="222660" y="144766"/>
                </a:lnTo>
                <a:lnTo>
                  <a:pt x="223969" y="145846"/>
                </a:lnTo>
                <a:lnTo>
                  <a:pt x="225312" y="146872"/>
                </a:lnTo>
                <a:lnTo>
                  <a:pt x="226689" y="147846"/>
                </a:lnTo>
                <a:lnTo>
                  <a:pt x="228099" y="148768"/>
                </a:lnTo>
                <a:lnTo>
                  <a:pt x="229544" y="149637"/>
                </a:lnTo>
                <a:lnTo>
                  <a:pt x="231022" y="150453"/>
                </a:lnTo>
                <a:lnTo>
                  <a:pt x="232534" y="151216"/>
                </a:lnTo>
                <a:lnTo>
                  <a:pt x="234080" y="151927"/>
                </a:lnTo>
                <a:lnTo>
                  <a:pt x="235659" y="152585"/>
                </a:lnTo>
                <a:lnTo>
                  <a:pt x="237273" y="153190"/>
                </a:lnTo>
                <a:lnTo>
                  <a:pt x="238921" y="153743"/>
                </a:lnTo>
                <a:lnTo>
                  <a:pt x="240602" y="154243"/>
                </a:lnTo>
                <a:lnTo>
                  <a:pt x="242317" y="154691"/>
                </a:lnTo>
                <a:lnTo>
                  <a:pt x="244066" y="155086"/>
                </a:lnTo>
                <a:lnTo>
                  <a:pt x="245849" y="155428"/>
                </a:lnTo>
                <a:lnTo>
                  <a:pt x="247665" y="155718"/>
                </a:lnTo>
                <a:lnTo>
                  <a:pt x="249516" y="155954"/>
                </a:lnTo>
                <a:lnTo>
                  <a:pt x="251400" y="156139"/>
                </a:lnTo>
                <a:lnTo>
                  <a:pt x="253319" y="156270"/>
                </a:lnTo>
                <a:lnTo>
                  <a:pt x="255271" y="156349"/>
                </a:lnTo>
                <a:lnTo>
                  <a:pt x="257257" y="156376"/>
                </a:lnTo>
                <a:lnTo>
                  <a:pt x="259004" y="156358"/>
                </a:lnTo>
                <a:lnTo>
                  <a:pt x="260721" y="156306"/>
                </a:lnTo>
                <a:lnTo>
                  <a:pt x="262409" y="156219"/>
                </a:lnTo>
                <a:lnTo>
                  <a:pt x="264067" y="156098"/>
                </a:lnTo>
                <a:lnTo>
                  <a:pt x="265696" y="155941"/>
                </a:lnTo>
                <a:lnTo>
                  <a:pt x="267294" y="155750"/>
                </a:lnTo>
                <a:lnTo>
                  <a:pt x="268863" y="155525"/>
                </a:lnTo>
                <a:lnTo>
                  <a:pt x="270402" y="155264"/>
                </a:lnTo>
                <a:lnTo>
                  <a:pt x="271912" y="154969"/>
                </a:lnTo>
                <a:lnTo>
                  <a:pt x="273392" y="154639"/>
                </a:lnTo>
                <a:lnTo>
                  <a:pt x="274842" y="154274"/>
                </a:lnTo>
                <a:lnTo>
                  <a:pt x="276262" y="153874"/>
                </a:lnTo>
                <a:lnTo>
                  <a:pt x="277653" y="153440"/>
                </a:lnTo>
                <a:lnTo>
                  <a:pt x="279013" y="152971"/>
                </a:lnTo>
                <a:lnTo>
                  <a:pt x="280344" y="152467"/>
                </a:lnTo>
                <a:lnTo>
                  <a:pt x="281646" y="151929"/>
                </a:lnTo>
                <a:lnTo>
                  <a:pt x="282917" y="151356"/>
                </a:lnTo>
                <a:lnTo>
                  <a:pt x="284159" y="150748"/>
                </a:lnTo>
                <a:lnTo>
                  <a:pt x="285372" y="150105"/>
                </a:lnTo>
                <a:lnTo>
                  <a:pt x="286554" y="149427"/>
                </a:lnTo>
                <a:lnTo>
                  <a:pt x="287707" y="148715"/>
                </a:lnTo>
                <a:lnTo>
                  <a:pt x="288830" y="147968"/>
                </a:lnTo>
                <a:lnTo>
                  <a:pt x="289923" y="147187"/>
                </a:lnTo>
                <a:lnTo>
                  <a:pt x="290987" y="146370"/>
                </a:lnTo>
                <a:lnTo>
                  <a:pt x="292021" y="145520"/>
                </a:lnTo>
                <a:lnTo>
                  <a:pt x="293027" y="144636"/>
                </a:lnTo>
                <a:lnTo>
                  <a:pt x="294005" y="143719"/>
                </a:lnTo>
                <a:lnTo>
                  <a:pt x="294955" y="142768"/>
                </a:lnTo>
                <a:lnTo>
                  <a:pt x="295876" y="141785"/>
                </a:lnTo>
                <a:lnTo>
                  <a:pt x="296770" y="140768"/>
                </a:lnTo>
                <a:lnTo>
                  <a:pt x="297634" y="139717"/>
                </a:lnTo>
                <a:lnTo>
                  <a:pt x="298471" y="138634"/>
                </a:lnTo>
                <a:lnTo>
                  <a:pt x="299279" y="137517"/>
                </a:lnTo>
                <a:lnTo>
                  <a:pt x="300059" y="136367"/>
                </a:lnTo>
                <a:lnTo>
                  <a:pt x="300810" y="135183"/>
                </a:lnTo>
                <a:lnTo>
                  <a:pt x="301534" y="133966"/>
                </a:lnTo>
                <a:lnTo>
                  <a:pt x="302229" y="132716"/>
                </a:lnTo>
                <a:lnTo>
                  <a:pt x="302895" y="131433"/>
                </a:lnTo>
                <a:lnTo>
                  <a:pt x="303534" y="130116"/>
                </a:lnTo>
                <a:lnTo>
                  <a:pt x="304144" y="128766"/>
                </a:lnTo>
                <a:lnTo>
                  <a:pt x="304726" y="127382"/>
                </a:lnTo>
                <a:lnTo>
                  <a:pt x="305279" y="125966"/>
                </a:lnTo>
                <a:lnTo>
                  <a:pt x="305805" y="124516"/>
                </a:lnTo>
                <a:lnTo>
                  <a:pt x="306302" y="123032"/>
                </a:lnTo>
                <a:lnTo>
                  <a:pt x="306770" y="121516"/>
                </a:lnTo>
                <a:lnTo>
                  <a:pt x="307211" y="119966"/>
                </a:lnTo>
                <a:lnTo>
                  <a:pt x="307623" y="118383"/>
                </a:lnTo>
                <a:lnTo>
                  <a:pt x="308006" y="116766"/>
                </a:lnTo>
                <a:lnTo>
                  <a:pt x="279537" y="111815"/>
                </a:lnTo>
                <a:lnTo>
                  <a:pt x="279351" y="112757"/>
                </a:lnTo>
                <a:lnTo>
                  <a:pt x="279154" y="113676"/>
                </a:lnTo>
                <a:lnTo>
                  <a:pt x="278947" y="114572"/>
                </a:lnTo>
                <a:lnTo>
                  <a:pt x="278729" y="115444"/>
                </a:lnTo>
                <a:lnTo>
                  <a:pt x="278500" y="116292"/>
                </a:lnTo>
                <a:lnTo>
                  <a:pt x="278260" y="117117"/>
                </a:lnTo>
                <a:lnTo>
                  <a:pt x="278010" y="117919"/>
                </a:lnTo>
                <a:lnTo>
                  <a:pt x="277749" y="118697"/>
                </a:lnTo>
                <a:lnTo>
                  <a:pt x="277477" y="119452"/>
                </a:lnTo>
                <a:lnTo>
                  <a:pt x="277195" y="120183"/>
                </a:lnTo>
                <a:lnTo>
                  <a:pt x="276901" y="120891"/>
                </a:lnTo>
                <a:lnTo>
                  <a:pt x="276597" y="121575"/>
                </a:lnTo>
                <a:lnTo>
                  <a:pt x="276282" y="122236"/>
                </a:lnTo>
                <a:lnTo>
                  <a:pt x="275957" y="122874"/>
                </a:lnTo>
                <a:lnTo>
                  <a:pt x="275620" y="123488"/>
                </a:lnTo>
                <a:lnTo>
                  <a:pt x="275273" y="124078"/>
                </a:lnTo>
                <a:lnTo>
                  <a:pt x="274916" y="124645"/>
                </a:lnTo>
                <a:lnTo>
                  <a:pt x="274547" y="125189"/>
                </a:lnTo>
                <a:lnTo>
                  <a:pt x="274168" y="125709"/>
                </a:lnTo>
                <a:lnTo>
                  <a:pt x="273778" y="126206"/>
                </a:lnTo>
                <a:lnTo>
                  <a:pt x="273377" y="126679"/>
                </a:lnTo>
                <a:lnTo>
                  <a:pt x="272965" y="127129"/>
                </a:lnTo>
                <a:lnTo>
                  <a:pt x="272543" y="127555"/>
                </a:lnTo>
                <a:lnTo>
                  <a:pt x="272110" y="127958"/>
                </a:lnTo>
                <a:lnTo>
                  <a:pt x="271667" y="128341"/>
                </a:lnTo>
                <a:lnTo>
                  <a:pt x="271213" y="128707"/>
                </a:lnTo>
                <a:lnTo>
                  <a:pt x="270748" y="129058"/>
                </a:lnTo>
                <a:lnTo>
                  <a:pt x="270274" y="129392"/>
                </a:lnTo>
                <a:lnTo>
                  <a:pt x="269788" y="129710"/>
                </a:lnTo>
                <a:lnTo>
                  <a:pt x="269293" y="130011"/>
                </a:lnTo>
                <a:lnTo>
                  <a:pt x="268787" y="130296"/>
                </a:lnTo>
                <a:lnTo>
                  <a:pt x="268271" y="130565"/>
                </a:lnTo>
                <a:lnTo>
                  <a:pt x="267744" y="130818"/>
                </a:lnTo>
                <a:lnTo>
                  <a:pt x="267207" y="131054"/>
                </a:lnTo>
                <a:lnTo>
                  <a:pt x="266659" y="131274"/>
                </a:lnTo>
                <a:lnTo>
                  <a:pt x="266102" y="131478"/>
                </a:lnTo>
                <a:lnTo>
                  <a:pt x="265533" y="131665"/>
                </a:lnTo>
                <a:lnTo>
                  <a:pt x="264955" y="131836"/>
                </a:lnTo>
                <a:lnTo>
                  <a:pt x="264366" y="131991"/>
                </a:lnTo>
                <a:lnTo>
                  <a:pt x="263766" y="132130"/>
                </a:lnTo>
                <a:lnTo>
                  <a:pt x="263157" y="132252"/>
                </a:lnTo>
                <a:lnTo>
                  <a:pt x="262537" y="132358"/>
                </a:lnTo>
                <a:lnTo>
                  <a:pt x="261906" y="132447"/>
                </a:lnTo>
                <a:lnTo>
                  <a:pt x="261265" y="132521"/>
                </a:lnTo>
                <a:lnTo>
                  <a:pt x="260614" y="132578"/>
                </a:lnTo>
                <a:lnTo>
                  <a:pt x="259952" y="132619"/>
                </a:lnTo>
                <a:lnTo>
                  <a:pt x="259280" y="132643"/>
                </a:lnTo>
                <a:lnTo>
                  <a:pt x="258597" y="132651"/>
                </a:lnTo>
                <a:lnTo>
                  <a:pt x="257686" y="132637"/>
                </a:lnTo>
                <a:lnTo>
                  <a:pt x="256789" y="132595"/>
                </a:lnTo>
                <a:lnTo>
                  <a:pt x="255908" y="132526"/>
                </a:lnTo>
                <a:lnTo>
                  <a:pt x="255043" y="132428"/>
                </a:lnTo>
                <a:lnTo>
                  <a:pt x="254193" y="132303"/>
                </a:lnTo>
                <a:lnTo>
                  <a:pt x="253359" y="132150"/>
                </a:lnTo>
                <a:lnTo>
                  <a:pt x="252541" y="131969"/>
                </a:lnTo>
                <a:lnTo>
                  <a:pt x="251738" y="131760"/>
                </a:lnTo>
                <a:lnTo>
                  <a:pt x="250951" y="131523"/>
                </a:lnTo>
                <a:lnTo>
                  <a:pt x="250179" y="131259"/>
                </a:lnTo>
                <a:lnTo>
                  <a:pt x="249423" y="130966"/>
                </a:lnTo>
                <a:lnTo>
                  <a:pt x="248682" y="130646"/>
                </a:lnTo>
                <a:lnTo>
                  <a:pt x="247957" y="130298"/>
                </a:lnTo>
                <a:lnTo>
                  <a:pt x="247248" y="129922"/>
                </a:lnTo>
                <a:lnTo>
                  <a:pt x="246554" y="129518"/>
                </a:lnTo>
                <a:lnTo>
                  <a:pt x="245876" y="129087"/>
                </a:lnTo>
                <a:lnTo>
                  <a:pt x="245213" y="128627"/>
                </a:lnTo>
                <a:lnTo>
                  <a:pt x="244566" y="128140"/>
                </a:lnTo>
                <a:lnTo>
                  <a:pt x="243934" y="127625"/>
                </a:lnTo>
                <a:lnTo>
                  <a:pt x="243318" y="127082"/>
                </a:lnTo>
                <a:lnTo>
                  <a:pt x="242718" y="126511"/>
                </a:lnTo>
                <a:lnTo>
                  <a:pt x="242133" y="125912"/>
                </a:lnTo>
                <a:lnTo>
                  <a:pt x="241564" y="125286"/>
                </a:lnTo>
                <a:lnTo>
                  <a:pt x="241010" y="124631"/>
                </a:lnTo>
                <a:lnTo>
                  <a:pt x="240476" y="123943"/>
                </a:lnTo>
                <a:lnTo>
                  <a:pt x="239964" y="123215"/>
                </a:lnTo>
                <a:lnTo>
                  <a:pt x="239475" y="122447"/>
                </a:lnTo>
                <a:lnTo>
                  <a:pt x="239009" y="121640"/>
                </a:lnTo>
                <a:lnTo>
                  <a:pt x="238565" y="120793"/>
                </a:lnTo>
                <a:lnTo>
                  <a:pt x="238145" y="119906"/>
                </a:lnTo>
                <a:lnTo>
                  <a:pt x="237747" y="118980"/>
                </a:lnTo>
                <a:lnTo>
                  <a:pt x="237371" y="118014"/>
                </a:lnTo>
                <a:lnTo>
                  <a:pt x="237019" y="117009"/>
                </a:lnTo>
                <a:lnTo>
                  <a:pt x="236689" y="115964"/>
                </a:lnTo>
                <a:lnTo>
                  <a:pt x="236382" y="114879"/>
                </a:lnTo>
                <a:lnTo>
                  <a:pt x="236098" y="113755"/>
                </a:lnTo>
                <a:lnTo>
                  <a:pt x="235836" y="112591"/>
                </a:lnTo>
                <a:lnTo>
                  <a:pt x="235597" y="111387"/>
                </a:lnTo>
                <a:lnTo>
                  <a:pt x="235381" y="110144"/>
                </a:lnTo>
                <a:lnTo>
                  <a:pt x="235188" y="108861"/>
                </a:lnTo>
                <a:lnTo>
                  <a:pt x="235018" y="107538"/>
                </a:lnTo>
                <a:lnTo>
                  <a:pt x="234870" y="106176"/>
                </a:lnTo>
                <a:lnTo>
                  <a:pt x="234745" y="104774"/>
                </a:lnTo>
                <a:lnTo>
                  <a:pt x="234642" y="103333"/>
                </a:lnTo>
                <a:lnTo>
                  <a:pt x="234563" y="101852"/>
                </a:lnTo>
                <a:lnTo>
                  <a:pt x="234506" y="100331"/>
                </a:lnTo>
                <a:lnTo>
                  <a:pt x="234472" y="98771"/>
                </a:lnTo>
                <a:lnTo>
                  <a:pt x="234460" y="97171"/>
                </a:lnTo>
                <a:lnTo>
                  <a:pt x="234472" y="95731"/>
                </a:lnTo>
                <a:lnTo>
                  <a:pt x="234505" y="94327"/>
                </a:lnTo>
                <a:lnTo>
                  <a:pt x="234561" y="92957"/>
                </a:lnTo>
                <a:lnTo>
                  <a:pt x="234639" y="91622"/>
                </a:lnTo>
                <a:lnTo>
                  <a:pt x="234740" y="90322"/>
                </a:lnTo>
                <a:lnTo>
                  <a:pt x="234863" y="89057"/>
                </a:lnTo>
                <a:lnTo>
                  <a:pt x="235009" y="87826"/>
                </a:lnTo>
                <a:lnTo>
                  <a:pt x="235177" y="86631"/>
                </a:lnTo>
                <a:lnTo>
                  <a:pt x="235367" y="85470"/>
                </a:lnTo>
                <a:lnTo>
                  <a:pt x="235580" y="84344"/>
                </a:lnTo>
                <a:lnTo>
                  <a:pt x="235815" y="83253"/>
                </a:lnTo>
                <a:lnTo>
                  <a:pt x="236072" y="82196"/>
                </a:lnTo>
                <a:lnTo>
                  <a:pt x="236352" y="81175"/>
                </a:lnTo>
                <a:lnTo>
                  <a:pt x="236654" y="80188"/>
                </a:lnTo>
                <a:lnTo>
                  <a:pt x="236979" y="79236"/>
                </a:lnTo>
                <a:lnTo>
                  <a:pt x="237326" y="78319"/>
                </a:lnTo>
                <a:lnTo>
                  <a:pt x="237695" y="77436"/>
                </a:lnTo>
                <a:lnTo>
                  <a:pt x="238087" y="76589"/>
                </a:lnTo>
                <a:lnTo>
                  <a:pt x="238501" y="75776"/>
                </a:lnTo>
                <a:lnTo>
                  <a:pt x="238937" y="74998"/>
                </a:lnTo>
                <a:lnTo>
                  <a:pt x="239396" y="74255"/>
                </a:lnTo>
                <a:lnTo>
                  <a:pt x="239878" y="73546"/>
                </a:lnTo>
                <a:lnTo>
                  <a:pt x="240381" y="72873"/>
                </a:lnTo>
                <a:lnTo>
                  <a:pt x="240907" y="72234"/>
                </a:lnTo>
                <a:lnTo>
                  <a:pt x="241452" y="71626"/>
                </a:lnTo>
                <a:lnTo>
                  <a:pt x="242012" y="71043"/>
                </a:lnTo>
                <a:lnTo>
                  <a:pt x="242587" y="70487"/>
                </a:lnTo>
                <a:lnTo>
                  <a:pt x="243178" y="69956"/>
                </a:lnTo>
                <a:lnTo>
                  <a:pt x="243784" y="69451"/>
                </a:lnTo>
                <a:lnTo>
                  <a:pt x="244405" y="68972"/>
                </a:lnTo>
                <a:lnTo>
                  <a:pt x="245041" y="68519"/>
                </a:lnTo>
                <a:lnTo>
                  <a:pt x="245692" y="68092"/>
                </a:lnTo>
                <a:lnTo>
                  <a:pt x="246359" y="67691"/>
                </a:lnTo>
                <a:lnTo>
                  <a:pt x="247041" y="67315"/>
                </a:lnTo>
                <a:lnTo>
                  <a:pt x="247738" y="66966"/>
                </a:lnTo>
                <a:lnTo>
                  <a:pt x="248450" y="66642"/>
                </a:lnTo>
                <a:lnTo>
                  <a:pt x="249178" y="66345"/>
                </a:lnTo>
                <a:lnTo>
                  <a:pt x="249920" y="66073"/>
                </a:lnTo>
                <a:lnTo>
                  <a:pt x="250678" y="65827"/>
                </a:lnTo>
                <a:lnTo>
                  <a:pt x="251451" y="65607"/>
                </a:lnTo>
                <a:lnTo>
                  <a:pt x="252240" y="65413"/>
                </a:lnTo>
                <a:lnTo>
                  <a:pt x="253043" y="65244"/>
                </a:lnTo>
                <a:lnTo>
                  <a:pt x="253862" y="65102"/>
                </a:lnTo>
                <a:lnTo>
                  <a:pt x="254696" y="64985"/>
                </a:lnTo>
                <a:lnTo>
                  <a:pt x="255546" y="64895"/>
                </a:lnTo>
                <a:lnTo>
                  <a:pt x="256410" y="64830"/>
                </a:lnTo>
                <a:lnTo>
                  <a:pt x="257290" y="64791"/>
                </a:lnTo>
                <a:lnTo>
                  <a:pt x="258185" y="64778"/>
                </a:lnTo>
                <a:lnTo>
                  <a:pt x="258859" y="64786"/>
                </a:lnTo>
                <a:lnTo>
                  <a:pt x="259522" y="64808"/>
                </a:lnTo>
                <a:lnTo>
                  <a:pt x="260175" y="64846"/>
                </a:lnTo>
                <a:lnTo>
                  <a:pt x="260817" y="64898"/>
                </a:lnTo>
                <a:lnTo>
                  <a:pt x="261448" y="64965"/>
                </a:lnTo>
                <a:lnTo>
                  <a:pt x="262069" y="65047"/>
                </a:lnTo>
                <a:lnTo>
                  <a:pt x="262680" y="65145"/>
                </a:lnTo>
                <a:lnTo>
                  <a:pt x="263279" y="65257"/>
                </a:lnTo>
                <a:lnTo>
                  <a:pt x="263869" y="65384"/>
                </a:lnTo>
                <a:lnTo>
                  <a:pt x="264447" y="65526"/>
                </a:lnTo>
                <a:lnTo>
                  <a:pt x="265015" y="65683"/>
                </a:lnTo>
                <a:lnTo>
                  <a:pt x="265573" y="65855"/>
                </a:lnTo>
                <a:lnTo>
                  <a:pt x="266120" y="66042"/>
                </a:lnTo>
                <a:lnTo>
                  <a:pt x="266656" y="66244"/>
                </a:lnTo>
                <a:lnTo>
                  <a:pt x="267182" y="66461"/>
                </a:lnTo>
                <a:lnTo>
                  <a:pt x="267698" y="66692"/>
                </a:lnTo>
                <a:lnTo>
                  <a:pt x="268202" y="66939"/>
                </a:lnTo>
                <a:lnTo>
                  <a:pt x="268697" y="67201"/>
                </a:lnTo>
                <a:lnTo>
                  <a:pt x="269180" y="67477"/>
                </a:lnTo>
                <a:lnTo>
                  <a:pt x="269653" y="67769"/>
                </a:lnTo>
                <a:lnTo>
                  <a:pt x="270116" y="68075"/>
                </a:lnTo>
                <a:lnTo>
                  <a:pt x="270568" y="68397"/>
                </a:lnTo>
                <a:lnTo>
                  <a:pt x="271009" y="68733"/>
                </a:lnTo>
                <a:lnTo>
                  <a:pt x="271440" y="69085"/>
                </a:lnTo>
                <a:lnTo>
                  <a:pt x="271859" y="69451"/>
                </a:lnTo>
                <a:lnTo>
                  <a:pt x="272265" y="69832"/>
                </a:lnTo>
                <a:lnTo>
                  <a:pt x="272659" y="70227"/>
                </a:lnTo>
                <a:lnTo>
                  <a:pt x="273040" y="70637"/>
                </a:lnTo>
                <a:lnTo>
                  <a:pt x="273408" y="71062"/>
                </a:lnTo>
                <a:lnTo>
                  <a:pt x="273764" y="71501"/>
                </a:lnTo>
                <a:lnTo>
                  <a:pt x="274107" y="71955"/>
                </a:lnTo>
                <a:lnTo>
                  <a:pt x="274437" y="72423"/>
                </a:lnTo>
                <a:lnTo>
                  <a:pt x="274754" y="72906"/>
                </a:lnTo>
                <a:lnTo>
                  <a:pt x="275059" y="73403"/>
                </a:lnTo>
                <a:lnTo>
                  <a:pt x="275351" y="73915"/>
                </a:lnTo>
                <a:lnTo>
                  <a:pt x="275630" y="74442"/>
                </a:lnTo>
                <a:lnTo>
                  <a:pt x="275897" y="74984"/>
                </a:lnTo>
                <a:lnTo>
                  <a:pt x="276151" y="75539"/>
                </a:lnTo>
                <a:lnTo>
                  <a:pt x="276392" y="76110"/>
                </a:lnTo>
                <a:lnTo>
                  <a:pt x="276620" y="76695"/>
                </a:lnTo>
                <a:lnTo>
                  <a:pt x="276836" y="77295"/>
                </a:lnTo>
                <a:lnTo>
                  <a:pt x="277039" y="77909"/>
                </a:lnTo>
                <a:lnTo>
                  <a:pt x="277229" y="78538"/>
                </a:lnTo>
                <a:lnTo>
                  <a:pt x="277407" y="79181"/>
                </a:lnTo>
                <a:lnTo>
                  <a:pt x="277571" y="79839"/>
                </a:lnTo>
                <a:lnTo>
                  <a:pt x="277724" y="80512"/>
                </a:lnTo>
                <a:lnTo>
                  <a:pt x="277863" y="81199"/>
                </a:lnTo>
                <a:lnTo>
                  <a:pt x="277990" y="81901"/>
                </a:lnTo>
                <a:lnTo>
                  <a:pt x="306562" y="76744"/>
                </a:lnTo>
                <a:lnTo>
                  <a:pt x="306121" y="75290"/>
                </a:lnTo>
                <a:lnTo>
                  <a:pt x="305657" y="73867"/>
                </a:lnTo>
                <a:lnTo>
                  <a:pt x="305169" y="72475"/>
                </a:lnTo>
                <a:lnTo>
                  <a:pt x="304658" y="71115"/>
                </a:lnTo>
                <a:close/>
                <a:moveTo>
                  <a:pt x="152353" y="153900"/>
                </a:moveTo>
                <a:lnTo>
                  <a:pt x="181338" y="153900"/>
                </a:lnTo>
                <a:lnTo>
                  <a:pt x="181338" y="44355"/>
                </a:lnTo>
                <a:lnTo>
                  <a:pt x="152353" y="44355"/>
                </a:lnTo>
                <a:lnTo>
                  <a:pt x="152353" y="153900"/>
                </a:lnTo>
                <a:close/>
                <a:moveTo>
                  <a:pt x="398882" y="153900"/>
                </a:moveTo>
                <a:lnTo>
                  <a:pt x="427867" y="153900"/>
                </a:lnTo>
                <a:lnTo>
                  <a:pt x="427867" y="44355"/>
                </a:lnTo>
                <a:lnTo>
                  <a:pt x="398882" y="44355"/>
                </a:lnTo>
                <a:lnTo>
                  <a:pt x="398882" y="153900"/>
                </a:lnTo>
                <a:close/>
                <a:moveTo>
                  <a:pt x="799654" y="103506"/>
                </a:moveTo>
                <a:lnTo>
                  <a:pt x="799259" y="104755"/>
                </a:lnTo>
                <a:lnTo>
                  <a:pt x="798846" y="105974"/>
                </a:lnTo>
                <a:lnTo>
                  <a:pt x="798417" y="107161"/>
                </a:lnTo>
                <a:lnTo>
                  <a:pt x="797970" y="108318"/>
                </a:lnTo>
                <a:lnTo>
                  <a:pt x="797505" y="109444"/>
                </a:lnTo>
                <a:lnTo>
                  <a:pt x="797024" y="110539"/>
                </a:lnTo>
                <a:lnTo>
                  <a:pt x="796526" y="111603"/>
                </a:lnTo>
                <a:lnTo>
                  <a:pt x="796010" y="112636"/>
                </a:lnTo>
                <a:lnTo>
                  <a:pt x="795477" y="113638"/>
                </a:lnTo>
                <a:lnTo>
                  <a:pt x="794927" y="114610"/>
                </a:lnTo>
                <a:lnTo>
                  <a:pt x="794359" y="115550"/>
                </a:lnTo>
                <a:lnTo>
                  <a:pt x="793775" y="116459"/>
                </a:lnTo>
                <a:lnTo>
                  <a:pt x="793173" y="117338"/>
                </a:lnTo>
                <a:lnTo>
                  <a:pt x="792554" y="118186"/>
                </a:lnTo>
                <a:lnTo>
                  <a:pt x="791918" y="119003"/>
                </a:lnTo>
                <a:lnTo>
                  <a:pt x="791265" y="119788"/>
                </a:lnTo>
                <a:lnTo>
                  <a:pt x="790594" y="120543"/>
                </a:lnTo>
                <a:lnTo>
                  <a:pt x="789907" y="121268"/>
                </a:lnTo>
                <a:lnTo>
                  <a:pt x="789202" y="121961"/>
                </a:lnTo>
                <a:lnTo>
                  <a:pt x="788480" y="122623"/>
                </a:lnTo>
                <a:lnTo>
                  <a:pt x="787743" y="123256"/>
                </a:lnTo>
                <a:lnTo>
                  <a:pt x="786995" y="123862"/>
                </a:lnTo>
                <a:lnTo>
                  <a:pt x="786235" y="124441"/>
                </a:lnTo>
                <a:lnTo>
                  <a:pt x="785463" y="124994"/>
                </a:lnTo>
                <a:lnTo>
                  <a:pt x="784679" y="125519"/>
                </a:lnTo>
                <a:lnTo>
                  <a:pt x="783883" y="126018"/>
                </a:lnTo>
                <a:lnTo>
                  <a:pt x="783076" y="126489"/>
                </a:lnTo>
                <a:lnTo>
                  <a:pt x="782256" y="126933"/>
                </a:lnTo>
                <a:lnTo>
                  <a:pt x="781425" y="127351"/>
                </a:lnTo>
                <a:lnTo>
                  <a:pt x="780582" y="127742"/>
                </a:lnTo>
                <a:lnTo>
                  <a:pt x="779728" y="128105"/>
                </a:lnTo>
                <a:lnTo>
                  <a:pt x="778861" y="128442"/>
                </a:lnTo>
                <a:lnTo>
                  <a:pt x="777983" y="128752"/>
                </a:lnTo>
                <a:lnTo>
                  <a:pt x="777092" y="129035"/>
                </a:lnTo>
                <a:lnTo>
                  <a:pt x="776190" y="129291"/>
                </a:lnTo>
                <a:lnTo>
                  <a:pt x="775277" y="129520"/>
                </a:lnTo>
                <a:lnTo>
                  <a:pt x="774351" y="129722"/>
                </a:lnTo>
                <a:lnTo>
                  <a:pt x="773413" y="129897"/>
                </a:lnTo>
                <a:lnTo>
                  <a:pt x="772464" y="130045"/>
                </a:lnTo>
                <a:lnTo>
                  <a:pt x="771503" y="130166"/>
                </a:lnTo>
                <a:lnTo>
                  <a:pt x="770530" y="130261"/>
                </a:lnTo>
                <a:lnTo>
                  <a:pt x="769545" y="130328"/>
                </a:lnTo>
                <a:lnTo>
                  <a:pt x="768549" y="130368"/>
                </a:lnTo>
                <a:lnTo>
                  <a:pt x="767540" y="130382"/>
                </a:lnTo>
                <a:lnTo>
                  <a:pt x="766176" y="130361"/>
                </a:lnTo>
                <a:lnTo>
                  <a:pt x="764833" y="130297"/>
                </a:lnTo>
                <a:lnTo>
                  <a:pt x="763511" y="130192"/>
                </a:lnTo>
                <a:lnTo>
                  <a:pt x="762211" y="130044"/>
                </a:lnTo>
                <a:lnTo>
                  <a:pt x="760932" y="129854"/>
                </a:lnTo>
                <a:lnTo>
                  <a:pt x="759675" y="129621"/>
                </a:lnTo>
                <a:lnTo>
                  <a:pt x="758439" y="129346"/>
                </a:lnTo>
                <a:lnTo>
                  <a:pt x="757225" y="129029"/>
                </a:lnTo>
                <a:lnTo>
                  <a:pt x="756033" y="128670"/>
                </a:lnTo>
                <a:lnTo>
                  <a:pt x="754861" y="128269"/>
                </a:lnTo>
                <a:lnTo>
                  <a:pt x="753712" y="127825"/>
                </a:lnTo>
                <a:lnTo>
                  <a:pt x="752584" y="127339"/>
                </a:lnTo>
                <a:lnTo>
                  <a:pt x="751477" y="126811"/>
                </a:lnTo>
                <a:lnTo>
                  <a:pt x="750392" y="126240"/>
                </a:lnTo>
                <a:lnTo>
                  <a:pt x="749328" y="125627"/>
                </a:lnTo>
                <a:lnTo>
                  <a:pt x="748286" y="124972"/>
                </a:lnTo>
                <a:lnTo>
                  <a:pt x="747265" y="124275"/>
                </a:lnTo>
                <a:lnTo>
                  <a:pt x="746266" y="123535"/>
                </a:lnTo>
                <a:lnTo>
                  <a:pt x="745288" y="122753"/>
                </a:lnTo>
                <a:lnTo>
                  <a:pt x="744332" y="121929"/>
                </a:lnTo>
                <a:lnTo>
                  <a:pt x="743397" y="121063"/>
                </a:lnTo>
                <a:lnTo>
                  <a:pt x="742483" y="120154"/>
                </a:lnTo>
                <a:lnTo>
                  <a:pt x="741592" y="119203"/>
                </a:lnTo>
                <a:lnTo>
                  <a:pt x="740721" y="118210"/>
                </a:lnTo>
                <a:lnTo>
                  <a:pt x="739880" y="117167"/>
                </a:lnTo>
                <a:lnTo>
                  <a:pt x="739074" y="116067"/>
                </a:lnTo>
                <a:lnTo>
                  <a:pt x="738304" y="114909"/>
                </a:lnTo>
                <a:lnTo>
                  <a:pt x="737569" y="113694"/>
                </a:lnTo>
                <a:lnTo>
                  <a:pt x="736871" y="112422"/>
                </a:lnTo>
                <a:lnTo>
                  <a:pt x="736208" y="111093"/>
                </a:lnTo>
                <a:lnTo>
                  <a:pt x="735582" y="109706"/>
                </a:lnTo>
                <a:lnTo>
                  <a:pt x="734991" y="108262"/>
                </a:lnTo>
                <a:lnTo>
                  <a:pt x="734436" y="106760"/>
                </a:lnTo>
                <a:lnTo>
                  <a:pt x="733916" y="105202"/>
                </a:lnTo>
                <a:lnTo>
                  <a:pt x="733433" y="103586"/>
                </a:lnTo>
                <a:lnTo>
                  <a:pt x="732985" y="101912"/>
                </a:lnTo>
                <a:lnTo>
                  <a:pt x="732573" y="100182"/>
                </a:lnTo>
                <a:lnTo>
                  <a:pt x="732197" y="98394"/>
                </a:lnTo>
                <a:lnTo>
                  <a:pt x="731857" y="96549"/>
                </a:lnTo>
                <a:lnTo>
                  <a:pt x="731552" y="94646"/>
                </a:lnTo>
                <a:lnTo>
                  <a:pt x="731284" y="92686"/>
                </a:lnTo>
                <a:lnTo>
                  <a:pt x="731051" y="90669"/>
                </a:lnTo>
                <a:lnTo>
                  <a:pt x="730854" y="88595"/>
                </a:lnTo>
                <a:lnTo>
                  <a:pt x="730693" y="86463"/>
                </a:lnTo>
                <a:lnTo>
                  <a:pt x="730567" y="84274"/>
                </a:lnTo>
                <a:lnTo>
                  <a:pt x="730478" y="82027"/>
                </a:lnTo>
                <a:lnTo>
                  <a:pt x="730424" y="79724"/>
                </a:lnTo>
                <a:lnTo>
                  <a:pt x="730406" y="77363"/>
                </a:lnTo>
                <a:lnTo>
                  <a:pt x="730424" y="75136"/>
                </a:lnTo>
                <a:lnTo>
                  <a:pt x="730479" y="72962"/>
                </a:lnTo>
                <a:lnTo>
                  <a:pt x="730570" y="70840"/>
                </a:lnTo>
                <a:lnTo>
                  <a:pt x="730697" y="68770"/>
                </a:lnTo>
                <a:lnTo>
                  <a:pt x="730861" y="66751"/>
                </a:lnTo>
                <a:lnTo>
                  <a:pt x="731061" y="64785"/>
                </a:lnTo>
                <a:lnTo>
                  <a:pt x="731297" y="62870"/>
                </a:lnTo>
                <a:lnTo>
                  <a:pt x="731570" y="61008"/>
                </a:lnTo>
                <a:lnTo>
                  <a:pt x="731879" y="59197"/>
                </a:lnTo>
                <a:lnTo>
                  <a:pt x="732224" y="57438"/>
                </a:lnTo>
                <a:lnTo>
                  <a:pt x="732606" y="55731"/>
                </a:lnTo>
                <a:lnTo>
                  <a:pt x="733024" y="54076"/>
                </a:lnTo>
                <a:lnTo>
                  <a:pt x="733478" y="52474"/>
                </a:lnTo>
                <a:lnTo>
                  <a:pt x="733969" y="50923"/>
                </a:lnTo>
                <a:lnTo>
                  <a:pt x="734496" y="49423"/>
                </a:lnTo>
                <a:lnTo>
                  <a:pt x="735059" y="47976"/>
                </a:lnTo>
                <a:lnTo>
                  <a:pt x="735659" y="46581"/>
                </a:lnTo>
                <a:lnTo>
                  <a:pt x="736295" y="45238"/>
                </a:lnTo>
                <a:lnTo>
                  <a:pt x="736968" y="43946"/>
                </a:lnTo>
                <a:lnTo>
                  <a:pt x="737677" y="42707"/>
                </a:lnTo>
                <a:lnTo>
                  <a:pt x="738422" y="41520"/>
                </a:lnTo>
                <a:lnTo>
                  <a:pt x="739204" y="40384"/>
                </a:lnTo>
                <a:lnTo>
                  <a:pt x="740022" y="39300"/>
                </a:lnTo>
                <a:lnTo>
                  <a:pt x="740876" y="38269"/>
                </a:lnTo>
                <a:lnTo>
                  <a:pt x="741759" y="37284"/>
                </a:lnTo>
                <a:lnTo>
                  <a:pt x="742665" y="36341"/>
                </a:lnTo>
                <a:lnTo>
                  <a:pt x="743593" y="35440"/>
                </a:lnTo>
                <a:lnTo>
                  <a:pt x="744542" y="34581"/>
                </a:lnTo>
                <a:lnTo>
                  <a:pt x="745514" y="33764"/>
                </a:lnTo>
                <a:lnTo>
                  <a:pt x="746507" y="32989"/>
                </a:lnTo>
                <a:lnTo>
                  <a:pt x="747523" y="32255"/>
                </a:lnTo>
                <a:lnTo>
                  <a:pt x="748561" y="31564"/>
                </a:lnTo>
                <a:lnTo>
                  <a:pt x="749620" y="30914"/>
                </a:lnTo>
                <a:lnTo>
                  <a:pt x="750702" y="30307"/>
                </a:lnTo>
                <a:lnTo>
                  <a:pt x="751806" y="29741"/>
                </a:lnTo>
                <a:lnTo>
                  <a:pt x="752932" y="29217"/>
                </a:lnTo>
                <a:lnTo>
                  <a:pt x="754079" y="28735"/>
                </a:lnTo>
                <a:lnTo>
                  <a:pt x="755249" y="28295"/>
                </a:lnTo>
                <a:lnTo>
                  <a:pt x="756441" y="27897"/>
                </a:lnTo>
                <a:lnTo>
                  <a:pt x="757655" y="27541"/>
                </a:lnTo>
                <a:lnTo>
                  <a:pt x="758891" y="27227"/>
                </a:lnTo>
                <a:lnTo>
                  <a:pt x="760149" y="26954"/>
                </a:lnTo>
                <a:lnTo>
                  <a:pt x="761429" y="26724"/>
                </a:lnTo>
                <a:lnTo>
                  <a:pt x="762731" y="26535"/>
                </a:lnTo>
                <a:lnTo>
                  <a:pt x="764055" y="26389"/>
                </a:lnTo>
                <a:lnTo>
                  <a:pt x="765401" y="26284"/>
                </a:lnTo>
                <a:lnTo>
                  <a:pt x="766769" y="26221"/>
                </a:lnTo>
                <a:lnTo>
                  <a:pt x="768159" y="26200"/>
                </a:lnTo>
                <a:lnTo>
                  <a:pt x="769167" y="26212"/>
                </a:lnTo>
                <a:lnTo>
                  <a:pt x="770162" y="26247"/>
                </a:lnTo>
                <a:lnTo>
                  <a:pt x="771145" y="26307"/>
                </a:lnTo>
                <a:lnTo>
                  <a:pt x="772115" y="26389"/>
                </a:lnTo>
                <a:lnTo>
                  <a:pt x="773072" y="26496"/>
                </a:lnTo>
                <a:lnTo>
                  <a:pt x="774016" y="26626"/>
                </a:lnTo>
                <a:lnTo>
                  <a:pt x="774948" y="26779"/>
                </a:lnTo>
                <a:lnTo>
                  <a:pt x="775867" y="26957"/>
                </a:lnTo>
                <a:lnTo>
                  <a:pt x="776773" y="27158"/>
                </a:lnTo>
                <a:lnTo>
                  <a:pt x="777667" y="27382"/>
                </a:lnTo>
                <a:lnTo>
                  <a:pt x="778547" y="27630"/>
                </a:lnTo>
                <a:lnTo>
                  <a:pt x="779415" y="27902"/>
                </a:lnTo>
                <a:lnTo>
                  <a:pt x="780271" y="28198"/>
                </a:lnTo>
                <a:lnTo>
                  <a:pt x="781114" y="28517"/>
                </a:lnTo>
                <a:lnTo>
                  <a:pt x="781943" y="28859"/>
                </a:lnTo>
                <a:lnTo>
                  <a:pt x="782761" y="29226"/>
                </a:lnTo>
                <a:lnTo>
                  <a:pt x="783565" y="29616"/>
                </a:lnTo>
                <a:lnTo>
                  <a:pt x="784357" y="30030"/>
                </a:lnTo>
                <a:lnTo>
                  <a:pt x="785136" y="30467"/>
                </a:lnTo>
                <a:lnTo>
                  <a:pt x="785902" y="30928"/>
                </a:lnTo>
                <a:lnTo>
                  <a:pt x="786656" y="31412"/>
                </a:lnTo>
                <a:lnTo>
                  <a:pt x="787397" y="31921"/>
                </a:lnTo>
                <a:lnTo>
                  <a:pt x="788125" y="32453"/>
                </a:lnTo>
                <a:lnTo>
                  <a:pt x="788841" y="33008"/>
                </a:lnTo>
                <a:lnTo>
                  <a:pt x="789540" y="33584"/>
                </a:lnTo>
                <a:lnTo>
                  <a:pt x="790219" y="34177"/>
                </a:lnTo>
                <a:lnTo>
                  <a:pt x="790877" y="34787"/>
                </a:lnTo>
                <a:lnTo>
                  <a:pt x="791516" y="35415"/>
                </a:lnTo>
                <a:lnTo>
                  <a:pt x="792134" y="36060"/>
                </a:lnTo>
                <a:lnTo>
                  <a:pt x="792732" y="36721"/>
                </a:lnTo>
                <a:lnTo>
                  <a:pt x="793309" y="37401"/>
                </a:lnTo>
                <a:lnTo>
                  <a:pt x="793867" y="38097"/>
                </a:lnTo>
                <a:lnTo>
                  <a:pt x="794404" y="38810"/>
                </a:lnTo>
                <a:lnTo>
                  <a:pt x="794921" y="39541"/>
                </a:lnTo>
                <a:lnTo>
                  <a:pt x="795417" y="40289"/>
                </a:lnTo>
                <a:lnTo>
                  <a:pt x="795894" y="41054"/>
                </a:lnTo>
                <a:lnTo>
                  <a:pt x="796350" y="41836"/>
                </a:lnTo>
                <a:lnTo>
                  <a:pt x="796786" y="42635"/>
                </a:lnTo>
                <a:lnTo>
                  <a:pt x="797202" y="43452"/>
                </a:lnTo>
                <a:lnTo>
                  <a:pt x="797597" y="44286"/>
                </a:lnTo>
                <a:lnTo>
                  <a:pt x="797972" y="45137"/>
                </a:lnTo>
                <a:lnTo>
                  <a:pt x="798327" y="46005"/>
                </a:lnTo>
                <a:lnTo>
                  <a:pt x="798662" y="46890"/>
                </a:lnTo>
                <a:lnTo>
                  <a:pt x="798977" y="47793"/>
                </a:lnTo>
                <a:lnTo>
                  <a:pt x="799271" y="48713"/>
                </a:lnTo>
                <a:lnTo>
                  <a:pt x="799545" y="49650"/>
                </a:lnTo>
                <a:lnTo>
                  <a:pt x="799799" y="50604"/>
                </a:lnTo>
                <a:lnTo>
                  <a:pt x="800033" y="51575"/>
                </a:lnTo>
                <a:lnTo>
                  <a:pt x="830256" y="44355"/>
                </a:lnTo>
                <a:lnTo>
                  <a:pt x="829817" y="42853"/>
                </a:lnTo>
                <a:lnTo>
                  <a:pt x="829360" y="41381"/>
                </a:lnTo>
                <a:lnTo>
                  <a:pt x="828886" y="39938"/>
                </a:lnTo>
                <a:lnTo>
                  <a:pt x="828393" y="38525"/>
                </a:lnTo>
                <a:lnTo>
                  <a:pt x="827883" y="37141"/>
                </a:lnTo>
                <a:lnTo>
                  <a:pt x="827355" y="35786"/>
                </a:lnTo>
                <a:lnTo>
                  <a:pt x="826808" y="34461"/>
                </a:lnTo>
                <a:lnTo>
                  <a:pt x="826244" y="33166"/>
                </a:lnTo>
                <a:lnTo>
                  <a:pt x="825662" y="31899"/>
                </a:lnTo>
                <a:lnTo>
                  <a:pt x="825062" y="30663"/>
                </a:lnTo>
                <a:lnTo>
                  <a:pt x="824444" y="29455"/>
                </a:lnTo>
                <a:lnTo>
                  <a:pt x="823809" y="28278"/>
                </a:lnTo>
                <a:lnTo>
                  <a:pt x="823155" y="27129"/>
                </a:lnTo>
                <a:lnTo>
                  <a:pt x="822484" y="26010"/>
                </a:lnTo>
                <a:lnTo>
                  <a:pt x="821794" y="24921"/>
                </a:lnTo>
                <a:lnTo>
                  <a:pt x="821087" y="23861"/>
                </a:lnTo>
                <a:lnTo>
                  <a:pt x="820361" y="22830"/>
                </a:lnTo>
                <a:lnTo>
                  <a:pt x="819618" y="21829"/>
                </a:lnTo>
                <a:lnTo>
                  <a:pt x="818857" y="20857"/>
                </a:lnTo>
                <a:lnTo>
                  <a:pt x="818078" y="19915"/>
                </a:lnTo>
                <a:lnTo>
                  <a:pt x="817281" y="19002"/>
                </a:lnTo>
                <a:lnTo>
                  <a:pt x="816466" y="18118"/>
                </a:lnTo>
                <a:lnTo>
                  <a:pt x="815634" y="17264"/>
                </a:lnTo>
                <a:lnTo>
                  <a:pt x="814783" y="16440"/>
                </a:lnTo>
                <a:lnTo>
                  <a:pt x="813321" y="15098"/>
                </a:lnTo>
                <a:lnTo>
                  <a:pt x="811823" y="13814"/>
                </a:lnTo>
                <a:lnTo>
                  <a:pt x="810288" y="12587"/>
                </a:lnTo>
                <a:lnTo>
                  <a:pt x="808717" y="11416"/>
                </a:lnTo>
                <a:lnTo>
                  <a:pt x="807110" y="10303"/>
                </a:lnTo>
                <a:lnTo>
                  <a:pt x="805467" y="9247"/>
                </a:lnTo>
                <a:lnTo>
                  <a:pt x="803788" y="8248"/>
                </a:lnTo>
                <a:lnTo>
                  <a:pt x="802073" y="7306"/>
                </a:lnTo>
                <a:lnTo>
                  <a:pt x="800321" y="6422"/>
                </a:lnTo>
                <a:lnTo>
                  <a:pt x="798533" y="5594"/>
                </a:lnTo>
                <a:lnTo>
                  <a:pt x="796709" y="4823"/>
                </a:lnTo>
                <a:lnTo>
                  <a:pt x="794849" y="4110"/>
                </a:lnTo>
                <a:lnTo>
                  <a:pt x="792953" y="3453"/>
                </a:lnTo>
                <a:lnTo>
                  <a:pt x="791021" y="2854"/>
                </a:lnTo>
                <a:lnTo>
                  <a:pt x="789052" y="2312"/>
                </a:lnTo>
                <a:lnTo>
                  <a:pt x="787047" y="1827"/>
                </a:lnTo>
                <a:lnTo>
                  <a:pt x="785006" y="1399"/>
                </a:lnTo>
                <a:lnTo>
                  <a:pt x="782929" y="1027"/>
                </a:lnTo>
                <a:lnTo>
                  <a:pt x="780816" y="714"/>
                </a:lnTo>
                <a:lnTo>
                  <a:pt x="778666" y="457"/>
                </a:lnTo>
                <a:lnTo>
                  <a:pt x="776481" y="257"/>
                </a:lnTo>
                <a:lnTo>
                  <a:pt x="774259" y="114"/>
                </a:lnTo>
                <a:lnTo>
                  <a:pt x="772001" y="29"/>
                </a:lnTo>
                <a:lnTo>
                  <a:pt x="769706" y="0"/>
                </a:lnTo>
                <a:lnTo>
                  <a:pt x="767080" y="36"/>
                </a:lnTo>
                <a:lnTo>
                  <a:pt x="764497" y="145"/>
                </a:lnTo>
                <a:lnTo>
                  <a:pt x="761956" y="327"/>
                </a:lnTo>
                <a:lnTo>
                  <a:pt x="759457" y="581"/>
                </a:lnTo>
                <a:lnTo>
                  <a:pt x="757002" y="908"/>
                </a:lnTo>
                <a:lnTo>
                  <a:pt x="754589" y="1307"/>
                </a:lnTo>
                <a:lnTo>
                  <a:pt x="752218" y="1779"/>
                </a:lnTo>
                <a:lnTo>
                  <a:pt x="749890" y="2324"/>
                </a:lnTo>
                <a:lnTo>
                  <a:pt x="747605" y="2941"/>
                </a:lnTo>
                <a:lnTo>
                  <a:pt x="745362" y="3631"/>
                </a:lnTo>
                <a:lnTo>
                  <a:pt x="743162" y="4394"/>
                </a:lnTo>
                <a:lnTo>
                  <a:pt x="741005" y="5229"/>
                </a:lnTo>
                <a:lnTo>
                  <a:pt x="738890" y="6137"/>
                </a:lnTo>
                <a:lnTo>
                  <a:pt x="736818" y="7118"/>
                </a:lnTo>
                <a:lnTo>
                  <a:pt x="734789" y="8171"/>
                </a:lnTo>
                <a:lnTo>
                  <a:pt x="732802" y="9296"/>
                </a:lnTo>
                <a:lnTo>
                  <a:pt x="730857" y="10495"/>
                </a:lnTo>
                <a:lnTo>
                  <a:pt x="728956" y="11766"/>
                </a:lnTo>
                <a:lnTo>
                  <a:pt x="727097" y="13109"/>
                </a:lnTo>
                <a:lnTo>
                  <a:pt x="725280" y="14526"/>
                </a:lnTo>
                <a:lnTo>
                  <a:pt x="723506" y="16015"/>
                </a:lnTo>
                <a:lnTo>
                  <a:pt x="721775" y="17576"/>
                </a:lnTo>
                <a:lnTo>
                  <a:pt x="720087" y="19210"/>
                </a:lnTo>
                <a:lnTo>
                  <a:pt x="718441" y="20917"/>
                </a:lnTo>
                <a:lnTo>
                  <a:pt x="716850" y="22689"/>
                </a:lnTo>
                <a:lnTo>
                  <a:pt x="715327" y="24520"/>
                </a:lnTo>
                <a:lnTo>
                  <a:pt x="713872" y="26409"/>
                </a:lnTo>
                <a:lnTo>
                  <a:pt x="712484" y="28357"/>
                </a:lnTo>
                <a:lnTo>
                  <a:pt x="711164" y="30364"/>
                </a:lnTo>
                <a:lnTo>
                  <a:pt x="709912" y="32429"/>
                </a:lnTo>
                <a:lnTo>
                  <a:pt x="708727" y="34553"/>
                </a:lnTo>
                <a:lnTo>
                  <a:pt x="707610" y="36736"/>
                </a:lnTo>
                <a:lnTo>
                  <a:pt x="706561" y="38977"/>
                </a:lnTo>
                <a:lnTo>
                  <a:pt x="705579" y="41277"/>
                </a:lnTo>
                <a:lnTo>
                  <a:pt x="704665" y="43636"/>
                </a:lnTo>
                <a:lnTo>
                  <a:pt x="703819" y="46053"/>
                </a:lnTo>
                <a:lnTo>
                  <a:pt x="703041" y="48529"/>
                </a:lnTo>
                <a:lnTo>
                  <a:pt x="702330" y="51064"/>
                </a:lnTo>
                <a:lnTo>
                  <a:pt x="701687" y="53657"/>
                </a:lnTo>
                <a:lnTo>
                  <a:pt x="701112" y="56309"/>
                </a:lnTo>
                <a:lnTo>
                  <a:pt x="700604" y="59019"/>
                </a:lnTo>
                <a:lnTo>
                  <a:pt x="700164" y="61789"/>
                </a:lnTo>
                <a:lnTo>
                  <a:pt x="699792" y="64616"/>
                </a:lnTo>
                <a:lnTo>
                  <a:pt x="699487" y="67503"/>
                </a:lnTo>
                <a:lnTo>
                  <a:pt x="699250" y="70448"/>
                </a:lnTo>
                <a:lnTo>
                  <a:pt x="699081" y="73452"/>
                </a:lnTo>
                <a:lnTo>
                  <a:pt x="698979" y="76514"/>
                </a:lnTo>
                <a:lnTo>
                  <a:pt x="698945" y="79635"/>
                </a:lnTo>
                <a:lnTo>
                  <a:pt x="698979" y="82587"/>
                </a:lnTo>
                <a:lnTo>
                  <a:pt x="699080" y="85486"/>
                </a:lnTo>
                <a:lnTo>
                  <a:pt x="699248" y="88333"/>
                </a:lnTo>
                <a:lnTo>
                  <a:pt x="699484" y="91127"/>
                </a:lnTo>
                <a:lnTo>
                  <a:pt x="699787" y="93868"/>
                </a:lnTo>
                <a:lnTo>
                  <a:pt x="700157" y="96557"/>
                </a:lnTo>
                <a:lnTo>
                  <a:pt x="700595" y="99194"/>
                </a:lnTo>
                <a:lnTo>
                  <a:pt x="701100" y="101778"/>
                </a:lnTo>
                <a:lnTo>
                  <a:pt x="701672" y="104309"/>
                </a:lnTo>
                <a:lnTo>
                  <a:pt x="702312" y="106788"/>
                </a:lnTo>
                <a:lnTo>
                  <a:pt x="703019" y="109214"/>
                </a:lnTo>
                <a:lnTo>
                  <a:pt x="703794" y="111588"/>
                </a:lnTo>
                <a:lnTo>
                  <a:pt x="704635" y="113910"/>
                </a:lnTo>
                <a:lnTo>
                  <a:pt x="705544" y="116179"/>
                </a:lnTo>
                <a:lnTo>
                  <a:pt x="706521" y="118395"/>
                </a:lnTo>
                <a:lnTo>
                  <a:pt x="707564" y="120559"/>
                </a:lnTo>
                <a:lnTo>
                  <a:pt x="708675" y="122670"/>
                </a:lnTo>
                <a:lnTo>
                  <a:pt x="709854" y="124729"/>
                </a:lnTo>
                <a:lnTo>
                  <a:pt x="711099" y="126735"/>
                </a:lnTo>
                <a:lnTo>
                  <a:pt x="712412" y="128688"/>
                </a:lnTo>
                <a:lnTo>
                  <a:pt x="713793" y="130590"/>
                </a:lnTo>
                <a:lnTo>
                  <a:pt x="715240" y="132438"/>
                </a:lnTo>
                <a:lnTo>
                  <a:pt x="716755" y="134234"/>
                </a:lnTo>
                <a:lnTo>
                  <a:pt x="718338" y="135978"/>
                </a:lnTo>
                <a:lnTo>
                  <a:pt x="719972" y="137659"/>
                </a:lnTo>
                <a:lnTo>
                  <a:pt x="721644" y="139269"/>
                </a:lnTo>
                <a:lnTo>
                  <a:pt x="723353" y="140807"/>
                </a:lnTo>
                <a:lnTo>
                  <a:pt x="725100" y="142273"/>
                </a:lnTo>
                <a:lnTo>
                  <a:pt x="726883" y="143669"/>
                </a:lnTo>
                <a:lnTo>
                  <a:pt x="728704" y="144992"/>
                </a:lnTo>
                <a:lnTo>
                  <a:pt x="730562" y="146244"/>
                </a:lnTo>
                <a:lnTo>
                  <a:pt x="732458" y="147425"/>
                </a:lnTo>
                <a:lnTo>
                  <a:pt x="734390" y="148533"/>
                </a:lnTo>
                <a:lnTo>
                  <a:pt x="736360" y="149571"/>
                </a:lnTo>
                <a:lnTo>
                  <a:pt x="738367" y="150537"/>
                </a:lnTo>
                <a:lnTo>
                  <a:pt x="740412" y="151431"/>
                </a:lnTo>
                <a:lnTo>
                  <a:pt x="742493" y="152254"/>
                </a:lnTo>
                <a:lnTo>
                  <a:pt x="744612" y="153005"/>
                </a:lnTo>
                <a:lnTo>
                  <a:pt x="746768" y="153685"/>
                </a:lnTo>
                <a:lnTo>
                  <a:pt x="748962" y="154293"/>
                </a:lnTo>
                <a:lnTo>
                  <a:pt x="751192" y="154829"/>
                </a:lnTo>
                <a:lnTo>
                  <a:pt x="753460" y="155294"/>
                </a:lnTo>
                <a:lnTo>
                  <a:pt x="755765" y="155688"/>
                </a:lnTo>
                <a:lnTo>
                  <a:pt x="758108" y="156010"/>
                </a:lnTo>
                <a:lnTo>
                  <a:pt x="760487" y="156260"/>
                </a:lnTo>
                <a:lnTo>
                  <a:pt x="762904" y="156439"/>
                </a:lnTo>
                <a:lnTo>
                  <a:pt x="765358" y="156546"/>
                </a:lnTo>
                <a:lnTo>
                  <a:pt x="767850" y="156582"/>
                </a:lnTo>
                <a:lnTo>
                  <a:pt x="769864" y="156561"/>
                </a:lnTo>
                <a:lnTo>
                  <a:pt x="771848" y="156498"/>
                </a:lnTo>
                <a:lnTo>
                  <a:pt x="773803" y="156393"/>
                </a:lnTo>
                <a:lnTo>
                  <a:pt x="775728" y="156246"/>
                </a:lnTo>
                <a:lnTo>
                  <a:pt x="777624" y="156057"/>
                </a:lnTo>
                <a:lnTo>
                  <a:pt x="779490" y="155826"/>
                </a:lnTo>
                <a:lnTo>
                  <a:pt x="781326" y="155553"/>
                </a:lnTo>
                <a:lnTo>
                  <a:pt x="783133" y="155239"/>
                </a:lnTo>
                <a:lnTo>
                  <a:pt x="784911" y="154882"/>
                </a:lnTo>
                <a:lnTo>
                  <a:pt x="786659" y="154483"/>
                </a:lnTo>
                <a:lnTo>
                  <a:pt x="788377" y="154042"/>
                </a:lnTo>
                <a:lnTo>
                  <a:pt x="790066" y="153559"/>
                </a:lnTo>
                <a:lnTo>
                  <a:pt x="791725" y="153034"/>
                </a:lnTo>
                <a:lnTo>
                  <a:pt x="793355" y="152468"/>
                </a:lnTo>
                <a:lnTo>
                  <a:pt x="794955" y="151859"/>
                </a:lnTo>
                <a:lnTo>
                  <a:pt x="796526" y="151208"/>
                </a:lnTo>
                <a:lnTo>
                  <a:pt x="798067" y="150515"/>
                </a:lnTo>
                <a:lnTo>
                  <a:pt x="799578" y="149781"/>
                </a:lnTo>
                <a:lnTo>
                  <a:pt x="801060" y="149004"/>
                </a:lnTo>
                <a:lnTo>
                  <a:pt x="802513" y="148185"/>
                </a:lnTo>
                <a:lnTo>
                  <a:pt x="803935" y="147325"/>
                </a:lnTo>
                <a:lnTo>
                  <a:pt x="805329" y="146422"/>
                </a:lnTo>
                <a:lnTo>
                  <a:pt x="806693" y="145477"/>
                </a:lnTo>
                <a:lnTo>
                  <a:pt x="808027" y="144491"/>
                </a:lnTo>
                <a:lnTo>
                  <a:pt x="809331" y="143461"/>
                </a:lnTo>
                <a:lnTo>
                  <a:pt x="810603" y="142386"/>
                </a:lnTo>
                <a:lnTo>
                  <a:pt x="811844" y="141267"/>
                </a:lnTo>
                <a:lnTo>
                  <a:pt x="813054" y="140103"/>
                </a:lnTo>
                <a:lnTo>
                  <a:pt x="814232" y="138895"/>
                </a:lnTo>
                <a:lnTo>
                  <a:pt x="815379" y="137642"/>
                </a:lnTo>
                <a:lnTo>
                  <a:pt x="816495" y="136345"/>
                </a:lnTo>
                <a:lnTo>
                  <a:pt x="817580" y="135004"/>
                </a:lnTo>
                <a:lnTo>
                  <a:pt x="818633" y="133617"/>
                </a:lnTo>
                <a:lnTo>
                  <a:pt x="819654" y="132187"/>
                </a:lnTo>
                <a:lnTo>
                  <a:pt x="820645" y="130711"/>
                </a:lnTo>
                <a:lnTo>
                  <a:pt x="821604" y="129192"/>
                </a:lnTo>
                <a:lnTo>
                  <a:pt x="822532" y="127627"/>
                </a:lnTo>
                <a:lnTo>
                  <a:pt x="823428" y="126019"/>
                </a:lnTo>
                <a:lnTo>
                  <a:pt x="824293" y="124365"/>
                </a:lnTo>
                <a:lnTo>
                  <a:pt x="825127" y="122667"/>
                </a:lnTo>
                <a:lnTo>
                  <a:pt x="825929" y="120925"/>
                </a:lnTo>
                <a:lnTo>
                  <a:pt x="826700" y="119138"/>
                </a:lnTo>
                <a:lnTo>
                  <a:pt x="827440" y="117307"/>
                </a:lnTo>
                <a:lnTo>
                  <a:pt x="828148" y="115431"/>
                </a:lnTo>
                <a:lnTo>
                  <a:pt x="828825" y="113511"/>
                </a:lnTo>
                <a:lnTo>
                  <a:pt x="829471" y="111546"/>
                </a:lnTo>
                <a:lnTo>
                  <a:pt x="830085" y="109536"/>
                </a:lnTo>
                <a:lnTo>
                  <a:pt x="830668" y="107483"/>
                </a:lnTo>
                <a:lnTo>
                  <a:pt x="801064" y="98199"/>
                </a:lnTo>
                <a:lnTo>
                  <a:pt x="800737" y="99572"/>
                </a:lnTo>
                <a:lnTo>
                  <a:pt x="800394" y="100914"/>
                </a:lnTo>
                <a:lnTo>
                  <a:pt x="800033" y="102225"/>
                </a:lnTo>
                <a:lnTo>
                  <a:pt x="799654" y="103506"/>
                </a:lnTo>
                <a:close/>
                <a:moveTo>
                  <a:pt x="1245126" y="44355"/>
                </a:moveTo>
                <a:lnTo>
                  <a:pt x="1231820" y="44355"/>
                </a:lnTo>
                <a:lnTo>
                  <a:pt x="1231820" y="67460"/>
                </a:lnTo>
                <a:lnTo>
                  <a:pt x="1245126" y="67460"/>
                </a:lnTo>
                <a:lnTo>
                  <a:pt x="1245126" y="115219"/>
                </a:lnTo>
                <a:lnTo>
                  <a:pt x="1245128" y="116482"/>
                </a:lnTo>
                <a:lnTo>
                  <a:pt x="1245132" y="117709"/>
                </a:lnTo>
                <a:lnTo>
                  <a:pt x="1245140" y="118900"/>
                </a:lnTo>
                <a:lnTo>
                  <a:pt x="1245152" y="120055"/>
                </a:lnTo>
                <a:lnTo>
                  <a:pt x="1245166" y="121175"/>
                </a:lnTo>
                <a:lnTo>
                  <a:pt x="1245184" y="122259"/>
                </a:lnTo>
                <a:lnTo>
                  <a:pt x="1245205" y="123307"/>
                </a:lnTo>
                <a:lnTo>
                  <a:pt x="1245229" y="124319"/>
                </a:lnTo>
                <a:lnTo>
                  <a:pt x="1245256" y="125295"/>
                </a:lnTo>
                <a:lnTo>
                  <a:pt x="1245287" y="126236"/>
                </a:lnTo>
                <a:lnTo>
                  <a:pt x="1245321" y="127140"/>
                </a:lnTo>
                <a:lnTo>
                  <a:pt x="1245358" y="128009"/>
                </a:lnTo>
                <a:lnTo>
                  <a:pt x="1245398" y="128842"/>
                </a:lnTo>
                <a:lnTo>
                  <a:pt x="1245442" y="129640"/>
                </a:lnTo>
                <a:lnTo>
                  <a:pt x="1245489" y="130401"/>
                </a:lnTo>
                <a:lnTo>
                  <a:pt x="1245539" y="131127"/>
                </a:lnTo>
                <a:lnTo>
                  <a:pt x="1245592" y="131817"/>
                </a:lnTo>
                <a:lnTo>
                  <a:pt x="1245648" y="132471"/>
                </a:lnTo>
                <a:lnTo>
                  <a:pt x="1245708" y="133089"/>
                </a:lnTo>
                <a:lnTo>
                  <a:pt x="1245771" y="133671"/>
                </a:lnTo>
                <a:lnTo>
                  <a:pt x="1245837" y="134218"/>
                </a:lnTo>
                <a:lnTo>
                  <a:pt x="1245906" y="134728"/>
                </a:lnTo>
                <a:lnTo>
                  <a:pt x="1245979" y="135203"/>
                </a:lnTo>
                <a:lnTo>
                  <a:pt x="1246054" y="135643"/>
                </a:lnTo>
                <a:lnTo>
                  <a:pt x="1246152" y="136231"/>
                </a:lnTo>
                <a:lnTo>
                  <a:pt x="1246256" y="136808"/>
                </a:lnTo>
                <a:lnTo>
                  <a:pt x="1246366" y="137376"/>
                </a:lnTo>
                <a:lnTo>
                  <a:pt x="1246483" y="137933"/>
                </a:lnTo>
                <a:lnTo>
                  <a:pt x="1246605" y="138480"/>
                </a:lnTo>
                <a:lnTo>
                  <a:pt x="1246734" y="139017"/>
                </a:lnTo>
                <a:lnTo>
                  <a:pt x="1246870" y="139544"/>
                </a:lnTo>
                <a:lnTo>
                  <a:pt x="1247011" y="140061"/>
                </a:lnTo>
                <a:lnTo>
                  <a:pt x="1247159" y="140567"/>
                </a:lnTo>
                <a:lnTo>
                  <a:pt x="1247313" y="141063"/>
                </a:lnTo>
                <a:lnTo>
                  <a:pt x="1247474" y="141549"/>
                </a:lnTo>
                <a:lnTo>
                  <a:pt x="1247640" y="142025"/>
                </a:lnTo>
                <a:lnTo>
                  <a:pt x="1247813" y="142490"/>
                </a:lnTo>
                <a:lnTo>
                  <a:pt x="1247992" y="142946"/>
                </a:lnTo>
                <a:lnTo>
                  <a:pt x="1248178" y="143391"/>
                </a:lnTo>
                <a:lnTo>
                  <a:pt x="1248369" y="143826"/>
                </a:lnTo>
                <a:lnTo>
                  <a:pt x="1248567" y="144250"/>
                </a:lnTo>
                <a:lnTo>
                  <a:pt x="1248772" y="144665"/>
                </a:lnTo>
                <a:lnTo>
                  <a:pt x="1248982" y="145069"/>
                </a:lnTo>
                <a:lnTo>
                  <a:pt x="1249199" y="145463"/>
                </a:lnTo>
                <a:lnTo>
                  <a:pt x="1249422" y="145847"/>
                </a:lnTo>
                <a:lnTo>
                  <a:pt x="1249651" y="146221"/>
                </a:lnTo>
                <a:lnTo>
                  <a:pt x="1249887" y="146584"/>
                </a:lnTo>
                <a:lnTo>
                  <a:pt x="1250129" y="146937"/>
                </a:lnTo>
                <a:lnTo>
                  <a:pt x="1250380" y="147283"/>
                </a:lnTo>
                <a:lnTo>
                  <a:pt x="1250642" y="147623"/>
                </a:lnTo>
                <a:lnTo>
                  <a:pt x="1250916" y="147958"/>
                </a:lnTo>
                <a:lnTo>
                  <a:pt x="1251202" y="148287"/>
                </a:lnTo>
                <a:lnTo>
                  <a:pt x="1251499" y="148611"/>
                </a:lnTo>
                <a:lnTo>
                  <a:pt x="1251808" y="148930"/>
                </a:lnTo>
                <a:lnTo>
                  <a:pt x="1252129" y="149243"/>
                </a:lnTo>
                <a:lnTo>
                  <a:pt x="1252461" y="149551"/>
                </a:lnTo>
                <a:lnTo>
                  <a:pt x="1252805" y="149853"/>
                </a:lnTo>
                <a:lnTo>
                  <a:pt x="1253161" y="150150"/>
                </a:lnTo>
                <a:lnTo>
                  <a:pt x="1253528" y="150442"/>
                </a:lnTo>
                <a:lnTo>
                  <a:pt x="1253907" y="150728"/>
                </a:lnTo>
                <a:lnTo>
                  <a:pt x="1254297" y="151009"/>
                </a:lnTo>
                <a:lnTo>
                  <a:pt x="1254699" y="151285"/>
                </a:lnTo>
                <a:lnTo>
                  <a:pt x="1255113" y="151555"/>
                </a:lnTo>
                <a:lnTo>
                  <a:pt x="1255538" y="151820"/>
                </a:lnTo>
                <a:lnTo>
                  <a:pt x="1255975" y="152079"/>
                </a:lnTo>
                <a:lnTo>
                  <a:pt x="1256424" y="152333"/>
                </a:lnTo>
                <a:lnTo>
                  <a:pt x="1256884" y="152582"/>
                </a:lnTo>
                <a:lnTo>
                  <a:pt x="1257356" y="152826"/>
                </a:lnTo>
                <a:lnTo>
                  <a:pt x="1257840" y="153064"/>
                </a:lnTo>
                <a:lnTo>
                  <a:pt x="1258335" y="153296"/>
                </a:lnTo>
                <a:lnTo>
                  <a:pt x="1258842" y="153523"/>
                </a:lnTo>
                <a:lnTo>
                  <a:pt x="1259361" y="153745"/>
                </a:lnTo>
                <a:lnTo>
                  <a:pt x="1259888" y="153960"/>
                </a:lnTo>
                <a:lnTo>
                  <a:pt x="1260420" y="154165"/>
                </a:lnTo>
                <a:lnTo>
                  <a:pt x="1260958" y="154362"/>
                </a:lnTo>
                <a:lnTo>
                  <a:pt x="1261501" y="154549"/>
                </a:lnTo>
                <a:lnTo>
                  <a:pt x="1262050" y="154727"/>
                </a:lnTo>
                <a:lnTo>
                  <a:pt x="1262603" y="154896"/>
                </a:lnTo>
                <a:lnTo>
                  <a:pt x="1263163" y="155056"/>
                </a:lnTo>
                <a:lnTo>
                  <a:pt x="1263727" y="155207"/>
                </a:lnTo>
                <a:lnTo>
                  <a:pt x="1264297" y="155348"/>
                </a:lnTo>
                <a:lnTo>
                  <a:pt x="1264873" y="155481"/>
                </a:lnTo>
                <a:lnTo>
                  <a:pt x="1265454" y="155604"/>
                </a:lnTo>
                <a:lnTo>
                  <a:pt x="1266040" y="155718"/>
                </a:lnTo>
                <a:lnTo>
                  <a:pt x="1266631" y="155823"/>
                </a:lnTo>
                <a:lnTo>
                  <a:pt x="1267228" y="155919"/>
                </a:lnTo>
                <a:lnTo>
                  <a:pt x="1267830" y="156006"/>
                </a:lnTo>
                <a:lnTo>
                  <a:pt x="1268438" y="156083"/>
                </a:lnTo>
                <a:lnTo>
                  <a:pt x="1269051" y="156152"/>
                </a:lnTo>
                <a:lnTo>
                  <a:pt x="1269669" y="156211"/>
                </a:lnTo>
                <a:lnTo>
                  <a:pt x="1270293" y="156262"/>
                </a:lnTo>
                <a:lnTo>
                  <a:pt x="1270922" y="156303"/>
                </a:lnTo>
                <a:lnTo>
                  <a:pt x="1271557" y="156335"/>
                </a:lnTo>
                <a:lnTo>
                  <a:pt x="1272196" y="156357"/>
                </a:lnTo>
                <a:lnTo>
                  <a:pt x="1272842" y="156371"/>
                </a:lnTo>
                <a:lnTo>
                  <a:pt x="1273492" y="156376"/>
                </a:lnTo>
                <a:lnTo>
                  <a:pt x="1274553" y="156368"/>
                </a:lnTo>
                <a:lnTo>
                  <a:pt x="1275605" y="156345"/>
                </a:lnTo>
                <a:lnTo>
                  <a:pt x="1276648" y="156308"/>
                </a:lnTo>
                <a:lnTo>
                  <a:pt x="1277681" y="156255"/>
                </a:lnTo>
                <a:lnTo>
                  <a:pt x="1278705" y="156187"/>
                </a:lnTo>
                <a:lnTo>
                  <a:pt x="1279720" y="156104"/>
                </a:lnTo>
                <a:lnTo>
                  <a:pt x="1280725" y="156006"/>
                </a:lnTo>
                <a:lnTo>
                  <a:pt x="1281721" y="155892"/>
                </a:lnTo>
                <a:lnTo>
                  <a:pt x="1282708" y="155764"/>
                </a:lnTo>
                <a:lnTo>
                  <a:pt x="1283685" y="155620"/>
                </a:lnTo>
                <a:lnTo>
                  <a:pt x="1284654" y="155462"/>
                </a:lnTo>
                <a:lnTo>
                  <a:pt x="1285612" y="155288"/>
                </a:lnTo>
                <a:lnTo>
                  <a:pt x="1286562" y="155099"/>
                </a:lnTo>
                <a:lnTo>
                  <a:pt x="1287502" y="154895"/>
                </a:lnTo>
                <a:lnTo>
                  <a:pt x="1288433" y="154676"/>
                </a:lnTo>
                <a:lnTo>
                  <a:pt x="1289354" y="154442"/>
                </a:lnTo>
                <a:lnTo>
                  <a:pt x="1290267" y="154192"/>
                </a:lnTo>
                <a:lnTo>
                  <a:pt x="1291170" y="153928"/>
                </a:lnTo>
                <a:lnTo>
                  <a:pt x="1292063" y="153648"/>
                </a:lnTo>
                <a:lnTo>
                  <a:pt x="1292948" y="153354"/>
                </a:lnTo>
                <a:lnTo>
                  <a:pt x="1293822" y="153044"/>
                </a:lnTo>
                <a:lnTo>
                  <a:pt x="1294688" y="152719"/>
                </a:lnTo>
                <a:lnTo>
                  <a:pt x="1295545" y="152379"/>
                </a:lnTo>
                <a:lnTo>
                  <a:pt x="1296392" y="152024"/>
                </a:lnTo>
                <a:lnTo>
                  <a:pt x="1293916" y="129453"/>
                </a:lnTo>
                <a:lnTo>
                  <a:pt x="1293286" y="129681"/>
                </a:lnTo>
                <a:lnTo>
                  <a:pt x="1292669" y="129898"/>
                </a:lnTo>
                <a:lnTo>
                  <a:pt x="1292064" y="130106"/>
                </a:lnTo>
                <a:lnTo>
                  <a:pt x="1291472" y="130304"/>
                </a:lnTo>
                <a:lnTo>
                  <a:pt x="1290892" y="130493"/>
                </a:lnTo>
                <a:lnTo>
                  <a:pt x="1290325" y="130672"/>
                </a:lnTo>
                <a:lnTo>
                  <a:pt x="1289770" y="130841"/>
                </a:lnTo>
                <a:lnTo>
                  <a:pt x="1289228" y="131001"/>
                </a:lnTo>
                <a:lnTo>
                  <a:pt x="1288699" y="131151"/>
                </a:lnTo>
                <a:lnTo>
                  <a:pt x="1288182" y="131291"/>
                </a:lnTo>
                <a:lnTo>
                  <a:pt x="1287677" y="131421"/>
                </a:lnTo>
                <a:lnTo>
                  <a:pt x="1287185" y="131542"/>
                </a:lnTo>
                <a:lnTo>
                  <a:pt x="1286706" y="131653"/>
                </a:lnTo>
                <a:lnTo>
                  <a:pt x="1286239" y="131755"/>
                </a:lnTo>
                <a:lnTo>
                  <a:pt x="1285785" y="131847"/>
                </a:lnTo>
                <a:lnTo>
                  <a:pt x="1285343" y="131929"/>
                </a:lnTo>
                <a:lnTo>
                  <a:pt x="1284914" y="132002"/>
                </a:lnTo>
                <a:lnTo>
                  <a:pt x="1284497" y="132064"/>
                </a:lnTo>
                <a:lnTo>
                  <a:pt x="1284093" y="132118"/>
                </a:lnTo>
                <a:lnTo>
                  <a:pt x="1283701" y="132161"/>
                </a:lnTo>
                <a:lnTo>
                  <a:pt x="1283322" y="132195"/>
                </a:lnTo>
                <a:lnTo>
                  <a:pt x="1282956" y="132219"/>
                </a:lnTo>
                <a:lnTo>
                  <a:pt x="1282602" y="132234"/>
                </a:lnTo>
                <a:lnTo>
                  <a:pt x="1282260" y="132239"/>
                </a:lnTo>
                <a:lnTo>
                  <a:pt x="1282021" y="132236"/>
                </a:lnTo>
                <a:lnTo>
                  <a:pt x="1281785" y="132229"/>
                </a:lnTo>
                <a:lnTo>
                  <a:pt x="1281552" y="132216"/>
                </a:lnTo>
                <a:lnTo>
                  <a:pt x="1281322" y="132199"/>
                </a:lnTo>
                <a:lnTo>
                  <a:pt x="1281095" y="132176"/>
                </a:lnTo>
                <a:lnTo>
                  <a:pt x="1280871" y="132148"/>
                </a:lnTo>
                <a:lnTo>
                  <a:pt x="1280650" y="132116"/>
                </a:lnTo>
                <a:lnTo>
                  <a:pt x="1280432" y="132078"/>
                </a:lnTo>
                <a:lnTo>
                  <a:pt x="1280217" y="132036"/>
                </a:lnTo>
                <a:lnTo>
                  <a:pt x="1280005" y="131988"/>
                </a:lnTo>
                <a:lnTo>
                  <a:pt x="1279797" y="131936"/>
                </a:lnTo>
                <a:lnTo>
                  <a:pt x="1279591" y="131878"/>
                </a:lnTo>
                <a:lnTo>
                  <a:pt x="1279388" y="131816"/>
                </a:lnTo>
                <a:lnTo>
                  <a:pt x="1279189" y="131748"/>
                </a:lnTo>
                <a:lnTo>
                  <a:pt x="1278992" y="131676"/>
                </a:lnTo>
                <a:lnTo>
                  <a:pt x="1278799" y="131598"/>
                </a:lnTo>
                <a:lnTo>
                  <a:pt x="1278608" y="131516"/>
                </a:lnTo>
                <a:lnTo>
                  <a:pt x="1278421" y="131428"/>
                </a:lnTo>
                <a:lnTo>
                  <a:pt x="1278237" y="131335"/>
                </a:lnTo>
                <a:lnTo>
                  <a:pt x="1278055" y="131238"/>
                </a:lnTo>
                <a:lnTo>
                  <a:pt x="1277877" y="131135"/>
                </a:lnTo>
                <a:lnTo>
                  <a:pt x="1277702" y="131028"/>
                </a:lnTo>
                <a:lnTo>
                  <a:pt x="1277530" y="130915"/>
                </a:lnTo>
                <a:lnTo>
                  <a:pt x="1277360" y="130798"/>
                </a:lnTo>
                <a:lnTo>
                  <a:pt x="1277195" y="130676"/>
                </a:lnTo>
                <a:lnTo>
                  <a:pt x="1277035" y="130552"/>
                </a:lnTo>
                <a:lnTo>
                  <a:pt x="1276880" y="130425"/>
                </a:lnTo>
                <a:lnTo>
                  <a:pt x="1276730" y="130295"/>
                </a:lnTo>
                <a:lnTo>
                  <a:pt x="1276585" y="130163"/>
                </a:lnTo>
                <a:lnTo>
                  <a:pt x="1276445" y="130028"/>
                </a:lnTo>
                <a:lnTo>
                  <a:pt x="1276310" y="129890"/>
                </a:lnTo>
                <a:lnTo>
                  <a:pt x="1276180" y="129750"/>
                </a:lnTo>
                <a:lnTo>
                  <a:pt x="1276055" y="129607"/>
                </a:lnTo>
                <a:lnTo>
                  <a:pt x="1275935" y="129461"/>
                </a:lnTo>
                <a:lnTo>
                  <a:pt x="1275820" y="129313"/>
                </a:lnTo>
                <a:lnTo>
                  <a:pt x="1275710" y="129162"/>
                </a:lnTo>
                <a:lnTo>
                  <a:pt x="1275605" y="129008"/>
                </a:lnTo>
                <a:lnTo>
                  <a:pt x="1275505" y="128852"/>
                </a:lnTo>
                <a:lnTo>
                  <a:pt x="1275410" y="128693"/>
                </a:lnTo>
                <a:lnTo>
                  <a:pt x="1275320" y="128531"/>
                </a:lnTo>
                <a:lnTo>
                  <a:pt x="1275235" y="128367"/>
                </a:lnTo>
                <a:lnTo>
                  <a:pt x="1275156" y="128200"/>
                </a:lnTo>
                <a:lnTo>
                  <a:pt x="1275081" y="128030"/>
                </a:lnTo>
                <a:lnTo>
                  <a:pt x="1275011" y="127858"/>
                </a:lnTo>
                <a:lnTo>
                  <a:pt x="1274946" y="127683"/>
                </a:lnTo>
                <a:lnTo>
                  <a:pt x="1274886" y="127506"/>
                </a:lnTo>
                <a:lnTo>
                  <a:pt x="1274831" y="127325"/>
                </a:lnTo>
                <a:lnTo>
                  <a:pt x="1274782" y="127142"/>
                </a:lnTo>
                <a:lnTo>
                  <a:pt x="1274735" y="126938"/>
                </a:lnTo>
                <a:lnTo>
                  <a:pt x="1274691" y="126696"/>
                </a:lnTo>
                <a:lnTo>
                  <a:pt x="1274649" y="126414"/>
                </a:lnTo>
                <a:lnTo>
                  <a:pt x="1274608" y="126094"/>
                </a:lnTo>
                <a:lnTo>
                  <a:pt x="1274570" y="125735"/>
                </a:lnTo>
                <a:lnTo>
                  <a:pt x="1274533" y="125337"/>
                </a:lnTo>
                <a:lnTo>
                  <a:pt x="1274499" y="124900"/>
                </a:lnTo>
                <a:lnTo>
                  <a:pt x="1274466" y="124424"/>
                </a:lnTo>
                <a:lnTo>
                  <a:pt x="1274436" y="123910"/>
                </a:lnTo>
                <a:lnTo>
                  <a:pt x="1274407" y="123357"/>
                </a:lnTo>
                <a:lnTo>
                  <a:pt x="1274381" y="122765"/>
                </a:lnTo>
                <a:lnTo>
                  <a:pt x="1274356" y="122134"/>
                </a:lnTo>
                <a:lnTo>
                  <a:pt x="1274333" y="121464"/>
                </a:lnTo>
                <a:lnTo>
                  <a:pt x="1274313" y="120756"/>
                </a:lnTo>
                <a:lnTo>
                  <a:pt x="1274294" y="120009"/>
                </a:lnTo>
                <a:lnTo>
                  <a:pt x="1274277" y="119223"/>
                </a:lnTo>
                <a:lnTo>
                  <a:pt x="1274263" y="118398"/>
                </a:lnTo>
                <a:lnTo>
                  <a:pt x="1274250" y="117534"/>
                </a:lnTo>
                <a:lnTo>
                  <a:pt x="1274239" y="116632"/>
                </a:lnTo>
                <a:lnTo>
                  <a:pt x="1274230" y="115691"/>
                </a:lnTo>
                <a:lnTo>
                  <a:pt x="1274223" y="114711"/>
                </a:lnTo>
                <a:lnTo>
                  <a:pt x="1274218" y="113692"/>
                </a:lnTo>
                <a:lnTo>
                  <a:pt x="1274215" y="112634"/>
                </a:lnTo>
                <a:lnTo>
                  <a:pt x="1274214" y="111538"/>
                </a:lnTo>
                <a:lnTo>
                  <a:pt x="1274214" y="67460"/>
                </a:lnTo>
                <a:lnTo>
                  <a:pt x="1294019" y="67460"/>
                </a:lnTo>
                <a:lnTo>
                  <a:pt x="1294019" y="44355"/>
                </a:lnTo>
                <a:lnTo>
                  <a:pt x="1274214" y="44355"/>
                </a:lnTo>
                <a:lnTo>
                  <a:pt x="1274214" y="5364"/>
                </a:lnTo>
                <a:lnTo>
                  <a:pt x="1245126" y="22487"/>
                </a:lnTo>
                <a:lnTo>
                  <a:pt x="1245126" y="44355"/>
                </a:lnTo>
                <a:close/>
                <a:moveTo>
                  <a:pt x="1214362" y="82741"/>
                </a:moveTo>
                <a:lnTo>
                  <a:pt x="1214343" y="81755"/>
                </a:lnTo>
                <a:lnTo>
                  <a:pt x="1214318" y="80790"/>
                </a:lnTo>
                <a:lnTo>
                  <a:pt x="1214287" y="79845"/>
                </a:lnTo>
                <a:lnTo>
                  <a:pt x="1214251" y="78920"/>
                </a:lnTo>
                <a:lnTo>
                  <a:pt x="1214209" y="78016"/>
                </a:lnTo>
                <a:lnTo>
                  <a:pt x="1214162" y="77132"/>
                </a:lnTo>
                <a:lnTo>
                  <a:pt x="1214110" y="76269"/>
                </a:lnTo>
                <a:lnTo>
                  <a:pt x="1214051" y="75426"/>
                </a:lnTo>
                <a:lnTo>
                  <a:pt x="1213987" y="74603"/>
                </a:lnTo>
                <a:lnTo>
                  <a:pt x="1213918" y="73801"/>
                </a:lnTo>
                <a:lnTo>
                  <a:pt x="1213843" y="73020"/>
                </a:lnTo>
                <a:lnTo>
                  <a:pt x="1213763" y="72258"/>
                </a:lnTo>
                <a:lnTo>
                  <a:pt x="1213676" y="71517"/>
                </a:lnTo>
                <a:lnTo>
                  <a:pt x="1213585" y="70797"/>
                </a:lnTo>
                <a:lnTo>
                  <a:pt x="1213488" y="70097"/>
                </a:lnTo>
                <a:lnTo>
                  <a:pt x="1213385" y="69417"/>
                </a:lnTo>
                <a:lnTo>
                  <a:pt x="1213277" y="68758"/>
                </a:lnTo>
                <a:lnTo>
                  <a:pt x="1213163" y="68119"/>
                </a:lnTo>
                <a:lnTo>
                  <a:pt x="1213044" y="67501"/>
                </a:lnTo>
                <a:lnTo>
                  <a:pt x="1212919" y="66903"/>
                </a:lnTo>
                <a:lnTo>
                  <a:pt x="1212788" y="66326"/>
                </a:lnTo>
                <a:lnTo>
                  <a:pt x="1212651" y="65761"/>
                </a:lnTo>
                <a:lnTo>
                  <a:pt x="1212505" y="65201"/>
                </a:lnTo>
                <a:lnTo>
                  <a:pt x="1212350" y="64646"/>
                </a:lnTo>
                <a:lnTo>
                  <a:pt x="1212187" y="64096"/>
                </a:lnTo>
                <a:lnTo>
                  <a:pt x="1212015" y="63552"/>
                </a:lnTo>
                <a:lnTo>
                  <a:pt x="1211834" y="63012"/>
                </a:lnTo>
                <a:lnTo>
                  <a:pt x="1211645" y="62477"/>
                </a:lnTo>
                <a:lnTo>
                  <a:pt x="1211447" y="61947"/>
                </a:lnTo>
                <a:lnTo>
                  <a:pt x="1211241" y="61423"/>
                </a:lnTo>
                <a:lnTo>
                  <a:pt x="1211026" y="60903"/>
                </a:lnTo>
                <a:lnTo>
                  <a:pt x="1210803" y="60388"/>
                </a:lnTo>
                <a:lnTo>
                  <a:pt x="1210571" y="59879"/>
                </a:lnTo>
                <a:lnTo>
                  <a:pt x="1210330" y="59374"/>
                </a:lnTo>
                <a:lnTo>
                  <a:pt x="1210081" y="58874"/>
                </a:lnTo>
                <a:lnTo>
                  <a:pt x="1209823" y="58380"/>
                </a:lnTo>
                <a:lnTo>
                  <a:pt x="1209556" y="57890"/>
                </a:lnTo>
                <a:lnTo>
                  <a:pt x="1209281" y="57406"/>
                </a:lnTo>
                <a:lnTo>
                  <a:pt x="1208997" y="56926"/>
                </a:lnTo>
                <a:lnTo>
                  <a:pt x="1208705" y="56451"/>
                </a:lnTo>
                <a:lnTo>
                  <a:pt x="1208404" y="55982"/>
                </a:lnTo>
                <a:lnTo>
                  <a:pt x="1208095" y="55517"/>
                </a:lnTo>
                <a:lnTo>
                  <a:pt x="1207777" y="55058"/>
                </a:lnTo>
                <a:lnTo>
                  <a:pt x="1207450" y="54603"/>
                </a:lnTo>
                <a:lnTo>
                  <a:pt x="1207115" y="54154"/>
                </a:lnTo>
                <a:lnTo>
                  <a:pt x="1206769" y="53710"/>
                </a:lnTo>
                <a:lnTo>
                  <a:pt x="1206409" y="53273"/>
                </a:lnTo>
                <a:lnTo>
                  <a:pt x="1206036" y="52843"/>
                </a:lnTo>
                <a:lnTo>
                  <a:pt x="1205649" y="52419"/>
                </a:lnTo>
                <a:lnTo>
                  <a:pt x="1205249" y="52002"/>
                </a:lnTo>
                <a:lnTo>
                  <a:pt x="1204836" y="51591"/>
                </a:lnTo>
                <a:lnTo>
                  <a:pt x="1204409" y="51187"/>
                </a:lnTo>
                <a:lnTo>
                  <a:pt x="1203969" y="50790"/>
                </a:lnTo>
                <a:lnTo>
                  <a:pt x="1203515" y="50399"/>
                </a:lnTo>
                <a:lnTo>
                  <a:pt x="1203048" y="50015"/>
                </a:lnTo>
                <a:lnTo>
                  <a:pt x="1202568" y="49638"/>
                </a:lnTo>
                <a:lnTo>
                  <a:pt x="1202074" y="49267"/>
                </a:lnTo>
                <a:lnTo>
                  <a:pt x="1201566" y="48903"/>
                </a:lnTo>
                <a:lnTo>
                  <a:pt x="1201045" y="48545"/>
                </a:lnTo>
                <a:lnTo>
                  <a:pt x="1200511" y="48195"/>
                </a:lnTo>
                <a:lnTo>
                  <a:pt x="1199963" y="47850"/>
                </a:lnTo>
                <a:lnTo>
                  <a:pt x="1199402" y="47513"/>
                </a:lnTo>
                <a:lnTo>
                  <a:pt x="1198828" y="47182"/>
                </a:lnTo>
                <a:lnTo>
                  <a:pt x="1198240" y="46857"/>
                </a:lnTo>
                <a:lnTo>
                  <a:pt x="1197638" y="46539"/>
                </a:lnTo>
                <a:lnTo>
                  <a:pt x="1197023" y="46228"/>
                </a:lnTo>
                <a:lnTo>
                  <a:pt x="1196395" y="45924"/>
                </a:lnTo>
                <a:lnTo>
                  <a:pt x="1195753" y="45626"/>
                </a:lnTo>
                <a:lnTo>
                  <a:pt x="1195098" y="45335"/>
                </a:lnTo>
                <a:lnTo>
                  <a:pt x="1194433" y="45053"/>
                </a:lnTo>
                <a:lnTo>
                  <a:pt x="1193763" y="44783"/>
                </a:lnTo>
                <a:lnTo>
                  <a:pt x="1193087" y="44525"/>
                </a:lnTo>
                <a:lnTo>
                  <a:pt x="1192405" y="44279"/>
                </a:lnTo>
                <a:lnTo>
                  <a:pt x="1191717" y="44045"/>
                </a:lnTo>
                <a:lnTo>
                  <a:pt x="1191024" y="43823"/>
                </a:lnTo>
                <a:lnTo>
                  <a:pt x="1190324" y="43613"/>
                </a:lnTo>
                <a:lnTo>
                  <a:pt x="1189620" y="43415"/>
                </a:lnTo>
                <a:lnTo>
                  <a:pt x="1188909" y="43229"/>
                </a:lnTo>
                <a:lnTo>
                  <a:pt x="1188193" y="43055"/>
                </a:lnTo>
                <a:lnTo>
                  <a:pt x="1187471" y="42893"/>
                </a:lnTo>
                <a:lnTo>
                  <a:pt x="1186743" y="42743"/>
                </a:lnTo>
                <a:lnTo>
                  <a:pt x="1186009" y="42605"/>
                </a:lnTo>
                <a:lnTo>
                  <a:pt x="1185270" y="42479"/>
                </a:lnTo>
                <a:lnTo>
                  <a:pt x="1184525" y="42365"/>
                </a:lnTo>
                <a:lnTo>
                  <a:pt x="1183774" y="42263"/>
                </a:lnTo>
                <a:lnTo>
                  <a:pt x="1183018" y="42173"/>
                </a:lnTo>
                <a:lnTo>
                  <a:pt x="1182256" y="42095"/>
                </a:lnTo>
                <a:lnTo>
                  <a:pt x="1181488" y="42029"/>
                </a:lnTo>
                <a:lnTo>
                  <a:pt x="1180714" y="41975"/>
                </a:lnTo>
                <a:lnTo>
                  <a:pt x="1179935" y="41933"/>
                </a:lnTo>
                <a:lnTo>
                  <a:pt x="1179150" y="41903"/>
                </a:lnTo>
                <a:lnTo>
                  <a:pt x="1178359" y="41885"/>
                </a:lnTo>
                <a:lnTo>
                  <a:pt x="1177562" y="41879"/>
                </a:lnTo>
                <a:lnTo>
                  <a:pt x="1175762" y="41911"/>
                </a:lnTo>
                <a:lnTo>
                  <a:pt x="1173987" y="42008"/>
                </a:lnTo>
                <a:lnTo>
                  <a:pt x="1172237" y="42169"/>
                </a:lnTo>
                <a:lnTo>
                  <a:pt x="1170514" y="42395"/>
                </a:lnTo>
                <a:lnTo>
                  <a:pt x="1168816" y="42685"/>
                </a:lnTo>
                <a:lnTo>
                  <a:pt x="1167144" y="43039"/>
                </a:lnTo>
                <a:lnTo>
                  <a:pt x="1165498" y="43458"/>
                </a:lnTo>
                <a:lnTo>
                  <a:pt x="1163878" y="43942"/>
                </a:lnTo>
                <a:lnTo>
                  <a:pt x="1162283" y="44490"/>
                </a:lnTo>
                <a:lnTo>
                  <a:pt x="1160715" y="45102"/>
                </a:lnTo>
                <a:lnTo>
                  <a:pt x="1159172" y="45779"/>
                </a:lnTo>
                <a:lnTo>
                  <a:pt x="1157654" y="46521"/>
                </a:lnTo>
                <a:lnTo>
                  <a:pt x="1156163" y="47327"/>
                </a:lnTo>
                <a:lnTo>
                  <a:pt x="1154697" y="48197"/>
                </a:lnTo>
                <a:lnTo>
                  <a:pt x="1153258" y="49132"/>
                </a:lnTo>
                <a:lnTo>
                  <a:pt x="1151844" y="50131"/>
                </a:lnTo>
                <a:lnTo>
                  <a:pt x="1150455" y="51195"/>
                </a:lnTo>
                <a:lnTo>
                  <a:pt x="1149093" y="52323"/>
                </a:lnTo>
                <a:lnTo>
                  <a:pt x="1147756" y="53516"/>
                </a:lnTo>
                <a:lnTo>
                  <a:pt x="1146445" y="54773"/>
                </a:lnTo>
                <a:lnTo>
                  <a:pt x="1145160" y="56094"/>
                </a:lnTo>
                <a:lnTo>
                  <a:pt x="1143901" y="57480"/>
                </a:lnTo>
                <a:lnTo>
                  <a:pt x="1142668" y="58931"/>
                </a:lnTo>
                <a:lnTo>
                  <a:pt x="1141460" y="60446"/>
                </a:lnTo>
                <a:lnTo>
                  <a:pt x="1141460" y="44355"/>
                </a:lnTo>
                <a:lnTo>
                  <a:pt x="1114538" y="44355"/>
                </a:lnTo>
                <a:lnTo>
                  <a:pt x="1114538" y="153900"/>
                </a:lnTo>
                <a:lnTo>
                  <a:pt x="1143523" y="153900"/>
                </a:lnTo>
                <a:lnTo>
                  <a:pt x="1143523" y="104343"/>
                </a:lnTo>
                <a:lnTo>
                  <a:pt x="1143527" y="102834"/>
                </a:lnTo>
                <a:lnTo>
                  <a:pt x="1143538" y="101366"/>
                </a:lnTo>
                <a:lnTo>
                  <a:pt x="1143558" y="99938"/>
                </a:lnTo>
                <a:lnTo>
                  <a:pt x="1143584" y="98550"/>
                </a:lnTo>
                <a:lnTo>
                  <a:pt x="1143619" y="97202"/>
                </a:lnTo>
                <a:lnTo>
                  <a:pt x="1143662" y="95894"/>
                </a:lnTo>
                <a:lnTo>
                  <a:pt x="1143712" y="94626"/>
                </a:lnTo>
                <a:lnTo>
                  <a:pt x="1143769" y="93398"/>
                </a:lnTo>
                <a:lnTo>
                  <a:pt x="1143835" y="92210"/>
                </a:lnTo>
                <a:lnTo>
                  <a:pt x="1143908" y="91062"/>
                </a:lnTo>
                <a:lnTo>
                  <a:pt x="1143989" y="89955"/>
                </a:lnTo>
                <a:lnTo>
                  <a:pt x="1144077" y="88887"/>
                </a:lnTo>
                <a:lnTo>
                  <a:pt x="1144174" y="87860"/>
                </a:lnTo>
                <a:lnTo>
                  <a:pt x="1144278" y="86872"/>
                </a:lnTo>
                <a:lnTo>
                  <a:pt x="1144389" y="85925"/>
                </a:lnTo>
                <a:lnTo>
                  <a:pt x="1144509" y="85018"/>
                </a:lnTo>
                <a:lnTo>
                  <a:pt x="1144636" y="84151"/>
                </a:lnTo>
                <a:lnTo>
                  <a:pt x="1144770" y="83324"/>
                </a:lnTo>
                <a:lnTo>
                  <a:pt x="1144913" y="82537"/>
                </a:lnTo>
                <a:lnTo>
                  <a:pt x="1145063" y="81790"/>
                </a:lnTo>
                <a:lnTo>
                  <a:pt x="1145221" y="81083"/>
                </a:lnTo>
                <a:lnTo>
                  <a:pt x="1145386" y="80416"/>
                </a:lnTo>
                <a:lnTo>
                  <a:pt x="1145560" y="79790"/>
                </a:lnTo>
                <a:lnTo>
                  <a:pt x="1145741" y="79203"/>
                </a:lnTo>
                <a:lnTo>
                  <a:pt x="1145932" y="78641"/>
                </a:lnTo>
                <a:lnTo>
                  <a:pt x="1146136" y="78088"/>
                </a:lnTo>
                <a:lnTo>
                  <a:pt x="1146354" y="77545"/>
                </a:lnTo>
                <a:lnTo>
                  <a:pt x="1146584" y="77011"/>
                </a:lnTo>
                <a:lnTo>
                  <a:pt x="1146828" y="76486"/>
                </a:lnTo>
                <a:lnTo>
                  <a:pt x="1147085" y="75970"/>
                </a:lnTo>
                <a:lnTo>
                  <a:pt x="1147355" y="75464"/>
                </a:lnTo>
                <a:lnTo>
                  <a:pt x="1147637" y="74967"/>
                </a:lnTo>
                <a:lnTo>
                  <a:pt x="1147933" y="74479"/>
                </a:lnTo>
                <a:lnTo>
                  <a:pt x="1148242" y="74001"/>
                </a:lnTo>
                <a:lnTo>
                  <a:pt x="1148564" y="73532"/>
                </a:lnTo>
                <a:lnTo>
                  <a:pt x="1148900" y="73072"/>
                </a:lnTo>
                <a:lnTo>
                  <a:pt x="1149248" y="72622"/>
                </a:lnTo>
                <a:lnTo>
                  <a:pt x="1149609" y="72181"/>
                </a:lnTo>
                <a:lnTo>
                  <a:pt x="1149983" y="71749"/>
                </a:lnTo>
                <a:lnTo>
                  <a:pt x="1150371" y="71327"/>
                </a:lnTo>
                <a:lnTo>
                  <a:pt x="1150771" y="70913"/>
                </a:lnTo>
                <a:lnTo>
                  <a:pt x="1151185" y="70510"/>
                </a:lnTo>
                <a:lnTo>
                  <a:pt x="1151612" y="70115"/>
                </a:lnTo>
                <a:lnTo>
                  <a:pt x="1152051" y="69730"/>
                </a:lnTo>
                <a:lnTo>
                  <a:pt x="1152504" y="69354"/>
                </a:lnTo>
                <a:lnTo>
                  <a:pt x="1152970" y="68987"/>
                </a:lnTo>
                <a:lnTo>
                  <a:pt x="1153449" y="68630"/>
                </a:lnTo>
                <a:lnTo>
                  <a:pt x="1153941" y="68282"/>
                </a:lnTo>
                <a:lnTo>
                  <a:pt x="1154442" y="67946"/>
                </a:lnTo>
                <a:lnTo>
                  <a:pt x="1154949" y="67624"/>
                </a:lnTo>
                <a:lnTo>
                  <a:pt x="1155461" y="67316"/>
                </a:lnTo>
                <a:lnTo>
                  <a:pt x="1155978" y="67022"/>
                </a:lnTo>
                <a:lnTo>
                  <a:pt x="1156501" y="66743"/>
                </a:lnTo>
                <a:lnTo>
                  <a:pt x="1157029" y="66478"/>
                </a:lnTo>
                <a:lnTo>
                  <a:pt x="1157563" y="66228"/>
                </a:lnTo>
                <a:lnTo>
                  <a:pt x="1158101" y="65992"/>
                </a:lnTo>
                <a:lnTo>
                  <a:pt x="1158646" y="65770"/>
                </a:lnTo>
                <a:lnTo>
                  <a:pt x="1159195" y="65562"/>
                </a:lnTo>
                <a:lnTo>
                  <a:pt x="1159750" y="65369"/>
                </a:lnTo>
                <a:lnTo>
                  <a:pt x="1160311" y="65190"/>
                </a:lnTo>
                <a:lnTo>
                  <a:pt x="1160876" y="65025"/>
                </a:lnTo>
                <a:lnTo>
                  <a:pt x="1161447" y="64875"/>
                </a:lnTo>
                <a:lnTo>
                  <a:pt x="1162024" y="64739"/>
                </a:lnTo>
                <a:lnTo>
                  <a:pt x="1162606" y="64618"/>
                </a:lnTo>
                <a:lnTo>
                  <a:pt x="1163193" y="64510"/>
                </a:lnTo>
                <a:lnTo>
                  <a:pt x="1163785" y="64417"/>
                </a:lnTo>
                <a:lnTo>
                  <a:pt x="1164383" y="64338"/>
                </a:lnTo>
                <a:lnTo>
                  <a:pt x="1164987" y="64274"/>
                </a:lnTo>
                <a:lnTo>
                  <a:pt x="1165595" y="64224"/>
                </a:lnTo>
                <a:lnTo>
                  <a:pt x="1166209" y="64188"/>
                </a:lnTo>
                <a:lnTo>
                  <a:pt x="1166829" y="64167"/>
                </a:lnTo>
                <a:lnTo>
                  <a:pt x="1167454" y="64159"/>
                </a:lnTo>
                <a:lnTo>
                  <a:pt x="1167941" y="64164"/>
                </a:lnTo>
                <a:lnTo>
                  <a:pt x="1168422" y="64179"/>
                </a:lnTo>
                <a:lnTo>
                  <a:pt x="1168897" y="64204"/>
                </a:lnTo>
                <a:lnTo>
                  <a:pt x="1169366" y="64240"/>
                </a:lnTo>
                <a:lnTo>
                  <a:pt x="1169830" y="64285"/>
                </a:lnTo>
                <a:lnTo>
                  <a:pt x="1170287" y="64340"/>
                </a:lnTo>
                <a:lnTo>
                  <a:pt x="1170739" y="64405"/>
                </a:lnTo>
                <a:lnTo>
                  <a:pt x="1171184" y="64480"/>
                </a:lnTo>
                <a:lnTo>
                  <a:pt x="1171624" y="64565"/>
                </a:lnTo>
                <a:lnTo>
                  <a:pt x="1172058" y="64660"/>
                </a:lnTo>
                <a:lnTo>
                  <a:pt x="1172486" y="64765"/>
                </a:lnTo>
                <a:lnTo>
                  <a:pt x="1172908" y="64881"/>
                </a:lnTo>
                <a:lnTo>
                  <a:pt x="1173324" y="65006"/>
                </a:lnTo>
                <a:lnTo>
                  <a:pt x="1173734" y="65141"/>
                </a:lnTo>
                <a:lnTo>
                  <a:pt x="1174138" y="65286"/>
                </a:lnTo>
                <a:lnTo>
                  <a:pt x="1174537" y="65442"/>
                </a:lnTo>
                <a:lnTo>
                  <a:pt x="1174929" y="65607"/>
                </a:lnTo>
                <a:lnTo>
                  <a:pt x="1175316" y="65782"/>
                </a:lnTo>
                <a:lnTo>
                  <a:pt x="1175696" y="65968"/>
                </a:lnTo>
                <a:lnTo>
                  <a:pt x="1176071" y="66163"/>
                </a:lnTo>
                <a:lnTo>
                  <a:pt x="1176440" y="66368"/>
                </a:lnTo>
                <a:lnTo>
                  <a:pt x="1176803" y="66584"/>
                </a:lnTo>
                <a:lnTo>
                  <a:pt x="1177160" y="66809"/>
                </a:lnTo>
                <a:lnTo>
                  <a:pt x="1177511" y="67044"/>
                </a:lnTo>
                <a:lnTo>
                  <a:pt x="1177855" y="67289"/>
                </a:lnTo>
                <a:lnTo>
                  <a:pt x="1178191" y="67541"/>
                </a:lnTo>
                <a:lnTo>
                  <a:pt x="1178519" y="67802"/>
                </a:lnTo>
                <a:lnTo>
                  <a:pt x="1178839" y="68070"/>
                </a:lnTo>
                <a:lnTo>
                  <a:pt x="1179151" y="68347"/>
                </a:lnTo>
                <a:lnTo>
                  <a:pt x="1179455" y="68632"/>
                </a:lnTo>
                <a:lnTo>
                  <a:pt x="1179750" y="68924"/>
                </a:lnTo>
                <a:lnTo>
                  <a:pt x="1180038" y="69225"/>
                </a:lnTo>
                <a:lnTo>
                  <a:pt x="1180318" y="69534"/>
                </a:lnTo>
                <a:lnTo>
                  <a:pt x="1180589" y="69851"/>
                </a:lnTo>
                <a:lnTo>
                  <a:pt x="1180853" y="70176"/>
                </a:lnTo>
                <a:lnTo>
                  <a:pt x="1181108" y="70509"/>
                </a:lnTo>
                <a:lnTo>
                  <a:pt x="1181356" y="70850"/>
                </a:lnTo>
                <a:lnTo>
                  <a:pt x="1181595" y="71199"/>
                </a:lnTo>
                <a:lnTo>
                  <a:pt x="1181826" y="71556"/>
                </a:lnTo>
                <a:lnTo>
                  <a:pt x="1182049" y="71921"/>
                </a:lnTo>
                <a:lnTo>
                  <a:pt x="1182265" y="72294"/>
                </a:lnTo>
                <a:lnTo>
                  <a:pt x="1182472" y="72676"/>
                </a:lnTo>
                <a:lnTo>
                  <a:pt x="1182671" y="73065"/>
                </a:lnTo>
                <a:lnTo>
                  <a:pt x="1182862" y="73462"/>
                </a:lnTo>
                <a:lnTo>
                  <a:pt x="1183045" y="73868"/>
                </a:lnTo>
                <a:lnTo>
                  <a:pt x="1183220" y="74281"/>
                </a:lnTo>
                <a:lnTo>
                  <a:pt x="1183386" y="74702"/>
                </a:lnTo>
                <a:lnTo>
                  <a:pt x="1183545" y="75132"/>
                </a:lnTo>
                <a:lnTo>
                  <a:pt x="1183697" y="75587"/>
                </a:lnTo>
                <a:lnTo>
                  <a:pt x="1183842" y="76086"/>
                </a:lnTo>
                <a:lnTo>
                  <a:pt x="1183980" y="76628"/>
                </a:lnTo>
                <a:lnTo>
                  <a:pt x="1184112" y="77214"/>
                </a:lnTo>
                <a:lnTo>
                  <a:pt x="1184238" y="77843"/>
                </a:lnTo>
                <a:lnTo>
                  <a:pt x="1184357" y="78516"/>
                </a:lnTo>
                <a:lnTo>
                  <a:pt x="1184470" y="79232"/>
                </a:lnTo>
                <a:lnTo>
                  <a:pt x="1184577" y="79992"/>
                </a:lnTo>
                <a:lnTo>
                  <a:pt x="1184677" y="80795"/>
                </a:lnTo>
                <a:lnTo>
                  <a:pt x="1184770" y="81641"/>
                </a:lnTo>
                <a:lnTo>
                  <a:pt x="1184857" y="82531"/>
                </a:lnTo>
                <a:lnTo>
                  <a:pt x="1184938" y="83465"/>
                </a:lnTo>
                <a:lnTo>
                  <a:pt x="1185012" y="84442"/>
                </a:lnTo>
                <a:lnTo>
                  <a:pt x="1185080" y="85462"/>
                </a:lnTo>
                <a:lnTo>
                  <a:pt x="1185141" y="86526"/>
                </a:lnTo>
                <a:lnTo>
                  <a:pt x="1185196" y="87633"/>
                </a:lnTo>
                <a:lnTo>
                  <a:pt x="1185244" y="88784"/>
                </a:lnTo>
                <a:lnTo>
                  <a:pt x="1185286" y="89978"/>
                </a:lnTo>
                <a:lnTo>
                  <a:pt x="1185321" y="91216"/>
                </a:lnTo>
                <a:lnTo>
                  <a:pt x="1185350" y="92497"/>
                </a:lnTo>
                <a:lnTo>
                  <a:pt x="1185373" y="93822"/>
                </a:lnTo>
                <a:lnTo>
                  <a:pt x="1185389" y="95190"/>
                </a:lnTo>
                <a:lnTo>
                  <a:pt x="1185399" y="96602"/>
                </a:lnTo>
                <a:lnTo>
                  <a:pt x="1185402" y="98057"/>
                </a:lnTo>
                <a:lnTo>
                  <a:pt x="1185402" y="153900"/>
                </a:lnTo>
                <a:lnTo>
                  <a:pt x="1214387" y="153900"/>
                </a:lnTo>
                <a:lnTo>
                  <a:pt x="1214387" y="85821"/>
                </a:lnTo>
                <a:lnTo>
                  <a:pt x="1214384" y="84774"/>
                </a:lnTo>
                <a:lnTo>
                  <a:pt x="1214376" y="83747"/>
                </a:lnTo>
                <a:lnTo>
                  <a:pt x="1214362" y="82741"/>
                </a:lnTo>
                <a:close/>
                <a:moveTo>
                  <a:pt x="1380783" y="45675"/>
                </a:moveTo>
                <a:lnTo>
                  <a:pt x="1380006" y="45305"/>
                </a:lnTo>
                <a:lnTo>
                  <a:pt x="1379227" y="44954"/>
                </a:lnTo>
                <a:lnTo>
                  <a:pt x="1378446" y="44622"/>
                </a:lnTo>
                <a:lnTo>
                  <a:pt x="1377662" y="44309"/>
                </a:lnTo>
                <a:lnTo>
                  <a:pt x="1376876" y="44014"/>
                </a:lnTo>
                <a:lnTo>
                  <a:pt x="1376087" y="43739"/>
                </a:lnTo>
                <a:lnTo>
                  <a:pt x="1375296" y="43483"/>
                </a:lnTo>
                <a:lnTo>
                  <a:pt x="1374502" y="43246"/>
                </a:lnTo>
                <a:lnTo>
                  <a:pt x="1373705" y="43027"/>
                </a:lnTo>
                <a:lnTo>
                  <a:pt x="1372907" y="42828"/>
                </a:lnTo>
                <a:lnTo>
                  <a:pt x="1372105" y="42648"/>
                </a:lnTo>
                <a:lnTo>
                  <a:pt x="1371301" y="42486"/>
                </a:lnTo>
                <a:lnTo>
                  <a:pt x="1370495" y="42344"/>
                </a:lnTo>
                <a:lnTo>
                  <a:pt x="1369686" y="42221"/>
                </a:lnTo>
                <a:lnTo>
                  <a:pt x="1368875" y="42116"/>
                </a:lnTo>
                <a:lnTo>
                  <a:pt x="1368061" y="42031"/>
                </a:lnTo>
                <a:lnTo>
                  <a:pt x="1367244" y="41964"/>
                </a:lnTo>
                <a:lnTo>
                  <a:pt x="1366425" y="41917"/>
                </a:lnTo>
                <a:lnTo>
                  <a:pt x="1365604" y="41888"/>
                </a:lnTo>
                <a:lnTo>
                  <a:pt x="1364780" y="41879"/>
                </a:lnTo>
                <a:lnTo>
                  <a:pt x="1364198" y="41885"/>
                </a:lnTo>
                <a:lnTo>
                  <a:pt x="1363621" y="41903"/>
                </a:lnTo>
                <a:lnTo>
                  <a:pt x="1363050" y="41934"/>
                </a:lnTo>
                <a:lnTo>
                  <a:pt x="1362483" y="41976"/>
                </a:lnTo>
                <a:lnTo>
                  <a:pt x="1361922" y="42031"/>
                </a:lnTo>
                <a:lnTo>
                  <a:pt x="1361366" y="42098"/>
                </a:lnTo>
                <a:lnTo>
                  <a:pt x="1360816" y="42177"/>
                </a:lnTo>
                <a:lnTo>
                  <a:pt x="1360270" y="42269"/>
                </a:lnTo>
                <a:lnTo>
                  <a:pt x="1359730" y="42372"/>
                </a:lnTo>
                <a:lnTo>
                  <a:pt x="1359194" y="42488"/>
                </a:lnTo>
                <a:lnTo>
                  <a:pt x="1358664" y="42616"/>
                </a:lnTo>
                <a:lnTo>
                  <a:pt x="1358140" y="42756"/>
                </a:lnTo>
                <a:lnTo>
                  <a:pt x="1357620" y="42908"/>
                </a:lnTo>
                <a:lnTo>
                  <a:pt x="1357106" y="43072"/>
                </a:lnTo>
                <a:lnTo>
                  <a:pt x="1356596" y="43249"/>
                </a:lnTo>
                <a:lnTo>
                  <a:pt x="1356092" y="43438"/>
                </a:lnTo>
                <a:lnTo>
                  <a:pt x="1355594" y="43639"/>
                </a:lnTo>
                <a:lnTo>
                  <a:pt x="1355100" y="43852"/>
                </a:lnTo>
                <a:lnTo>
                  <a:pt x="1354612" y="44077"/>
                </a:lnTo>
                <a:lnTo>
                  <a:pt x="1354128" y="44314"/>
                </a:lnTo>
                <a:lnTo>
                  <a:pt x="1353650" y="44564"/>
                </a:lnTo>
                <a:lnTo>
                  <a:pt x="1353177" y="44826"/>
                </a:lnTo>
                <a:lnTo>
                  <a:pt x="1352710" y="45100"/>
                </a:lnTo>
                <a:lnTo>
                  <a:pt x="1352247" y="45386"/>
                </a:lnTo>
                <a:lnTo>
                  <a:pt x="1351785" y="45691"/>
                </a:lnTo>
                <a:lnTo>
                  <a:pt x="1351318" y="46023"/>
                </a:lnTo>
                <a:lnTo>
                  <a:pt x="1350846" y="46381"/>
                </a:lnTo>
                <a:lnTo>
                  <a:pt x="1350369" y="46764"/>
                </a:lnTo>
                <a:lnTo>
                  <a:pt x="1349887" y="47174"/>
                </a:lnTo>
                <a:lnTo>
                  <a:pt x="1349401" y="47610"/>
                </a:lnTo>
                <a:lnTo>
                  <a:pt x="1348910" y="48072"/>
                </a:lnTo>
                <a:lnTo>
                  <a:pt x="1348413" y="48561"/>
                </a:lnTo>
                <a:lnTo>
                  <a:pt x="1347912" y="49075"/>
                </a:lnTo>
                <a:lnTo>
                  <a:pt x="1347407" y="49616"/>
                </a:lnTo>
                <a:lnTo>
                  <a:pt x="1346896" y="50183"/>
                </a:lnTo>
                <a:lnTo>
                  <a:pt x="1346381" y="50776"/>
                </a:lnTo>
                <a:lnTo>
                  <a:pt x="1345860" y="51395"/>
                </a:lnTo>
                <a:lnTo>
                  <a:pt x="1345335" y="52040"/>
                </a:lnTo>
                <a:lnTo>
                  <a:pt x="1344805" y="52711"/>
                </a:lnTo>
                <a:lnTo>
                  <a:pt x="1344270" y="53409"/>
                </a:lnTo>
                <a:lnTo>
                  <a:pt x="1343731" y="54133"/>
                </a:lnTo>
                <a:lnTo>
                  <a:pt x="1343186" y="54882"/>
                </a:lnTo>
                <a:lnTo>
                  <a:pt x="1342637" y="55658"/>
                </a:lnTo>
                <a:lnTo>
                  <a:pt x="1342083" y="56460"/>
                </a:lnTo>
                <a:lnTo>
                  <a:pt x="1341524" y="57289"/>
                </a:lnTo>
                <a:lnTo>
                  <a:pt x="1340960" y="58143"/>
                </a:lnTo>
                <a:lnTo>
                  <a:pt x="1340391" y="59024"/>
                </a:lnTo>
                <a:lnTo>
                  <a:pt x="1339818" y="59930"/>
                </a:lnTo>
                <a:lnTo>
                  <a:pt x="1339818" y="44355"/>
                </a:lnTo>
                <a:lnTo>
                  <a:pt x="1312895" y="44355"/>
                </a:lnTo>
                <a:lnTo>
                  <a:pt x="1312895" y="153900"/>
                </a:lnTo>
                <a:lnTo>
                  <a:pt x="1341881" y="153900"/>
                </a:lnTo>
                <a:lnTo>
                  <a:pt x="1341881" y="120067"/>
                </a:lnTo>
                <a:lnTo>
                  <a:pt x="1341885" y="117771"/>
                </a:lnTo>
                <a:lnTo>
                  <a:pt x="1341897" y="115541"/>
                </a:lnTo>
                <a:lnTo>
                  <a:pt x="1341918" y="113378"/>
                </a:lnTo>
                <a:lnTo>
                  <a:pt x="1341948" y="111282"/>
                </a:lnTo>
                <a:lnTo>
                  <a:pt x="1341986" y="109252"/>
                </a:lnTo>
                <a:lnTo>
                  <a:pt x="1342032" y="107289"/>
                </a:lnTo>
                <a:lnTo>
                  <a:pt x="1342087" y="105393"/>
                </a:lnTo>
                <a:lnTo>
                  <a:pt x="1342150" y="103563"/>
                </a:lnTo>
                <a:lnTo>
                  <a:pt x="1342221" y="101800"/>
                </a:lnTo>
                <a:lnTo>
                  <a:pt x="1342301" y="100103"/>
                </a:lnTo>
                <a:lnTo>
                  <a:pt x="1342390" y="98473"/>
                </a:lnTo>
                <a:lnTo>
                  <a:pt x="1342487" y="96910"/>
                </a:lnTo>
                <a:lnTo>
                  <a:pt x="1342592" y="95413"/>
                </a:lnTo>
                <a:lnTo>
                  <a:pt x="1342705" y="93983"/>
                </a:lnTo>
                <a:lnTo>
                  <a:pt x="1342827" y="92619"/>
                </a:lnTo>
                <a:lnTo>
                  <a:pt x="1342958" y="91322"/>
                </a:lnTo>
                <a:lnTo>
                  <a:pt x="1343097" y="90092"/>
                </a:lnTo>
                <a:lnTo>
                  <a:pt x="1343244" y="88928"/>
                </a:lnTo>
                <a:lnTo>
                  <a:pt x="1343400" y="87831"/>
                </a:lnTo>
                <a:lnTo>
                  <a:pt x="1343564" y="86801"/>
                </a:lnTo>
                <a:lnTo>
                  <a:pt x="1343736" y="85837"/>
                </a:lnTo>
                <a:lnTo>
                  <a:pt x="1343917" y="84940"/>
                </a:lnTo>
                <a:lnTo>
                  <a:pt x="1344107" y="84109"/>
                </a:lnTo>
                <a:lnTo>
                  <a:pt x="1344305" y="83345"/>
                </a:lnTo>
                <a:lnTo>
                  <a:pt x="1344510" y="82624"/>
                </a:lnTo>
                <a:lnTo>
                  <a:pt x="1344721" y="81922"/>
                </a:lnTo>
                <a:lnTo>
                  <a:pt x="1344939" y="81238"/>
                </a:lnTo>
                <a:lnTo>
                  <a:pt x="1345163" y="80573"/>
                </a:lnTo>
                <a:lnTo>
                  <a:pt x="1345393" y="79927"/>
                </a:lnTo>
                <a:lnTo>
                  <a:pt x="1345629" y="79300"/>
                </a:lnTo>
                <a:lnTo>
                  <a:pt x="1345872" y="78692"/>
                </a:lnTo>
                <a:lnTo>
                  <a:pt x="1346121" y="78102"/>
                </a:lnTo>
                <a:lnTo>
                  <a:pt x="1346376" y="77531"/>
                </a:lnTo>
                <a:lnTo>
                  <a:pt x="1346638" y="76979"/>
                </a:lnTo>
                <a:lnTo>
                  <a:pt x="1346906" y="76446"/>
                </a:lnTo>
                <a:lnTo>
                  <a:pt x="1347180" y="75931"/>
                </a:lnTo>
                <a:lnTo>
                  <a:pt x="1347460" y="75436"/>
                </a:lnTo>
                <a:lnTo>
                  <a:pt x="1347747" y="74959"/>
                </a:lnTo>
                <a:lnTo>
                  <a:pt x="1348040" y="74501"/>
                </a:lnTo>
                <a:lnTo>
                  <a:pt x="1348339" y="74062"/>
                </a:lnTo>
                <a:lnTo>
                  <a:pt x="1348644" y="73641"/>
                </a:lnTo>
                <a:lnTo>
                  <a:pt x="1348956" y="73240"/>
                </a:lnTo>
                <a:lnTo>
                  <a:pt x="1349274" y="72857"/>
                </a:lnTo>
                <a:lnTo>
                  <a:pt x="1349598" y="72493"/>
                </a:lnTo>
                <a:lnTo>
                  <a:pt x="1349929" y="72148"/>
                </a:lnTo>
                <a:lnTo>
                  <a:pt x="1350265" y="71822"/>
                </a:lnTo>
                <a:lnTo>
                  <a:pt x="1350609" y="71514"/>
                </a:lnTo>
                <a:lnTo>
                  <a:pt x="1350958" y="71225"/>
                </a:lnTo>
                <a:lnTo>
                  <a:pt x="1351313" y="70952"/>
                </a:lnTo>
                <a:lnTo>
                  <a:pt x="1351676" y="70690"/>
                </a:lnTo>
                <a:lnTo>
                  <a:pt x="1352044" y="70439"/>
                </a:lnTo>
                <a:lnTo>
                  <a:pt x="1352419" y="70201"/>
                </a:lnTo>
                <a:lnTo>
                  <a:pt x="1352801" y="69974"/>
                </a:lnTo>
                <a:lnTo>
                  <a:pt x="1353188" y="69759"/>
                </a:lnTo>
                <a:lnTo>
                  <a:pt x="1353583" y="69555"/>
                </a:lnTo>
                <a:lnTo>
                  <a:pt x="1353984" y="69363"/>
                </a:lnTo>
                <a:lnTo>
                  <a:pt x="1354391" y="69182"/>
                </a:lnTo>
                <a:lnTo>
                  <a:pt x="1354804" y="69014"/>
                </a:lnTo>
                <a:lnTo>
                  <a:pt x="1355225" y="68856"/>
                </a:lnTo>
                <a:lnTo>
                  <a:pt x="1355651" y="68711"/>
                </a:lnTo>
                <a:lnTo>
                  <a:pt x="1356084" y="68577"/>
                </a:lnTo>
                <a:lnTo>
                  <a:pt x="1356524" y="68455"/>
                </a:lnTo>
                <a:lnTo>
                  <a:pt x="1356970" y="68344"/>
                </a:lnTo>
                <a:lnTo>
                  <a:pt x="1357422" y="68245"/>
                </a:lnTo>
                <a:lnTo>
                  <a:pt x="1357881" y="68158"/>
                </a:lnTo>
                <a:lnTo>
                  <a:pt x="1358346" y="68082"/>
                </a:lnTo>
                <a:lnTo>
                  <a:pt x="1358818" y="68018"/>
                </a:lnTo>
                <a:lnTo>
                  <a:pt x="1359296" y="67966"/>
                </a:lnTo>
                <a:lnTo>
                  <a:pt x="1359780" y="67925"/>
                </a:lnTo>
                <a:lnTo>
                  <a:pt x="1360271" y="67896"/>
                </a:lnTo>
                <a:lnTo>
                  <a:pt x="1360769" y="67879"/>
                </a:lnTo>
                <a:lnTo>
                  <a:pt x="1361273" y="67873"/>
                </a:lnTo>
                <a:lnTo>
                  <a:pt x="1361799" y="67881"/>
                </a:lnTo>
                <a:lnTo>
                  <a:pt x="1362329" y="67906"/>
                </a:lnTo>
                <a:lnTo>
                  <a:pt x="1362862" y="67947"/>
                </a:lnTo>
                <a:lnTo>
                  <a:pt x="1363399" y="68005"/>
                </a:lnTo>
                <a:lnTo>
                  <a:pt x="1363939" y="68079"/>
                </a:lnTo>
                <a:lnTo>
                  <a:pt x="1364483" y="68169"/>
                </a:lnTo>
                <a:lnTo>
                  <a:pt x="1365031" y="68276"/>
                </a:lnTo>
                <a:lnTo>
                  <a:pt x="1365582" y="68400"/>
                </a:lnTo>
                <a:lnTo>
                  <a:pt x="1366137" y="68540"/>
                </a:lnTo>
                <a:lnTo>
                  <a:pt x="1366695" y="68697"/>
                </a:lnTo>
                <a:lnTo>
                  <a:pt x="1367257" y="68870"/>
                </a:lnTo>
                <a:lnTo>
                  <a:pt x="1367823" y="69059"/>
                </a:lnTo>
                <a:lnTo>
                  <a:pt x="1368392" y="69265"/>
                </a:lnTo>
                <a:lnTo>
                  <a:pt x="1368965" y="69487"/>
                </a:lnTo>
                <a:lnTo>
                  <a:pt x="1369541" y="69726"/>
                </a:lnTo>
                <a:lnTo>
                  <a:pt x="1370121" y="69982"/>
                </a:lnTo>
                <a:lnTo>
                  <a:pt x="1370704" y="70254"/>
                </a:lnTo>
                <a:lnTo>
                  <a:pt x="1371291" y="70542"/>
                </a:lnTo>
                <a:lnTo>
                  <a:pt x="1371882" y="70847"/>
                </a:lnTo>
                <a:lnTo>
                  <a:pt x="1372476" y="71168"/>
                </a:lnTo>
                <a:lnTo>
                  <a:pt x="1373074" y="71506"/>
                </a:lnTo>
                <a:lnTo>
                  <a:pt x="1373675" y="71860"/>
                </a:lnTo>
                <a:lnTo>
                  <a:pt x="1374280" y="72231"/>
                </a:lnTo>
                <a:lnTo>
                  <a:pt x="1374889" y="72618"/>
                </a:lnTo>
                <a:lnTo>
                  <a:pt x="1383812" y="47488"/>
                </a:lnTo>
                <a:lnTo>
                  <a:pt x="1424298" y="154313"/>
                </a:lnTo>
                <a:lnTo>
                  <a:pt x="1424079" y="155072"/>
                </a:lnTo>
                <a:lnTo>
                  <a:pt x="1423852" y="155820"/>
                </a:lnTo>
                <a:lnTo>
                  <a:pt x="1423618" y="156557"/>
                </a:lnTo>
                <a:lnTo>
                  <a:pt x="1423375" y="157283"/>
                </a:lnTo>
                <a:lnTo>
                  <a:pt x="1423125" y="157997"/>
                </a:lnTo>
                <a:lnTo>
                  <a:pt x="1422867" y="158700"/>
                </a:lnTo>
                <a:lnTo>
                  <a:pt x="1422600" y="159391"/>
                </a:lnTo>
                <a:lnTo>
                  <a:pt x="1422326" y="160072"/>
                </a:lnTo>
                <a:lnTo>
                  <a:pt x="1422045" y="160741"/>
                </a:lnTo>
                <a:lnTo>
                  <a:pt x="1421755" y="161399"/>
                </a:lnTo>
                <a:lnTo>
                  <a:pt x="1421457" y="162045"/>
                </a:lnTo>
                <a:lnTo>
                  <a:pt x="1421152" y="162681"/>
                </a:lnTo>
                <a:lnTo>
                  <a:pt x="1420838" y="163305"/>
                </a:lnTo>
                <a:lnTo>
                  <a:pt x="1420517" y="163917"/>
                </a:lnTo>
                <a:lnTo>
                  <a:pt x="1420188" y="164519"/>
                </a:lnTo>
                <a:lnTo>
                  <a:pt x="1419851" y="165109"/>
                </a:lnTo>
                <a:lnTo>
                  <a:pt x="1419506" y="165688"/>
                </a:lnTo>
                <a:lnTo>
                  <a:pt x="1419153" y="166256"/>
                </a:lnTo>
                <a:lnTo>
                  <a:pt x="1418792" y="166812"/>
                </a:lnTo>
                <a:lnTo>
                  <a:pt x="1418424" y="167357"/>
                </a:lnTo>
                <a:lnTo>
                  <a:pt x="1418047" y="167891"/>
                </a:lnTo>
                <a:lnTo>
                  <a:pt x="1417663" y="168413"/>
                </a:lnTo>
                <a:lnTo>
                  <a:pt x="1417271" y="168924"/>
                </a:lnTo>
                <a:lnTo>
                  <a:pt x="1416871" y="169424"/>
                </a:lnTo>
                <a:lnTo>
                  <a:pt x="1416458" y="169908"/>
                </a:lnTo>
                <a:lnTo>
                  <a:pt x="1416026" y="170372"/>
                </a:lnTo>
                <a:lnTo>
                  <a:pt x="1415577" y="170814"/>
                </a:lnTo>
                <a:lnTo>
                  <a:pt x="1415109" y="171236"/>
                </a:lnTo>
                <a:lnTo>
                  <a:pt x="1414623" y="171638"/>
                </a:lnTo>
                <a:lnTo>
                  <a:pt x="1414118" y="172019"/>
                </a:lnTo>
                <a:lnTo>
                  <a:pt x="1413595" y="172379"/>
                </a:lnTo>
                <a:lnTo>
                  <a:pt x="1413054" y="172719"/>
                </a:lnTo>
                <a:lnTo>
                  <a:pt x="1412495" y="173038"/>
                </a:lnTo>
                <a:lnTo>
                  <a:pt x="1411918" y="173337"/>
                </a:lnTo>
                <a:lnTo>
                  <a:pt x="1411322" y="173615"/>
                </a:lnTo>
                <a:lnTo>
                  <a:pt x="1410708" y="173873"/>
                </a:lnTo>
                <a:lnTo>
                  <a:pt x="1410075" y="174109"/>
                </a:lnTo>
                <a:lnTo>
                  <a:pt x="1409425" y="174326"/>
                </a:lnTo>
                <a:lnTo>
                  <a:pt x="1408756" y="174521"/>
                </a:lnTo>
                <a:lnTo>
                  <a:pt x="1408069" y="174696"/>
                </a:lnTo>
                <a:lnTo>
                  <a:pt x="1407363" y="174851"/>
                </a:lnTo>
                <a:lnTo>
                  <a:pt x="1406640" y="174985"/>
                </a:lnTo>
                <a:lnTo>
                  <a:pt x="1405898" y="175098"/>
                </a:lnTo>
                <a:lnTo>
                  <a:pt x="1405138" y="175191"/>
                </a:lnTo>
                <a:lnTo>
                  <a:pt x="1404359" y="175263"/>
                </a:lnTo>
                <a:lnTo>
                  <a:pt x="1403562" y="175314"/>
                </a:lnTo>
                <a:lnTo>
                  <a:pt x="1402747" y="175345"/>
                </a:lnTo>
                <a:lnTo>
                  <a:pt x="1401914" y="175355"/>
                </a:lnTo>
                <a:lnTo>
                  <a:pt x="1401456" y="175353"/>
                </a:lnTo>
                <a:lnTo>
                  <a:pt x="1400994" y="175346"/>
                </a:lnTo>
                <a:lnTo>
                  <a:pt x="1400526" y="175334"/>
                </a:lnTo>
                <a:lnTo>
                  <a:pt x="1400055" y="175318"/>
                </a:lnTo>
                <a:lnTo>
                  <a:pt x="1399578" y="175297"/>
                </a:lnTo>
                <a:lnTo>
                  <a:pt x="1399097" y="175272"/>
                </a:lnTo>
                <a:lnTo>
                  <a:pt x="1398611" y="175241"/>
                </a:lnTo>
                <a:lnTo>
                  <a:pt x="1398121" y="175206"/>
                </a:lnTo>
                <a:lnTo>
                  <a:pt x="1397625" y="175167"/>
                </a:lnTo>
                <a:lnTo>
                  <a:pt x="1397126" y="175123"/>
                </a:lnTo>
                <a:lnTo>
                  <a:pt x="1396621" y="175074"/>
                </a:lnTo>
                <a:lnTo>
                  <a:pt x="1396112" y="175020"/>
                </a:lnTo>
                <a:lnTo>
                  <a:pt x="1395598" y="174962"/>
                </a:lnTo>
                <a:lnTo>
                  <a:pt x="1395080" y="174899"/>
                </a:lnTo>
                <a:lnTo>
                  <a:pt x="1394557" y="174832"/>
                </a:lnTo>
                <a:lnTo>
                  <a:pt x="1394029" y="174759"/>
                </a:lnTo>
                <a:lnTo>
                  <a:pt x="1393496" y="174683"/>
                </a:lnTo>
                <a:lnTo>
                  <a:pt x="1392959" y="174601"/>
                </a:lnTo>
                <a:lnTo>
                  <a:pt x="1392418" y="174515"/>
                </a:lnTo>
                <a:lnTo>
                  <a:pt x="1391871" y="174424"/>
                </a:lnTo>
                <a:lnTo>
                  <a:pt x="1391320" y="174329"/>
                </a:lnTo>
                <a:lnTo>
                  <a:pt x="1390765" y="174229"/>
                </a:lnTo>
                <a:lnTo>
                  <a:pt x="1390204" y="174124"/>
                </a:lnTo>
                <a:lnTo>
                  <a:pt x="1389639" y="174014"/>
                </a:lnTo>
                <a:lnTo>
                  <a:pt x="1392218" y="196707"/>
                </a:lnTo>
                <a:lnTo>
                  <a:pt x="1392889" y="196851"/>
                </a:lnTo>
                <a:lnTo>
                  <a:pt x="1393561" y="196988"/>
                </a:lnTo>
                <a:lnTo>
                  <a:pt x="1394234" y="197118"/>
                </a:lnTo>
                <a:lnTo>
                  <a:pt x="1394909" y="197243"/>
                </a:lnTo>
                <a:lnTo>
                  <a:pt x="1395584" y="197362"/>
                </a:lnTo>
                <a:lnTo>
                  <a:pt x="1396260" y="197475"/>
                </a:lnTo>
                <a:lnTo>
                  <a:pt x="1396938" y="197581"/>
                </a:lnTo>
                <a:lnTo>
                  <a:pt x="1397616" y="197682"/>
                </a:lnTo>
                <a:lnTo>
                  <a:pt x="1398296" y="197776"/>
                </a:lnTo>
                <a:lnTo>
                  <a:pt x="1398977" y="197864"/>
                </a:lnTo>
                <a:lnTo>
                  <a:pt x="1399658" y="197946"/>
                </a:lnTo>
                <a:lnTo>
                  <a:pt x="1400341" y="198023"/>
                </a:lnTo>
                <a:lnTo>
                  <a:pt x="1401025" y="198093"/>
                </a:lnTo>
                <a:lnTo>
                  <a:pt x="1401710" y="198157"/>
                </a:lnTo>
                <a:lnTo>
                  <a:pt x="1402396" y="198214"/>
                </a:lnTo>
                <a:lnTo>
                  <a:pt x="1403083" y="198266"/>
                </a:lnTo>
                <a:lnTo>
                  <a:pt x="1403771" y="198312"/>
                </a:lnTo>
                <a:lnTo>
                  <a:pt x="1404461" y="198351"/>
                </a:lnTo>
                <a:lnTo>
                  <a:pt x="1405151" y="198385"/>
                </a:lnTo>
                <a:lnTo>
                  <a:pt x="1405842" y="198412"/>
                </a:lnTo>
                <a:lnTo>
                  <a:pt x="1406535" y="198434"/>
                </a:lnTo>
                <a:lnTo>
                  <a:pt x="1407229" y="198449"/>
                </a:lnTo>
                <a:lnTo>
                  <a:pt x="1407923" y="198458"/>
                </a:lnTo>
                <a:lnTo>
                  <a:pt x="1408619" y="198461"/>
                </a:lnTo>
                <a:lnTo>
                  <a:pt x="1409304" y="198458"/>
                </a:lnTo>
                <a:lnTo>
                  <a:pt x="1409982" y="198449"/>
                </a:lnTo>
                <a:lnTo>
                  <a:pt x="1410655" y="198434"/>
                </a:lnTo>
                <a:lnTo>
                  <a:pt x="1411322" y="198412"/>
                </a:lnTo>
                <a:lnTo>
                  <a:pt x="1411983" y="198385"/>
                </a:lnTo>
                <a:lnTo>
                  <a:pt x="1412639" y="198351"/>
                </a:lnTo>
                <a:lnTo>
                  <a:pt x="1413288" y="198312"/>
                </a:lnTo>
                <a:lnTo>
                  <a:pt x="1413931" y="198266"/>
                </a:lnTo>
                <a:lnTo>
                  <a:pt x="1414569" y="198214"/>
                </a:lnTo>
                <a:lnTo>
                  <a:pt x="1415200" y="198157"/>
                </a:lnTo>
                <a:lnTo>
                  <a:pt x="1415826" y="198093"/>
                </a:lnTo>
                <a:lnTo>
                  <a:pt x="1416445" y="198023"/>
                </a:lnTo>
                <a:lnTo>
                  <a:pt x="1417059" y="197946"/>
                </a:lnTo>
                <a:lnTo>
                  <a:pt x="1417667" y="197864"/>
                </a:lnTo>
                <a:lnTo>
                  <a:pt x="1418269" y="197776"/>
                </a:lnTo>
                <a:lnTo>
                  <a:pt x="1418865" y="197682"/>
                </a:lnTo>
                <a:lnTo>
                  <a:pt x="1419455" y="197581"/>
                </a:lnTo>
                <a:lnTo>
                  <a:pt x="1420040" y="197475"/>
                </a:lnTo>
                <a:lnTo>
                  <a:pt x="1420618" y="197362"/>
                </a:lnTo>
                <a:lnTo>
                  <a:pt x="1421190" y="197243"/>
                </a:lnTo>
                <a:lnTo>
                  <a:pt x="1421757" y="197118"/>
                </a:lnTo>
                <a:lnTo>
                  <a:pt x="1422317" y="196988"/>
                </a:lnTo>
                <a:lnTo>
                  <a:pt x="1422872" y="196851"/>
                </a:lnTo>
                <a:lnTo>
                  <a:pt x="1423421" y="196707"/>
                </a:lnTo>
                <a:lnTo>
                  <a:pt x="1423963" y="196559"/>
                </a:lnTo>
                <a:lnTo>
                  <a:pt x="1424498" y="196405"/>
                </a:lnTo>
                <a:lnTo>
                  <a:pt x="1425026" y="196247"/>
                </a:lnTo>
                <a:lnTo>
                  <a:pt x="1425547" y="196084"/>
                </a:lnTo>
                <a:lnTo>
                  <a:pt x="1426061" y="195916"/>
                </a:lnTo>
                <a:lnTo>
                  <a:pt x="1426567" y="195744"/>
                </a:lnTo>
                <a:lnTo>
                  <a:pt x="1427066" y="195566"/>
                </a:lnTo>
                <a:lnTo>
                  <a:pt x="1427558" y="195384"/>
                </a:lnTo>
                <a:lnTo>
                  <a:pt x="1428043" y="195196"/>
                </a:lnTo>
                <a:lnTo>
                  <a:pt x="1428521" y="195004"/>
                </a:lnTo>
                <a:lnTo>
                  <a:pt x="1428992" y="194807"/>
                </a:lnTo>
                <a:lnTo>
                  <a:pt x="1429455" y="194606"/>
                </a:lnTo>
                <a:lnTo>
                  <a:pt x="1429912" y="194399"/>
                </a:lnTo>
                <a:lnTo>
                  <a:pt x="1430361" y="194188"/>
                </a:lnTo>
                <a:lnTo>
                  <a:pt x="1430803" y="193972"/>
                </a:lnTo>
                <a:lnTo>
                  <a:pt x="1431237" y="193750"/>
                </a:lnTo>
                <a:lnTo>
                  <a:pt x="1431665" y="193525"/>
                </a:lnTo>
                <a:lnTo>
                  <a:pt x="1432086" y="193294"/>
                </a:lnTo>
                <a:lnTo>
                  <a:pt x="1432499" y="193058"/>
                </a:lnTo>
                <a:lnTo>
                  <a:pt x="1432905" y="192818"/>
                </a:lnTo>
                <a:lnTo>
                  <a:pt x="1433304" y="192573"/>
                </a:lnTo>
                <a:lnTo>
                  <a:pt x="1433696" y="192322"/>
                </a:lnTo>
                <a:lnTo>
                  <a:pt x="1434081" y="192068"/>
                </a:lnTo>
                <a:lnTo>
                  <a:pt x="1434458" y="191808"/>
                </a:lnTo>
                <a:lnTo>
                  <a:pt x="1434830" y="191542"/>
                </a:lnTo>
                <a:lnTo>
                  <a:pt x="1435199" y="191270"/>
                </a:lnTo>
                <a:lnTo>
                  <a:pt x="1435564" y="190991"/>
                </a:lnTo>
                <a:lnTo>
                  <a:pt x="1435925" y="190706"/>
                </a:lnTo>
                <a:lnTo>
                  <a:pt x="1436283" y="190414"/>
                </a:lnTo>
                <a:lnTo>
                  <a:pt x="1436637" y="190115"/>
                </a:lnTo>
                <a:lnTo>
                  <a:pt x="1436988" y="189810"/>
                </a:lnTo>
                <a:lnTo>
                  <a:pt x="1437335" y="189498"/>
                </a:lnTo>
                <a:lnTo>
                  <a:pt x="1437678" y="189180"/>
                </a:lnTo>
                <a:lnTo>
                  <a:pt x="1438018" y="188855"/>
                </a:lnTo>
                <a:lnTo>
                  <a:pt x="1438354" y="188523"/>
                </a:lnTo>
                <a:lnTo>
                  <a:pt x="1438687" y="188185"/>
                </a:lnTo>
                <a:lnTo>
                  <a:pt x="1439016" y="187840"/>
                </a:lnTo>
                <a:lnTo>
                  <a:pt x="1439342" y="187488"/>
                </a:lnTo>
                <a:lnTo>
                  <a:pt x="1439664" y="187130"/>
                </a:lnTo>
                <a:lnTo>
                  <a:pt x="1439982" y="186765"/>
                </a:lnTo>
                <a:lnTo>
                  <a:pt x="1440297" y="186393"/>
                </a:lnTo>
                <a:lnTo>
                  <a:pt x="1440608" y="186015"/>
                </a:lnTo>
                <a:lnTo>
                  <a:pt x="1440916" y="185631"/>
                </a:lnTo>
                <a:lnTo>
                  <a:pt x="1441220" y="185239"/>
                </a:lnTo>
                <a:lnTo>
                  <a:pt x="1441521" y="184841"/>
                </a:lnTo>
                <a:lnTo>
                  <a:pt x="1441818" y="184436"/>
                </a:lnTo>
                <a:lnTo>
                  <a:pt x="1442111" y="184025"/>
                </a:lnTo>
                <a:lnTo>
                  <a:pt x="1442401" y="183607"/>
                </a:lnTo>
                <a:lnTo>
                  <a:pt x="1442689" y="183178"/>
                </a:lnTo>
                <a:lnTo>
                  <a:pt x="1442979" y="182733"/>
                </a:lnTo>
                <a:lnTo>
                  <a:pt x="1443270" y="182273"/>
                </a:lnTo>
                <a:lnTo>
                  <a:pt x="1443562" y="181796"/>
                </a:lnTo>
                <a:lnTo>
                  <a:pt x="1443856" y="181304"/>
                </a:lnTo>
                <a:lnTo>
                  <a:pt x="1444151" y="180797"/>
                </a:lnTo>
                <a:lnTo>
                  <a:pt x="1444447" y="180273"/>
                </a:lnTo>
                <a:lnTo>
                  <a:pt x="1444744" y="179733"/>
                </a:lnTo>
                <a:lnTo>
                  <a:pt x="1445043" y="179178"/>
                </a:lnTo>
                <a:lnTo>
                  <a:pt x="1445343" y="178607"/>
                </a:lnTo>
                <a:lnTo>
                  <a:pt x="1445644" y="178021"/>
                </a:lnTo>
                <a:lnTo>
                  <a:pt x="1445946" y="177418"/>
                </a:lnTo>
                <a:lnTo>
                  <a:pt x="1446250" y="176800"/>
                </a:lnTo>
                <a:lnTo>
                  <a:pt x="1446555" y="176166"/>
                </a:lnTo>
                <a:lnTo>
                  <a:pt x="1446861" y="175517"/>
                </a:lnTo>
                <a:lnTo>
                  <a:pt x="1447168" y="174851"/>
                </a:lnTo>
                <a:lnTo>
                  <a:pt x="1447477" y="174170"/>
                </a:lnTo>
                <a:lnTo>
                  <a:pt x="1447787" y="173473"/>
                </a:lnTo>
                <a:lnTo>
                  <a:pt x="1448098" y="172760"/>
                </a:lnTo>
                <a:lnTo>
                  <a:pt x="1448411" y="172032"/>
                </a:lnTo>
                <a:lnTo>
                  <a:pt x="1448724" y="171287"/>
                </a:lnTo>
                <a:lnTo>
                  <a:pt x="1449039" y="170527"/>
                </a:lnTo>
                <a:lnTo>
                  <a:pt x="1449355" y="169752"/>
                </a:lnTo>
                <a:lnTo>
                  <a:pt x="1449673" y="168960"/>
                </a:lnTo>
                <a:lnTo>
                  <a:pt x="1456584" y="149810"/>
                </a:lnTo>
                <a:lnTo>
                  <a:pt x="1495265" y="44355"/>
                </a:lnTo>
                <a:lnTo>
                  <a:pt x="1465248" y="44355"/>
                </a:lnTo>
                <a:lnTo>
                  <a:pt x="1439667" y="122204"/>
                </a:lnTo>
                <a:lnTo>
                  <a:pt x="1413467" y="44355"/>
                </a:lnTo>
                <a:lnTo>
                  <a:pt x="1382625" y="44355"/>
                </a:lnTo>
                <a:lnTo>
                  <a:pt x="1383729" y="47268"/>
                </a:lnTo>
                <a:lnTo>
                  <a:pt x="1383096" y="46900"/>
                </a:lnTo>
                <a:lnTo>
                  <a:pt x="1382328" y="46473"/>
                </a:lnTo>
                <a:lnTo>
                  <a:pt x="1381556" y="46065"/>
                </a:lnTo>
                <a:lnTo>
                  <a:pt x="1380783" y="45675"/>
                </a:lnTo>
                <a:close/>
                <a:moveTo>
                  <a:pt x="850155" y="103713"/>
                </a:moveTo>
                <a:lnTo>
                  <a:pt x="850266" y="105197"/>
                </a:lnTo>
                <a:lnTo>
                  <a:pt x="850402" y="106661"/>
                </a:lnTo>
                <a:lnTo>
                  <a:pt x="850563" y="108104"/>
                </a:lnTo>
                <a:lnTo>
                  <a:pt x="850748" y="109528"/>
                </a:lnTo>
                <a:lnTo>
                  <a:pt x="850958" y="110932"/>
                </a:lnTo>
                <a:lnTo>
                  <a:pt x="851193" y="112317"/>
                </a:lnTo>
                <a:lnTo>
                  <a:pt x="851453" y="113681"/>
                </a:lnTo>
                <a:lnTo>
                  <a:pt x="851737" y="115025"/>
                </a:lnTo>
                <a:lnTo>
                  <a:pt x="852046" y="116350"/>
                </a:lnTo>
                <a:lnTo>
                  <a:pt x="852379" y="117655"/>
                </a:lnTo>
                <a:lnTo>
                  <a:pt x="852738" y="118939"/>
                </a:lnTo>
                <a:lnTo>
                  <a:pt x="853121" y="120204"/>
                </a:lnTo>
                <a:lnTo>
                  <a:pt x="853529" y="121449"/>
                </a:lnTo>
                <a:lnTo>
                  <a:pt x="853961" y="122675"/>
                </a:lnTo>
                <a:lnTo>
                  <a:pt x="854418" y="123880"/>
                </a:lnTo>
                <a:lnTo>
                  <a:pt x="854900" y="125065"/>
                </a:lnTo>
                <a:lnTo>
                  <a:pt x="855407" y="126231"/>
                </a:lnTo>
                <a:lnTo>
                  <a:pt x="855938" y="127377"/>
                </a:lnTo>
                <a:lnTo>
                  <a:pt x="856494" y="128502"/>
                </a:lnTo>
                <a:lnTo>
                  <a:pt x="857075" y="129608"/>
                </a:lnTo>
                <a:lnTo>
                  <a:pt x="857679" y="130693"/>
                </a:lnTo>
                <a:lnTo>
                  <a:pt x="858307" y="131756"/>
                </a:lnTo>
                <a:lnTo>
                  <a:pt x="858957" y="132797"/>
                </a:lnTo>
                <a:lnTo>
                  <a:pt x="859629" y="133816"/>
                </a:lnTo>
                <a:lnTo>
                  <a:pt x="860325" y="134813"/>
                </a:lnTo>
                <a:lnTo>
                  <a:pt x="861043" y="135788"/>
                </a:lnTo>
                <a:lnTo>
                  <a:pt x="861784" y="136740"/>
                </a:lnTo>
                <a:lnTo>
                  <a:pt x="862548" y="137671"/>
                </a:lnTo>
                <a:lnTo>
                  <a:pt x="863334" y="138580"/>
                </a:lnTo>
                <a:lnTo>
                  <a:pt x="864143" y="139467"/>
                </a:lnTo>
                <a:lnTo>
                  <a:pt x="864975" y="140331"/>
                </a:lnTo>
                <a:lnTo>
                  <a:pt x="865830" y="141174"/>
                </a:lnTo>
                <a:lnTo>
                  <a:pt x="866707" y="141995"/>
                </a:lnTo>
                <a:lnTo>
                  <a:pt x="867607" y="142793"/>
                </a:lnTo>
                <a:lnTo>
                  <a:pt x="868530" y="143570"/>
                </a:lnTo>
                <a:lnTo>
                  <a:pt x="869476" y="144324"/>
                </a:lnTo>
                <a:lnTo>
                  <a:pt x="870444" y="145057"/>
                </a:lnTo>
                <a:lnTo>
                  <a:pt x="871435" y="145767"/>
                </a:lnTo>
                <a:lnTo>
                  <a:pt x="872449" y="146456"/>
                </a:lnTo>
                <a:lnTo>
                  <a:pt x="873486" y="147122"/>
                </a:lnTo>
                <a:lnTo>
                  <a:pt x="874545" y="147767"/>
                </a:lnTo>
                <a:lnTo>
                  <a:pt x="875627" y="148389"/>
                </a:lnTo>
                <a:lnTo>
                  <a:pt x="876732" y="148989"/>
                </a:lnTo>
                <a:lnTo>
                  <a:pt x="877860" y="149568"/>
                </a:lnTo>
                <a:lnTo>
                  <a:pt x="879001" y="150123"/>
                </a:lnTo>
                <a:lnTo>
                  <a:pt x="880147" y="150655"/>
                </a:lnTo>
                <a:lnTo>
                  <a:pt x="881298" y="151163"/>
                </a:lnTo>
                <a:lnTo>
                  <a:pt x="882454" y="151648"/>
                </a:lnTo>
                <a:lnTo>
                  <a:pt x="883615" y="152109"/>
                </a:lnTo>
                <a:lnTo>
                  <a:pt x="884780" y="152546"/>
                </a:lnTo>
                <a:lnTo>
                  <a:pt x="885951" y="152960"/>
                </a:lnTo>
                <a:lnTo>
                  <a:pt x="887126" y="153350"/>
                </a:lnTo>
                <a:lnTo>
                  <a:pt x="888306" y="153716"/>
                </a:lnTo>
                <a:lnTo>
                  <a:pt x="889491" y="154059"/>
                </a:lnTo>
                <a:lnTo>
                  <a:pt x="890681" y="154378"/>
                </a:lnTo>
                <a:lnTo>
                  <a:pt x="891875" y="154674"/>
                </a:lnTo>
                <a:lnTo>
                  <a:pt x="893075" y="154946"/>
                </a:lnTo>
                <a:lnTo>
                  <a:pt x="894279" y="155194"/>
                </a:lnTo>
                <a:lnTo>
                  <a:pt x="895488" y="155418"/>
                </a:lnTo>
                <a:lnTo>
                  <a:pt x="896702" y="155619"/>
                </a:lnTo>
                <a:lnTo>
                  <a:pt x="897921" y="155797"/>
                </a:lnTo>
                <a:lnTo>
                  <a:pt x="899144" y="155950"/>
                </a:lnTo>
                <a:lnTo>
                  <a:pt x="900372" y="156080"/>
                </a:lnTo>
                <a:lnTo>
                  <a:pt x="901606" y="156187"/>
                </a:lnTo>
                <a:lnTo>
                  <a:pt x="902844" y="156269"/>
                </a:lnTo>
                <a:lnTo>
                  <a:pt x="904087" y="156328"/>
                </a:lnTo>
                <a:lnTo>
                  <a:pt x="905334" y="156364"/>
                </a:lnTo>
                <a:lnTo>
                  <a:pt x="906587" y="156376"/>
                </a:lnTo>
                <a:lnTo>
                  <a:pt x="908601" y="156347"/>
                </a:lnTo>
                <a:lnTo>
                  <a:pt x="910587" y="156262"/>
                </a:lnTo>
                <a:lnTo>
                  <a:pt x="912543" y="156120"/>
                </a:lnTo>
                <a:lnTo>
                  <a:pt x="914471" y="155922"/>
                </a:lnTo>
                <a:lnTo>
                  <a:pt x="916370" y="155666"/>
                </a:lnTo>
                <a:lnTo>
                  <a:pt x="918240" y="155354"/>
                </a:lnTo>
                <a:lnTo>
                  <a:pt x="920081" y="154985"/>
                </a:lnTo>
                <a:lnTo>
                  <a:pt x="921893" y="154559"/>
                </a:lnTo>
                <a:lnTo>
                  <a:pt x="923677" y="154077"/>
                </a:lnTo>
                <a:lnTo>
                  <a:pt x="925432" y="153537"/>
                </a:lnTo>
                <a:lnTo>
                  <a:pt x="927157" y="152941"/>
                </a:lnTo>
                <a:lnTo>
                  <a:pt x="928855" y="152288"/>
                </a:lnTo>
                <a:lnTo>
                  <a:pt x="930523" y="151579"/>
                </a:lnTo>
                <a:lnTo>
                  <a:pt x="932162" y="150812"/>
                </a:lnTo>
                <a:lnTo>
                  <a:pt x="933773" y="149989"/>
                </a:lnTo>
                <a:lnTo>
                  <a:pt x="935354" y="149109"/>
                </a:lnTo>
                <a:lnTo>
                  <a:pt x="936907" y="148173"/>
                </a:lnTo>
                <a:lnTo>
                  <a:pt x="938431" y="147179"/>
                </a:lnTo>
                <a:lnTo>
                  <a:pt x="939927" y="146129"/>
                </a:lnTo>
                <a:lnTo>
                  <a:pt x="941393" y="145022"/>
                </a:lnTo>
                <a:lnTo>
                  <a:pt x="942831" y="143858"/>
                </a:lnTo>
                <a:lnTo>
                  <a:pt x="944239" y="142638"/>
                </a:lnTo>
                <a:lnTo>
                  <a:pt x="945619" y="141360"/>
                </a:lnTo>
                <a:lnTo>
                  <a:pt x="946970" y="140026"/>
                </a:lnTo>
                <a:lnTo>
                  <a:pt x="948279" y="138649"/>
                </a:lnTo>
                <a:lnTo>
                  <a:pt x="949532" y="137242"/>
                </a:lnTo>
                <a:lnTo>
                  <a:pt x="950730" y="135806"/>
                </a:lnTo>
                <a:lnTo>
                  <a:pt x="951871" y="134340"/>
                </a:lnTo>
                <a:lnTo>
                  <a:pt x="952957" y="132845"/>
                </a:lnTo>
                <a:lnTo>
                  <a:pt x="953988" y="131320"/>
                </a:lnTo>
                <a:lnTo>
                  <a:pt x="954962" y="129765"/>
                </a:lnTo>
                <a:lnTo>
                  <a:pt x="955881" y="128181"/>
                </a:lnTo>
                <a:lnTo>
                  <a:pt x="956745" y="126568"/>
                </a:lnTo>
                <a:lnTo>
                  <a:pt x="957552" y="124925"/>
                </a:lnTo>
                <a:lnTo>
                  <a:pt x="958304" y="123252"/>
                </a:lnTo>
                <a:lnTo>
                  <a:pt x="959000" y="121550"/>
                </a:lnTo>
                <a:lnTo>
                  <a:pt x="959641" y="119818"/>
                </a:lnTo>
                <a:lnTo>
                  <a:pt x="960225" y="118056"/>
                </a:lnTo>
                <a:lnTo>
                  <a:pt x="960755" y="116266"/>
                </a:lnTo>
                <a:lnTo>
                  <a:pt x="961228" y="114445"/>
                </a:lnTo>
                <a:lnTo>
                  <a:pt x="961646" y="112595"/>
                </a:lnTo>
                <a:lnTo>
                  <a:pt x="962008" y="110716"/>
                </a:lnTo>
                <a:lnTo>
                  <a:pt x="962314" y="108807"/>
                </a:lnTo>
                <a:lnTo>
                  <a:pt x="962565" y="106868"/>
                </a:lnTo>
                <a:lnTo>
                  <a:pt x="962760" y="104900"/>
                </a:lnTo>
                <a:lnTo>
                  <a:pt x="962899" y="102902"/>
                </a:lnTo>
                <a:lnTo>
                  <a:pt x="962982" y="100875"/>
                </a:lnTo>
                <a:lnTo>
                  <a:pt x="963010" y="98818"/>
                </a:lnTo>
                <a:lnTo>
                  <a:pt x="962983" y="96778"/>
                </a:lnTo>
                <a:lnTo>
                  <a:pt x="962900" y="94768"/>
                </a:lnTo>
                <a:lnTo>
                  <a:pt x="962762" y="92788"/>
                </a:lnTo>
                <a:lnTo>
                  <a:pt x="962569" y="90837"/>
                </a:lnTo>
                <a:lnTo>
                  <a:pt x="962321" y="88915"/>
                </a:lnTo>
                <a:lnTo>
                  <a:pt x="962017" y="87023"/>
                </a:lnTo>
                <a:lnTo>
                  <a:pt x="961659" y="85161"/>
                </a:lnTo>
                <a:lnTo>
                  <a:pt x="961245" y="83328"/>
                </a:lnTo>
                <a:lnTo>
                  <a:pt x="960776" y="81525"/>
                </a:lnTo>
                <a:lnTo>
                  <a:pt x="960252" y="79751"/>
                </a:lnTo>
                <a:lnTo>
                  <a:pt x="959673" y="78007"/>
                </a:lnTo>
                <a:lnTo>
                  <a:pt x="959039" y="76292"/>
                </a:lnTo>
                <a:lnTo>
                  <a:pt x="958349" y="74607"/>
                </a:lnTo>
                <a:lnTo>
                  <a:pt x="957605" y="72952"/>
                </a:lnTo>
                <a:lnTo>
                  <a:pt x="956805" y="71326"/>
                </a:lnTo>
                <a:lnTo>
                  <a:pt x="955950" y="69730"/>
                </a:lnTo>
                <a:lnTo>
                  <a:pt x="955040" y="68163"/>
                </a:lnTo>
                <a:lnTo>
                  <a:pt x="954075" y="66625"/>
                </a:lnTo>
                <a:lnTo>
                  <a:pt x="953054" y="65118"/>
                </a:lnTo>
                <a:lnTo>
                  <a:pt x="951979" y="63639"/>
                </a:lnTo>
                <a:lnTo>
                  <a:pt x="950848" y="62191"/>
                </a:lnTo>
                <a:lnTo>
                  <a:pt x="949662" y="60772"/>
                </a:lnTo>
                <a:lnTo>
                  <a:pt x="948421" y="59382"/>
                </a:lnTo>
                <a:lnTo>
                  <a:pt x="947125" y="58022"/>
                </a:lnTo>
                <a:lnTo>
                  <a:pt x="945786" y="56705"/>
                </a:lnTo>
                <a:lnTo>
                  <a:pt x="944415" y="55444"/>
                </a:lnTo>
                <a:lnTo>
                  <a:pt x="943014" y="54238"/>
                </a:lnTo>
                <a:lnTo>
                  <a:pt x="941581" y="53089"/>
                </a:lnTo>
                <a:lnTo>
                  <a:pt x="940117" y="51996"/>
                </a:lnTo>
                <a:lnTo>
                  <a:pt x="938622" y="50959"/>
                </a:lnTo>
                <a:lnTo>
                  <a:pt x="937095" y="49978"/>
                </a:lnTo>
                <a:lnTo>
                  <a:pt x="935538" y="49054"/>
                </a:lnTo>
                <a:lnTo>
                  <a:pt x="933949" y="48185"/>
                </a:lnTo>
                <a:lnTo>
                  <a:pt x="932329" y="47372"/>
                </a:lnTo>
                <a:lnTo>
                  <a:pt x="930678" y="46615"/>
                </a:lnTo>
                <a:lnTo>
                  <a:pt x="928996" y="45915"/>
                </a:lnTo>
                <a:lnTo>
                  <a:pt x="927283" y="45270"/>
                </a:lnTo>
                <a:lnTo>
                  <a:pt x="925539" y="44682"/>
                </a:lnTo>
                <a:lnTo>
                  <a:pt x="923763" y="44149"/>
                </a:lnTo>
                <a:lnTo>
                  <a:pt x="921956" y="43673"/>
                </a:lnTo>
                <a:lnTo>
                  <a:pt x="920118" y="43252"/>
                </a:lnTo>
                <a:lnTo>
                  <a:pt x="918249" y="42888"/>
                </a:lnTo>
                <a:lnTo>
                  <a:pt x="916349" y="42580"/>
                </a:lnTo>
                <a:lnTo>
                  <a:pt x="914418" y="42327"/>
                </a:lnTo>
                <a:lnTo>
                  <a:pt x="912455" y="42131"/>
                </a:lnTo>
                <a:lnTo>
                  <a:pt x="910462" y="41991"/>
                </a:lnTo>
                <a:lnTo>
                  <a:pt x="908437" y="41907"/>
                </a:lnTo>
                <a:lnTo>
                  <a:pt x="906381" y="41879"/>
                </a:lnTo>
                <a:lnTo>
                  <a:pt x="905045" y="41891"/>
                </a:lnTo>
                <a:lnTo>
                  <a:pt x="903720" y="41928"/>
                </a:lnTo>
                <a:lnTo>
                  <a:pt x="902405" y="41990"/>
                </a:lnTo>
                <a:lnTo>
                  <a:pt x="901101" y="42077"/>
                </a:lnTo>
                <a:lnTo>
                  <a:pt x="899808" y="42188"/>
                </a:lnTo>
                <a:lnTo>
                  <a:pt x="898525" y="42324"/>
                </a:lnTo>
                <a:lnTo>
                  <a:pt x="897253" y="42484"/>
                </a:lnTo>
                <a:lnTo>
                  <a:pt x="895991" y="42670"/>
                </a:lnTo>
                <a:lnTo>
                  <a:pt x="894740" y="42880"/>
                </a:lnTo>
                <a:lnTo>
                  <a:pt x="893499" y="43115"/>
                </a:lnTo>
                <a:lnTo>
                  <a:pt x="892269" y="43374"/>
                </a:lnTo>
                <a:lnTo>
                  <a:pt x="891050" y="43658"/>
                </a:lnTo>
                <a:lnTo>
                  <a:pt x="889841" y="43967"/>
                </a:lnTo>
                <a:lnTo>
                  <a:pt x="888643" y="44301"/>
                </a:lnTo>
                <a:lnTo>
                  <a:pt x="887455" y="44659"/>
                </a:lnTo>
                <a:lnTo>
                  <a:pt x="886278" y="45042"/>
                </a:lnTo>
                <a:lnTo>
                  <a:pt x="885111" y="45450"/>
                </a:lnTo>
                <a:lnTo>
                  <a:pt x="883955" y="45882"/>
                </a:lnTo>
                <a:lnTo>
                  <a:pt x="882810" y="46340"/>
                </a:lnTo>
                <a:lnTo>
                  <a:pt x="881675" y="46822"/>
                </a:lnTo>
                <a:lnTo>
                  <a:pt x="880550" y="47328"/>
                </a:lnTo>
                <a:lnTo>
                  <a:pt x="879437" y="47860"/>
                </a:lnTo>
                <a:lnTo>
                  <a:pt x="878333" y="48416"/>
                </a:lnTo>
                <a:lnTo>
                  <a:pt x="877241" y="48996"/>
                </a:lnTo>
                <a:lnTo>
                  <a:pt x="876164" y="49601"/>
                </a:lnTo>
                <a:lnTo>
                  <a:pt x="875107" y="50227"/>
                </a:lnTo>
                <a:lnTo>
                  <a:pt x="874071" y="50876"/>
                </a:lnTo>
                <a:lnTo>
                  <a:pt x="873056" y="51546"/>
                </a:lnTo>
                <a:lnTo>
                  <a:pt x="872061" y="52239"/>
                </a:lnTo>
                <a:lnTo>
                  <a:pt x="871087" y="52955"/>
                </a:lnTo>
                <a:lnTo>
                  <a:pt x="870134" y="53692"/>
                </a:lnTo>
                <a:lnTo>
                  <a:pt x="869201" y="54452"/>
                </a:lnTo>
                <a:lnTo>
                  <a:pt x="868288" y="55234"/>
                </a:lnTo>
                <a:lnTo>
                  <a:pt x="867397" y="56038"/>
                </a:lnTo>
                <a:lnTo>
                  <a:pt x="866526" y="56864"/>
                </a:lnTo>
                <a:lnTo>
                  <a:pt x="865675" y="57713"/>
                </a:lnTo>
                <a:lnTo>
                  <a:pt x="864845" y="58583"/>
                </a:lnTo>
                <a:lnTo>
                  <a:pt x="864036" y="59476"/>
                </a:lnTo>
                <a:lnTo>
                  <a:pt x="863247" y="60391"/>
                </a:lnTo>
                <a:lnTo>
                  <a:pt x="862479" y="61329"/>
                </a:lnTo>
                <a:lnTo>
                  <a:pt x="861731" y="62288"/>
                </a:lnTo>
                <a:lnTo>
                  <a:pt x="861004" y="63270"/>
                </a:lnTo>
                <a:lnTo>
                  <a:pt x="860298" y="64274"/>
                </a:lnTo>
                <a:lnTo>
                  <a:pt x="859612" y="65300"/>
                </a:lnTo>
                <a:lnTo>
                  <a:pt x="858947" y="66348"/>
                </a:lnTo>
                <a:lnTo>
                  <a:pt x="858302" y="67419"/>
                </a:lnTo>
                <a:lnTo>
                  <a:pt x="857678" y="68511"/>
                </a:lnTo>
                <a:lnTo>
                  <a:pt x="857075" y="69626"/>
                </a:lnTo>
                <a:lnTo>
                  <a:pt x="856494" y="70754"/>
                </a:lnTo>
                <a:lnTo>
                  <a:pt x="855938" y="71885"/>
                </a:lnTo>
                <a:lnTo>
                  <a:pt x="855407" y="73019"/>
                </a:lnTo>
                <a:lnTo>
                  <a:pt x="854900" y="74156"/>
                </a:lnTo>
                <a:lnTo>
                  <a:pt x="854418" y="75297"/>
                </a:lnTo>
                <a:lnTo>
                  <a:pt x="853961" y="76441"/>
                </a:lnTo>
                <a:lnTo>
                  <a:pt x="853529" y="77588"/>
                </a:lnTo>
                <a:lnTo>
                  <a:pt x="853121" y="78738"/>
                </a:lnTo>
                <a:lnTo>
                  <a:pt x="852738" y="79891"/>
                </a:lnTo>
                <a:lnTo>
                  <a:pt x="852379" y="81048"/>
                </a:lnTo>
                <a:lnTo>
                  <a:pt x="852046" y="82208"/>
                </a:lnTo>
                <a:lnTo>
                  <a:pt x="851737" y="83371"/>
                </a:lnTo>
                <a:lnTo>
                  <a:pt x="851453" y="84537"/>
                </a:lnTo>
                <a:lnTo>
                  <a:pt x="851193" y="85707"/>
                </a:lnTo>
                <a:lnTo>
                  <a:pt x="850958" y="86880"/>
                </a:lnTo>
                <a:lnTo>
                  <a:pt x="850748" y="88056"/>
                </a:lnTo>
                <a:lnTo>
                  <a:pt x="850563" y="89235"/>
                </a:lnTo>
                <a:lnTo>
                  <a:pt x="850402" y="90418"/>
                </a:lnTo>
                <a:lnTo>
                  <a:pt x="850266" y="91603"/>
                </a:lnTo>
                <a:lnTo>
                  <a:pt x="850155" y="92792"/>
                </a:lnTo>
                <a:lnTo>
                  <a:pt x="850069" y="93984"/>
                </a:lnTo>
                <a:lnTo>
                  <a:pt x="850007" y="95180"/>
                </a:lnTo>
                <a:lnTo>
                  <a:pt x="849970" y="96378"/>
                </a:lnTo>
                <a:lnTo>
                  <a:pt x="849958" y="97580"/>
                </a:lnTo>
                <a:lnTo>
                  <a:pt x="849970" y="99143"/>
                </a:lnTo>
                <a:lnTo>
                  <a:pt x="850007" y="100686"/>
                </a:lnTo>
                <a:lnTo>
                  <a:pt x="850069" y="102210"/>
                </a:lnTo>
                <a:lnTo>
                  <a:pt x="850155" y="103713"/>
                </a:lnTo>
                <a:close/>
                <a:moveTo>
                  <a:pt x="879880" y="93923"/>
                </a:moveTo>
                <a:lnTo>
                  <a:pt x="880001" y="92688"/>
                </a:lnTo>
                <a:lnTo>
                  <a:pt x="880148" y="91480"/>
                </a:lnTo>
                <a:lnTo>
                  <a:pt x="880323" y="90298"/>
                </a:lnTo>
                <a:lnTo>
                  <a:pt x="880524" y="89142"/>
                </a:lnTo>
                <a:lnTo>
                  <a:pt x="880753" y="88012"/>
                </a:lnTo>
                <a:lnTo>
                  <a:pt x="881008" y="86910"/>
                </a:lnTo>
                <a:lnTo>
                  <a:pt x="881290" y="85833"/>
                </a:lnTo>
                <a:lnTo>
                  <a:pt x="881599" y="84783"/>
                </a:lnTo>
                <a:lnTo>
                  <a:pt x="881935" y="83759"/>
                </a:lnTo>
                <a:lnTo>
                  <a:pt x="882297" y="82762"/>
                </a:lnTo>
                <a:lnTo>
                  <a:pt x="882687" y="81791"/>
                </a:lnTo>
                <a:lnTo>
                  <a:pt x="883103" y="80847"/>
                </a:lnTo>
                <a:lnTo>
                  <a:pt x="883546" y="79929"/>
                </a:lnTo>
                <a:lnTo>
                  <a:pt x="884016" y="79037"/>
                </a:lnTo>
                <a:lnTo>
                  <a:pt x="884513" y="78172"/>
                </a:lnTo>
                <a:lnTo>
                  <a:pt x="885037" y="77333"/>
                </a:lnTo>
                <a:lnTo>
                  <a:pt x="885588" y="76521"/>
                </a:lnTo>
                <a:lnTo>
                  <a:pt x="886165" y="75735"/>
                </a:lnTo>
                <a:lnTo>
                  <a:pt x="886770" y="74975"/>
                </a:lnTo>
                <a:lnTo>
                  <a:pt x="887401" y="74242"/>
                </a:lnTo>
                <a:lnTo>
                  <a:pt x="888052" y="73537"/>
                </a:lnTo>
                <a:lnTo>
                  <a:pt x="888716" y="72863"/>
                </a:lnTo>
                <a:lnTo>
                  <a:pt x="889392" y="72218"/>
                </a:lnTo>
                <a:lnTo>
                  <a:pt x="890080" y="71603"/>
                </a:lnTo>
                <a:lnTo>
                  <a:pt x="890781" y="71018"/>
                </a:lnTo>
                <a:lnTo>
                  <a:pt x="891495" y="70463"/>
                </a:lnTo>
                <a:lnTo>
                  <a:pt x="892221" y="69938"/>
                </a:lnTo>
                <a:lnTo>
                  <a:pt x="892960" y="69443"/>
                </a:lnTo>
                <a:lnTo>
                  <a:pt x="893711" y="68978"/>
                </a:lnTo>
                <a:lnTo>
                  <a:pt x="894475" y="68543"/>
                </a:lnTo>
                <a:lnTo>
                  <a:pt x="895251" y="68138"/>
                </a:lnTo>
                <a:lnTo>
                  <a:pt x="896040" y="67763"/>
                </a:lnTo>
                <a:lnTo>
                  <a:pt x="896841" y="67418"/>
                </a:lnTo>
                <a:lnTo>
                  <a:pt x="897655" y="67103"/>
                </a:lnTo>
                <a:lnTo>
                  <a:pt x="898482" y="66818"/>
                </a:lnTo>
                <a:lnTo>
                  <a:pt x="899321" y="66563"/>
                </a:lnTo>
                <a:lnTo>
                  <a:pt x="900172" y="66338"/>
                </a:lnTo>
                <a:lnTo>
                  <a:pt x="901036" y="66143"/>
                </a:lnTo>
                <a:lnTo>
                  <a:pt x="901913" y="65978"/>
                </a:lnTo>
                <a:lnTo>
                  <a:pt x="902802" y="65843"/>
                </a:lnTo>
                <a:lnTo>
                  <a:pt x="903704" y="65738"/>
                </a:lnTo>
                <a:lnTo>
                  <a:pt x="904618" y="65664"/>
                </a:lnTo>
                <a:lnTo>
                  <a:pt x="905545" y="65619"/>
                </a:lnTo>
                <a:lnTo>
                  <a:pt x="906484" y="65604"/>
                </a:lnTo>
                <a:lnTo>
                  <a:pt x="907423" y="65619"/>
                </a:lnTo>
                <a:lnTo>
                  <a:pt x="908350" y="65664"/>
                </a:lnTo>
                <a:lnTo>
                  <a:pt x="909263" y="65738"/>
                </a:lnTo>
                <a:lnTo>
                  <a:pt x="910164" y="65843"/>
                </a:lnTo>
                <a:lnTo>
                  <a:pt x="911053" y="65978"/>
                </a:lnTo>
                <a:lnTo>
                  <a:pt x="911928" y="66143"/>
                </a:lnTo>
                <a:lnTo>
                  <a:pt x="912791" y="66338"/>
                </a:lnTo>
                <a:lnTo>
                  <a:pt x="913641" y="66563"/>
                </a:lnTo>
                <a:lnTo>
                  <a:pt x="914479" y="66818"/>
                </a:lnTo>
                <a:lnTo>
                  <a:pt x="915304" y="67103"/>
                </a:lnTo>
                <a:lnTo>
                  <a:pt x="916116" y="67418"/>
                </a:lnTo>
                <a:lnTo>
                  <a:pt x="916915" y="67763"/>
                </a:lnTo>
                <a:lnTo>
                  <a:pt x="917702" y="68138"/>
                </a:lnTo>
                <a:lnTo>
                  <a:pt x="918475" y="68543"/>
                </a:lnTo>
                <a:lnTo>
                  <a:pt x="919237" y="68978"/>
                </a:lnTo>
                <a:lnTo>
                  <a:pt x="919985" y="69443"/>
                </a:lnTo>
                <a:lnTo>
                  <a:pt x="920721" y="69938"/>
                </a:lnTo>
                <a:lnTo>
                  <a:pt x="921444" y="70463"/>
                </a:lnTo>
                <a:lnTo>
                  <a:pt x="922154" y="71018"/>
                </a:lnTo>
                <a:lnTo>
                  <a:pt x="922852" y="71603"/>
                </a:lnTo>
                <a:lnTo>
                  <a:pt x="923537" y="72218"/>
                </a:lnTo>
                <a:lnTo>
                  <a:pt x="924209" y="72863"/>
                </a:lnTo>
                <a:lnTo>
                  <a:pt x="924868" y="73537"/>
                </a:lnTo>
                <a:lnTo>
                  <a:pt x="925515" y="74242"/>
                </a:lnTo>
                <a:lnTo>
                  <a:pt x="926142" y="74975"/>
                </a:lnTo>
                <a:lnTo>
                  <a:pt x="926742" y="75734"/>
                </a:lnTo>
                <a:lnTo>
                  <a:pt x="927316" y="76518"/>
                </a:lnTo>
                <a:lnTo>
                  <a:pt x="927863" y="77328"/>
                </a:lnTo>
                <a:lnTo>
                  <a:pt x="928383" y="78163"/>
                </a:lnTo>
                <a:lnTo>
                  <a:pt x="928877" y="79024"/>
                </a:lnTo>
                <a:lnTo>
                  <a:pt x="929344" y="79911"/>
                </a:lnTo>
                <a:lnTo>
                  <a:pt x="929784" y="80824"/>
                </a:lnTo>
                <a:lnTo>
                  <a:pt x="930198" y="81762"/>
                </a:lnTo>
                <a:lnTo>
                  <a:pt x="930585" y="82726"/>
                </a:lnTo>
                <a:lnTo>
                  <a:pt x="930945" y="83716"/>
                </a:lnTo>
                <a:lnTo>
                  <a:pt x="931279" y="84731"/>
                </a:lnTo>
                <a:lnTo>
                  <a:pt x="931585" y="85773"/>
                </a:lnTo>
                <a:lnTo>
                  <a:pt x="931866" y="86839"/>
                </a:lnTo>
                <a:lnTo>
                  <a:pt x="932119" y="87932"/>
                </a:lnTo>
                <a:lnTo>
                  <a:pt x="932346" y="89050"/>
                </a:lnTo>
                <a:lnTo>
                  <a:pt x="932546" y="90194"/>
                </a:lnTo>
                <a:lnTo>
                  <a:pt x="932719" y="91364"/>
                </a:lnTo>
                <a:lnTo>
                  <a:pt x="932866" y="92559"/>
                </a:lnTo>
                <a:lnTo>
                  <a:pt x="932986" y="93780"/>
                </a:lnTo>
                <a:lnTo>
                  <a:pt x="933080" y="95027"/>
                </a:lnTo>
                <a:lnTo>
                  <a:pt x="933146" y="96299"/>
                </a:lnTo>
                <a:lnTo>
                  <a:pt x="933186" y="97597"/>
                </a:lnTo>
                <a:lnTo>
                  <a:pt x="933200" y="98921"/>
                </a:lnTo>
                <a:lnTo>
                  <a:pt x="933186" y="100279"/>
                </a:lnTo>
                <a:lnTo>
                  <a:pt x="933146" y="101609"/>
                </a:lnTo>
                <a:lnTo>
                  <a:pt x="933080" y="102912"/>
                </a:lnTo>
                <a:lnTo>
                  <a:pt x="932986" y="104188"/>
                </a:lnTo>
                <a:lnTo>
                  <a:pt x="932866" y="105437"/>
                </a:lnTo>
                <a:lnTo>
                  <a:pt x="932719" y="106659"/>
                </a:lnTo>
                <a:lnTo>
                  <a:pt x="932546" y="107854"/>
                </a:lnTo>
                <a:lnTo>
                  <a:pt x="932346" y="109021"/>
                </a:lnTo>
                <a:lnTo>
                  <a:pt x="932119" y="110162"/>
                </a:lnTo>
                <a:lnTo>
                  <a:pt x="931866" y="111275"/>
                </a:lnTo>
                <a:lnTo>
                  <a:pt x="931585" y="112361"/>
                </a:lnTo>
                <a:lnTo>
                  <a:pt x="931279" y="113420"/>
                </a:lnTo>
                <a:lnTo>
                  <a:pt x="930945" y="114452"/>
                </a:lnTo>
                <a:lnTo>
                  <a:pt x="930585" y="115457"/>
                </a:lnTo>
                <a:lnTo>
                  <a:pt x="930198" y="116434"/>
                </a:lnTo>
                <a:lnTo>
                  <a:pt x="929784" y="117385"/>
                </a:lnTo>
                <a:lnTo>
                  <a:pt x="929344" y="118308"/>
                </a:lnTo>
                <a:lnTo>
                  <a:pt x="928877" y="119205"/>
                </a:lnTo>
                <a:lnTo>
                  <a:pt x="928383" y="120074"/>
                </a:lnTo>
                <a:lnTo>
                  <a:pt x="927863" y="120916"/>
                </a:lnTo>
                <a:lnTo>
                  <a:pt x="927316" y="121731"/>
                </a:lnTo>
                <a:lnTo>
                  <a:pt x="926742" y="122518"/>
                </a:lnTo>
                <a:lnTo>
                  <a:pt x="926142" y="123279"/>
                </a:lnTo>
                <a:lnTo>
                  <a:pt x="925515" y="124012"/>
                </a:lnTo>
                <a:lnTo>
                  <a:pt x="924868" y="124717"/>
                </a:lnTo>
                <a:lnTo>
                  <a:pt x="924209" y="125392"/>
                </a:lnTo>
                <a:lnTo>
                  <a:pt x="923537" y="126037"/>
                </a:lnTo>
                <a:lnTo>
                  <a:pt x="922852" y="126652"/>
                </a:lnTo>
                <a:lnTo>
                  <a:pt x="922154" y="127237"/>
                </a:lnTo>
                <a:lnTo>
                  <a:pt x="921444" y="127792"/>
                </a:lnTo>
                <a:lnTo>
                  <a:pt x="920721" y="128317"/>
                </a:lnTo>
                <a:lnTo>
                  <a:pt x="919985" y="128812"/>
                </a:lnTo>
                <a:lnTo>
                  <a:pt x="919237" y="129277"/>
                </a:lnTo>
                <a:lnTo>
                  <a:pt x="918475" y="129712"/>
                </a:lnTo>
                <a:lnTo>
                  <a:pt x="917702" y="130116"/>
                </a:lnTo>
                <a:lnTo>
                  <a:pt x="916915" y="130491"/>
                </a:lnTo>
                <a:lnTo>
                  <a:pt x="916116" y="130836"/>
                </a:lnTo>
                <a:lnTo>
                  <a:pt x="915304" y="131151"/>
                </a:lnTo>
                <a:lnTo>
                  <a:pt x="914479" y="131436"/>
                </a:lnTo>
                <a:lnTo>
                  <a:pt x="913641" y="131691"/>
                </a:lnTo>
                <a:lnTo>
                  <a:pt x="912791" y="131916"/>
                </a:lnTo>
                <a:lnTo>
                  <a:pt x="911928" y="132111"/>
                </a:lnTo>
                <a:lnTo>
                  <a:pt x="911053" y="132276"/>
                </a:lnTo>
                <a:lnTo>
                  <a:pt x="910164" y="132411"/>
                </a:lnTo>
                <a:lnTo>
                  <a:pt x="909263" y="132516"/>
                </a:lnTo>
                <a:lnTo>
                  <a:pt x="908350" y="132591"/>
                </a:lnTo>
                <a:lnTo>
                  <a:pt x="907423" y="132636"/>
                </a:lnTo>
                <a:lnTo>
                  <a:pt x="906484" y="132651"/>
                </a:lnTo>
                <a:lnTo>
                  <a:pt x="905545" y="132636"/>
                </a:lnTo>
                <a:lnTo>
                  <a:pt x="904618" y="132591"/>
                </a:lnTo>
                <a:lnTo>
                  <a:pt x="903704" y="132516"/>
                </a:lnTo>
                <a:lnTo>
                  <a:pt x="902802" y="132411"/>
                </a:lnTo>
                <a:lnTo>
                  <a:pt x="901913" y="132276"/>
                </a:lnTo>
                <a:lnTo>
                  <a:pt x="901036" y="132111"/>
                </a:lnTo>
                <a:lnTo>
                  <a:pt x="900172" y="131916"/>
                </a:lnTo>
                <a:lnTo>
                  <a:pt x="899321" y="131691"/>
                </a:lnTo>
                <a:lnTo>
                  <a:pt x="898482" y="131436"/>
                </a:lnTo>
                <a:lnTo>
                  <a:pt x="897655" y="131151"/>
                </a:lnTo>
                <a:lnTo>
                  <a:pt x="896841" y="130836"/>
                </a:lnTo>
                <a:lnTo>
                  <a:pt x="896040" y="130491"/>
                </a:lnTo>
                <a:lnTo>
                  <a:pt x="895251" y="130116"/>
                </a:lnTo>
                <a:lnTo>
                  <a:pt x="894475" y="129712"/>
                </a:lnTo>
                <a:lnTo>
                  <a:pt x="893711" y="129277"/>
                </a:lnTo>
                <a:lnTo>
                  <a:pt x="892960" y="128812"/>
                </a:lnTo>
                <a:lnTo>
                  <a:pt x="892221" y="128317"/>
                </a:lnTo>
                <a:lnTo>
                  <a:pt x="891495" y="127792"/>
                </a:lnTo>
                <a:lnTo>
                  <a:pt x="890781" y="127237"/>
                </a:lnTo>
                <a:lnTo>
                  <a:pt x="890080" y="126652"/>
                </a:lnTo>
                <a:lnTo>
                  <a:pt x="889392" y="126037"/>
                </a:lnTo>
                <a:lnTo>
                  <a:pt x="888716" y="125392"/>
                </a:lnTo>
                <a:lnTo>
                  <a:pt x="888052" y="124717"/>
                </a:lnTo>
                <a:lnTo>
                  <a:pt x="887401" y="124012"/>
                </a:lnTo>
                <a:lnTo>
                  <a:pt x="886770" y="123279"/>
                </a:lnTo>
                <a:lnTo>
                  <a:pt x="886165" y="122520"/>
                </a:lnTo>
                <a:lnTo>
                  <a:pt x="885588" y="121734"/>
                </a:lnTo>
                <a:lnTo>
                  <a:pt x="885037" y="120921"/>
                </a:lnTo>
                <a:lnTo>
                  <a:pt x="884513" y="120083"/>
                </a:lnTo>
                <a:lnTo>
                  <a:pt x="884016" y="119217"/>
                </a:lnTo>
                <a:lnTo>
                  <a:pt x="883546" y="118326"/>
                </a:lnTo>
                <a:lnTo>
                  <a:pt x="883103" y="117408"/>
                </a:lnTo>
                <a:lnTo>
                  <a:pt x="882687" y="116463"/>
                </a:lnTo>
                <a:lnTo>
                  <a:pt x="882297" y="115493"/>
                </a:lnTo>
                <a:lnTo>
                  <a:pt x="881935" y="114495"/>
                </a:lnTo>
                <a:lnTo>
                  <a:pt x="881599" y="113472"/>
                </a:lnTo>
                <a:lnTo>
                  <a:pt x="881290" y="112422"/>
                </a:lnTo>
                <a:lnTo>
                  <a:pt x="881008" y="111345"/>
                </a:lnTo>
                <a:lnTo>
                  <a:pt x="880753" y="110242"/>
                </a:lnTo>
                <a:lnTo>
                  <a:pt x="880524" y="109113"/>
                </a:lnTo>
                <a:lnTo>
                  <a:pt x="880323" y="107957"/>
                </a:lnTo>
                <a:lnTo>
                  <a:pt x="880148" y="106775"/>
                </a:lnTo>
                <a:lnTo>
                  <a:pt x="880001" y="105566"/>
                </a:lnTo>
                <a:lnTo>
                  <a:pt x="879880" y="104331"/>
                </a:lnTo>
                <a:lnTo>
                  <a:pt x="879786" y="103070"/>
                </a:lnTo>
                <a:lnTo>
                  <a:pt x="879719" y="101782"/>
                </a:lnTo>
                <a:lnTo>
                  <a:pt x="879678" y="100468"/>
                </a:lnTo>
                <a:lnTo>
                  <a:pt x="879665" y="99127"/>
                </a:lnTo>
                <a:lnTo>
                  <a:pt x="879678" y="97787"/>
                </a:lnTo>
                <a:lnTo>
                  <a:pt x="879719" y="96472"/>
                </a:lnTo>
                <a:lnTo>
                  <a:pt x="879786" y="95185"/>
                </a:lnTo>
                <a:lnTo>
                  <a:pt x="879880" y="93923"/>
                </a:lnTo>
                <a:close/>
                <a:moveTo>
                  <a:pt x="1055742" y="90459"/>
                </a:moveTo>
                <a:lnTo>
                  <a:pt x="1055738" y="92384"/>
                </a:lnTo>
                <a:lnTo>
                  <a:pt x="1055727" y="94249"/>
                </a:lnTo>
                <a:lnTo>
                  <a:pt x="1055708" y="96053"/>
                </a:lnTo>
                <a:lnTo>
                  <a:pt x="1055682" y="97796"/>
                </a:lnTo>
                <a:lnTo>
                  <a:pt x="1055648" y="99479"/>
                </a:lnTo>
                <a:lnTo>
                  <a:pt x="1055607" y="101101"/>
                </a:lnTo>
                <a:lnTo>
                  <a:pt x="1055558" y="102663"/>
                </a:lnTo>
                <a:lnTo>
                  <a:pt x="1055502" y="104164"/>
                </a:lnTo>
                <a:lnTo>
                  <a:pt x="1055438" y="105604"/>
                </a:lnTo>
                <a:lnTo>
                  <a:pt x="1055366" y="106984"/>
                </a:lnTo>
                <a:lnTo>
                  <a:pt x="1055287" y="108304"/>
                </a:lnTo>
                <a:lnTo>
                  <a:pt x="1055201" y="109562"/>
                </a:lnTo>
                <a:lnTo>
                  <a:pt x="1055107" y="110761"/>
                </a:lnTo>
                <a:lnTo>
                  <a:pt x="1055005" y="111898"/>
                </a:lnTo>
                <a:lnTo>
                  <a:pt x="1054896" y="112976"/>
                </a:lnTo>
                <a:lnTo>
                  <a:pt x="1054780" y="113992"/>
                </a:lnTo>
                <a:lnTo>
                  <a:pt x="1054655" y="114948"/>
                </a:lnTo>
                <a:lnTo>
                  <a:pt x="1054524" y="115844"/>
                </a:lnTo>
                <a:lnTo>
                  <a:pt x="1054385" y="116678"/>
                </a:lnTo>
                <a:lnTo>
                  <a:pt x="1054238" y="117453"/>
                </a:lnTo>
                <a:lnTo>
                  <a:pt x="1054084" y="118166"/>
                </a:lnTo>
                <a:lnTo>
                  <a:pt x="1053922" y="118820"/>
                </a:lnTo>
                <a:lnTo>
                  <a:pt x="1053753" y="119412"/>
                </a:lnTo>
                <a:lnTo>
                  <a:pt x="1053576" y="119944"/>
                </a:lnTo>
                <a:lnTo>
                  <a:pt x="1053389" y="120443"/>
                </a:lnTo>
                <a:lnTo>
                  <a:pt x="1053189" y="120934"/>
                </a:lnTo>
                <a:lnTo>
                  <a:pt x="1052977" y="121419"/>
                </a:lnTo>
                <a:lnTo>
                  <a:pt x="1052751" y="121897"/>
                </a:lnTo>
                <a:lnTo>
                  <a:pt x="1052512" y="122368"/>
                </a:lnTo>
                <a:lnTo>
                  <a:pt x="1052261" y="122833"/>
                </a:lnTo>
                <a:lnTo>
                  <a:pt x="1051997" y="123290"/>
                </a:lnTo>
                <a:lnTo>
                  <a:pt x="1051719" y="123741"/>
                </a:lnTo>
                <a:lnTo>
                  <a:pt x="1051429" y="124185"/>
                </a:lnTo>
                <a:lnTo>
                  <a:pt x="1051126" y="124622"/>
                </a:lnTo>
                <a:lnTo>
                  <a:pt x="1050810" y="125053"/>
                </a:lnTo>
                <a:lnTo>
                  <a:pt x="1050482" y="125477"/>
                </a:lnTo>
                <a:lnTo>
                  <a:pt x="1050140" y="125893"/>
                </a:lnTo>
                <a:lnTo>
                  <a:pt x="1049785" y="126303"/>
                </a:lnTo>
                <a:lnTo>
                  <a:pt x="1049418" y="126707"/>
                </a:lnTo>
                <a:lnTo>
                  <a:pt x="1049037" y="127103"/>
                </a:lnTo>
                <a:lnTo>
                  <a:pt x="1048644" y="127493"/>
                </a:lnTo>
                <a:lnTo>
                  <a:pt x="1048238" y="127876"/>
                </a:lnTo>
                <a:lnTo>
                  <a:pt x="1047819" y="128252"/>
                </a:lnTo>
                <a:lnTo>
                  <a:pt x="1047387" y="128621"/>
                </a:lnTo>
                <a:lnTo>
                  <a:pt x="1046942" y="128984"/>
                </a:lnTo>
                <a:lnTo>
                  <a:pt x="1046485" y="129339"/>
                </a:lnTo>
                <a:lnTo>
                  <a:pt x="1046014" y="129688"/>
                </a:lnTo>
                <a:lnTo>
                  <a:pt x="1045530" y="130030"/>
                </a:lnTo>
                <a:lnTo>
                  <a:pt x="1045038" y="130362"/>
                </a:lnTo>
                <a:lnTo>
                  <a:pt x="1044540" y="130680"/>
                </a:lnTo>
                <a:lnTo>
                  <a:pt x="1044036" y="130983"/>
                </a:lnTo>
                <a:lnTo>
                  <a:pt x="1043528" y="131272"/>
                </a:lnTo>
                <a:lnTo>
                  <a:pt x="1043013" y="131548"/>
                </a:lnTo>
                <a:lnTo>
                  <a:pt x="1042494" y="131809"/>
                </a:lnTo>
                <a:lnTo>
                  <a:pt x="1041969" y="132056"/>
                </a:lnTo>
                <a:lnTo>
                  <a:pt x="1041439" y="132289"/>
                </a:lnTo>
                <a:lnTo>
                  <a:pt x="1040903" y="132507"/>
                </a:lnTo>
                <a:lnTo>
                  <a:pt x="1040362" y="132712"/>
                </a:lnTo>
                <a:lnTo>
                  <a:pt x="1039816" y="132903"/>
                </a:lnTo>
                <a:lnTo>
                  <a:pt x="1039264" y="133079"/>
                </a:lnTo>
                <a:lnTo>
                  <a:pt x="1038707" y="133241"/>
                </a:lnTo>
                <a:lnTo>
                  <a:pt x="1038144" y="133390"/>
                </a:lnTo>
                <a:lnTo>
                  <a:pt x="1037577" y="133524"/>
                </a:lnTo>
                <a:lnTo>
                  <a:pt x="1037003" y="133644"/>
                </a:lnTo>
                <a:lnTo>
                  <a:pt x="1036425" y="133749"/>
                </a:lnTo>
                <a:lnTo>
                  <a:pt x="1035841" y="133841"/>
                </a:lnTo>
                <a:lnTo>
                  <a:pt x="1035251" y="133919"/>
                </a:lnTo>
                <a:lnTo>
                  <a:pt x="1034657" y="133982"/>
                </a:lnTo>
                <a:lnTo>
                  <a:pt x="1034057" y="134032"/>
                </a:lnTo>
                <a:lnTo>
                  <a:pt x="1033451" y="134067"/>
                </a:lnTo>
                <a:lnTo>
                  <a:pt x="1032840" y="134088"/>
                </a:lnTo>
                <a:lnTo>
                  <a:pt x="1032224" y="134095"/>
                </a:lnTo>
                <a:lnTo>
                  <a:pt x="1031686" y="134090"/>
                </a:lnTo>
                <a:lnTo>
                  <a:pt x="1031157" y="134074"/>
                </a:lnTo>
                <a:lnTo>
                  <a:pt x="1030635" y="134048"/>
                </a:lnTo>
                <a:lnTo>
                  <a:pt x="1030121" y="134011"/>
                </a:lnTo>
                <a:lnTo>
                  <a:pt x="1029615" y="133963"/>
                </a:lnTo>
                <a:lnTo>
                  <a:pt x="1029117" y="133905"/>
                </a:lnTo>
                <a:lnTo>
                  <a:pt x="1028626" y="133837"/>
                </a:lnTo>
                <a:lnTo>
                  <a:pt x="1028144" y="133758"/>
                </a:lnTo>
                <a:lnTo>
                  <a:pt x="1027669" y="133668"/>
                </a:lnTo>
                <a:lnTo>
                  <a:pt x="1027203" y="133568"/>
                </a:lnTo>
                <a:lnTo>
                  <a:pt x="1026744" y="133457"/>
                </a:lnTo>
                <a:lnTo>
                  <a:pt x="1026293" y="133336"/>
                </a:lnTo>
                <a:lnTo>
                  <a:pt x="1025850" y="133204"/>
                </a:lnTo>
                <a:lnTo>
                  <a:pt x="1025415" y="133062"/>
                </a:lnTo>
                <a:lnTo>
                  <a:pt x="1024987" y="132909"/>
                </a:lnTo>
                <a:lnTo>
                  <a:pt x="1024568" y="132746"/>
                </a:lnTo>
                <a:lnTo>
                  <a:pt x="1024156" y="132572"/>
                </a:lnTo>
                <a:lnTo>
                  <a:pt x="1023753" y="132387"/>
                </a:lnTo>
                <a:lnTo>
                  <a:pt x="1023357" y="132192"/>
                </a:lnTo>
                <a:lnTo>
                  <a:pt x="1022969" y="131987"/>
                </a:lnTo>
                <a:lnTo>
                  <a:pt x="1022589" y="131770"/>
                </a:lnTo>
                <a:lnTo>
                  <a:pt x="1022217" y="131544"/>
                </a:lnTo>
                <a:lnTo>
                  <a:pt x="1021853" y="131307"/>
                </a:lnTo>
                <a:lnTo>
                  <a:pt x="1021496" y="131059"/>
                </a:lnTo>
                <a:lnTo>
                  <a:pt x="1021149" y="130802"/>
                </a:lnTo>
                <a:lnTo>
                  <a:pt x="1020810" y="130538"/>
                </a:lnTo>
                <a:lnTo>
                  <a:pt x="1020480" y="130266"/>
                </a:lnTo>
                <a:lnTo>
                  <a:pt x="1020160" y="129987"/>
                </a:lnTo>
                <a:lnTo>
                  <a:pt x="1019848" y="129700"/>
                </a:lnTo>
                <a:lnTo>
                  <a:pt x="1019546" y="129406"/>
                </a:lnTo>
                <a:lnTo>
                  <a:pt x="1019253" y="129104"/>
                </a:lnTo>
                <a:lnTo>
                  <a:pt x="1018969" y="128794"/>
                </a:lnTo>
                <a:lnTo>
                  <a:pt x="1018694" y="128478"/>
                </a:lnTo>
                <a:lnTo>
                  <a:pt x="1018429" y="128153"/>
                </a:lnTo>
                <a:lnTo>
                  <a:pt x="1018172" y="127822"/>
                </a:lnTo>
                <a:lnTo>
                  <a:pt x="1017925" y="127482"/>
                </a:lnTo>
                <a:lnTo>
                  <a:pt x="1017687" y="127136"/>
                </a:lnTo>
                <a:lnTo>
                  <a:pt x="1017457" y="126781"/>
                </a:lnTo>
                <a:lnTo>
                  <a:pt x="1017237" y="126420"/>
                </a:lnTo>
                <a:lnTo>
                  <a:pt x="1017027" y="126050"/>
                </a:lnTo>
                <a:lnTo>
                  <a:pt x="1016825" y="125673"/>
                </a:lnTo>
                <a:lnTo>
                  <a:pt x="1016632" y="125289"/>
                </a:lnTo>
                <a:lnTo>
                  <a:pt x="1016449" y="124897"/>
                </a:lnTo>
                <a:lnTo>
                  <a:pt x="1016274" y="124498"/>
                </a:lnTo>
                <a:lnTo>
                  <a:pt x="1016109" y="124091"/>
                </a:lnTo>
                <a:lnTo>
                  <a:pt x="1015953" y="123677"/>
                </a:lnTo>
                <a:lnTo>
                  <a:pt x="1015806" y="123255"/>
                </a:lnTo>
                <a:lnTo>
                  <a:pt x="1015668" y="122826"/>
                </a:lnTo>
                <a:lnTo>
                  <a:pt x="1015538" y="122362"/>
                </a:lnTo>
                <a:lnTo>
                  <a:pt x="1015413" y="121836"/>
                </a:lnTo>
                <a:lnTo>
                  <a:pt x="1015294" y="121248"/>
                </a:lnTo>
                <a:lnTo>
                  <a:pt x="1015180" y="120598"/>
                </a:lnTo>
                <a:lnTo>
                  <a:pt x="1015072" y="119886"/>
                </a:lnTo>
                <a:lnTo>
                  <a:pt x="1014969" y="119112"/>
                </a:lnTo>
                <a:lnTo>
                  <a:pt x="1014872" y="118276"/>
                </a:lnTo>
                <a:lnTo>
                  <a:pt x="1014780" y="117378"/>
                </a:lnTo>
                <a:lnTo>
                  <a:pt x="1014694" y="116418"/>
                </a:lnTo>
                <a:lnTo>
                  <a:pt x="1014614" y="115396"/>
                </a:lnTo>
                <a:lnTo>
                  <a:pt x="1014539" y="114312"/>
                </a:lnTo>
                <a:lnTo>
                  <a:pt x="1014469" y="113165"/>
                </a:lnTo>
                <a:lnTo>
                  <a:pt x="1014405" y="111957"/>
                </a:lnTo>
                <a:lnTo>
                  <a:pt x="1014347" y="110687"/>
                </a:lnTo>
                <a:lnTo>
                  <a:pt x="1014294" y="109355"/>
                </a:lnTo>
                <a:lnTo>
                  <a:pt x="1014247" y="107961"/>
                </a:lnTo>
                <a:lnTo>
                  <a:pt x="1014206" y="106505"/>
                </a:lnTo>
                <a:lnTo>
                  <a:pt x="1014169" y="104987"/>
                </a:lnTo>
                <a:lnTo>
                  <a:pt x="1014139" y="103407"/>
                </a:lnTo>
                <a:lnTo>
                  <a:pt x="1014114" y="101764"/>
                </a:lnTo>
                <a:lnTo>
                  <a:pt x="1014095" y="100060"/>
                </a:lnTo>
                <a:lnTo>
                  <a:pt x="1014081" y="98294"/>
                </a:lnTo>
                <a:lnTo>
                  <a:pt x="1014072" y="96466"/>
                </a:lnTo>
                <a:lnTo>
                  <a:pt x="1014070" y="94576"/>
                </a:lnTo>
                <a:lnTo>
                  <a:pt x="1014070" y="44355"/>
                </a:lnTo>
                <a:lnTo>
                  <a:pt x="985084" y="44355"/>
                </a:lnTo>
                <a:lnTo>
                  <a:pt x="985084" y="113672"/>
                </a:lnTo>
                <a:lnTo>
                  <a:pt x="985091" y="114949"/>
                </a:lnTo>
                <a:lnTo>
                  <a:pt x="985112" y="116204"/>
                </a:lnTo>
                <a:lnTo>
                  <a:pt x="985146" y="117435"/>
                </a:lnTo>
                <a:lnTo>
                  <a:pt x="985193" y="118643"/>
                </a:lnTo>
                <a:lnTo>
                  <a:pt x="985254" y="119827"/>
                </a:lnTo>
                <a:lnTo>
                  <a:pt x="985329" y="120989"/>
                </a:lnTo>
                <a:lnTo>
                  <a:pt x="985418" y="122127"/>
                </a:lnTo>
                <a:lnTo>
                  <a:pt x="985520" y="123242"/>
                </a:lnTo>
                <a:lnTo>
                  <a:pt x="985636" y="124333"/>
                </a:lnTo>
                <a:lnTo>
                  <a:pt x="985765" y="125401"/>
                </a:lnTo>
                <a:lnTo>
                  <a:pt x="985908" y="126446"/>
                </a:lnTo>
                <a:lnTo>
                  <a:pt x="986064" y="127468"/>
                </a:lnTo>
                <a:lnTo>
                  <a:pt x="986234" y="128466"/>
                </a:lnTo>
                <a:lnTo>
                  <a:pt x="986418" y="129441"/>
                </a:lnTo>
                <a:lnTo>
                  <a:pt x="986615" y="130393"/>
                </a:lnTo>
                <a:lnTo>
                  <a:pt x="986826" y="131322"/>
                </a:lnTo>
                <a:lnTo>
                  <a:pt x="987051" y="132227"/>
                </a:lnTo>
                <a:lnTo>
                  <a:pt x="987289" y="133109"/>
                </a:lnTo>
                <a:lnTo>
                  <a:pt x="987541" y="133968"/>
                </a:lnTo>
                <a:lnTo>
                  <a:pt x="987806" y="134803"/>
                </a:lnTo>
                <a:lnTo>
                  <a:pt x="988085" y="135615"/>
                </a:lnTo>
                <a:lnTo>
                  <a:pt x="988378" y="136404"/>
                </a:lnTo>
                <a:lnTo>
                  <a:pt x="988684" y="137170"/>
                </a:lnTo>
                <a:lnTo>
                  <a:pt x="989004" y="137912"/>
                </a:lnTo>
                <a:lnTo>
                  <a:pt x="989339" y="138636"/>
                </a:lnTo>
                <a:lnTo>
                  <a:pt x="989691" y="139346"/>
                </a:lnTo>
                <a:lnTo>
                  <a:pt x="990060" y="140043"/>
                </a:lnTo>
                <a:lnTo>
                  <a:pt x="990445" y="140726"/>
                </a:lnTo>
                <a:lnTo>
                  <a:pt x="990848" y="141395"/>
                </a:lnTo>
                <a:lnTo>
                  <a:pt x="991267" y="142051"/>
                </a:lnTo>
                <a:lnTo>
                  <a:pt x="991703" y="142693"/>
                </a:lnTo>
                <a:lnTo>
                  <a:pt x="992156" y="143321"/>
                </a:lnTo>
                <a:lnTo>
                  <a:pt x="992626" y="143936"/>
                </a:lnTo>
                <a:lnTo>
                  <a:pt x="993112" y="144538"/>
                </a:lnTo>
                <a:lnTo>
                  <a:pt x="993616" y="145126"/>
                </a:lnTo>
                <a:lnTo>
                  <a:pt x="994136" y="145700"/>
                </a:lnTo>
                <a:lnTo>
                  <a:pt x="994673" y="146260"/>
                </a:lnTo>
                <a:lnTo>
                  <a:pt x="995227" y="146807"/>
                </a:lnTo>
                <a:lnTo>
                  <a:pt x="995797" y="147340"/>
                </a:lnTo>
                <a:lnTo>
                  <a:pt x="996385" y="147860"/>
                </a:lnTo>
                <a:lnTo>
                  <a:pt x="996989" y="148366"/>
                </a:lnTo>
                <a:lnTo>
                  <a:pt x="997611" y="148859"/>
                </a:lnTo>
                <a:lnTo>
                  <a:pt x="998249" y="149337"/>
                </a:lnTo>
                <a:lnTo>
                  <a:pt x="998904" y="149803"/>
                </a:lnTo>
                <a:lnTo>
                  <a:pt x="999575" y="150254"/>
                </a:lnTo>
                <a:lnTo>
                  <a:pt x="1000264" y="150692"/>
                </a:lnTo>
                <a:lnTo>
                  <a:pt x="1000969" y="151117"/>
                </a:lnTo>
                <a:lnTo>
                  <a:pt x="1001692" y="151528"/>
                </a:lnTo>
                <a:lnTo>
                  <a:pt x="1002426" y="151923"/>
                </a:lnTo>
                <a:lnTo>
                  <a:pt x="1003169" y="152302"/>
                </a:lnTo>
                <a:lnTo>
                  <a:pt x="1003919" y="152664"/>
                </a:lnTo>
                <a:lnTo>
                  <a:pt x="1004677" y="153009"/>
                </a:lnTo>
                <a:lnTo>
                  <a:pt x="1005443" y="153337"/>
                </a:lnTo>
                <a:lnTo>
                  <a:pt x="1006217" y="153649"/>
                </a:lnTo>
                <a:lnTo>
                  <a:pt x="1006999" y="153943"/>
                </a:lnTo>
                <a:lnTo>
                  <a:pt x="1007789" y="154221"/>
                </a:lnTo>
                <a:lnTo>
                  <a:pt x="1008586" y="154482"/>
                </a:lnTo>
                <a:lnTo>
                  <a:pt x="1009392" y="154726"/>
                </a:lnTo>
                <a:lnTo>
                  <a:pt x="1010205" y="154953"/>
                </a:lnTo>
                <a:lnTo>
                  <a:pt x="1011027" y="155164"/>
                </a:lnTo>
                <a:lnTo>
                  <a:pt x="1011856" y="155357"/>
                </a:lnTo>
                <a:lnTo>
                  <a:pt x="1012693" y="155534"/>
                </a:lnTo>
                <a:lnTo>
                  <a:pt x="1013538" y="155694"/>
                </a:lnTo>
                <a:lnTo>
                  <a:pt x="1014390" y="155837"/>
                </a:lnTo>
                <a:lnTo>
                  <a:pt x="1015251" y="155963"/>
                </a:lnTo>
                <a:lnTo>
                  <a:pt x="1016120" y="156073"/>
                </a:lnTo>
                <a:lnTo>
                  <a:pt x="1016996" y="156165"/>
                </a:lnTo>
                <a:lnTo>
                  <a:pt x="1017880" y="156241"/>
                </a:lnTo>
                <a:lnTo>
                  <a:pt x="1018773" y="156300"/>
                </a:lnTo>
                <a:lnTo>
                  <a:pt x="1019673" y="156342"/>
                </a:lnTo>
                <a:lnTo>
                  <a:pt x="1020581" y="156367"/>
                </a:lnTo>
                <a:lnTo>
                  <a:pt x="1021496" y="156376"/>
                </a:lnTo>
                <a:lnTo>
                  <a:pt x="1022397" y="156367"/>
                </a:lnTo>
                <a:lnTo>
                  <a:pt x="1023294" y="156341"/>
                </a:lnTo>
                <a:lnTo>
                  <a:pt x="1024187" y="156297"/>
                </a:lnTo>
                <a:lnTo>
                  <a:pt x="1025077" y="156235"/>
                </a:lnTo>
                <a:lnTo>
                  <a:pt x="1025962" y="156156"/>
                </a:lnTo>
                <a:lnTo>
                  <a:pt x="1026844" y="156060"/>
                </a:lnTo>
                <a:lnTo>
                  <a:pt x="1027722" y="155946"/>
                </a:lnTo>
                <a:lnTo>
                  <a:pt x="1028597" y="155814"/>
                </a:lnTo>
                <a:lnTo>
                  <a:pt x="1029467" y="155665"/>
                </a:lnTo>
                <a:lnTo>
                  <a:pt x="1030334" y="155498"/>
                </a:lnTo>
                <a:lnTo>
                  <a:pt x="1031197" y="155314"/>
                </a:lnTo>
                <a:lnTo>
                  <a:pt x="1032056" y="155112"/>
                </a:lnTo>
                <a:lnTo>
                  <a:pt x="1032912" y="154893"/>
                </a:lnTo>
                <a:lnTo>
                  <a:pt x="1033764" y="154656"/>
                </a:lnTo>
                <a:lnTo>
                  <a:pt x="1034612" y="154401"/>
                </a:lnTo>
                <a:lnTo>
                  <a:pt x="1035456" y="154129"/>
                </a:lnTo>
                <a:lnTo>
                  <a:pt x="1036297" y="153840"/>
                </a:lnTo>
                <a:lnTo>
                  <a:pt x="1037133" y="153533"/>
                </a:lnTo>
                <a:lnTo>
                  <a:pt x="1037966" y="153208"/>
                </a:lnTo>
                <a:lnTo>
                  <a:pt x="1038796" y="152866"/>
                </a:lnTo>
                <a:lnTo>
                  <a:pt x="1039621" y="152506"/>
                </a:lnTo>
                <a:lnTo>
                  <a:pt x="1040443" y="152129"/>
                </a:lnTo>
                <a:lnTo>
                  <a:pt x="1041261" y="151734"/>
                </a:lnTo>
                <a:lnTo>
                  <a:pt x="1042075" y="151321"/>
                </a:lnTo>
                <a:lnTo>
                  <a:pt x="1042881" y="150894"/>
                </a:lnTo>
                <a:lnTo>
                  <a:pt x="1043673" y="150453"/>
                </a:lnTo>
                <a:lnTo>
                  <a:pt x="1044453" y="150000"/>
                </a:lnTo>
                <a:lnTo>
                  <a:pt x="1045219" y="149533"/>
                </a:lnTo>
                <a:lnTo>
                  <a:pt x="1045973" y="149054"/>
                </a:lnTo>
                <a:lnTo>
                  <a:pt x="1046713" y="148562"/>
                </a:lnTo>
                <a:lnTo>
                  <a:pt x="1047441" y="148057"/>
                </a:lnTo>
                <a:lnTo>
                  <a:pt x="1048155" y="147539"/>
                </a:lnTo>
                <a:lnTo>
                  <a:pt x="1048856" y="147008"/>
                </a:lnTo>
                <a:lnTo>
                  <a:pt x="1049544" y="146465"/>
                </a:lnTo>
                <a:lnTo>
                  <a:pt x="1050219" y="145908"/>
                </a:lnTo>
                <a:lnTo>
                  <a:pt x="1050881" y="145339"/>
                </a:lnTo>
                <a:lnTo>
                  <a:pt x="1051530" y="144756"/>
                </a:lnTo>
                <a:lnTo>
                  <a:pt x="1052166" y="144161"/>
                </a:lnTo>
                <a:lnTo>
                  <a:pt x="1052789" y="143553"/>
                </a:lnTo>
                <a:lnTo>
                  <a:pt x="1053398" y="142932"/>
                </a:lnTo>
                <a:lnTo>
                  <a:pt x="1053995" y="142298"/>
                </a:lnTo>
                <a:lnTo>
                  <a:pt x="1054579" y="141651"/>
                </a:lnTo>
                <a:lnTo>
                  <a:pt x="1055149" y="140991"/>
                </a:lnTo>
                <a:lnTo>
                  <a:pt x="1055706" y="140319"/>
                </a:lnTo>
                <a:lnTo>
                  <a:pt x="1056251" y="139633"/>
                </a:lnTo>
                <a:lnTo>
                  <a:pt x="1056782" y="138935"/>
                </a:lnTo>
                <a:lnTo>
                  <a:pt x="1057300" y="138223"/>
                </a:lnTo>
                <a:lnTo>
                  <a:pt x="1057805" y="137499"/>
                </a:lnTo>
                <a:lnTo>
                  <a:pt x="1057805" y="153900"/>
                </a:lnTo>
                <a:lnTo>
                  <a:pt x="1084727" y="153900"/>
                </a:lnTo>
                <a:lnTo>
                  <a:pt x="1084727" y="44355"/>
                </a:lnTo>
                <a:lnTo>
                  <a:pt x="1055742" y="44355"/>
                </a:lnTo>
                <a:lnTo>
                  <a:pt x="1055742" y="904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D4D2D-BB42-43A4-8FB9-7E07CD27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417869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5928D-0388-448F-BC62-534BE397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741788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CCC72-B533-4D4B-9706-C222B908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1058665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63CC2-A771-49A4-AA24-9C1686CF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1382584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1D444-97A6-4B29-B92F-64465222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1699462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BD82C-2E3E-4347-90A7-F11FA0C7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2023381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01D9A-1835-460B-8B3F-56E075F6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2340258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0CBE7-2BC3-4933-B96D-281BF1C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2664178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37AAA-FE13-4414-BBC7-B2755BA8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2981055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03B16-E3E9-4D47-B0E4-A6185B4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38" y="3304974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6" name="Text 2014">
            <a:extLst xmlns:a="http://schemas.openxmlformats.org/drawingml/2006/main">
              <a:ext uri="{FF2B5EF4-FFF2-40B4-BE49-F238E27FC236}">
                <a16:creationId xmlns:a16="http://schemas.microsoft.com/office/drawing/2014/main" id="{58FC52A2-FB22-41DA-B1F8-E55EFF3C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335689"/>
            <a:ext cx="429187" cy="144218"/>
          </a:xfrm>
          <a:custGeom xmlns:a="http://schemas.openxmlformats.org/drawingml/2006/main">
            <a:pathLst>
              <a:path w="429187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7" y="33497"/>
                  <a:pt x="244727" y="29106"/>
                  <a:pt x="253007" y="22639"/>
                </a:cubicBezTo>
                <a:cubicBezTo>
                  <a:pt x="261286" y="16171"/>
                  <a:pt x="266966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85479" y="141715"/>
                </a:moveTo>
                <a:lnTo>
                  <a:pt x="385479" y="113218"/>
                </a:lnTo>
                <a:lnTo>
                  <a:pt x="327715" y="113218"/>
                </a:lnTo>
                <a:lnTo>
                  <a:pt x="327715" y="89631"/>
                </a:lnTo>
                <a:lnTo>
                  <a:pt x="388945" y="0"/>
                </a:lnTo>
                <a:lnTo>
                  <a:pt x="411666" y="0"/>
                </a:lnTo>
                <a:lnTo>
                  <a:pt x="411666" y="89534"/>
                </a:lnTo>
                <a:lnTo>
                  <a:pt x="429187" y="89534"/>
                </a:lnTo>
                <a:lnTo>
                  <a:pt x="429187" y="113218"/>
                </a:lnTo>
                <a:lnTo>
                  <a:pt x="411666" y="113218"/>
                </a:lnTo>
                <a:lnTo>
                  <a:pt x="411666" y="141715"/>
                </a:lnTo>
                <a:lnTo>
                  <a:pt x="385479" y="141715"/>
                </a:lnTo>
                <a:moveTo>
                  <a:pt x="385479" y="89534"/>
                </a:moveTo>
                <a:lnTo>
                  <a:pt x="385479" y="41355"/>
                </a:lnTo>
                <a:lnTo>
                  <a:pt x="353035" y="89534"/>
                </a:lnTo>
                <a:lnTo>
                  <a:pt x="385479" y="89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2015">
            <a:extLst xmlns:a="http://schemas.openxmlformats.org/drawingml/2006/main">
              <a:ext uri="{FF2B5EF4-FFF2-40B4-BE49-F238E27FC236}">
                <a16:creationId xmlns:a16="http://schemas.microsoft.com/office/drawing/2014/main" id="{FEB9DDBE-3500-4C2C-A23C-3FD84798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655767"/>
            <a:ext cx="427743" cy="144218"/>
          </a:xfrm>
          <a:custGeom xmlns:a="http://schemas.openxmlformats.org/drawingml/2006/main">
            <a:pathLst>
              <a:path w="427743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7" y="33497"/>
                  <a:pt x="244727" y="29106"/>
                  <a:pt x="253007" y="22639"/>
                </a:cubicBezTo>
                <a:cubicBezTo>
                  <a:pt x="261286" y="16171"/>
                  <a:pt x="266966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32818" y="105419"/>
                </a:moveTo>
                <a:lnTo>
                  <a:pt x="359774" y="102628"/>
                </a:lnTo>
                <a:cubicBezTo>
                  <a:pt x="360544" y="108725"/>
                  <a:pt x="362823" y="113555"/>
                  <a:pt x="366610" y="117117"/>
                </a:cubicBezTo>
                <a:cubicBezTo>
                  <a:pt x="370396" y="120679"/>
                  <a:pt x="374761" y="122460"/>
                  <a:pt x="379703" y="122460"/>
                </a:cubicBezTo>
                <a:cubicBezTo>
                  <a:pt x="385351" y="122460"/>
                  <a:pt x="390132" y="120161"/>
                  <a:pt x="394048" y="115564"/>
                </a:cubicBezTo>
                <a:cubicBezTo>
                  <a:pt x="397963" y="110967"/>
                  <a:pt x="399920" y="104040"/>
                  <a:pt x="399920" y="94781"/>
                </a:cubicBezTo>
                <a:cubicBezTo>
                  <a:pt x="399920" y="86101"/>
                  <a:pt x="397979" y="79590"/>
                  <a:pt x="394096" y="75250"/>
                </a:cubicBezTo>
                <a:cubicBezTo>
                  <a:pt x="390213" y="70909"/>
                  <a:pt x="385158" y="68739"/>
                  <a:pt x="378933" y="68739"/>
                </a:cubicBezTo>
                <a:cubicBezTo>
                  <a:pt x="371167" y="68739"/>
                  <a:pt x="364203" y="72205"/>
                  <a:pt x="358041" y="79137"/>
                </a:cubicBezTo>
                <a:lnTo>
                  <a:pt x="336091" y="75930"/>
                </a:lnTo>
                <a:lnTo>
                  <a:pt x="349954" y="2311"/>
                </a:lnTo>
                <a:lnTo>
                  <a:pt x="421485" y="2311"/>
                </a:lnTo>
                <a:lnTo>
                  <a:pt x="421485" y="27727"/>
                </a:lnTo>
                <a:lnTo>
                  <a:pt x="370461" y="27727"/>
                </a:lnTo>
                <a:lnTo>
                  <a:pt x="366224" y="51684"/>
                </a:lnTo>
                <a:cubicBezTo>
                  <a:pt x="372258" y="48677"/>
                  <a:pt x="378419" y="47174"/>
                  <a:pt x="384709" y="47174"/>
                </a:cubicBezTo>
                <a:cubicBezTo>
                  <a:pt x="396711" y="47174"/>
                  <a:pt x="406884" y="51547"/>
                  <a:pt x="415228" y="60294"/>
                </a:cubicBezTo>
                <a:cubicBezTo>
                  <a:pt x="423571" y="69039"/>
                  <a:pt x="427743" y="80389"/>
                  <a:pt x="427743" y="94345"/>
                </a:cubicBezTo>
                <a:cubicBezTo>
                  <a:pt x="427743" y="105986"/>
                  <a:pt x="424374" y="116373"/>
                  <a:pt x="417635" y="125505"/>
                </a:cubicBezTo>
                <a:cubicBezTo>
                  <a:pt x="408456" y="137980"/>
                  <a:pt x="395716" y="144218"/>
                  <a:pt x="379414" y="144218"/>
                </a:cubicBezTo>
                <a:cubicBezTo>
                  <a:pt x="366385" y="144218"/>
                  <a:pt x="355763" y="140712"/>
                  <a:pt x="347547" y="133700"/>
                </a:cubicBezTo>
                <a:cubicBezTo>
                  <a:pt x="339332" y="126686"/>
                  <a:pt x="334422" y="117259"/>
                  <a:pt x="332818" y="1054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2016">
            <a:extLst xmlns:a="http://schemas.openxmlformats.org/drawingml/2006/main">
              <a:ext uri="{FF2B5EF4-FFF2-40B4-BE49-F238E27FC236}">
                <a16:creationId xmlns:a16="http://schemas.microsoft.com/office/drawing/2014/main" id="{939AC4C9-5FF0-44AF-9EAE-3256211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975845"/>
            <a:ext cx="426684" cy="144218"/>
          </a:xfrm>
          <a:custGeom xmlns:a="http://schemas.openxmlformats.org/drawingml/2006/main">
            <a:pathLst>
              <a:path w="426684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7" y="33497"/>
                  <a:pt x="244727" y="29106"/>
                  <a:pt x="253007" y="22639"/>
                </a:cubicBezTo>
                <a:cubicBezTo>
                  <a:pt x="261286" y="16171"/>
                  <a:pt x="266966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424085" y="35429"/>
                </a:moveTo>
                <a:lnTo>
                  <a:pt x="397898" y="38317"/>
                </a:lnTo>
                <a:cubicBezTo>
                  <a:pt x="397257" y="32926"/>
                  <a:pt x="395588" y="28946"/>
                  <a:pt x="392892" y="26379"/>
                </a:cubicBezTo>
                <a:cubicBezTo>
                  <a:pt x="390197" y="23812"/>
                  <a:pt x="386699" y="22528"/>
                  <a:pt x="382398" y="22528"/>
                </a:cubicBezTo>
                <a:cubicBezTo>
                  <a:pt x="376686" y="22528"/>
                  <a:pt x="371856" y="25104"/>
                  <a:pt x="367909" y="30257"/>
                </a:cubicBezTo>
                <a:cubicBezTo>
                  <a:pt x="363962" y="35410"/>
                  <a:pt x="361475" y="46119"/>
                  <a:pt x="360448" y="62385"/>
                </a:cubicBezTo>
                <a:cubicBezTo>
                  <a:pt x="367187" y="54427"/>
                  <a:pt x="375563" y="50447"/>
                  <a:pt x="385575" y="50447"/>
                </a:cubicBezTo>
                <a:cubicBezTo>
                  <a:pt x="396872" y="50447"/>
                  <a:pt x="406547" y="54734"/>
                  <a:pt x="414602" y="63309"/>
                </a:cubicBezTo>
                <a:cubicBezTo>
                  <a:pt x="422657" y="71883"/>
                  <a:pt x="426684" y="82953"/>
                  <a:pt x="426684" y="96517"/>
                </a:cubicBezTo>
                <a:cubicBezTo>
                  <a:pt x="426684" y="110914"/>
                  <a:pt x="422448" y="122464"/>
                  <a:pt x="413976" y="131167"/>
                </a:cubicBezTo>
                <a:cubicBezTo>
                  <a:pt x="405504" y="139867"/>
                  <a:pt x="394625" y="144218"/>
                  <a:pt x="381339" y="144218"/>
                </a:cubicBezTo>
                <a:cubicBezTo>
                  <a:pt x="367091" y="144218"/>
                  <a:pt x="355378" y="138679"/>
                  <a:pt x="346200" y="127602"/>
                </a:cubicBezTo>
                <a:cubicBezTo>
                  <a:pt x="337022" y="116522"/>
                  <a:pt x="332432" y="98361"/>
                  <a:pt x="332432" y="73120"/>
                </a:cubicBezTo>
                <a:cubicBezTo>
                  <a:pt x="332432" y="47238"/>
                  <a:pt x="337214" y="28581"/>
                  <a:pt x="346777" y="17149"/>
                </a:cubicBezTo>
                <a:cubicBezTo>
                  <a:pt x="356340" y="5716"/>
                  <a:pt x="368760" y="0"/>
                  <a:pt x="384035" y="0"/>
                </a:cubicBezTo>
                <a:cubicBezTo>
                  <a:pt x="394754" y="0"/>
                  <a:pt x="403627" y="3026"/>
                  <a:pt x="410655" y="9077"/>
                </a:cubicBezTo>
                <a:cubicBezTo>
                  <a:pt x="417683" y="15126"/>
                  <a:pt x="422159" y="23910"/>
                  <a:pt x="424085" y="35429"/>
                </a:cubicBezTo>
                <a:moveTo>
                  <a:pt x="362759" y="94411"/>
                </a:moveTo>
                <a:cubicBezTo>
                  <a:pt x="362759" y="103122"/>
                  <a:pt x="364780" y="109846"/>
                  <a:pt x="368824" y="114584"/>
                </a:cubicBezTo>
                <a:cubicBezTo>
                  <a:pt x="372867" y="119321"/>
                  <a:pt x="377488" y="121690"/>
                  <a:pt x="382687" y="121690"/>
                </a:cubicBezTo>
                <a:cubicBezTo>
                  <a:pt x="387693" y="121690"/>
                  <a:pt x="391865" y="119750"/>
                  <a:pt x="395203" y="115871"/>
                </a:cubicBezTo>
                <a:cubicBezTo>
                  <a:pt x="398540" y="111992"/>
                  <a:pt x="400209" y="105634"/>
                  <a:pt x="400209" y="96797"/>
                </a:cubicBezTo>
                <a:cubicBezTo>
                  <a:pt x="400209" y="87703"/>
                  <a:pt x="398412" y="81042"/>
                  <a:pt x="394818" y="76814"/>
                </a:cubicBezTo>
                <a:cubicBezTo>
                  <a:pt x="391224" y="72586"/>
                  <a:pt x="386731" y="70472"/>
                  <a:pt x="381339" y="70472"/>
                </a:cubicBezTo>
                <a:cubicBezTo>
                  <a:pt x="376141" y="70472"/>
                  <a:pt x="371744" y="72491"/>
                  <a:pt x="368150" y="76528"/>
                </a:cubicBezTo>
                <a:cubicBezTo>
                  <a:pt x="364556" y="80566"/>
                  <a:pt x="362759" y="86527"/>
                  <a:pt x="362759" y="944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2017">
            <a:extLst xmlns:a="http://schemas.openxmlformats.org/drawingml/2006/main">
              <a:ext uri="{FF2B5EF4-FFF2-40B4-BE49-F238E27FC236}">
                <a16:creationId xmlns:a16="http://schemas.microsoft.com/office/drawing/2014/main" id="{2A303E61-5F33-41DE-9457-2D2106A4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1295923"/>
            <a:ext cx="424951" cy="144218"/>
          </a:xfrm>
          <a:custGeom xmlns:a="http://schemas.openxmlformats.org/drawingml/2006/main">
            <a:pathLst>
              <a:path w="424951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7" y="33497"/>
                  <a:pt x="244727" y="29106"/>
                  <a:pt x="253007" y="22639"/>
                </a:cubicBezTo>
                <a:cubicBezTo>
                  <a:pt x="261286" y="16171"/>
                  <a:pt x="266966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32432" y="27534"/>
                </a:moveTo>
                <a:lnTo>
                  <a:pt x="332432" y="2311"/>
                </a:lnTo>
                <a:lnTo>
                  <a:pt x="424951" y="2311"/>
                </a:lnTo>
                <a:lnTo>
                  <a:pt x="424951" y="21950"/>
                </a:lnTo>
                <a:cubicBezTo>
                  <a:pt x="417314" y="29472"/>
                  <a:pt x="409548" y="40272"/>
                  <a:pt x="401653" y="54352"/>
                </a:cubicBezTo>
                <a:cubicBezTo>
                  <a:pt x="393759" y="68430"/>
                  <a:pt x="387742" y="83393"/>
                  <a:pt x="383602" y="99240"/>
                </a:cubicBezTo>
                <a:cubicBezTo>
                  <a:pt x="379462" y="115085"/>
                  <a:pt x="377424" y="129243"/>
                  <a:pt x="377488" y="141715"/>
                </a:cubicBezTo>
                <a:lnTo>
                  <a:pt x="351398" y="141715"/>
                </a:lnTo>
                <a:cubicBezTo>
                  <a:pt x="351848" y="122187"/>
                  <a:pt x="355875" y="102275"/>
                  <a:pt x="363481" y="81977"/>
                </a:cubicBezTo>
                <a:cubicBezTo>
                  <a:pt x="371086" y="61677"/>
                  <a:pt x="381243" y="43530"/>
                  <a:pt x="393951" y="27534"/>
                </a:cubicBezTo>
                <a:lnTo>
                  <a:pt x="332432" y="27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2018">
            <a:extLst xmlns:a="http://schemas.openxmlformats.org/drawingml/2006/main">
              <a:ext uri="{FF2B5EF4-FFF2-40B4-BE49-F238E27FC236}">
                <a16:creationId xmlns:a16="http://schemas.microsoft.com/office/drawing/2014/main" id="{ACB3F506-3470-4752-8782-0DE2123E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1616001"/>
            <a:ext cx="424855" cy="144410"/>
          </a:xfrm>
          <a:custGeom xmlns:a="http://schemas.openxmlformats.org/drawingml/2006/main">
            <a:pathLst>
              <a:path w="424855" h="144410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7" y="33497"/>
                  <a:pt x="244727" y="29106"/>
                  <a:pt x="253007" y="22639"/>
                </a:cubicBezTo>
                <a:cubicBezTo>
                  <a:pt x="261286" y="16171"/>
                  <a:pt x="266966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55634" y="65517"/>
                </a:moveTo>
                <a:cubicBezTo>
                  <a:pt x="348639" y="62567"/>
                  <a:pt x="343552" y="58510"/>
                  <a:pt x="340375" y="53348"/>
                </a:cubicBezTo>
                <a:cubicBezTo>
                  <a:pt x="337198" y="48185"/>
                  <a:pt x="335610" y="42525"/>
                  <a:pt x="335610" y="36367"/>
                </a:cubicBezTo>
                <a:cubicBezTo>
                  <a:pt x="335610" y="25847"/>
                  <a:pt x="339284" y="17157"/>
                  <a:pt x="346633" y="10295"/>
                </a:cubicBezTo>
                <a:cubicBezTo>
                  <a:pt x="353982" y="3432"/>
                  <a:pt x="364427" y="0"/>
                  <a:pt x="377970" y="0"/>
                </a:cubicBezTo>
                <a:cubicBezTo>
                  <a:pt x="391384" y="0"/>
                  <a:pt x="401798" y="3432"/>
                  <a:pt x="409211" y="10295"/>
                </a:cubicBezTo>
                <a:cubicBezTo>
                  <a:pt x="416624" y="17157"/>
                  <a:pt x="420330" y="25847"/>
                  <a:pt x="420330" y="36367"/>
                </a:cubicBezTo>
                <a:cubicBezTo>
                  <a:pt x="420330" y="42908"/>
                  <a:pt x="418629" y="48728"/>
                  <a:pt x="415228" y="53829"/>
                </a:cubicBezTo>
                <a:cubicBezTo>
                  <a:pt x="411826" y="58927"/>
                  <a:pt x="407044" y="62823"/>
                  <a:pt x="400883" y="65517"/>
                </a:cubicBezTo>
                <a:cubicBezTo>
                  <a:pt x="408713" y="68672"/>
                  <a:pt x="414666" y="73275"/>
                  <a:pt x="418742" y="79326"/>
                </a:cubicBezTo>
                <a:cubicBezTo>
                  <a:pt x="422817" y="85378"/>
                  <a:pt x="424855" y="92362"/>
                  <a:pt x="424855" y="100281"/>
                </a:cubicBezTo>
                <a:cubicBezTo>
                  <a:pt x="424855" y="113348"/>
                  <a:pt x="420699" y="123970"/>
                  <a:pt x="412388" y="132147"/>
                </a:cubicBezTo>
                <a:cubicBezTo>
                  <a:pt x="404076" y="140323"/>
                  <a:pt x="393021" y="144410"/>
                  <a:pt x="379221" y="144410"/>
                </a:cubicBezTo>
                <a:cubicBezTo>
                  <a:pt x="366385" y="144410"/>
                  <a:pt x="355699" y="141031"/>
                  <a:pt x="347162" y="134271"/>
                </a:cubicBezTo>
                <a:cubicBezTo>
                  <a:pt x="337086" y="126289"/>
                  <a:pt x="332047" y="115345"/>
                  <a:pt x="332047" y="101439"/>
                </a:cubicBezTo>
                <a:cubicBezTo>
                  <a:pt x="332047" y="93777"/>
                  <a:pt x="333941" y="86744"/>
                  <a:pt x="337728" y="80340"/>
                </a:cubicBezTo>
                <a:cubicBezTo>
                  <a:pt x="341514" y="73934"/>
                  <a:pt x="347483" y="68993"/>
                  <a:pt x="355634" y="65517"/>
                </a:cubicBezTo>
                <a:moveTo>
                  <a:pt x="361218" y="38365"/>
                </a:moveTo>
                <a:cubicBezTo>
                  <a:pt x="361218" y="43742"/>
                  <a:pt x="362743" y="47935"/>
                  <a:pt x="365791" y="50944"/>
                </a:cubicBezTo>
                <a:cubicBezTo>
                  <a:pt x="368840" y="53950"/>
                  <a:pt x="372899" y="55454"/>
                  <a:pt x="377970" y="55454"/>
                </a:cubicBezTo>
                <a:cubicBezTo>
                  <a:pt x="383104" y="55454"/>
                  <a:pt x="387212" y="53934"/>
                  <a:pt x="390293" y="50896"/>
                </a:cubicBezTo>
                <a:cubicBezTo>
                  <a:pt x="393374" y="47855"/>
                  <a:pt x="394914" y="43646"/>
                  <a:pt x="394914" y="38269"/>
                </a:cubicBezTo>
                <a:cubicBezTo>
                  <a:pt x="394914" y="33212"/>
                  <a:pt x="393390" y="29165"/>
                  <a:pt x="390341" y="26126"/>
                </a:cubicBezTo>
                <a:cubicBezTo>
                  <a:pt x="387292" y="23086"/>
                  <a:pt x="383265" y="21565"/>
                  <a:pt x="378259" y="21565"/>
                </a:cubicBezTo>
                <a:cubicBezTo>
                  <a:pt x="373060" y="21565"/>
                  <a:pt x="368920" y="23102"/>
                  <a:pt x="365839" y="26174"/>
                </a:cubicBezTo>
                <a:cubicBezTo>
                  <a:pt x="362759" y="29245"/>
                  <a:pt x="361218" y="33309"/>
                  <a:pt x="361218" y="38365"/>
                </a:cubicBezTo>
                <a:moveTo>
                  <a:pt x="358715" y="98819"/>
                </a:moveTo>
                <a:cubicBezTo>
                  <a:pt x="358715" y="106312"/>
                  <a:pt x="360625" y="112158"/>
                  <a:pt x="364443" y="116356"/>
                </a:cubicBezTo>
                <a:cubicBezTo>
                  <a:pt x="368262" y="120553"/>
                  <a:pt x="373028" y="122652"/>
                  <a:pt x="378740" y="122652"/>
                </a:cubicBezTo>
                <a:cubicBezTo>
                  <a:pt x="384324" y="122652"/>
                  <a:pt x="388945" y="120635"/>
                  <a:pt x="392603" y="116599"/>
                </a:cubicBezTo>
                <a:cubicBezTo>
                  <a:pt x="396262" y="112562"/>
                  <a:pt x="398091" y="106731"/>
                  <a:pt x="398091" y="99108"/>
                </a:cubicBezTo>
                <a:cubicBezTo>
                  <a:pt x="398091" y="92455"/>
                  <a:pt x="396230" y="87110"/>
                  <a:pt x="392507" y="83075"/>
                </a:cubicBezTo>
                <a:cubicBezTo>
                  <a:pt x="388785" y="79038"/>
                  <a:pt x="384067" y="77019"/>
                  <a:pt x="378355" y="77019"/>
                </a:cubicBezTo>
                <a:cubicBezTo>
                  <a:pt x="371744" y="77019"/>
                  <a:pt x="366818" y="79312"/>
                  <a:pt x="363577" y="83899"/>
                </a:cubicBezTo>
                <a:cubicBezTo>
                  <a:pt x="360336" y="88484"/>
                  <a:pt x="358715" y="93458"/>
                  <a:pt x="358715" y="988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2019">
            <a:extLst xmlns:a="http://schemas.openxmlformats.org/drawingml/2006/main">
              <a:ext uri="{FF2B5EF4-FFF2-40B4-BE49-F238E27FC236}">
                <a16:creationId xmlns:a16="http://schemas.microsoft.com/office/drawing/2014/main" id="{D149CE41-A86B-4D38-8BE6-EEA981AC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1936080"/>
            <a:ext cx="424566" cy="144410"/>
          </a:xfrm>
          <a:custGeom xmlns:a="http://schemas.openxmlformats.org/drawingml/2006/main">
            <a:pathLst>
              <a:path w="424566" h="144410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7" y="33497"/>
                  <a:pt x="244727" y="29106"/>
                  <a:pt x="253007" y="22639"/>
                </a:cubicBezTo>
                <a:cubicBezTo>
                  <a:pt x="261286" y="16171"/>
                  <a:pt x="266966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33010" y="109000"/>
                </a:moveTo>
                <a:lnTo>
                  <a:pt x="359197" y="106093"/>
                </a:lnTo>
                <a:cubicBezTo>
                  <a:pt x="359838" y="111453"/>
                  <a:pt x="361507" y="115424"/>
                  <a:pt x="364203" y="118007"/>
                </a:cubicBezTo>
                <a:cubicBezTo>
                  <a:pt x="366898" y="120591"/>
                  <a:pt x="370461" y="121882"/>
                  <a:pt x="374889" y="121882"/>
                </a:cubicBezTo>
                <a:cubicBezTo>
                  <a:pt x="380473" y="121882"/>
                  <a:pt x="385222" y="119306"/>
                  <a:pt x="389138" y="114153"/>
                </a:cubicBezTo>
                <a:cubicBezTo>
                  <a:pt x="393053" y="109001"/>
                  <a:pt x="395556" y="98323"/>
                  <a:pt x="396647" y="82121"/>
                </a:cubicBezTo>
                <a:cubicBezTo>
                  <a:pt x="389844" y="90016"/>
                  <a:pt x="381339" y="93963"/>
                  <a:pt x="371134" y="93963"/>
                </a:cubicBezTo>
                <a:cubicBezTo>
                  <a:pt x="360031" y="93963"/>
                  <a:pt x="350452" y="89684"/>
                  <a:pt x="342397" y="81125"/>
                </a:cubicBezTo>
                <a:cubicBezTo>
                  <a:pt x="334342" y="72565"/>
                  <a:pt x="330314" y="61425"/>
                  <a:pt x="330314" y="47704"/>
                </a:cubicBezTo>
                <a:cubicBezTo>
                  <a:pt x="330314" y="33405"/>
                  <a:pt x="334567" y="21880"/>
                  <a:pt x="343071" y="13129"/>
                </a:cubicBezTo>
                <a:cubicBezTo>
                  <a:pt x="351575" y="4376"/>
                  <a:pt x="362406" y="0"/>
                  <a:pt x="375563" y="0"/>
                </a:cubicBezTo>
                <a:cubicBezTo>
                  <a:pt x="389876" y="0"/>
                  <a:pt x="401621" y="5544"/>
                  <a:pt x="410799" y="16631"/>
                </a:cubicBezTo>
                <a:cubicBezTo>
                  <a:pt x="419977" y="27717"/>
                  <a:pt x="424566" y="45953"/>
                  <a:pt x="424566" y="71339"/>
                </a:cubicBezTo>
                <a:cubicBezTo>
                  <a:pt x="424566" y="97174"/>
                  <a:pt x="419785" y="115812"/>
                  <a:pt x="410221" y="127253"/>
                </a:cubicBezTo>
                <a:cubicBezTo>
                  <a:pt x="400658" y="138691"/>
                  <a:pt x="388207" y="144410"/>
                  <a:pt x="372867" y="144410"/>
                </a:cubicBezTo>
                <a:cubicBezTo>
                  <a:pt x="361828" y="144410"/>
                  <a:pt x="352907" y="141452"/>
                  <a:pt x="346103" y="135535"/>
                </a:cubicBezTo>
                <a:cubicBezTo>
                  <a:pt x="339300" y="129616"/>
                  <a:pt x="334936" y="120771"/>
                  <a:pt x="333010" y="109000"/>
                </a:cubicBezTo>
                <a:moveTo>
                  <a:pt x="394240" y="49960"/>
                </a:moveTo>
                <a:cubicBezTo>
                  <a:pt x="394240" y="41263"/>
                  <a:pt x="392234" y="34517"/>
                  <a:pt x="388223" y="29721"/>
                </a:cubicBezTo>
                <a:cubicBezTo>
                  <a:pt x="384212" y="24926"/>
                  <a:pt x="379574" y="22528"/>
                  <a:pt x="374311" y="22528"/>
                </a:cubicBezTo>
                <a:cubicBezTo>
                  <a:pt x="369305" y="22528"/>
                  <a:pt x="365149" y="24495"/>
                  <a:pt x="361844" y="28428"/>
                </a:cubicBezTo>
                <a:cubicBezTo>
                  <a:pt x="358539" y="32359"/>
                  <a:pt x="356886" y="38801"/>
                  <a:pt x="356886" y="47755"/>
                </a:cubicBezTo>
                <a:cubicBezTo>
                  <a:pt x="356886" y="56834"/>
                  <a:pt x="358683" y="63500"/>
                  <a:pt x="362277" y="67752"/>
                </a:cubicBezTo>
                <a:cubicBezTo>
                  <a:pt x="365871" y="72005"/>
                  <a:pt x="370364" y="74131"/>
                  <a:pt x="375756" y="74131"/>
                </a:cubicBezTo>
                <a:cubicBezTo>
                  <a:pt x="380954" y="74131"/>
                  <a:pt x="385335" y="72085"/>
                  <a:pt x="388897" y="67993"/>
                </a:cubicBezTo>
                <a:cubicBezTo>
                  <a:pt x="392459" y="63900"/>
                  <a:pt x="394240" y="57888"/>
                  <a:pt x="394240" y="49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2020">
            <a:extLst xmlns:a="http://schemas.openxmlformats.org/drawingml/2006/main">
              <a:ext uri="{FF2B5EF4-FFF2-40B4-BE49-F238E27FC236}">
                <a16:creationId xmlns:a16="http://schemas.microsoft.com/office/drawing/2014/main" id="{751C9062-09DD-4168-9C1D-0CB916F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2256158"/>
            <a:ext cx="423989" cy="144218"/>
          </a:xfrm>
          <a:custGeom xmlns:a="http://schemas.openxmlformats.org/drawingml/2006/main">
            <a:pathLst>
              <a:path w="423989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314140" y="116491"/>
                </a:moveTo>
                <a:lnTo>
                  <a:pt x="314140" y="141715"/>
                </a:lnTo>
                <a:lnTo>
                  <a:pt x="219311" y="141715"/>
                </a:lnTo>
                <a:cubicBezTo>
                  <a:pt x="220338" y="132224"/>
                  <a:pt x="223419" y="123230"/>
                  <a:pt x="228553" y="114734"/>
                </a:cubicBezTo>
                <a:cubicBezTo>
                  <a:pt x="233688" y="106236"/>
                  <a:pt x="243829" y="94964"/>
                  <a:pt x="258976" y="80918"/>
                </a:cubicBezTo>
                <a:cubicBezTo>
                  <a:pt x="271170" y="69568"/>
                  <a:pt x="278648" y="61873"/>
                  <a:pt x="281407" y="57833"/>
                </a:cubicBezTo>
                <a:cubicBezTo>
                  <a:pt x="285130" y="52253"/>
                  <a:pt x="286991" y="46738"/>
                  <a:pt x="286991" y="41286"/>
                </a:cubicBezTo>
                <a:cubicBezTo>
                  <a:pt x="286991" y="35257"/>
                  <a:pt x="285371" y="30624"/>
                  <a:pt x="282130" y="27387"/>
                </a:cubicBezTo>
                <a:cubicBezTo>
                  <a:pt x="278888" y="24148"/>
                  <a:pt x="274412" y="22528"/>
                  <a:pt x="268699" y="22528"/>
                </a:cubicBezTo>
                <a:cubicBezTo>
                  <a:pt x="263051" y="22528"/>
                  <a:pt x="258559" y="24237"/>
                  <a:pt x="255221" y="27655"/>
                </a:cubicBezTo>
                <a:cubicBezTo>
                  <a:pt x="251884" y="31070"/>
                  <a:pt x="249958" y="36742"/>
                  <a:pt x="249445" y="44671"/>
                </a:cubicBezTo>
                <a:lnTo>
                  <a:pt x="222488" y="41963"/>
                </a:lnTo>
                <a:cubicBezTo>
                  <a:pt x="224093" y="27009"/>
                  <a:pt x="229131" y="16276"/>
                  <a:pt x="237603" y="9766"/>
                </a:cubicBezTo>
                <a:cubicBezTo>
                  <a:pt x="246075" y="3255"/>
                  <a:pt x="256665" y="0"/>
                  <a:pt x="269373" y="0"/>
                </a:cubicBezTo>
                <a:cubicBezTo>
                  <a:pt x="283301" y="0"/>
                  <a:pt x="294244" y="3752"/>
                  <a:pt x="302203" y="11255"/>
                </a:cubicBezTo>
                <a:cubicBezTo>
                  <a:pt x="310161" y="18758"/>
                  <a:pt x="314140" y="28089"/>
                  <a:pt x="314140" y="39246"/>
                </a:cubicBezTo>
                <a:cubicBezTo>
                  <a:pt x="314140" y="45597"/>
                  <a:pt x="313001" y="51642"/>
                  <a:pt x="310723" y="57382"/>
                </a:cubicBezTo>
                <a:cubicBezTo>
                  <a:pt x="308444" y="63120"/>
                  <a:pt x="304834" y="69131"/>
                  <a:pt x="299892" y="75415"/>
                </a:cubicBezTo>
                <a:cubicBezTo>
                  <a:pt x="296619" y="79585"/>
                  <a:pt x="290714" y="85582"/>
                  <a:pt x="282178" y="93406"/>
                </a:cubicBezTo>
                <a:cubicBezTo>
                  <a:pt x="273641" y="101229"/>
                  <a:pt x="268234" y="106422"/>
                  <a:pt x="265956" y="108988"/>
                </a:cubicBezTo>
                <a:cubicBezTo>
                  <a:pt x="263677" y="111553"/>
                  <a:pt x="261832" y="114054"/>
                  <a:pt x="260420" y="116491"/>
                </a:cubicBezTo>
                <a:lnTo>
                  <a:pt x="314140" y="116491"/>
                </a:lnTo>
                <a:close/>
                <a:moveTo>
                  <a:pt x="378162" y="0"/>
                </a:moveTo>
                <a:cubicBezTo>
                  <a:pt x="391833" y="0"/>
                  <a:pt x="402520" y="4881"/>
                  <a:pt x="410221" y="14643"/>
                </a:cubicBezTo>
                <a:cubicBezTo>
                  <a:pt x="419400" y="26203"/>
                  <a:pt x="423989" y="45375"/>
                  <a:pt x="423989" y="72157"/>
                </a:cubicBezTo>
                <a:cubicBezTo>
                  <a:pt x="423989" y="98875"/>
                  <a:pt x="419367" y="118078"/>
                  <a:pt x="410125" y="129768"/>
                </a:cubicBezTo>
                <a:cubicBezTo>
                  <a:pt x="402488" y="139401"/>
                  <a:pt x="391833" y="144218"/>
                  <a:pt x="378162" y="144218"/>
                </a:cubicBezTo>
                <a:cubicBezTo>
                  <a:pt x="364427" y="144218"/>
                  <a:pt x="353356" y="138936"/>
                  <a:pt x="344948" y="128372"/>
                </a:cubicBezTo>
                <a:cubicBezTo>
                  <a:pt x="336540" y="117806"/>
                  <a:pt x="332336" y="98971"/>
                  <a:pt x="332336" y="71868"/>
                </a:cubicBezTo>
                <a:cubicBezTo>
                  <a:pt x="332336" y="45279"/>
                  <a:pt x="336957" y="26139"/>
                  <a:pt x="346200" y="14450"/>
                </a:cubicBezTo>
                <a:cubicBezTo>
                  <a:pt x="353837" y="4817"/>
                  <a:pt x="364492" y="0"/>
                  <a:pt x="378162" y="0"/>
                </a:cubicBezTo>
                <a:moveTo>
                  <a:pt x="378162" y="22528"/>
                </a:moveTo>
                <a:cubicBezTo>
                  <a:pt x="374889" y="22528"/>
                  <a:pt x="371969" y="23570"/>
                  <a:pt x="369402" y="25654"/>
                </a:cubicBezTo>
                <a:cubicBezTo>
                  <a:pt x="366834" y="27738"/>
                  <a:pt x="364845" y="31472"/>
                  <a:pt x="363433" y="36858"/>
                </a:cubicBezTo>
                <a:cubicBezTo>
                  <a:pt x="361571" y="43848"/>
                  <a:pt x="360641" y="55614"/>
                  <a:pt x="360641" y="72157"/>
                </a:cubicBezTo>
                <a:cubicBezTo>
                  <a:pt x="360641" y="88700"/>
                  <a:pt x="361475" y="100065"/>
                  <a:pt x="363144" y="106253"/>
                </a:cubicBezTo>
                <a:cubicBezTo>
                  <a:pt x="364812" y="112440"/>
                  <a:pt x="366914" y="116560"/>
                  <a:pt x="369450" y="118612"/>
                </a:cubicBezTo>
                <a:cubicBezTo>
                  <a:pt x="371985" y="120664"/>
                  <a:pt x="374889" y="121690"/>
                  <a:pt x="378162" y="121690"/>
                </a:cubicBezTo>
                <a:cubicBezTo>
                  <a:pt x="381436" y="121690"/>
                  <a:pt x="384356" y="120648"/>
                  <a:pt x="386923" y="118564"/>
                </a:cubicBezTo>
                <a:cubicBezTo>
                  <a:pt x="389491" y="116480"/>
                  <a:pt x="391480" y="112745"/>
                  <a:pt x="392892" y="107360"/>
                </a:cubicBezTo>
                <a:cubicBezTo>
                  <a:pt x="394754" y="100434"/>
                  <a:pt x="395684" y="88700"/>
                  <a:pt x="395684" y="72157"/>
                </a:cubicBezTo>
                <a:cubicBezTo>
                  <a:pt x="395684" y="55614"/>
                  <a:pt x="394850" y="44249"/>
                  <a:pt x="393181" y="38061"/>
                </a:cubicBezTo>
                <a:cubicBezTo>
                  <a:pt x="391512" y="31874"/>
                  <a:pt x="389410" y="27738"/>
                  <a:pt x="386875" y="25654"/>
                </a:cubicBezTo>
                <a:cubicBezTo>
                  <a:pt x="384340" y="23570"/>
                  <a:pt x="381436" y="22528"/>
                  <a:pt x="378162" y="22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2021">
            <a:extLst xmlns:a="http://schemas.openxmlformats.org/drawingml/2006/main">
              <a:ext uri="{FF2B5EF4-FFF2-40B4-BE49-F238E27FC236}">
                <a16:creationId xmlns:a16="http://schemas.microsoft.com/office/drawing/2014/main" id="{E154982B-3E03-4221-8054-CFABF7A5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2576236"/>
            <a:ext cx="401653" cy="144218"/>
          </a:xfrm>
          <a:custGeom xmlns:a="http://schemas.openxmlformats.org/drawingml/2006/main">
            <a:pathLst>
              <a:path w="401653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314140" y="116491"/>
                </a:moveTo>
                <a:lnTo>
                  <a:pt x="314140" y="141715"/>
                </a:lnTo>
                <a:lnTo>
                  <a:pt x="219311" y="141715"/>
                </a:lnTo>
                <a:cubicBezTo>
                  <a:pt x="220338" y="132224"/>
                  <a:pt x="223419" y="123230"/>
                  <a:pt x="228553" y="114734"/>
                </a:cubicBezTo>
                <a:cubicBezTo>
                  <a:pt x="233688" y="106236"/>
                  <a:pt x="243829" y="94964"/>
                  <a:pt x="258976" y="80918"/>
                </a:cubicBezTo>
                <a:cubicBezTo>
                  <a:pt x="271170" y="69568"/>
                  <a:pt x="278648" y="61873"/>
                  <a:pt x="281407" y="57833"/>
                </a:cubicBezTo>
                <a:cubicBezTo>
                  <a:pt x="285130" y="52253"/>
                  <a:pt x="286991" y="46738"/>
                  <a:pt x="286991" y="41286"/>
                </a:cubicBezTo>
                <a:cubicBezTo>
                  <a:pt x="286991" y="35257"/>
                  <a:pt x="285371" y="30624"/>
                  <a:pt x="282130" y="27387"/>
                </a:cubicBezTo>
                <a:cubicBezTo>
                  <a:pt x="278888" y="24148"/>
                  <a:pt x="274412" y="22528"/>
                  <a:pt x="268699" y="22528"/>
                </a:cubicBezTo>
                <a:cubicBezTo>
                  <a:pt x="263051" y="22528"/>
                  <a:pt x="258559" y="24237"/>
                  <a:pt x="255221" y="27655"/>
                </a:cubicBezTo>
                <a:cubicBezTo>
                  <a:pt x="251884" y="31070"/>
                  <a:pt x="249958" y="36742"/>
                  <a:pt x="249445" y="44671"/>
                </a:cubicBezTo>
                <a:lnTo>
                  <a:pt x="222488" y="41963"/>
                </a:lnTo>
                <a:cubicBezTo>
                  <a:pt x="224093" y="27009"/>
                  <a:pt x="229131" y="16276"/>
                  <a:pt x="237603" y="9766"/>
                </a:cubicBezTo>
                <a:cubicBezTo>
                  <a:pt x="246075" y="3255"/>
                  <a:pt x="256665" y="0"/>
                  <a:pt x="269373" y="0"/>
                </a:cubicBezTo>
                <a:cubicBezTo>
                  <a:pt x="283301" y="0"/>
                  <a:pt x="294244" y="3752"/>
                  <a:pt x="302203" y="11255"/>
                </a:cubicBezTo>
                <a:cubicBezTo>
                  <a:pt x="310161" y="18758"/>
                  <a:pt x="314140" y="28089"/>
                  <a:pt x="314140" y="39246"/>
                </a:cubicBezTo>
                <a:cubicBezTo>
                  <a:pt x="314140" y="45597"/>
                  <a:pt x="313001" y="51642"/>
                  <a:pt x="310723" y="57382"/>
                </a:cubicBezTo>
                <a:cubicBezTo>
                  <a:pt x="308444" y="63120"/>
                  <a:pt x="304834" y="69131"/>
                  <a:pt x="299892" y="75415"/>
                </a:cubicBezTo>
                <a:cubicBezTo>
                  <a:pt x="296619" y="79585"/>
                  <a:pt x="290714" y="85582"/>
                  <a:pt x="282178" y="93406"/>
                </a:cubicBezTo>
                <a:cubicBezTo>
                  <a:pt x="273641" y="101229"/>
                  <a:pt x="268234" y="106422"/>
                  <a:pt x="265956" y="108988"/>
                </a:cubicBezTo>
                <a:cubicBezTo>
                  <a:pt x="263677" y="111553"/>
                  <a:pt x="261832" y="114054"/>
                  <a:pt x="260420" y="116491"/>
                </a:cubicBezTo>
                <a:lnTo>
                  <a:pt x="314140" y="116491"/>
                </a:lnTo>
                <a:close/>
                <a:moveTo>
                  <a:pt x="401653" y="141715"/>
                </a:moveTo>
                <a:lnTo>
                  <a:pt x="374600" y="141715"/>
                </a:lnTo>
                <a:lnTo>
                  <a:pt x="374600" y="39872"/>
                </a:lnTo>
                <a:cubicBezTo>
                  <a:pt x="364716" y="49151"/>
                  <a:pt x="353067" y="56013"/>
                  <a:pt x="339653" y="60460"/>
                </a:cubicBezTo>
                <a:lnTo>
                  <a:pt x="339653" y="35814"/>
                </a:lnTo>
                <a:cubicBezTo>
                  <a:pt x="346713" y="33497"/>
                  <a:pt x="354383" y="29106"/>
                  <a:pt x="362662" y="22639"/>
                </a:cubicBezTo>
                <a:cubicBezTo>
                  <a:pt x="370942" y="16171"/>
                  <a:pt x="376622" y="8625"/>
                  <a:pt x="379703" y="0"/>
                </a:cubicBezTo>
                <a:lnTo>
                  <a:pt x="401653" y="0"/>
                </a:lnTo>
                <a:lnTo>
                  <a:pt x="401653" y="141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2022">
            <a:extLst xmlns:a="http://schemas.openxmlformats.org/drawingml/2006/main">
              <a:ext uri="{FF2B5EF4-FFF2-40B4-BE49-F238E27FC236}">
                <a16:creationId xmlns:a16="http://schemas.microsoft.com/office/drawing/2014/main" id="{3D6C02C3-C985-43A8-BE2D-58C7975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2896314"/>
            <a:ext cx="423796" cy="144218"/>
          </a:xfrm>
          <a:custGeom xmlns:a="http://schemas.openxmlformats.org/drawingml/2006/main">
            <a:pathLst>
              <a:path w="423796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314140" y="116491"/>
                </a:moveTo>
                <a:lnTo>
                  <a:pt x="314140" y="141715"/>
                </a:lnTo>
                <a:lnTo>
                  <a:pt x="219311" y="141715"/>
                </a:lnTo>
                <a:cubicBezTo>
                  <a:pt x="220338" y="132224"/>
                  <a:pt x="223419" y="123230"/>
                  <a:pt x="228553" y="114734"/>
                </a:cubicBezTo>
                <a:cubicBezTo>
                  <a:pt x="233688" y="106236"/>
                  <a:pt x="243829" y="94964"/>
                  <a:pt x="258976" y="80918"/>
                </a:cubicBezTo>
                <a:cubicBezTo>
                  <a:pt x="271170" y="69568"/>
                  <a:pt x="278648" y="61873"/>
                  <a:pt x="281407" y="57833"/>
                </a:cubicBezTo>
                <a:cubicBezTo>
                  <a:pt x="285130" y="52253"/>
                  <a:pt x="286991" y="46738"/>
                  <a:pt x="286991" y="41286"/>
                </a:cubicBezTo>
                <a:cubicBezTo>
                  <a:pt x="286991" y="35257"/>
                  <a:pt x="285371" y="30624"/>
                  <a:pt x="282130" y="27387"/>
                </a:cubicBezTo>
                <a:cubicBezTo>
                  <a:pt x="278888" y="24148"/>
                  <a:pt x="274412" y="22528"/>
                  <a:pt x="268699" y="22528"/>
                </a:cubicBezTo>
                <a:cubicBezTo>
                  <a:pt x="263051" y="22528"/>
                  <a:pt x="258559" y="24237"/>
                  <a:pt x="255221" y="27655"/>
                </a:cubicBezTo>
                <a:cubicBezTo>
                  <a:pt x="251884" y="31070"/>
                  <a:pt x="249958" y="36742"/>
                  <a:pt x="249445" y="44671"/>
                </a:cubicBezTo>
                <a:lnTo>
                  <a:pt x="222488" y="41963"/>
                </a:lnTo>
                <a:cubicBezTo>
                  <a:pt x="224093" y="27009"/>
                  <a:pt x="229131" y="16276"/>
                  <a:pt x="237603" y="9766"/>
                </a:cubicBezTo>
                <a:cubicBezTo>
                  <a:pt x="246075" y="3255"/>
                  <a:pt x="256665" y="0"/>
                  <a:pt x="269373" y="0"/>
                </a:cubicBezTo>
                <a:cubicBezTo>
                  <a:pt x="283301" y="0"/>
                  <a:pt x="294244" y="3752"/>
                  <a:pt x="302203" y="11255"/>
                </a:cubicBezTo>
                <a:cubicBezTo>
                  <a:pt x="310161" y="18758"/>
                  <a:pt x="314140" y="28089"/>
                  <a:pt x="314140" y="39246"/>
                </a:cubicBezTo>
                <a:cubicBezTo>
                  <a:pt x="314140" y="45597"/>
                  <a:pt x="313001" y="51642"/>
                  <a:pt x="310723" y="57382"/>
                </a:cubicBezTo>
                <a:cubicBezTo>
                  <a:pt x="308444" y="63120"/>
                  <a:pt x="304834" y="69131"/>
                  <a:pt x="299892" y="75415"/>
                </a:cubicBezTo>
                <a:cubicBezTo>
                  <a:pt x="296619" y="79585"/>
                  <a:pt x="290714" y="85582"/>
                  <a:pt x="282178" y="93406"/>
                </a:cubicBezTo>
                <a:cubicBezTo>
                  <a:pt x="273641" y="101229"/>
                  <a:pt x="268234" y="106422"/>
                  <a:pt x="265956" y="108988"/>
                </a:cubicBezTo>
                <a:cubicBezTo>
                  <a:pt x="263677" y="111553"/>
                  <a:pt x="261832" y="114054"/>
                  <a:pt x="260420" y="116491"/>
                </a:cubicBezTo>
                <a:lnTo>
                  <a:pt x="314140" y="116491"/>
                </a:lnTo>
                <a:close/>
                <a:moveTo>
                  <a:pt x="423796" y="116491"/>
                </a:moveTo>
                <a:lnTo>
                  <a:pt x="423796" y="141715"/>
                </a:lnTo>
                <a:lnTo>
                  <a:pt x="328967" y="141715"/>
                </a:lnTo>
                <a:cubicBezTo>
                  <a:pt x="329994" y="132224"/>
                  <a:pt x="333074" y="123230"/>
                  <a:pt x="338209" y="114734"/>
                </a:cubicBezTo>
                <a:cubicBezTo>
                  <a:pt x="343343" y="106236"/>
                  <a:pt x="353484" y="94964"/>
                  <a:pt x="368631" y="80918"/>
                </a:cubicBezTo>
                <a:cubicBezTo>
                  <a:pt x="380826" y="69568"/>
                  <a:pt x="388303" y="61873"/>
                  <a:pt x="391063" y="57833"/>
                </a:cubicBezTo>
                <a:cubicBezTo>
                  <a:pt x="394786" y="52253"/>
                  <a:pt x="396647" y="46738"/>
                  <a:pt x="396647" y="41286"/>
                </a:cubicBezTo>
                <a:cubicBezTo>
                  <a:pt x="396647" y="35257"/>
                  <a:pt x="395026" y="30624"/>
                  <a:pt x="391785" y="27387"/>
                </a:cubicBezTo>
                <a:cubicBezTo>
                  <a:pt x="388544" y="24148"/>
                  <a:pt x="384067" y="22528"/>
                  <a:pt x="378355" y="22528"/>
                </a:cubicBezTo>
                <a:cubicBezTo>
                  <a:pt x="372707" y="22528"/>
                  <a:pt x="368214" y="24237"/>
                  <a:pt x="364877" y="27655"/>
                </a:cubicBezTo>
                <a:cubicBezTo>
                  <a:pt x="361539" y="31070"/>
                  <a:pt x="359614" y="36742"/>
                  <a:pt x="359100" y="44671"/>
                </a:cubicBezTo>
                <a:lnTo>
                  <a:pt x="332144" y="41963"/>
                </a:lnTo>
                <a:cubicBezTo>
                  <a:pt x="333748" y="27009"/>
                  <a:pt x="338787" y="16276"/>
                  <a:pt x="347259" y="9766"/>
                </a:cubicBezTo>
                <a:cubicBezTo>
                  <a:pt x="355731" y="3255"/>
                  <a:pt x="366321" y="0"/>
                  <a:pt x="379029" y="0"/>
                </a:cubicBezTo>
                <a:cubicBezTo>
                  <a:pt x="392956" y="0"/>
                  <a:pt x="403900" y="3752"/>
                  <a:pt x="411858" y="11255"/>
                </a:cubicBezTo>
                <a:cubicBezTo>
                  <a:pt x="419817" y="18758"/>
                  <a:pt x="423796" y="28089"/>
                  <a:pt x="423796" y="39246"/>
                </a:cubicBezTo>
                <a:cubicBezTo>
                  <a:pt x="423796" y="45597"/>
                  <a:pt x="422657" y="51642"/>
                  <a:pt x="420378" y="57382"/>
                </a:cubicBezTo>
                <a:cubicBezTo>
                  <a:pt x="418100" y="63120"/>
                  <a:pt x="414490" y="69131"/>
                  <a:pt x="409548" y="75415"/>
                </a:cubicBezTo>
                <a:cubicBezTo>
                  <a:pt x="406274" y="79585"/>
                  <a:pt x="400369" y="85582"/>
                  <a:pt x="391833" y="93406"/>
                </a:cubicBezTo>
                <a:cubicBezTo>
                  <a:pt x="383297" y="101229"/>
                  <a:pt x="377890" y="106422"/>
                  <a:pt x="375611" y="108988"/>
                </a:cubicBezTo>
                <a:cubicBezTo>
                  <a:pt x="373333" y="111553"/>
                  <a:pt x="371487" y="114054"/>
                  <a:pt x="370075" y="116491"/>
                </a:cubicBezTo>
                <a:lnTo>
                  <a:pt x="423796" y="1164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2023">
            <a:extLst xmlns:a="http://schemas.openxmlformats.org/drawingml/2006/main">
              <a:ext uri="{FF2B5EF4-FFF2-40B4-BE49-F238E27FC236}">
                <a16:creationId xmlns:a16="http://schemas.microsoft.com/office/drawing/2014/main" id="{0B71743D-8472-4C62-B7DB-D94DD64A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2" y="3216392"/>
            <a:ext cx="425240" cy="144218"/>
          </a:xfrm>
          <a:custGeom xmlns:a="http://schemas.openxmlformats.org/drawingml/2006/main">
            <a:pathLst>
              <a:path w="425240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9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30" y="55614"/>
                  <a:pt x="141330" y="72157"/>
                </a:cubicBezTo>
                <a:cubicBezTo>
                  <a:pt x="141330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9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5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5" y="22528"/>
                  <a:pt x="158851" y="22528"/>
                </a:cubicBezTo>
                <a:close/>
                <a:moveTo>
                  <a:pt x="314140" y="116491"/>
                </a:moveTo>
                <a:lnTo>
                  <a:pt x="314140" y="141715"/>
                </a:lnTo>
                <a:lnTo>
                  <a:pt x="219311" y="141715"/>
                </a:lnTo>
                <a:cubicBezTo>
                  <a:pt x="220338" y="132224"/>
                  <a:pt x="223419" y="123230"/>
                  <a:pt x="228553" y="114734"/>
                </a:cubicBezTo>
                <a:cubicBezTo>
                  <a:pt x="233688" y="106236"/>
                  <a:pt x="243829" y="94964"/>
                  <a:pt x="258976" y="80918"/>
                </a:cubicBezTo>
                <a:cubicBezTo>
                  <a:pt x="271170" y="69568"/>
                  <a:pt x="278648" y="61873"/>
                  <a:pt x="281407" y="57833"/>
                </a:cubicBezTo>
                <a:cubicBezTo>
                  <a:pt x="285130" y="52253"/>
                  <a:pt x="286991" y="46738"/>
                  <a:pt x="286991" y="41286"/>
                </a:cubicBezTo>
                <a:cubicBezTo>
                  <a:pt x="286991" y="35257"/>
                  <a:pt x="285371" y="30624"/>
                  <a:pt x="282130" y="27387"/>
                </a:cubicBezTo>
                <a:cubicBezTo>
                  <a:pt x="278888" y="24148"/>
                  <a:pt x="274412" y="22528"/>
                  <a:pt x="268699" y="22528"/>
                </a:cubicBezTo>
                <a:cubicBezTo>
                  <a:pt x="263051" y="22528"/>
                  <a:pt x="258559" y="24237"/>
                  <a:pt x="255221" y="27655"/>
                </a:cubicBezTo>
                <a:cubicBezTo>
                  <a:pt x="251884" y="31070"/>
                  <a:pt x="249958" y="36742"/>
                  <a:pt x="249445" y="44671"/>
                </a:cubicBezTo>
                <a:lnTo>
                  <a:pt x="222488" y="41963"/>
                </a:lnTo>
                <a:cubicBezTo>
                  <a:pt x="224093" y="27009"/>
                  <a:pt x="229131" y="16276"/>
                  <a:pt x="237603" y="9766"/>
                </a:cubicBezTo>
                <a:cubicBezTo>
                  <a:pt x="246075" y="3255"/>
                  <a:pt x="256665" y="0"/>
                  <a:pt x="269373" y="0"/>
                </a:cubicBezTo>
                <a:cubicBezTo>
                  <a:pt x="283301" y="0"/>
                  <a:pt x="294244" y="3752"/>
                  <a:pt x="302203" y="11255"/>
                </a:cubicBezTo>
                <a:cubicBezTo>
                  <a:pt x="310161" y="18758"/>
                  <a:pt x="314140" y="28089"/>
                  <a:pt x="314140" y="39246"/>
                </a:cubicBezTo>
                <a:cubicBezTo>
                  <a:pt x="314140" y="45597"/>
                  <a:pt x="313001" y="51642"/>
                  <a:pt x="310723" y="57382"/>
                </a:cubicBezTo>
                <a:cubicBezTo>
                  <a:pt x="308444" y="63120"/>
                  <a:pt x="304834" y="69131"/>
                  <a:pt x="299892" y="75415"/>
                </a:cubicBezTo>
                <a:cubicBezTo>
                  <a:pt x="296619" y="79585"/>
                  <a:pt x="290714" y="85582"/>
                  <a:pt x="282178" y="93406"/>
                </a:cubicBezTo>
                <a:cubicBezTo>
                  <a:pt x="273641" y="101229"/>
                  <a:pt x="268234" y="106422"/>
                  <a:pt x="265956" y="108988"/>
                </a:cubicBezTo>
                <a:cubicBezTo>
                  <a:pt x="263677" y="111553"/>
                  <a:pt x="261832" y="114054"/>
                  <a:pt x="260420" y="116491"/>
                </a:cubicBezTo>
                <a:lnTo>
                  <a:pt x="314140" y="116491"/>
                </a:lnTo>
                <a:close/>
                <a:moveTo>
                  <a:pt x="331470" y="104264"/>
                </a:moveTo>
                <a:lnTo>
                  <a:pt x="357656" y="101087"/>
                </a:lnTo>
                <a:cubicBezTo>
                  <a:pt x="358491" y="107762"/>
                  <a:pt x="360737" y="112865"/>
                  <a:pt x="364395" y="116395"/>
                </a:cubicBezTo>
                <a:cubicBezTo>
                  <a:pt x="368054" y="119925"/>
                  <a:pt x="372482" y="121690"/>
                  <a:pt x="377681" y="121690"/>
                </a:cubicBezTo>
                <a:cubicBezTo>
                  <a:pt x="383265" y="121690"/>
                  <a:pt x="387966" y="119572"/>
                  <a:pt x="391785" y="115336"/>
                </a:cubicBezTo>
                <a:cubicBezTo>
                  <a:pt x="395604" y="111100"/>
                  <a:pt x="397513" y="105387"/>
                  <a:pt x="397513" y="98199"/>
                </a:cubicBezTo>
                <a:cubicBezTo>
                  <a:pt x="397513" y="91396"/>
                  <a:pt x="395684" y="86004"/>
                  <a:pt x="392026" y="82025"/>
                </a:cubicBezTo>
                <a:cubicBezTo>
                  <a:pt x="388367" y="78046"/>
                  <a:pt x="383907" y="76056"/>
                  <a:pt x="378644" y="76056"/>
                </a:cubicBezTo>
                <a:cubicBezTo>
                  <a:pt x="375178" y="76056"/>
                  <a:pt x="371038" y="76730"/>
                  <a:pt x="366224" y="78078"/>
                </a:cubicBezTo>
                <a:lnTo>
                  <a:pt x="369209" y="56224"/>
                </a:lnTo>
                <a:cubicBezTo>
                  <a:pt x="376526" y="56416"/>
                  <a:pt x="382110" y="54833"/>
                  <a:pt x="385961" y="51473"/>
                </a:cubicBezTo>
                <a:cubicBezTo>
                  <a:pt x="389811" y="48112"/>
                  <a:pt x="391737" y="43647"/>
                  <a:pt x="391737" y="38079"/>
                </a:cubicBezTo>
                <a:cubicBezTo>
                  <a:pt x="391737" y="33344"/>
                  <a:pt x="390325" y="29568"/>
                  <a:pt x="387501" y="26752"/>
                </a:cubicBezTo>
                <a:cubicBezTo>
                  <a:pt x="384677" y="23936"/>
                  <a:pt x="380922" y="22528"/>
                  <a:pt x="376237" y="22528"/>
                </a:cubicBezTo>
                <a:cubicBezTo>
                  <a:pt x="371616" y="22528"/>
                  <a:pt x="367669" y="24133"/>
                  <a:pt x="364395" y="27342"/>
                </a:cubicBezTo>
                <a:cubicBezTo>
                  <a:pt x="361122" y="30551"/>
                  <a:pt x="359132" y="35236"/>
                  <a:pt x="358426" y="41398"/>
                </a:cubicBezTo>
                <a:lnTo>
                  <a:pt x="333491" y="37162"/>
                </a:lnTo>
                <a:cubicBezTo>
                  <a:pt x="335224" y="28559"/>
                  <a:pt x="337840" y="21687"/>
                  <a:pt x="341338" y="16544"/>
                </a:cubicBezTo>
                <a:cubicBezTo>
                  <a:pt x="344836" y="11401"/>
                  <a:pt x="349714" y="7359"/>
                  <a:pt x="355971" y="4417"/>
                </a:cubicBezTo>
                <a:cubicBezTo>
                  <a:pt x="362229" y="1472"/>
                  <a:pt x="369241" y="0"/>
                  <a:pt x="377007" y="0"/>
                </a:cubicBezTo>
                <a:cubicBezTo>
                  <a:pt x="390293" y="0"/>
                  <a:pt x="400947" y="4242"/>
                  <a:pt x="408970" y="12726"/>
                </a:cubicBezTo>
                <a:cubicBezTo>
                  <a:pt x="415581" y="19670"/>
                  <a:pt x="418886" y="27512"/>
                  <a:pt x="418886" y="36253"/>
                </a:cubicBezTo>
                <a:cubicBezTo>
                  <a:pt x="418886" y="48658"/>
                  <a:pt x="412115" y="58557"/>
                  <a:pt x="398572" y="65950"/>
                </a:cubicBezTo>
                <a:cubicBezTo>
                  <a:pt x="406659" y="67683"/>
                  <a:pt x="413126" y="71566"/>
                  <a:pt x="417971" y="77599"/>
                </a:cubicBezTo>
                <a:cubicBezTo>
                  <a:pt x="422817" y="83633"/>
                  <a:pt x="425240" y="90917"/>
                  <a:pt x="425240" y="99454"/>
                </a:cubicBezTo>
                <a:cubicBezTo>
                  <a:pt x="425240" y="111839"/>
                  <a:pt x="420715" y="122396"/>
                  <a:pt x="411666" y="131125"/>
                </a:cubicBezTo>
                <a:cubicBezTo>
                  <a:pt x="402616" y="139853"/>
                  <a:pt x="391352" y="144218"/>
                  <a:pt x="377874" y="144218"/>
                </a:cubicBezTo>
                <a:cubicBezTo>
                  <a:pt x="365101" y="144218"/>
                  <a:pt x="354511" y="140534"/>
                  <a:pt x="346103" y="133167"/>
                </a:cubicBezTo>
                <a:cubicBezTo>
                  <a:pt x="337695" y="125800"/>
                  <a:pt x="332818" y="116166"/>
                  <a:pt x="331470" y="104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6DA77-A77C-4A30-A7C0-0965610F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46" y="100991"/>
            <a:ext cx="10" cy="3520860"/>
          </a:xfrm>
          <a:custGeom xmlns:a="http://schemas.openxmlformats.org/drawingml/2006/main">
            <a:pathLst>
              <a:path w="1" h="3520860" fill="none">
                <a:moveTo>
                  <a:pt x="0" y="0"/>
                </a:moveTo>
                <a:lnTo>
                  <a:pt x="0" y="352086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37" name="Text Y">
            <a:extLst xmlns:a="http://schemas.openxmlformats.org/drawingml/2006/main">
              <a:ext uri="{FF2B5EF4-FFF2-40B4-BE49-F238E27FC236}">
                <a16:creationId xmlns:a16="http://schemas.microsoft.com/office/drawing/2014/main" id="{DF7D96BC-EAC4-4833-BE73-5CF13CB9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7" y="1943529"/>
            <a:ext cx="151218" cy="141419"/>
          </a:xfrm>
          <a:custGeom xmlns:a="http://schemas.openxmlformats.org/drawingml/2006/main">
            <a:pathLst>
              <a:path w="151218" h="141419">
                <a:moveTo>
                  <a:pt x="151218" y="86027"/>
                </a:moveTo>
                <a:lnTo>
                  <a:pt x="87575" y="86027"/>
                </a:lnTo>
                <a:lnTo>
                  <a:pt x="0" y="141419"/>
                </a:lnTo>
                <a:lnTo>
                  <a:pt x="0" y="105626"/>
                </a:lnTo>
                <a:lnTo>
                  <a:pt x="59914" y="70039"/>
                </a:lnTo>
                <a:lnTo>
                  <a:pt x="0" y="35174"/>
                </a:lnTo>
                <a:lnTo>
                  <a:pt x="0" y="0"/>
                </a:lnTo>
                <a:lnTo>
                  <a:pt x="87781" y="55598"/>
                </a:lnTo>
                <a:lnTo>
                  <a:pt x="151218" y="55598"/>
                </a:lnTo>
                <a:lnTo>
                  <a:pt x="151218" y="860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e">
            <a:extLst xmlns:a="http://schemas.openxmlformats.org/drawingml/2006/main">
              <a:ext uri="{FF2B5EF4-FFF2-40B4-BE49-F238E27FC236}">
                <a16:creationId xmlns:a16="http://schemas.microsoft.com/office/drawing/2014/main" id="{4E013154-2882-48F4-A484-EA54CAE6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94" y="1845949"/>
            <a:ext cx="114497" cy="102738"/>
          </a:xfrm>
          <a:custGeom xmlns:a="http://schemas.openxmlformats.org/drawingml/2006/main">
            <a:pathLst>
              <a:path w="114497" h="102738">
                <a:moveTo>
                  <a:pt x="77156" y="30842"/>
                </a:moveTo>
                <a:lnTo>
                  <a:pt x="82108" y="1960"/>
                </a:lnTo>
                <a:cubicBezTo>
                  <a:pt x="92663" y="5673"/>
                  <a:pt x="100700" y="11536"/>
                  <a:pt x="106219" y="19547"/>
                </a:cubicBezTo>
                <a:cubicBezTo>
                  <a:pt x="111737" y="27558"/>
                  <a:pt x="114497" y="37581"/>
                  <a:pt x="114497" y="49615"/>
                </a:cubicBezTo>
                <a:cubicBezTo>
                  <a:pt x="114497" y="68664"/>
                  <a:pt x="108273" y="82761"/>
                  <a:pt x="95827" y="91907"/>
                </a:cubicBezTo>
                <a:cubicBezTo>
                  <a:pt x="85855" y="99127"/>
                  <a:pt x="73271" y="102738"/>
                  <a:pt x="58074" y="102738"/>
                </a:cubicBezTo>
                <a:cubicBezTo>
                  <a:pt x="39919" y="102738"/>
                  <a:pt x="25702" y="97993"/>
                  <a:pt x="15421" y="88503"/>
                </a:cubicBezTo>
                <a:cubicBezTo>
                  <a:pt x="5140" y="79013"/>
                  <a:pt x="0" y="67013"/>
                  <a:pt x="0" y="52503"/>
                </a:cubicBezTo>
                <a:cubicBezTo>
                  <a:pt x="0" y="36206"/>
                  <a:pt x="5381" y="23346"/>
                  <a:pt x="16143" y="13925"/>
                </a:cubicBezTo>
                <a:cubicBezTo>
                  <a:pt x="26905" y="4504"/>
                  <a:pt x="43392" y="0"/>
                  <a:pt x="65604" y="413"/>
                </a:cubicBezTo>
                <a:lnTo>
                  <a:pt x="65604" y="73030"/>
                </a:lnTo>
                <a:cubicBezTo>
                  <a:pt x="74199" y="72824"/>
                  <a:pt x="80887" y="70486"/>
                  <a:pt x="85666" y="66016"/>
                </a:cubicBezTo>
                <a:cubicBezTo>
                  <a:pt x="90446" y="61546"/>
                  <a:pt x="92835" y="55976"/>
                  <a:pt x="92835" y="49306"/>
                </a:cubicBezTo>
                <a:cubicBezTo>
                  <a:pt x="92835" y="44767"/>
                  <a:pt x="91597" y="40951"/>
                  <a:pt x="89122" y="37856"/>
                </a:cubicBezTo>
                <a:cubicBezTo>
                  <a:pt x="86646" y="34762"/>
                  <a:pt x="82658" y="32424"/>
                  <a:pt x="77156" y="30842"/>
                </a:cubicBezTo>
                <a:moveTo>
                  <a:pt x="47862" y="29192"/>
                </a:moveTo>
                <a:cubicBezTo>
                  <a:pt x="39507" y="29398"/>
                  <a:pt x="33154" y="31564"/>
                  <a:pt x="28805" y="35690"/>
                </a:cubicBezTo>
                <a:cubicBezTo>
                  <a:pt x="24455" y="39816"/>
                  <a:pt x="22280" y="44836"/>
                  <a:pt x="22280" y="50750"/>
                </a:cubicBezTo>
                <a:cubicBezTo>
                  <a:pt x="22280" y="57076"/>
                  <a:pt x="24574" y="62303"/>
                  <a:pt x="29162" y="66429"/>
                </a:cubicBezTo>
                <a:cubicBezTo>
                  <a:pt x="33753" y="70555"/>
                  <a:pt x="39986" y="72583"/>
                  <a:pt x="47862" y="72515"/>
                </a:cubicBezTo>
                <a:lnTo>
                  <a:pt x="47862" y="29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a">
            <a:extLst xmlns:a="http://schemas.openxmlformats.org/drawingml/2006/main">
              <a:ext uri="{FF2B5EF4-FFF2-40B4-BE49-F238E27FC236}">
                <a16:creationId xmlns:a16="http://schemas.microsoft.com/office/drawing/2014/main" id="{63183906-059F-4FE1-AC5A-970477FB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94" y="1727532"/>
            <a:ext cx="114497" cy="102841"/>
          </a:xfrm>
          <a:custGeom xmlns:a="http://schemas.openxmlformats.org/drawingml/2006/main">
            <a:pathLst>
              <a:path w="114497" h="102841">
                <a:moveTo>
                  <a:pt x="36309" y="73546"/>
                </a:moveTo>
                <a:lnTo>
                  <a:pt x="31564" y="99849"/>
                </a:lnTo>
                <a:cubicBezTo>
                  <a:pt x="20834" y="96892"/>
                  <a:pt x="12892" y="91804"/>
                  <a:pt x="7736" y="84583"/>
                </a:cubicBezTo>
                <a:cubicBezTo>
                  <a:pt x="2579" y="77363"/>
                  <a:pt x="0" y="66635"/>
                  <a:pt x="0" y="52400"/>
                </a:cubicBezTo>
                <a:cubicBezTo>
                  <a:pt x="0" y="39472"/>
                  <a:pt x="1530" y="29845"/>
                  <a:pt x="4590" y="23518"/>
                </a:cubicBezTo>
                <a:cubicBezTo>
                  <a:pt x="7650" y="17192"/>
                  <a:pt x="11536" y="12739"/>
                  <a:pt x="16246" y="10160"/>
                </a:cubicBezTo>
                <a:cubicBezTo>
                  <a:pt x="20957" y="7582"/>
                  <a:pt x="29604" y="6292"/>
                  <a:pt x="42188" y="6292"/>
                </a:cubicBezTo>
                <a:lnTo>
                  <a:pt x="76022" y="6602"/>
                </a:lnTo>
                <a:cubicBezTo>
                  <a:pt x="85649" y="6602"/>
                  <a:pt x="92749" y="6137"/>
                  <a:pt x="97322" y="5209"/>
                </a:cubicBezTo>
                <a:cubicBezTo>
                  <a:pt x="101895" y="4281"/>
                  <a:pt x="106795" y="2544"/>
                  <a:pt x="112021" y="0"/>
                </a:cubicBezTo>
                <a:lnTo>
                  <a:pt x="112021" y="28676"/>
                </a:lnTo>
                <a:cubicBezTo>
                  <a:pt x="110096" y="29432"/>
                  <a:pt x="107242" y="30361"/>
                  <a:pt x="103460" y="31461"/>
                </a:cubicBezTo>
                <a:cubicBezTo>
                  <a:pt x="101740" y="31942"/>
                  <a:pt x="100606" y="32286"/>
                  <a:pt x="100056" y="32492"/>
                </a:cubicBezTo>
                <a:cubicBezTo>
                  <a:pt x="104869" y="37444"/>
                  <a:pt x="108480" y="42739"/>
                  <a:pt x="110886" y="48377"/>
                </a:cubicBezTo>
                <a:cubicBezTo>
                  <a:pt x="113293" y="54016"/>
                  <a:pt x="114497" y="60033"/>
                  <a:pt x="114497" y="66429"/>
                </a:cubicBezTo>
                <a:cubicBezTo>
                  <a:pt x="114497" y="77706"/>
                  <a:pt x="111449" y="86595"/>
                  <a:pt x="105355" y="93093"/>
                </a:cubicBezTo>
                <a:cubicBezTo>
                  <a:pt x="99261" y="99592"/>
                  <a:pt x="91557" y="102841"/>
                  <a:pt x="82243" y="102841"/>
                </a:cubicBezTo>
                <a:cubicBezTo>
                  <a:pt x="76080" y="102841"/>
                  <a:pt x="70585" y="101362"/>
                  <a:pt x="65758" y="98405"/>
                </a:cubicBezTo>
                <a:cubicBezTo>
                  <a:pt x="60930" y="95448"/>
                  <a:pt x="57231" y="91305"/>
                  <a:pt x="54663" y="85976"/>
                </a:cubicBezTo>
                <a:cubicBezTo>
                  <a:pt x="52095" y="80646"/>
                  <a:pt x="49853" y="72962"/>
                  <a:pt x="47936" y="62922"/>
                </a:cubicBezTo>
                <a:cubicBezTo>
                  <a:pt x="45402" y="49375"/>
                  <a:pt x="43039" y="39988"/>
                  <a:pt x="40847" y="34762"/>
                </a:cubicBezTo>
                <a:lnTo>
                  <a:pt x="37927" y="34762"/>
                </a:lnTo>
                <a:cubicBezTo>
                  <a:pt x="32295" y="34762"/>
                  <a:pt x="28279" y="36137"/>
                  <a:pt x="25881" y="38888"/>
                </a:cubicBezTo>
                <a:cubicBezTo>
                  <a:pt x="23481" y="41638"/>
                  <a:pt x="22280" y="46830"/>
                  <a:pt x="22280" y="54463"/>
                </a:cubicBezTo>
                <a:cubicBezTo>
                  <a:pt x="22280" y="59621"/>
                  <a:pt x="23318" y="63644"/>
                  <a:pt x="25394" y="66532"/>
                </a:cubicBezTo>
                <a:cubicBezTo>
                  <a:pt x="27468" y="69420"/>
                  <a:pt x="31106" y="71758"/>
                  <a:pt x="36309" y="73546"/>
                </a:cubicBezTo>
                <a:moveTo>
                  <a:pt x="59827" y="34762"/>
                </a:moveTo>
                <a:cubicBezTo>
                  <a:pt x="61050" y="38475"/>
                  <a:pt x="62511" y="44355"/>
                  <a:pt x="64211" y="52400"/>
                </a:cubicBezTo>
                <a:cubicBezTo>
                  <a:pt x="65909" y="60446"/>
                  <a:pt x="67573" y="65707"/>
                  <a:pt x="69204" y="68182"/>
                </a:cubicBezTo>
                <a:cubicBezTo>
                  <a:pt x="71854" y="71964"/>
                  <a:pt x="75217" y="73856"/>
                  <a:pt x="79293" y="73856"/>
                </a:cubicBezTo>
                <a:cubicBezTo>
                  <a:pt x="83303" y="73856"/>
                  <a:pt x="86770" y="72343"/>
                  <a:pt x="89692" y="69317"/>
                </a:cubicBezTo>
                <a:cubicBezTo>
                  <a:pt x="92613" y="66291"/>
                  <a:pt x="94073" y="62440"/>
                  <a:pt x="94073" y="57764"/>
                </a:cubicBezTo>
                <a:cubicBezTo>
                  <a:pt x="94073" y="52538"/>
                  <a:pt x="92374" y="47552"/>
                  <a:pt x="88977" y="42807"/>
                </a:cubicBezTo>
                <a:cubicBezTo>
                  <a:pt x="86396" y="39300"/>
                  <a:pt x="83236" y="36997"/>
                  <a:pt x="79497" y="35896"/>
                </a:cubicBezTo>
                <a:cubicBezTo>
                  <a:pt x="77051" y="35140"/>
                  <a:pt x="72397" y="34762"/>
                  <a:pt x="65536" y="34762"/>
                </a:cubicBezTo>
                <a:lnTo>
                  <a:pt x="59827" y="34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r">
            <a:extLst xmlns:a="http://schemas.openxmlformats.org/drawingml/2006/main">
              <a:ext uri="{FF2B5EF4-FFF2-40B4-BE49-F238E27FC236}">
                <a16:creationId xmlns:a16="http://schemas.microsoft.com/office/drawing/2014/main" id="{3271C339-9A47-4B6B-AEB3-744AC90E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94" y="1635522"/>
            <a:ext cx="112021" cy="70967"/>
          </a:xfrm>
          <a:custGeom xmlns:a="http://schemas.openxmlformats.org/drawingml/2006/main">
            <a:pathLst>
              <a:path w="112021" h="70967">
                <a:moveTo>
                  <a:pt x="112021" y="41982"/>
                </a:moveTo>
                <a:lnTo>
                  <a:pt x="112021" y="70967"/>
                </a:lnTo>
                <a:lnTo>
                  <a:pt x="2476" y="70967"/>
                </a:lnTo>
                <a:lnTo>
                  <a:pt x="2476" y="44045"/>
                </a:lnTo>
                <a:lnTo>
                  <a:pt x="18051" y="44045"/>
                </a:lnTo>
                <a:cubicBezTo>
                  <a:pt x="10693" y="39438"/>
                  <a:pt x="5845" y="35295"/>
                  <a:pt x="3507" y="31616"/>
                </a:cubicBezTo>
                <a:cubicBezTo>
                  <a:pt x="1169" y="27937"/>
                  <a:pt x="0" y="23759"/>
                  <a:pt x="0" y="19083"/>
                </a:cubicBezTo>
                <a:cubicBezTo>
                  <a:pt x="0" y="12481"/>
                  <a:pt x="1822" y="6120"/>
                  <a:pt x="5467" y="0"/>
                </a:cubicBezTo>
                <a:lnTo>
                  <a:pt x="30739" y="8974"/>
                </a:lnTo>
                <a:cubicBezTo>
                  <a:pt x="27575" y="13857"/>
                  <a:pt x="25994" y="18395"/>
                  <a:pt x="25994" y="22590"/>
                </a:cubicBezTo>
                <a:cubicBezTo>
                  <a:pt x="25994" y="26647"/>
                  <a:pt x="27111" y="30085"/>
                  <a:pt x="29346" y="32905"/>
                </a:cubicBezTo>
                <a:cubicBezTo>
                  <a:pt x="31581" y="35724"/>
                  <a:pt x="35621" y="37942"/>
                  <a:pt x="41466" y="39558"/>
                </a:cubicBezTo>
                <a:cubicBezTo>
                  <a:pt x="47312" y="41174"/>
                  <a:pt x="59552" y="41982"/>
                  <a:pt x="78188" y="41982"/>
                </a:cubicBezTo>
                <a:lnTo>
                  <a:pt x="112021" y="419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BB146-19DC-42AF-BC58-9C742220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468" y="309029"/>
            <a:ext cx="217040" cy="217040"/>
          </a:xfrm>
          <a:custGeom xmlns:a="http://schemas.openxmlformats.org/drawingml/2006/main">
            <a:pathLst>
              <a:path w="217040" h="217040">
                <a:moveTo>
                  <a:pt x="217040" y="108520"/>
                </a:moveTo>
                <a:cubicBezTo>
                  <a:pt x="217040" y="168454"/>
                  <a:pt x="168454" y="217040"/>
                  <a:pt x="108520" y="217040"/>
                </a:cubicBezTo>
                <a:cubicBezTo>
                  <a:pt x="48586" y="217040"/>
                  <a:pt x="0" y="168454"/>
                  <a:pt x="0" y="108520"/>
                </a:cubicBezTo>
                <a:cubicBezTo>
                  <a:pt x="0" y="48586"/>
                  <a:pt x="48586" y="0"/>
                  <a:pt x="108520" y="0"/>
                </a:cubicBezTo>
                <a:cubicBezTo>
                  <a:pt x="168454" y="0"/>
                  <a:pt x="217040" y="48586"/>
                  <a:pt x="217040" y="108520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39AA5-B1C3-4A3D-9315-B99C137A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340" y="325140"/>
            <a:ext cx="184817" cy="184817"/>
          </a:xfrm>
          <a:custGeom xmlns:a="http://schemas.openxmlformats.org/drawingml/2006/main">
            <a:pathLst>
              <a:path w="184817" h="184817">
                <a:moveTo>
                  <a:pt x="184817" y="92408"/>
                </a:moveTo>
                <a:cubicBezTo>
                  <a:pt x="184817" y="143444"/>
                  <a:pt x="143444" y="184817"/>
                  <a:pt x="92408" y="184817"/>
                </a:cubicBezTo>
                <a:cubicBezTo>
                  <a:pt x="41373" y="184817"/>
                  <a:pt x="0" y="143444"/>
                  <a:pt x="0" y="92408"/>
                </a:cubicBezTo>
                <a:cubicBezTo>
                  <a:pt x="0" y="41373"/>
                  <a:pt x="41373" y="0"/>
                  <a:pt x="92408" y="0"/>
                </a:cubicBezTo>
                <a:cubicBezTo>
                  <a:pt x="143444" y="0"/>
                  <a:pt x="184817" y="41373"/>
                  <a:pt x="184817" y="92408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0479A-9434-407C-8E6D-C89F8595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99" y="325140"/>
            <a:ext cx="184817" cy="184817"/>
          </a:xfrm>
          <a:custGeom xmlns:a="http://schemas.openxmlformats.org/drawingml/2006/main">
            <a:pathLst>
              <a:path w="184817" h="184817">
                <a:moveTo>
                  <a:pt x="184817" y="92408"/>
                </a:moveTo>
                <a:cubicBezTo>
                  <a:pt x="184817" y="143444"/>
                  <a:pt x="143444" y="184817"/>
                  <a:pt x="92408" y="184817"/>
                </a:cubicBezTo>
                <a:cubicBezTo>
                  <a:pt x="41373" y="184817"/>
                  <a:pt x="0" y="143444"/>
                  <a:pt x="0" y="92408"/>
                </a:cubicBezTo>
                <a:cubicBezTo>
                  <a:pt x="0" y="41373"/>
                  <a:pt x="41373" y="0"/>
                  <a:pt x="92408" y="0"/>
                </a:cubicBezTo>
                <a:cubicBezTo>
                  <a:pt x="143444" y="0"/>
                  <a:pt x="184817" y="41373"/>
                  <a:pt x="184817" y="92408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5F6B7-D020-4A6C-8609-08093E3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0" y="328943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C32E7-F2BF-4E21-8916-07384903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057" y="303459"/>
            <a:ext cx="228180" cy="228180"/>
          </a:xfrm>
          <a:custGeom xmlns:a="http://schemas.openxmlformats.org/drawingml/2006/main">
            <a:pathLst>
              <a:path w="228180" h="228180">
                <a:moveTo>
                  <a:pt x="228180" y="114090"/>
                </a:moveTo>
                <a:cubicBezTo>
                  <a:pt x="228180" y="177100"/>
                  <a:pt x="177100" y="228180"/>
                  <a:pt x="114090" y="228180"/>
                </a:cubicBezTo>
                <a:cubicBezTo>
                  <a:pt x="51080" y="228180"/>
                  <a:pt x="0" y="177100"/>
                  <a:pt x="0" y="114090"/>
                </a:cubicBezTo>
                <a:cubicBezTo>
                  <a:pt x="0" y="51080"/>
                  <a:pt x="51080" y="0"/>
                  <a:pt x="114090" y="0"/>
                </a:cubicBezTo>
                <a:cubicBezTo>
                  <a:pt x="177100" y="0"/>
                  <a:pt x="228180" y="51080"/>
                  <a:pt x="228180" y="114090"/>
                </a:cubicBezTo>
              </a:path>
            </a:pathLst>
          </a:custGeom>
          <a:solidFill xmlns:a="http://schemas.openxmlformats.org/drawingml/2006/main">
            <a:srgbClr val="EC3F2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A307C-8DCF-49E6-9AA0-A89F127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79" y="314902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9743F-708F-4E81-A691-D88AC3F2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977" y="303459"/>
            <a:ext cx="228180" cy="228180"/>
          </a:xfrm>
          <a:custGeom xmlns:a="http://schemas.openxmlformats.org/drawingml/2006/main">
            <a:pathLst>
              <a:path w="228180" h="228180">
                <a:moveTo>
                  <a:pt x="228180" y="114090"/>
                </a:moveTo>
                <a:cubicBezTo>
                  <a:pt x="228180" y="177100"/>
                  <a:pt x="177100" y="228180"/>
                  <a:pt x="114090" y="228180"/>
                </a:cubicBezTo>
                <a:cubicBezTo>
                  <a:pt x="51080" y="228180"/>
                  <a:pt x="0" y="177100"/>
                  <a:pt x="0" y="114090"/>
                </a:cubicBezTo>
                <a:cubicBezTo>
                  <a:pt x="0" y="51080"/>
                  <a:pt x="51080" y="0"/>
                  <a:pt x="114090" y="0"/>
                </a:cubicBezTo>
                <a:cubicBezTo>
                  <a:pt x="177100" y="0"/>
                  <a:pt x="228180" y="51080"/>
                  <a:pt x="228180" y="114090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F664F-2766-4589-9FD9-891DE96E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035" y="332914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CA47E-C6C0-4577-9388-2F2AD26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765" y="321486"/>
            <a:ext cx="192126" cy="192126"/>
          </a:xfrm>
          <a:custGeom xmlns:a="http://schemas.openxmlformats.org/drawingml/2006/main">
            <a:pathLst>
              <a:path w="192126" h="192126">
                <a:moveTo>
                  <a:pt x="192126" y="96063"/>
                </a:moveTo>
                <a:cubicBezTo>
                  <a:pt x="192126" y="149117"/>
                  <a:pt x="149117" y="192126"/>
                  <a:pt x="96063" y="192126"/>
                </a:cubicBezTo>
                <a:cubicBezTo>
                  <a:pt x="43009" y="192126"/>
                  <a:pt x="0" y="149117"/>
                  <a:pt x="0" y="96063"/>
                </a:cubicBezTo>
                <a:cubicBezTo>
                  <a:pt x="0" y="43009"/>
                  <a:pt x="43009" y="0"/>
                  <a:pt x="96063" y="0"/>
                </a:cubicBezTo>
                <a:cubicBezTo>
                  <a:pt x="149117" y="0"/>
                  <a:pt x="192126" y="43009"/>
                  <a:pt x="192126" y="96063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8602A-55C5-4B30-9943-4FCBC7EB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10" y="268173"/>
            <a:ext cx="298752" cy="298752"/>
          </a:xfrm>
          <a:custGeom xmlns:a="http://schemas.openxmlformats.org/drawingml/2006/main">
            <a:pathLst>
              <a:path w="298752" h="298752">
                <a:moveTo>
                  <a:pt x="298752" y="149376"/>
                </a:moveTo>
                <a:cubicBezTo>
                  <a:pt x="298752" y="231874"/>
                  <a:pt x="231874" y="298752"/>
                  <a:pt x="149376" y="298752"/>
                </a:cubicBezTo>
                <a:cubicBezTo>
                  <a:pt x="66878" y="298752"/>
                  <a:pt x="0" y="231874"/>
                  <a:pt x="0" y="149376"/>
                </a:cubicBezTo>
                <a:cubicBezTo>
                  <a:pt x="0" y="66878"/>
                  <a:pt x="66878" y="0"/>
                  <a:pt x="149376" y="0"/>
                </a:cubicBezTo>
                <a:cubicBezTo>
                  <a:pt x="231874" y="0"/>
                  <a:pt x="298752" y="66878"/>
                  <a:pt x="298752" y="149376"/>
                </a:cubicBezTo>
              </a:path>
            </a:pathLst>
          </a:custGeom>
          <a:solidFill xmlns:a="http://schemas.openxmlformats.org/drawingml/2006/main">
            <a:srgbClr val="C81B1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3CBB5-F0F0-4A91-B0C4-C3582CBB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651" y="626290"/>
            <a:ext cx="222673" cy="222673"/>
          </a:xfrm>
          <a:custGeom xmlns:a="http://schemas.openxmlformats.org/drawingml/2006/main">
            <a:pathLst>
              <a:path w="222673" h="222673">
                <a:moveTo>
                  <a:pt x="222673" y="111337"/>
                </a:moveTo>
                <a:cubicBezTo>
                  <a:pt x="222673" y="172826"/>
                  <a:pt x="172826" y="222673"/>
                  <a:pt x="111337" y="222673"/>
                </a:cubicBezTo>
                <a:cubicBezTo>
                  <a:pt x="49847" y="222673"/>
                  <a:pt x="0" y="172826"/>
                  <a:pt x="0" y="111337"/>
                </a:cubicBezTo>
                <a:cubicBezTo>
                  <a:pt x="0" y="49847"/>
                  <a:pt x="49847" y="0"/>
                  <a:pt x="111337" y="0"/>
                </a:cubicBezTo>
                <a:cubicBezTo>
                  <a:pt x="172826" y="0"/>
                  <a:pt x="222673" y="49847"/>
                  <a:pt x="222673" y="111337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CF894-4CC9-4CC0-94A4-BA848CE1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686" y="641564"/>
            <a:ext cx="192126" cy="192126"/>
          </a:xfrm>
          <a:custGeom xmlns:a="http://schemas.openxmlformats.org/drawingml/2006/main">
            <a:pathLst>
              <a:path w="192126" h="192126">
                <a:moveTo>
                  <a:pt x="192126" y="96063"/>
                </a:moveTo>
                <a:cubicBezTo>
                  <a:pt x="192126" y="149117"/>
                  <a:pt x="149117" y="192126"/>
                  <a:pt x="96063" y="192126"/>
                </a:cubicBezTo>
                <a:cubicBezTo>
                  <a:pt x="43009" y="192126"/>
                  <a:pt x="0" y="149117"/>
                  <a:pt x="0" y="96063"/>
                </a:cubicBezTo>
                <a:cubicBezTo>
                  <a:pt x="0" y="43009"/>
                  <a:pt x="43009" y="0"/>
                  <a:pt x="96063" y="0"/>
                </a:cubicBezTo>
                <a:cubicBezTo>
                  <a:pt x="149117" y="0"/>
                  <a:pt x="192126" y="43009"/>
                  <a:pt x="192126" y="96063"/>
                </a:cubicBezTo>
              </a:path>
            </a:pathLst>
          </a:custGeom>
          <a:solidFill xmlns:a="http://schemas.openxmlformats.org/drawingml/2006/main">
            <a:srgbClr val="DC2A2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AFE0A-006F-44B4-A370-8D5C5A3C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261" y="634980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6C0C2-A72A-49E4-9B19-444129E9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22" y="638043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9198A-7652-4962-8950-5809362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00" y="634980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DC2A2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4D2FE-7E7E-4D26-B7BB-B76A883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592" y="652992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260E1-3A13-45DA-BEA1-8543DEB1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20" y="634980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828EA-EAE5-45D7-983C-DCDF05BC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281" y="666238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41DD8-46C0-4D1E-8858-208F3ABB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194" y="652992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E8D36-2FE9-453D-8B21-F2848AD0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94" y="590335"/>
            <a:ext cx="294583" cy="294583"/>
          </a:xfrm>
          <a:custGeom xmlns:a="http://schemas.openxmlformats.org/drawingml/2006/main">
            <a:pathLst>
              <a:path w="294583" h="294583">
                <a:moveTo>
                  <a:pt x="294583" y="147292"/>
                </a:moveTo>
                <a:cubicBezTo>
                  <a:pt x="294583" y="228639"/>
                  <a:pt x="228639" y="294583"/>
                  <a:pt x="147292" y="294583"/>
                </a:cubicBezTo>
                <a:cubicBezTo>
                  <a:pt x="65945" y="294583"/>
                  <a:pt x="0" y="228639"/>
                  <a:pt x="0" y="147292"/>
                </a:cubicBezTo>
                <a:cubicBezTo>
                  <a:pt x="0" y="65945"/>
                  <a:pt x="65945" y="0"/>
                  <a:pt x="147292" y="0"/>
                </a:cubicBezTo>
                <a:cubicBezTo>
                  <a:pt x="228639" y="0"/>
                  <a:pt x="294583" y="65945"/>
                  <a:pt x="294583" y="147292"/>
                </a:cubicBezTo>
              </a:path>
            </a:pathLst>
          </a:custGeom>
          <a:solidFill xmlns:a="http://schemas.openxmlformats.org/drawingml/2006/main">
            <a:srgbClr val="970B1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6366B-3A90-42C6-85DC-1206AAAE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588" y="938306"/>
            <a:ext cx="238799" cy="238799"/>
          </a:xfrm>
          <a:custGeom xmlns:a="http://schemas.openxmlformats.org/drawingml/2006/main">
            <a:pathLst>
              <a:path w="238799" h="238799">
                <a:moveTo>
                  <a:pt x="238799" y="119399"/>
                </a:moveTo>
                <a:cubicBezTo>
                  <a:pt x="238799" y="185342"/>
                  <a:pt x="185342" y="238799"/>
                  <a:pt x="119399" y="238799"/>
                </a:cubicBezTo>
                <a:cubicBezTo>
                  <a:pt x="53457" y="238799"/>
                  <a:pt x="0" y="185342"/>
                  <a:pt x="0" y="119399"/>
                </a:cubicBezTo>
                <a:cubicBezTo>
                  <a:pt x="0" y="53457"/>
                  <a:pt x="53457" y="0"/>
                  <a:pt x="119399" y="0"/>
                </a:cubicBezTo>
                <a:cubicBezTo>
                  <a:pt x="185342" y="0"/>
                  <a:pt x="238799" y="53457"/>
                  <a:pt x="238799" y="119399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596BD-BE91-4034-839E-51D490AF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165" y="958121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E7E9C-482B-4174-AC91-DE2F56AC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845" y="961642"/>
            <a:ext cx="192126" cy="192126"/>
          </a:xfrm>
          <a:custGeom xmlns:a="http://schemas.openxmlformats.org/drawingml/2006/main">
            <a:pathLst>
              <a:path w="192126" h="192126">
                <a:moveTo>
                  <a:pt x="192126" y="96063"/>
                </a:moveTo>
                <a:cubicBezTo>
                  <a:pt x="192126" y="149117"/>
                  <a:pt x="149117" y="192126"/>
                  <a:pt x="96063" y="192126"/>
                </a:cubicBezTo>
                <a:cubicBezTo>
                  <a:pt x="43009" y="192126"/>
                  <a:pt x="0" y="149117"/>
                  <a:pt x="0" y="96063"/>
                </a:cubicBezTo>
                <a:cubicBezTo>
                  <a:pt x="0" y="43009"/>
                  <a:pt x="43009" y="0"/>
                  <a:pt x="96063" y="0"/>
                </a:cubicBezTo>
                <a:cubicBezTo>
                  <a:pt x="149117" y="0"/>
                  <a:pt x="192126" y="43009"/>
                  <a:pt x="192126" y="96063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E820B-AA2F-472A-9AEB-E0A4124C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472" y="916871"/>
            <a:ext cx="281669" cy="281669"/>
          </a:xfrm>
          <a:custGeom xmlns:a="http://schemas.openxmlformats.org/drawingml/2006/main">
            <a:pathLst>
              <a:path w="281669" h="281669">
                <a:moveTo>
                  <a:pt x="281669" y="140834"/>
                </a:moveTo>
                <a:cubicBezTo>
                  <a:pt x="281669" y="218615"/>
                  <a:pt x="218615" y="281669"/>
                  <a:pt x="140834" y="281669"/>
                </a:cubicBezTo>
                <a:cubicBezTo>
                  <a:pt x="63054" y="281669"/>
                  <a:pt x="0" y="218615"/>
                  <a:pt x="0" y="140834"/>
                </a:cubicBezTo>
                <a:cubicBezTo>
                  <a:pt x="0" y="63054"/>
                  <a:pt x="63054" y="0"/>
                  <a:pt x="140834" y="0"/>
                </a:cubicBezTo>
                <a:cubicBezTo>
                  <a:pt x="218615" y="0"/>
                  <a:pt x="281669" y="63054"/>
                  <a:pt x="281669" y="140834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9503D-25F5-417C-B086-3B72261B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747" y="938306"/>
            <a:ext cx="238799" cy="238799"/>
          </a:xfrm>
          <a:custGeom xmlns:a="http://schemas.openxmlformats.org/drawingml/2006/main">
            <a:pathLst>
              <a:path w="238799" h="238799">
                <a:moveTo>
                  <a:pt x="238799" y="119399"/>
                </a:moveTo>
                <a:cubicBezTo>
                  <a:pt x="238799" y="185342"/>
                  <a:pt x="185342" y="238799"/>
                  <a:pt x="119399" y="238799"/>
                </a:cubicBezTo>
                <a:cubicBezTo>
                  <a:pt x="53457" y="238799"/>
                  <a:pt x="0" y="185342"/>
                  <a:pt x="0" y="119399"/>
                </a:cubicBezTo>
                <a:cubicBezTo>
                  <a:pt x="0" y="53457"/>
                  <a:pt x="53457" y="0"/>
                  <a:pt x="119399" y="0"/>
                </a:cubicBezTo>
                <a:cubicBezTo>
                  <a:pt x="185342" y="0"/>
                  <a:pt x="238799" y="53457"/>
                  <a:pt x="238799" y="119399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D3562-82E8-4A9E-A7EF-2C3C4513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257" y="935735"/>
            <a:ext cx="243939" cy="243939"/>
          </a:xfrm>
          <a:custGeom xmlns:a="http://schemas.openxmlformats.org/drawingml/2006/main">
            <a:pathLst>
              <a:path w="243939" h="243939">
                <a:moveTo>
                  <a:pt x="243939" y="121970"/>
                </a:moveTo>
                <a:cubicBezTo>
                  <a:pt x="243939" y="189332"/>
                  <a:pt x="189332" y="243939"/>
                  <a:pt x="121970" y="243939"/>
                </a:cubicBezTo>
                <a:cubicBezTo>
                  <a:pt x="54608" y="243939"/>
                  <a:pt x="0" y="189332"/>
                  <a:pt x="0" y="121970"/>
                </a:cubicBezTo>
                <a:cubicBezTo>
                  <a:pt x="0" y="54608"/>
                  <a:pt x="54608" y="0"/>
                  <a:pt x="121970" y="0"/>
                </a:cubicBezTo>
                <a:cubicBezTo>
                  <a:pt x="189332" y="0"/>
                  <a:pt x="243939" y="54608"/>
                  <a:pt x="243939" y="121970"/>
                </a:cubicBezTo>
              </a:path>
            </a:pathLst>
          </a:custGeom>
          <a:solidFill xmlns:a="http://schemas.openxmlformats.org/drawingml/2006/main">
            <a:srgbClr val="EC3F2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F4562-1EC7-4C39-8344-9EE1312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731" y="946368"/>
            <a:ext cx="222673" cy="222673"/>
          </a:xfrm>
          <a:custGeom xmlns:a="http://schemas.openxmlformats.org/drawingml/2006/main">
            <a:pathLst>
              <a:path w="222673" h="222673">
                <a:moveTo>
                  <a:pt x="222673" y="111337"/>
                </a:moveTo>
                <a:cubicBezTo>
                  <a:pt x="222673" y="172826"/>
                  <a:pt x="172826" y="222673"/>
                  <a:pt x="111337" y="222673"/>
                </a:cubicBezTo>
                <a:cubicBezTo>
                  <a:pt x="49847" y="222673"/>
                  <a:pt x="0" y="172826"/>
                  <a:pt x="0" y="111337"/>
                </a:cubicBezTo>
                <a:cubicBezTo>
                  <a:pt x="0" y="49847"/>
                  <a:pt x="49847" y="0"/>
                  <a:pt x="111337" y="0"/>
                </a:cubicBezTo>
                <a:cubicBezTo>
                  <a:pt x="172826" y="0"/>
                  <a:pt x="222673" y="49847"/>
                  <a:pt x="222673" y="111337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9DA5D-0382-45B2-808E-61A0E879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022" y="955058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94813-7578-420A-90F3-F21043A1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429" y="938306"/>
            <a:ext cx="238799" cy="238799"/>
          </a:xfrm>
          <a:custGeom xmlns:a="http://schemas.openxmlformats.org/drawingml/2006/main">
            <a:pathLst>
              <a:path w="238799" h="238799">
                <a:moveTo>
                  <a:pt x="238799" y="119399"/>
                </a:moveTo>
                <a:cubicBezTo>
                  <a:pt x="238799" y="185342"/>
                  <a:pt x="185342" y="238799"/>
                  <a:pt x="119399" y="238799"/>
                </a:cubicBezTo>
                <a:cubicBezTo>
                  <a:pt x="53457" y="238799"/>
                  <a:pt x="0" y="185342"/>
                  <a:pt x="0" y="119399"/>
                </a:cubicBezTo>
                <a:cubicBezTo>
                  <a:pt x="0" y="53457"/>
                  <a:pt x="53457" y="0"/>
                  <a:pt x="119399" y="0"/>
                </a:cubicBezTo>
                <a:cubicBezTo>
                  <a:pt x="185342" y="0"/>
                  <a:pt x="238799" y="53457"/>
                  <a:pt x="238799" y="119399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69829-C00D-42B7-AAD5-E6C7D3EC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975" y="898295"/>
            <a:ext cx="318821" cy="318821"/>
          </a:xfrm>
          <a:custGeom xmlns:a="http://schemas.openxmlformats.org/drawingml/2006/main">
            <a:pathLst>
              <a:path w="318821" h="318821">
                <a:moveTo>
                  <a:pt x="318821" y="159410"/>
                </a:moveTo>
                <a:cubicBezTo>
                  <a:pt x="318821" y="247450"/>
                  <a:pt x="247450" y="318821"/>
                  <a:pt x="159410" y="318821"/>
                </a:cubicBezTo>
                <a:cubicBezTo>
                  <a:pt x="71370" y="318821"/>
                  <a:pt x="0" y="247450"/>
                  <a:pt x="0" y="159410"/>
                </a:cubicBezTo>
                <a:cubicBezTo>
                  <a:pt x="0" y="71370"/>
                  <a:pt x="71370" y="0"/>
                  <a:pt x="159410" y="0"/>
                </a:cubicBezTo>
                <a:cubicBezTo>
                  <a:pt x="247450" y="0"/>
                  <a:pt x="318821" y="71370"/>
                  <a:pt x="318821" y="159410"/>
                </a:cubicBezTo>
              </a:path>
            </a:pathLst>
          </a:custGeom>
          <a:solidFill xmlns:a="http://schemas.openxmlformats.org/drawingml/2006/main">
            <a:srgbClr val="DC2A2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BB5C7-710F-4C65-B62A-B48324BE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382" y="1289177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8A6A2-99AB-4A27-9E52-6046DA15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290" y="1297325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778AF-602C-4A74-B2DA-39E98DF9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302" y="1289177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FE9E7-7A69-42F0-8667-E2A5243C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98" y="1285375"/>
            <a:ext cx="184817" cy="184817"/>
          </a:xfrm>
          <a:custGeom xmlns:a="http://schemas.openxmlformats.org/drawingml/2006/main">
            <a:pathLst>
              <a:path w="184817" h="184817">
                <a:moveTo>
                  <a:pt x="184817" y="92408"/>
                </a:moveTo>
                <a:cubicBezTo>
                  <a:pt x="184817" y="143444"/>
                  <a:pt x="143444" y="184817"/>
                  <a:pt x="92408" y="184817"/>
                </a:cubicBezTo>
                <a:cubicBezTo>
                  <a:pt x="41373" y="184817"/>
                  <a:pt x="0" y="143444"/>
                  <a:pt x="0" y="92408"/>
                </a:cubicBezTo>
                <a:cubicBezTo>
                  <a:pt x="0" y="41373"/>
                  <a:pt x="41373" y="0"/>
                  <a:pt x="92408" y="0"/>
                </a:cubicBezTo>
                <a:cubicBezTo>
                  <a:pt x="143444" y="0"/>
                  <a:pt x="184817" y="41373"/>
                  <a:pt x="184817" y="92408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A584C-4E35-42E7-9123-BAB17150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521" y="1272157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C7B53-E77F-4882-ADA0-91B5F06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592" y="1293149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7BAAE-DC34-4CDF-A941-7ED6497A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004" y="1281720"/>
            <a:ext cx="192126" cy="192126"/>
          </a:xfrm>
          <a:custGeom xmlns:a="http://schemas.openxmlformats.org/drawingml/2006/main">
            <a:pathLst>
              <a:path w="192126" h="192126">
                <a:moveTo>
                  <a:pt x="192126" y="96063"/>
                </a:moveTo>
                <a:cubicBezTo>
                  <a:pt x="192126" y="149117"/>
                  <a:pt x="149117" y="192126"/>
                  <a:pt x="96063" y="192126"/>
                </a:cubicBezTo>
                <a:cubicBezTo>
                  <a:pt x="43009" y="192126"/>
                  <a:pt x="0" y="149117"/>
                  <a:pt x="0" y="96063"/>
                </a:cubicBezTo>
                <a:cubicBezTo>
                  <a:pt x="0" y="43009"/>
                  <a:pt x="43009" y="0"/>
                  <a:pt x="96063" y="0"/>
                </a:cubicBezTo>
                <a:cubicBezTo>
                  <a:pt x="149117" y="0"/>
                  <a:pt x="192126" y="43009"/>
                  <a:pt x="192126" y="96063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2E635-32DF-407F-B224-D921E047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064" y="1289177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A0CA7-7CB2-407C-9FA0-9F0DFDF2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439" y="1306394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9D2C8-3D32-4CE5-BB57-E0C0EF8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86" y="1258384"/>
            <a:ext cx="238799" cy="238799"/>
          </a:xfrm>
          <a:custGeom xmlns:a="http://schemas.openxmlformats.org/drawingml/2006/main">
            <a:pathLst>
              <a:path w="238799" h="238799">
                <a:moveTo>
                  <a:pt x="238799" y="119399"/>
                </a:moveTo>
                <a:cubicBezTo>
                  <a:pt x="238799" y="185342"/>
                  <a:pt x="185342" y="238799"/>
                  <a:pt x="119399" y="238799"/>
                </a:cubicBezTo>
                <a:cubicBezTo>
                  <a:pt x="53457" y="238799"/>
                  <a:pt x="0" y="185342"/>
                  <a:pt x="0" y="119399"/>
                </a:cubicBezTo>
                <a:cubicBezTo>
                  <a:pt x="0" y="53457"/>
                  <a:pt x="53457" y="0"/>
                  <a:pt x="119399" y="0"/>
                </a:cubicBezTo>
                <a:cubicBezTo>
                  <a:pt x="185342" y="0"/>
                  <a:pt x="238799" y="53457"/>
                  <a:pt x="238799" y="119399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EA668-C31E-4720-B6FA-643FA08D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341" y="1595214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2EFAE-9713-4436-93DB-0859DC8E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686" y="1601798"/>
            <a:ext cx="192126" cy="192126"/>
          </a:xfrm>
          <a:custGeom xmlns:a="http://schemas.openxmlformats.org/drawingml/2006/main">
            <a:pathLst>
              <a:path w="192126" h="192126">
                <a:moveTo>
                  <a:pt x="192126" y="96063"/>
                </a:moveTo>
                <a:cubicBezTo>
                  <a:pt x="192126" y="149117"/>
                  <a:pt x="149117" y="192126"/>
                  <a:pt x="96063" y="192126"/>
                </a:cubicBezTo>
                <a:cubicBezTo>
                  <a:pt x="43009" y="192126"/>
                  <a:pt x="0" y="149117"/>
                  <a:pt x="0" y="96063"/>
                </a:cubicBezTo>
                <a:cubicBezTo>
                  <a:pt x="0" y="43009"/>
                  <a:pt x="43009" y="0"/>
                  <a:pt x="96063" y="0"/>
                </a:cubicBezTo>
                <a:cubicBezTo>
                  <a:pt x="149117" y="0"/>
                  <a:pt x="192126" y="43009"/>
                  <a:pt x="192126" y="96063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2C067-9F81-4DDA-B2FF-7F1E812B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135" y="1581089"/>
            <a:ext cx="233546" cy="233546"/>
          </a:xfrm>
          <a:custGeom xmlns:a="http://schemas.openxmlformats.org/drawingml/2006/main">
            <a:pathLst>
              <a:path w="233546" h="233546">
                <a:moveTo>
                  <a:pt x="233546" y="116773"/>
                </a:moveTo>
                <a:cubicBezTo>
                  <a:pt x="233546" y="181265"/>
                  <a:pt x="181265" y="233546"/>
                  <a:pt x="116773" y="233546"/>
                </a:cubicBezTo>
                <a:cubicBezTo>
                  <a:pt x="52281" y="233546"/>
                  <a:pt x="0" y="181265"/>
                  <a:pt x="0" y="116773"/>
                </a:cubicBezTo>
                <a:cubicBezTo>
                  <a:pt x="0" y="52281"/>
                  <a:pt x="52281" y="0"/>
                  <a:pt x="116773" y="0"/>
                </a:cubicBezTo>
                <a:cubicBezTo>
                  <a:pt x="181265" y="0"/>
                  <a:pt x="233546" y="52281"/>
                  <a:pt x="233546" y="116773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C34E0-E1AD-4DF8-9542-46F1F4FF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0" y="1609255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09571-0F9C-4465-ACFE-28B02173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374" y="1581089"/>
            <a:ext cx="233546" cy="233546"/>
          </a:xfrm>
          <a:custGeom xmlns:a="http://schemas.openxmlformats.org/drawingml/2006/main">
            <a:pathLst>
              <a:path w="233546" h="233546">
                <a:moveTo>
                  <a:pt x="233546" y="116773"/>
                </a:moveTo>
                <a:cubicBezTo>
                  <a:pt x="233546" y="181265"/>
                  <a:pt x="181265" y="233546"/>
                  <a:pt x="116773" y="233546"/>
                </a:cubicBezTo>
                <a:cubicBezTo>
                  <a:pt x="52281" y="233546"/>
                  <a:pt x="0" y="181265"/>
                  <a:pt x="0" y="116773"/>
                </a:cubicBezTo>
                <a:cubicBezTo>
                  <a:pt x="0" y="52281"/>
                  <a:pt x="52281" y="0"/>
                  <a:pt x="116773" y="0"/>
                </a:cubicBezTo>
                <a:cubicBezTo>
                  <a:pt x="181265" y="0"/>
                  <a:pt x="233546" y="52281"/>
                  <a:pt x="233546" y="116773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8CCF2-87A3-4CC6-BDA2-839FE01A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863" y="1561498"/>
            <a:ext cx="272726" cy="272726"/>
          </a:xfrm>
          <a:custGeom xmlns:a="http://schemas.openxmlformats.org/drawingml/2006/main">
            <a:pathLst>
              <a:path w="272726" h="272726">
                <a:moveTo>
                  <a:pt x="272726" y="136363"/>
                </a:moveTo>
                <a:cubicBezTo>
                  <a:pt x="272726" y="211674"/>
                  <a:pt x="211674" y="272726"/>
                  <a:pt x="136363" y="272726"/>
                </a:cubicBezTo>
                <a:cubicBezTo>
                  <a:pt x="61052" y="272726"/>
                  <a:pt x="0" y="211674"/>
                  <a:pt x="0" y="136363"/>
                </a:cubicBezTo>
                <a:cubicBezTo>
                  <a:pt x="0" y="61052"/>
                  <a:pt x="61052" y="0"/>
                  <a:pt x="136363" y="0"/>
                </a:cubicBezTo>
                <a:cubicBezTo>
                  <a:pt x="211674" y="0"/>
                  <a:pt x="272726" y="61052"/>
                  <a:pt x="272726" y="136363"/>
                </a:cubicBezTo>
              </a:path>
            </a:pathLst>
          </a:custGeom>
          <a:solidFill xmlns:a="http://schemas.openxmlformats.org/drawingml/2006/main">
            <a:srgbClr val="EC3F2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742C3-AF11-43BB-8DF8-F95ED71F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668" y="1578462"/>
            <a:ext cx="238799" cy="238799"/>
          </a:xfrm>
          <a:custGeom xmlns:a="http://schemas.openxmlformats.org/drawingml/2006/main">
            <a:pathLst>
              <a:path w="238799" h="238799">
                <a:moveTo>
                  <a:pt x="238799" y="119399"/>
                </a:moveTo>
                <a:cubicBezTo>
                  <a:pt x="238799" y="185342"/>
                  <a:pt x="185342" y="238799"/>
                  <a:pt x="119399" y="238799"/>
                </a:cubicBezTo>
                <a:cubicBezTo>
                  <a:pt x="53457" y="238799"/>
                  <a:pt x="0" y="185342"/>
                  <a:pt x="0" y="119399"/>
                </a:cubicBezTo>
                <a:cubicBezTo>
                  <a:pt x="0" y="53457"/>
                  <a:pt x="53457" y="0"/>
                  <a:pt x="119399" y="0"/>
                </a:cubicBezTo>
                <a:cubicBezTo>
                  <a:pt x="185342" y="0"/>
                  <a:pt x="238799" y="53457"/>
                  <a:pt x="238799" y="119399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C954B-A7F0-4D57-A200-2176337D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150" y="1589341"/>
            <a:ext cx="217040" cy="217040"/>
          </a:xfrm>
          <a:custGeom xmlns:a="http://schemas.openxmlformats.org/drawingml/2006/main">
            <a:pathLst>
              <a:path w="217040" h="217040">
                <a:moveTo>
                  <a:pt x="217040" y="108520"/>
                </a:moveTo>
                <a:cubicBezTo>
                  <a:pt x="217040" y="168454"/>
                  <a:pt x="168454" y="217040"/>
                  <a:pt x="108520" y="217040"/>
                </a:cubicBezTo>
                <a:cubicBezTo>
                  <a:pt x="48586" y="217040"/>
                  <a:pt x="0" y="168454"/>
                  <a:pt x="0" y="108520"/>
                </a:cubicBezTo>
                <a:cubicBezTo>
                  <a:pt x="0" y="48586"/>
                  <a:pt x="48586" y="0"/>
                  <a:pt x="108520" y="0"/>
                </a:cubicBezTo>
                <a:cubicBezTo>
                  <a:pt x="168454" y="0"/>
                  <a:pt x="217040" y="48586"/>
                  <a:pt x="217040" y="108520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EBD85-26A9-4C1F-93ED-4B172219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420" y="1605453"/>
            <a:ext cx="184817" cy="184817"/>
          </a:xfrm>
          <a:custGeom xmlns:a="http://schemas.openxmlformats.org/drawingml/2006/main">
            <a:pathLst>
              <a:path w="184817" h="184817">
                <a:moveTo>
                  <a:pt x="184817" y="92408"/>
                </a:moveTo>
                <a:cubicBezTo>
                  <a:pt x="184817" y="143444"/>
                  <a:pt x="143444" y="184817"/>
                  <a:pt x="92408" y="184817"/>
                </a:cubicBezTo>
                <a:cubicBezTo>
                  <a:pt x="41373" y="184817"/>
                  <a:pt x="0" y="143444"/>
                  <a:pt x="0" y="92408"/>
                </a:cubicBezTo>
                <a:cubicBezTo>
                  <a:pt x="0" y="41373"/>
                  <a:pt x="41373" y="0"/>
                  <a:pt x="92408" y="0"/>
                </a:cubicBezTo>
                <a:cubicBezTo>
                  <a:pt x="143444" y="0"/>
                  <a:pt x="184817" y="41373"/>
                  <a:pt x="184817" y="92408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D5CF8-2BD6-4FC5-AB58-4F3EB4FE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23" y="1561498"/>
            <a:ext cx="272726" cy="272726"/>
          </a:xfrm>
          <a:custGeom xmlns:a="http://schemas.openxmlformats.org/drawingml/2006/main">
            <a:pathLst>
              <a:path w="272726" h="272726">
                <a:moveTo>
                  <a:pt x="272726" y="136363"/>
                </a:moveTo>
                <a:cubicBezTo>
                  <a:pt x="272726" y="211674"/>
                  <a:pt x="211674" y="272726"/>
                  <a:pt x="136363" y="272726"/>
                </a:cubicBezTo>
                <a:cubicBezTo>
                  <a:pt x="61052" y="272726"/>
                  <a:pt x="0" y="211674"/>
                  <a:pt x="0" y="136363"/>
                </a:cubicBezTo>
                <a:cubicBezTo>
                  <a:pt x="0" y="61052"/>
                  <a:pt x="61052" y="0"/>
                  <a:pt x="136363" y="0"/>
                </a:cubicBezTo>
                <a:cubicBezTo>
                  <a:pt x="211674" y="0"/>
                  <a:pt x="272726" y="61052"/>
                  <a:pt x="272726" y="136363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5F833-F538-43C4-9FAB-3329B77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651" y="1906603"/>
            <a:ext cx="222673" cy="222673"/>
          </a:xfrm>
          <a:custGeom xmlns:a="http://schemas.openxmlformats.org/drawingml/2006/main">
            <a:pathLst>
              <a:path w="222673" h="222673">
                <a:moveTo>
                  <a:pt x="222673" y="111337"/>
                </a:moveTo>
                <a:cubicBezTo>
                  <a:pt x="222673" y="172826"/>
                  <a:pt x="172826" y="222673"/>
                  <a:pt x="111337" y="222673"/>
                </a:cubicBezTo>
                <a:cubicBezTo>
                  <a:pt x="49847" y="222673"/>
                  <a:pt x="0" y="172826"/>
                  <a:pt x="0" y="111337"/>
                </a:cubicBezTo>
                <a:cubicBezTo>
                  <a:pt x="0" y="49847"/>
                  <a:pt x="49847" y="0"/>
                  <a:pt x="111337" y="0"/>
                </a:cubicBezTo>
                <a:cubicBezTo>
                  <a:pt x="172826" y="0"/>
                  <a:pt x="222673" y="49847"/>
                  <a:pt x="222673" y="111337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5F25C-3B29-40F8-B634-6185D8AA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165" y="1918356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755BD-914F-4AB7-BA0E-35A552EE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509" y="1898540"/>
            <a:ext cx="238799" cy="238799"/>
          </a:xfrm>
          <a:custGeom xmlns:a="http://schemas.openxmlformats.org/drawingml/2006/main">
            <a:pathLst>
              <a:path w="238799" h="238799">
                <a:moveTo>
                  <a:pt x="238799" y="119399"/>
                </a:moveTo>
                <a:cubicBezTo>
                  <a:pt x="238799" y="185342"/>
                  <a:pt x="185342" y="238799"/>
                  <a:pt x="119399" y="238799"/>
                </a:cubicBezTo>
                <a:cubicBezTo>
                  <a:pt x="53457" y="238799"/>
                  <a:pt x="0" y="185342"/>
                  <a:pt x="0" y="119399"/>
                </a:cubicBezTo>
                <a:cubicBezTo>
                  <a:pt x="0" y="53457"/>
                  <a:pt x="53457" y="0"/>
                  <a:pt x="119399" y="0"/>
                </a:cubicBezTo>
                <a:cubicBezTo>
                  <a:pt x="185342" y="0"/>
                  <a:pt x="238799" y="53457"/>
                  <a:pt x="238799" y="119399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79EF7-B697-48EF-AC4F-9E244DCD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33" y="1901167"/>
            <a:ext cx="233546" cy="233546"/>
          </a:xfrm>
          <a:custGeom xmlns:a="http://schemas.openxmlformats.org/drawingml/2006/main">
            <a:pathLst>
              <a:path w="233546" h="233546">
                <a:moveTo>
                  <a:pt x="233546" y="116773"/>
                </a:moveTo>
                <a:cubicBezTo>
                  <a:pt x="233546" y="181265"/>
                  <a:pt x="181265" y="233546"/>
                  <a:pt x="116773" y="233546"/>
                </a:cubicBezTo>
                <a:cubicBezTo>
                  <a:pt x="52281" y="233546"/>
                  <a:pt x="0" y="181265"/>
                  <a:pt x="0" y="116773"/>
                </a:cubicBezTo>
                <a:cubicBezTo>
                  <a:pt x="0" y="52281"/>
                  <a:pt x="52281" y="0"/>
                  <a:pt x="116773" y="0"/>
                </a:cubicBezTo>
                <a:cubicBezTo>
                  <a:pt x="181265" y="0"/>
                  <a:pt x="233546" y="52281"/>
                  <a:pt x="233546" y="116773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979AF-7ECD-4297-8DE7-6BF3823B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00" y="1915292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35AE6-EF0A-4702-892E-850CC86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890" y="1906603"/>
            <a:ext cx="222673" cy="222673"/>
          </a:xfrm>
          <a:custGeom xmlns:a="http://schemas.openxmlformats.org/drawingml/2006/main">
            <a:pathLst>
              <a:path w="222673" h="222673">
                <a:moveTo>
                  <a:pt x="222673" y="111337"/>
                </a:moveTo>
                <a:cubicBezTo>
                  <a:pt x="222673" y="172826"/>
                  <a:pt x="172826" y="222673"/>
                  <a:pt x="111337" y="222673"/>
                </a:cubicBezTo>
                <a:cubicBezTo>
                  <a:pt x="49847" y="222673"/>
                  <a:pt x="0" y="172826"/>
                  <a:pt x="0" y="111337"/>
                </a:cubicBezTo>
                <a:cubicBezTo>
                  <a:pt x="0" y="49847"/>
                  <a:pt x="49847" y="0"/>
                  <a:pt x="111337" y="0"/>
                </a:cubicBezTo>
                <a:cubicBezTo>
                  <a:pt x="172826" y="0"/>
                  <a:pt x="222673" y="49847"/>
                  <a:pt x="222673" y="111337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1FF0C-BB18-46D9-8C04-E060EE88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294" y="1901167"/>
            <a:ext cx="233546" cy="233546"/>
          </a:xfrm>
          <a:custGeom xmlns:a="http://schemas.openxmlformats.org/drawingml/2006/main">
            <a:pathLst>
              <a:path w="233546" h="233546">
                <a:moveTo>
                  <a:pt x="233546" y="116773"/>
                </a:moveTo>
                <a:cubicBezTo>
                  <a:pt x="233546" y="181265"/>
                  <a:pt x="181265" y="233546"/>
                  <a:pt x="116773" y="233546"/>
                </a:cubicBezTo>
                <a:cubicBezTo>
                  <a:pt x="52281" y="233546"/>
                  <a:pt x="0" y="181265"/>
                  <a:pt x="0" y="116773"/>
                </a:cubicBezTo>
                <a:cubicBezTo>
                  <a:pt x="0" y="52281"/>
                  <a:pt x="52281" y="0"/>
                  <a:pt x="116773" y="0"/>
                </a:cubicBezTo>
                <a:cubicBezTo>
                  <a:pt x="181265" y="0"/>
                  <a:pt x="233546" y="52281"/>
                  <a:pt x="233546" y="116773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C4011-1BD7-4549-B8BB-1ECB9A5A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044" y="1912314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B04C7-CDEC-41C5-A7A2-0090B1E4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194" y="1933305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7AC96-7040-478E-A9C0-749F5D1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18" y="1864472"/>
            <a:ext cx="306934" cy="306934"/>
          </a:xfrm>
          <a:custGeom xmlns:a="http://schemas.openxmlformats.org/drawingml/2006/main">
            <a:pathLst>
              <a:path w="306934" h="306934">
                <a:moveTo>
                  <a:pt x="306934" y="153467"/>
                </a:moveTo>
                <a:cubicBezTo>
                  <a:pt x="306934" y="238225"/>
                  <a:pt x="238225" y="306934"/>
                  <a:pt x="153467" y="306934"/>
                </a:cubicBezTo>
                <a:cubicBezTo>
                  <a:pt x="68710" y="306934"/>
                  <a:pt x="0" y="238225"/>
                  <a:pt x="0" y="153467"/>
                </a:cubicBezTo>
                <a:cubicBezTo>
                  <a:pt x="0" y="68710"/>
                  <a:pt x="68710" y="0"/>
                  <a:pt x="153467" y="0"/>
                </a:cubicBezTo>
                <a:cubicBezTo>
                  <a:pt x="238225" y="0"/>
                  <a:pt x="306934" y="68710"/>
                  <a:pt x="306934" y="153467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2AF28-6CA3-4642-B622-B89EC290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898" y="2223928"/>
            <a:ext cx="228180" cy="228180"/>
          </a:xfrm>
          <a:custGeom xmlns:a="http://schemas.openxmlformats.org/drawingml/2006/main">
            <a:pathLst>
              <a:path w="228180" h="228180">
                <a:moveTo>
                  <a:pt x="228180" y="114090"/>
                </a:moveTo>
                <a:cubicBezTo>
                  <a:pt x="228180" y="177100"/>
                  <a:pt x="177100" y="228180"/>
                  <a:pt x="114090" y="228180"/>
                </a:cubicBezTo>
                <a:cubicBezTo>
                  <a:pt x="51080" y="228180"/>
                  <a:pt x="0" y="177100"/>
                  <a:pt x="0" y="114090"/>
                </a:cubicBezTo>
                <a:cubicBezTo>
                  <a:pt x="0" y="51080"/>
                  <a:pt x="51080" y="0"/>
                  <a:pt x="114090" y="0"/>
                </a:cubicBezTo>
                <a:cubicBezTo>
                  <a:pt x="177100" y="0"/>
                  <a:pt x="228180" y="51080"/>
                  <a:pt x="228180" y="114090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A7B06-198E-49FB-8E24-A01A7E1C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123" y="2232392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B11C3B-6A20-4A75-B107-91C4570B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509" y="2218619"/>
            <a:ext cx="238799" cy="238799"/>
          </a:xfrm>
          <a:custGeom xmlns:a="http://schemas.openxmlformats.org/drawingml/2006/main">
            <a:pathLst>
              <a:path w="238799" h="238799">
                <a:moveTo>
                  <a:pt x="238799" y="119399"/>
                </a:moveTo>
                <a:cubicBezTo>
                  <a:pt x="238799" y="185342"/>
                  <a:pt x="185342" y="238799"/>
                  <a:pt x="119399" y="238799"/>
                </a:cubicBezTo>
                <a:cubicBezTo>
                  <a:pt x="53457" y="238799"/>
                  <a:pt x="0" y="185342"/>
                  <a:pt x="0" y="119399"/>
                </a:cubicBezTo>
                <a:cubicBezTo>
                  <a:pt x="0" y="53457"/>
                  <a:pt x="53457" y="0"/>
                  <a:pt x="119399" y="0"/>
                </a:cubicBezTo>
                <a:cubicBezTo>
                  <a:pt x="185342" y="0"/>
                  <a:pt x="238799" y="53457"/>
                  <a:pt x="238799" y="119399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B414C-95E4-4332-8BFC-E76F28B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23" y="2213534"/>
            <a:ext cx="248967" cy="248967"/>
          </a:xfrm>
          <a:custGeom xmlns:a="http://schemas.openxmlformats.org/drawingml/2006/main">
            <a:pathLst>
              <a:path w="248967" h="248967">
                <a:moveTo>
                  <a:pt x="248967" y="124484"/>
                </a:moveTo>
                <a:cubicBezTo>
                  <a:pt x="248967" y="193234"/>
                  <a:pt x="193234" y="248967"/>
                  <a:pt x="124484" y="248967"/>
                </a:cubicBezTo>
                <a:cubicBezTo>
                  <a:pt x="55733" y="248967"/>
                  <a:pt x="0" y="193234"/>
                  <a:pt x="0" y="124484"/>
                </a:cubicBezTo>
                <a:cubicBezTo>
                  <a:pt x="0" y="55733"/>
                  <a:pt x="55733" y="0"/>
                  <a:pt x="124484" y="0"/>
                </a:cubicBezTo>
                <a:cubicBezTo>
                  <a:pt x="193234" y="0"/>
                  <a:pt x="248967" y="55733"/>
                  <a:pt x="248967" y="124484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FC2A6-4E12-4F49-94DF-92DA2FE3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410" y="2206281"/>
            <a:ext cx="263473" cy="263473"/>
          </a:xfrm>
          <a:custGeom xmlns:a="http://schemas.openxmlformats.org/drawingml/2006/main">
            <a:pathLst>
              <a:path w="263473" h="263473">
                <a:moveTo>
                  <a:pt x="263473" y="131736"/>
                </a:moveTo>
                <a:cubicBezTo>
                  <a:pt x="263473" y="204493"/>
                  <a:pt x="204493" y="263473"/>
                  <a:pt x="131736" y="263473"/>
                </a:cubicBezTo>
                <a:cubicBezTo>
                  <a:pt x="58980" y="263473"/>
                  <a:pt x="0" y="204493"/>
                  <a:pt x="0" y="131736"/>
                </a:cubicBezTo>
                <a:cubicBezTo>
                  <a:pt x="0" y="58980"/>
                  <a:pt x="58980" y="0"/>
                  <a:pt x="131736" y="0"/>
                </a:cubicBezTo>
                <a:cubicBezTo>
                  <a:pt x="204493" y="0"/>
                  <a:pt x="263473" y="58980"/>
                  <a:pt x="263473" y="131736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1E859-12D4-49C2-98B5-42A4A137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827" y="2218619"/>
            <a:ext cx="238799" cy="238799"/>
          </a:xfrm>
          <a:custGeom xmlns:a="http://schemas.openxmlformats.org/drawingml/2006/main">
            <a:pathLst>
              <a:path w="238799" h="238799">
                <a:moveTo>
                  <a:pt x="238799" y="119399"/>
                </a:moveTo>
                <a:cubicBezTo>
                  <a:pt x="238799" y="185342"/>
                  <a:pt x="185342" y="238799"/>
                  <a:pt x="119399" y="238799"/>
                </a:cubicBezTo>
                <a:cubicBezTo>
                  <a:pt x="53457" y="238799"/>
                  <a:pt x="0" y="185342"/>
                  <a:pt x="0" y="119399"/>
                </a:cubicBezTo>
                <a:cubicBezTo>
                  <a:pt x="0" y="53457"/>
                  <a:pt x="53457" y="0"/>
                  <a:pt x="119399" y="0"/>
                </a:cubicBezTo>
                <a:cubicBezTo>
                  <a:pt x="185342" y="0"/>
                  <a:pt x="238799" y="53457"/>
                  <a:pt x="238799" y="119399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8142B-6321-48DD-8924-4FBBE96C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20" y="2235371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19CD0-6FFC-4017-9E6C-FFDE5EA5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086" y="2238434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17727-A0B6-484C-A064-B504CBA8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1" y="2261960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96A1E-3F93-43D0-87C4-745727F7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10" y="2188642"/>
            <a:ext cx="298752" cy="298752"/>
          </a:xfrm>
          <a:custGeom xmlns:a="http://schemas.openxmlformats.org/drawingml/2006/main">
            <a:pathLst>
              <a:path w="298752" h="298752">
                <a:moveTo>
                  <a:pt x="298752" y="149376"/>
                </a:moveTo>
                <a:cubicBezTo>
                  <a:pt x="298752" y="231874"/>
                  <a:pt x="231874" y="298752"/>
                  <a:pt x="149376" y="298752"/>
                </a:cubicBezTo>
                <a:cubicBezTo>
                  <a:pt x="66878" y="298752"/>
                  <a:pt x="0" y="231874"/>
                  <a:pt x="0" y="149376"/>
                </a:cubicBezTo>
                <a:cubicBezTo>
                  <a:pt x="0" y="66878"/>
                  <a:pt x="66878" y="0"/>
                  <a:pt x="149376" y="0"/>
                </a:cubicBezTo>
                <a:cubicBezTo>
                  <a:pt x="231874" y="0"/>
                  <a:pt x="298752" y="66878"/>
                  <a:pt x="298752" y="149376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F3163-7881-461E-A477-B6A14A45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362" y="2552470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C9A15-665D-44CA-BD8E-84B6C488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143" y="2569490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C7AE7-B883-4FF2-827D-FAD5A8F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324" y="2558512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4BAC8-714B-4A7F-B421-0B0AF895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37" y="2536126"/>
            <a:ext cx="243939" cy="243939"/>
          </a:xfrm>
          <a:custGeom xmlns:a="http://schemas.openxmlformats.org/drawingml/2006/main">
            <a:pathLst>
              <a:path w="243939" h="243939">
                <a:moveTo>
                  <a:pt x="243939" y="121970"/>
                </a:moveTo>
                <a:cubicBezTo>
                  <a:pt x="243939" y="189332"/>
                  <a:pt x="189332" y="243939"/>
                  <a:pt x="121970" y="243939"/>
                </a:cubicBezTo>
                <a:cubicBezTo>
                  <a:pt x="54608" y="243939"/>
                  <a:pt x="0" y="189332"/>
                  <a:pt x="0" y="121970"/>
                </a:cubicBezTo>
                <a:cubicBezTo>
                  <a:pt x="0" y="54608"/>
                  <a:pt x="54608" y="0"/>
                  <a:pt x="121970" y="0"/>
                </a:cubicBezTo>
                <a:cubicBezTo>
                  <a:pt x="189332" y="0"/>
                  <a:pt x="243939" y="54608"/>
                  <a:pt x="243939" y="121970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D0C92-CFF6-400D-B924-A7E3438C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00" y="2555449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316B9-FFD5-44F2-AD54-ABA5570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79" y="2555449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50742-9468-4348-99B9-25EBC233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20" y="2555449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622A9-C2BB-46DD-8D4D-A946C1D8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281" y="2586707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1EB1E-BFA9-4AFB-92AF-3549819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194" y="2573462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CA7E2-BA27-476B-B028-175642A0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18" y="2504629"/>
            <a:ext cx="306934" cy="306934"/>
          </a:xfrm>
          <a:custGeom xmlns:a="http://schemas.openxmlformats.org/drawingml/2006/main">
            <a:pathLst>
              <a:path w="306934" h="306934">
                <a:moveTo>
                  <a:pt x="306934" y="153467"/>
                </a:moveTo>
                <a:cubicBezTo>
                  <a:pt x="306934" y="238225"/>
                  <a:pt x="238225" y="306934"/>
                  <a:pt x="153467" y="306934"/>
                </a:cubicBezTo>
                <a:cubicBezTo>
                  <a:pt x="68710" y="306934"/>
                  <a:pt x="0" y="238225"/>
                  <a:pt x="0" y="153467"/>
                </a:cubicBezTo>
                <a:cubicBezTo>
                  <a:pt x="0" y="68710"/>
                  <a:pt x="68710" y="0"/>
                  <a:pt x="153467" y="0"/>
                </a:cubicBezTo>
                <a:cubicBezTo>
                  <a:pt x="238225" y="0"/>
                  <a:pt x="306934" y="68710"/>
                  <a:pt x="306934" y="153467"/>
                </a:cubicBezTo>
              </a:path>
            </a:pathLst>
          </a:custGeom>
          <a:solidFill xmlns:a="http://schemas.openxmlformats.org/drawingml/2006/main">
            <a:srgbClr val="DC2A2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0673B-0B6F-4D72-9445-6C31E6E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353" y="2893540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21C39-21AD-48E5-A11D-D8D3046E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143" y="2889568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AE6E8-AA2B-4E65-BF09-5B136C5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449" y="2897716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075C6-DAE8-46E2-ADD9-35BFDF7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16" y="2864084"/>
            <a:ext cx="228180" cy="228180"/>
          </a:xfrm>
          <a:custGeom xmlns:a="http://schemas.openxmlformats.org/drawingml/2006/main">
            <a:pathLst>
              <a:path w="228180" h="228180">
                <a:moveTo>
                  <a:pt x="228180" y="114090"/>
                </a:moveTo>
                <a:cubicBezTo>
                  <a:pt x="228180" y="177100"/>
                  <a:pt x="177100" y="228180"/>
                  <a:pt x="114090" y="228180"/>
                </a:cubicBezTo>
                <a:cubicBezTo>
                  <a:pt x="51080" y="228180"/>
                  <a:pt x="0" y="177100"/>
                  <a:pt x="0" y="114090"/>
                </a:cubicBezTo>
                <a:cubicBezTo>
                  <a:pt x="0" y="51080"/>
                  <a:pt x="51080" y="0"/>
                  <a:pt x="114090" y="0"/>
                </a:cubicBezTo>
                <a:cubicBezTo>
                  <a:pt x="177100" y="0"/>
                  <a:pt x="228180" y="51080"/>
                  <a:pt x="228180" y="114090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935D4-4F7C-4DBB-8BEA-8681C568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089" y="2902117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B4955-7C8F-4B13-A0F7-78A53617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42" y="2878590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6ED7D-E279-4BB8-AEE3-52308816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441" y="2872548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8FC5E-67BC-4975-AD91-E82CA089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612" y="2902117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D0E68-71A4-434E-884C-C8A3007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465" y="2841811"/>
            <a:ext cx="272726" cy="272726"/>
          </a:xfrm>
          <a:custGeom xmlns:a="http://schemas.openxmlformats.org/drawingml/2006/main">
            <a:pathLst>
              <a:path w="272726" h="272726">
                <a:moveTo>
                  <a:pt x="272726" y="136363"/>
                </a:moveTo>
                <a:cubicBezTo>
                  <a:pt x="272726" y="211674"/>
                  <a:pt x="211674" y="272726"/>
                  <a:pt x="136363" y="272726"/>
                </a:cubicBezTo>
                <a:cubicBezTo>
                  <a:pt x="61052" y="272726"/>
                  <a:pt x="0" y="211674"/>
                  <a:pt x="0" y="136363"/>
                </a:cubicBezTo>
                <a:cubicBezTo>
                  <a:pt x="0" y="61052"/>
                  <a:pt x="61052" y="0"/>
                  <a:pt x="136363" y="0"/>
                </a:cubicBezTo>
                <a:cubicBezTo>
                  <a:pt x="211674" y="0"/>
                  <a:pt x="272726" y="61052"/>
                  <a:pt x="272726" y="136363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109FF-2779-4C54-B4B9-498CF3D5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60" y="2872548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3C9EA-BD4F-4AE0-9220-841499E5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930" y="3222195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E4C63-DF87-44EB-99C3-9BDF8397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360" y="3226863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83CDE-77FD-458B-B0B4-34AE39E9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519" y="3231863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99661-7A13-4BD4-AB8B-D987CA22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249" y="3222195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CB4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0CAB3-C60A-4131-BA2D-26DB20BB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88" y="3217794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C87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1A5B4-F9BE-426B-B955-2BC315A9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706" y="3189732"/>
            <a:ext cx="217040" cy="217040"/>
          </a:xfrm>
          <a:custGeom xmlns:a="http://schemas.openxmlformats.org/drawingml/2006/main">
            <a:pathLst>
              <a:path w="217040" h="217040">
                <a:moveTo>
                  <a:pt x="217040" y="108520"/>
                </a:moveTo>
                <a:cubicBezTo>
                  <a:pt x="217040" y="168454"/>
                  <a:pt x="168454" y="217040"/>
                  <a:pt x="108520" y="217040"/>
                </a:cubicBezTo>
                <a:cubicBezTo>
                  <a:pt x="48586" y="217040"/>
                  <a:pt x="0" y="168454"/>
                  <a:pt x="0" y="108520"/>
                </a:cubicBezTo>
                <a:cubicBezTo>
                  <a:pt x="0" y="48586"/>
                  <a:pt x="48586" y="0"/>
                  <a:pt x="108520" y="0"/>
                </a:cubicBezTo>
                <a:cubicBezTo>
                  <a:pt x="168454" y="0"/>
                  <a:pt x="217040" y="48586"/>
                  <a:pt x="217040" y="108520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478C7-CCC2-4B45-80EF-8A58D62B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10" y="3222195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C9E8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9E952-B884-433F-8150-72AB7BDB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086" y="3198668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7D09F-CC2F-4371-AB4F-EC72178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244" y="3198668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5C827-223E-43D6-9D7D-74861AD7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60" y="3192626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A705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cec26bdda4c91"/>
          <a:stretch xmlns:a="http://schemas.openxmlformats.org/drawingml/2006/main"/>
        </p:blipFill>
        <p:spPr>
          <a:xfrm xmlns:a="http://schemas.openxmlformats.org/drawingml/2006/main">
            <a:off x="5874881" y="312243"/>
            <a:ext cx="112668" cy="1387219"/>
          </a:xfrm>
          <a:prstGeom xmlns:a="http://schemas.openxmlformats.org/drawingml/2006/main" prst="rect">
            <a:avLst/>
          </a:prstGeom>
        </p:spPr>
      </p:pic>
      <p:sp>
        <p:nvSpPr>
          <p:cNvPr id="142" name="Text 0">
            <a:extLst xmlns:a="http://schemas.openxmlformats.org/drawingml/2006/main">
              <a:ext uri="{FF2B5EF4-FFF2-40B4-BE49-F238E27FC236}">
                <a16:creationId xmlns:a16="http://schemas.microsoft.com/office/drawing/2014/main" id="{DFA4D9FF-1E2B-4A06-8C3F-FE437575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646" y="1553346"/>
            <a:ext cx="78889" cy="123450"/>
          </a:xfrm>
          <a:custGeom xmlns:a="http://schemas.openxmlformats.org/drawingml/2006/main">
            <a:pathLst>
              <a:path w="78889" h="123450">
                <a:moveTo>
                  <a:pt x="0" y="61766"/>
                </a:moveTo>
                <a:cubicBezTo>
                  <a:pt x="0" y="47473"/>
                  <a:pt x="1472" y="35969"/>
                  <a:pt x="4415" y="27255"/>
                </a:cubicBezTo>
                <a:cubicBezTo>
                  <a:pt x="7358" y="18540"/>
                  <a:pt x="11732" y="11819"/>
                  <a:pt x="17536" y="7092"/>
                </a:cubicBezTo>
                <a:cubicBezTo>
                  <a:pt x="23339" y="2364"/>
                  <a:pt x="30642" y="0"/>
                  <a:pt x="39445" y="0"/>
                </a:cubicBezTo>
                <a:cubicBezTo>
                  <a:pt x="45936" y="0"/>
                  <a:pt x="51630" y="1306"/>
                  <a:pt x="56526" y="3917"/>
                </a:cubicBezTo>
                <a:cubicBezTo>
                  <a:pt x="61423" y="6529"/>
                  <a:pt x="65466" y="10294"/>
                  <a:pt x="68657" y="15215"/>
                </a:cubicBezTo>
                <a:cubicBezTo>
                  <a:pt x="71848" y="20135"/>
                  <a:pt x="74351" y="26128"/>
                  <a:pt x="76166" y="33194"/>
                </a:cubicBezTo>
                <a:cubicBezTo>
                  <a:pt x="77982" y="40258"/>
                  <a:pt x="78889" y="49782"/>
                  <a:pt x="78889" y="61766"/>
                </a:cubicBezTo>
                <a:cubicBezTo>
                  <a:pt x="78889" y="75949"/>
                  <a:pt x="77431" y="87398"/>
                  <a:pt x="74516" y="96113"/>
                </a:cubicBezTo>
                <a:cubicBezTo>
                  <a:pt x="71600" y="104827"/>
                  <a:pt x="67240" y="111562"/>
                  <a:pt x="61436" y="116317"/>
                </a:cubicBezTo>
                <a:cubicBezTo>
                  <a:pt x="55632" y="121073"/>
                  <a:pt x="48302" y="123450"/>
                  <a:pt x="39445" y="123450"/>
                </a:cubicBezTo>
                <a:cubicBezTo>
                  <a:pt x="27782" y="123450"/>
                  <a:pt x="18622" y="119272"/>
                  <a:pt x="11965" y="110915"/>
                </a:cubicBezTo>
                <a:cubicBezTo>
                  <a:pt x="3988" y="100854"/>
                  <a:pt x="0" y="84471"/>
                  <a:pt x="0" y="61766"/>
                </a:cubicBezTo>
                <a:moveTo>
                  <a:pt x="15266" y="61725"/>
                </a:moveTo>
                <a:cubicBezTo>
                  <a:pt x="15266" y="81518"/>
                  <a:pt x="17591" y="94691"/>
                  <a:pt x="22239" y="101245"/>
                </a:cubicBezTo>
                <a:cubicBezTo>
                  <a:pt x="26888" y="107796"/>
                  <a:pt x="32623" y="111072"/>
                  <a:pt x="39445" y="111072"/>
                </a:cubicBezTo>
                <a:cubicBezTo>
                  <a:pt x="46266" y="111072"/>
                  <a:pt x="52001" y="107783"/>
                  <a:pt x="56650" y="101203"/>
                </a:cubicBezTo>
                <a:cubicBezTo>
                  <a:pt x="61299" y="94624"/>
                  <a:pt x="63623" y="81465"/>
                  <a:pt x="63623" y="61725"/>
                </a:cubicBezTo>
                <a:cubicBezTo>
                  <a:pt x="63623" y="41877"/>
                  <a:pt x="61299" y="28691"/>
                  <a:pt x="56650" y="22167"/>
                </a:cubicBezTo>
                <a:cubicBezTo>
                  <a:pt x="52001" y="15641"/>
                  <a:pt x="46211" y="12378"/>
                  <a:pt x="39280" y="12378"/>
                </a:cubicBezTo>
                <a:cubicBezTo>
                  <a:pt x="32458" y="12378"/>
                  <a:pt x="27012" y="15257"/>
                  <a:pt x="22941" y="21014"/>
                </a:cubicBezTo>
                <a:cubicBezTo>
                  <a:pt x="17824" y="28362"/>
                  <a:pt x="15266" y="41932"/>
                  <a:pt x="15266" y="61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2">
            <a:extLst xmlns:a="http://schemas.openxmlformats.org/drawingml/2006/main">
              <a:ext uri="{FF2B5EF4-FFF2-40B4-BE49-F238E27FC236}">
                <a16:creationId xmlns:a16="http://schemas.microsoft.com/office/drawing/2014/main" id="{13CD9030-F348-44E9-81F4-407AFFDE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638" y="1356178"/>
            <a:ext cx="80072" cy="121470"/>
          </a:xfrm>
          <a:custGeom xmlns:a="http://schemas.openxmlformats.org/drawingml/2006/main">
            <a:pathLst>
              <a:path w="80072" h="121470">
                <a:moveTo>
                  <a:pt x="80072" y="107194"/>
                </a:moveTo>
                <a:lnTo>
                  <a:pt x="80072" y="121470"/>
                </a:lnTo>
                <a:lnTo>
                  <a:pt x="110" y="121470"/>
                </a:lnTo>
                <a:cubicBezTo>
                  <a:pt x="0" y="117896"/>
                  <a:pt x="578" y="114459"/>
                  <a:pt x="1843" y="111160"/>
                </a:cubicBezTo>
                <a:cubicBezTo>
                  <a:pt x="3878" y="105717"/>
                  <a:pt x="7138" y="100357"/>
                  <a:pt x="11622" y="95079"/>
                </a:cubicBezTo>
                <a:cubicBezTo>
                  <a:pt x="16105" y="89801"/>
                  <a:pt x="22583" y="83698"/>
                  <a:pt x="31055" y="76770"/>
                </a:cubicBezTo>
                <a:cubicBezTo>
                  <a:pt x="44203" y="65997"/>
                  <a:pt x="53088" y="57464"/>
                  <a:pt x="57709" y="51170"/>
                </a:cubicBezTo>
                <a:cubicBezTo>
                  <a:pt x="62330" y="44876"/>
                  <a:pt x="64641" y="38926"/>
                  <a:pt x="64641" y="33320"/>
                </a:cubicBezTo>
                <a:cubicBezTo>
                  <a:pt x="64641" y="27439"/>
                  <a:pt x="62537" y="22478"/>
                  <a:pt x="58328" y="18438"/>
                </a:cubicBezTo>
                <a:cubicBezTo>
                  <a:pt x="54119" y="14398"/>
                  <a:pt x="48632" y="12378"/>
                  <a:pt x="41865" y="12378"/>
                </a:cubicBezTo>
                <a:cubicBezTo>
                  <a:pt x="34713" y="12378"/>
                  <a:pt x="28992" y="14524"/>
                  <a:pt x="24701" y="18815"/>
                </a:cubicBezTo>
                <a:cubicBezTo>
                  <a:pt x="20410" y="23106"/>
                  <a:pt x="18237" y="29047"/>
                  <a:pt x="18182" y="36639"/>
                </a:cubicBezTo>
                <a:lnTo>
                  <a:pt x="2916" y="35068"/>
                </a:lnTo>
                <a:cubicBezTo>
                  <a:pt x="3961" y="23655"/>
                  <a:pt x="7894" y="14957"/>
                  <a:pt x="14716" y="8974"/>
                </a:cubicBezTo>
                <a:cubicBezTo>
                  <a:pt x="21538" y="2991"/>
                  <a:pt x="30697" y="0"/>
                  <a:pt x="42195" y="0"/>
                </a:cubicBezTo>
                <a:cubicBezTo>
                  <a:pt x="53803" y="0"/>
                  <a:pt x="62990" y="3219"/>
                  <a:pt x="69757" y="9657"/>
                </a:cubicBezTo>
                <a:cubicBezTo>
                  <a:pt x="76524" y="16096"/>
                  <a:pt x="79907" y="24075"/>
                  <a:pt x="79907" y="33596"/>
                </a:cubicBezTo>
                <a:cubicBezTo>
                  <a:pt x="79907" y="38439"/>
                  <a:pt x="78917" y="43199"/>
                  <a:pt x="76936" y="47877"/>
                </a:cubicBezTo>
                <a:cubicBezTo>
                  <a:pt x="74956" y="52555"/>
                  <a:pt x="71669" y="57480"/>
                  <a:pt x="67075" y="62653"/>
                </a:cubicBezTo>
                <a:cubicBezTo>
                  <a:pt x="62482" y="67825"/>
                  <a:pt x="54848" y="74923"/>
                  <a:pt x="44176" y="83949"/>
                </a:cubicBezTo>
                <a:cubicBezTo>
                  <a:pt x="35264" y="91422"/>
                  <a:pt x="29542" y="96492"/>
                  <a:pt x="27012" y="99158"/>
                </a:cubicBezTo>
                <a:cubicBezTo>
                  <a:pt x="24481" y="101823"/>
                  <a:pt x="22390" y="104501"/>
                  <a:pt x="20740" y="107194"/>
                </a:cubicBezTo>
                <a:lnTo>
                  <a:pt x="80072" y="107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4">
            <a:extLst xmlns:a="http://schemas.openxmlformats.org/drawingml/2006/main">
              <a:ext uri="{FF2B5EF4-FFF2-40B4-BE49-F238E27FC236}">
                <a16:creationId xmlns:a16="http://schemas.microsoft.com/office/drawing/2014/main" id="{BA402292-F83A-4115-BBE9-28D01B78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777" y="1075004"/>
            <a:ext cx="83675" cy="120975"/>
          </a:xfrm>
          <a:custGeom xmlns:a="http://schemas.openxmlformats.org/drawingml/2006/main">
            <a:pathLst>
              <a:path w="83675" h="120975">
                <a:moveTo>
                  <a:pt x="52483" y="120975"/>
                </a:moveTo>
                <a:lnTo>
                  <a:pt x="52483" y="92010"/>
                </a:lnTo>
                <a:lnTo>
                  <a:pt x="0" y="92010"/>
                </a:lnTo>
                <a:lnTo>
                  <a:pt x="0" y="78394"/>
                </a:lnTo>
                <a:lnTo>
                  <a:pt x="55206" y="0"/>
                </a:lnTo>
                <a:lnTo>
                  <a:pt x="67336" y="0"/>
                </a:lnTo>
                <a:lnTo>
                  <a:pt x="67336" y="78394"/>
                </a:lnTo>
                <a:lnTo>
                  <a:pt x="83675" y="78394"/>
                </a:lnTo>
                <a:lnTo>
                  <a:pt x="83675" y="92010"/>
                </a:lnTo>
                <a:lnTo>
                  <a:pt x="67336" y="92010"/>
                </a:lnTo>
                <a:lnTo>
                  <a:pt x="67336" y="120975"/>
                </a:lnTo>
                <a:lnTo>
                  <a:pt x="52483" y="120975"/>
                </a:lnTo>
                <a:moveTo>
                  <a:pt x="52483" y="78394"/>
                </a:moveTo>
                <a:lnTo>
                  <a:pt x="52483" y="23848"/>
                </a:lnTo>
                <a:lnTo>
                  <a:pt x="14606" y="78394"/>
                </a:lnTo>
                <a:lnTo>
                  <a:pt x="52483" y="78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6">
            <a:extLst xmlns:a="http://schemas.openxmlformats.org/drawingml/2006/main">
              <a:ext uri="{FF2B5EF4-FFF2-40B4-BE49-F238E27FC236}">
                <a16:creationId xmlns:a16="http://schemas.microsoft.com/office/drawing/2014/main" id="{68ADDEBC-1F34-4290-9DA2-42A8FAF6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986" y="792840"/>
            <a:ext cx="79880" cy="123450"/>
          </a:xfrm>
          <a:custGeom xmlns:a="http://schemas.openxmlformats.org/drawingml/2006/main">
            <a:pathLst>
              <a:path w="79880" h="123450">
                <a:moveTo>
                  <a:pt x="77734" y="30200"/>
                </a:moveTo>
                <a:lnTo>
                  <a:pt x="62963" y="31358"/>
                </a:lnTo>
                <a:cubicBezTo>
                  <a:pt x="61643" y="25552"/>
                  <a:pt x="59772" y="21334"/>
                  <a:pt x="57352" y="18704"/>
                </a:cubicBezTo>
                <a:cubicBezTo>
                  <a:pt x="53336" y="14487"/>
                  <a:pt x="48384" y="12378"/>
                  <a:pt x="42498" y="12378"/>
                </a:cubicBezTo>
                <a:cubicBezTo>
                  <a:pt x="37767" y="12378"/>
                  <a:pt x="33613" y="13691"/>
                  <a:pt x="30037" y="16318"/>
                </a:cubicBezTo>
                <a:cubicBezTo>
                  <a:pt x="25361" y="19710"/>
                  <a:pt x="21675" y="24662"/>
                  <a:pt x="18980" y="31175"/>
                </a:cubicBezTo>
                <a:cubicBezTo>
                  <a:pt x="16284" y="37687"/>
                  <a:pt x="14881" y="46963"/>
                  <a:pt x="14771" y="59002"/>
                </a:cubicBezTo>
                <a:cubicBezTo>
                  <a:pt x="18347" y="53556"/>
                  <a:pt x="22721" y="49512"/>
                  <a:pt x="27892" y="46871"/>
                </a:cubicBezTo>
                <a:cubicBezTo>
                  <a:pt x="33063" y="44231"/>
                  <a:pt x="38482" y="42910"/>
                  <a:pt x="44148" y="42910"/>
                </a:cubicBezTo>
                <a:cubicBezTo>
                  <a:pt x="54051" y="42910"/>
                  <a:pt x="62482" y="46555"/>
                  <a:pt x="69441" y="53844"/>
                </a:cubicBezTo>
                <a:cubicBezTo>
                  <a:pt x="76400" y="61134"/>
                  <a:pt x="79880" y="70555"/>
                  <a:pt x="79880" y="82108"/>
                </a:cubicBezTo>
                <a:cubicBezTo>
                  <a:pt x="79880" y="89699"/>
                  <a:pt x="78243" y="96755"/>
                  <a:pt x="74970" y="103274"/>
                </a:cubicBezTo>
                <a:cubicBezTo>
                  <a:pt x="71696" y="109793"/>
                  <a:pt x="67199" y="114786"/>
                  <a:pt x="61478" y="118251"/>
                </a:cubicBezTo>
                <a:cubicBezTo>
                  <a:pt x="55756" y="121717"/>
                  <a:pt x="49265" y="123450"/>
                  <a:pt x="42003" y="123450"/>
                </a:cubicBezTo>
                <a:cubicBezTo>
                  <a:pt x="29625" y="123450"/>
                  <a:pt x="19530" y="118901"/>
                  <a:pt x="11718" y="109803"/>
                </a:cubicBezTo>
                <a:cubicBezTo>
                  <a:pt x="3906" y="100704"/>
                  <a:pt x="0" y="85708"/>
                  <a:pt x="0" y="64817"/>
                </a:cubicBezTo>
                <a:cubicBezTo>
                  <a:pt x="0" y="41452"/>
                  <a:pt x="4319" y="24464"/>
                  <a:pt x="12956" y="13853"/>
                </a:cubicBezTo>
                <a:cubicBezTo>
                  <a:pt x="20493" y="4618"/>
                  <a:pt x="30642" y="0"/>
                  <a:pt x="43406" y="0"/>
                </a:cubicBezTo>
                <a:cubicBezTo>
                  <a:pt x="52923" y="0"/>
                  <a:pt x="60721" y="2675"/>
                  <a:pt x="66800" y="8025"/>
                </a:cubicBezTo>
                <a:cubicBezTo>
                  <a:pt x="72879" y="13375"/>
                  <a:pt x="76524" y="20767"/>
                  <a:pt x="77734" y="30200"/>
                </a:cubicBezTo>
                <a:moveTo>
                  <a:pt x="17082" y="82113"/>
                </a:moveTo>
                <a:cubicBezTo>
                  <a:pt x="17082" y="87213"/>
                  <a:pt x="18168" y="92095"/>
                  <a:pt x="20341" y="96757"/>
                </a:cubicBezTo>
                <a:cubicBezTo>
                  <a:pt x="22514" y="101420"/>
                  <a:pt x="25554" y="104972"/>
                  <a:pt x="29460" y="107413"/>
                </a:cubicBezTo>
                <a:cubicBezTo>
                  <a:pt x="33366" y="109852"/>
                  <a:pt x="37464" y="111072"/>
                  <a:pt x="41755" y="111072"/>
                </a:cubicBezTo>
                <a:cubicBezTo>
                  <a:pt x="48027" y="111072"/>
                  <a:pt x="53418" y="108549"/>
                  <a:pt x="57929" y="103503"/>
                </a:cubicBezTo>
                <a:cubicBezTo>
                  <a:pt x="62440" y="98458"/>
                  <a:pt x="64696" y="91602"/>
                  <a:pt x="64696" y="82935"/>
                </a:cubicBezTo>
                <a:cubicBezTo>
                  <a:pt x="64696" y="74597"/>
                  <a:pt x="62468" y="68029"/>
                  <a:pt x="58012" y="63231"/>
                </a:cubicBezTo>
                <a:cubicBezTo>
                  <a:pt x="53556" y="58431"/>
                  <a:pt x="47944" y="56031"/>
                  <a:pt x="41178" y="56031"/>
                </a:cubicBezTo>
                <a:cubicBezTo>
                  <a:pt x="34466" y="56031"/>
                  <a:pt x="28772" y="58431"/>
                  <a:pt x="24096" y="63231"/>
                </a:cubicBezTo>
                <a:cubicBezTo>
                  <a:pt x="19420" y="68029"/>
                  <a:pt x="17082" y="74323"/>
                  <a:pt x="17082" y="821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8">
            <a:extLst xmlns:a="http://schemas.openxmlformats.org/drawingml/2006/main">
              <a:ext uri="{FF2B5EF4-FFF2-40B4-BE49-F238E27FC236}">
                <a16:creationId xmlns:a16="http://schemas.microsoft.com/office/drawing/2014/main" id="{FB97C728-1B45-4EA3-A166-47211AD9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481" y="511172"/>
            <a:ext cx="79714" cy="123450"/>
          </a:xfrm>
          <a:custGeom xmlns:a="http://schemas.openxmlformats.org/drawingml/2006/main">
            <a:pathLst>
              <a:path w="79714" h="123450">
                <a:moveTo>
                  <a:pt x="23023" y="55701"/>
                </a:moveTo>
                <a:cubicBezTo>
                  <a:pt x="16862" y="53452"/>
                  <a:pt x="12296" y="50244"/>
                  <a:pt x="9325" y="46075"/>
                </a:cubicBezTo>
                <a:cubicBezTo>
                  <a:pt x="6354" y="41906"/>
                  <a:pt x="4869" y="36914"/>
                  <a:pt x="4869" y="31100"/>
                </a:cubicBezTo>
                <a:cubicBezTo>
                  <a:pt x="4869" y="22323"/>
                  <a:pt x="8032" y="14946"/>
                  <a:pt x="14359" y="8969"/>
                </a:cubicBezTo>
                <a:cubicBezTo>
                  <a:pt x="20685" y="2990"/>
                  <a:pt x="29102" y="0"/>
                  <a:pt x="39610" y="0"/>
                </a:cubicBezTo>
                <a:cubicBezTo>
                  <a:pt x="50172" y="0"/>
                  <a:pt x="58672" y="3058"/>
                  <a:pt x="65108" y="9175"/>
                </a:cubicBezTo>
                <a:cubicBezTo>
                  <a:pt x="71545" y="15290"/>
                  <a:pt x="74763" y="22736"/>
                  <a:pt x="74763" y="31512"/>
                </a:cubicBezTo>
                <a:cubicBezTo>
                  <a:pt x="74763" y="37107"/>
                  <a:pt x="73292" y="41974"/>
                  <a:pt x="70348" y="46116"/>
                </a:cubicBezTo>
                <a:cubicBezTo>
                  <a:pt x="67405" y="50257"/>
                  <a:pt x="62935" y="53452"/>
                  <a:pt x="56939" y="55701"/>
                </a:cubicBezTo>
                <a:cubicBezTo>
                  <a:pt x="64366" y="58125"/>
                  <a:pt x="70018" y="62036"/>
                  <a:pt x="73897" y="67434"/>
                </a:cubicBezTo>
                <a:cubicBezTo>
                  <a:pt x="77775" y="72831"/>
                  <a:pt x="79714" y="79275"/>
                  <a:pt x="79714" y="86767"/>
                </a:cubicBezTo>
                <a:cubicBezTo>
                  <a:pt x="79714" y="97122"/>
                  <a:pt x="76056" y="105824"/>
                  <a:pt x="68739" y="112875"/>
                </a:cubicBezTo>
                <a:cubicBezTo>
                  <a:pt x="61423" y="119925"/>
                  <a:pt x="51795" y="123450"/>
                  <a:pt x="39857" y="123450"/>
                </a:cubicBezTo>
                <a:cubicBezTo>
                  <a:pt x="27919" y="123450"/>
                  <a:pt x="18292" y="119911"/>
                  <a:pt x="10975" y="112833"/>
                </a:cubicBezTo>
                <a:cubicBezTo>
                  <a:pt x="3658" y="105756"/>
                  <a:pt x="0" y="96929"/>
                  <a:pt x="0" y="86352"/>
                </a:cubicBezTo>
                <a:cubicBezTo>
                  <a:pt x="0" y="78477"/>
                  <a:pt x="1994" y="71881"/>
                  <a:pt x="5983" y="66565"/>
                </a:cubicBezTo>
                <a:cubicBezTo>
                  <a:pt x="9971" y="61250"/>
                  <a:pt x="15651" y="57628"/>
                  <a:pt x="23023" y="55701"/>
                </a:cubicBezTo>
                <a:moveTo>
                  <a:pt x="20052" y="30703"/>
                </a:moveTo>
                <a:cubicBezTo>
                  <a:pt x="20052" y="36374"/>
                  <a:pt x="21895" y="41010"/>
                  <a:pt x="25581" y="44610"/>
                </a:cubicBezTo>
                <a:cubicBezTo>
                  <a:pt x="29267" y="48208"/>
                  <a:pt x="34053" y="50007"/>
                  <a:pt x="39940" y="50007"/>
                </a:cubicBezTo>
                <a:cubicBezTo>
                  <a:pt x="45661" y="50007"/>
                  <a:pt x="50351" y="48221"/>
                  <a:pt x="54009" y="44649"/>
                </a:cubicBezTo>
                <a:cubicBezTo>
                  <a:pt x="57668" y="41076"/>
                  <a:pt x="59497" y="36700"/>
                  <a:pt x="59497" y="31520"/>
                </a:cubicBezTo>
                <a:cubicBezTo>
                  <a:pt x="59497" y="26120"/>
                  <a:pt x="57613" y="21580"/>
                  <a:pt x="53844" y="17899"/>
                </a:cubicBezTo>
                <a:cubicBezTo>
                  <a:pt x="50076" y="14218"/>
                  <a:pt x="45386" y="12378"/>
                  <a:pt x="39775" y="12378"/>
                </a:cubicBezTo>
                <a:cubicBezTo>
                  <a:pt x="34108" y="12378"/>
                  <a:pt x="29405" y="14178"/>
                  <a:pt x="25664" y="17778"/>
                </a:cubicBezTo>
                <a:cubicBezTo>
                  <a:pt x="21923" y="21376"/>
                  <a:pt x="20052" y="25684"/>
                  <a:pt x="20052" y="30703"/>
                </a:cubicBezTo>
                <a:moveTo>
                  <a:pt x="15266" y="86357"/>
                </a:moveTo>
                <a:cubicBezTo>
                  <a:pt x="15266" y="90587"/>
                  <a:pt x="16270" y="94678"/>
                  <a:pt x="18278" y="98632"/>
                </a:cubicBezTo>
                <a:cubicBezTo>
                  <a:pt x="20286" y="102586"/>
                  <a:pt x="23271" y="105648"/>
                  <a:pt x="27232" y="107818"/>
                </a:cubicBezTo>
                <a:cubicBezTo>
                  <a:pt x="31193" y="109987"/>
                  <a:pt x="35456" y="111072"/>
                  <a:pt x="40022" y="111072"/>
                </a:cubicBezTo>
                <a:cubicBezTo>
                  <a:pt x="47119" y="111072"/>
                  <a:pt x="52978" y="108793"/>
                  <a:pt x="57599" y="104236"/>
                </a:cubicBezTo>
                <a:cubicBezTo>
                  <a:pt x="62220" y="99677"/>
                  <a:pt x="64531" y="93882"/>
                  <a:pt x="64531" y="86852"/>
                </a:cubicBezTo>
                <a:cubicBezTo>
                  <a:pt x="64531" y="79713"/>
                  <a:pt x="62151" y="73809"/>
                  <a:pt x="57393" y="69142"/>
                </a:cubicBezTo>
                <a:cubicBezTo>
                  <a:pt x="52634" y="64472"/>
                  <a:pt x="46679" y="62138"/>
                  <a:pt x="39527" y="62138"/>
                </a:cubicBezTo>
                <a:cubicBezTo>
                  <a:pt x="32540" y="62138"/>
                  <a:pt x="26750" y="64445"/>
                  <a:pt x="22157" y="69059"/>
                </a:cubicBezTo>
                <a:cubicBezTo>
                  <a:pt x="17563" y="73672"/>
                  <a:pt x="15266" y="79438"/>
                  <a:pt x="15266" y="863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10">
            <a:extLst xmlns:a="http://schemas.openxmlformats.org/drawingml/2006/main">
              <a:ext uri="{FF2B5EF4-FFF2-40B4-BE49-F238E27FC236}">
                <a16:creationId xmlns:a16="http://schemas.microsoft.com/office/drawing/2014/main" id="{B44B804B-EF2E-4B76-9089-36004681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034" y="314003"/>
            <a:ext cx="161492" cy="123450"/>
          </a:xfrm>
          <a:custGeom xmlns:a="http://schemas.openxmlformats.org/drawingml/2006/main">
            <a:pathLst>
              <a:path w="161492" h="123450">
                <a:moveTo>
                  <a:pt x="44561" y="121470"/>
                </a:moveTo>
                <a:lnTo>
                  <a:pt x="29707" y="121470"/>
                </a:lnTo>
                <a:lnTo>
                  <a:pt x="29707" y="26819"/>
                </a:lnTo>
                <a:cubicBezTo>
                  <a:pt x="26131" y="30230"/>
                  <a:pt x="21441" y="33641"/>
                  <a:pt x="15638" y="37052"/>
                </a:cubicBezTo>
                <a:cubicBezTo>
                  <a:pt x="9834" y="40462"/>
                  <a:pt x="4621" y="43021"/>
                  <a:pt x="0" y="44726"/>
                </a:cubicBezTo>
                <a:lnTo>
                  <a:pt x="0" y="30367"/>
                </a:lnTo>
                <a:cubicBezTo>
                  <a:pt x="8307" y="26461"/>
                  <a:pt x="15569" y="21730"/>
                  <a:pt x="21785" y="16174"/>
                </a:cubicBezTo>
                <a:cubicBezTo>
                  <a:pt x="28002" y="10618"/>
                  <a:pt x="32403" y="5226"/>
                  <a:pt x="34989" y="0"/>
                </a:cubicBezTo>
                <a:lnTo>
                  <a:pt x="44561" y="0"/>
                </a:lnTo>
                <a:lnTo>
                  <a:pt x="44561" y="121470"/>
                </a:lnTo>
                <a:close/>
                <a:moveTo>
                  <a:pt x="82603" y="61766"/>
                </a:moveTo>
                <a:cubicBezTo>
                  <a:pt x="82603" y="47473"/>
                  <a:pt x="84074" y="35969"/>
                  <a:pt x="87018" y="27255"/>
                </a:cubicBezTo>
                <a:cubicBezTo>
                  <a:pt x="89961" y="18540"/>
                  <a:pt x="94334" y="11819"/>
                  <a:pt x="100138" y="7092"/>
                </a:cubicBezTo>
                <a:cubicBezTo>
                  <a:pt x="105942" y="2364"/>
                  <a:pt x="113245" y="0"/>
                  <a:pt x="122047" y="0"/>
                </a:cubicBezTo>
                <a:cubicBezTo>
                  <a:pt x="128539" y="0"/>
                  <a:pt x="134233" y="1306"/>
                  <a:pt x="139129" y="3917"/>
                </a:cubicBezTo>
                <a:cubicBezTo>
                  <a:pt x="144025" y="6529"/>
                  <a:pt x="148069" y="10294"/>
                  <a:pt x="151260" y="15215"/>
                </a:cubicBezTo>
                <a:cubicBezTo>
                  <a:pt x="154450" y="20135"/>
                  <a:pt x="156953" y="26128"/>
                  <a:pt x="158769" y="33194"/>
                </a:cubicBezTo>
                <a:cubicBezTo>
                  <a:pt x="160584" y="40258"/>
                  <a:pt x="161492" y="49782"/>
                  <a:pt x="161492" y="61766"/>
                </a:cubicBezTo>
                <a:cubicBezTo>
                  <a:pt x="161492" y="75949"/>
                  <a:pt x="160034" y="87398"/>
                  <a:pt x="157119" y="96113"/>
                </a:cubicBezTo>
                <a:cubicBezTo>
                  <a:pt x="154203" y="104827"/>
                  <a:pt x="149843" y="111562"/>
                  <a:pt x="144039" y="116317"/>
                </a:cubicBezTo>
                <a:cubicBezTo>
                  <a:pt x="138235" y="121073"/>
                  <a:pt x="130905" y="123450"/>
                  <a:pt x="122047" y="123450"/>
                </a:cubicBezTo>
                <a:cubicBezTo>
                  <a:pt x="110385" y="123450"/>
                  <a:pt x="101225" y="119272"/>
                  <a:pt x="94568" y="110915"/>
                </a:cubicBezTo>
                <a:cubicBezTo>
                  <a:pt x="86591" y="100854"/>
                  <a:pt x="82603" y="84471"/>
                  <a:pt x="82603" y="61766"/>
                </a:cubicBezTo>
                <a:moveTo>
                  <a:pt x="97869" y="61725"/>
                </a:moveTo>
                <a:cubicBezTo>
                  <a:pt x="97869" y="81518"/>
                  <a:pt x="100193" y="94691"/>
                  <a:pt x="104842" y="101245"/>
                </a:cubicBezTo>
                <a:cubicBezTo>
                  <a:pt x="109491" y="107796"/>
                  <a:pt x="115226" y="111072"/>
                  <a:pt x="122047" y="111072"/>
                </a:cubicBezTo>
                <a:cubicBezTo>
                  <a:pt x="128869" y="111072"/>
                  <a:pt x="134604" y="107783"/>
                  <a:pt x="139253" y="101203"/>
                </a:cubicBezTo>
                <a:cubicBezTo>
                  <a:pt x="143902" y="94624"/>
                  <a:pt x="146226" y="81465"/>
                  <a:pt x="146226" y="61725"/>
                </a:cubicBezTo>
                <a:cubicBezTo>
                  <a:pt x="146226" y="41877"/>
                  <a:pt x="143902" y="28691"/>
                  <a:pt x="139253" y="22167"/>
                </a:cubicBezTo>
                <a:cubicBezTo>
                  <a:pt x="134604" y="15641"/>
                  <a:pt x="128814" y="12378"/>
                  <a:pt x="121882" y="12378"/>
                </a:cubicBezTo>
                <a:cubicBezTo>
                  <a:pt x="115061" y="12378"/>
                  <a:pt x="109614" y="15257"/>
                  <a:pt x="105543" y="21014"/>
                </a:cubicBezTo>
                <a:cubicBezTo>
                  <a:pt x="100427" y="28362"/>
                  <a:pt x="97869" y="41932"/>
                  <a:pt x="97869" y="61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#of0-days">
            <a:extLst xmlns:a="http://schemas.openxmlformats.org/drawingml/2006/main">
              <a:ext uri="{FF2B5EF4-FFF2-40B4-BE49-F238E27FC236}">
                <a16:creationId xmlns:a16="http://schemas.microsoft.com/office/drawing/2014/main" id="{6B93BBD9-411D-47F1-991F-5DC53805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366" y="108143"/>
            <a:ext cx="873228" cy="158769"/>
          </a:xfrm>
          <a:custGeom xmlns:a="http://schemas.openxmlformats.org/drawingml/2006/main">
            <a:pathLst>
              <a:path w="873228" h="158769">
                <a:moveTo>
                  <a:pt x="11179" y="93248"/>
                </a:moveTo>
                <a:lnTo>
                  <a:pt x="0" y="93248"/>
                </a:lnTo>
                <a:lnTo>
                  <a:pt x="0" y="74928"/>
                </a:lnTo>
                <a:lnTo>
                  <a:pt x="14885" y="74928"/>
                </a:lnTo>
                <a:lnTo>
                  <a:pt x="19823" y="50502"/>
                </a:lnTo>
                <a:lnTo>
                  <a:pt x="0" y="50502"/>
                </a:lnTo>
                <a:lnTo>
                  <a:pt x="0" y="32183"/>
                </a:lnTo>
                <a:lnTo>
                  <a:pt x="23529" y="32183"/>
                </a:lnTo>
                <a:lnTo>
                  <a:pt x="30037" y="0"/>
                </a:lnTo>
                <a:lnTo>
                  <a:pt x="48522" y="0"/>
                </a:lnTo>
                <a:lnTo>
                  <a:pt x="42054" y="32183"/>
                </a:lnTo>
                <a:lnTo>
                  <a:pt x="60235" y="32183"/>
                </a:lnTo>
                <a:lnTo>
                  <a:pt x="66594" y="0"/>
                </a:lnTo>
                <a:lnTo>
                  <a:pt x="85738" y="0"/>
                </a:lnTo>
                <a:lnTo>
                  <a:pt x="79188" y="32183"/>
                </a:lnTo>
                <a:lnTo>
                  <a:pt x="90525" y="32183"/>
                </a:lnTo>
                <a:lnTo>
                  <a:pt x="90525" y="50502"/>
                </a:lnTo>
                <a:lnTo>
                  <a:pt x="75460" y="50502"/>
                </a:lnTo>
                <a:lnTo>
                  <a:pt x="70485" y="74928"/>
                </a:lnTo>
                <a:lnTo>
                  <a:pt x="90525" y="74928"/>
                </a:lnTo>
                <a:lnTo>
                  <a:pt x="90525" y="93248"/>
                </a:lnTo>
                <a:lnTo>
                  <a:pt x="66756" y="93248"/>
                </a:lnTo>
                <a:lnTo>
                  <a:pt x="60240" y="125266"/>
                </a:lnTo>
                <a:lnTo>
                  <a:pt x="41838" y="125266"/>
                </a:lnTo>
                <a:lnTo>
                  <a:pt x="48166" y="93248"/>
                </a:lnTo>
                <a:lnTo>
                  <a:pt x="29787" y="93248"/>
                </a:lnTo>
                <a:lnTo>
                  <a:pt x="23353" y="125266"/>
                </a:lnTo>
                <a:lnTo>
                  <a:pt x="4704" y="125266"/>
                </a:lnTo>
                <a:lnTo>
                  <a:pt x="11179" y="93248"/>
                </a:lnTo>
                <a:moveTo>
                  <a:pt x="38374" y="50502"/>
                </a:moveTo>
                <a:lnTo>
                  <a:pt x="33467" y="74928"/>
                </a:lnTo>
                <a:lnTo>
                  <a:pt x="51787" y="74928"/>
                </a:lnTo>
                <a:lnTo>
                  <a:pt x="56614" y="50502"/>
                </a:lnTo>
                <a:lnTo>
                  <a:pt x="38374" y="50502"/>
                </a:lnTo>
                <a:close/>
                <a:moveTo>
                  <a:pt x="146225" y="78064"/>
                </a:moveTo>
                <a:cubicBezTo>
                  <a:pt x="146225" y="70362"/>
                  <a:pt x="148123" y="62908"/>
                  <a:pt x="151919" y="55701"/>
                </a:cubicBezTo>
                <a:cubicBezTo>
                  <a:pt x="155715" y="48494"/>
                  <a:pt x="161093" y="42993"/>
                  <a:pt x="168052" y="39197"/>
                </a:cubicBezTo>
                <a:cubicBezTo>
                  <a:pt x="175011" y="35401"/>
                  <a:pt x="182782" y="33503"/>
                  <a:pt x="191364" y="33503"/>
                </a:cubicBezTo>
                <a:cubicBezTo>
                  <a:pt x="204622" y="33503"/>
                  <a:pt x="215487" y="37808"/>
                  <a:pt x="223959" y="46418"/>
                </a:cubicBezTo>
                <a:cubicBezTo>
                  <a:pt x="232432" y="55027"/>
                  <a:pt x="236668" y="65906"/>
                  <a:pt x="236668" y="79054"/>
                </a:cubicBezTo>
                <a:cubicBezTo>
                  <a:pt x="236668" y="92313"/>
                  <a:pt x="232390" y="103301"/>
                  <a:pt x="223836" y="112021"/>
                </a:cubicBezTo>
                <a:cubicBezTo>
                  <a:pt x="215281" y="120741"/>
                  <a:pt x="204512" y="125101"/>
                  <a:pt x="191529" y="125101"/>
                </a:cubicBezTo>
                <a:cubicBezTo>
                  <a:pt x="183497" y="125101"/>
                  <a:pt x="175836" y="123285"/>
                  <a:pt x="168547" y="119654"/>
                </a:cubicBezTo>
                <a:cubicBezTo>
                  <a:pt x="161258" y="116023"/>
                  <a:pt x="155715" y="110701"/>
                  <a:pt x="151919" y="103687"/>
                </a:cubicBezTo>
                <a:cubicBezTo>
                  <a:pt x="148123" y="96672"/>
                  <a:pt x="146225" y="88132"/>
                  <a:pt x="146225" y="78064"/>
                </a:cubicBezTo>
                <a:moveTo>
                  <a:pt x="169991" y="79302"/>
                </a:moveTo>
                <a:cubicBezTo>
                  <a:pt x="169991" y="87966"/>
                  <a:pt x="172054" y="94602"/>
                  <a:pt x="176180" y="99210"/>
                </a:cubicBezTo>
                <a:cubicBezTo>
                  <a:pt x="180306" y="103817"/>
                  <a:pt x="185395" y="106121"/>
                  <a:pt x="191447" y="106121"/>
                </a:cubicBezTo>
                <a:cubicBezTo>
                  <a:pt x="197498" y="106121"/>
                  <a:pt x="202573" y="103817"/>
                  <a:pt x="206671" y="99210"/>
                </a:cubicBezTo>
                <a:cubicBezTo>
                  <a:pt x="210770" y="94602"/>
                  <a:pt x="212819" y="87911"/>
                  <a:pt x="212819" y="79137"/>
                </a:cubicBezTo>
                <a:cubicBezTo>
                  <a:pt x="212819" y="70582"/>
                  <a:pt x="210770" y="64001"/>
                  <a:pt x="206671" y="59394"/>
                </a:cubicBezTo>
                <a:cubicBezTo>
                  <a:pt x="202573" y="54787"/>
                  <a:pt x="197498" y="52483"/>
                  <a:pt x="191447" y="52483"/>
                </a:cubicBezTo>
                <a:cubicBezTo>
                  <a:pt x="185395" y="52483"/>
                  <a:pt x="180306" y="54787"/>
                  <a:pt x="176180" y="59394"/>
                </a:cubicBezTo>
                <a:cubicBezTo>
                  <a:pt x="172054" y="64001"/>
                  <a:pt x="169991" y="70637"/>
                  <a:pt x="169991" y="79302"/>
                </a:cubicBezTo>
                <a:close/>
                <a:moveTo>
                  <a:pt x="244672" y="35484"/>
                </a:moveTo>
                <a:lnTo>
                  <a:pt x="257545" y="35484"/>
                </a:lnTo>
                <a:lnTo>
                  <a:pt x="257545" y="28867"/>
                </a:lnTo>
                <a:cubicBezTo>
                  <a:pt x="257545" y="21478"/>
                  <a:pt x="258329" y="15963"/>
                  <a:pt x="259897" y="12324"/>
                </a:cubicBezTo>
                <a:cubicBezTo>
                  <a:pt x="261465" y="8684"/>
                  <a:pt x="264353" y="5721"/>
                  <a:pt x="268562" y="3432"/>
                </a:cubicBezTo>
                <a:cubicBezTo>
                  <a:pt x="272770" y="1144"/>
                  <a:pt x="278093" y="0"/>
                  <a:pt x="284529" y="0"/>
                </a:cubicBezTo>
                <a:cubicBezTo>
                  <a:pt x="291131" y="0"/>
                  <a:pt x="297595" y="990"/>
                  <a:pt x="303922" y="2971"/>
                </a:cubicBezTo>
                <a:lnTo>
                  <a:pt x="300786" y="19145"/>
                </a:lnTo>
                <a:cubicBezTo>
                  <a:pt x="297100" y="18264"/>
                  <a:pt x="293552" y="17824"/>
                  <a:pt x="290141" y="17824"/>
                </a:cubicBezTo>
                <a:cubicBezTo>
                  <a:pt x="286785" y="17824"/>
                  <a:pt x="284378" y="18613"/>
                  <a:pt x="282920" y="20189"/>
                </a:cubicBezTo>
                <a:cubicBezTo>
                  <a:pt x="281462" y="21764"/>
                  <a:pt x="280734" y="24790"/>
                  <a:pt x="280734" y="29266"/>
                </a:cubicBezTo>
                <a:lnTo>
                  <a:pt x="280734" y="35484"/>
                </a:lnTo>
                <a:lnTo>
                  <a:pt x="298063" y="35484"/>
                </a:lnTo>
                <a:lnTo>
                  <a:pt x="298063" y="53803"/>
                </a:lnTo>
                <a:lnTo>
                  <a:pt x="280734" y="53803"/>
                </a:lnTo>
                <a:lnTo>
                  <a:pt x="280734" y="123120"/>
                </a:lnTo>
                <a:lnTo>
                  <a:pt x="257545" y="123120"/>
                </a:lnTo>
                <a:lnTo>
                  <a:pt x="257545" y="53803"/>
                </a:lnTo>
                <a:lnTo>
                  <a:pt x="244672" y="53803"/>
                </a:lnTo>
                <a:lnTo>
                  <a:pt x="244672" y="35484"/>
                </a:lnTo>
                <a:close/>
                <a:moveTo>
                  <a:pt x="392301" y="1650"/>
                </a:moveTo>
                <a:cubicBezTo>
                  <a:pt x="404019" y="1650"/>
                  <a:pt x="413178" y="5834"/>
                  <a:pt x="419780" y="14201"/>
                </a:cubicBezTo>
                <a:cubicBezTo>
                  <a:pt x="427647" y="24111"/>
                  <a:pt x="431580" y="40543"/>
                  <a:pt x="431580" y="63499"/>
                </a:cubicBezTo>
                <a:cubicBezTo>
                  <a:pt x="431580" y="86400"/>
                  <a:pt x="427619" y="102861"/>
                  <a:pt x="419697" y="112880"/>
                </a:cubicBezTo>
                <a:cubicBezTo>
                  <a:pt x="413151" y="121137"/>
                  <a:pt x="404019" y="125266"/>
                  <a:pt x="392301" y="125266"/>
                </a:cubicBezTo>
                <a:cubicBezTo>
                  <a:pt x="380528" y="125266"/>
                  <a:pt x="371038" y="120738"/>
                  <a:pt x="363831" y="111683"/>
                </a:cubicBezTo>
                <a:cubicBezTo>
                  <a:pt x="356624" y="102627"/>
                  <a:pt x="353021" y="86483"/>
                  <a:pt x="353021" y="63252"/>
                </a:cubicBezTo>
                <a:cubicBezTo>
                  <a:pt x="353021" y="40461"/>
                  <a:pt x="356982" y="24055"/>
                  <a:pt x="364904" y="14036"/>
                </a:cubicBezTo>
                <a:cubicBezTo>
                  <a:pt x="371451" y="5779"/>
                  <a:pt x="380583" y="1650"/>
                  <a:pt x="392301" y="1650"/>
                </a:cubicBezTo>
                <a:moveTo>
                  <a:pt x="392301" y="20960"/>
                </a:moveTo>
                <a:cubicBezTo>
                  <a:pt x="389495" y="20960"/>
                  <a:pt x="386992" y="21853"/>
                  <a:pt x="384791" y="23639"/>
                </a:cubicBezTo>
                <a:cubicBezTo>
                  <a:pt x="382591" y="25426"/>
                  <a:pt x="380885" y="28627"/>
                  <a:pt x="379675" y="33243"/>
                </a:cubicBezTo>
                <a:cubicBezTo>
                  <a:pt x="378080" y="39234"/>
                  <a:pt x="377282" y="49320"/>
                  <a:pt x="377282" y="63499"/>
                </a:cubicBezTo>
                <a:cubicBezTo>
                  <a:pt x="377282" y="77679"/>
                  <a:pt x="377997" y="87421"/>
                  <a:pt x="379428" y="92724"/>
                </a:cubicBezTo>
                <a:cubicBezTo>
                  <a:pt x="380858" y="98028"/>
                  <a:pt x="382660" y="101559"/>
                  <a:pt x="384833" y="103318"/>
                </a:cubicBezTo>
                <a:cubicBezTo>
                  <a:pt x="387006" y="105077"/>
                  <a:pt x="389495" y="105956"/>
                  <a:pt x="392301" y="105956"/>
                </a:cubicBezTo>
                <a:cubicBezTo>
                  <a:pt x="395106" y="105956"/>
                  <a:pt x="397609" y="105063"/>
                  <a:pt x="399810" y="103277"/>
                </a:cubicBezTo>
                <a:cubicBezTo>
                  <a:pt x="402011" y="101490"/>
                  <a:pt x="403716" y="98289"/>
                  <a:pt x="404926" y="93673"/>
                </a:cubicBezTo>
                <a:cubicBezTo>
                  <a:pt x="406522" y="87737"/>
                  <a:pt x="407319" y="77679"/>
                  <a:pt x="407319" y="63499"/>
                </a:cubicBezTo>
                <a:cubicBezTo>
                  <a:pt x="407319" y="49320"/>
                  <a:pt x="406604" y="39578"/>
                  <a:pt x="405174" y="34274"/>
                </a:cubicBezTo>
                <a:cubicBezTo>
                  <a:pt x="403743" y="28971"/>
                  <a:pt x="401942" y="25426"/>
                  <a:pt x="399769" y="23639"/>
                </a:cubicBezTo>
                <a:cubicBezTo>
                  <a:pt x="397596" y="21853"/>
                  <a:pt x="395106" y="20960"/>
                  <a:pt x="392301" y="20960"/>
                </a:cubicBezTo>
                <a:close/>
                <a:moveTo>
                  <a:pt x="449404" y="90772"/>
                </a:moveTo>
                <a:lnTo>
                  <a:pt x="449404" y="67501"/>
                </a:lnTo>
                <a:lnTo>
                  <a:pt x="494956" y="67501"/>
                </a:lnTo>
                <a:lnTo>
                  <a:pt x="494956" y="90772"/>
                </a:lnTo>
                <a:lnTo>
                  <a:pt x="449404" y="90772"/>
                </a:lnTo>
                <a:close/>
                <a:moveTo>
                  <a:pt x="588699" y="123120"/>
                </a:moveTo>
                <a:lnTo>
                  <a:pt x="567161" y="123120"/>
                </a:lnTo>
                <a:lnTo>
                  <a:pt x="567161" y="110247"/>
                </a:lnTo>
                <a:cubicBezTo>
                  <a:pt x="563585" y="115253"/>
                  <a:pt x="559363" y="118980"/>
                  <a:pt x="554494" y="121428"/>
                </a:cubicBezTo>
                <a:cubicBezTo>
                  <a:pt x="549625" y="123877"/>
                  <a:pt x="544716" y="125101"/>
                  <a:pt x="539764" y="125101"/>
                </a:cubicBezTo>
                <a:cubicBezTo>
                  <a:pt x="529697" y="125101"/>
                  <a:pt x="521074" y="121043"/>
                  <a:pt x="513894" y="112929"/>
                </a:cubicBezTo>
                <a:cubicBezTo>
                  <a:pt x="506715" y="104814"/>
                  <a:pt x="503125" y="93495"/>
                  <a:pt x="503125" y="78972"/>
                </a:cubicBezTo>
                <a:cubicBezTo>
                  <a:pt x="503125" y="64118"/>
                  <a:pt x="506619" y="52827"/>
                  <a:pt x="513605" y="45097"/>
                </a:cubicBezTo>
                <a:cubicBezTo>
                  <a:pt x="520592" y="37368"/>
                  <a:pt x="529422" y="33503"/>
                  <a:pt x="540094" y="33503"/>
                </a:cubicBezTo>
                <a:cubicBezTo>
                  <a:pt x="549887" y="33503"/>
                  <a:pt x="558359" y="37574"/>
                  <a:pt x="565511" y="45716"/>
                </a:cubicBezTo>
                <a:lnTo>
                  <a:pt x="565511" y="2146"/>
                </a:lnTo>
                <a:lnTo>
                  <a:pt x="588699" y="2146"/>
                </a:lnTo>
                <a:lnTo>
                  <a:pt x="588699" y="123120"/>
                </a:lnTo>
                <a:moveTo>
                  <a:pt x="526809" y="77448"/>
                </a:moveTo>
                <a:cubicBezTo>
                  <a:pt x="526809" y="86786"/>
                  <a:pt x="528101" y="93543"/>
                  <a:pt x="530687" y="97717"/>
                </a:cubicBezTo>
                <a:cubicBezTo>
                  <a:pt x="534428" y="103760"/>
                  <a:pt x="539654" y="106781"/>
                  <a:pt x="546366" y="106781"/>
                </a:cubicBezTo>
                <a:cubicBezTo>
                  <a:pt x="551702" y="106781"/>
                  <a:pt x="556241" y="104515"/>
                  <a:pt x="559982" y="99983"/>
                </a:cubicBezTo>
                <a:cubicBezTo>
                  <a:pt x="563723" y="95452"/>
                  <a:pt x="565593" y="88682"/>
                  <a:pt x="565593" y="79673"/>
                </a:cubicBezTo>
                <a:cubicBezTo>
                  <a:pt x="565593" y="69620"/>
                  <a:pt x="563778" y="62382"/>
                  <a:pt x="560147" y="57960"/>
                </a:cubicBezTo>
                <a:cubicBezTo>
                  <a:pt x="556516" y="53538"/>
                  <a:pt x="551867" y="51328"/>
                  <a:pt x="546201" y="51328"/>
                </a:cubicBezTo>
                <a:cubicBezTo>
                  <a:pt x="540700" y="51328"/>
                  <a:pt x="536092" y="53511"/>
                  <a:pt x="532379" y="57878"/>
                </a:cubicBezTo>
                <a:cubicBezTo>
                  <a:pt x="528665" y="62244"/>
                  <a:pt x="526809" y="68768"/>
                  <a:pt x="526809" y="77448"/>
                </a:cubicBezTo>
                <a:close/>
                <a:moveTo>
                  <a:pt x="628886" y="62550"/>
                </a:moveTo>
                <a:lnTo>
                  <a:pt x="607843" y="58754"/>
                </a:lnTo>
                <a:cubicBezTo>
                  <a:pt x="610209" y="50171"/>
                  <a:pt x="614280" y="43816"/>
                  <a:pt x="620056" y="39692"/>
                </a:cubicBezTo>
                <a:cubicBezTo>
                  <a:pt x="625832" y="35566"/>
                  <a:pt x="634415" y="33503"/>
                  <a:pt x="645802" y="33503"/>
                </a:cubicBezTo>
                <a:cubicBezTo>
                  <a:pt x="656145" y="33503"/>
                  <a:pt x="663847" y="34727"/>
                  <a:pt x="668908" y="37175"/>
                </a:cubicBezTo>
                <a:cubicBezTo>
                  <a:pt x="673969" y="39623"/>
                  <a:pt x="677531" y="42732"/>
                  <a:pt x="679594" y="46500"/>
                </a:cubicBezTo>
                <a:cubicBezTo>
                  <a:pt x="681657" y="50269"/>
                  <a:pt x="682689" y="57186"/>
                  <a:pt x="682689" y="67254"/>
                </a:cubicBezTo>
                <a:lnTo>
                  <a:pt x="682441" y="94321"/>
                </a:lnTo>
                <a:cubicBezTo>
                  <a:pt x="682441" y="102022"/>
                  <a:pt x="682813" y="107703"/>
                  <a:pt x="683555" y="111361"/>
                </a:cubicBezTo>
                <a:cubicBezTo>
                  <a:pt x="684298" y="115019"/>
                  <a:pt x="685687" y="118939"/>
                  <a:pt x="687723" y="123120"/>
                </a:cubicBezTo>
                <a:lnTo>
                  <a:pt x="664782" y="123120"/>
                </a:lnTo>
                <a:cubicBezTo>
                  <a:pt x="664177" y="121580"/>
                  <a:pt x="663434" y="119297"/>
                  <a:pt x="662554" y="116271"/>
                </a:cubicBezTo>
                <a:cubicBezTo>
                  <a:pt x="662169" y="114896"/>
                  <a:pt x="661894" y="113988"/>
                  <a:pt x="661729" y="113548"/>
                </a:cubicBezTo>
                <a:cubicBezTo>
                  <a:pt x="657768" y="117399"/>
                  <a:pt x="653532" y="120287"/>
                  <a:pt x="649021" y="122212"/>
                </a:cubicBezTo>
                <a:cubicBezTo>
                  <a:pt x="644510" y="124138"/>
                  <a:pt x="639696" y="125101"/>
                  <a:pt x="634580" y="125101"/>
                </a:cubicBezTo>
                <a:cubicBezTo>
                  <a:pt x="625557" y="125101"/>
                  <a:pt x="618447" y="122663"/>
                  <a:pt x="613248" y="117787"/>
                </a:cubicBezTo>
                <a:cubicBezTo>
                  <a:pt x="608049" y="112912"/>
                  <a:pt x="605450" y="106748"/>
                  <a:pt x="605450" y="99298"/>
                </a:cubicBezTo>
                <a:cubicBezTo>
                  <a:pt x="605450" y="94367"/>
                  <a:pt x="606633" y="89971"/>
                  <a:pt x="608998" y="86110"/>
                </a:cubicBezTo>
                <a:cubicBezTo>
                  <a:pt x="611364" y="82247"/>
                  <a:pt x="614679" y="79288"/>
                  <a:pt x="618942" y="77234"/>
                </a:cubicBezTo>
                <a:cubicBezTo>
                  <a:pt x="623206" y="75179"/>
                  <a:pt x="629353" y="73385"/>
                  <a:pt x="637385" y="71852"/>
                </a:cubicBezTo>
                <a:cubicBezTo>
                  <a:pt x="648223" y="69825"/>
                  <a:pt x="655732" y="67935"/>
                  <a:pt x="659913" y="66181"/>
                </a:cubicBezTo>
                <a:lnTo>
                  <a:pt x="659913" y="63845"/>
                </a:lnTo>
                <a:cubicBezTo>
                  <a:pt x="659913" y="59339"/>
                  <a:pt x="658813" y="56127"/>
                  <a:pt x="656612" y="54208"/>
                </a:cubicBezTo>
                <a:cubicBezTo>
                  <a:pt x="654412" y="52288"/>
                  <a:pt x="650258" y="51328"/>
                  <a:pt x="644152" y="51328"/>
                </a:cubicBezTo>
                <a:cubicBezTo>
                  <a:pt x="640026" y="51328"/>
                  <a:pt x="636808" y="52158"/>
                  <a:pt x="634497" y="53819"/>
                </a:cubicBezTo>
                <a:cubicBezTo>
                  <a:pt x="632187" y="55478"/>
                  <a:pt x="630316" y="58388"/>
                  <a:pt x="628886" y="62550"/>
                </a:cubicBezTo>
                <a:moveTo>
                  <a:pt x="659913" y="81365"/>
                </a:moveTo>
                <a:cubicBezTo>
                  <a:pt x="656943" y="82343"/>
                  <a:pt x="652239" y="83512"/>
                  <a:pt x="645802" y="84872"/>
                </a:cubicBezTo>
                <a:cubicBezTo>
                  <a:pt x="639366" y="86230"/>
                  <a:pt x="635157" y="87562"/>
                  <a:pt x="633177" y="88866"/>
                </a:cubicBezTo>
                <a:cubicBezTo>
                  <a:pt x="630151" y="90986"/>
                  <a:pt x="628638" y="93677"/>
                  <a:pt x="628638" y="96938"/>
                </a:cubicBezTo>
                <a:cubicBezTo>
                  <a:pt x="628638" y="100146"/>
                  <a:pt x="629848" y="102919"/>
                  <a:pt x="632269" y="105257"/>
                </a:cubicBezTo>
                <a:cubicBezTo>
                  <a:pt x="634690" y="107593"/>
                  <a:pt x="637770" y="108762"/>
                  <a:pt x="641511" y="108762"/>
                </a:cubicBezTo>
                <a:cubicBezTo>
                  <a:pt x="645692" y="108762"/>
                  <a:pt x="649681" y="107403"/>
                  <a:pt x="653477" y="104685"/>
                </a:cubicBezTo>
                <a:cubicBezTo>
                  <a:pt x="656282" y="102620"/>
                  <a:pt x="658125" y="100092"/>
                  <a:pt x="659006" y="97100"/>
                </a:cubicBezTo>
                <a:cubicBezTo>
                  <a:pt x="659611" y="95144"/>
                  <a:pt x="659913" y="91421"/>
                  <a:pt x="659913" y="85932"/>
                </a:cubicBezTo>
                <a:lnTo>
                  <a:pt x="659913" y="81365"/>
                </a:lnTo>
                <a:close/>
                <a:moveTo>
                  <a:pt x="694572" y="35484"/>
                </a:moveTo>
                <a:lnTo>
                  <a:pt x="719246" y="35484"/>
                </a:lnTo>
                <a:lnTo>
                  <a:pt x="740206" y="97763"/>
                </a:lnTo>
                <a:lnTo>
                  <a:pt x="760671" y="35484"/>
                </a:lnTo>
                <a:lnTo>
                  <a:pt x="784684" y="35484"/>
                </a:lnTo>
                <a:lnTo>
                  <a:pt x="753739" y="119848"/>
                </a:lnTo>
                <a:lnTo>
                  <a:pt x="748210" y="135168"/>
                </a:lnTo>
                <a:cubicBezTo>
                  <a:pt x="746175" y="140284"/>
                  <a:pt x="744236" y="144190"/>
                  <a:pt x="742393" y="146886"/>
                </a:cubicBezTo>
                <a:cubicBezTo>
                  <a:pt x="740550" y="149582"/>
                  <a:pt x="738432" y="151768"/>
                  <a:pt x="736039" y="153446"/>
                </a:cubicBezTo>
                <a:cubicBezTo>
                  <a:pt x="733645" y="155124"/>
                  <a:pt x="730702" y="156431"/>
                  <a:pt x="727209" y="157366"/>
                </a:cubicBezTo>
                <a:cubicBezTo>
                  <a:pt x="723716" y="158301"/>
                  <a:pt x="719768" y="158769"/>
                  <a:pt x="715367" y="158769"/>
                </a:cubicBezTo>
                <a:cubicBezTo>
                  <a:pt x="710911" y="158769"/>
                  <a:pt x="706538" y="158301"/>
                  <a:pt x="702247" y="157366"/>
                </a:cubicBezTo>
                <a:lnTo>
                  <a:pt x="700184" y="139212"/>
                </a:lnTo>
                <a:cubicBezTo>
                  <a:pt x="703814" y="139927"/>
                  <a:pt x="707088" y="140284"/>
                  <a:pt x="710003" y="140284"/>
                </a:cubicBezTo>
                <a:cubicBezTo>
                  <a:pt x="715395" y="140284"/>
                  <a:pt x="719383" y="138703"/>
                  <a:pt x="721969" y="135539"/>
                </a:cubicBezTo>
                <a:cubicBezTo>
                  <a:pt x="724555" y="132376"/>
                  <a:pt x="726535" y="128346"/>
                  <a:pt x="727910" y="123450"/>
                </a:cubicBezTo>
                <a:lnTo>
                  <a:pt x="694572" y="35484"/>
                </a:lnTo>
                <a:close/>
                <a:moveTo>
                  <a:pt x="791368" y="98199"/>
                </a:moveTo>
                <a:lnTo>
                  <a:pt x="814639" y="94568"/>
                </a:lnTo>
                <a:cubicBezTo>
                  <a:pt x="815629" y="99052"/>
                  <a:pt x="817637" y="102456"/>
                  <a:pt x="820663" y="104780"/>
                </a:cubicBezTo>
                <a:cubicBezTo>
                  <a:pt x="823688" y="107104"/>
                  <a:pt x="827924" y="108266"/>
                  <a:pt x="833371" y="108266"/>
                </a:cubicBezTo>
                <a:cubicBezTo>
                  <a:pt x="839367" y="108266"/>
                  <a:pt x="843878" y="107168"/>
                  <a:pt x="846904" y="104971"/>
                </a:cubicBezTo>
                <a:cubicBezTo>
                  <a:pt x="848939" y="103432"/>
                  <a:pt x="849957" y="101372"/>
                  <a:pt x="849957" y="98790"/>
                </a:cubicBezTo>
                <a:cubicBezTo>
                  <a:pt x="849957" y="97031"/>
                  <a:pt x="849407" y="95575"/>
                  <a:pt x="848307" y="94421"/>
                </a:cubicBezTo>
                <a:cubicBezTo>
                  <a:pt x="847152" y="93323"/>
                  <a:pt x="844566" y="92307"/>
                  <a:pt x="840550" y="91373"/>
                </a:cubicBezTo>
                <a:cubicBezTo>
                  <a:pt x="821845" y="87254"/>
                  <a:pt x="809990" y="83491"/>
                  <a:pt x="804984" y="80083"/>
                </a:cubicBezTo>
                <a:cubicBezTo>
                  <a:pt x="798052" y="75356"/>
                  <a:pt x="794586" y="68787"/>
                  <a:pt x="794586" y="60379"/>
                </a:cubicBezTo>
                <a:cubicBezTo>
                  <a:pt x="794586" y="52794"/>
                  <a:pt x="797584" y="46418"/>
                  <a:pt x="803581" y="41252"/>
                </a:cubicBezTo>
                <a:cubicBezTo>
                  <a:pt x="809577" y="36086"/>
                  <a:pt x="818875" y="33503"/>
                  <a:pt x="831473" y="33503"/>
                </a:cubicBezTo>
                <a:cubicBezTo>
                  <a:pt x="843466" y="33503"/>
                  <a:pt x="852378" y="35449"/>
                  <a:pt x="858209" y="39341"/>
                </a:cubicBezTo>
                <a:cubicBezTo>
                  <a:pt x="864041" y="43234"/>
                  <a:pt x="868057" y="48989"/>
                  <a:pt x="870257" y="56609"/>
                </a:cubicBezTo>
                <a:lnTo>
                  <a:pt x="848389" y="60735"/>
                </a:lnTo>
                <a:cubicBezTo>
                  <a:pt x="847454" y="57324"/>
                  <a:pt x="845680" y="54711"/>
                  <a:pt x="843067" y="52895"/>
                </a:cubicBezTo>
                <a:cubicBezTo>
                  <a:pt x="840454" y="51080"/>
                  <a:pt x="836727" y="50172"/>
                  <a:pt x="831885" y="50172"/>
                </a:cubicBezTo>
                <a:cubicBezTo>
                  <a:pt x="825779" y="50172"/>
                  <a:pt x="821405" y="51024"/>
                  <a:pt x="818765" y="52728"/>
                </a:cubicBezTo>
                <a:cubicBezTo>
                  <a:pt x="817004" y="53935"/>
                  <a:pt x="816124" y="55500"/>
                  <a:pt x="816124" y="57424"/>
                </a:cubicBezTo>
                <a:cubicBezTo>
                  <a:pt x="816124" y="59071"/>
                  <a:pt x="816894" y="60471"/>
                  <a:pt x="818435" y="61625"/>
                </a:cubicBezTo>
                <a:cubicBezTo>
                  <a:pt x="820525" y="63163"/>
                  <a:pt x="827746" y="65334"/>
                  <a:pt x="840096" y="68136"/>
                </a:cubicBezTo>
                <a:cubicBezTo>
                  <a:pt x="852447" y="70938"/>
                  <a:pt x="861070" y="74376"/>
                  <a:pt x="865966" y="78448"/>
                </a:cubicBezTo>
                <a:cubicBezTo>
                  <a:pt x="870807" y="82578"/>
                  <a:pt x="873228" y="88330"/>
                  <a:pt x="873228" y="95705"/>
                </a:cubicBezTo>
                <a:cubicBezTo>
                  <a:pt x="873228" y="103742"/>
                  <a:pt x="869872" y="110651"/>
                  <a:pt x="863160" y="116431"/>
                </a:cubicBezTo>
                <a:cubicBezTo>
                  <a:pt x="856449" y="122211"/>
                  <a:pt x="846519" y="125101"/>
                  <a:pt x="833371" y="125101"/>
                </a:cubicBezTo>
                <a:cubicBezTo>
                  <a:pt x="821433" y="125101"/>
                  <a:pt x="811984" y="122688"/>
                  <a:pt x="805025" y="117862"/>
                </a:cubicBezTo>
                <a:cubicBezTo>
                  <a:pt x="798066" y="113035"/>
                  <a:pt x="793513" y="106480"/>
                  <a:pt x="791368" y="98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A127E-3627-4BE6-8414-46FD0FF9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692" y="2226464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000000">
              <a:alpha val="64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1">
            <a:extLst xmlns:a="http://schemas.openxmlformats.org/drawingml/2006/main">
              <a:ext uri="{FF2B5EF4-FFF2-40B4-BE49-F238E27FC236}">
                <a16:creationId xmlns:a16="http://schemas.microsoft.com/office/drawing/2014/main" id="{257DE2EA-BD2C-4C56-82D6-63D9199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160" y="2215268"/>
            <a:ext cx="44561" cy="121470"/>
          </a:xfrm>
          <a:custGeom xmlns:a="http://schemas.openxmlformats.org/drawingml/2006/main">
            <a:pathLst>
              <a:path w="44561" h="121470">
                <a:moveTo>
                  <a:pt x="44561" y="121470"/>
                </a:moveTo>
                <a:lnTo>
                  <a:pt x="29707" y="121470"/>
                </a:lnTo>
                <a:lnTo>
                  <a:pt x="29707" y="26819"/>
                </a:lnTo>
                <a:cubicBezTo>
                  <a:pt x="26131" y="30230"/>
                  <a:pt x="21441" y="33641"/>
                  <a:pt x="15638" y="37052"/>
                </a:cubicBezTo>
                <a:cubicBezTo>
                  <a:pt x="9834" y="40462"/>
                  <a:pt x="4621" y="43021"/>
                  <a:pt x="0" y="44726"/>
                </a:cubicBezTo>
                <a:lnTo>
                  <a:pt x="0" y="30367"/>
                </a:lnTo>
                <a:cubicBezTo>
                  <a:pt x="8307" y="26461"/>
                  <a:pt x="15569" y="21730"/>
                  <a:pt x="21785" y="16174"/>
                </a:cubicBezTo>
                <a:cubicBezTo>
                  <a:pt x="28002" y="10618"/>
                  <a:pt x="32403" y="5226"/>
                  <a:pt x="34989" y="0"/>
                </a:cubicBezTo>
                <a:lnTo>
                  <a:pt x="44561" y="0"/>
                </a:lnTo>
                <a:lnTo>
                  <a:pt x="44561" y="1214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A8F19-9074-416C-8B13-D8DC78E0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090" y="2392071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000000">
              <a:alpha val="64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10">
            <a:extLst xmlns:a="http://schemas.openxmlformats.org/drawingml/2006/main">
              <a:ext uri="{FF2B5EF4-FFF2-40B4-BE49-F238E27FC236}">
                <a16:creationId xmlns:a16="http://schemas.microsoft.com/office/drawing/2014/main" id="{BB0B860F-B5B0-4C48-8220-02D941E1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160" y="2419478"/>
            <a:ext cx="161492" cy="123450"/>
          </a:xfrm>
          <a:custGeom xmlns:a="http://schemas.openxmlformats.org/drawingml/2006/main">
            <a:pathLst>
              <a:path w="161492" h="123450">
                <a:moveTo>
                  <a:pt x="44561" y="121470"/>
                </a:moveTo>
                <a:lnTo>
                  <a:pt x="29707" y="121470"/>
                </a:lnTo>
                <a:lnTo>
                  <a:pt x="29707" y="26819"/>
                </a:lnTo>
                <a:cubicBezTo>
                  <a:pt x="26131" y="30230"/>
                  <a:pt x="21441" y="33641"/>
                  <a:pt x="15638" y="37052"/>
                </a:cubicBezTo>
                <a:cubicBezTo>
                  <a:pt x="9834" y="40462"/>
                  <a:pt x="4621" y="43021"/>
                  <a:pt x="0" y="44726"/>
                </a:cubicBezTo>
                <a:lnTo>
                  <a:pt x="0" y="30367"/>
                </a:lnTo>
                <a:cubicBezTo>
                  <a:pt x="8307" y="26461"/>
                  <a:pt x="15569" y="21730"/>
                  <a:pt x="21785" y="16174"/>
                </a:cubicBezTo>
                <a:cubicBezTo>
                  <a:pt x="28002" y="10618"/>
                  <a:pt x="32403" y="5226"/>
                  <a:pt x="34989" y="0"/>
                </a:cubicBezTo>
                <a:lnTo>
                  <a:pt x="44561" y="0"/>
                </a:lnTo>
                <a:lnTo>
                  <a:pt x="44561" y="121470"/>
                </a:lnTo>
                <a:close/>
                <a:moveTo>
                  <a:pt x="82603" y="61766"/>
                </a:moveTo>
                <a:cubicBezTo>
                  <a:pt x="82603" y="47473"/>
                  <a:pt x="84074" y="35969"/>
                  <a:pt x="87018" y="27255"/>
                </a:cubicBezTo>
                <a:cubicBezTo>
                  <a:pt x="89961" y="18540"/>
                  <a:pt x="94334" y="11819"/>
                  <a:pt x="100138" y="7092"/>
                </a:cubicBezTo>
                <a:cubicBezTo>
                  <a:pt x="105942" y="2364"/>
                  <a:pt x="113245" y="0"/>
                  <a:pt x="122047" y="0"/>
                </a:cubicBezTo>
                <a:cubicBezTo>
                  <a:pt x="128539" y="0"/>
                  <a:pt x="134233" y="1306"/>
                  <a:pt x="139129" y="3917"/>
                </a:cubicBezTo>
                <a:cubicBezTo>
                  <a:pt x="144025" y="6529"/>
                  <a:pt x="148069" y="10294"/>
                  <a:pt x="151260" y="15215"/>
                </a:cubicBezTo>
                <a:cubicBezTo>
                  <a:pt x="154450" y="20135"/>
                  <a:pt x="156953" y="26128"/>
                  <a:pt x="158769" y="33194"/>
                </a:cubicBezTo>
                <a:cubicBezTo>
                  <a:pt x="160584" y="40258"/>
                  <a:pt x="161492" y="49782"/>
                  <a:pt x="161492" y="61766"/>
                </a:cubicBezTo>
                <a:cubicBezTo>
                  <a:pt x="161492" y="75949"/>
                  <a:pt x="160034" y="87398"/>
                  <a:pt x="157119" y="96113"/>
                </a:cubicBezTo>
                <a:cubicBezTo>
                  <a:pt x="154203" y="104827"/>
                  <a:pt x="149843" y="111562"/>
                  <a:pt x="144039" y="116317"/>
                </a:cubicBezTo>
                <a:cubicBezTo>
                  <a:pt x="138235" y="121073"/>
                  <a:pt x="130905" y="123450"/>
                  <a:pt x="122047" y="123450"/>
                </a:cubicBezTo>
                <a:cubicBezTo>
                  <a:pt x="110385" y="123450"/>
                  <a:pt x="101225" y="119272"/>
                  <a:pt x="94568" y="110915"/>
                </a:cubicBezTo>
                <a:cubicBezTo>
                  <a:pt x="86591" y="100854"/>
                  <a:pt x="82603" y="84471"/>
                  <a:pt x="82603" y="61766"/>
                </a:cubicBezTo>
                <a:moveTo>
                  <a:pt x="97869" y="61725"/>
                </a:moveTo>
                <a:cubicBezTo>
                  <a:pt x="97869" y="81518"/>
                  <a:pt x="100193" y="94691"/>
                  <a:pt x="104842" y="101245"/>
                </a:cubicBezTo>
                <a:cubicBezTo>
                  <a:pt x="109491" y="107796"/>
                  <a:pt x="115226" y="111072"/>
                  <a:pt x="122047" y="111072"/>
                </a:cubicBezTo>
                <a:cubicBezTo>
                  <a:pt x="128869" y="111072"/>
                  <a:pt x="134604" y="107783"/>
                  <a:pt x="139253" y="101203"/>
                </a:cubicBezTo>
                <a:cubicBezTo>
                  <a:pt x="143902" y="94624"/>
                  <a:pt x="146226" y="81465"/>
                  <a:pt x="146226" y="61725"/>
                </a:cubicBezTo>
                <a:cubicBezTo>
                  <a:pt x="146226" y="41877"/>
                  <a:pt x="143902" y="28691"/>
                  <a:pt x="139253" y="22167"/>
                </a:cubicBezTo>
                <a:cubicBezTo>
                  <a:pt x="134604" y="15641"/>
                  <a:pt x="128814" y="12378"/>
                  <a:pt x="121882" y="12378"/>
                </a:cubicBezTo>
                <a:cubicBezTo>
                  <a:pt x="115061" y="12378"/>
                  <a:pt x="109614" y="15257"/>
                  <a:pt x="105543" y="21014"/>
                </a:cubicBezTo>
                <a:cubicBezTo>
                  <a:pt x="100427" y="28362"/>
                  <a:pt x="97869" y="41932"/>
                  <a:pt x="97869" y="61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98544-D637-4C0B-9CAD-C2D67B13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725" y="2618209"/>
            <a:ext cx="253896" cy="253896"/>
          </a:xfrm>
          <a:custGeom xmlns:a="http://schemas.openxmlformats.org/drawingml/2006/main">
            <a:pathLst>
              <a:path w="253896" h="253896">
                <a:moveTo>
                  <a:pt x="253896" y="126948"/>
                </a:moveTo>
                <a:cubicBezTo>
                  <a:pt x="253896" y="197060"/>
                  <a:pt x="197060" y="253896"/>
                  <a:pt x="126948" y="253896"/>
                </a:cubicBezTo>
                <a:cubicBezTo>
                  <a:pt x="56837" y="253896"/>
                  <a:pt x="0" y="197060"/>
                  <a:pt x="0" y="126948"/>
                </a:cubicBezTo>
                <a:cubicBezTo>
                  <a:pt x="0" y="56837"/>
                  <a:pt x="56837" y="0"/>
                  <a:pt x="126948" y="0"/>
                </a:cubicBezTo>
                <a:cubicBezTo>
                  <a:pt x="197060" y="0"/>
                  <a:pt x="253896" y="56837"/>
                  <a:pt x="253896" y="126948"/>
                </a:cubicBezTo>
              </a:path>
            </a:pathLst>
          </a:custGeom>
          <a:solidFill xmlns:a="http://schemas.openxmlformats.org/drawingml/2006/main">
            <a:srgbClr val="000000">
              <a:alpha val="64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20">
            <a:extLst xmlns:a="http://schemas.openxmlformats.org/drawingml/2006/main">
              <a:ext uri="{FF2B5EF4-FFF2-40B4-BE49-F238E27FC236}">
                <a16:creationId xmlns:a16="http://schemas.microsoft.com/office/drawing/2014/main" id="{CD43935C-0C64-4731-BCE7-2A6F7EFE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764" y="2672980"/>
            <a:ext cx="174888" cy="123450"/>
          </a:xfrm>
          <a:custGeom xmlns:a="http://schemas.openxmlformats.org/drawingml/2006/main">
            <a:pathLst>
              <a:path w="174888" h="123450">
                <a:moveTo>
                  <a:pt x="80072" y="107194"/>
                </a:moveTo>
                <a:lnTo>
                  <a:pt x="80072" y="121470"/>
                </a:lnTo>
                <a:lnTo>
                  <a:pt x="110" y="121470"/>
                </a:lnTo>
                <a:cubicBezTo>
                  <a:pt x="0" y="117896"/>
                  <a:pt x="578" y="114459"/>
                  <a:pt x="1843" y="111160"/>
                </a:cubicBezTo>
                <a:cubicBezTo>
                  <a:pt x="3878" y="105717"/>
                  <a:pt x="7138" y="100357"/>
                  <a:pt x="11622" y="95079"/>
                </a:cubicBezTo>
                <a:cubicBezTo>
                  <a:pt x="16105" y="89801"/>
                  <a:pt x="22583" y="83698"/>
                  <a:pt x="31055" y="76770"/>
                </a:cubicBezTo>
                <a:cubicBezTo>
                  <a:pt x="44203" y="65997"/>
                  <a:pt x="53088" y="57464"/>
                  <a:pt x="57709" y="51170"/>
                </a:cubicBezTo>
                <a:cubicBezTo>
                  <a:pt x="62330" y="44876"/>
                  <a:pt x="64641" y="38926"/>
                  <a:pt x="64641" y="33320"/>
                </a:cubicBezTo>
                <a:cubicBezTo>
                  <a:pt x="64641" y="27439"/>
                  <a:pt x="62537" y="22478"/>
                  <a:pt x="58328" y="18438"/>
                </a:cubicBezTo>
                <a:cubicBezTo>
                  <a:pt x="54119" y="14398"/>
                  <a:pt x="48632" y="12378"/>
                  <a:pt x="41865" y="12378"/>
                </a:cubicBezTo>
                <a:cubicBezTo>
                  <a:pt x="34713" y="12378"/>
                  <a:pt x="28992" y="14524"/>
                  <a:pt x="24701" y="18815"/>
                </a:cubicBezTo>
                <a:cubicBezTo>
                  <a:pt x="20410" y="23106"/>
                  <a:pt x="18237" y="29047"/>
                  <a:pt x="18182" y="36639"/>
                </a:cubicBezTo>
                <a:lnTo>
                  <a:pt x="2916" y="35068"/>
                </a:lnTo>
                <a:cubicBezTo>
                  <a:pt x="3961" y="23655"/>
                  <a:pt x="7894" y="14957"/>
                  <a:pt x="14716" y="8974"/>
                </a:cubicBezTo>
                <a:cubicBezTo>
                  <a:pt x="21538" y="2991"/>
                  <a:pt x="30697" y="0"/>
                  <a:pt x="42195" y="0"/>
                </a:cubicBezTo>
                <a:cubicBezTo>
                  <a:pt x="53803" y="0"/>
                  <a:pt x="62990" y="3219"/>
                  <a:pt x="69757" y="9657"/>
                </a:cubicBezTo>
                <a:cubicBezTo>
                  <a:pt x="76524" y="16096"/>
                  <a:pt x="79907" y="24075"/>
                  <a:pt x="79907" y="33596"/>
                </a:cubicBezTo>
                <a:cubicBezTo>
                  <a:pt x="79907" y="38439"/>
                  <a:pt x="78917" y="43199"/>
                  <a:pt x="76936" y="47877"/>
                </a:cubicBezTo>
                <a:cubicBezTo>
                  <a:pt x="74956" y="52555"/>
                  <a:pt x="71669" y="57480"/>
                  <a:pt x="67075" y="62653"/>
                </a:cubicBezTo>
                <a:cubicBezTo>
                  <a:pt x="62482" y="67825"/>
                  <a:pt x="54848" y="74923"/>
                  <a:pt x="44176" y="83949"/>
                </a:cubicBezTo>
                <a:cubicBezTo>
                  <a:pt x="35264" y="91422"/>
                  <a:pt x="29542" y="96492"/>
                  <a:pt x="27012" y="99158"/>
                </a:cubicBezTo>
                <a:cubicBezTo>
                  <a:pt x="24481" y="101823"/>
                  <a:pt x="22390" y="104501"/>
                  <a:pt x="20740" y="107194"/>
                </a:cubicBezTo>
                <a:lnTo>
                  <a:pt x="80072" y="107194"/>
                </a:lnTo>
                <a:close/>
                <a:moveTo>
                  <a:pt x="95999" y="61766"/>
                </a:moveTo>
                <a:cubicBezTo>
                  <a:pt x="95999" y="47473"/>
                  <a:pt x="97470" y="35969"/>
                  <a:pt x="100413" y="27255"/>
                </a:cubicBezTo>
                <a:cubicBezTo>
                  <a:pt x="103357" y="18540"/>
                  <a:pt x="107730" y="11819"/>
                  <a:pt x="113534" y="7092"/>
                </a:cubicBezTo>
                <a:cubicBezTo>
                  <a:pt x="119338" y="2364"/>
                  <a:pt x="126641" y="0"/>
                  <a:pt x="135443" y="0"/>
                </a:cubicBezTo>
                <a:cubicBezTo>
                  <a:pt x="141935" y="0"/>
                  <a:pt x="147629" y="1306"/>
                  <a:pt x="152525" y="3917"/>
                </a:cubicBezTo>
                <a:cubicBezTo>
                  <a:pt x="157421" y="6529"/>
                  <a:pt x="161465" y="10294"/>
                  <a:pt x="164655" y="15215"/>
                </a:cubicBezTo>
                <a:cubicBezTo>
                  <a:pt x="167846" y="20135"/>
                  <a:pt x="170349" y="26128"/>
                  <a:pt x="172165" y="33194"/>
                </a:cubicBezTo>
                <a:cubicBezTo>
                  <a:pt x="173980" y="40258"/>
                  <a:pt x="174888" y="49782"/>
                  <a:pt x="174888" y="61766"/>
                </a:cubicBezTo>
                <a:cubicBezTo>
                  <a:pt x="174888" y="75949"/>
                  <a:pt x="173430" y="87398"/>
                  <a:pt x="170514" y="96113"/>
                </a:cubicBezTo>
                <a:cubicBezTo>
                  <a:pt x="167599" y="104827"/>
                  <a:pt x="163239" y="111562"/>
                  <a:pt x="157435" y="116317"/>
                </a:cubicBezTo>
                <a:cubicBezTo>
                  <a:pt x="151631" y="121073"/>
                  <a:pt x="144300" y="123450"/>
                  <a:pt x="135443" y="123450"/>
                </a:cubicBezTo>
                <a:cubicBezTo>
                  <a:pt x="123780" y="123450"/>
                  <a:pt x="114621" y="119272"/>
                  <a:pt x="107964" y="110915"/>
                </a:cubicBezTo>
                <a:cubicBezTo>
                  <a:pt x="99987" y="100854"/>
                  <a:pt x="95999" y="84471"/>
                  <a:pt x="95999" y="61766"/>
                </a:cubicBezTo>
                <a:moveTo>
                  <a:pt x="111265" y="61725"/>
                </a:moveTo>
                <a:cubicBezTo>
                  <a:pt x="111265" y="81518"/>
                  <a:pt x="113589" y="94691"/>
                  <a:pt x="118238" y="101245"/>
                </a:cubicBezTo>
                <a:cubicBezTo>
                  <a:pt x="122886" y="107796"/>
                  <a:pt x="128622" y="111072"/>
                  <a:pt x="135443" y="111072"/>
                </a:cubicBezTo>
                <a:cubicBezTo>
                  <a:pt x="142265" y="111072"/>
                  <a:pt x="148000" y="107783"/>
                  <a:pt x="152649" y="101203"/>
                </a:cubicBezTo>
                <a:cubicBezTo>
                  <a:pt x="157297" y="94624"/>
                  <a:pt x="159622" y="81465"/>
                  <a:pt x="159622" y="61725"/>
                </a:cubicBezTo>
                <a:cubicBezTo>
                  <a:pt x="159622" y="41877"/>
                  <a:pt x="157297" y="28691"/>
                  <a:pt x="152649" y="22167"/>
                </a:cubicBezTo>
                <a:cubicBezTo>
                  <a:pt x="148000" y="15641"/>
                  <a:pt x="142210" y="12378"/>
                  <a:pt x="135278" y="12378"/>
                </a:cubicBezTo>
                <a:cubicBezTo>
                  <a:pt x="128457" y="12378"/>
                  <a:pt x="123010" y="15257"/>
                  <a:pt x="118939" y="21014"/>
                </a:cubicBezTo>
                <a:cubicBezTo>
                  <a:pt x="113823" y="28362"/>
                  <a:pt x="111265" y="41932"/>
                  <a:pt x="111265" y="61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47C07-7035-4410-A9CD-7960E492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298" y="2898575"/>
            <a:ext cx="298752" cy="298752"/>
          </a:xfrm>
          <a:custGeom xmlns:a="http://schemas.openxmlformats.org/drawingml/2006/main">
            <a:pathLst>
              <a:path w="298752" h="298752">
                <a:moveTo>
                  <a:pt x="298752" y="149376"/>
                </a:moveTo>
                <a:cubicBezTo>
                  <a:pt x="298752" y="231874"/>
                  <a:pt x="231874" y="298752"/>
                  <a:pt x="149376" y="298752"/>
                </a:cubicBezTo>
                <a:cubicBezTo>
                  <a:pt x="66878" y="298752"/>
                  <a:pt x="0" y="231874"/>
                  <a:pt x="0" y="149376"/>
                </a:cubicBezTo>
                <a:cubicBezTo>
                  <a:pt x="0" y="66878"/>
                  <a:pt x="66878" y="0"/>
                  <a:pt x="149376" y="0"/>
                </a:cubicBezTo>
                <a:cubicBezTo>
                  <a:pt x="231874" y="0"/>
                  <a:pt x="298752" y="66878"/>
                  <a:pt x="298752" y="149376"/>
                </a:cubicBezTo>
              </a:path>
            </a:pathLst>
          </a:custGeom>
          <a:solidFill xmlns:a="http://schemas.openxmlformats.org/drawingml/2006/main">
            <a:srgbClr val="000000">
              <a:alpha val="64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30">
            <a:extLst xmlns:a="http://schemas.openxmlformats.org/drawingml/2006/main">
              <a:ext uri="{FF2B5EF4-FFF2-40B4-BE49-F238E27FC236}">
                <a16:creationId xmlns:a16="http://schemas.microsoft.com/office/drawing/2014/main" id="{2172918A-69B1-4336-B177-8D8FD3D0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55" y="2975774"/>
            <a:ext cx="172797" cy="123450"/>
          </a:xfrm>
          <a:custGeom xmlns:a="http://schemas.openxmlformats.org/drawingml/2006/main">
            <a:pathLst>
              <a:path w="172797" h="123450">
                <a:moveTo>
                  <a:pt x="0" y="89287"/>
                </a:moveTo>
                <a:lnTo>
                  <a:pt x="14854" y="87306"/>
                </a:lnTo>
                <a:cubicBezTo>
                  <a:pt x="16559" y="95723"/>
                  <a:pt x="19461" y="101789"/>
                  <a:pt x="23560" y="105502"/>
                </a:cubicBezTo>
                <a:cubicBezTo>
                  <a:pt x="27658" y="109215"/>
                  <a:pt x="32650" y="111072"/>
                  <a:pt x="38537" y="111072"/>
                </a:cubicBezTo>
                <a:cubicBezTo>
                  <a:pt x="45524" y="111072"/>
                  <a:pt x="51424" y="108656"/>
                  <a:pt x="56237" y="103823"/>
                </a:cubicBezTo>
                <a:cubicBezTo>
                  <a:pt x="61051" y="98991"/>
                  <a:pt x="63458" y="93005"/>
                  <a:pt x="63458" y="85865"/>
                </a:cubicBezTo>
                <a:cubicBezTo>
                  <a:pt x="63458" y="79053"/>
                  <a:pt x="61230" y="73438"/>
                  <a:pt x="56774" y="69018"/>
                </a:cubicBezTo>
                <a:cubicBezTo>
                  <a:pt x="52318" y="64596"/>
                  <a:pt x="46651" y="62385"/>
                  <a:pt x="39775" y="62385"/>
                </a:cubicBezTo>
                <a:cubicBezTo>
                  <a:pt x="36969" y="62385"/>
                  <a:pt x="33476" y="62935"/>
                  <a:pt x="29295" y="64036"/>
                </a:cubicBezTo>
                <a:lnTo>
                  <a:pt x="30945" y="50997"/>
                </a:lnTo>
                <a:cubicBezTo>
                  <a:pt x="31935" y="51107"/>
                  <a:pt x="32733" y="51162"/>
                  <a:pt x="33338" y="51162"/>
                </a:cubicBezTo>
                <a:cubicBezTo>
                  <a:pt x="39665" y="51162"/>
                  <a:pt x="45359" y="49526"/>
                  <a:pt x="50420" y="46253"/>
                </a:cubicBezTo>
                <a:cubicBezTo>
                  <a:pt x="55481" y="42979"/>
                  <a:pt x="58012" y="37933"/>
                  <a:pt x="58012" y="31115"/>
                </a:cubicBezTo>
                <a:cubicBezTo>
                  <a:pt x="58012" y="25715"/>
                  <a:pt x="56169" y="21243"/>
                  <a:pt x="52483" y="17698"/>
                </a:cubicBezTo>
                <a:cubicBezTo>
                  <a:pt x="48797" y="14151"/>
                  <a:pt x="44038" y="12378"/>
                  <a:pt x="38207" y="12378"/>
                </a:cubicBezTo>
                <a:cubicBezTo>
                  <a:pt x="32430" y="12378"/>
                  <a:pt x="27617" y="14193"/>
                  <a:pt x="23766" y="17824"/>
                </a:cubicBezTo>
                <a:cubicBezTo>
                  <a:pt x="19915" y="21455"/>
                  <a:pt x="17439" y="26902"/>
                  <a:pt x="16339" y="34163"/>
                </a:cubicBezTo>
                <a:lnTo>
                  <a:pt x="1485" y="31523"/>
                </a:lnTo>
                <a:cubicBezTo>
                  <a:pt x="3301" y="21514"/>
                  <a:pt x="7427" y="13758"/>
                  <a:pt x="13863" y="8255"/>
                </a:cubicBezTo>
                <a:cubicBezTo>
                  <a:pt x="20300" y="2752"/>
                  <a:pt x="28304" y="0"/>
                  <a:pt x="37877" y="0"/>
                </a:cubicBezTo>
                <a:cubicBezTo>
                  <a:pt x="44478" y="0"/>
                  <a:pt x="50557" y="1412"/>
                  <a:pt x="56114" y="4237"/>
                </a:cubicBezTo>
                <a:cubicBezTo>
                  <a:pt x="61670" y="7061"/>
                  <a:pt x="65920" y="10915"/>
                  <a:pt x="68863" y="15797"/>
                </a:cubicBezTo>
                <a:cubicBezTo>
                  <a:pt x="71806" y="20678"/>
                  <a:pt x="73278" y="25861"/>
                  <a:pt x="73278" y="31347"/>
                </a:cubicBezTo>
                <a:cubicBezTo>
                  <a:pt x="73278" y="36558"/>
                  <a:pt x="71875" y="41303"/>
                  <a:pt x="69069" y="45582"/>
                </a:cubicBezTo>
                <a:cubicBezTo>
                  <a:pt x="66264" y="49859"/>
                  <a:pt x="62110" y="53260"/>
                  <a:pt x="56609" y="55784"/>
                </a:cubicBezTo>
                <a:cubicBezTo>
                  <a:pt x="63761" y="57434"/>
                  <a:pt x="69317" y="60859"/>
                  <a:pt x="73278" y="66057"/>
                </a:cubicBezTo>
                <a:cubicBezTo>
                  <a:pt x="77239" y="71256"/>
                  <a:pt x="79219" y="77761"/>
                  <a:pt x="79219" y="85573"/>
                </a:cubicBezTo>
                <a:cubicBezTo>
                  <a:pt x="79219" y="96136"/>
                  <a:pt x="75368" y="105089"/>
                  <a:pt x="67667" y="112434"/>
                </a:cubicBezTo>
                <a:cubicBezTo>
                  <a:pt x="59965" y="119778"/>
                  <a:pt x="50227" y="123450"/>
                  <a:pt x="38454" y="123450"/>
                </a:cubicBezTo>
                <a:cubicBezTo>
                  <a:pt x="27837" y="123450"/>
                  <a:pt x="19021" y="120279"/>
                  <a:pt x="12007" y="113937"/>
                </a:cubicBezTo>
                <a:cubicBezTo>
                  <a:pt x="4992" y="107595"/>
                  <a:pt x="990" y="99378"/>
                  <a:pt x="0" y="89287"/>
                </a:cubicBezTo>
                <a:close/>
                <a:moveTo>
                  <a:pt x="93908" y="61766"/>
                </a:moveTo>
                <a:cubicBezTo>
                  <a:pt x="93908" y="47473"/>
                  <a:pt x="95380" y="35969"/>
                  <a:pt x="98323" y="27255"/>
                </a:cubicBezTo>
                <a:cubicBezTo>
                  <a:pt x="101266" y="18540"/>
                  <a:pt x="105640" y="11819"/>
                  <a:pt x="111444" y="7092"/>
                </a:cubicBezTo>
                <a:cubicBezTo>
                  <a:pt x="117248" y="2364"/>
                  <a:pt x="124551" y="0"/>
                  <a:pt x="133353" y="0"/>
                </a:cubicBezTo>
                <a:cubicBezTo>
                  <a:pt x="139844" y="0"/>
                  <a:pt x="145538" y="1306"/>
                  <a:pt x="150434" y="3917"/>
                </a:cubicBezTo>
                <a:cubicBezTo>
                  <a:pt x="155331" y="6529"/>
                  <a:pt x="159374" y="10294"/>
                  <a:pt x="162565" y="15215"/>
                </a:cubicBezTo>
                <a:cubicBezTo>
                  <a:pt x="165756" y="20135"/>
                  <a:pt x="168259" y="26128"/>
                  <a:pt x="170074" y="33194"/>
                </a:cubicBezTo>
                <a:cubicBezTo>
                  <a:pt x="171890" y="40258"/>
                  <a:pt x="172797" y="49782"/>
                  <a:pt x="172797" y="61766"/>
                </a:cubicBezTo>
                <a:cubicBezTo>
                  <a:pt x="172797" y="75949"/>
                  <a:pt x="171340" y="87398"/>
                  <a:pt x="168424" y="96113"/>
                </a:cubicBezTo>
                <a:cubicBezTo>
                  <a:pt x="165508" y="104827"/>
                  <a:pt x="161148" y="111562"/>
                  <a:pt x="155344" y="116317"/>
                </a:cubicBezTo>
                <a:cubicBezTo>
                  <a:pt x="149540" y="121073"/>
                  <a:pt x="142210" y="123450"/>
                  <a:pt x="133353" y="123450"/>
                </a:cubicBezTo>
                <a:cubicBezTo>
                  <a:pt x="121690" y="123450"/>
                  <a:pt x="112530" y="119272"/>
                  <a:pt x="105874" y="110915"/>
                </a:cubicBezTo>
                <a:cubicBezTo>
                  <a:pt x="97897" y="100854"/>
                  <a:pt x="93908" y="84471"/>
                  <a:pt x="93908" y="61766"/>
                </a:cubicBezTo>
                <a:moveTo>
                  <a:pt x="109174" y="61725"/>
                </a:moveTo>
                <a:cubicBezTo>
                  <a:pt x="109174" y="81518"/>
                  <a:pt x="111499" y="94691"/>
                  <a:pt x="116147" y="101245"/>
                </a:cubicBezTo>
                <a:cubicBezTo>
                  <a:pt x="120796" y="107796"/>
                  <a:pt x="126531" y="111072"/>
                  <a:pt x="133353" y="111072"/>
                </a:cubicBezTo>
                <a:cubicBezTo>
                  <a:pt x="140174" y="111072"/>
                  <a:pt x="145910" y="107783"/>
                  <a:pt x="150558" y="101203"/>
                </a:cubicBezTo>
                <a:cubicBezTo>
                  <a:pt x="155207" y="94624"/>
                  <a:pt x="157531" y="81465"/>
                  <a:pt x="157531" y="61725"/>
                </a:cubicBezTo>
                <a:cubicBezTo>
                  <a:pt x="157531" y="41877"/>
                  <a:pt x="155207" y="28691"/>
                  <a:pt x="150558" y="22167"/>
                </a:cubicBezTo>
                <a:cubicBezTo>
                  <a:pt x="145910" y="15641"/>
                  <a:pt x="140119" y="12378"/>
                  <a:pt x="133188" y="12378"/>
                </a:cubicBezTo>
                <a:cubicBezTo>
                  <a:pt x="126366" y="12378"/>
                  <a:pt x="120920" y="15257"/>
                  <a:pt x="116849" y="21014"/>
                </a:cubicBezTo>
                <a:cubicBezTo>
                  <a:pt x="111732" y="28362"/>
                  <a:pt x="109174" y="41932"/>
                  <a:pt x="109174" y="61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#ofattacks">
            <a:extLst xmlns:a="http://schemas.openxmlformats.org/drawingml/2006/main">
              <a:ext uri="{FF2B5EF4-FFF2-40B4-BE49-F238E27FC236}">
                <a16:creationId xmlns:a16="http://schemas.microsoft.com/office/drawing/2014/main" id="{7304EB79-2311-4AA0-A9F6-B6DF981E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241" y="2009408"/>
            <a:ext cx="920265" cy="125266"/>
          </a:xfrm>
          <a:custGeom xmlns:a="http://schemas.openxmlformats.org/drawingml/2006/main">
            <a:pathLst>
              <a:path w="920265" h="125266">
                <a:moveTo>
                  <a:pt x="11179" y="93248"/>
                </a:moveTo>
                <a:lnTo>
                  <a:pt x="0" y="93248"/>
                </a:lnTo>
                <a:lnTo>
                  <a:pt x="0" y="74928"/>
                </a:lnTo>
                <a:lnTo>
                  <a:pt x="14885" y="74928"/>
                </a:lnTo>
                <a:lnTo>
                  <a:pt x="19823" y="50502"/>
                </a:lnTo>
                <a:lnTo>
                  <a:pt x="0" y="50502"/>
                </a:lnTo>
                <a:lnTo>
                  <a:pt x="0" y="32183"/>
                </a:lnTo>
                <a:lnTo>
                  <a:pt x="23529" y="32183"/>
                </a:lnTo>
                <a:lnTo>
                  <a:pt x="30037" y="0"/>
                </a:lnTo>
                <a:lnTo>
                  <a:pt x="48522" y="0"/>
                </a:lnTo>
                <a:lnTo>
                  <a:pt x="42054" y="32183"/>
                </a:lnTo>
                <a:lnTo>
                  <a:pt x="60235" y="32183"/>
                </a:lnTo>
                <a:lnTo>
                  <a:pt x="66594" y="0"/>
                </a:lnTo>
                <a:lnTo>
                  <a:pt x="85738" y="0"/>
                </a:lnTo>
                <a:lnTo>
                  <a:pt x="79188" y="32183"/>
                </a:lnTo>
                <a:lnTo>
                  <a:pt x="90525" y="32183"/>
                </a:lnTo>
                <a:lnTo>
                  <a:pt x="90525" y="50502"/>
                </a:lnTo>
                <a:lnTo>
                  <a:pt x="75460" y="50502"/>
                </a:lnTo>
                <a:lnTo>
                  <a:pt x="70485" y="74928"/>
                </a:lnTo>
                <a:lnTo>
                  <a:pt x="90525" y="74928"/>
                </a:lnTo>
                <a:lnTo>
                  <a:pt x="90525" y="93248"/>
                </a:lnTo>
                <a:lnTo>
                  <a:pt x="66756" y="93248"/>
                </a:lnTo>
                <a:lnTo>
                  <a:pt x="60240" y="125266"/>
                </a:lnTo>
                <a:lnTo>
                  <a:pt x="41838" y="125266"/>
                </a:lnTo>
                <a:lnTo>
                  <a:pt x="48166" y="93248"/>
                </a:lnTo>
                <a:lnTo>
                  <a:pt x="29787" y="93248"/>
                </a:lnTo>
                <a:lnTo>
                  <a:pt x="23353" y="125266"/>
                </a:lnTo>
                <a:lnTo>
                  <a:pt x="4704" y="125266"/>
                </a:lnTo>
                <a:lnTo>
                  <a:pt x="11179" y="93248"/>
                </a:lnTo>
                <a:moveTo>
                  <a:pt x="38374" y="50502"/>
                </a:moveTo>
                <a:lnTo>
                  <a:pt x="33467" y="74928"/>
                </a:lnTo>
                <a:lnTo>
                  <a:pt x="51787" y="74928"/>
                </a:lnTo>
                <a:lnTo>
                  <a:pt x="56614" y="50502"/>
                </a:lnTo>
                <a:lnTo>
                  <a:pt x="38374" y="50502"/>
                </a:lnTo>
                <a:close/>
                <a:moveTo>
                  <a:pt x="146225" y="78064"/>
                </a:moveTo>
                <a:cubicBezTo>
                  <a:pt x="146225" y="70362"/>
                  <a:pt x="148123" y="62908"/>
                  <a:pt x="151919" y="55701"/>
                </a:cubicBezTo>
                <a:cubicBezTo>
                  <a:pt x="155715" y="48494"/>
                  <a:pt x="161093" y="42993"/>
                  <a:pt x="168052" y="39197"/>
                </a:cubicBezTo>
                <a:cubicBezTo>
                  <a:pt x="175011" y="35401"/>
                  <a:pt x="182782" y="33503"/>
                  <a:pt x="191364" y="33503"/>
                </a:cubicBezTo>
                <a:cubicBezTo>
                  <a:pt x="204622" y="33503"/>
                  <a:pt x="215487" y="37808"/>
                  <a:pt x="223959" y="46418"/>
                </a:cubicBezTo>
                <a:cubicBezTo>
                  <a:pt x="232432" y="55027"/>
                  <a:pt x="236668" y="65906"/>
                  <a:pt x="236668" y="79054"/>
                </a:cubicBezTo>
                <a:cubicBezTo>
                  <a:pt x="236668" y="92313"/>
                  <a:pt x="232390" y="103301"/>
                  <a:pt x="223836" y="112021"/>
                </a:cubicBezTo>
                <a:cubicBezTo>
                  <a:pt x="215281" y="120741"/>
                  <a:pt x="204512" y="125101"/>
                  <a:pt x="191529" y="125101"/>
                </a:cubicBezTo>
                <a:cubicBezTo>
                  <a:pt x="183497" y="125101"/>
                  <a:pt x="175836" y="123285"/>
                  <a:pt x="168547" y="119654"/>
                </a:cubicBezTo>
                <a:cubicBezTo>
                  <a:pt x="161258" y="116023"/>
                  <a:pt x="155715" y="110701"/>
                  <a:pt x="151919" y="103687"/>
                </a:cubicBezTo>
                <a:cubicBezTo>
                  <a:pt x="148123" y="96672"/>
                  <a:pt x="146225" y="88132"/>
                  <a:pt x="146225" y="78064"/>
                </a:cubicBezTo>
                <a:moveTo>
                  <a:pt x="169991" y="79302"/>
                </a:moveTo>
                <a:cubicBezTo>
                  <a:pt x="169991" y="87966"/>
                  <a:pt x="172054" y="94602"/>
                  <a:pt x="176180" y="99210"/>
                </a:cubicBezTo>
                <a:cubicBezTo>
                  <a:pt x="180306" y="103817"/>
                  <a:pt x="185395" y="106121"/>
                  <a:pt x="191447" y="106121"/>
                </a:cubicBezTo>
                <a:cubicBezTo>
                  <a:pt x="197498" y="106121"/>
                  <a:pt x="202573" y="103817"/>
                  <a:pt x="206671" y="99210"/>
                </a:cubicBezTo>
                <a:cubicBezTo>
                  <a:pt x="210770" y="94602"/>
                  <a:pt x="212819" y="87911"/>
                  <a:pt x="212819" y="79137"/>
                </a:cubicBezTo>
                <a:cubicBezTo>
                  <a:pt x="212819" y="70582"/>
                  <a:pt x="210770" y="64001"/>
                  <a:pt x="206671" y="59394"/>
                </a:cubicBezTo>
                <a:cubicBezTo>
                  <a:pt x="202573" y="54787"/>
                  <a:pt x="197498" y="52483"/>
                  <a:pt x="191447" y="52483"/>
                </a:cubicBezTo>
                <a:cubicBezTo>
                  <a:pt x="185395" y="52483"/>
                  <a:pt x="180306" y="54787"/>
                  <a:pt x="176180" y="59394"/>
                </a:cubicBezTo>
                <a:cubicBezTo>
                  <a:pt x="172054" y="64001"/>
                  <a:pt x="169991" y="70637"/>
                  <a:pt x="169991" y="79302"/>
                </a:cubicBezTo>
                <a:close/>
                <a:moveTo>
                  <a:pt x="244672" y="35484"/>
                </a:moveTo>
                <a:lnTo>
                  <a:pt x="257545" y="35484"/>
                </a:lnTo>
                <a:lnTo>
                  <a:pt x="257545" y="28867"/>
                </a:lnTo>
                <a:cubicBezTo>
                  <a:pt x="257545" y="21478"/>
                  <a:pt x="258329" y="15963"/>
                  <a:pt x="259897" y="12324"/>
                </a:cubicBezTo>
                <a:cubicBezTo>
                  <a:pt x="261465" y="8684"/>
                  <a:pt x="264353" y="5721"/>
                  <a:pt x="268562" y="3432"/>
                </a:cubicBezTo>
                <a:cubicBezTo>
                  <a:pt x="272770" y="1144"/>
                  <a:pt x="278093" y="0"/>
                  <a:pt x="284529" y="0"/>
                </a:cubicBezTo>
                <a:cubicBezTo>
                  <a:pt x="291131" y="0"/>
                  <a:pt x="297595" y="990"/>
                  <a:pt x="303922" y="2971"/>
                </a:cubicBezTo>
                <a:lnTo>
                  <a:pt x="300786" y="19145"/>
                </a:lnTo>
                <a:cubicBezTo>
                  <a:pt x="297100" y="18264"/>
                  <a:pt x="293552" y="17824"/>
                  <a:pt x="290141" y="17824"/>
                </a:cubicBezTo>
                <a:cubicBezTo>
                  <a:pt x="286785" y="17824"/>
                  <a:pt x="284378" y="18613"/>
                  <a:pt x="282920" y="20189"/>
                </a:cubicBezTo>
                <a:cubicBezTo>
                  <a:pt x="281462" y="21764"/>
                  <a:pt x="280734" y="24790"/>
                  <a:pt x="280734" y="29266"/>
                </a:cubicBezTo>
                <a:lnTo>
                  <a:pt x="280734" y="35484"/>
                </a:lnTo>
                <a:lnTo>
                  <a:pt x="298063" y="35484"/>
                </a:lnTo>
                <a:lnTo>
                  <a:pt x="298063" y="53803"/>
                </a:lnTo>
                <a:lnTo>
                  <a:pt x="280734" y="53803"/>
                </a:lnTo>
                <a:lnTo>
                  <a:pt x="280734" y="123120"/>
                </a:lnTo>
                <a:lnTo>
                  <a:pt x="257545" y="123120"/>
                </a:lnTo>
                <a:lnTo>
                  <a:pt x="257545" y="53803"/>
                </a:lnTo>
                <a:lnTo>
                  <a:pt x="244672" y="53803"/>
                </a:lnTo>
                <a:lnTo>
                  <a:pt x="244672" y="35484"/>
                </a:lnTo>
                <a:close/>
                <a:moveTo>
                  <a:pt x="375384" y="62550"/>
                </a:moveTo>
                <a:lnTo>
                  <a:pt x="354341" y="58754"/>
                </a:lnTo>
                <a:cubicBezTo>
                  <a:pt x="356707" y="50171"/>
                  <a:pt x="360778" y="43816"/>
                  <a:pt x="366554" y="39692"/>
                </a:cubicBezTo>
                <a:cubicBezTo>
                  <a:pt x="372331" y="35566"/>
                  <a:pt x="380913" y="33503"/>
                  <a:pt x="392301" y="33503"/>
                </a:cubicBezTo>
                <a:cubicBezTo>
                  <a:pt x="402643" y="33503"/>
                  <a:pt x="410345" y="34727"/>
                  <a:pt x="415406" y="37175"/>
                </a:cubicBezTo>
                <a:cubicBezTo>
                  <a:pt x="420468" y="39623"/>
                  <a:pt x="424030" y="42732"/>
                  <a:pt x="426093" y="46500"/>
                </a:cubicBezTo>
                <a:cubicBezTo>
                  <a:pt x="428156" y="50269"/>
                  <a:pt x="429187" y="57186"/>
                  <a:pt x="429187" y="67254"/>
                </a:cubicBezTo>
                <a:lnTo>
                  <a:pt x="428940" y="94321"/>
                </a:lnTo>
                <a:cubicBezTo>
                  <a:pt x="428940" y="102022"/>
                  <a:pt x="429311" y="107703"/>
                  <a:pt x="430054" y="111361"/>
                </a:cubicBezTo>
                <a:cubicBezTo>
                  <a:pt x="430796" y="115019"/>
                  <a:pt x="432185" y="118939"/>
                  <a:pt x="434221" y="123120"/>
                </a:cubicBezTo>
                <a:lnTo>
                  <a:pt x="411280" y="123120"/>
                </a:lnTo>
                <a:cubicBezTo>
                  <a:pt x="410675" y="121580"/>
                  <a:pt x="409932" y="119297"/>
                  <a:pt x="409052" y="116271"/>
                </a:cubicBezTo>
                <a:cubicBezTo>
                  <a:pt x="408667" y="114896"/>
                  <a:pt x="408392" y="113988"/>
                  <a:pt x="408227" y="113548"/>
                </a:cubicBezTo>
                <a:cubicBezTo>
                  <a:pt x="404266" y="117399"/>
                  <a:pt x="400030" y="120287"/>
                  <a:pt x="395519" y="122212"/>
                </a:cubicBezTo>
                <a:cubicBezTo>
                  <a:pt x="391008" y="124138"/>
                  <a:pt x="386194" y="125101"/>
                  <a:pt x="381078" y="125101"/>
                </a:cubicBezTo>
                <a:cubicBezTo>
                  <a:pt x="372056" y="125101"/>
                  <a:pt x="364945" y="122663"/>
                  <a:pt x="359746" y="117787"/>
                </a:cubicBezTo>
                <a:cubicBezTo>
                  <a:pt x="354548" y="112912"/>
                  <a:pt x="351948" y="106748"/>
                  <a:pt x="351948" y="99298"/>
                </a:cubicBezTo>
                <a:cubicBezTo>
                  <a:pt x="351948" y="94367"/>
                  <a:pt x="353131" y="89971"/>
                  <a:pt x="355497" y="86110"/>
                </a:cubicBezTo>
                <a:cubicBezTo>
                  <a:pt x="357862" y="82247"/>
                  <a:pt x="361177" y="79288"/>
                  <a:pt x="365440" y="77234"/>
                </a:cubicBezTo>
                <a:cubicBezTo>
                  <a:pt x="369704" y="75179"/>
                  <a:pt x="375852" y="73385"/>
                  <a:pt x="383884" y="71852"/>
                </a:cubicBezTo>
                <a:cubicBezTo>
                  <a:pt x="394721" y="69825"/>
                  <a:pt x="402231" y="67935"/>
                  <a:pt x="406412" y="66181"/>
                </a:cubicBezTo>
                <a:lnTo>
                  <a:pt x="406412" y="63845"/>
                </a:lnTo>
                <a:cubicBezTo>
                  <a:pt x="406412" y="59339"/>
                  <a:pt x="405311" y="56127"/>
                  <a:pt x="403111" y="54208"/>
                </a:cubicBezTo>
                <a:cubicBezTo>
                  <a:pt x="400910" y="52288"/>
                  <a:pt x="396757" y="51328"/>
                  <a:pt x="390650" y="51328"/>
                </a:cubicBezTo>
                <a:cubicBezTo>
                  <a:pt x="386524" y="51328"/>
                  <a:pt x="383306" y="52158"/>
                  <a:pt x="380995" y="53819"/>
                </a:cubicBezTo>
                <a:cubicBezTo>
                  <a:pt x="378685" y="55478"/>
                  <a:pt x="376814" y="58388"/>
                  <a:pt x="375384" y="62550"/>
                </a:cubicBezTo>
                <a:moveTo>
                  <a:pt x="406412" y="81365"/>
                </a:moveTo>
                <a:cubicBezTo>
                  <a:pt x="403441" y="82343"/>
                  <a:pt x="398737" y="83512"/>
                  <a:pt x="392301" y="84872"/>
                </a:cubicBezTo>
                <a:cubicBezTo>
                  <a:pt x="385864" y="86230"/>
                  <a:pt x="381656" y="87562"/>
                  <a:pt x="379675" y="88866"/>
                </a:cubicBezTo>
                <a:cubicBezTo>
                  <a:pt x="376649" y="90986"/>
                  <a:pt x="375136" y="93677"/>
                  <a:pt x="375136" y="96938"/>
                </a:cubicBezTo>
                <a:cubicBezTo>
                  <a:pt x="375136" y="100146"/>
                  <a:pt x="376347" y="102919"/>
                  <a:pt x="378767" y="105257"/>
                </a:cubicBezTo>
                <a:cubicBezTo>
                  <a:pt x="381188" y="107593"/>
                  <a:pt x="384269" y="108762"/>
                  <a:pt x="388010" y="108762"/>
                </a:cubicBezTo>
                <a:cubicBezTo>
                  <a:pt x="392191" y="108762"/>
                  <a:pt x="396179" y="107403"/>
                  <a:pt x="399975" y="104685"/>
                </a:cubicBezTo>
                <a:cubicBezTo>
                  <a:pt x="402781" y="102620"/>
                  <a:pt x="404624" y="100092"/>
                  <a:pt x="405504" y="97100"/>
                </a:cubicBezTo>
                <a:cubicBezTo>
                  <a:pt x="406109" y="95144"/>
                  <a:pt x="406412" y="91421"/>
                  <a:pt x="406412" y="85932"/>
                </a:cubicBezTo>
                <a:lnTo>
                  <a:pt x="406412" y="81365"/>
                </a:lnTo>
                <a:close/>
                <a:moveTo>
                  <a:pt x="492233" y="35484"/>
                </a:moveTo>
                <a:lnTo>
                  <a:pt x="492233" y="53968"/>
                </a:lnTo>
                <a:lnTo>
                  <a:pt x="476389" y="53968"/>
                </a:lnTo>
                <a:lnTo>
                  <a:pt x="476389" y="89230"/>
                </a:lnTo>
                <a:cubicBezTo>
                  <a:pt x="476389" y="96372"/>
                  <a:pt x="476540" y="100533"/>
                  <a:pt x="476843" y="101714"/>
                </a:cubicBezTo>
                <a:cubicBezTo>
                  <a:pt x="477145" y="102893"/>
                  <a:pt x="477833" y="103868"/>
                  <a:pt x="478906" y="104638"/>
                </a:cubicBezTo>
                <a:cubicBezTo>
                  <a:pt x="479978" y="105407"/>
                  <a:pt x="481285" y="105791"/>
                  <a:pt x="482825" y="105791"/>
                </a:cubicBezTo>
                <a:cubicBezTo>
                  <a:pt x="484971" y="105791"/>
                  <a:pt x="488079" y="105048"/>
                  <a:pt x="492150" y="103563"/>
                </a:cubicBezTo>
                <a:lnTo>
                  <a:pt x="494131" y="121619"/>
                </a:lnTo>
                <a:cubicBezTo>
                  <a:pt x="488739" y="123940"/>
                  <a:pt x="482633" y="125101"/>
                  <a:pt x="475811" y="125101"/>
                </a:cubicBezTo>
                <a:cubicBezTo>
                  <a:pt x="471630" y="125101"/>
                  <a:pt x="467862" y="124399"/>
                  <a:pt x="464506" y="122996"/>
                </a:cubicBezTo>
                <a:cubicBezTo>
                  <a:pt x="461150" y="121593"/>
                  <a:pt x="458688" y="119778"/>
                  <a:pt x="457120" y="117550"/>
                </a:cubicBezTo>
                <a:cubicBezTo>
                  <a:pt x="455553" y="115322"/>
                  <a:pt x="454466" y="112310"/>
                  <a:pt x="453861" y="108514"/>
                </a:cubicBezTo>
                <a:cubicBezTo>
                  <a:pt x="453366" y="105818"/>
                  <a:pt x="453118" y="100372"/>
                  <a:pt x="453118" y="92175"/>
                </a:cubicBezTo>
                <a:lnTo>
                  <a:pt x="453118" y="53968"/>
                </a:lnTo>
                <a:lnTo>
                  <a:pt x="442473" y="53968"/>
                </a:lnTo>
                <a:lnTo>
                  <a:pt x="442473" y="35484"/>
                </a:lnTo>
                <a:lnTo>
                  <a:pt x="453118" y="35484"/>
                </a:lnTo>
                <a:lnTo>
                  <a:pt x="453118" y="17989"/>
                </a:lnTo>
                <a:lnTo>
                  <a:pt x="476389" y="4291"/>
                </a:lnTo>
                <a:lnTo>
                  <a:pt x="476389" y="35484"/>
                </a:lnTo>
                <a:lnTo>
                  <a:pt x="492233" y="35484"/>
                </a:lnTo>
                <a:close/>
                <a:moveTo>
                  <a:pt x="548511" y="35484"/>
                </a:moveTo>
                <a:lnTo>
                  <a:pt x="548511" y="53968"/>
                </a:lnTo>
                <a:lnTo>
                  <a:pt x="532668" y="53968"/>
                </a:lnTo>
                <a:lnTo>
                  <a:pt x="532668" y="89230"/>
                </a:lnTo>
                <a:cubicBezTo>
                  <a:pt x="532668" y="96372"/>
                  <a:pt x="532819" y="100533"/>
                  <a:pt x="533121" y="101714"/>
                </a:cubicBezTo>
                <a:cubicBezTo>
                  <a:pt x="533424" y="102893"/>
                  <a:pt x="534112" y="103868"/>
                  <a:pt x="535184" y="104638"/>
                </a:cubicBezTo>
                <a:cubicBezTo>
                  <a:pt x="536257" y="105407"/>
                  <a:pt x="537564" y="105791"/>
                  <a:pt x="539104" y="105791"/>
                </a:cubicBezTo>
                <a:cubicBezTo>
                  <a:pt x="541250" y="105791"/>
                  <a:pt x="544358" y="105048"/>
                  <a:pt x="548429" y="103563"/>
                </a:cubicBezTo>
                <a:lnTo>
                  <a:pt x="550409" y="121619"/>
                </a:lnTo>
                <a:cubicBezTo>
                  <a:pt x="545018" y="123940"/>
                  <a:pt x="538912" y="125101"/>
                  <a:pt x="532090" y="125101"/>
                </a:cubicBezTo>
                <a:cubicBezTo>
                  <a:pt x="527909" y="125101"/>
                  <a:pt x="524141" y="124399"/>
                  <a:pt x="520785" y="122996"/>
                </a:cubicBezTo>
                <a:cubicBezTo>
                  <a:pt x="517429" y="121593"/>
                  <a:pt x="514967" y="119778"/>
                  <a:pt x="513399" y="117550"/>
                </a:cubicBezTo>
                <a:cubicBezTo>
                  <a:pt x="511831" y="115322"/>
                  <a:pt x="510745" y="112310"/>
                  <a:pt x="510140" y="108514"/>
                </a:cubicBezTo>
                <a:cubicBezTo>
                  <a:pt x="509644" y="105818"/>
                  <a:pt x="509397" y="100372"/>
                  <a:pt x="509397" y="92175"/>
                </a:cubicBezTo>
                <a:lnTo>
                  <a:pt x="509397" y="53968"/>
                </a:lnTo>
                <a:lnTo>
                  <a:pt x="498752" y="53968"/>
                </a:lnTo>
                <a:lnTo>
                  <a:pt x="498752" y="35484"/>
                </a:lnTo>
                <a:lnTo>
                  <a:pt x="509397" y="35484"/>
                </a:lnTo>
                <a:lnTo>
                  <a:pt x="509397" y="17989"/>
                </a:lnTo>
                <a:lnTo>
                  <a:pt x="532668" y="4291"/>
                </a:lnTo>
                <a:lnTo>
                  <a:pt x="532668" y="35484"/>
                </a:lnTo>
                <a:lnTo>
                  <a:pt x="548511" y="35484"/>
                </a:lnTo>
                <a:close/>
                <a:moveTo>
                  <a:pt x="581932" y="62550"/>
                </a:moveTo>
                <a:lnTo>
                  <a:pt x="560890" y="58754"/>
                </a:lnTo>
                <a:cubicBezTo>
                  <a:pt x="563255" y="50171"/>
                  <a:pt x="567326" y="43816"/>
                  <a:pt x="573103" y="39692"/>
                </a:cubicBezTo>
                <a:cubicBezTo>
                  <a:pt x="578879" y="35566"/>
                  <a:pt x="587461" y="33503"/>
                  <a:pt x="598849" y="33503"/>
                </a:cubicBezTo>
                <a:cubicBezTo>
                  <a:pt x="609192" y="33503"/>
                  <a:pt x="616893" y="34727"/>
                  <a:pt x="621955" y="37175"/>
                </a:cubicBezTo>
                <a:cubicBezTo>
                  <a:pt x="627016" y="39623"/>
                  <a:pt x="630578" y="42732"/>
                  <a:pt x="632641" y="46500"/>
                </a:cubicBezTo>
                <a:cubicBezTo>
                  <a:pt x="634704" y="50269"/>
                  <a:pt x="635736" y="57186"/>
                  <a:pt x="635736" y="67254"/>
                </a:cubicBezTo>
                <a:lnTo>
                  <a:pt x="635488" y="94321"/>
                </a:lnTo>
                <a:cubicBezTo>
                  <a:pt x="635488" y="102022"/>
                  <a:pt x="635859" y="107703"/>
                  <a:pt x="636602" y="111361"/>
                </a:cubicBezTo>
                <a:cubicBezTo>
                  <a:pt x="637345" y="115019"/>
                  <a:pt x="638734" y="118939"/>
                  <a:pt x="640769" y="123120"/>
                </a:cubicBezTo>
                <a:lnTo>
                  <a:pt x="617829" y="123120"/>
                </a:lnTo>
                <a:cubicBezTo>
                  <a:pt x="617224" y="121580"/>
                  <a:pt x="616481" y="119297"/>
                  <a:pt x="615601" y="116271"/>
                </a:cubicBezTo>
                <a:cubicBezTo>
                  <a:pt x="615216" y="114896"/>
                  <a:pt x="614940" y="113988"/>
                  <a:pt x="614775" y="113548"/>
                </a:cubicBezTo>
                <a:cubicBezTo>
                  <a:pt x="610814" y="117399"/>
                  <a:pt x="606578" y="120287"/>
                  <a:pt x="602067" y="122212"/>
                </a:cubicBezTo>
                <a:cubicBezTo>
                  <a:pt x="597556" y="124138"/>
                  <a:pt x="592743" y="125101"/>
                  <a:pt x="587626" y="125101"/>
                </a:cubicBezTo>
                <a:cubicBezTo>
                  <a:pt x="578604" y="125101"/>
                  <a:pt x="571494" y="122663"/>
                  <a:pt x="566295" y="117787"/>
                </a:cubicBezTo>
                <a:cubicBezTo>
                  <a:pt x="561096" y="112912"/>
                  <a:pt x="558497" y="106748"/>
                  <a:pt x="558497" y="99298"/>
                </a:cubicBezTo>
                <a:cubicBezTo>
                  <a:pt x="558497" y="94367"/>
                  <a:pt x="559679" y="89971"/>
                  <a:pt x="562045" y="86110"/>
                </a:cubicBezTo>
                <a:cubicBezTo>
                  <a:pt x="564411" y="82247"/>
                  <a:pt x="567725" y="79288"/>
                  <a:pt x="571989" y="77234"/>
                </a:cubicBezTo>
                <a:cubicBezTo>
                  <a:pt x="576252" y="75179"/>
                  <a:pt x="582400" y="73385"/>
                  <a:pt x="590432" y="71852"/>
                </a:cubicBezTo>
                <a:cubicBezTo>
                  <a:pt x="601270" y="69825"/>
                  <a:pt x="608779" y="67935"/>
                  <a:pt x="612960" y="66181"/>
                </a:cubicBezTo>
                <a:lnTo>
                  <a:pt x="612960" y="63845"/>
                </a:lnTo>
                <a:cubicBezTo>
                  <a:pt x="612960" y="59339"/>
                  <a:pt x="611860" y="56127"/>
                  <a:pt x="609659" y="54208"/>
                </a:cubicBezTo>
                <a:cubicBezTo>
                  <a:pt x="607459" y="52288"/>
                  <a:pt x="603305" y="51328"/>
                  <a:pt x="597199" y="51328"/>
                </a:cubicBezTo>
                <a:cubicBezTo>
                  <a:pt x="593073" y="51328"/>
                  <a:pt x="589854" y="52158"/>
                  <a:pt x="587544" y="53819"/>
                </a:cubicBezTo>
                <a:cubicBezTo>
                  <a:pt x="585233" y="55478"/>
                  <a:pt x="583363" y="58388"/>
                  <a:pt x="581932" y="62550"/>
                </a:cubicBezTo>
                <a:moveTo>
                  <a:pt x="612960" y="81365"/>
                </a:moveTo>
                <a:cubicBezTo>
                  <a:pt x="609989" y="82343"/>
                  <a:pt x="605286" y="83512"/>
                  <a:pt x="598849" y="84872"/>
                </a:cubicBezTo>
                <a:cubicBezTo>
                  <a:pt x="592412" y="86230"/>
                  <a:pt x="588204" y="87562"/>
                  <a:pt x="586223" y="88866"/>
                </a:cubicBezTo>
                <a:cubicBezTo>
                  <a:pt x="583198" y="90986"/>
                  <a:pt x="581685" y="93677"/>
                  <a:pt x="581685" y="96938"/>
                </a:cubicBezTo>
                <a:cubicBezTo>
                  <a:pt x="581685" y="100146"/>
                  <a:pt x="582895" y="102919"/>
                  <a:pt x="585316" y="105257"/>
                </a:cubicBezTo>
                <a:cubicBezTo>
                  <a:pt x="587736" y="107593"/>
                  <a:pt x="590817" y="108762"/>
                  <a:pt x="594558" y="108762"/>
                </a:cubicBezTo>
                <a:cubicBezTo>
                  <a:pt x="598739" y="108762"/>
                  <a:pt x="602728" y="107403"/>
                  <a:pt x="606523" y="104685"/>
                </a:cubicBezTo>
                <a:cubicBezTo>
                  <a:pt x="609329" y="102620"/>
                  <a:pt x="611172" y="100092"/>
                  <a:pt x="612052" y="97100"/>
                </a:cubicBezTo>
                <a:cubicBezTo>
                  <a:pt x="612657" y="95144"/>
                  <a:pt x="612960" y="91421"/>
                  <a:pt x="612960" y="85932"/>
                </a:cubicBezTo>
                <a:lnTo>
                  <a:pt x="612960" y="81365"/>
                </a:lnTo>
                <a:close/>
                <a:moveTo>
                  <a:pt x="735007" y="61395"/>
                </a:moveTo>
                <a:lnTo>
                  <a:pt x="712149" y="65521"/>
                </a:lnTo>
                <a:cubicBezTo>
                  <a:pt x="711379" y="60982"/>
                  <a:pt x="709632" y="57565"/>
                  <a:pt x="706909" y="55268"/>
                </a:cubicBezTo>
                <a:cubicBezTo>
                  <a:pt x="704186" y="52971"/>
                  <a:pt x="700651" y="51823"/>
                  <a:pt x="696305" y="51823"/>
                </a:cubicBezTo>
                <a:cubicBezTo>
                  <a:pt x="690529" y="51823"/>
                  <a:pt x="685921" y="53811"/>
                  <a:pt x="682483" y="57787"/>
                </a:cubicBezTo>
                <a:cubicBezTo>
                  <a:pt x="679044" y="61764"/>
                  <a:pt x="677325" y="68414"/>
                  <a:pt x="677325" y="77737"/>
                </a:cubicBezTo>
                <a:cubicBezTo>
                  <a:pt x="677325" y="88103"/>
                  <a:pt x="679072" y="95426"/>
                  <a:pt x="682565" y="99705"/>
                </a:cubicBezTo>
                <a:cubicBezTo>
                  <a:pt x="686059" y="103982"/>
                  <a:pt x="690749" y="106121"/>
                  <a:pt x="696635" y="106121"/>
                </a:cubicBezTo>
                <a:cubicBezTo>
                  <a:pt x="701036" y="106121"/>
                  <a:pt x="704639" y="104869"/>
                  <a:pt x="707445" y="102366"/>
                </a:cubicBezTo>
                <a:cubicBezTo>
                  <a:pt x="710251" y="99863"/>
                  <a:pt x="712231" y="95558"/>
                  <a:pt x="713387" y="89452"/>
                </a:cubicBezTo>
                <a:lnTo>
                  <a:pt x="736162" y="93413"/>
                </a:lnTo>
                <a:cubicBezTo>
                  <a:pt x="733797" y="103865"/>
                  <a:pt x="729258" y="111760"/>
                  <a:pt x="722546" y="117096"/>
                </a:cubicBezTo>
                <a:cubicBezTo>
                  <a:pt x="715835" y="122432"/>
                  <a:pt x="706840" y="125101"/>
                  <a:pt x="695562" y="125101"/>
                </a:cubicBezTo>
                <a:cubicBezTo>
                  <a:pt x="682744" y="125101"/>
                  <a:pt x="672525" y="121057"/>
                  <a:pt x="664906" y="112970"/>
                </a:cubicBezTo>
                <a:cubicBezTo>
                  <a:pt x="657287" y="104883"/>
                  <a:pt x="653477" y="93688"/>
                  <a:pt x="653477" y="79384"/>
                </a:cubicBezTo>
                <a:cubicBezTo>
                  <a:pt x="653477" y="64916"/>
                  <a:pt x="657300" y="53652"/>
                  <a:pt x="664947" y="45592"/>
                </a:cubicBezTo>
                <a:cubicBezTo>
                  <a:pt x="672594" y="37533"/>
                  <a:pt x="682937" y="33503"/>
                  <a:pt x="695975" y="33503"/>
                </a:cubicBezTo>
                <a:cubicBezTo>
                  <a:pt x="706647" y="33503"/>
                  <a:pt x="715133" y="35800"/>
                  <a:pt x="721432" y="40394"/>
                </a:cubicBezTo>
                <a:cubicBezTo>
                  <a:pt x="727731" y="44987"/>
                  <a:pt x="732256" y="51988"/>
                  <a:pt x="735007" y="61395"/>
                </a:cubicBezTo>
                <a:close/>
                <a:moveTo>
                  <a:pt x="751759" y="123120"/>
                </a:moveTo>
                <a:lnTo>
                  <a:pt x="751759" y="2146"/>
                </a:lnTo>
                <a:lnTo>
                  <a:pt x="774947" y="2146"/>
                </a:lnTo>
                <a:lnTo>
                  <a:pt x="774947" y="66346"/>
                </a:lnTo>
                <a:lnTo>
                  <a:pt x="802096" y="35484"/>
                </a:lnTo>
                <a:lnTo>
                  <a:pt x="830648" y="35484"/>
                </a:lnTo>
                <a:lnTo>
                  <a:pt x="800693" y="67514"/>
                </a:lnTo>
                <a:lnTo>
                  <a:pt x="832793" y="123120"/>
                </a:lnTo>
                <a:lnTo>
                  <a:pt x="807790" y="123120"/>
                </a:lnTo>
                <a:lnTo>
                  <a:pt x="785757" y="83748"/>
                </a:lnTo>
                <a:lnTo>
                  <a:pt x="774947" y="95063"/>
                </a:lnTo>
                <a:lnTo>
                  <a:pt x="774947" y="123120"/>
                </a:lnTo>
                <a:lnTo>
                  <a:pt x="751759" y="123120"/>
                </a:lnTo>
                <a:close/>
                <a:moveTo>
                  <a:pt x="838405" y="98199"/>
                </a:moveTo>
                <a:lnTo>
                  <a:pt x="861675" y="94568"/>
                </a:lnTo>
                <a:cubicBezTo>
                  <a:pt x="862666" y="99052"/>
                  <a:pt x="864674" y="102456"/>
                  <a:pt x="867699" y="104780"/>
                </a:cubicBezTo>
                <a:cubicBezTo>
                  <a:pt x="870725" y="107104"/>
                  <a:pt x="874961" y="108266"/>
                  <a:pt x="880407" y="108266"/>
                </a:cubicBezTo>
                <a:cubicBezTo>
                  <a:pt x="886404" y="108266"/>
                  <a:pt x="890915" y="107168"/>
                  <a:pt x="893941" y="104971"/>
                </a:cubicBezTo>
                <a:cubicBezTo>
                  <a:pt x="895976" y="103432"/>
                  <a:pt x="896994" y="101372"/>
                  <a:pt x="896994" y="98790"/>
                </a:cubicBezTo>
                <a:cubicBezTo>
                  <a:pt x="896994" y="97031"/>
                  <a:pt x="896444" y="95575"/>
                  <a:pt x="895344" y="94421"/>
                </a:cubicBezTo>
                <a:cubicBezTo>
                  <a:pt x="894188" y="93323"/>
                  <a:pt x="891603" y="92307"/>
                  <a:pt x="887587" y="91373"/>
                </a:cubicBezTo>
                <a:cubicBezTo>
                  <a:pt x="868882" y="87254"/>
                  <a:pt x="857027" y="83491"/>
                  <a:pt x="852020" y="80083"/>
                </a:cubicBezTo>
                <a:cubicBezTo>
                  <a:pt x="845089" y="75356"/>
                  <a:pt x="841623" y="68787"/>
                  <a:pt x="841623" y="60379"/>
                </a:cubicBezTo>
                <a:cubicBezTo>
                  <a:pt x="841623" y="52794"/>
                  <a:pt x="844621" y="46418"/>
                  <a:pt x="850618" y="41252"/>
                </a:cubicBezTo>
                <a:cubicBezTo>
                  <a:pt x="856614" y="36086"/>
                  <a:pt x="865911" y="33503"/>
                  <a:pt x="878509" y="33503"/>
                </a:cubicBezTo>
                <a:cubicBezTo>
                  <a:pt x="890502" y="33503"/>
                  <a:pt x="899415" y="35449"/>
                  <a:pt x="905246" y="39341"/>
                </a:cubicBezTo>
                <a:cubicBezTo>
                  <a:pt x="911077" y="43234"/>
                  <a:pt x="915093" y="48989"/>
                  <a:pt x="917294" y="56609"/>
                </a:cubicBezTo>
                <a:lnTo>
                  <a:pt x="895426" y="60735"/>
                </a:lnTo>
                <a:cubicBezTo>
                  <a:pt x="894491" y="57324"/>
                  <a:pt x="892717" y="54711"/>
                  <a:pt x="890104" y="52895"/>
                </a:cubicBezTo>
                <a:cubicBezTo>
                  <a:pt x="887490" y="51080"/>
                  <a:pt x="883763" y="50172"/>
                  <a:pt x="878922" y="50172"/>
                </a:cubicBezTo>
                <a:cubicBezTo>
                  <a:pt x="872816" y="50172"/>
                  <a:pt x="868442" y="51024"/>
                  <a:pt x="865801" y="52728"/>
                </a:cubicBezTo>
                <a:cubicBezTo>
                  <a:pt x="864041" y="53935"/>
                  <a:pt x="863161" y="55500"/>
                  <a:pt x="863161" y="57424"/>
                </a:cubicBezTo>
                <a:cubicBezTo>
                  <a:pt x="863161" y="59071"/>
                  <a:pt x="863931" y="60471"/>
                  <a:pt x="865471" y="61625"/>
                </a:cubicBezTo>
                <a:cubicBezTo>
                  <a:pt x="867562" y="63163"/>
                  <a:pt x="874782" y="65334"/>
                  <a:pt x="887133" y="68136"/>
                </a:cubicBezTo>
                <a:cubicBezTo>
                  <a:pt x="899483" y="70938"/>
                  <a:pt x="908107" y="74376"/>
                  <a:pt x="913003" y="78448"/>
                </a:cubicBezTo>
                <a:cubicBezTo>
                  <a:pt x="917844" y="82578"/>
                  <a:pt x="920265" y="88330"/>
                  <a:pt x="920265" y="95705"/>
                </a:cubicBezTo>
                <a:cubicBezTo>
                  <a:pt x="920265" y="103742"/>
                  <a:pt x="916909" y="110651"/>
                  <a:pt x="910197" y="116431"/>
                </a:cubicBezTo>
                <a:cubicBezTo>
                  <a:pt x="903486" y="122211"/>
                  <a:pt x="893556" y="125101"/>
                  <a:pt x="880407" y="125101"/>
                </a:cubicBezTo>
                <a:cubicBezTo>
                  <a:pt x="868470" y="125101"/>
                  <a:pt x="859021" y="122688"/>
                  <a:pt x="852062" y="117862"/>
                </a:cubicBezTo>
                <a:cubicBezTo>
                  <a:pt x="845103" y="113035"/>
                  <a:pt x="840550" y="106480"/>
                  <a:pt x="838405" y="98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(a)NumberofAPTattacksagainstthe10mostvictimizedcountries">
            <a:extLst xmlns:a="http://schemas.openxmlformats.org/drawingml/2006/main">
              <a:ext uri="{FF2B5EF4-FFF2-40B4-BE49-F238E27FC236}">
                <a16:creationId xmlns:a16="http://schemas.microsoft.com/office/drawing/2014/main" id="{7656F00C-2EB5-4CCF-8B2B-6E5605B6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4" y="5091915"/>
            <a:ext cx="6762148" cy="218266"/>
          </a:xfrm>
          <a:custGeom xmlns:a="http://schemas.openxmlformats.org/drawingml/2006/main">
            <a:pathLst>
              <a:path w="6762148" h="218266">
                <a:moveTo>
                  <a:pt x="0" y="106358"/>
                </a:moveTo>
                <a:cubicBezTo>
                  <a:pt x="0" y="116606"/>
                  <a:pt x="1114" y="167846"/>
                  <a:pt x="51778" y="212484"/>
                </a:cubicBezTo>
                <a:lnTo>
                  <a:pt x="58474" y="205196"/>
                </a:lnTo>
                <a:cubicBezTo>
                  <a:pt x="51332" y="196999"/>
                  <a:pt x="25664" y="166481"/>
                  <a:pt x="25664" y="106358"/>
                </a:cubicBezTo>
                <a:cubicBezTo>
                  <a:pt x="25664" y="46232"/>
                  <a:pt x="51778" y="15714"/>
                  <a:pt x="58474" y="7746"/>
                </a:cubicBezTo>
                <a:lnTo>
                  <a:pt x="52225" y="0"/>
                </a:lnTo>
                <a:cubicBezTo>
                  <a:pt x="22988" y="25736"/>
                  <a:pt x="0" y="64908"/>
                  <a:pt x="0" y="106358"/>
                </a:cubicBezTo>
                <a:close/>
                <a:moveTo>
                  <a:pt x="125432" y="152789"/>
                </a:moveTo>
                <a:cubicBezTo>
                  <a:pt x="126992" y="162126"/>
                  <a:pt x="133020" y="166223"/>
                  <a:pt x="142838" y="166223"/>
                </a:cubicBezTo>
                <a:cubicBezTo>
                  <a:pt x="155115" y="166223"/>
                  <a:pt x="163820" y="161442"/>
                  <a:pt x="172078" y="153470"/>
                </a:cubicBezTo>
                <a:cubicBezTo>
                  <a:pt x="171632" y="150738"/>
                  <a:pt x="170737" y="148918"/>
                  <a:pt x="168060" y="147093"/>
                </a:cubicBezTo>
                <a:cubicBezTo>
                  <a:pt x="165158" y="149373"/>
                  <a:pt x="162928" y="150283"/>
                  <a:pt x="158688" y="150283"/>
                </a:cubicBezTo>
                <a:cubicBezTo>
                  <a:pt x="153777" y="150283"/>
                  <a:pt x="152438" y="146183"/>
                  <a:pt x="152438" y="135021"/>
                </a:cubicBezTo>
                <a:lnTo>
                  <a:pt x="152885" y="102216"/>
                </a:lnTo>
                <a:cubicBezTo>
                  <a:pt x="152885" y="69411"/>
                  <a:pt x="133020" y="62805"/>
                  <a:pt x="114718" y="62805"/>
                </a:cubicBezTo>
                <a:cubicBezTo>
                  <a:pt x="98426" y="62805"/>
                  <a:pt x="73429" y="72372"/>
                  <a:pt x="73429" y="87409"/>
                </a:cubicBezTo>
                <a:cubicBezTo>
                  <a:pt x="73429" y="93785"/>
                  <a:pt x="76106" y="98796"/>
                  <a:pt x="84810" y="98796"/>
                </a:cubicBezTo>
                <a:cubicBezTo>
                  <a:pt x="92844" y="98796"/>
                  <a:pt x="98647" y="93785"/>
                  <a:pt x="98647" y="88319"/>
                </a:cubicBezTo>
                <a:cubicBezTo>
                  <a:pt x="98647" y="85358"/>
                  <a:pt x="97088" y="81484"/>
                  <a:pt x="97755" y="77612"/>
                </a:cubicBezTo>
                <a:cubicBezTo>
                  <a:pt x="97980" y="75107"/>
                  <a:pt x="99764" y="72372"/>
                  <a:pt x="107131" y="72372"/>
                </a:cubicBezTo>
                <a:cubicBezTo>
                  <a:pt x="116503" y="72372"/>
                  <a:pt x="124315" y="76473"/>
                  <a:pt x="124315" y="105406"/>
                </a:cubicBezTo>
                <a:lnTo>
                  <a:pt x="109361" y="110188"/>
                </a:lnTo>
                <a:cubicBezTo>
                  <a:pt x="85927" y="117704"/>
                  <a:pt x="69410" y="124314"/>
                  <a:pt x="69410" y="142308"/>
                </a:cubicBezTo>
                <a:cubicBezTo>
                  <a:pt x="69410" y="158026"/>
                  <a:pt x="77890" y="166223"/>
                  <a:pt x="97309" y="166223"/>
                </a:cubicBezTo>
                <a:cubicBezTo>
                  <a:pt x="103783" y="166223"/>
                  <a:pt x="116728" y="158936"/>
                  <a:pt x="124090" y="153015"/>
                </a:cubicBezTo>
                <a:lnTo>
                  <a:pt x="125432" y="152789"/>
                </a:lnTo>
                <a:moveTo>
                  <a:pt x="124315" y="114288"/>
                </a:moveTo>
                <a:lnTo>
                  <a:pt x="124315" y="144358"/>
                </a:lnTo>
                <a:cubicBezTo>
                  <a:pt x="118737" y="148914"/>
                  <a:pt x="113155" y="152559"/>
                  <a:pt x="109140" y="152559"/>
                </a:cubicBezTo>
                <a:cubicBezTo>
                  <a:pt x="99540" y="152559"/>
                  <a:pt x="96192" y="145953"/>
                  <a:pt x="96192" y="138892"/>
                </a:cubicBezTo>
                <a:cubicBezTo>
                  <a:pt x="96192" y="130465"/>
                  <a:pt x="96863" y="123400"/>
                  <a:pt x="112709" y="118163"/>
                </a:cubicBezTo>
                <a:lnTo>
                  <a:pt x="124315" y="114288"/>
                </a:lnTo>
                <a:close/>
                <a:moveTo>
                  <a:pt x="234793" y="106796"/>
                </a:moveTo>
                <a:cubicBezTo>
                  <a:pt x="234793" y="96548"/>
                  <a:pt x="233676" y="45305"/>
                  <a:pt x="183014" y="667"/>
                </a:cubicBezTo>
                <a:lnTo>
                  <a:pt x="176319" y="7954"/>
                </a:lnTo>
                <a:cubicBezTo>
                  <a:pt x="183461" y="16156"/>
                  <a:pt x="209125" y="46674"/>
                  <a:pt x="209125" y="106796"/>
                </a:cubicBezTo>
                <a:cubicBezTo>
                  <a:pt x="209125" y="166922"/>
                  <a:pt x="183014" y="197440"/>
                  <a:pt x="176319" y="205408"/>
                </a:cubicBezTo>
                <a:lnTo>
                  <a:pt x="182568" y="213151"/>
                </a:lnTo>
                <a:cubicBezTo>
                  <a:pt x="211805" y="187418"/>
                  <a:pt x="234793" y="148247"/>
                  <a:pt x="234793" y="106796"/>
                </a:cubicBezTo>
                <a:close/>
                <a:moveTo>
                  <a:pt x="437448" y="163989"/>
                </a:moveTo>
                <a:cubicBezTo>
                  <a:pt x="437448" y="163989"/>
                  <a:pt x="436331" y="147816"/>
                  <a:pt x="436331" y="140748"/>
                </a:cubicBezTo>
                <a:lnTo>
                  <a:pt x="436331" y="47306"/>
                </a:lnTo>
                <a:cubicBezTo>
                  <a:pt x="436331" y="27026"/>
                  <a:pt x="440125" y="25886"/>
                  <a:pt x="455750" y="24291"/>
                </a:cubicBezTo>
                <a:cubicBezTo>
                  <a:pt x="457088" y="22925"/>
                  <a:pt x="457088" y="17914"/>
                  <a:pt x="455750" y="16545"/>
                </a:cubicBezTo>
                <a:cubicBezTo>
                  <a:pt x="444811" y="16774"/>
                  <a:pt x="441017" y="17004"/>
                  <a:pt x="431645" y="17004"/>
                </a:cubicBezTo>
                <a:cubicBezTo>
                  <a:pt x="421602" y="17004"/>
                  <a:pt x="416913" y="16774"/>
                  <a:pt x="405756" y="16545"/>
                </a:cubicBezTo>
                <a:cubicBezTo>
                  <a:pt x="404414" y="17914"/>
                  <a:pt x="404414" y="22925"/>
                  <a:pt x="405756" y="24291"/>
                </a:cubicBezTo>
                <a:cubicBezTo>
                  <a:pt x="421377" y="25886"/>
                  <a:pt x="425171" y="26567"/>
                  <a:pt x="425171" y="47306"/>
                </a:cubicBezTo>
                <a:lnTo>
                  <a:pt x="425171" y="111348"/>
                </a:lnTo>
                <a:cubicBezTo>
                  <a:pt x="425171" y="117048"/>
                  <a:pt x="422270" y="115908"/>
                  <a:pt x="419147" y="112033"/>
                </a:cubicBezTo>
                <a:lnTo>
                  <a:pt x="360002" y="40926"/>
                </a:lnTo>
                <a:lnTo>
                  <a:pt x="340137" y="17004"/>
                </a:lnTo>
                <a:lnTo>
                  <a:pt x="303759" y="16545"/>
                </a:lnTo>
                <a:cubicBezTo>
                  <a:pt x="302417" y="17914"/>
                  <a:pt x="302417" y="22925"/>
                  <a:pt x="303759" y="24291"/>
                </a:cubicBezTo>
                <a:cubicBezTo>
                  <a:pt x="313356" y="24972"/>
                  <a:pt x="320051" y="32721"/>
                  <a:pt x="321390" y="38646"/>
                </a:cubicBezTo>
                <a:lnTo>
                  <a:pt x="321390" y="133683"/>
                </a:lnTo>
                <a:cubicBezTo>
                  <a:pt x="321390" y="153967"/>
                  <a:pt x="317596" y="155107"/>
                  <a:pt x="301971" y="156702"/>
                </a:cubicBezTo>
                <a:cubicBezTo>
                  <a:pt x="300633" y="158067"/>
                  <a:pt x="300633" y="163078"/>
                  <a:pt x="301971" y="164444"/>
                </a:cubicBezTo>
                <a:cubicBezTo>
                  <a:pt x="312910" y="164218"/>
                  <a:pt x="317150" y="163989"/>
                  <a:pt x="326968" y="163989"/>
                </a:cubicBezTo>
                <a:cubicBezTo>
                  <a:pt x="336790" y="163989"/>
                  <a:pt x="340808" y="164218"/>
                  <a:pt x="351965" y="164444"/>
                </a:cubicBezTo>
                <a:cubicBezTo>
                  <a:pt x="353307" y="163078"/>
                  <a:pt x="353307" y="158067"/>
                  <a:pt x="351965" y="156702"/>
                </a:cubicBezTo>
                <a:cubicBezTo>
                  <a:pt x="336344" y="155107"/>
                  <a:pt x="332550" y="154422"/>
                  <a:pt x="332550" y="133683"/>
                </a:cubicBezTo>
                <a:lnTo>
                  <a:pt x="332550" y="65995"/>
                </a:lnTo>
                <a:cubicBezTo>
                  <a:pt x="332550" y="63716"/>
                  <a:pt x="332996" y="61439"/>
                  <a:pt x="334334" y="61439"/>
                </a:cubicBezTo>
                <a:cubicBezTo>
                  <a:pt x="335451" y="61439"/>
                  <a:pt x="337236" y="63034"/>
                  <a:pt x="339691" y="65995"/>
                </a:cubicBezTo>
                <a:lnTo>
                  <a:pt x="414461" y="156702"/>
                </a:lnTo>
                <a:cubicBezTo>
                  <a:pt x="418922" y="162342"/>
                  <a:pt x="423387" y="166668"/>
                  <a:pt x="423387" y="166668"/>
                </a:cubicBezTo>
                <a:cubicBezTo>
                  <a:pt x="431199" y="166724"/>
                  <a:pt x="433430" y="166039"/>
                  <a:pt x="437448" y="163989"/>
                </a:cubicBezTo>
                <a:close/>
                <a:moveTo>
                  <a:pt x="575601" y="133690"/>
                </a:moveTo>
                <a:lnTo>
                  <a:pt x="575601" y="94369"/>
                </a:lnTo>
                <a:cubicBezTo>
                  <a:pt x="575601" y="75281"/>
                  <a:pt x="576047" y="78005"/>
                  <a:pt x="576047" y="72553"/>
                </a:cubicBezTo>
                <a:cubicBezTo>
                  <a:pt x="576047" y="68681"/>
                  <a:pt x="575155" y="66176"/>
                  <a:pt x="573817" y="64807"/>
                </a:cubicBezTo>
                <a:cubicBezTo>
                  <a:pt x="569798" y="65036"/>
                  <a:pt x="565334" y="65265"/>
                  <a:pt x="561094" y="65265"/>
                </a:cubicBezTo>
                <a:cubicBezTo>
                  <a:pt x="554844" y="65265"/>
                  <a:pt x="540337" y="65036"/>
                  <a:pt x="531632" y="64807"/>
                </a:cubicBezTo>
                <a:cubicBezTo>
                  <a:pt x="530294" y="66176"/>
                  <a:pt x="530294" y="71187"/>
                  <a:pt x="531632" y="72553"/>
                </a:cubicBezTo>
                <a:cubicBezTo>
                  <a:pt x="543017" y="73689"/>
                  <a:pt x="546586" y="75281"/>
                  <a:pt x="546586" y="94369"/>
                </a:cubicBezTo>
                <a:lnTo>
                  <a:pt x="546586" y="136418"/>
                </a:lnTo>
                <a:cubicBezTo>
                  <a:pt x="546586" y="138690"/>
                  <a:pt x="546586" y="140963"/>
                  <a:pt x="546811" y="143236"/>
                </a:cubicBezTo>
                <a:cubicBezTo>
                  <a:pt x="537660" y="148918"/>
                  <a:pt x="530294" y="149373"/>
                  <a:pt x="526275" y="149373"/>
                </a:cubicBezTo>
                <a:cubicBezTo>
                  <a:pt x="517349" y="149373"/>
                  <a:pt x="510654" y="148236"/>
                  <a:pt x="510654" y="132328"/>
                </a:cubicBezTo>
                <a:lnTo>
                  <a:pt x="510654" y="94369"/>
                </a:lnTo>
                <a:cubicBezTo>
                  <a:pt x="510654" y="75281"/>
                  <a:pt x="511100" y="78005"/>
                  <a:pt x="511100" y="72553"/>
                </a:cubicBezTo>
                <a:cubicBezTo>
                  <a:pt x="511100" y="68681"/>
                  <a:pt x="510207" y="66176"/>
                  <a:pt x="508869" y="64807"/>
                </a:cubicBezTo>
                <a:cubicBezTo>
                  <a:pt x="504850" y="65036"/>
                  <a:pt x="500164" y="65265"/>
                  <a:pt x="496146" y="65265"/>
                </a:cubicBezTo>
                <a:cubicBezTo>
                  <a:pt x="484764" y="65265"/>
                  <a:pt x="476281" y="65036"/>
                  <a:pt x="466684" y="64807"/>
                </a:cubicBezTo>
                <a:cubicBezTo>
                  <a:pt x="465346" y="66176"/>
                  <a:pt x="465346" y="71187"/>
                  <a:pt x="466684" y="72553"/>
                </a:cubicBezTo>
                <a:cubicBezTo>
                  <a:pt x="476952" y="73008"/>
                  <a:pt x="481638" y="75281"/>
                  <a:pt x="481638" y="94369"/>
                </a:cubicBezTo>
                <a:lnTo>
                  <a:pt x="481638" y="129825"/>
                </a:lnTo>
                <a:cubicBezTo>
                  <a:pt x="481638" y="153929"/>
                  <a:pt x="491014" y="166223"/>
                  <a:pt x="510207" y="166223"/>
                </a:cubicBezTo>
                <a:cubicBezTo>
                  <a:pt x="518241" y="166223"/>
                  <a:pt x="534533" y="159621"/>
                  <a:pt x="547478" y="152334"/>
                </a:cubicBezTo>
                <a:cubicBezTo>
                  <a:pt x="547924" y="158026"/>
                  <a:pt x="548374" y="162352"/>
                  <a:pt x="548374" y="162352"/>
                </a:cubicBezTo>
                <a:cubicBezTo>
                  <a:pt x="548595" y="165087"/>
                  <a:pt x="550380" y="166223"/>
                  <a:pt x="553506" y="166223"/>
                </a:cubicBezTo>
                <a:cubicBezTo>
                  <a:pt x="561764" y="163902"/>
                  <a:pt x="575155" y="160712"/>
                  <a:pt x="590555" y="158662"/>
                </a:cubicBezTo>
                <a:cubicBezTo>
                  <a:pt x="591001" y="157296"/>
                  <a:pt x="590555" y="152744"/>
                  <a:pt x="590109" y="151374"/>
                </a:cubicBezTo>
                <a:cubicBezTo>
                  <a:pt x="578057" y="150283"/>
                  <a:pt x="575601" y="146645"/>
                  <a:pt x="575601" y="133690"/>
                </a:cubicBezTo>
                <a:close/>
                <a:moveTo>
                  <a:pt x="646129" y="136188"/>
                </a:moveTo>
                <a:lnTo>
                  <a:pt x="646129" y="90828"/>
                </a:lnTo>
                <a:cubicBezTo>
                  <a:pt x="646129" y="89688"/>
                  <a:pt x="646129" y="88548"/>
                  <a:pt x="646129" y="87409"/>
                </a:cubicBezTo>
                <a:cubicBezTo>
                  <a:pt x="654834" y="81939"/>
                  <a:pt x="662643" y="79659"/>
                  <a:pt x="666440" y="79659"/>
                </a:cubicBezTo>
                <a:cubicBezTo>
                  <a:pt x="675366" y="79659"/>
                  <a:pt x="682061" y="83763"/>
                  <a:pt x="682061" y="96757"/>
                </a:cubicBezTo>
                <a:lnTo>
                  <a:pt x="682061" y="134819"/>
                </a:lnTo>
                <a:cubicBezTo>
                  <a:pt x="682061" y="153967"/>
                  <a:pt x="678489" y="156017"/>
                  <a:pt x="669338" y="156702"/>
                </a:cubicBezTo>
                <a:cubicBezTo>
                  <a:pt x="668000" y="158067"/>
                  <a:pt x="668000" y="163078"/>
                  <a:pt x="669338" y="164444"/>
                </a:cubicBezTo>
                <a:cubicBezTo>
                  <a:pt x="678714" y="164218"/>
                  <a:pt x="685855" y="163989"/>
                  <a:pt x="696569" y="163989"/>
                </a:cubicBezTo>
                <a:cubicBezTo>
                  <a:pt x="707283" y="163989"/>
                  <a:pt x="714200" y="164218"/>
                  <a:pt x="723797" y="164444"/>
                </a:cubicBezTo>
                <a:cubicBezTo>
                  <a:pt x="725139" y="163078"/>
                  <a:pt x="725139" y="158067"/>
                  <a:pt x="723797" y="156702"/>
                </a:cubicBezTo>
                <a:cubicBezTo>
                  <a:pt x="714871" y="156017"/>
                  <a:pt x="711077" y="153967"/>
                  <a:pt x="711077" y="134819"/>
                </a:cubicBezTo>
                <a:lnTo>
                  <a:pt x="711077" y="99262"/>
                </a:lnTo>
                <a:cubicBezTo>
                  <a:pt x="711077" y="93563"/>
                  <a:pt x="710852" y="89007"/>
                  <a:pt x="710185" y="86728"/>
                </a:cubicBezTo>
                <a:cubicBezTo>
                  <a:pt x="718665" y="82394"/>
                  <a:pt x="728261" y="79659"/>
                  <a:pt x="731834" y="79659"/>
                </a:cubicBezTo>
                <a:cubicBezTo>
                  <a:pt x="740760" y="79659"/>
                  <a:pt x="747009" y="83763"/>
                  <a:pt x="747009" y="96757"/>
                </a:cubicBezTo>
                <a:lnTo>
                  <a:pt x="747009" y="134819"/>
                </a:lnTo>
                <a:cubicBezTo>
                  <a:pt x="747009" y="153967"/>
                  <a:pt x="743437" y="156017"/>
                  <a:pt x="734289" y="156702"/>
                </a:cubicBezTo>
                <a:cubicBezTo>
                  <a:pt x="732948" y="158067"/>
                  <a:pt x="732948" y="163078"/>
                  <a:pt x="734289" y="164444"/>
                </a:cubicBezTo>
                <a:cubicBezTo>
                  <a:pt x="743662" y="164218"/>
                  <a:pt x="750803" y="163989"/>
                  <a:pt x="761517" y="163989"/>
                </a:cubicBezTo>
                <a:cubicBezTo>
                  <a:pt x="773791" y="163989"/>
                  <a:pt x="783612" y="164218"/>
                  <a:pt x="793209" y="164444"/>
                </a:cubicBezTo>
                <a:cubicBezTo>
                  <a:pt x="794548" y="163078"/>
                  <a:pt x="794548" y="158067"/>
                  <a:pt x="793209" y="156702"/>
                </a:cubicBezTo>
                <a:cubicBezTo>
                  <a:pt x="779594" y="156017"/>
                  <a:pt x="776025" y="153967"/>
                  <a:pt x="776025" y="134819"/>
                </a:cubicBezTo>
                <a:lnTo>
                  <a:pt x="776025" y="99262"/>
                </a:lnTo>
                <a:cubicBezTo>
                  <a:pt x="776025" y="74193"/>
                  <a:pt x="767095" y="62805"/>
                  <a:pt x="747901" y="62805"/>
                </a:cubicBezTo>
                <a:cubicBezTo>
                  <a:pt x="739643" y="62805"/>
                  <a:pt x="720895" y="71917"/>
                  <a:pt x="707951" y="79433"/>
                </a:cubicBezTo>
                <a:cubicBezTo>
                  <a:pt x="704603" y="69411"/>
                  <a:pt x="695677" y="62805"/>
                  <a:pt x="682508" y="62805"/>
                </a:cubicBezTo>
                <a:cubicBezTo>
                  <a:pt x="674474" y="62805"/>
                  <a:pt x="658403" y="71462"/>
                  <a:pt x="645683" y="78749"/>
                </a:cubicBezTo>
                <a:cubicBezTo>
                  <a:pt x="645012" y="71917"/>
                  <a:pt x="644341" y="66680"/>
                  <a:pt x="644341" y="66680"/>
                </a:cubicBezTo>
                <a:cubicBezTo>
                  <a:pt x="644120" y="63945"/>
                  <a:pt x="642335" y="62805"/>
                  <a:pt x="639209" y="62805"/>
                </a:cubicBezTo>
                <a:cubicBezTo>
                  <a:pt x="630951" y="65130"/>
                  <a:pt x="617560" y="68320"/>
                  <a:pt x="602160" y="70367"/>
                </a:cubicBezTo>
                <a:cubicBezTo>
                  <a:pt x="601714" y="71736"/>
                  <a:pt x="602160" y="76288"/>
                  <a:pt x="602606" y="77658"/>
                </a:cubicBezTo>
                <a:cubicBezTo>
                  <a:pt x="614883" y="78797"/>
                  <a:pt x="617114" y="80618"/>
                  <a:pt x="617114" y="93601"/>
                </a:cubicBezTo>
                <a:lnTo>
                  <a:pt x="617114" y="136202"/>
                </a:lnTo>
                <a:cubicBezTo>
                  <a:pt x="617114" y="155107"/>
                  <a:pt x="614658" y="155565"/>
                  <a:pt x="601043" y="156702"/>
                </a:cubicBezTo>
                <a:cubicBezTo>
                  <a:pt x="599704" y="158067"/>
                  <a:pt x="599704" y="163078"/>
                  <a:pt x="601043" y="164444"/>
                </a:cubicBezTo>
                <a:cubicBezTo>
                  <a:pt x="610418" y="164218"/>
                  <a:pt x="619790" y="163989"/>
                  <a:pt x="631621" y="163989"/>
                </a:cubicBezTo>
                <a:cubicBezTo>
                  <a:pt x="641889" y="163989"/>
                  <a:pt x="648138" y="164218"/>
                  <a:pt x="657735" y="164444"/>
                </a:cubicBezTo>
                <a:cubicBezTo>
                  <a:pt x="659074" y="163078"/>
                  <a:pt x="659074" y="158067"/>
                  <a:pt x="657735" y="156702"/>
                </a:cubicBezTo>
                <a:cubicBezTo>
                  <a:pt x="648360" y="155791"/>
                  <a:pt x="646129" y="155107"/>
                  <a:pt x="646129" y="136188"/>
                </a:cubicBezTo>
                <a:close/>
                <a:moveTo>
                  <a:pt x="813742" y="135017"/>
                </a:moveTo>
                <a:cubicBezTo>
                  <a:pt x="813742" y="153925"/>
                  <a:pt x="813296" y="156660"/>
                  <a:pt x="812403" y="165313"/>
                </a:cubicBezTo>
                <a:cubicBezTo>
                  <a:pt x="815080" y="166223"/>
                  <a:pt x="817536" y="166908"/>
                  <a:pt x="819991" y="166908"/>
                </a:cubicBezTo>
                <a:cubicBezTo>
                  <a:pt x="822893" y="164402"/>
                  <a:pt x="825127" y="161216"/>
                  <a:pt x="827133" y="157115"/>
                </a:cubicBezTo>
                <a:cubicBezTo>
                  <a:pt x="835837" y="163947"/>
                  <a:pt x="849453" y="166223"/>
                  <a:pt x="859721" y="166223"/>
                </a:cubicBezTo>
                <a:cubicBezTo>
                  <a:pt x="884493" y="166223"/>
                  <a:pt x="910607" y="141168"/>
                  <a:pt x="910607" y="108593"/>
                </a:cubicBezTo>
                <a:cubicBezTo>
                  <a:pt x="910607" y="95606"/>
                  <a:pt x="905696" y="82849"/>
                  <a:pt x="898554" y="74422"/>
                </a:cubicBezTo>
                <a:cubicBezTo>
                  <a:pt x="890521" y="65085"/>
                  <a:pt x="879807" y="62805"/>
                  <a:pt x="867976" y="62805"/>
                </a:cubicBezTo>
                <a:cubicBezTo>
                  <a:pt x="861059" y="62805"/>
                  <a:pt x="849228" y="70777"/>
                  <a:pt x="842757" y="75562"/>
                </a:cubicBezTo>
                <a:lnTo>
                  <a:pt x="842757" y="31105"/>
                </a:lnTo>
                <a:cubicBezTo>
                  <a:pt x="842757" y="16281"/>
                  <a:pt x="843425" y="7899"/>
                  <a:pt x="843425" y="7899"/>
                </a:cubicBezTo>
                <a:cubicBezTo>
                  <a:pt x="843425" y="5880"/>
                  <a:pt x="841865" y="4980"/>
                  <a:pt x="839856" y="4980"/>
                </a:cubicBezTo>
                <a:cubicBezTo>
                  <a:pt x="831597" y="7673"/>
                  <a:pt x="813742" y="10144"/>
                  <a:pt x="797896" y="10814"/>
                </a:cubicBezTo>
                <a:cubicBezTo>
                  <a:pt x="797228" y="13549"/>
                  <a:pt x="797450" y="16055"/>
                  <a:pt x="798567" y="18102"/>
                </a:cubicBezTo>
                <a:cubicBezTo>
                  <a:pt x="812625" y="19245"/>
                  <a:pt x="813742" y="19471"/>
                  <a:pt x="813742" y="35209"/>
                </a:cubicBezTo>
                <a:lnTo>
                  <a:pt x="813742" y="135017"/>
                </a:lnTo>
                <a:moveTo>
                  <a:pt x="842757" y="84670"/>
                </a:moveTo>
                <a:cubicBezTo>
                  <a:pt x="850124" y="79659"/>
                  <a:pt x="855031" y="78978"/>
                  <a:pt x="860167" y="78978"/>
                </a:cubicBezTo>
                <a:cubicBezTo>
                  <a:pt x="871102" y="78978"/>
                  <a:pt x="879360" y="89230"/>
                  <a:pt x="879360" y="111554"/>
                </a:cubicBezTo>
                <a:cubicBezTo>
                  <a:pt x="879360" y="130236"/>
                  <a:pt x="876234" y="156660"/>
                  <a:pt x="858603" y="156660"/>
                </a:cubicBezTo>
                <a:cubicBezTo>
                  <a:pt x="852129" y="156660"/>
                  <a:pt x="846997" y="153925"/>
                  <a:pt x="842757" y="148688"/>
                </a:cubicBezTo>
                <a:lnTo>
                  <a:pt x="842757" y="84670"/>
                </a:lnTo>
                <a:close/>
                <a:moveTo>
                  <a:pt x="960152" y="101292"/>
                </a:moveTo>
                <a:cubicBezTo>
                  <a:pt x="960377" y="93323"/>
                  <a:pt x="961494" y="84667"/>
                  <a:pt x="964617" y="80114"/>
                </a:cubicBezTo>
                <a:cubicBezTo>
                  <a:pt x="968190" y="74648"/>
                  <a:pt x="974214" y="72372"/>
                  <a:pt x="976669" y="72372"/>
                </a:cubicBezTo>
                <a:cubicBezTo>
                  <a:pt x="982697" y="72372"/>
                  <a:pt x="990952" y="78294"/>
                  <a:pt x="990952" y="96510"/>
                </a:cubicBezTo>
                <a:cubicBezTo>
                  <a:pt x="990952" y="97876"/>
                  <a:pt x="990952" y="100836"/>
                  <a:pt x="990506" y="101292"/>
                </a:cubicBezTo>
                <a:lnTo>
                  <a:pt x="960152" y="101292"/>
                </a:lnTo>
                <a:moveTo>
                  <a:pt x="1016845" y="134559"/>
                </a:moveTo>
                <a:cubicBezTo>
                  <a:pt x="1007694" y="144132"/>
                  <a:pt x="995642" y="146638"/>
                  <a:pt x="987159" y="146638"/>
                </a:cubicBezTo>
                <a:cubicBezTo>
                  <a:pt x="969749" y="146638"/>
                  <a:pt x="959039" y="136383"/>
                  <a:pt x="959039" y="114049"/>
                </a:cubicBezTo>
                <a:cubicBezTo>
                  <a:pt x="959039" y="112454"/>
                  <a:pt x="959260" y="111540"/>
                  <a:pt x="959260" y="110400"/>
                </a:cubicBezTo>
                <a:lnTo>
                  <a:pt x="1012826" y="110400"/>
                </a:lnTo>
                <a:cubicBezTo>
                  <a:pt x="1018183" y="110400"/>
                  <a:pt x="1019297" y="106529"/>
                  <a:pt x="1019297" y="103342"/>
                </a:cubicBezTo>
                <a:cubicBezTo>
                  <a:pt x="1019297" y="83986"/>
                  <a:pt x="1011934" y="62805"/>
                  <a:pt x="979125" y="62805"/>
                </a:cubicBezTo>
                <a:cubicBezTo>
                  <a:pt x="955691" y="62805"/>
                  <a:pt x="928906" y="83986"/>
                  <a:pt x="928906" y="118834"/>
                </a:cubicBezTo>
                <a:cubicBezTo>
                  <a:pt x="928906" y="132053"/>
                  <a:pt x="933596" y="145957"/>
                  <a:pt x="943193" y="154839"/>
                </a:cubicBezTo>
                <a:cubicBezTo>
                  <a:pt x="951672" y="162582"/>
                  <a:pt x="962608" y="166223"/>
                  <a:pt x="978454" y="166223"/>
                </a:cubicBezTo>
                <a:cubicBezTo>
                  <a:pt x="993854" y="166223"/>
                  <a:pt x="1009033" y="158255"/>
                  <a:pt x="1020193" y="141627"/>
                </a:cubicBezTo>
                <a:cubicBezTo>
                  <a:pt x="1020193" y="138663"/>
                  <a:pt x="1019076" y="134559"/>
                  <a:pt x="1016845" y="134559"/>
                </a:cubicBezTo>
                <a:close/>
                <a:moveTo>
                  <a:pt x="1080676" y="102908"/>
                </a:moveTo>
                <a:cubicBezTo>
                  <a:pt x="1080676" y="94699"/>
                  <a:pt x="1083131" y="91280"/>
                  <a:pt x="1086033" y="87860"/>
                </a:cubicBezTo>
                <a:cubicBezTo>
                  <a:pt x="1087818" y="85581"/>
                  <a:pt x="1089827" y="83986"/>
                  <a:pt x="1093174" y="83986"/>
                </a:cubicBezTo>
                <a:cubicBezTo>
                  <a:pt x="1095184" y="83986"/>
                  <a:pt x="1097636" y="86039"/>
                  <a:pt x="1099424" y="88319"/>
                </a:cubicBezTo>
                <a:cubicBezTo>
                  <a:pt x="1100987" y="90140"/>
                  <a:pt x="1104781" y="91964"/>
                  <a:pt x="1109913" y="91964"/>
                </a:cubicBezTo>
                <a:cubicBezTo>
                  <a:pt x="1116387" y="91964"/>
                  <a:pt x="1122636" y="85126"/>
                  <a:pt x="1122636" y="75562"/>
                </a:cubicBezTo>
                <a:cubicBezTo>
                  <a:pt x="1122636" y="69641"/>
                  <a:pt x="1115937" y="62805"/>
                  <a:pt x="1107904" y="62805"/>
                </a:cubicBezTo>
                <a:cubicBezTo>
                  <a:pt x="1100091" y="62805"/>
                  <a:pt x="1091611" y="69641"/>
                  <a:pt x="1081344" y="84670"/>
                </a:cubicBezTo>
                <a:lnTo>
                  <a:pt x="1080451" y="84670"/>
                </a:lnTo>
                <a:cubicBezTo>
                  <a:pt x="1080005" y="77838"/>
                  <a:pt x="1078888" y="66680"/>
                  <a:pt x="1078888" y="66680"/>
                </a:cubicBezTo>
                <a:cubicBezTo>
                  <a:pt x="1078667" y="64630"/>
                  <a:pt x="1076882" y="62805"/>
                  <a:pt x="1073756" y="62805"/>
                </a:cubicBezTo>
                <a:cubicBezTo>
                  <a:pt x="1063267" y="65585"/>
                  <a:pt x="1051439" y="68775"/>
                  <a:pt x="1036707" y="70367"/>
                </a:cubicBezTo>
                <a:cubicBezTo>
                  <a:pt x="1036260" y="71736"/>
                  <a:pt x="1036707" y="76063"/>
                  <a:pt x="1037153" y="77428"/>
                </a:cubicBezTo>
                <a:cubicBezTo>
                  <a:pt x="1049430" y="78568"/>
                  <a:pt x="1051660" y="80618"/>
                  <a:pt x="1051660" y="93601"/>
                </a:cubicBezTo>
                <a:lnTo>
                  <a:pt x="1051660" y="136202"/>
                </a:lnTo>
                <a:cubicBezTo>
                  <a:pt x="1051660" y="155107"/>
                  <a:pt x="1049205" y="155565"/>
                  <a:pt x="1035590" y="156702"/>
                </a:cubicBezTo>
                <a:cubicBezTo>
                  <a:pt x="1034251" y="158067"/>
                  <a:pt x="1034251" y="163078"/>
                  <a:pt x="1035590" y="164444"/>
                </a:cubicBezTo>
                <a:cubicBezTo>
                  <a:pt x="1044965" y="164218"/>
                  <a:pt x="1054337" y="163989"/>
                  <a:pt x="1066168" y="163989"/>
                </a:cubicBezTo>
                <a:cubicBezTo>
                  <a:pt x="1077996" y="163989"/>
                  <a:pt x="1087147" y="164218"/>
                  <a:pt x="1096744" y="164444"/>
                </a:cubicBezTo>
                <a:cubicBezTo>
                  <a:pt x="1098085" y="163078"/>
                  <a:pt x="1098085" y="158067"/>
                  <a:pt x="1096744" y="156702"/>
                </a:cubicBezTo>
                <a:cubicBezTo>
                  <a:pt x="1083131" y="155791"/>
                  <a:pt x="1080676" y="155107"/>
                  <a:pt x="1080676" y="136202"/>
                </a:cubicBezTo>
                <a:lnTo>
                  <a:pt x="1080676" y="102908"/>
                </a:lnTo>
                <a:close/>
                <a:moveTo>
                  <a:pt x="1237130" y="72372"/>
                </a:moveTo>
                <a:cubicBezTo>
                  <a:pt x="1252305" y="72372"/>
                  <a:pt x="1262573" y="90825"/>
                  <a:pt x="1262573" y="122034"/>
                </a:cubicBezTo>
                <a:cubicBezTo>
                  <a:pt x="1262573" y="149369"/>
                  <a:pt x="1252084" y="156660"/>
                  <a:pt x="1244050" y="156660"/>
                </a:cubicBezTo>
                <a:cubicBezTo>
                  <a:pt x="1225749" y="156660"/>
                  <a:pt x="1218604" y="128640"/>
                  <a:pt x="1218604" y="111783"/>
                </a:cubicBezTo>
                <a:cubicBezTo>
                  <a:pt x="1218604" y="90825"/>
                  <a:pt x="1222176" y="72372"/>
                  <a:pt x="1237130" y="72372"/>
                </a:cubicBezTo>
                <a:moveTo>
                  <a:pt x="1187358" y="116794"/>
                </a:moveTo>
                <a:cubicBezTo>
                  <a:pt x="1187358" y="146638"/>
                  <a:pt x="1210570" y="166223"/>
                  <a:pt x="1240478" y="166223"/>
                </a:cubicBezTo>
                <a:cubicBezTo>
                  <a:pt x="1256324" y="166223"/>
                  <a:pt x="1269493" y="161671"/>
                  <a:pt x="1278644" y="153244"/>
                </a:cubicBezTo>
                <a:cubicBezTo>
                  <a:pt x="1290026" y="142993"/>
                  <a:pt x="1293819" y="127501"/>
                  <a:pt x="1293819" y="114744"/>
                </a:cubicBezTo>
                <a:cubicBezTo>
                  <a:pt x="1293819" y="84903"/>
                  <a:pt x="1273955" y="62805"/>
                  <a:pt x="1240699" y="62805"/>
                </a:cubicBezTo>
                <a:cubicBezTo>
                  <a:pt x="1222176" y="62805"/>
                  <a:pt x="1208339" y="69411"/>
                  <a:pt x="1199635" y="79663"/>
                </a:cubicBezTo>
                <a:cubicBezTo>
                  <a:pt x="1191151" y="89685"/>
                  <a:pt x="1187358" y="103352"/>
                  <a:pt x="1187358" y="116794"/>
                </a:cubicBezTo>
                <a:close/>
                <a:moveTo>
                  <a:pt x="1353411" y="134868"/>
                </a:moveTo>
                <a:lnTo>
                  <a:pt x="1353411" y="76639"/>
                </a:lnTo>
                <a:lnTo>
                  <a:pt x="1372605" y="76639"/>
                </a:lnTo>
                <a:cubicBezTo>
                  <a:pt x="1376624" y="76639"/>
                  <a:pt x="1380418" y="75503"/>
                  <a:pt x="1380418" y="72768"/>
                </a:cubicBezTo>
                <a:lnTo>
                  <a:pt x="1380418" y="67531"/>
                </a:lnTo>
                <a:cubicBezTo>
                  <a:pt x="1380418" y="66165"/>
                  <a:pt x="1380193" y="65252"/>
                  <a:pt x="1375953" y="65252"/>
                </a:cubicBezTo>
                <a:lnTo>
                  <a:pt x="1353411" y="65252"/>
                </a:lnTo>
                <a:lnTo>
                  <a:pt x="1353411" y="53603"/>
                </a:lnTo>
                <a:cubicBezTo>
                  <a:pt x="1353411" y="19572"/>
                  <a:pt x="1362562" y="14547"/>
                  <a:pt x="1367473" y="14547"/>
                </a:cubicBezTo>
                <a:cubicBezTo>
                  <a:pt x="1371267" y="14547"/>
                  <a:pt x="1372159" y="17973"/>
                  <a:pt x="1373722" y="23453"/>
                </a:cubicBezTo>
                <a:cubicBezTo>
                  <a:pt x="1375728" y="30765"/>
                  <a:pt x="1381531" y="36474"/>
                  <a:pt x="1389568" y="36474"/>
                </a:cubicBezTo>
                <a:cubicBezTo>
                  <a:pt x="1396931" y="36474"/>
                  <a:pt x="1402288" y="31679"/>
                  <a:pt x="1402288" y="21855"/>
                </a:cubicBezTo>
                <a:cubicBezTo>
                  <a:pt x="1402288" y="15690"/>
                  <a:pt x="1395371" y="4980"/>
                  <a:pt x="1371713" y="4980"/>
                </a:cubicBezTo>
                <a:cubicBezTo>
                  <a:pt x="1361224" y="4980"/>
                  <a:pt x="1348725" y="8855"/>
                  <a:pt x="1340242" y="18202"/>
                </a:cubicBezTo>
                <a:cubicBezTo>
                  <a:pt x="1331983" y="27338"/>
                  <a:pt x="1324396" y="38758"/>
                  <a:pt x="1324396" y="60685"/>
                </a:cubicBezTo>
                <a:lnTo>
                  <a:pt x="1324396" y="65252"/>
                </a:lnTo>
                <a:lnTo>
                  <a:pt x="1323950" y="65252"/>
                </a:lnTo>
                <a:cubicBezTo>
                  <a:pt x="1316362" y="65252"/>
                  <a:pt x="1307211" y="66391"/>
                  <a:pt x="1307211" y="68212"/>
                </a:cubicBezTo>
                <a:lnTo>
                  <a:pt x="1307211" y="74363"/>
                </a:lnTo>
                <a:cubicBezTo>
                  <a:pt x="1307211" y="75958"/>
                  <a:pt x="1308104" y="76639"/>
                  <a:pt x="1313236" y="76639"/>
                </a:cubicBezTo>
                <a:lnTo>
                  <a:pt x="1324396" y="76639"/>
                </a:lnTo>
                <a:lnTo>
                  <a:pt x="1324396" y="135323"/>
                </a:lnTo>
                <a:cubicBezTo>
                  <a:pt x="1324396" y="153974"/>
                  <a:pt x="1320827" y="156021"/>
                  <a:pt x="1307211" y="156702"/>
                </a:cubicBezTo>
                <a:cubicBezTo>
                  <a:pt x="1305873" y="158067"/>
                  <a:pt x="1305873" y="163078"/>
                  <a:pt x="1307211" y="164444"/>
                </a:cubicBezTo>
                <a:cubicBezTo>
                  <a:pt x="1316583" y="164218"/>
                  <a:pt x="1326626" y="163989"/>
                  <a:pt x="1338904" y="163989"/>
                </a:cubicBezTo>
                <a:cubicBezTo>
                  <a:pt x="1351177" y="163989"/>
                  <a:pt x="1360999" y="164218"/>
                  <a:pt x="1370596" y="164444"/>
                </a:cubicBezTo>
                <a:cubicBezTo>
                  <a:pt x="1371934" y="163078"/>
                  <a:pt x="1371934" y="158067"/>
                  <a:pt x="1370596" y="156702"/>
                </a:cubicBezTo>
                <a:cubicBezTo>
                  <a:pt x="1356980" y="156021"/>
                  <a:pt x="1353411" y="153974"/>
                  <a:pt x="1353411" y="134868"/>
                </a:cubicBezTo>
                <a:close/>
                <a:moveTo>
                  <a:pt x="1504286" y="99502"/>
                </a:moveTo>
                <a:cubicBezTo>
                  <a:pt x="1499375" y="99502"/>
                  <a:pt x="1497812" y="98821"/>
                  <a:pt x="1498705" y="96545"/>
                </a:cubicBezTo>
                <a:lnTo>
                  <a:pt x="1518348" y="45527"/>
                </a:lnTo>
                <a:lnTo>
                  <a:pt x="1519908" y="45527"/>
                </a:lnTo>
                <a:lnTo>
                  <a:pt x="1538209" y="99502"/>
                </a:lnTo>
                <a:lnTo>
                  <a:pt x="1504286" y="99502"/>
                </a:lnTo>
                <a:moveTo>
                  <a:pt x="1480182" y="145992"/>
                </a:moveTo>
                <a:lnTo>
                  <a:pt x="1492009" y="114309"/>
                </a:lnTo>
                <a:cubicBezTo>
                  <a:pt x="1493126" y="111348"/>
                  <a:pt x="1494465" y="110435"/>
                  <a:pt x="1499822" y="110435"/>
                </a:cubicBezTo>
                <a:lnTo>
                  <a:pt x="1542228" y="110435"/>
                </a:lnTo>
                <a:lnTo>
                  <a:pt x="1554726" y="147587"/>
                </a:lnTo>
                <a:cubicBezTo>
                  <a:pt x="1557853" y="156931"/>
                  <a:pt x="1548923" y="156021"/>
                  <a:pt x="1538209" y="156702"/>
                </a:cubicBezTo>
                <a:cubicBezTo>
                  <a:pt x="1536871" y="158067"/>
                  <a:pt x="1536871" y="163078"/>
                  <a:pt x="1538209" y="164444"/>
                </a:cubicBezTo>
                <a:cubicBezTo>
                  <a:pt x="1546468" y="164218"/>
                  <a:pt x="1567671" y="163989"/>
                  <a:pt x="1576376" y="163989"/>
                </a:cubicBezTo>
                <a:cubicBezTo>
                  <a:pt x="1585526" y="163989"/>
                  <a:pt x="1598025" y="164218"/>
                  <a:pt x="1606283" y="164444"/>
                </a:cubicBezTo>
                <a:cubicBezTo>
                  <a:pt x="1607622" y="163078"/>
                  <a:pt x="1607622" y="158067"/>
                  <a:pt x="1606283" y="156702"/>
                </a:cubicBezTo>
                <a:cubicBezTo>
                  <a:pt x="1597579" y="155791"/>
                  <a:pt x="1590212" y="156021"/>
                  <a:pt x="1586197" y="144396"/>
                </a:cubicBezTo>
                <a:lnTo>
                  <a:pt x="1540219" y="14098"/>
                </a:lnTo>
                <a:cubicBezTo>
                  <a:pt x="1536871" y="16149"/>
                  <a:pt x="1523480" y="24121"/>
                  <a:pt x="1515668" y="24121"/>
                </a:cubicBezTo>
                <a:lnTo>
                  <a:pt x="1467237" y="140748"/>
                </a:lnTo>
                <a:cubicBezTo>
                  <a:pt x="1461434" y="154881"/>
                  <a:pt x="1454739" y="156021"/>
                  <a:pt x="1444917" y="156702"/>
                </a:cubicBezTo>
                <a:cubicBezTo>
                  <a:pt x="1443578" y="158067"/>
                  <a:pt x="1443578" y="163078"/>
                  <a:pt x="1444917" y="164444"/>
                </a:cubicBezTo>
                <a:cubicBezTo>
                  <a:pt x="1453175" y="164218"/>
                  <a:pt x="1457194" y="163989"/>
                  <a:pt x="1465899" y="163989"/>
                </a:cubicBezTo>
                <a:cubicBezTo>
                  <a:pt x="1475049" y="163989"/>
                  <a:pt x="1487323" y="164218"/>
                  <a:pt x="1495582" y="164444"/>
                </a:cubicBezTo>
                <a:cubicBezTo>
                  <a:pt x="1496920" y="163078"/>
                  <a:pt x="1496920" y="158067"/>
                  <a:pt x="1495582" y="156702"/>
                </a:cubicBezTo>
                <a:cubicBezTo>
                  <a:pt x="1487102" y="156021"/>
                  <a:pt x="1476609" y="155336"/>
                  <a:pt x="1480182" y="145992"/>
                </a:cubicBezTo>
                <a:close/>
                <a:moveTo>
                  <a:pt x="1685738" y="14953"/>
                </a:moveTo>
                <a:cubicBezTo>
                  <a:pt x="1676812" y="14953"/>
                  <a:pt x="1624362" y="16545"/>
                  <a:pt x="1615433" y="16545"/>
                </a:cubicBezTo>
                <a:cubicBezTo>
                  <a:pt x="1613202" y="17914"/>
                  <a:pt x="1613202" y="22925"/>
                  <a:pt x="1615433" y="24291"/>
                </a:cubicBezTo>
                <a:cubicBezTo>
                  <a:pt x="1627710" y="24975"/>
                  <a:pt x="1633959" y="25886"/>
                  <a:pt x="1633959" y="44797"/>
                </a:cubicBezTo>
                <a:lnTo>
                  <a:pt x="1633959" y="136181"/>
                </a:lnTo>
                <a:cubicBezTo>
                  <a:pt x="1633959" y="155107"/>
                  <a:pt x="1627710" y="156017"/>
                  <a:pt x="1615433" y="156702"/>
                </a:cubicBezTo>
                <a:cubicBezTo>
                  <a:pt x="1613202" y="158067"/>
                  <a:pt x="1613202" y="163078"/>
                  <a:pt x="1615433" y="164444"/>
                </a:cubicBezTo>
                <a:cubicBezTo>
                  <a:pt x="1624362" y="164218"/>
                  <a:pt x="1640876" y="163989"/>
                  <a:pt x="1649805" y="163989"/>
                </a:cubicBezTo>
                <a:cubicBezTo>
                  <a:pt x="1658732" y="163989"/>
                  <a:pt x="1674802" y="164218"/>
                  <a:pt x="1683728" y="164444"/>
                </a:cubicBezTo>
                <a:cubicBezTo>
                  <a:pt x="1685962" y="163078"/>
                  <a:pt x="1685962" y="158067"/>
                  <a:pt x="1683728" y="156702"/>
                </a:cubicBezTo>
                <a:cubicBezTo>
                  <a:pt x="1671455" y="156017"/>
                  <a:pt x="1665206" y="155107"/>
                  <a:pt x="1665206" y="136181"/>
                </a:cubicBezTo>
                <a:lnTo>
                  <a:pt x="1665206" y="44568"/>
                </a:lnTo>
                <a:cubicBezTo>
                  <a:pt x="1665206" y="29111"/>
                  <a:pt x="1666765" y="24326"/>
                  <a:pt x="1678596" y="24326"/>
                </a:cubicBezTo>
                <a:cubicBezTo>
                  <a:pt x="1691541" y="24326"/>
                  <a:pt x="1706495" y="29792"/>
                  <a:pt x="1706495" y="57572"/>
                </a:cubicBezTo>
                <a:cubicBezTo>
                  <a:pt x="1706495" y="81254"/>
                  <a:pt x="1700021" y="91273"/>
                  <a:pt x="1681719" y="91273"/>
                </a:cubicBezTo>
                <a:cubicBezTo>
                  <a:pt x="1678371" y="91273"/>
                  <a:pt x="1673685" y="91047"/>
                  <a:pt x="1670562" y="90592"/>
                </a:cubicBezTo>
                <a:cubicBezTo>
                  <a:pt x="1670562" y="94918"/>
                  <a:pt x="1671901" y="98108"/>
                  <a:pt x="1675024" y="100155"/>
                </a:cubicBezTo>
                <a:cubicBezTo>
                  <a:pt x="1678150" y="100610"/>
                  <a:pt x="1677479" y="100840"/>
                  <a:pt x="1682836" y="100840"/>
                </a:cubicBezTo>
                <a:cubicBezTo>
                  <a:pt x="1702476" y="100840"/>
                  <a:pt x="1716313" y="97424"/>
                  <a:pt x="1725242" y="89907"/>
                </a:cubicBezTo>
                <a:cubicBezTo>
                  <a:pt x="1736403" y="80573"/>
                  <a:pt x="1740196" y="65769"/>
                  <a:pt x="1740196" y="53700"/>
                </a:cubicBezTo>
                <a:cubicBezTo>
                  <a:pt x="1740196" y="44592"/>
                  <a:pt x="1736849" y="30932"/>
                  <a:pt x="1723012" y="22505"/>
                </a:cubicBezTo>
                <a:cubicBezTo>
                  <a:pt x="1714753" y="17459"/>
                  <a:pt x="1702476" y="14953"/>
                  <a:pt x="1685738" y="14953"/>
                </a:cubicBezTo>
                <a:close/>
                <a:moveTo>
                  <a:pt x="1835944" y="135997"/>
                </a:moveTo>
                <a:lnTo>
                  <a:pt x="1835944" y="49534"/>
                </a:lnTo>
                <a:cubicBezTo>
                  <a:pt x="1835944" y="34970"/>
                  <a:pt x="1838175" y="26550"/>
                  <a:pt x="1846209" y="26550"/>
                </a:cubicBezTo>
                <a:lnTo>
                  <a:pt x="1851120" y="26550"/>
                </a:lnTo>
                <a:cubicBezTo>
                  <a:pt x="1867858" y="26550"/>
                  <a:pt x="1877234" y="32242"/>
                  <a:pt x="1881027" y="49760"/>
                </a:cubicBezTo>
                <a:cubicBezTo>
                  <a:pt x="1883483" y="49760"/>
                  <a:pt x="1887723" y="49534"/>
                  <a:pt x="1889732" y="48623"/>
                </a:cubicBezTo>
                <a:cubicBezTo>
                  <a:pt x="1888169" y="38156"/>
                  <a:pt x="1887052" y="26324"/>
                  <a:pt x="1886831" y="16076"/>
                </a:cubicBezTo>
                <a:cubicBezTo>
                  <a:pt x="1886831" y="15846"/>
                  <a:pt x="1886384" y="15391"/>
                  <a:pt x="1886160" y="15391"/>
                </a:cubicBezTo>
                <a:cubicBezTo>
                  <a:pt x="1878572" y="16076"/>
                  <a:pt x="1853800" y="17212"/>
                  <a:pt x="1836166" y="17212"/>
                </a:cubicBezTo>
                <a:lnTo>
                  <a:pt x="1804698" y="17212"/>
                </a:lnTo>
                <a:cubicBezTo>
                  <a:pt x="1787510" y="17212"/>
                  <a:pt x="1761175" y="16076"/>
                  <a:pt x="1752695" y="15391"/>
                </a:cubicBezTo>
                <a:cubicBezTo>
                  <a:pt x="1752249" y="15391"/>
                  <a:pt x="1751803" y="15846"/>
                  <a:pt x="1751803" y="16076"/>
                </a:cubicBezTo>
                <a:cubicBezTo>
                  <a:pt x="1750907" y="26324"/>
                  <a:pt x="1748677" y="38382"/>
                  <a:pt x="1746221" y="49304"/>
                </a:cubicBezTo>
                <a:cubicBezTo>
                  <a:pt x="1748452" y="50215"/>
                  <a:pt x="1752249" y="50444"/>
                  <a:pt x="1754926" y="50444"/>
                </a:cubicBezTo>
                <a:cubicBezTo>
                  <a:pt x="1759390" y="32242"/>
                  <a:pt x="1768541" y="26550"/>
                  <a:pt x="1783270" y="26550"/>
                </a:cubicBezTo>
                <a:lnTo>
                  <a:pt x="1794206" y="26550"/>
                </a:lnTo>
                <a:cubicBezTo>
                  <a:pt x="1802464" y="26550"/>
                  <a:pt x="1804698" y="34970"/>
                  <a:pt x="1804698" y="48849"/>
                </a:cubicBezTo>
                <a:lnTo>
                  <a:pt x="1804698" y="135997"/>
                </a:lnTo>
                <a:cubicBezTo>
                  <a:pt x="1804698" y="154881"/>
                  <a:pt x="1800901" y="156021"/>
                  <a:pt x="1783049" y="156702"/>
                </a:cubicBezTo>
                <a:cubicBezTo>
                  <a:pt x="1781707" y="158067"/>
                  <a:pt x="1781707" y="163078"/>
                  <a:pt x="1783049" y="164444"/>
                </a:cubicBezTo>
                <a:cubicBezTo>
                  <a:pt x="1793984" y="164218"/>
                  <a:pt x="1805591" y="163989"/>
                  <a:pt x="1819874" y="163989"/>
                </a:cubicBezTo>
                <a:cubicBezTo>
                  <a:pt x="1834603" y="163989"/>
                  <a:pt x="1846434" y="164218"/>
                  <a:pt x="1857594" y="164444"/>
                </a:cubicBezTo>
                <a:cubicBezTo>
                  <a:pt x="1858932" y="163078"/>
                  <a:pt x="1858932" y="158067"/>
                  <a:pt x="1857594" y="156702"/>
                </a:cubicBezTo>
                <a:cubicBezTo>
                  <a:pt x="1839738" y="156021"/>
                  <a:pt x="1835944" y="154881"/>
                  <a:pt x="1835944" y="135997"/>
                </a:cubicBezTo>
                <a:close/>
                <a:moveTo>
                  <a:pt x="2010924" y="152789"/>
                </a:moveTo>
                <a:cubicBezTo>
                  <a:pt x="2012484" y="162126"/>
                  <a:pt x="2018511" y="166223"/>
                  <a:pt x="2028330" y="166223"/>
                </a:cubicBezTo>
                <a:cubicBezTo>
                  <a:pt x="2040607" y="166223"/>
                  <a:pt x="2049311" y="161442"/>
                  <a:pt x="2057570" y="153470"/>
                </a:cubicBezTo>
                <a:cubicBezTo>
                  <a:pt x="2057124" y="150738"/>
                  <a:pt x="2056228" y="148918"/>
                  <a:pt x="2053551" y="147093"/>
                </a:cubicBezTo>
                <a:cubicBezTo>
                  <a:pt x="2050650" y="149373"/>
                  <a:pt x="2048419" y="150283"/>
                  <a:pt x="2044179" y="150283"/>
                </a:cubicBezTo>
                <a:cubicBezTo>
                  <a:pt x="2039268" y="150283"/>
                  <a:pt x="2037930" y="146183"/>
                  <a:pt x="2037930" y="135021"/>
                </a:cubicBezTo>
                <a:lnTo>
                  <a:pt x="2038376" y="102216"/>
                </a:lnTo>
                <a:cubicBezTo>
                  <a:pt x="2038376" y="69411"/>
                  <a:pt x="2018511" y="62805"/>
                  <a:pt x="2000210" y="62805"/>
                </a:cubicBezTo>
                <a:cubicBezTo>
                  <a:pt x="1983918" y="62805"/>
                  <a:pt x="1958921" y="72372"/>
                  <a:pt x="1958921" y="87409"/>
                </a:cubicBezTo>
                <a:cubicBezTo>
                  <a:pt x="1958921" y="93785"/>
                  <a:pt x="1961597" y="98796"/>
                  <a:pt x="1970302" y="98796"/>
                </a:cubicBezTo>
                <a:cubicBezTo>
                  <a:pt x="1978336" y="98796"/>
                  <a:pt x="1984139" y="93785"/>
                  <a:pt x="1984139" y="88319"/>
                </a:cubicBezTo>
                <a:cubicBezTo>
                  <a:pt x="1984139" y="85358"/>
                  <a:pt x="1982579" y="81484"/>
                  <a:pt x="1983247" y="77612"/>
                </a:cubicBezTo>
                <a:cubicBezTo>
                  <a:pt x="1983471" y="75107"/>
                  <a:pt x="1985256" y="72372"/>
                  <a:pt x="1992622" y="72372"/>
                </a:cubicBezTo>
                <a:cubicBezTo>
                  <a:pt x="2001994" y="72372"/>
                  <a:pt x="2009807" y="76473"/>
                  <a:pt x="2009807" y="105406"/>
                </a:cubicBezTo>
                <a:lnTo>
                  <a:pt x="1994853" y="110188"/>
                </a:lnTo>
                <a:cubicBezTo>
                  <a:pt x="1971419" y="117704"/>
                  <a:pt x="1954902" y="124314"/>
                  <a:pt x="1954902" y="142308"/>
                </a:cubicBezTo>
                <a:cubicBezTo>
                  <a:pt x="1954902" y="158026"/>
                  <a:pt x="1963382" y="166223"/>
                  <a:pt x="1982801" y="166223"/>
                </a:cubicBezTo>
                <a:cubicBezTo>
                  <a:pt x="1989275" y="166223"/>
                  <a:pt x="2002219" y="158936"/>
                  <a:pt x="2009582" y="153015"/>
                </a:cubicBezTo>
                <a:lnTo>
                  <a:pt x="2010924" y="152789"/>
                </a:lnTo>
                <a:moveTo>
                  <a:pt x="2009807" y="114288"/>
                </a:moveTo>
                <a:lnTo>
                  <a:pt x="2009807" y="144358"/>
                </a:lnTo>
                <a:cubicBezTo>
                  <a:pt x="2004228" y="148914"/>
                  <a:pt x="1998647" y="152559"/>
                  <a:pt x="1994632" y="152559"/>
                </a:cubicBezTo>
                <a:cubicBezTo>
                  <a:pt x="1985031" y="152559"/>
                  <a:pt x="1981684" y="145953"/>
                  <a:pt x="1981684" y="138892"/>
                </a:cubicBezTo>
                <a:cubicBezTo>
                  <a:pt x="1981684" y="130465"/>
                  <a:pt x="1982354" y="123400"/>
                  <a:pt x="1998201" y="118163"/>
                </a:cubicBezTo>
                <a:lnTo>
                  <a:pt x="2009807" y="114288"/>
                </a:lnTo>
                <a:close/>
                <a:moveTo>
                  <a:pt x="2072075" y="65252"/>
                </a:moveTo>
                <a:cubicBezTo>
                  <a:pt x="2068952" y="65252"/>
                  <a:pt x="2065604" y="66165"/>
                  <a:pt x="2062703" y="68671"/>
                </a:cubicBezTo>
                <a:lnTo>
                  <a:pt x="2062703" y="75274"/>
                </a:lnTo>
                <a:cubicBezTo>
                  <a:pt x="2062703" y="76414"/>
                  <a:pt x="2062924" y="76639"/>
                  <a:pt x="2063816" y="76639"/>
                </a:cubicBezTo>
                <a:lnTo>
                  <a:pt x="2078324" y="76639"/>
                </a:lnTo>
                <a:cubicBezTo>
                  <a:pt x="2077878" y="99596"/>
                  <a:pt x="2077657" y="128689"/>
                  <a:pt x="2077657" y="140056"/>
                </a:cubicBezTo>
                <a:cubicBezTo>
                  <a:pt x="2077657" y="148011"/>
                  <a:pt x="2079666" y="155750"/>
                  <a:pt x="2084352" y="159847"/>
                </a:cubicBezTo>
                <a:cubicBezTo>
                  <a:pt x="2089484" y="164177"/>
                  <a:pt x="2097518" y="166223"/>
                  <a:pt x="2102875" y="166223"/>
                </a:cubicBezTo>
                <a:cubicBezTo>
                  <a:pt x="2115152" y="166223"/>
                  <a:pt x="2128764" y="159847"/>
                  <a:pt x="2133229" y="153470"/>
                </a:cubicBezTo>
                <a:cubicBezTo>
                  <a:pt x="2133229" y="150738"/>
                  <a:pt x="2131891" y="149373"/>
                  <a:pt x="2129214" y="147100"/>
                </a:cubicBezTo>
                <a:cubicBezTo>
                  <a:pt x="2126312" y="149373"/>
                  <a:pt x="2120730" y="150283"/>
                  <a:pt x="2116491" y="150283"/>
                </a:cubicBezTo>
                <a:cubicBezTo>
                  <a:pt x="2111580" y="150283"/>
                  <a:pt x="2106669" y="146419"/>
                  <a:pt x="2106669" y="135055"/>
                </a:cubicBezTo>
                <a:cubicBezTo>
                  <a:pt x="2106669" y="123688"/>
                  <a:pt x="2106448" y="99370"/>
                  <a:pt x="2106448" y="76639"/>
                </a:cubicBezTo>
                <a:lnTo>
                  <a:pt x="2128989" y="76639"/>
                </a:lnTo>
                <a:cubicBezTo>
                  <a:pt x="2131220" y="76639"/>
                  <a:pt x="2134346" y="75729"/>
                  <a:pt x="2134346" y="73679"/>
                </a:cubicBezTo>
                <a:lnTo>
                  <a:pt x="2134346" y="66621"/>
                </a:lnTo>
                <a:cubicBezTo>
                  <a:pt x="2134346" y="65710"/>
                  <a:pt x="2133675" y="65252"/>
                  <a:pt x="2132561" y="65252"/>
                </a:cubicBezTo>
                <a:lnTo>
                  <a:pt x="2106448" y="65252"/>
                </a:lnTo>
                <a:lnTo>
                  <a:pt x="2106669" y="57509"/>
                </a:lnTo>
                <a:cubicBezTo>
                  <a:pt x="2107115" y="42250"/>
                  <a:pt x="2107786" y="31776"/>
                  <a:pt x="2107786" y="31776"/>
                </a:cubicBezTo>
                <a:cubicBezTo>
                  <a:pt x="2107786" y="30407"/>
                  <a:pt x="2107115" y="29726"/>
                  <a:pt x="2106001" y="29726"/>
                </a:cubicBezTo>
                <a:cubicBezTo>
                  <a:pt x="2104438" y="29726"/>
                  <a:pt x="2096180" y="32231"/>
                  <a:pt x="2092611" y="33826"/>
                </a:cubicBezTo>
                <a:cubicBezTo>
                  <a:pt x="2088813" y="35418"/>
                  <a:pt x="2082343" y="36784"/>
                  <a:pt x="2080780" y="38834"/>
                </a:cubicBezTo>
                <a:cubicBezTo>
                  <a:pt x="2079217" y="40884"/>
                  <a:pt x="2078324" y="47035"/>
                  <a:pt x="2078324" y="65252"/>
                </a:cubicBezTo>
                <a:lnTo>
                  <a:pt x="2072075" y="65252"/>
                </a:lnTo>
                <a:close/>
                <a:moveTo>
                  <a:pt x="2151976" y="65252"/>
                </a:moveTo>
                <a:cubicBezTo>
                  <a:pt x="2148853" y="65252"/>
                  <a:pt x="2145506" y="66165"/>
                  <a:pt x="2142604" y="68671"/>
                </a:cubicBezTo>
                <a:lnTo>
                  <a:pt x="2142604" y="75274"/>
                </a:lnTo>
                <a:cubicBezTo>
                  <a:pt x="2142604" y="76414"/>
                  <a:pt x="2142825" y="76639"/>
                  <a:pt x="2143718" y="76639"/>
                </a:cubicBezTo>
                <a:lnTo>
                  <a:pt x="2158225" y="76639"/>
                </a:lnTo>
                <a:cubicBezTo>
                  <a:pt x="2157779" y="99596"/>
                  <a:pt x="2157558" y="128689"/>
                  <a:pt x="2157558" y="140056"/>
                </a:cubicBezTo>
                <a:cubicBezTo>
                  <a:pt x="2157558" y="148011"/>
                  <a:pt x="2159567" y="155750"/>
                  <a:pt x="2164253" y="159847"/>
                </a:cubicBezTo>
                <a:cubicBezTo>
                  <a:pt x="2169385" y="164177"/>
                  <a:pt x="2177419" y="166223"/>
                  <a:pt x="2182776" y="166223"/>
                </a:cubicBezTo>
                <a:cubicBezTo>
                  <a:pt x="2195053" y="166223"/>
                  <a:pt x="2208665" y="159847"/>
                  <a:pt x="2213130" y="153470"/>
                </a:cubicBezTo>
                <a:cubicBezTo>
                  <a:pt x="2213130" y="150738"/>
                  <a:pt x="2211792" y="149373"/>
                  <a:pt x="2209115" y="147100"/>
                </a:cubicBezTo>
                <a:cubicBezTo>
                  <a:pt x="2206213" y="149373"/>
                  <a:pt x="2200632" y="150283"/>
                  <a:pt x="2196392" y="150283"/>
                </a:cubicBezTo>
                <a:cubicBezTo>
                  <a:pt x="2191481" y="150283"/>
                  <a:pt x="2186570" y="146419"/>
                  <a:pt x="2186570" y="135055"/>
                </a:cubicBezTo>
                <a:cubicBezTo>
                  <a:pt x="2186570" y="123688"/>
                  <a:pt x="2186349" y="99370"/>
                  <a:pt x="2186349" y="76639"/>
                </a:cubicBezTo>
                <a:lnTo>
                  <a:pt x="2208890" y="76639"/>
                </a:lnTo>
                <a:cubicBezTo>
                  <a:pt x="2211121" y="76639"/>
                  <a:pt x="2214247" y="75729"/>
                  <a:pt x="2214247" y="73679"/>
                </a:cubicBezTo>
                <a:lnTo>
                  <a:pt x="2214247" y="66621"/>
                </a:lnTo>
                <a:cubicBezTo>
                  <a:pt x="2214247" y="65710"/>
                  <a:pt x="2213576" y="65252"/>
                  <a:pt x="2212463" y="65252"/>
                </a:cubicBezTo>
                <a:lnTo>
                  <a:pt x="2186349" y="65252"/>
                </a:lnTo>
                <a:lnTo>
                  <a:pt x="2186570" y="57509"/>
                </a:lnTo>
                <a:cubicBezTo>
                  <a:pt x="2187016" y="42250"/>
                  <a:pt x="2187687" y="31776"/>
                  <a:pt x="2187687" y="31776"/>
                </a:cubicBezTo>
                <a:cubicBezTo>
                  <a:pt x="2187687" y="30407"/>
                  <a:pt x="2187016" y="29726"/>
                  <a:pt x="2185903" y="29726"/>
                </a:cubicBezTo>
                <a:cubicBezTo>
                  <a:pt x="2184339" y="29726"/>
                  <a:pt x="2176081" y="32231"/>
                  <a:pt x="2172512" y="33826"/>
                </a:cubicBezTo>
                <a:cubicBezTo>
                  <a:pt x="2168715" y="35418"/>
                  <a:pt x="2162244" y="36784"/>
                  <a:pt x="2160681" y="38834"/>
                </a:cubicBezTo>
                <a:cubicBezTo>
                  <a:pt x="2159118" y="40884"/>
                  <a:pt x="2158225" y="47035"/>
                  <a:pt x="2158225" y="65252"/>
                </a:cubicBezTo>
                <a:lnTo>
                  <a:pt x="2151976" y="65252"/>
                </a:lnTo>
                <a:close/>
                <a:moveTo>
                  <a:pt x="2283659" y="152789"/>
                </a:moveTo>
                <a:cubicBezTo>
                  <a:pt x="2285219" y="162126"/>
                  <a:pt x="2291247" y="166223"/>
                  <a:pt x="2301065" y="166223"/>
                </a:cubicBezTo>
                <a:cubicBezTo>
                  <a:pt x="2313342" y="166223"/>
                  <a:pt x="2322047" y="161442"/>
                  <a:pt x="2330305" y="153470"/>
                </a:cubicBezTo>
                <a:cubicBezTo>
                  <a:pt x="2329859" y="150738"/>
                  <a:pt x="2328963" y="148918"/>
                  <a:pt x="2326287" y="147093"/>
                </a:cubicBezTo>
                <a:cubicBezTo>
                  <a:pt x="2323385" y="149373"/>
                  <a:pt x="2321154" y="150283"/>
                  <a:pt x="2316915" y="150283"/>
                </a:cubicBezTo>
                <a:cubicBezTo>
                  <a:pt x="2312004" y="150283"/>
                  <a:pt x="2310665" y="146183"/>
                  <a:pt x="2310665" y="135021"/>
                </a:cubicBezTo>
                <a:lnTo>
                  <a:pt x="2311111" y="102216"/>
                </a:lnTo>
                <a:cubicBezTo>
                  <a:pt x="2311111" y="69411"/>
                  <a:pt x="2291247" y="62805"/>
                  <a:pt x="2272945" y="62805"/>
                </a:cubicBezTo>
                <a:cubicBezTo>
                  <a:pt x="2256653" y="62805"/>
                  <a:pt x="2231656" y="72372"/>
                  <a:pt x="2231656" y="87409"/>
                </a:cubicBezTo>
                <a:cubicBezTo>
                  <a:pt x="2231656" y="93785"/>
                  <a:pt x="2234333" y="98796"/>
                  <a:pt x="2243037" y="98796"/>
                </a:cubicBezTo>
                <a:cubicBezTo>
                  <a:pt x="2251071" y="98796"/>
                  <a:pt x="2256874" y="93785"/>
                  <a:pt x="2256874" y="88319"/>
                </a:cubicBezTo>
                <a:cubicBezTo>
                  <a:pt x="2256874" y="85358"/>
                  <a:pt x="2255314" y="81484"/>
                  <a:pt x="2255982" y="77612"/>
                </a:cubicBezTo>
                <a:cubicBezTo>
                  <a:pt x="2256207" y="75107"/>
                  <a:pt x="2257991" y="72372"/>
                  <a:pt x="2265357" y="72372"/>
                </a:cubicBezTo>
                <a:cubicBezTo>
                  <a:pt x="2274730" y="72372"/>
                  <a:pt x="2282542" y="76473"/>
                  <a:pt x="2282542" y="105406"/>
                </a:cubicBezTo>
                <a:lnTo>
                  <a:pt x="2267588" y="110188"/>
                </a:lnTo>
                <a:cubicBezTo>
                  <a:pt x="2244154" y="117704"/>
                  <a:pt x="2227637" y="124314"/>
                  <a:pt x="2227637" y="142308"/>
                </a:cubicBezTo>
                <a:cubicBezTo>
                  <a:pt x="2227637" y="158026"/>
                  <a:pt x="2236117" y="166223"/>
                  <a:pt x="2255536" y="166223"/>
                </a:cubicBezTo>
                <a:cubicBezTo>
                  <a:pt x="2262010" y="166223"/>
                  <a:pt x="2274954" y="158936"/>
                  <a:pt x="2282317" y="153015"/>
                </a:cubicBezTo>
                <a:lnTo>
                  <a:pt x="2283659" y="152789"/>
                </a:lnTo>
                <a:moveTo>
                  <a:pt x="2282542" y="114288"/>
                </a:moveTo>
                <a:lnTo>
                  <a:pt x="2282542" y="144358"/>
                </a:lnTo>
                <a:cubicBezTo>
                  <a:pt x="2276964" y="148914"/>
                  <a:pt x="2271382" y="152559"/>
                  <a:pt x="2267367" y="152559"/>
                </a:cubicBezTo>
                <a:cubicBezTo>
                  <a:pt x="2257766" y="152559"/>
                  <a:pt x="2254419" y="145953"/>
                  <a:pt x="2254419" y="138892"/>
                </a:cubicBezTo>
                <a:cubicBezTo>
                  <a:pt x="2254419" y="130465"/>
                  <a:pt x="2255090" y="123400"/>
                  <a:pt x="2270936" y="118163"/>
                </a:cubicBezTo>
                <a:lnTo>
                  <a:pt x="2282542" y="114288"/>
                </a:lnTo>
                <a:close/>
                <a:moveTo>
                  <a:pt x="2424937" y="144132"/>
                </a:moveTo>
                <a:cubicBezTo>
                  <a:pt x="2424937" y="141397"/>
                  <a:pt x="2424491" y="137071"/>
                  <a:pt x="2422035" y="137071"/>
                </a:cubicBezTo>
                <a:cubicBezTo>
                  <a:pt x="2413106" y="145498"/>
                  <a:pt x="2405518" y="149828"/>
                  <a:pt x="2399047" y="149828"/>
                </a:cubicBezTo>
                <a:cubicBezTo>
                  <a:pt x="2382306" y="149828"/>
                  <a:pt x="2369140" y="137526"/>
                  <a:pt x="2369140" y="110188"/>
                </a:cubicBezTo>
                <a:cubicBezTo>
                  <a:pt x="2369140" y="84903"/>
                  <a:pt x="2374718" y="72372"/>
                  <a:pt x="2386549" y="72372"/>
                </a:cubicBezTo>
                <a:cubicBezTo>
                  <a:pt x="2394804" y="72372"/>
                  <a:pt x="2398152" y="81258"/>
                  <a:pt x="2398823" y="88545"/>
                </a:cubicBezTo>
                <a:cubicBezTo>
                  <a:pt x="2399494" y="94696"/>
                  <a:pt x="2405518" y="99255"/>
                  <a:pt x="2412660" y="99255"/>
                </a:cubicBezTo>
                <a:cubicBezTo>
                  <a:pt x="2419801" y="99255"/>
                  <a:pt x="2424937" y="93560"/>
                  <a:pt x="2424937" y="86495"/>
                </a:cubicBezTo>
                <a:cubicBezTo>
                  <a:pt x="2424937" y="76243"/>
                  <a:pt x="2412884" y="62805"/>
                  <a:pt x="2388555" y="62805"/>
                </a:cubicBezTo>
                <a:cubicBezTo>
                  <a:pt x="2362220" y="62805"/>
                  <a:pt x="2339007" y="84444"/>
                  <a:pt x="2339007" y="118163"/>
                </a:cubicBezTo>
                <a:cubicBezTo>
                  <a:pt x="2339007" y="132970"/>
                  <a:pt x="2344143" y="145953"/>
                  <a:pt x="2352847" y="154384"/>
                </a:cubicBezTo>
                <a:cubicBezTo>
                  <a:pt x="2361549" y="162807"/>
                  <a:pt x="2371816" y="166223"/>
                  <a:pt x="2387663" y="166223"/>
                </a:cubicBezTo>
                <a:cubicBezTo>
                  <a:pt x="2401053" y="166223"/>
                  <a:pt x="2416453" y="156660"/>
                  <a:pt x="2424937" y="144132"/>
                </a:cubicBezTo>
                <a:close/>
                <a:moveTo>
                  <a:pt x="2454842" y="135076"/>
                </a:moveTo>
                <a:cubicBezTo>
                  <a:pt x="2454842" y="153970"/>
                  <a:pt x="2451273" y="156021"/>
                  <a:pt x="2437658" y="156702"/>
                </a:cubicBezTo>
                <a:cubicBezTo>
                  <a:pt x="2436319" y="158067"/>
                  <a:pt x="2436319" y="163078"/>
                  <a:pt x="2437658" y="164444"/>
                </a:cubicBezTo>
                <a:cubicBezTo>
                  <a:pt x="2447030" y="164218"/>
                  <a:pt x="2457073" y="163989"/>
                  <a:pt x="2469350" y="163989"/>
                </a:cubicBezTo>
                <a:cubicBezTo>
                  <a:pt x="2479172" y="163989"/>
                  <a:pt x="2488990" y="164218"/>
                  <a:pt x="2494347" y="164444"/>
                </a:cubicBezTo>
                <a:cubicBezTo>
                  <a:pt x="2495685" y="163078"/>
                  <a:pt x="2495685" y="158067"/>
                  <a:pt x="2494347" y="156702"/>
                </a:cubicBezTo>
                <a:cubicBezTo>
                  <a:pt x="2487652" y="155791"/>
                  <a:pt x="2483858" y="153970"/>
                  <a:pt x="2483858" y="135076"/>
                </a:cubicBezTo>
                <a:lnTo>
                  <a:pt x="2483858" y="116405"/>
                </a:lnTo>
                <a:cubicBezTo>
                  <a:pt x="2490107" y="116405"/>
                  <a:pt x="2497024" y="117089"/>
                  <a:pt x="2499258" y="120731"/>
                </a:cubicBezTo>
                <a:cubicBezTo>
                  <a:pt x="2504390" y="128474"/>
                  <a:pt x="2510639" y="137808"/>
                  <a:pt x="2514433" y="146231"/>
                </a:cubicBezTo>
                <a:cubicBezTo>
                  <a:pt x="2517335" y="152605"/>
                  <a:pt x="2518006" y="154655"/>
                  <a:pt x="2518006" y="158067"/>
                </a:cubicBezTo>
                <a:lnTo>
                  <a:pt x="2518006" y="163989"/>
                </a:lnTo>
                <a:lnTo>
                  <a:pt x="2518452" y="164444"/>
                </a:lnTo>
                <a:cubicBezTo>
                  <a:pt x="2518452" y="164444"/>
                  <a:pt x="2528495" y="163989"/>
                  <a:pt x="2536307" y="163989"/>
                </a:cubicBezTo>
                <a:cubicBezTo>
                  <a:pt x="2545458" y="163989"/>
                  <a:pt x="2557956" y="164218"/>
                  <a:pt x="2566215" y="164444"/>
                </a:cubicBezTo>
                <a:cubicBezTo>
                  <a:pt x="2567553" y="163078"/>
                  <a:pt x="2567553" y="158067"/>
                  <a:pt x="2566215" y="156702"/>
                </a:cubicBezTo>
                <a:cubicBezTo>
                  <a:pt x="2557510" y="155791"/>
                  <a:pt x="2552599" y="156476"/>
                  <a:pt x="2545904" y="146231"/>
                </a:cubicBezTo>
                <a:lnTo>
                  <a:pt x="2520015" y="107297"/>
                </a:lnTo>
                <a:cubicBezTo>
                  <a:pt x="2518898" y="105708"/>
                  <a:pt x="2518452" y="103891"/>
                  <a:pt x="2519344" y="102755"/>
                </a:cubicBezTo>
                <a:lnTo>
                  <a:pt x="2530504" y="90265"/>
                </a:lnTo>
                <a:cubicBezTo>
                  <a:pt x="2537646" y="82318"/>
                  <a:pt x="2543670" y="74370"/>
                  <a:pt x="2560633" y="72553"/>
                </a:cubicBezTo>
                <a:cubicBezTo>
                  <a:pt x="2561972" y="71187"/>
                  <a:pt x="2561972" y="66176"/>
                  <a:pt x="2560633" y="64807"/>
                </a:cubicBezTo>
                <a:cubicBezTo>
                  <a:pt x="2555722" y="65036"/>
                  <a:pt x="2541664" y="65265"/>
                  <a:pt x="2535861" y="65265"/>
                </a:cubicBezTo>
                <a:cubicBezTo>
                  <a:pt x="2527602" y="65265"/>
                  <a:pt x="2517113" y="65036"/>
                  <a:pt x="2508855" y="64807"/>
                </a:cubicBezTo>
                <a:cubicBezTo>
                  <a:pt x="2507516" y="66176"/>
                  <a:pt x="2507516" y="71187"/>
                  <a:pt x="2508855" y="72553"/>
                </a:cubicBezTo>
                <a:cubicBezTo>
                  <a:pt x="2520907" y="73460"/>
                  <a:pt x="2524476" y="75503"/>
                  <a:pt x="2518006" y="84587"/>
                </a:cubicBezTo>
                <a:cubicBezTo>
                  <a:pt x="2513095" y="91402"/>
                  <a:pt x="2508184" y="96850"/>
                  <a:pt x="2503723" y="100937"/>
                </a:cubicBezTo>
                <a:cubicBezTo>
                  <a:pt x="2500821" y="103436"/>
                  <a:pt x="2490553" y="107297"/>
                  <a:pt x="2483858" y="107297"/>
                </a:cubicBezTo>
                <a:lnTo>
                  <a:pt x="2483858" y="31276"/>
                </a:lnTo>
                <a:cubicBezTo>
                  <a:pt x="2483858" y="16451"/>
                  <a:pt x="2484525" y="7982"/>
                  <a:pt x="2484525" y="7982"/>
                </a:cubicBezTo>
                <a:cubicBezTo>
                  <a:pt x="2484525" y="5904"/>
                  <a:pt x="2482966" y="4980"/>
                  <a:pt x="2480956" y="4980"/>
                </a:cubicBezTo>
                <a:cubicBezTo>
                  <a:pt x="2472698" y="7753"/>
                  <a:pt x="2454842" y="10293"/>
                  <a:pt x="2438996" y="10985"/>
                </a:cubicBezTo>
                <a:cubicBezTo>
                  <a:pt x="2438325" y="13720"/>
                  <a:pt x="2438550" y="16225"/>
                  <a:pt x="2439667" y="18275"/>
                </a:cubicBezTo>
                <a:cubicBezTo>
                  <a:pt x="2453725" y="19415"/>
                  <a:pt x="2454842" y="19641"/>
                  <a:pt x="2454842" y="35383"/>
                </a:cubicBezTo>
                <a:lnTo>
                  <a:pt x="2454842" y="135076"/>
                </a:lnTo>
                <a:close/>
                <a:moveTo>
                  <a:pt x="2580050" y="130691"/>
                </a:moveTo>
                <a:cubicBezTo>
                  <a:pt x="2580943" y="141853"/>
                  <a:pt x="2582060" y="152559"/>
                  <a:pt x="2583844" y="161216"/>
                </a:cubicBezTo>
                <a:cubicBezTo>
                  <a:pt x="2588088" y="162582"/>
                  <a:pt x="2602371" y="166223"/>
                  <a:pt x="2614869" y="166223"/>
                </a:cubicBezTo>
                <a:cubicBezTo>
                  <a:pt x="2632054" y="166223"/>
                  <a:pt x="2653481" y="156660"/>
                  <a:pt x="2653481" y="136842"/>
                </a:cubicBezTo>
                <a:cubicBezTo>
                  <a:pt x="2653481" y="129096"/>
                  <a:pt x="2651694" y="122945"/>
                  <a:pt x="2646561" y="117249"/>
                </a:cubicBezTo>
                <a:cubicBezTo>
                  <a:pt x="2640087" y="109958"/>
                  <a:pt x="2630937" y="104266"/>
                  <a:pt x="2620672" y="99710"/>
                </a:cubicBezTo>
                <a:cubicBezTo>
                  <a:pt x="2611743" y="95836"/>
                  <a:pt x="2608620" y="88545"/>
                  <a:pt x="2608620" y="81939"/>
                </a:cubicBezTo>
                <a:cubicBezTo>
                  <a:pt x="2608620" y="76702"/>
                  <a:pt x="2612860" y="72372"/>
                  <a:pt x="2619334" y="72372"/>
                </a:cubicBezTo>
                <a:cubicBezTo>
                  <a:pt x="2627143" y="72372"/>
                  <a:pt x="2634734" y="79663"/>
                  <a:pt x="2640312" y="93560"/>
                </a:cubicBezTo>
                <a:cubicBezTo>
                  <a:pt x="2644331" y="94241"/>
                  <a:pt x="2646786" y="94015"/>
                  <a:pt x="2649017" y="92420"/>
                </a:cubicBezTo>
                <a:cubicBezTo>
                  <a:pt x="2649017" y="84219"/>
                  <a:pt x="2648124" y="75562"/>
                  <a:pt x="2646115" y="68271"/>
                </a:cubicBezTo>
                <a:cubicBezTo>
                  <a:pt x="2638974" y="65085"/>
                  <a:pt x="2633392" y="62805"/>
                  <a:pt x="2621118" y="62805"/>
                </a:cubicBezTo>
                <a:cubicBezTo>
                  <a:pt x="2609287" y="62805"/>
                  <a:pt x="2598131" y="67361"/>
                  <a:pt x="2590989" y="74652"/>
                </a:cubicBezTo>
                <a:cubicBezTo>
                  <a:pt x="2585853" y="79889"/>
                  <a:pt x="2583398" y="86269"/>
                  <a:pt x="2583398" y="92420"/>
                </a:cubicBezTo>
                <a:cubicBezTo>
                  <a:pt x="2583398" y="99252"/>
                  <a:pt x="2585853" y="104721"/>
                  <a:pt x="2590318" y="109503"/>
                </a:cubicBezTo>
                <a:cubicBezTo>
                  <a:pt x="2597238" y="117249"/>
                  <a:pt x="2609287" y="125224"/>
                  <a:pt x="2616207" y="128411"/>
                </a:cubicBezTo>
                <a:cubicBezTo>
                  <a:pt x="2625137" y="132512"/>
                  <a:pt x="2627589" y="140713"/>
                  <a:pt x="2627589" y="146179"/>
                </a:cubicBezTo>
                <a:cubicBezTo>
                  <a:pt x="2627589" y="153470"/>
                  <a:pt x="2620447" y="157345"/>
                  <a:pt x="2614423" y="157345"/>
                </a:cubicBezTo>
                <a:cubicBezTo>
                  <a:pt x="2604380" y="157345"/>
                  <a:pt x="2593666" y="147093"/>
                  <a:pt x="2588980" y="130236"/>
                </a:cubicBezTo>
                <a:cubicBezTo>
                  <a:pt x="2585407" y="129551"/>
                  <a:pt x="2583623" y="129780"/>
                  <a:pt x="2580050" y="130691"/>
                </a:cubicBezTo>
                <a:close/>
                <a:moveTo>
                  <a:pt x="2784270" y="152789"/>
                </a:moveTo>
                <a:cubicBezTo>
                  <a:pt x="2785829" y="162126"/>
                  <a:pt x="2791857" y="166223"/>
                  <a:pt x="2801676" y="166223"/>
                </a:cubicBezTo>
                <a:cubicBezTo>
                  <a:pt x="2813953" y="166223"/>
                  <a:pt x="2822657" y="161442"/>
                  <a:pt x="2830916" y="153470"/>
                </a:cubicBezTo>
                <a:cubicBezTo>
                  <a:pt x="2830470" y="150738"/>
                  <a:pt x="2829574" y="148918"/>
                  <a:pt x="2826897" y="147093"/>
                </a:cubicBezTo>
                <a:cubicBezTo>
                  <a:pt x="2823996" y="149373"/>
                  <a:pt x="2821765" y="150283"/>
                  <a:pt x="2817525" y="150283"/>
                </a:cubicBezTo>
                <a:cubicBezTo>
                  <a:pt x="2812614" y="150283"/>
                  <a:pt x="2811276" y="146183"/>
                  <a:pt x="2811276" y="135021"/>
                </a:cubicBezTo>
                <a:lnTo>
                  <a:pt x="2811722" y="102216"/>
                </a:lnTo>
                <a:cubicBezTo>
                  <a:pt x="2811722" y="69411"/>
                  <a:pt x="2791857" y="62805"/>
                  <a:pt x="2773556" y="62805"/>
                </a:cubicBezTo>
                <a:cubicBezTo>
                  <a:pt x="2757263" y="62805"/>
                  <a:pt x="2732266" y="72372"/>
                  <a:pt x="2732266" y="87409"/>
                </a:cubicBezTo>
                <a:cubicBezTo>
                  <a:pt x="2732266" y="93785"/>
                  <a:pt x="2734943" y="98796"/>
                  <a:pt x="2743648" y="98796"/>
                </a:cubicBezTo>
                <a:cubicBezTo>
                  <a:pt x="2751682" y="98796"/>
                  <a:pt x="2757485" y="93785"/>
                  <a:pt x="2757485" y="88319"/>
                </a:cubicBezTo>
                <a:cubicBezTo>
                  <a:pt x="2757485" y="85358"/>
                  <a:pt x="2755925" y="81484"/>
                  <a:pt x="2756593" y="77612"/>
                </a:cubicBezTo>
                <a:cubicBezTo>
                  <a:pt x="2756817" y="75107"/>
                  <a:pt x="2758602" y="72372"/>
                  <a:pt x="2765968" y="72372"/>
                </a:cubicBezTo>
                <a:cubicBezTo>
                  <a:pt x="2775340" y="72372"/>
                  <a:pt x="2783153" y="76473"/>
                  <a:pt x="2783153" y="105406"/>
                </a:cubicBezTo>
                <a:lnTo>
                  <a:pt x="2768199" y="110188"/>
                </a:lnTo>
                <a:cubicBezTo>
                  <a:pt x="2744765" y="117704"/>
                  <a:pt x="2728248" y="124314"/>
                  <a:pt x="2728248" y="142308"/>
                </a:cubicBezTo>
                <a:cubicBezTo>
                  <a:pt x="2728248" y="158026"/>
                  <a:pt x="2736728" y="166223"/>
                  <a:pt x="2756146" y="166223"/>
                </a:cubicBezTo>
                <a:cubicBezTo>
                  <a:pt x="2762620" y="166223"/>
                  <a:pt x="2775565" y="158936"/>
                  <a:pt x="2782928" y="153015"/>
                </a:cubicBezTo>
                <a:lnTo>
                  <a:pt x="2784270" y="152789"/>
                </a:lnTo>
                <a:moveTo>
                  <a:pt x="2783153" y="114288"/>
                </a:moveTo>
                <a:lnTo>
                  <a:pt x="2783153" y="144358"/>
                </a:lnTo>
                <a:cubicBezTo>
                  <a:pt x="2777574" y="148914"/>
                  <a:pt x="2771993" y="152559"/>
                  <a:pt x="2767977" y="152559"/>
                </a:cubicBezTo>
                <a:cubicBezTo>
                  <a:pt x="2758377" y="152559"/>
                  <a:pt x="2755029" y="145953"/>
                  <a:pt x="2755029" y="138892"/>
                </a:cubicBezTo>
                <a:cubicBezTo>
                  <a:pt x="2755029" y="130465"/>
                  <a:pt x="2755700" y="123400"/>
                  <a:pt x="2771546" y="118163"/>
                </a:cubicBezTo>
                <a:lnTo>
                  <a:pt x="2783153" y="114288"/>
                </a:lnTo>
                <a:close/>
                <a:moveTo>
                  <a:pt x="2896086" y="98411"/>
                </a:moveTo>
                <a:cubicBezTo>
                  <a:pt x="2896086" y="120339"/>
                  <a:pt x="2889836" y="123077"/>
                  <a:pt x="2884033" y="123077"/>
                </a:cubicBezTo>
                <a:cubicBezTo>
                  <a:pt x="2870196" y="123077"/>
                  <a:pt x="2868408" y="106178"/>
                  <a:pt x="2868408" y="94529"/>
                </a:cubicBezTo>
                <a:cubicBezTo>
                  <a:pt x="2868408" y="77626"/>
                  <a:pt x="2872427" y="71462"/>
                  <a:pt x="2881132" y="71462"/>
                </a:cubicBezTo>
                <a:cubicBezTo>
                  <a:pt x="2891621" y="71462"/>
                  <a:pt x="2896086" y="80368"/>
                  <a:pt x="2896086" y="98411"/>
                </a:cubicBezTo>
                <a:moveTo>
                  <a:pt x="2870418" y="169782"/>
                </a:moveTo>
                <a:cubicBezTo>
                  <a:pt x="2887606" y="169782"/>
                  <a:pt x="2920636" y="170467"/>
                  <a:pt x="2920636" y="182529"/>
                </a:cubicBezTo>
                <a:cubicBezTo>
                  <a:pt x="2920636" y="190723"/>
                  <a:pt x="2917064" y="200053"/>
                  <a:pt x="2909701" y="204150"/>
                </a:cubicBezTo>
                <a:cubicBezTo>
                  <a:pt x="2902781" y="208248"/>
                  <a:pt x="2891400" y="208703"/>
                  <a:pt x="2882916" y="208703"/>
                </a:cubicBezTo>
                <a:cubicBezTo>
                  <a:pt x="2868187" y="208703"/>
                  <a:pt x="2858144" y="197551"/>
                  <a:pt x="2858144" y="185945"/>
                </a:cubicBezTo>
                <a:cubicBezTo>
                  <a:pt x="2858144" y="178206"/>
                  <a:pt x="2858144" y="172969"/>
                  <a:pt x="2860599" y="168416"/>
                </a:cubicBezTo>
                <a:cubicBezTo>
                  <a:pt x="2862830" y="169327"/>
                  <a:pt x="2865732" y="169782"/>
                  <a:pt x="2870418" y="169782"/>
                </a:cubicBezTo>
                <a:moveTo>
                  <a:pt x="2935590" y="74203"/>
                </a:moveTo>
                <a:cubicBezTo>
                  <a:pt x="2941840" y="74203"/>
                  <a:pt x="2945409" y="71462"/>
                  <a:pt x="2945409" y="63034"/>
                </a:cubicBezTo>
                <a:cubicBezTo>
                  <a:pt x="2945409" y="58708"/>
                  <a:pt x="2939609" y="52102"/>
                  <a:pt x="2931126" y="52102"/>
                </a:cubicBezTo>
                <a:cubicBezTo>
                  <a:pt x="2921307" y="52102"/>
                  <a:pt x="2908359" y="59618"/>
                  <a:pt x="2901889" y="65540"/>
                </a:cubicBezTo>
                <a:cubicBezTo>
                  <a:pt x="2897870" y="63264"/>
                  <a:pt x="2893184" y="62805"/>
                  <a:pt x="2883141" y="62805"/>
                </a:cubicBezTo>
                <a:cubicBezTo>
                  <a:pt x="2873544" y="62805"/>
                  <a:pt x="2864169" y="65085"/>
                  <a:pt x="2856806" y="70096"/>
                </a:cubicBezTo>
                <a:cubicBezTo>
                  <a:pt x="2847655" y="76028"/>
                  <a:pt x="2841627" y="84938"/>
                  <a:pt x="2841627" y="96586"/>
                </a:cubicBezTo>
                <a:cubicBezTo>
                  <a:pt x="2841627" y="107776"/>
                  <a:pt x="2848101" y="119880"/>
                  <a:pt x="2858812" y="125812"/>
                </a:cubicBezTo>
                <a:cubicBezTo>
                  <a:pt x="2851895" y="131963"/>
                  <a:pt x="2841181" y="144045"/>
                  <a:pt x="2841181" y="148605"/>
                </a:cubicBezTo>
                <a:cubicBezTo>
                  <a:pt x="2841181" y="152931"/>
                  <a:pt x="2841852" y="155663"/>
                  <a:pt x="2844082" y="159079"/>
                </a:cubicBezTo>
                <a:cubicBezTo>
                  <a:pt x="2846092" y="162269"/>
                  <a:pt x="2848768" y="164090"/>
                  <a:pt x="2853233" y="165455"/>
                </a:cubicBezTo>
                <a:cubicBezTo>
                  <a:pt x="2843636" y="171377"/>
                  <a:pt x="2833815" y="184349"/>
                  <a:pt x="2833815" y="188221"/>
                </a:cubicBezTo>
                <a:cubicBezTo>
                  <a:pt x="2833815" y="196641"/>
                  <a:pt x="2836495" y="206427"/>
                  <a:pt x="2842519" y="210753"/>
                </a:cubicBezTo>
                <a:cubicBezTo>
                  <a:pt x="2851224" y="216901"/>
                  <a:pt x="2865956" y="218266"/>
                  <a:pt x="2876667" y="218266"/>
                </a:cubicBezTo>
                <a:cubicBezTo>
                  <a:pt x="2907692" y="218266"/>
                  <a:pt x="2943178" y="201648"/>
                  <a:pt x="2943178" y="176610"/>
                </a:cubicBezTo>
                <a:cubicBezTo>
                  <a:pt x="2943178" y="171832"/>
                  <a:pt x="2940947" y="162039"/>
                  <a:pt x="2932018" y="155892"/>
                </a:cubicBezTo>
                <a:cubicBezTo>
                  <a:pt x="2923313" y="149970"/>
                  <a:pt x="2889836" y="148375"/>
                  <a:pt x="2873319" y="148375"/>
                </a:cubicBezTo>
                <a:cubicBezTo>
                  <a:pt x="2869304" y="148375"/>
                  <a:pt x="2863276" y="147920"/>
                  <a:pt x="2863276" y="138802"/>
                </a:cubicBezTo>
                <a:cubicBezTo>
                  <a:pt x="2863276" y="135153"/>
                  <a:pt x="2865510" y="131963"/>
                  <a:pt x="2866624" y="129228"/>
                </a:cubicBezTo>
                <a:cubicBezTo>
                  <a:pt x="2871310" y="131504"/>
                  <a:pt x="2875999" y="131733"/>
                  <a:pt x="2882916" y="131733"/>
                </a:cubicBezTo>
                <a:cubicBezTo>
                  <a:pt x="2894301" y="131733"/>
                  <a:pt x="2904790" y="128773"/>
                  <a:pt x="2912378" y="121937"/>
                </a:cubicBezTo>
                <a:cubicBezTo>
                  <a:pt x="2918852" y="115998"/>
                  <a:pt x="2923313" y="108005"/>
                  <a:pt x="2923313" y="97726"/>
                </a:cubicBezTo>
                <a:cubicBezTo>
                  <a:pt x="2923313" y="84938"/>
                  <a:pt x="2917064" y="76486"/>
                  <a:pt x="2909476" y="70096"/>
                </a:cubicBezTo>
                <a:cubicBezTo>
                  <a:pt x="2911261" y="67816"/>
                  <a:pt x="2918627" y="63719"/>
                  <a:pt x="2920858" y="63719"/>
                </a:cubicBezTo>
                <a:cubicBezTo>
                  <a:pt x="2922867" y="63719"/>
                  <a:pt x="2924430" y="65085"/>
                  <a:pt x="2925101" y="66450"/>
                </a:cubicBezTo>
                <a:cubicBezTo>
                  <a:pt x="2925993" y="69411"/>
                  <a:pt x="2930009" y="74203"/>
                  <a:pt x="2935590" y="74203"/>
                </a:cubicBezTo>
                <a:close/>
                <a:moveTo>
                  <a:pt x="3013483" y="152789"/>
                </a:moveTo>
                <a:cubicBezTo>
                  <a:pt x="3015043" y="162126"/>
                  <a:pt x="3021071" y="166223"/>
                  <a:pt x="3030889" y="166223"/>
                </a:cubicBezTo>
                <a:cubicBezTo>
                  <a:pt x="3043166" y="166223"/>
                  <a:pt x="3051871" y="161442"/>
                  <a:pt x="3060130" y="153470"/>
                </a:cubicBezTo>
                <a:cubicBezTo>
                  <a:pt x="3059683" y="150738"/>
                  <a:pt x="3058788" y="148918"/>
                  <a:pt x="3056111" y="147093"/>
                </a:cubicBezTo>
                <a:cubicBezTo>
                  <a:pt x="3053209" y="149373"/>
                  <a:pt x="3050979" y="150283"/>
                  <a:pt x="3046739" y="150283"/>
                </a:cubicBezTo>
                <a:cubicBezTo>
                  <a:pt x="3041828" y="150283"/>
                  <a:pt x="3040490" y="146183"/>
                  <a:pt x="3040490" y="135021"/>
                </a:cubicBezTo>
                <a:lnTo>
                  <a:pt x="3040936" y="102216"/>
                </a:lnTo>
                <a:cubicBezTo>
                  <a:pt x="3040936" y="69411"/>
                  <a:pt x="3021071" y="62805"/>
                  <a:pt x="3002769" y="62805"/>
                </a:cubicBezTo>
                <a:cubicBezTo>
                  <a:pt x="2986477" y="62805"/>
                  <a:pt x="2961480" y="72372"/>
                  <a:pt x="2961480" y="87409"/>
                </a:cubicBezTo>
                <a:cubicBezTo>
                  <a:pt x="2961480" y="93785"/>
                  <a:pt x="2964157" y="98796"/>
                  <a:pt x="2972862" y="98796"/>
                </a:cubicBezTo>
                <a:cubicBezTo>
                  <a:pt x="2980895" y="98796"/>
                  <a:pt x="2986699" y="93785"/>
                  <a:pt x="2986699" y="88319"/>
                </a:cubicBezTo>
                <a:cubicBezTo>
                  <a:pt x="2986699" y="85358"/>
                  <a:pt x="2985139" y="81484"/>
                  <a:pt x="2985806" y="77612"/>
                </a:cubicBezTo>
                <a:cubicBezTo>
                  <a:pt x="2986031" y="75107"/>
                  <a:pt x="2987816" y="72372"/>
                  <a:pt x="2995182" y="72372"/>
                </a:cubicBezTo>
                <a:cubicBezTo>
                  <a:pt x="3004554" y="72372"/>
                  <a:pt x="3012366" y="76473"/>
                  <a:pt x="3012366" y="105406"/>
                </a:cubicBezTo>
                <a:lnTo>
                  <a:pt x="2997413" y="110188"/>
                </a:lnTo>
                <a:cubicBezTo>
                  <a:pt x="2973979" y="117704"/>
                  <a:pt x="2957462" y="124314"/>
                  <a:pt x="2957462" y="142308"/>
                </a:cubicBezTo>
                <a:cubicBezTo>
                  <a:pt x="2957462" y="158026"/>
                  <a:pt x="2965942" y="166223"/>
                  <a:pt x="2985360" y="166223"/>
                </a:cubicBezTo>
                <a:cubicBezTo>
                  <a:pt x="2991834" y="166223"/>
                  <a:pt x="3004779" y="158936"/>
                  <a:pt x="3012142" y="153015"/>
                </a:cubicBezTo>
                <a:lnTo>
                  <a:pt x="3013483" y="152789"/>
                </a:lnTo>
                <a:moveTo>
                  <a:pt x="3012366" y="114288"/>
                </a:moveTo>
                <a:lnTo>
                  <a:pt x="3012366" y="144358"/>
                </a:lnTo>
                <a:cubicBezTo>
                  <a:pt x="3006788" y="148914"/>
                  <a:pt x="3001206" y="152559"/>
                  <a:pt x="2997191" y="152559"/>
                </a:cubicBezTo>
                <a:cubicBezTo>
                  <a:pt x="2987591" y="152559"/>
                  <a:pt x="2984243" y="145953"/>
                  <a:pt x="2984243" y="138892"/>
                </a:cubicBezTo>
                <a:cubicBezTo>
                  <a:pt x="2984243" y="130465"/>
                  <a:pt x="2984914" y="123400"/>
                  <a:pt x="3000760" y="118163"/>
                </a:cubicBezTo>
                <a:lnTo>
                  <a:pt x="3012366" y="114288"/>
                </a:lnTo>
                <a:close/>
                <a:moveTo>
                  <a:pt x="3112355" y="136209"/>
                </a:moveTo>
                <a:lnTo>
                  <a:pt x="3112355" y="90891"/>
                </a:lnTo>
                <a:cubicBezTo>
                  <a:pt x="3112355" y="79506"/>
                  <a:pt x="3113247" y="66722"/>
                  <a:pt x="3113247" y="66722"/>
                </a:cubicBezTo>
                <a:cubicBezTo>
                  <a:pt x="3113247" y="64188"/>
                  <a:pt x="3111238" y="62805"/>
                  <a:pt x="3108115" y="62805"/>
                </a:cubicBezTo>
                <a:cubicBezTo>
                  <a:pt x="3101866" y="65342"/>
                  <a:pt x="3083786" y="67184"/>
                  <a:pt x="3068386" y="69255"/>
                </a:cubicBezTo>
                <a:cubicBezTo>
                  <a:pt x="3067939" y="70624"/>
                  <a:pt x="3068386" y="75176"/>
                  <a:pt x="3068832" y="76546"/>
                </a:cubicBezTo>
                <a:cubicBezTo>
                  <a:pt x="3081109" y="77682"/>
                  <a:pt x="3083339" y="79506"/>
                  <a:pt x="3083339" y="92486"/>
                </a:cubicBezTo>
                <a:lnTo>
                  <a:pt x="3083339" y="136209"/>
                </a:lnTo>
                <a:cubicBezTo>
                  <a:pt x="3083339" y="155110"/>
                  <a:pt x="3080884" y="155565"/>
                  <a:pt x="3067272" y="156702"/>
                </a:cubicBezTo>
                <a:cubicBezTo>
                  <a:pt x="3065930" y="158067"/>
                  <a:pt x="3065930" y="163078"/>
                  <a:pt x="3067272" y="164444"/>
                </a:cubicBezTo>
                <a:cubicBezTo>
                  <a:pt x="3076644" y="164218"/>
                  <a:pt x="3086020" y="163989"/>
                  <a:pt x="3097847" y="163989"/>
                </a:cubicBezTo>
                <a:cubicBezTo>
                  <a:pt x="3109675" y="163989"/>
                  <a:pt x="3118826" y="164218"/>
                  <a:pt x="3128423" y="164444"/>
                </a:cubicBezTo>
                <a:cubicBezTo>
                  <a:pt x="3129764" y="163078"/>
                  <a:pt x="3129764" y="158067"/>
                  <a:pt x="3128423" y="156702"/>
                </a:cubicBezTo>
                <a:cubicBezTo>
                  <a:pt x="3114810" y="155791"/>
                  <a:pt x="3112355" y="155110"/>
                  <a:pt x="3112355" y="136209"/>
                </a:cubicBezTo>
                <a:moveTo>
                  <a:pt x="3082226" y="28221"/>
                </a:moveTo>
                <a:cubicBezTo>
                  <a:pt x="3082226" y="35734"/>
                  <a:pt x="3087579" y="43251"/>
                  <a:pt x="3096509" y="43251"/>
                </a:cubicBezTo>
                <a:cubicBezTo>
                  <a:pt x="3106552" y="43251"/>
                  <a:pt x="3112355" y="35053"/>
                  <a:pt x="3112355" y="29132"/>
                </a:cubicBezTo>
                <a:cubicBezTo>
                  <a:pt x="3112355" y="22300"/>
                  <a:pt x="3107223" y="14098"/>
                  <a:pt x="3097847" y="14098"/>
                </a:cubicBezTo>
                <a:cubicBezTo>
                  <a:pt x="3087358" y="14098"/>
                  <a:pt x="3082226" y="21389"/>
                  <a:pt x="3082226" y="28221"/>
                </a:cubicBezTo>
                <a:close/>
                <a:moveTo>
                  <a:pt x="3183329" y="136188"/>
                </a:moveTo>
                <a:lnTo>
                  <a:pt x="3183329" y="90828"/>
                </a:lnTo>
                <a:lnTo>
                  <a:pt x="3183329" y="90373"/>
                </a:lnTo>
                <a:cubicBezTo>
                  <a:pt x="3192255" y="84219"/>
                  <a:pt x="3201185" y="79659"/>
                  <a:pt x="3205200" y="79659"/>
                </a:cubicBezTo>
                <a:cubicBezTo>
                  <a:pt x="3214129" y="79659"/>
                  <a:pt x="3220825" y="83763"/>
                  <a:pt x="3220825" y="96757"/>
                </a:cubicBezTo>
                <a:lnTo>
                  <a:pt x="3220825" y="134819"/>
                </a:lnTo>
                <a:cubicBezTo>
                  <a:pt x="3220825" y="153967"/>
                  <a:pt x="3217252" y="156017"/>
                  <a:pt x="3208101" y="156702"/>
                </a:cubicBezTo>
                <a:cubicBezTo>
                  <a:pt x="3206763" y="158067"/>
                  <a:pt x="3206763" y="163078"/>
                  <a:pt x="3208101" y="164444"/>
                </a:cubicBezTo>
                <a:cubicBezTo>
                  <a:pt x="3217477" y="164218"/>
                  <a:pt x="3224618" y="163989"/>
                  <a:pt x="3235332" y="163989"/>
                </a:cubicBezTo>
                <a:cubicBezTo>
                  <a:pt x="3247606" y="163989"/>
                  <a:pt x="3257428" y="164218"/>
                  <a:pt x="3267025" y="164444"/>
                </a:cubicBezTo>
                <a:cubicBezTo>
                  <a:pt x="3268363" y="163078"/>
                  <a:pt x="3268363" y="158067"/>
                  <a:pt x="3267025" y="156702"/>
                </a:cubicBezTo>
                <a:cubicBezTo>
                  <a:pt x="3253409" y="156017"/>
                  <a:pt x="3249840" y="153967"/>
                  <a:pt x="3249840" y="134819"/>
                </a:cubicBezTo>
                <a:lnTo>
                  <a:pt x="3249840" y="99262"/>
                </a:lnTo>
                <a:cubicBezTo>
                  <a:pt x="3249840" y="74193"/>
                  <a:pt x="3239348" y="62805"/>
                  <a:pt x="3220154" y="62805"/>
                </a:cubicBezTo>
                <a:cubicBezTo>
                  <a:pt x="3211228" y="62805"/>
                  <a:pt x="3195382" y="72827"/>
                  <a:pt x="3183104" y="81484"/>
                </a:cubicBezTo>
                <a:cubicBezTo>
                  <a:pt x="3182437" y="73512"/>
                  <a:pt x="3181541" y="66680"/>
                  <a:pt x="3181541" y="66680"/>
                </a:cubicBezTo>
                <a:cubicBezTo>
                  <a:pt x="3181320" y="63945"/>
                  <a:pt x="3179535" y="62805"/>
                  <a:pt x="3176409" y="62805"/>
                </a:cubicBezTo>
                <a:cubicBezTo>
                  <a:pt x="3168151" y="65130"/>
                  <a:pt x="3154760" y="68320"/>
                  <a:pt x="3139360" y="70367"/>
                </a:cubicBezTo>
                <a:cubicBezTo>
                  <a:pt x="3138914" y="71736"/>
                  <a:pt x="3139360" y="76288"/>
                  <a:pt x="3139806" y="77658"/>
                </a:cubicBezTo>
                <a:cubicBezTo>
                  <a:pt x="3152083" y="78797"/>
                  <a:pt x="3154314" y="80618"/>
                  <a:pt x="3154314" y="93601"/>
                </a:cubicBezTo>
                <a:lnTo>
                  <a:pt x="3154314" y="136202"/>
                </a:lnTo>
                <a:cubicBezTo>
                  <a:pt x="3154314" y="155107"/>
                  <a:pt x="3151858" y="155565"/>
                  <a:pt x="3138243" y="156702"/>
                </a:cubicBezTo>
                <a:cubicBezTo>
                  <a:pt x="3136904" y="158067"/>
                  <a:pt x="3136904" y="163078"/>
                  <a:pt x="3138243" y="164444"/>
                </a:cubicBezTo>
                <a:cubicBezTo>
                  <a:pt x="3147618" y="164218"/>
                  <a:pt x="3156990" y="163989"/>
                  <a:pt x="3168821" y="163989"/>
                </a:cubicBezTo>
                <a:cubicBezTo>
                  <a:pt x="3179089" y="163989"/>
                  <a:pt x="3185338" y="164218"/>
                  <a:pt x="3194935" y="164444"/>
                </a:cubicBezTo>
                <a:cubicBezTo>
                  <a:pt x="3196274" y="163078"/>
                  <a:pt x="3196274" y="158067"/>
                  <a:pt x="3194935" y="156702"/>
                </a:cubicBezTo>
                <a:cubicBezTo>
                  <a:pt x="3185560" y="155791"/>
                  <a:pt x="3183329" y="155107"/>
                  <a:pt x="3183329" y="136188"/>
                </a:cubicBezTo>
                <a:close/>
                <a:moveTo>
                  <a:pt x="3280637" y="130691"/>
                </a:moveTo>
                <a:cubicBezTo>
                  <a:pt x="3281530" y="141853"/>
                  <a:pt x="3282647" y="152559"/>
                  <a:pt x="3284431" y="161216"/>
                </a:cubicBezTo>
                <a:cubicBezTo>
                  <a:pt x="3288674" y="162582"/>
                  <a:pt x="3302957" y="166223"/>
                  <a:pt x="3315456" y="166223"/>
                </a:cubicBezTo>
                <a:cubicBezTo>
                  <a:pt x="3332640" y="166223"/>
                  <a:pt x="3354068" y="156660"/>
                  <a:pt x="3354068" y="136842"/>
                </a:cubicBezTo>
                <a:cubicBezTo>
                  <a:pt x="3354068" y="129096"/>
                  <a:pt x="3352280" y="122945"/>
                  <a:pt x="3347148" y="117249"/>
                </a:cubicBezTo>
                <a:cubicBezTo>
                  <a:pt x="3340674" y="109958"/>
                  <a:pt x="3331523" y="104266"/>
                  <a:pt x="3321259" y="99710"/>
                </a:cubicBezTo>
                <a:cubicBezTo>
                  <a:pt x="3312330" y="95836"/>
                  <a:pt x="3309207" y="88545"/>
                  <a:pt x="3309207" y="81939"/>
                </a:cubicBezTo>
                <a:cubicBezTo>
                  <a:pt x="3309207" y="76702"/>
                  <a:pt x="3313447" y="72372"/>
                  <a:pt x="3319921" y="72372"/>
                </a:cubicBezTo>
                <a:cubicBezTo>
                  <a:pt x="3327730" y="72372"/>
                  <a:pt x="3335321" y="79663"/>
                  <a:pt x="3340899" y="93560"/>
                </a:cubicBezTo>
                <a:cubicBezTo>
                  <a:pt x="3344918" y="94241"/>
                  <a:pt x="3347373" y="94015"/>
                  <a:pt x="3349604" y="92420"/>
                </a:cubicBezTo>
                <a:cubicBezTo>
                  <a:pt x="3349604" y="84219"/>
                  <a:pt x="3348711" y="75562"/>
                  <a:pt x="3346702" y="68271"/>
                </a:cubicBezTo>
                <a:cubicBezTo>
                  <a:pt x="3339561" y="65085"/>
                  <a:pt x="3333979" y="62805"/>
                  <a:pt x="3321705" y="62805"/>
                </a:cubicBezTo>
                <a:cubicBezTo>
                  <a:pt x="3309874" y="62805"/>
                  <a:pt x="3298717" y="67361"/>
                  <a:pt x="3291576" y="74652"/>
                </a:cubicBezTo>
                <a:cubicBezTo>
                  <a:pt x="3286440" y="79889"/>
                  <a:pt x="3283985" y="86269"/>
                  <a:pt x="3283985" y="92420"/>
                </a:cubicBezTo>
                <a:cubicBezTo>
                  <a:pt x="3283985" y="99252"/>
                  <a:pt x="3286440" y="104721"/>
                  <a:pt x="3290905" y="109503"/>
                </a:cubicBezTo>
                <a:cubicBezTo>
                  <a:pt x="3297825" y="117249"/>
                  <a:pt x="3309874" y="125224"/>
                  <a:pt x="3316794" y="128411"/>
                </a:cubicBezTo>
                <a:cubicBezTo>
                  <a:pt x="3325724" y="132512"/>
                  <a:pt x="3328176" y="140713"/>
                  <a:pt x="3328176" y="146179"/>
                </a:cubicBezTo>
                <a:cubicBezTo>
                  <a:pt x="3328176" y="153470"/>
                  <a:pt x="3321034" y="157345"/>
                  <a:pt x="3315010" y="157345"/>
                </a:cubicBezTo>
                <a:cubicBezTo>
                  <a:pt x="3304967" y="157345"/>
                  <a:pt x="3294253" y="147093"/>
                  <a:pt x="3289567" y="130236"/>
                </a:cubicBezTo>
                <a:cubicBezTo>
                  <a:pt x="3285994" y="129551"/>
                  <a:pt x="3284210" y="129780"/>
                  <a:pt x="3280637" y="130691"/>
                </a:cubicBezTo>
                <a:close/>
                <a:moveTo>
                  <a:pt x="3379286" y="65252"/>
                </a:moveTo>
                <a:cubicBezTo>
                  <a:pt x="3376163" y="65252"/>
                  <a:pt x="3372816" y="66165"/>
                  <a:pt x="3369914" y="68671"/>
                </a:cubicBezTo>
                <a:lnTo>
                  <a:pt x="3369914" y="75274"/>
                </a:lnTo>
                <a:cubicBezTo>
                  <a:pt x="3369914" y="76414"/>
                  <a:pt x="3370135" y="76639"/>
                  <a:pt x="3371028" y="76639"/>
                </a:cubicBezTo>
                <a:lnTo>
                  <a:pt x="3385535" y="76639"/>
                </a:lnTo>
                <a:cubicBezTo>
                  <a:pt x="3385089" y="99596"/>
                  <a:pt x="3384868" y="128689"/>
                  <a:pt x="3384868" y="140056"/>
                </a:cubicBezTo>
                <a:cubicBezTo>
                  <a:pt x="3384868" y="148011"/>
                  <a:pt x="3386877" y="155750"/>
                  <a:pt x="3391563" y="159847"/>
                </a:cubicBezTo>
                <a:cubicBezTo>
                  <a:pt x="3396695" y="164177"/>
                  <a:pt x="3404729" y="166223"/>
                  <a:pt x="3410086" y="166223"/>
                </a:cubicBezTo>
                <a:cubicBezTo>
                  <a:pt x="3422363" y="166223"/>
                  <a:pt x="3435975" y="159847"/>
                  <a:pt x="3440440" y="153470"/>
                </a:cubicBezTo>
                <a:cubicBezTo>
                  <a:pt x="3440440" y="150738"/>
                  <a:pt x="3439102" y="149373"/>
                  <a:pt x="3436425" y="147100"/>
                </a:cubicBezTo>
                <a:cubicBezTo>
                  <a:pt x="3433523" y="149373"/>
                  <a:pt x="3427942" y="150283"/>
                  <a:pt x="3423702" y="150283"/>
                </a:cubicBezTo>
                <a:cubicBezTo>
                  <a:pt x="3418791" y="150283"/>
                  <a:pt x="3413880" y="146419"/>
                  <a:pt x="3413880" y="135055"/>
                </a:cubicBezTo>
                <a:cubicBezTo>
                  <a:pt x="3413880" y="123688"/>
                  <a:pt x="3413659" y="99370"/>
                  <a:pt x="3413659" y="76639"/>
                </a:cubicBezTo>
                <a:lnTo>
                  <a:pt x="3436200" y="76639"/>
                </a:lnTo>
                <a:cubicBezTo>
                  <a:pt x="3438431" y="76639"/>
                  <a:pt x="3441557" y="75729"/>
                  <a:pt x="3441557" y="73679"/>
                </a:cubicBezTo>
                <a:lnTo>
                  <a:pt x="3441557" y="66621"/>
                </a:lnTo>
                <a:cubicBezTo>
                  <a:pt x="3441557" y="65710"/>
                  <a:pt x="3440886" y="65252"/>
                  <a:pt x="3439773" y="65252"/>
                </a:cubicBezTo>
                <a:lnTo>
                  <a:pt x="3413659" y="65252"/>
                </a:lnTo>
                <a:lnTo>
                  <a:pt x="3413880" y="57509"/>
                </a:lnTo>
                <a:cubicBezTo>
                  <a:pt x="3414326" y="42250"/>
                  <a:pt x="3414997" y="31776"/>
                  <a:pt x="3414997" y="31776"/>
                </a:cubicBezTo>
                <a:cubicBezTo>
                  <a:pt x="3414997" y="30407"/>
                  <a:pt x="3414326" y="29726"/>
                  <a:pt x="3413212" y="29726"/>
                </a:cubicBezTo>
                <a:cubicBezTo>
                  <a:pt x="3411649" y="29726"/>
                  <a:pt x="3403391" y="32231"/>
                  <a:pt x="3399822" y="33826"/>
                </a:cubicBezTo>
                <a:cubicBezTo>
                  <a:pt x="3396025" y="35418"/>
                  <a:pt x="3389554" y="36784"/>
                  <a:pt x="3387991" y="38834"/>
                </a:cubicBezTo>
                <a:cubicBezTo>
                  <a:pt x="3386428" y="40884"/>
                  <a:pt x="3385535" y="47035"/>
                  <a:pt x="3385535" y="65252"/>
                </a:cubicBezTo>
                <a:lnTo>
                  <a:pt x="3379286" y="65252"/>
                </a:lnTo>
                <a:close/>
                <a:moveTo>
                  <a:pt x="3513199" y="65252"/>
                </a:moveTo>
                <a:cubicBezTo>
                  <a:pt x="3510076" y="65252"/>
                  <a:pt x="3506728" y="66165"/>
                  <a:pt x="3503827" y="68671"/>
                </a:cubicBezTo>
                <a:lnTo>
                  <a:pt x="3503827" y="75274"/>
                </a:lnTo>
                <a:cubicBezTo>
                  <a:pt x="3503827" y="76414"/>
                  <a:pt x="3504048" y="76639"/>
                  <a:pt x="3504940" y="76639"/>
                </a:cubicBezTo>
                <a:lnTo>
                  <a:pt x="3519448" y="76639"/>
                </a:lnTo>
                <a:cubicBezTo>
                  <a:pt x="3519002" y="99596"/>
                  <a:pt x="3518781" y="128689"/>
                  <a:pt x="3518781" y="140056"/>
                </a:cubicBezTo>
                <a:cubicBezTo>
                  <a:pt x="3518781" y="148011"/>
                  <a:pt x="3520790" y="155750"/>
                  <a:pt x="3525476" y="159847"/>
                </a:cubicBezTo>
                <a:cubicBezTo>
                  <a:pt x="3530608" y="164177"/>
                  <a:pt x="3538642" y="166223"/>
                  <a:pt x="3543999" y="166223"/>
                </a:cubicBezTo>
                <a:cubicBezTo>
                  <a:pt x="3556276" y="166223"/>
                  <a:pt x="3569888" y="159847"/>
                  <a:pt x="3574353" y="153470"/>
                </a:cubicBezTo>
                <a:cubicBezTo>
                  <a:pt x="3574353" y="150738"/>
                  <a:pt x="3573014" y="149373"/>
                  <a:pt x="3570338" y="147100"/>
                </a:cubicBezTo>
                <a:cubicBezTo>
                  <a:pt x="3567436" y="149373"/>
                  <a:pt x="3561854" y="150283"/>
                  <a:pt x="3557614" y="150283"/>
                </a:cubicBezTo>
                <a:cubicBezTo>
                  <a:pt x="3552704" y="150283"/>
                  <a:pt x="3547793" y="146419"/>
                  <a:pt x="3547793" y="135055"/>
                </a:cubicBezTo>
                <a:cubicBezTo>
                  <a:pt x="3547793" y="123688"/>
                  <a:pt x="3547571" y="99370"/>
                  <a:pt x="3547571" y="76639"/>
                </a:cubicBezTo>
                <a:lnTo>
                  <a:pt x="3570113" y="76639"/>
                </a:lnTo>
                <a:cubicBezTo>
                  <a:pt x="3572344" y="76639"/>
                  <a:pt x="3575470" y="75729"/>
                  <a:pt x="3575470" y="73679"/>
                </a:cubicBezTo>
                <a:lnTo>
                  <a:pt x="3575470" y="66621"/>
                </a:lnTo>
                <a:cubicBezTo>
                  <a:pt x="3575470" y="65710"/>
                  <a:pt x="3574799" y="65252"/>
                  <a:pt x="3573685" y="65252"/>
                </a:cubicBezTo>
                <a:lnTo>
                  <a:pt x="3547571" y="65252"/>
                </a:lnTo>
                <a:lnTo>
                  <a:pt x="3547793" y="57509"/>
                </a:lnTo>
                <a:cubicBezTo>
                  <a:pt x="3548239" y="42250"/>
                  <a:pt x="3548910" y="31776"/>
                  <a:pt x="3548910" y="31776"/>
                </a:cubicBezTo>
                <a:cubicBezTo>
                  <a:pt x="3548910" y="30407"/>
                  <a:pt x="3548239" y="29726"/>
                  <a:pt x="3547125" y="29726"/>
                </a:cubicBezTo>
                <a:cubicBezTo>
                  <a:pt x="3545562" y="29726"/>
                  <a:pt x="3537304" y="32231"/>
                  <a:pt x="3533734" y="33826"/>
                </a:cubicBezTo>
                <a:cubicBezTo>
                  <a:pt x="3529937" y="35418"/>
                  <a:pt x="3523467" y="36784"/>
                  <a:pt x="3521904" y="38834"/>
                </a:cubicBezTo>
                <a:cubicBezTo>
                  <a:pt x="3520340" y="40884"/>
                  <a:pt x="3519448" y="47035"/>
                  <a:pt x="3519448" y="65252"/>
                </a:cubicBezTo>
                <a:lnTo>
                  <a:pt x="3513199" y="65252"/>
                </a:lnTo>
                <a:close/>
                <a:moveTo>
                  <a:pt x="3696885" y="134819"/>
                </a:moveTo>
                <a:lnTo>
                  <a:pt x="3696885" y="99262"/>
                </a:lnTo>
                <a:cubicBezTo>
                  <a:pt x="3696885" y="74193"/>
                  <a:pt x="3686392" y="62805"/>
                  <a:pt x="3667199" y="62805"/>
                </a:cubicBezTo>
                <a:cubicBezTo>
                  <a:pt x="3658940" y="62805"/>
                  <a:pt x="3643094" y="71232"/>
                  <a:pt x="3630374" y="79204"/>
                </a:cubicBezTo>
                <a:lnTo>
                  <a:pt x="3630374" y="31105"/>
                </a:lnTo>
                <a:cubicBezTo>
                  <a:pt x="3630374" y="16281"/>
                  <a:pt x="3631042" y="7899"/>
                  <a:pt x="3631042" y="7899"/>
                </a:cubicBezTo>
                <a:cubicBezTo>
                  <a:pt x="3631042" y="5880"/>
                  <a:pt x="3629482" y="4980"/>
                  <a:pt x="3627472" y="4980"/>
                </a:cubicBezTo>
                <a:cubicBezTo>
                  <a:pt x="3619214" y="7673"/>
                  <a:pt x="3601358" y="10144"/>
                  <a:pt x="3585512" y="10814"/>
                </a:cubicBezTo>
                <a:cubicBezTo>
                  <a:pt x="3584841" y="13549"/>
                  <a:pt x="3585066" y="16055"/>
                  <a:pt x="3586183" y="18102"/>
                </a:cubicBezTo>
                <a:cubicBezTo>
                  <a:pt x="3600241" y="19245"/>
                  <a:pt x="3601358" y="19471"/>
                  <a:pt x="3601358" y="35209"/>
                </a:cubicBezTo>
                <a:lnTo>
                  <a:pt x="3601358" y="135049"/>
                </a:lnTo>
                <a:cubicBezTo>
                  <a:pt x="3601358" y="153967"/>
                  <a:pt x="3597789" y="156017"/>
                  <a:pt x="3584174" y="156702"/>
                </a:cubicBezTo>
                <a:cubicBezTo>
                  <a:pt x="3582836" y="158067"/>
                  <a:pt x="3582836" y="163078"/>
                  <a:pt x="3584174" y="164444"/>
                </a:cubicBezTo>
                <a:cubicBezTo>
                  <a:pt x="3593546" y="164218"/>
                  <a:pt x="3603589" y="163989"/>
                  <a:pt x="3615866" y="163989"/>
                </a:cubicBezTo>
                <a:cubicBezTo>
                  <a:pt x="3626580" y="163989"/>
                  <a:pt x="3633497" y="164218"/>
                  <a:pt x="3643094" y="164444"/>
                </a:cubicBezTo>
                <a:cubicBezTo>
                  <a:pt x="3644436" y="163078"/>
                  <a:pt x="3644436" y="158067"/>
                  <a:pt x="3643094" y="156702"/>
                </a:cubicBezTo>
                <a:cubicBezTo>
                  <a:pt x="3633722" y="156017"/>
                  <a:pt x="3630374" y="153967"/>
                  <a:pt x="3630374" y="135049"/>
                </a:cubicBezTo>
                <a:lnTo>
                  <a:pt x="3630374" y="88323"/>
                </a:lnTo>
                <a:cubicBezTo>
                  <a:pt x="3639746" y="82394"/>
                  <a:pt x="3647112" y="79659"/>
                  <a:pt x="3651131" y="79659"/>
                </a:cubicBezTo>
                <a:cubicBezTo>
                  <a:pt x="3660057" y="79659"/>
                  <a:pt x="3667869" y="83763"/>
                  <a:pt x="3667869" y="96757"/>
                </a:cubicBezTo>
                <a:lnTo>
                  <a:pt x="3667869" y="134819"/>
                </a:lnTo>
                <a:cubicBezTo>
                  <a:pt x="3667869" y="153967"/>
                  <a:pt x="3664297" y="156017"/>
                  <a:pt x="3655146" y="156702"/>
                </a:cubicBezTo>
                <a:cubicBezTo>
                  <a:pt x="3653808" y="158067"/>
                  <a:pt x="3653808" y="163078"/>
                  <a:pt x="3655146" y="164444"/>
                </a:cubicBezTo>
                <a:cubicBezTo>
                  <a:pt x="3664522" y="164218"/>
                  <a:pt x="3671663" y="163989"/>
                  <a:pt x="3682377" y="163989"/>
                </a:cubicBezTo>
                <a:cubicBezTo>
                  <a:pt x="3694651" y="163989"/>
                  <a:pt x="3704473" y="164218"/>
                  <a:pt x="3714069" y="164444"/>
                </a:cubicBezTo>
                <a:cubicBezTo>
                  <a:pt x="3715408" y="163078"/>
                  <a:pt x="3715408" y="158067"/>
                  <a:pt x="3714069" y="156702"/>
                </a:cubicBezTo>
                <a:cubicBezTo>
                  <a:pt x="3700454" y="156017"/>
                  <a:pt x="3696885" y="153967"/>
                  <a:pt x="3696885" y="134819"/>
                </a:cubicBezTo>
                <a:close/>
                <a:moveTo>
                  <a:pt x="3756696" y="101292"/>
                </a:moveTo>
                <a:cubicBezTo>
                  <a:pt x="3756921" y="93323"/>
                  <a:pt x="3758038" y="84667"/>
                  <a:pt x="3761161" y="80114"/>
                </a:cubicBezTo>
                <a:cubicBezTo>
                  <a:pt x="3764733" y="74648"/>
                  <a:pt x="3770758" y="72372"/>
                  <a:pt x="3773213" y="72372"/>
                </a:cubicBezTo>
                <a:cubicBezTo>
                  <a:pt x="3779241" y="72372"/>
                  <a:pt x="3787496" y="78294"/>
                  <a:pt x="3787496" y="96510"/>
                </a:cubicBezTo>
                <a:cubicBezTo>
                  <a:pt x="3787496" y="97876"/>
                  <a:pt x="3787496" y="100836"/>
                  <a:pt x="3787050" y="101292"/>
                </a:cubicBezTo>
                <a:lnTo>
                  <a:pt x="3756696" y="101292"/>
                </a:lnTo>
                <a:moveTo>
                  <a:pt x="3813389" y="134559"/>
                </a:moveTo>
                <a:cubicBezTo>
                  <a:pt x="3804238" y="144132"/>
                  <a:pt x="3792186" y="146638"/>
                  <a:pt x="3783703" y="146638"/>
                </a:cubicBezTo>
                <a:cubicBezTo>
                  <a:pt x="3766293" y="146638"/>
                  <a:pt x="3755583" y="136383"/>
                  <a:pt x="3755583" y="114049"/>
                </a:cubicBezTo>
                <a:cubicBezTo>
                  <a:pt x="3755583" y="112454"/>
                  <a:pt x="3755804" y="111540"/>
                  <a:pt x="3755804" y="110400"/>
                </a:cubicBezTo>
                <a:lnTo>
                  <a:pt x="3809370" y="110400"/>
                </a:lnTo>
                <a:cubicBezTo>
                  <a:pt x="3814727" y="110400"/>
                  <a:pt x="3815841" y="106529"/>
                  <a:pt x="3815841" y="103342"/>
                </a:cubicBezTo>
                <a:cubicBezTo>
                  <a:pt x="3815841" y="83986"/>
                  <a:pt x="3808478" y="62805"/>
                  <a:pt x="3775669" y="62805"/>
                </a:cubicBezTo>
                <a:cubicBezTo>
                  <a:pt x="3752235" y="62805"/>
                  <a:pt x="3725450" y="83986"/>
                  <a:pt x="3725450" y="118834"/>
                </a:cubicBezTo>
                <a:cubicBezTo>
                  <a:pt x="3725450" y="132053"/>
                  <a:pt x="3730140" y="145957"/>
                  <a:pt x="3739737" y="154839"/>
                </a:cubicBezTo>
                <a:cubicBezTo>
                  <a:pt x="3748216" y="162582"/>
                  <a:pt x="3759152" y="166223"/>
                  <a:pt x="3774998" y="166223"/>
                </a:cubicBezTo>
                <a:cubicBezTo>
                  <a:pt x="3790398" y="166223"/>
                  <a:pt x="3805577" y="158255"/>
                  <a:pt x="3816737" y="141627"/>
                </a:cubicBezTo>
                <a:cubicBezTo>
                  <a:pt x="3816737" y="138663"/>
                  <a:pt x="3815620" y="134559"/>
                  <a:pt x="3813389" y="134559"/>
                </a:cubicBezTo>
                <a:close/>
                <a:moveTo>
                  <a:pt x="3962253" y="136213"/>
                </a:moveTo>
                <a:lnTo>
                  <a:pt x="3962253" y="54017"/>
                </a:lnTo>
                <a:cubicBezTo>
                  <a:pt x="3962253" y="41906"/>
                  <a:pt x="3964041" y="28881"/>
                  <a:pt x="3964041" y="28881"/>
                </a:cubicBezTo>
                <a:cubicBezTo>
                  <a:pt x="3964041" y="25910"/>
                  <a:pt x="3962253" y="24996"/>
                  <a:pt x="3960244" y="24996"/>
                </a:cubicBezTo>
                <a:cubicBezTo>
                  <a:pt x="3958013" y="24996"/>
                  <a:pt x="3954219" y="25910"/>
                  <a:pt x="3949087" y="28426"/>
                </a:cubicBezTo>
                <a:cubicBezTo>
                  <a:pt x="3935471" y="34824"/>
                  <a:pt x="3920293" y="40307"/>
                  <a:pt x="3900878" y="48533"/>
                </a:cubicBezTo>
                <a:cubicBezTo>
                  <a:pt x="3901099" y="52418"/>
                  <a:pt x="3902662" y="56074"/>
                  <a:pt x="3905788" y="58357"/>
                </a:cubicBezTo>
                <a:cubicBezTo>
                  <a:pt x="3917841" y="53103"/>
                  <a:pt x="3925875" y="52647"/>
                  <a:pt x="3928997" y="52647"/>
                </a:cubicBezTo>
                <a:cubicBezTo>
                  <a:pt x="3931899" y="52647"/>
                  <a:pt x="3933241" y="53561"/>
                  <a:pt x="3933241" y="64960"/>
                </a:cubicBezTo>
                <a:lnTo>
                  <a:pt x="3933241" y="136213"/>
                </a:lnTo>
                <a:cubicBezTo>
                  <a:pt x="3933241" y="155110"/>
                  <a:pt x="3922527" y="156021"/>
                  <a:pt x="3910250" y="156702"/>
                </a:cubicBezTo>
                <a:cubicBezTo>
                  <a:pt x="3908019" y="158067"/>
                  <a:pt x="3908019" y="163078"/>
                  <a:pt x="3910250" y="164444"/>
                </a:cubicBezTo>
                <a:cubicBezTo>
                  <a:pt x="3910250" y="164444"/>
                  <a:pt x="3939044" y="163989"/>
                  <a:pt x="3947970" y="163989"/>
                </a:cubicBezTo>
                <a:cubicBezTo>
                  <a:pt x="3956896" y="163989"/>
                  <a:pt x="3966942" y="164218"/>
                  <a:pt x="3985241" y="164444"/>
                </a:cubicBezTo>
                <a:cubicBezTo>
                  <a:pt x="3987475" y="163078"/>
                  <a:pt x="3987475" y="158067"/>
                  <a:pt x="3985241" y="156702"/>
                </a:cubicBezTo>
                <a:cubicBezTo>
                  <a:pt x="3972967" y="156021"/>
                  <a:pt x="3962253" y="155110"/>
                  <a:pt x="3962253" y="136213"/>
                </a:cubicBezTo>
                <a:close/>
                <a:moveTo>
                  <a:pt x="4053091" y="34563"/>
                </a:moveTo>
                <a:cubicBezTo>
                  <a:pt x="4061796" y="34563"/>
                  <a:pt x="4071393" y="49141"/>
                  <a:pt x="4071393" y="89462"/>
                </a:cubicBezTo>
                <a:cubicBezTo>
                  <a:pt x="4071393" y="144132"/>
                  <a:pt x="4061125" y="156660"/>
                  <a:pt x="4052199" y="156660"/>
                </a:cubicBezTo>
                <a:cubicBezTo>
                  <a:pt x="4033898" y="156660"/>
                  <a:pt x="4033673" y="117934"/>
                  <a:pt x="4033673" y="98574"/>
                </a:cubicBezTo>
                <a:cubicBezTo>
                  <a:pt x="4033673" y="43220"/>
                  <a:pt x="4044162" y="34563"/>
                  <a:pt x="4053091" y="34563"/>
                </a:cubicBezTo>
                <a:moveTo>
                  <a:pt x="4051974" y="166223"/>
                </a:moveTo>
                <a:cubicBezTo>
                  <a:pt x="4074070" y="166223"/>
                  <a:pt x="4103085" y="148233"/>
                  <a:pt x="4103085" y="94018"/>
                </a:cubicBezTo>
                <a:cubicBezTo>
                  <a:pt x="4103085" y="40259"/>
                  <a:pt x="4075633" y="24996"/>
                  <a:pt x="4053091" y="24996"/>
                </a:cubicBezTo>
                <a:cubicBezTo>
                  <a:pt x="4024301" y="24996"/>
                  <a:pt x="4001759" y="50507"/>
                  <a:pt x="4001759" y="96065"/>
                </a:cubicBezTo>
                <a:cubicBezTo>
                  <a:pt x="4001759" y="133426"/>
                  <a:pt x="4019390" y="166223"/>
                  <a:pt x="4051974" y="166223"/>
                </a:cubicBezTo>
                <a:close/>
                <a:moveTo>
                  <a:pt x="4214457" y="136188"/>
                </a:moveTo>
                <a:lnTo>
                  <a:pt x="4214457" y="90828"/>
                </a:lnTo>
                <a:cubicBezTo>
                  <a:pt x="4214457" y="89688"/>
                  <a:pt x="4214457" y="88548"/>
                  <a:pt x="4214457" y="87409"/>
                </a:cubicBezTo>
                <a:cubicBezTo>
                  <a:pt x="4223162" y="81939"/>
                  <a:pt x="4230971" y="79659"/>
                  <a:pt x="4234768" y="79659"/>
                </a:cubicBezTo>
                <a:cubicBezTo>
                  <a:pt x="4243694" y="79659"/>
                  <a:pt x="4250389" y="83763"/>
                  <a:pt x="4250389" y="96757"/>
                </a:cubicBezTo>
                <a:lnTo>
                  <a:pt x="4250389" y="134819"/>
                </a:lnTo>
                <a:cubicBezTo>
                  <a:pt x="4250389" y="153967"/>
                  <a:pt x="4246817" y="156017"/>
                  <a:pt x="4237666" y="156702"/>
                </a:cubicBezTo>
                <a:cubicBezTo>
                  <a:pt x="4236328" y="158067"/>
                  <a:pt x="4236328" y="163078"/>
                  <a:pt x="4237666" y="164444"/>
                </a:cubicBezTo>
                <a:cubicBezTo>
                  <a:pt x="4247042" y="164218"/>
                  <a:pt x="4254183" y="163989"/>
                  <a:pt x="4264897" y="163989"/>
                </a:cubicBezTo>
                <a:cubicBezTo>
                  <a:pt x="4275611" y="163989"/>
                  <a:pt x="4282528" y="164218"/>
                  <a:pt x="4292125" y="164444"/>
                </a:cubicBezTo>
                <a:cubicBezTo>
                  <a:pt x="4293466" y="163078"/>
                  <a:pt x="4293466" y="158067"/>
                  <a:pt x="4292125" y="156702"/>
                </a:cubicBezTo>
                <a:cubicBezTo>
                  <a:pt x="4283199" y="156017"/>
                  <a:pt x="4279405" y="153967"/>
                  <a:pt x="4279405" y="134819"/>
                </a:cubicBezTo>
                <a:lnTo>
                  <a:pt x="4279405" y="99262"/>
                </a:lnTo>
                <a:cubicBezTo>
                  <a:pt x="4279405" y="93563"/>
                  <a:pt x="4279180" y="89007"/>
                  <a:pt x="4278512" y="86728"/>
                </a:cubicBezTo>
                <a:cubicBezTo>
                  <a:pt x="4286992" y="82394"/>
                  <a:pt x="4296589" y="79659"/>
                  <a:pt x="4300162" y="79659"/>
                </a:cubicBezTo>
                <a:cubicBezTo>
                  <a:pt x="4309088" y="79659"/>
                  <a:pt x="4315337" y="83763"/>
                  <a:pt x="4315337" y="96757"/>
                </a:cubicBezTo>
                <a:lnTo>
                  <a:pt x="4315337" y="134819"/>
                </a:lnTo>
                <a:cubicBezTo>
                  <a:pt x="4315337" y="153967"/>
                  <a:pt x="4311764" y="156017"/>
                  <a:pt x="4302617" y="156702"/>
                </a:cubicBezTo>
                <a:cubicBezTo>
                  <a:pt x="4301275" y="158067"/>
                  <a:pt x="4301275" y="163078"/>
                  <a:pt x="4302617" y="164444"/>
                </a:cubicBezTo>
                <a:cubicBezTo>
                  <a:pt x="4311989" y="164218"/>
                  <a:pt x="4319131" y="163989"/>
                  <a:pt x="4329845" y="163989"/>
                </a:cubicBezTo>
                <a:cubicBezTo>
                  <a:pt x="4342118" y="163989"/>
                  <a:pt x="4351940" y="164218"/>
                  <a:pt x="4361537" y="164444"/>
                </a:cubicBezTo>
                <a:cubicBezTo>
                  <a:pt x="4362875" y="163078"/>
                  <a:pt x="4362875" y="158067"/>
                  <a:pt x="4361537" y="156702"/>
                </a:cubicBezTo>
                <a:cubicBezTo>
                  <a:pt x="4347922" y="156017"/>
                  <a:pt x="4344352" y="153967"/>
                  <a:pt x="4344352" y="134819"/>
                </a:cubicBezTo>
                <a:lnTo>
                  <a:pt x="4344352" y="99262"/>
                </a:lnTo>
                <a:cubicBezTo>
                  <a:pt x="4344352" y="74193"/>
                  <a:pt x="4335423" y="62805"/>
                  <a:pt x="4316229" y="62805"/>
                </a:cubicBezTo>
                <a:cubicBezTo>
                  <a:pt x="4307971" y="62805"/>
                  <a:pt x="4289223" y="71917"/>
                  <a:pt x="4276278" y="79433"/>
                </a:cubicBezTo>
                <a:cubicBezTo>
                  <a:pt x="4272931" y="69411"/>
                  <a:pt x="4264005" y="62805"/>
                  <a:pt x="4250835" y="62805"/>
                </a:cubicBezTo>
                <a:cubicBezTo>
                  <a:pt x="4242802" y="62805"/>
                  <a:pt x="4226731" y="71462"/>
                  <a:pt x="4214011" y="78749"/>
                </a:cubicBezTo>
                <a:cubicBezTo>
                  <a:pt x="4213340" y="71917"/>
                  <a:pt x="4212669" y="66680"/>
                  <a:pt x="4212669" y="66680"/>
                </a:cubicBezTo>
                <a:cubicBezTo>
                  <a:pt x="4212448" y="63945"/>
                  <a:pt x="4210663" y="62805"/>
                  <a:pt x="4207537" y="62805"/>
                </a:cubicBezTo>
                <a:cubicBezTo>
                  <a:pt x="4199278" y="65130"/>
                  <a:pt x="4185888" y="68320"/>
                  <a:pt x="4170488" y="70367"/>
                </a:cubicBezTo>
                <a:cubicBezTo>
                  <a:pt x="4170041" y="71736"/>
                  <a:pt x="4170488" y="76288"/>
                  <a:pt x="4170934" y="77658"/>
                </a:cubicBezTo>
                <a:cubicBezTo>
                  <a:pt x="4183211" y="78797"/>
                  <a:pt x="4185441" y="80618"/>
                  <a:pt x="4185441" y="93601"/>
                </a:cubicBezTo>
                <a:lnTo>
                  <a:pt x="4185441" y="136202"/>
                </a:lnTo>
                <a:cubicBezTo>
                  <a:pt x="4185441" y="155107"/>
                  <a:pt x="4182986" y="155565"/>
                  <a:pt x="4169371" y="156702"/>
                </a:cubicBezTo>
                <a:cubicBezTo>
                  <a:pt x="4168032" y="158067"/>
                  <a:pt x="4168032" y="163078"/>
                  <a:pt x="4169371" y="164444"/>
                </a:cubicBezTo>
                <a:cubicBezTo>
                  <a:pt x="4178746" y="164218"/>
                  <a:pt x="4188118" y="163989"/>
                  <a:pt x="4199949" y="163989"/>
                </a:cubicBezTo>
                <a:cubicBezTo>
                  <a:pt x="4210217" y="163989"/>
                  <a:pt x="4216466" y="164218"/>
                  <a:pt x="4226063" y="164444"/>
                </a:cubicBezTo>
                <a:cubicBezTo>
                  <a:pt x="4227402" y="163078"/>
                  <a:pt x="4227402" y="158067"/>
                  <a:pt x="4226063" y="156702"/>
                </a:cubicBezTo>
                <a:cubicBezTo>
                  <a:pt x="4216688" y="155791"/>
                  <a:pt x="4214457" y="155107"/>
                  <a:pt x="4214457" y="136188"/>
                </a:cubicBezTo>
                <a:close/>
                <a:moveTo>
                  <a:pt x="4423583" y="72372"/>
                </a:moveTo>
                <a:cubicBezTo>
                  <a:pt x="4438759" y="72372"/>
                  <a:pt x="4449026" y="90825"/>
                  <a:pt x="4449026" y="122034"/>
                </a:cubicBezTo>
                <a:cubicBezTo>
                  <a:pt x="4449026" y="149369"/>
                  <a:pt x="4438537" y="156660"/>
                  <a:pt x="4430504" y="156660"/>
                </a:cubicBezTo>
                <a:cubicBezTo>
                  <a:pt x="4412202" y="156660"/>
                  <a:pt x="4405057" y="128640"/>
                  <a:pt x="4405057" y="111783"/>
                </a:cubicBezTo>
                <a:cubicBezTo>
                  <a:pt x="4405057" y="90825"/>
                  <a:pt x="4408630" y="72372"/>
                  <a:pt x="4423583" y="72372"/>
                </a:cubicBezTo>
                <a:moveTo>
                  <a:pt x="4373811" y="116794"/>
                </a:moveTo>
                <a:cubicBezTo>
                  <a:pt x="4373811" y="146638"/>
                  <a:pt x="4397023" y="166223"/>
                  <a:pt x="4426931" y="166223"/>
                </a:cubicBezTo>
                <a:cubicBezTo>
                  <a:pt x="4442777" y="166223"/>
                  <a:pt x="4455947" y="161671"/>
                  <a:pt x="4465097" y="153244"/>
                </a:cubicBezTo>
                <a:cubicBezTo>
                  <a:pt x="4476479" y="142993"/>
                  <a:pt x="4480273" y="127501"/>
                  <a:pt x="4480273" y="114744"/>
                </a:cubicBezTo>
                <a:cubicBezTo>
                  <a:pt x="4480273" y="84903"/>
                  <a:pt x="4460408" y="62805"/>
                  <a:pt x="4427152" y="62805"/>
                </a:cubicBezTo>
                <a:cubicBezTo>
                  <a:pt x="4408630" y="62805"/>
                  <a:pt x="4394793" y="69411"/>
                  <a:pt x="4386088" y="79663"/>
                </a:cubicBezTo>
                <a:cubicBezTo>
                  <a:pt x="4377605" y="89685"/>
                  <a:pt x="4373811" y="103352"/>
                  <a:pt x="4373811" y="116794"/>
                </a:cubicBezTo>
                <a:close/>
                <a:moveTo>
                  <a:pt x="4499243" y="130691"/>
                </a:moveTo>
                <a:cubicBezTo>
                  <a:pt x="4500135" y="141853"/>
                  <a:pt x="4501252" y="152559"/>
                  <a:pt x="4503037" y="161216"/>
                </a:cubicBezTo>
                <a:cubicBezTo>
                  <a:pt x="4507280" y="162582"/>
                  <a:pt x="4521563" y="166223"/>
                  <a:pt x="4534061" y="166223"/>
                </a:cubicBezTo>
                <a:cubicBezTo>
                  <a:pt x="4551246" y="166223"/>
                  <a:pt x="4572674" y="156660"/>
                  <a:pt x="4572674" y="136842"/>
                </a:cubicBezTo>
                <a:cubicBezTo>
                  <a:pt x="4572674" y="129096"/>
                  <a:pt x="4570886" y="122945"/>
                  <a:pt x="4565754" y="117249"/>
                </a:cubicBezTo>
                <a:cubicBezTo>
                  <a:pt x="4559280" y="109958"/>
                  <a:pt x="4550129" y="104266"/>
                  <a:pt x="4539865" y="99710"/>
                </a:cubicBezTo>
                <a:cubicBezTo>
                  <a:pt x="4530935" y="95836"/>
                  <a:pt x="4527812" y="88545"/>
                  <a:pt x="4527812" y="81939"/>
                </a:cubicBezTo>
                <a:cubicBezTo>
                  <a:pt x="4527812" y="76702"/>
                  <a:pt x="4532052" y="72372"/>
                  <a:pt x="4538526" y="72372"/>
                </a:cubicBezTo>
                <a:cubicBezTo>
                  <a:pt x="4546335" y="72372"/>
                  <a:pt x="4553926" y="79663"/>
                  <a:pt x="4559505" y="93560"/>
                </a:cubicBezTo>
                <a:cubicBezTo>
                  <a:pt x="4563523" y="94241"/>
                  <a:pt x="4565979" y="94015"/>
                  <a:pt x="4568209" y="92420"/>
                </a:cubicBezTo>
                <a:cubicBezTo>
                  <a:pt x="4568209" y="84219"/>
                  <a:pt x="4567317" y="75562"/>
                  <a:pt x="4565308" y="68271"/>
                </a:cubicBezTo>
                <a:cubicBezTo>
                  <a:pt x="4558166" y="65085"/>
                  <a:pt x="4552584" y="62805"/>
                  <a:pt x="4540311" y="62805"/>
                </a:cubicBezTo>
                <a:cubicBezTo>
                  <a:pt x="4528480" y="62805"/>
                  <a:pt x="4517323" y="67361"/>
                  <a:pt x="4510182" y="74652"/>
                </a:cubicBezTo>
                <a:cubicBezTo>
                  <a:pt x="4505046" y="79889"/>
                  <a:pt x="4502591" y="86269"/>
                  <a:pt x="4502591" y="92420"/>
                </a:cubicBezTo>
                <a:cubicBezTo>
                  <a:pt x="4502591" y="99252"/>
                  <a:pt x="4505046" y="104721"/>
                  <a:pt x="4509511" y="109503"/>
                </a:cubicBezTo>
                <a:cubicBezTo>
                  <a:pt x="4516431" y="117249"/>
                  <a:pt x="4528480" y="125224"/>
                  <a:pt x="4535400" y="128411"/>
                </a:cubicBezTo>
                <a:cubicBezTo>
                  <a:pt x="4544329" y="132512"/>
                  <a:pt x="4546781" y="140713"/>
                  <a:pt x="4546781" y="146179"/>
                </a:cubicBezTo>
                <a:cubicBezTo>
                  <a:pt x="4546781" y="153470"/>
                  <a:pt x="4539640" y="157345"/>
                  <a:pt x="4533615" y="157345"/>
                </a:cubicBezTo>
                <a:cubicBezTo>
                  <a:pt x="4523572" y="157345"/>
                  <a:pt x="4512858" y="147093"/>
                  <a:pt x="4508172" y="130236"/>
                </a:cubicBezTo>
                <a:cubicBezTo>
                  <a:pt x="4504600" y="129551"/>
                  <a:pt x="4502815" y="129780"/>
                  <a:pt x="4499243" y="130691"/>
                </a:cubicBezTo>
                <a:close/>
                <a:moveTo>
                  <a:pt x="4597892" y="65252"/>
                </a:moveTo>
                <a:cubicBezTo>
                  <a:pt x="4594769" y="65252"/>
                  <a:pt x="4591421" y="66165"/>
                  <a:pt x="4588519" y="68671"/>
                </a:cubicBezTo>
                <a:lnTo>
                  <a:pt x="4588519" y="75274"/>
                </a:lnTo>
                <a:cubicBezTo>
                  <a:pt x="4588519" y="76414"/>
                  <a:pt x="4588741" y="76639"/>
                  <a:pt x="4589633" y="76639"/>
                </a:cubicBezTo>
                <a:lnTo>
                  <a:pt x="4604141" y="76639"/>
                </a:lnTo>
                <a:cubicBezTo>
                  <a:pt x="4603695" y="99596"/>
                  <a:pt x="4603473" y="128689"/>
                  <a:pt x="4603473" y="140056"/>
                </a:cubicBezTo>
                <a:cubicBezTo>
                  <a:pt x="4603473" y="148011"/>
                  <a:pt x="4605483" y="155750"/>
                  <a:pt x="4610169" y="159847"/>
                </a:cubicBezTo>
                <a:cubicBezTo>
                  <a:pt x="4615301" y="164177"/>
                  <a:pt x="4623335" y="166223"/>
                  <a:pt x="4628692" y="166223"/>
                </a:cubicBezTo>
                <a:cubicBezTo>
                  <a:pt x="4640969" y="166223"/>
                  <a:pt x="4654581" y="159847"/>
                  <a:pt x="4659046" y="153470"/>
                </a:cubicBezTo>
                <a:cubicBezTo>
                  <a:pt x="4659046" y="150738"/>
                  <a:pt x="4657707" y="149373"/>
                  <a:pt x="4655030" y="147100"/>
                </a:cubicBezTo>
                <a:cubicBezTo>
                  <a:pt x="4652129" y="149373"/>
                  <a:pt x="4646547" y="150283"/>
                  <a:pt x="4642307" y="150283"/>
                </a:cubicBezTo>
                <a:cubicBezTo>
                  <a:pt x="4637396" y="150283"/>
                  <a:pt x="4632485" y="146419"/>
                  <a:pt x="4632485" y="135055"/>
                </a:cubicBezTo>
                <a:cubicBezTo>
                  <a:pt x="4632485" y="123688"/>
                  <a:pt x="4632264" y="99370"/>
                  <a:pt x="4632264" y="76639"/>
                </a:cubicBezTo>
                <a:lnTo>
                  <a:pt x="4654806" y="76639"/>
                </a:lnTo>
                <a:cubicBezTo>
                  <a:pt x="4657036" y="76639"/>
                  <a:pt x="4660163" y="75729"/>
                  <a:pt x="4660163" y="73679"/>
                </a:cubicBezTo>
                <a:lnTo>
                  <a:pt x="4660163" y="66621"/>
                </a:lnTo>
                <a:cubicBezTo>
                  <a:pt x="4660163" y="65710"/>
                  <a:pt x="4659492" y="65252"/>
                  <a:pt x="4658378" y="65252"/>
                </a:cubicBezTo>
                <a:lnTo>
                  <a:pt x="4632264" y="65252"/>
                </a:lnTo>
                <a:lnTo>
                  <a:pt x="4632485" y="57509"/>
                </a:lnTo>
                <a:cubicBezTo>
                  <a:pt x="4632932" y="42250"/>
                  <a:pt x="4633602" y="31776"/>
                  <a:pt x="4633602" y="31776"/>
                </a:cubicBezTo>
                <a:cubicBezTo>
                  <a:pt x="4633602" y="30407"/>
                  <a:pt x="4632932" y="29726"/>
                  <a:pt x="4631818" y="29726"/>
                </a:cubicBezTo>
                <a:cubicBezTo>
                  <a:pt x="4630255" y="29726"/>
                  <a:pt x="4621996" y="32231"/>
                  <a:pt x="4618427" y="33826"/>
                </a:cubicBezTo>
                <a:cubicBezTo>
                  <a:pt x="4614630" y="35418"/>
                  <a:pt x="4608159" y="36784"/>
                  <a:pt x="4606596" y="38834"/>
                </a:cubicBezTo>
                <a:cubicBezTo>
                  <a:pt x="4605033" y="40884"/>
                  <a:pt x="4604141" y="47035"/>
                  <a:pt x="4604141" y="65252"/>
                </a:cubicBezTo>
                <a:lnTo>
                  <a:pt x="4597892" y="65252"/>
                </a:lnTo>
                <a:close/>
                <a:moveTo>
                  <a:pt x="4794075" y="72553"/>
                </a:moveTo>
                <a:cubicBezTo>
                  <a:pt x="4806128" y="73460"/>
                  <a:pt x="4807691" y="77098"/>
                  <a:pt x="4802780" y="88691"/>
                </a:cubicBezTo>
                <a:lnTo>
                  <a:pt x="4785146" y="130295"/>
                </a:lnTo>
                <a:cubicBezTo>
                  <a:pt x="4784254" y="132341"/>
                  <a:pt x="4783361" y="130750"/>
                  <a:pt x="4782694" y="129158"/>
                </a:cubicBezTo>
                <a:lnTo>
                  <a:pt x="4768632" y="88691"/>
                </a:lnTo>
                <a:cubicBezTo>
                  <a:pt x="4764838" y="77779"/>
                  <a:pt x="4761712" y="73689"/>
                  <a:pt x="4775549" y="72553"/>
                </a:cubicBezTo>
                <a:cubicBezTo>
                  <a:pt x="4776891" y="71187"/>
                  <a:pt x="4776891" y="66176"/>
                  <a:pt x="4775549" y="64807"/>
                </a:cubicBezTo>
                <a:cubicBezTo>
                  <a:pt x="4767294" y="65036"/>
                  <a:pt x="4758364" y="65265"/>
                  <a:pt x="4747429" y="65265"/>
                </a:cubicBezTo>
                <a:cubicBezTo>
                  <a:pt x="4739617" y="65265"/>
                  <a:pt x="4728235" y="65036"/>
                  <a:pt x="4719977" y="64807"/>
                </a:cubicBezTo>
                <a:cubicBezTo>
                  <a:pt x="4718638" y="66176"/>
                  <a:pt x="4718638" y="71187"/>
                  <a:pt x="4719977" y="72553"/>
                </a:cubicBezTo>
                <a:cubicBezTo>
                  <a:pt x="4732921" y="74144"/>
                  <a:pt x="4733367" y="78690"/>
                  <a:pt x="4737832" y="90057"/>
                </a:cubicBezTo>
                <a:lnTo>
                  <a:pt x="4767069" y="161897"/>
                </a:lnTo>
                <a:cubicBezTo>
                  <a:pt x="4768407" y="165306"/>
                  <a:pt x="4772201" y="166668"/>
                  <a:pt x="4775103" y="166668"/>
                </a:cubicBezTo>
                <a:cubicBezTo>
                  <a:pt x="4777337" y="166668"/>
                  <a:pt x="4781798" y="166216"/>
                  <a:pt x="4783807" y="161442"/>
                </a:cubicBezTo>
                <a:lnTo>
                  <a:pt x="4814386" y="90283"/>
                </a:lnTo>
                <a:cubicBezTo>
                  <a:pt x="4818847" y="80055"/>
                  <a:pt x="4821749" y="73689"/>
                  <a:pt x="4833580" y="72553"/>
                </a:cubicBezTo>
                <a:cubicBezTo>
                  <a:pt x="4834918" y="71187"/>
                  <a:pt x="4834918" y="66176"/>
                  <a:pt x="4833580" y="64807"/>
                </a:cubicBezTo>
                <a:cubicBezTo>
                  <a:pt x="4828669" y="65036"/>
                  <a:pt x="4821528" y="65265"/>
                  <a:pt x="4816617" y="65265"/>
                </a:cubicBezTo>
                <a:cubicBezTo>
                  <a:pt x="4808358" y="65265"/>
                  <a:pt x="4800100" y="65036"/>
                  <a:pt x="4794075" y="64807"/>
                </a:cubicBezTo>
                <a:cubicBezTo>
                  <a:pt x="4792737" y="66176"/>
                  <a:pt x="4792737" y="71187"/>
                  <a:pt x="4794075" y="72553"/>
                </a:cubicBezTo>
                <a:close/>
                <a:moveTo>
                  <a:pt x="4887591" y="136209"/>
                </a:moveTo>
                <a:lnTo>
                  <a:pt x="4887591" y="90891"/>
                </a:lnTo>
                <a:cubicBezTo>
                  <a:pt x="4887591" y="79506"/>
                  <a:pt x="4888483" y="66722"/>
                  <a:pt x="4888483" y="66722"/>
                </a:cubicBezTo>
                <a:cubicBezTo>
                  <a:pt x="4888483" y="64188"/>
                  <a:pt x="4886474" y="62805"/>
                  <a:pt x="4883351" y="62805"/>
                </a:cubicBezTo>
                <a:cubicBezTo>
                  <a:pt x="4877102" y="65342"/>
                  <a:pt x="4859022" y="67184"/>
                  <a:pt x="4843622" y="69255"/>
                </a:cubicBezTo>
                <a:cubicBezTo>
                  <a:pt x="4843175" y="70624"/>
                  <a:pt x="4843622" y="75176"/>
                  <a:pt x="4844068" y="76546"/>
                </a:cubicBezTo>
                <a:cubicBezTo>
                  <a:pt x="4856345" y="77682"/>
                  <a:pt x="4858575" y="79506"/>
                  <a:pt x="4858575" y="92486"/>
                </a:cubicBezTo>
                <a:lnTo>
                  <a:pt x="4858575" y="136209"/>
                </a:lnTo>
                <a:cubicBezTo>
                  <a:pt x="4858575" y="155110"/>
                  <a:pt x="4856120" y="155565"/>
                  <a:pt x="4842508" y="156702"/>
                </a:cubicBezTo>
                <a:cubicBezTo>
                  <a:pt x="4841166" y="158067"/>
                  <a:pt x="4841166" y="163078"/>
                  <a:pt x="4842508" y="164444"/>
                </a:cubicBezTo>
                <a:cubicBezTo>
                  <a:pt x="4851880" y="164218"/>
                  <a:pt x="4861256" y="163989"/>
                  <a:pt x="4873083" y="163989"/>
                </a:cubicBezTo>
                <a:cubicBezTo>
                  <a:pt x="4884911" y="163989"/>
                  <a:pt x="4894062" y="164218"/>
                  <a:pt x="4903658" y="164444"/>
                </a:cubicBezTo>
                <a:cubicBezTo>
                  <a:pt x="4905000" y="163078"/>
                  <a:pt x="4905000" y="158067"/>
                  <a:pt x="4903658" y="156702"/>
                </a:cubicBezTo>
                <a:cubicBezTo>
                  <a:pt x="4890046" y="155791"/>
                  <a:pt x="4887591" y="155110"/>
                  <a:pt x="4887591" y="136209"/>
                </a:cubicBezTo>
                <a:moveTo>
                  <a:pt x="4857462" y="28221"/>
                </a:moveTo>
                <a:cubicBezTo>
                  <a:pt x="4857462" y="35734"/>
                  <a:pt x="4862815" y="43251"/>
                  <a:pt x="4871745" y="43251"/>
                </a:cubicBezTo>
                <a:cubicBezTo>
                  <a:pt x="4881788" y="43251"/>
                  <a:pt x="4887591" y="35053"/>
                  <a:pt x="4887591" y="29132"/>
                </a:cubicBezTo>
                <a:cubicBezTo>
                  <a:pt x="4887591" y="22300"/>
                  <a:pt x="4882459" y="14098"/>
                  <a:pt x="4873083" y="14098"/>
                </a:cubicBezTo>
                <a:cubicBezTo>
                  <a:pt x="4862594" y="14098"/>
                  <a:pt x="4857462" y="21389"/>
                  <a:pt x="4857462" y="28221"/>
                </a:cubicBezTo>
                <a:close/>
                <a:moveTo>
                  <a:pt x="5001864" y="144132"/>
                </a:moveTo>
                <a:cubicBezTo>
                  <a:pt x="5001864" y="141397"/>
                  <a:pt x="5001417" y="137071"/>
                  <a:pt x="4998962" y="137071"/>
                </a:cubicBezTo>
                <a:cubicBezTo>
                  <a:pt x="4990033" y="145498"/>
                  <a:pt x="4982445" y="149828"/>
                  <a:pt x="4975974" y="149828"/>
                </a:cubicBezTo>
                <a:cubicBezTo>
                  <a:pt x="4959233" y="149828"/>
                  <a:pt x="4946067" y="137526"/>
                  <a:pt x="4946067" y="110188"/>
                </a:cubicBezTo>
                <a:cubicBezTo>
                  <a:pt x="4946067" y="84903"/>
                  <a:pt x="4951645" y="72372"/>
                  <a:pt x="4963476" y="72372"/>
                </a:cubicBezTo>
                <a:cubicBezTo>
                  <a:pt x="4971731" y="72372"/>
                  <a:pt x="4975079" y="81258"/>
                  <a:pt x="4975750" y="88545"/>
                </a:cubicBezTo>
                <a:cubicBezTo>
                  <a:pt x="4976421" y="94696"/>
                  <a:pt x="4982445" y="99255"/>
                  <a:pt x="4989586" y="99255"/>
                </a:cubicBezTo>
                <a:cubicBezTo>
                  <a:pt x="4996728" y="99255"/>
                  <a:pt x="5001864" y="93560"/>
                  <a:pt x="5001864" y="86495"/>
                </a:cubicBezTo>
                <a:cubicBezTo>
                  <a:pt x="5001864" y="76243"/>
                  <a:pt x="4989811" y="62805"/>
                  <a:pt x="4965482" y="62805"/>
                </a:cubicBezTo>
                <a:cubicBezTo>
                  <a:pt x="4939146" y="62805"/>
                  <a:pt x="4915934" y="84444"/>
                  <a:pt x="4915934" y="118163"/>
                </a:cubicBezTo>
                <a:cubicBezTo>
                  <a:pt x="4915934" y="132970"/>
                  <a:pt x="4921070" y="145953"/>
                  <a:pt x="4929774" y="154384"/>
                </a:cubicBezTo>
                <a:cubicBezTo>
                  <a:pt x="4938476" y="162807"/>
                  <a:pt x="4948743" y="166223"/>
                  <a:pt x="4964590" y="166223"/>
                </a:cubicBezTo>
                <a:cubicBezTo>
                  <a:pt x="4977980" y="166223"/>
                  <a:pt x="4993380" y="156660"/>
                  <a:pt x="5001864" y="144132"/>
                </a:cubicBezTo>
                <a:close/>
                <a:moveTo>
                  <a:pt x="5023511" y="65252"/>
                </a:moveTo>
                <a:cubicBezTo>
                  <a:pt x="5020388" y="65252"/>
                  <a:pt x="5017040" y="66165"/>
                  <a:pt x="5014139" y="68671"/>
                </a:cubicBezTo>
                <a:lnTo>
                  <a:pt x="5014139" y="75274"/>
                </a:lnTo>
                <a:cubicBezTo>
                  <a:pt x="5014139" y="76414"/>
                  <a:pt x="5014360" y="76639"/>
                  <a:pt x="5015252" y="76639"/>
                </a:cubicBezTo>
                <a:lnTo>
                  <a:pt x="5029760" y="76639"/>
                </a:lnTo>
                <a:cubicBezTo>
                  <a:pt x="5029314" y="99596"/>
                  <a:pt x="5029092" y="128689"/>
                  <a:pt x="5029092" y="140056"/>
                </a:cubicBezTo>
                <a:cubicBezTo>
                  <a:pt x="5029092" y="148011"/>
                  <a:pt x="5031102" y="155750"/>
                  <a:pt x="5035788" y="159847"/>
                </a:cubicBezTo>
                <a:cubicBezTo>
                  <a:pt x="5040920" y="164177"/>
                  <a:pt x="5048954" y="166223"/>
                  <a:pt x="5054311" y="166223"/>
                </a:cubicBezTo>
                <a:cubicBezTo>
                  <a:pt x="5066588" y="166223"/>
                  <a:pt x="5080200" y="159847"/>
                  <a:pt x="5084665" y="153470"/>
                </a:cubicBezTo>
                <a:cubicBezTo>
                  <a:pt x="5084665" y="150738"/>
                  <a:pt x="5083326" y="149373"/>
                  <a:pt x="5080650" y="147100"/>
                </a:cubicBezTo>
                <a:cubicBezTo>
                  <a:pt x="5077748" y="149373"/>
                  <a:pt x="5072166" y="150283"/>
                  <a:pt x="5067926" y="150283"/>
                </a:cubicBezTo>
                <a:cubicBezTo>
                  <a:pt x="5063015" y="150283"/>
                  <a:pt x="5058105" y="146419"/>
                  <a:pt x="5058105" y="135055"/>
                </a:cubicBezTo>
                <a:cubicBezTo>
                  <a:pt x="5058105" y="123688"/>
                  <a:pt x="5057883" y="99370"/>
                  <a:pt x="5057883" y="76639"/>
                </a:cubicBezTo>
                <a:lnTo>
                  <a:pt x="5080425" y="76639"/>
                </a:lnTo>
                <a:cubicBezTo>
                  <a:pt x="5082655" y="76639"/>
                  <a:pt x="5085782" y="75729"/>
                  <a:pt x="5085782" y="73679"/>
                </a:cubicBezTo>
                <a:lnTo>
                  <a:pt x="5085782" y="66621"/>
                </a:lnTo>
                <a:cubicBezTo>
                  <a:pt x="5085782" y="65710"/>
                  <a:pt x="5085111" y="65252"/>
                  <a:pt x="5083997" y="65252"/>
                </a:cubicBezTo>
                <a:lnTo>
                  <a:pt x="5057883" y="65252"/>
                </a:lnTo>
                <a:lnTo>
                  <a:pt x="5058105" y="57509"/>
                </a:lnTo>
                <a:cubicBezTo>
                  <a:pt x="5058551" y="42250"/>
                  <a:pt x="5059222" y="31776"/>
                  <a:pt x="5059222" y="31776"/>
                </a:cubicBezTo>
                <a:cubicBezTo>
                  <a:pt x="5059222" y="30407"/>
                  <a:pt x="5058551" y="29726"/>
                  <a:pt x="5057437" y="29726"/>
                </a:cubicBezTo>
                <a:cubicBezTo>
                  <a:pt x="5055874" y="29726"/>
                  <a:pt x="5047615" y="32231"/>
                  <a:pt x="5044046" y="33826"/>
                </a:cubicBezTo>
                <a:cubicBezTo>
                  <a:pt x="5040249" y="35418"/>
                  <a:pt x="5033779" y="36784"/>
                  <a:pt x="5032215" y="38834"/>
                </a:cubicBezTo>
                <a:cubicBezTo>
                  <a:pt x="5030652" y="40884"/>
                  <a:pt x="5029760" y="47035"/>
                  <a:pt x="5029760" y="65252"/>
                </a:cubicBezTo>
                <a:lnTo>
                  <a:pt x="5023511" y="65252"/>
                </a:lnTo>
                <a:close/>
                <a:moveTo>
                  <a:pt x="5141132" y="136209"/>
                </a:moveTo>
                <a:lnTo>
                  <a:pt x="5141132" y="90891"/>
                </a:lnTo>
                <a:cubicBezTo>
                  <a:pt x="5141132" y="79506"/>
                  <a:pt x="5142024" y="66722"/>
                  <a:pt x="5142024" y="66722"/>
                </a:cubicBezTo>
                <a:cubicBezTo>
                  <a:pt x="5142024" y="64188"/>
                  <a:pt x="5140015" y="62805"/>
                  <a:pt x="5136892" y="62805"/>
                </a:cubicBezTo>
                <a:cubicBezTo>
                  <a:pt x="5130643" y="65342"/>
                  <a:pt x="5112563" y="67184"/>
                  <a:pt x="5097163" y="69255"/>
                </a:cubicBezTo>
                <a:cubicBezTo>
                  <a:pt x="5096717" y="70624"/>
                  <a:pt x="5097163" y="75176"/>
                  <a:pt x="5097609" y="76546"/>
                </a:cubicBezTo>
                <a:cubicBezTo>
                  <a:pt x="5109886" y="77682"/>
                  <a:pt x="5112117" y="79506"/>
                  <a:pt x="5112117" y="92486"/>
                </a:cubicBezTo>
                <a:lnTo>
                  <a:pt x="5112117" y="136209"/>
                </a:lnTo>
                <a:cubicBezTo>
                  <a:pt x="5112117" y="155110"/>
                  <a:pt x="5109661" y="155565"/>
                  <a:pt x="5096049" y="156702"/>
                </a:cubicBezTo>
                <a:cubicBezTo>
                  <a:pt x="5094707" y="158067"/>
                  <a:pt x="5094707" y="163078"/>
                  <a:pt x="5096049" y="164444"/>
                </a:cubicBezTo>
                <a:cubicBezTo>
                  <a:pt x="5105421" y="164218"/>
                  <a:pt x="5114797" y="163989"/>
                  <a:pt x="5126624" y="163989"/>
                </a:cubicBezTo>
                <a:cubicBezTo>
                  <a:pt x="5138452" y="163989"/>
                  <a:pt x="5147603" y="164218"/>
                  <a:pt x="5157200" y="164444"/>
                </a:cubicBezTo>
                <a:cubicBezTo>
                  <a:pt x="5158541" y="163078"/>
                  <a:pt x="5158541" y="158067"/>
                  <a:pt x="5157200" y="156702"/>
                </a:cubicBezTo>
                <a:cubicBezTo>
                  <a:pt x="5143587" y="155791"/>
                  <a:pt x="5141132" y="155110"/>
                  <a:pt x="5141132" y="136209"/>
                </a:cubicBezTo>
                <a:moveTo>
                  <a:pt x="5111003" y="28221"/>
                </a:moveTo>
                <a:cubicBezTo>
                  <a:pt x="5111003" y="35734"/>
                  <a:pt x="5116356" y="43251"/>
                  <a:pt x="5125286" y="43251"/>
                </a:cubicBezTo>
                <a:cubicBezTo>
                  <a:pt x="5135329" y="43251"/>
                  <a:pt x="5141132" y="35053"/>
                  <a:pt x="5141132" y="29132"/>
                </a:cubicBezTo>
                <a:cubicBezTo>
                  <a:pt x="5141132" y="22300"/>
                  <a:pt x="5136000" y="14098"/>
                  <a:pt x="5126624" y="14098"/>
                </a:cubicBezTo>
                <a:cubicBezTo>
                  <a:pt x="5116135" y="14098"/>
                  <a:pt x="5111003" y="21389"/>
                  <a:pt x="5111003" y="28221"/>
                </a:cubicBezTo>
                <a:close/>
                <a:moveTo>
                  <a:pt x="5212106" y="136188"/>
                </a:moveTo>
                <a:lnTo>
                  <a:pt x="5212106" y="90828"/>
                </a:lnTo>
                <a:cubicBezTo>
                  <a:pt x="5212106" y="89688"/>
                  <a:pt x="5212106" y="88548"/>
                  <a:pt x="5212106" y="87409"/>
                </a:cubicBezTo>
                <a:cubicBezTo>
                  <a:pt x="5220811" y="81939"/>
                  <a:pt x="5228620" y="79659"/>
                  <a:pt x="5232417" y="79659"/>
                </a:cubicBezTo>
                <a:cubicBezTo>
                  <a:pt x="5241343" y="79659"/>
                  <a:pt x="5248038" y="83763"/>
                  <a:pt x="5248038" y="96757"/>
                </a:cubicBezTo>
                <a:lnTo>
                  <a:pt x="5248038" y="134819"/>
                </a:lnTo>
                <a:cubicBezTo>
                  <a:pt x="5248038" y="153967"/>
                  <a:pt x="5244466" y="156017"/>
                  <a:pt x="5235315" y="156702"/>
                </a:cubicBezTo>
                <a:cubicBezTo>
                  <a:pt x="5233977" y="158067"/>
                  <a:pt x="5233977" y="163078"/>
                  <a:pt x="5235315" y="164444"/>
                </a:cubicBezTo>
                <a:cubicBezTo>
                  <a:pt x="5244691" y="164218"/>
                  <a:pt x="5251832" y="163989"/>
                  <a:pt x="5262546" y="163989"/>
                </a:cubicBezTo>
                <a:cubicBezTo>
                  <a:pt x="5273260" y="163989"/>
                  <a:pt x="5280177" y="164218"/>
                  <a:pt x="5289774" y="164444"/>
                </a:cubicBezTo>
                <a:cubicBezTo>
                  <a:pt x="5291116" y="163078"/>
                  <a:pt x="5291116" y="158067"/>
                  <a:pt x="5289774" y="156702"/>
                </a:cubicBezTo>
                <a:cubicBezTo>
                  <a:pt x="5280848" y="156017"/>
                  <a:pt x="5277054" y="153967"/>
                  <a:pt x="5277054" y="134819"/>
                </a:cubicBezTo>
                <a:lnTo>
                  <a:pt x="5277054" y="99262"/>
                </a:lnTo>
                <a:cubicBezTo>
                  <a:pt x="5277054" y="93563"/>
                  <a:pt x="5276829" y="89007"/>
                  <a:pt x="5276162" y="86728"/>
                </a:cubicBezTo>
                <a:cubicBezTo>
                  <a:pt x="5284642" y="82394"/>
                  <a:pt x="5294239" y="79659"/>
                  <a:pt x="5297811" y="79659"/>
                </a:cubicBezTo>
                <a:cubicBezTo>
                  <a:pt x="5306737" y="79659"/>
                  <a:pt x="5312986" y="83763"/>
                  <a:pt x="5312986" y="96757"/>
                </a:cubicBezTo>
                <a:lnTo>
                  <a:pt x="5312986" y="134819"/>
                </a:lnTo>
                <a:cubicBezTo>
                  <a:pt x="5312986" y="153967"/>
                  <a:pt x="5309414" y="156017"/>
                  <a:pt x="5300266" y="156702"/>
                </a:cubicBezTo>
                <a:cubicBezTo>
                  <a:pt x="5298925" y="158067"/>
                  <a:pt x="5298925" y="163078"/>
                  <a:pt x="5300266" y="164444"/>
                </a:cubicBezTo>
                <a:cubicBezTo>
                  <a:pt x="5309639" y="164218"/>
                  <a:pt x="5316780" y="163989"/>
                  <a:pt x="5327494" y="163989"/>
                </a:cubicBezTo>
                <a:cubicBezTo>
                  <a:pt x="5339768" y="163989"/>
                  <a:pt x="5349589" y="164218"/>
                  <a:pt x="5359186" y="164444"/>
                </a:cubicBezTo>
                <a:cubicBezTo>
                  <a:pt x="5360525" y="163078"/>
                  <a:pt x="5360525" y="158067"/>
                  <a:pt x="5359186" y="156702"/>
                </a:cubicBezTo>
                <a:cubicBezTo>
                  <a:pt x="5345571" y="156017"/>
                  <a:pt x="5342002" y="153967"/>
                  <a:pt x="5342002" y="134819"/>
                </a:cubicBezTo>
                <a:lnTo>
                  <a:pt x="5342002" y="99262"/>
                </a:lnTo>
                <a:cubicBezTo>
                  <a:pt x="5342002" y="74193"/>
                  <a:pt x="5333072" y="62805"/>
                  <a:pt x="5313878" y="62805"/>
                </a:cubicBezTo>
                <a:cubicBezTo>
                  <a:pt x="5305620" y="62805"/>
                  <a:pt x="5286872" y="71917"/>
                  <a:pt x="5273928" y="79433"/>
                </a:cubicBezTo>
                <a:cubicBezTo>
                  <a:pt x="5270580" y="69411"/>
                  <a:pt x="5261654" y="62805"/>
                  <a:pt x="5248485" y="62805"/>
                </a:cubicBezTo>
                <a:cubicBezTo>
                  <a:pt x="5240451" y="62805"/>
                  <a:pt x="5224380" y="71462"/>
                  <a:pt x="5211660" y="78749"/>
                </a:cubicBezTo>
                <a:cubicBezTo>
                  <a:pt x="5210989" y="71917"/>
                  <a:pt x="5210318" y="66680"/>
                  <a:pt x="5210318" y="66680"/>
                </a:cubicBezTo>
                <a:cubicBezTo>
                  <a:pt x="5210097" y="63945"/>
                  <a:pt x="5208312" y="62805"/>
                  <a:pt x="5205186" y="62805"/>
                </a:cubicBezTo>
                <a:cubicBezTo>
                  <a:pt x="5196928" y="65130"/>
                  <a:pt x="5183537" y="68320"/>
                  <a:pt x="5168137" y="70367"/>
                </a:cubicBezTo>
                <a:cubicBezTo>
                  <a:pt x="5167691" y="71736"/>
                  <a:pt x="5168137" y="76288"/>
                  <a:pt x="5168583" y="77658"/>
                </a:cubicBezTo>
                <a:cubicBezTo>
                  <a:pt x="5180860" y="78797"/>
                  <a:pt x="5183091" y="80618"/>
                  <a:pt x="5183091" y="93601"/>
                </a:cubicBezTo>
                <a:lnTo>
                  <a:pt x="5183091" y="136202"/>
                </a:lnTo>
                <a:cubicBezTo>
                  <a:pt x="5183091" y="155107"/>
                  <a:pt x="5180635" y="155565"/>
                  <a:pt x="5167020" y="156702"/>
                </a:cubicBezTo>
                <a:cubicBezTo>
                  <a:pt x="5165681" y="158067"/>
                  <a:pt x="5165681" y="163078"/>
                  <a:pt x="5167020" y="164444"/>
                </a:cubicBezTo>
                <a:cubicBezTo>
                  <a:pt x="5176395" y="164218"/>
                  <a:pt x="5185767" y="163989"/>
                  <a:pt x="5197598" y="163989"/>
                </a:cubicBezTo>
                <a:cubicBezTo>
                  <a:pt x="5207866" y="163989"/>
                  <a:pt x="5214115" y="164218"/>
                  <a:pt x="5223712" y="164444"/>
                </a:cubicBezTo>
                <a:cubicBezTo>
                  <a:pt x="5225051" y="163078"/>
                  <a:pt x="5225051" y="158067"/>
                  <a:pt x="5223712" y="156702"/>
                </a:cubicBezTo>
                <a:cubicBezTo>
                  <a:pt x="5214337" y="155791"/>
                  <a:pt x="5212106" y="155107"/>
                  <a:pt x="5212106" y="136188"/>
                </a:cubicBezTo>
                <a:close/>
                <a:moveTo>
                  <a:pt x="5414983" y="136209"/>
                </a:moveTo>
                <a:lnTo>
                  <a:pt x="5414983" y="90891"/>
                </a:lnTo>
                <a:cubicBezTo>
                  <a:pt x="5414983" y="79506"/>
                  <a:pt x="5415876" y="66722"/>
                  <a:pt x="5415876" y="66722"/>
                </a:cubicBezTo>
                <a:cubicBezTo>
                  <a:pt x="5415876" y="64188"/>
                  <a:pt x="5413866" y="62805"/>
                  <a:pt x="5410743" y="62805"/>
                </a:cubicBezTo>
                <a:cubicBezTo>
                  <a:pt x="5404494" y="65342"/>
                  <a:pt x="5386414" y="67184"/>
                  <a:pt x="5371014" y="69255"/>
                </a:cubicBezTo>
                <a:cubicBezTo>
                  <a:pt x="5370568" y="70624"/>
                  <a:pt x="5371014" y="75176"/>
                  <a:pt x="5371460" y="76546"/>
                </a:cubicBezTo>
                <a:cubicBezTo>
                  <a:pt x="5383737" y="77682"/>
                  <a:pt x="5385968" y="79506"/>
                  <a:pt x="5385968" y="92486"/>
                </a:cubicBezTo>
                <a:lnTo>
                  <a:pt x="5385968" y="136209"/>
                </a:lnTo>
                <a:cubicBezTo>
                  <a:pt x="5385968" y="155110"/>
                  <a:pt x="5383512" y="155565"/>
                  <a:pt x="5369900" y="156702"/>
                </a:cubicBezTo>
                <a:cubicBezTo>
                  <a:pt x="5368559" y="158067"/>
                  <a:pt x="5368559" y="163078"/>
                  <a:pt x="5369900" y="164444"/>
                </a:cubicBezTo>
                <a:cubicBezTo>
                  <a:pt x="5379273" y="164218"/>
                  <a:pt x="5388648" y="163989"/>
                  <a:pt x="5400476" y="163989"/>
                </a:cubicBezTo>
                <a:cubicBezTo>
                  <a:pt x="5412303" y="163989"/>
                  <a:pt x="5421454" y="164218"/>
                  <a:pt x="5431051" y="164444"/>
                </a:cubicBezTo>
                <a:cubicBezTo>
                  <a:pt x="5432393" y="163078"/>
                  <a:pt x="5432393" y="158067"/>
                  <a:pt x="5431051" y="156702"/>
                </a:cubicBezTo>
                <a:cubicBezTo>
                  <a:pt x="5417439" y="155791"/>
                  <a:pt x="5414983" y="155110"/>
                  <a:pt x="5414983" y="136209"/>
                </a:cubicBezTo>
                <a:moveTo>
                  <a:pt x="5384854" y="28221"/>
                </a:moveTo>
                <a:cubicBezTo>
                  <a:pt x="5384854" y="35734"/>
                  <a:pt x="5390208" y="43251"/>
                  <a:pt x="5399137" y="43251"/>
                </a:cubicBezTo>
                <a:cubicBezTo>
                  <a:pt x="5409180" y="43251"/>
                  <a:pt x="5414983" y="35053"/>
                  <a:pt x="5414983" y="29132"/>
                </a:cubicBezTo>
                <a:cubicBezTo>
                  <a:pt x="5414983" y="22300"/>
                  <a:pt x="5409851" y="14098"/>
                  <a:pt x="5400476" y="14098"/>
                </a:cubicBezTo>
                <a:cubicBezTo>
                  <a:pt x="5389986" y="14098"/>
                  <a:pt x="5384854" y="21389"/>
                  <a:pt x="5384854" y="28221"/>
                </a:cubicBezTo>
                <a:close/>
                <a:moveTo>
                  <a:pt x="5448684" y="62360"/>
                </a:moveTo>
                <a:cubicBezTo>
                  <a:pt x="5448238" y="62360"/>
                  <a:pt x="5447345" y="63274"/>
                  <a:pt x="5447345" y="63729"/>
                </a:cubicBezTo>
                <a:cubicBezTo>
                  <a:pt x="5447121" y="73984"/>
                  <a:pt x="5445782" y="84239"/>
                  <a:pt x="5443998" y="95408"/>
                </a:cubicBezTo>
                <a:cubicBezTo>
                  <a:pt x="5446007" y="96319"/>
                  <a:pt x="5450918" y="96774"/>
                  <a:pt x="5453595" y="96093"/>
                </a:cubicBezTo>
                <a:cubicBezTo>
                  <a:pt x="5458059" y="79604"/>
                  <a:pt x="5464976" y="74603"/>
                  <a:pt x="5471671" y="74374"/>
                </a:cubicBezTo>
                <a:lnTo>
                  <a:pt x="5494438" y="73689"/>
                </a:lnTo>
                <a:lnTo>
                  <a:pt x="5494884" y="74144"/>
                </a:lnTo>
                <a:cubicBezTo>
                  <a:pt x="5479709" y="99849"/>
                  <a:pt x="5457835" y="133283"/>
                  <a:pt x="5440871" y="156712"/>
                </a:cubicBezTo>
                <a:cubicBezTo>
                  <a:pt x="5438866" y="159447"/>
                  <a:pt x="5438866" y="160128"/>
                  <a:pt x="5438866" y="161268"/>
                </a:cubicBezTo>
                <a:cubicBezTo>
                  <a:pt x="5438866" y="162863"/>
                  <a:pt x="5440650" y="163999"/>
                  <a:pt x="5443998" y="163999"/>
                </a:cubicBezTo>
                <a:lnTo>
                  <a:pt x="5522561" y="164684"/>
                </a:lnTo>
                <a:cubicBezTo>
                  <a:pt x="5525238" y="156942"/>
                  <a:pt x="5528139" y="145112"/>
                  <a:pt x="5529702" y="133738"/>
                </a:cubicBezTo>
                <a:cubicBezTo>
                  <a:pt x="5528139" y="132828"/>
                  <a:pt x="5523453" y="132373"/>
                  <a:pt x="5520773" y="132373"/>
                </a:cubicBezTo>
                <a:lnTo>
                  <a:pt x="5517650" y="138968"/>
                </a:lnTo>
                <a:cubicBezTo>
                  <a:pt x="5511847" y="151023"/>
                  <a:pt x="5507382" y="155121"/>
                  <a:pt x="5495776" y="155121"/>
                </a:cubicBezTo>
                <a:lnTo>
                  <a:pt x="5474352" y="155121"/>
                </a:lnTo>
                <a:lnTo>
                  <a:pt x="5474127" y="154436"/>
                </a:lnTo>
                <a:cubicBezTo>
                  <a:pt x="5490644" y="132828"/>
                  <a:pt x="5512964" y="96892"/>
                  <a:pt x="5526355" y="74374"/>
                </a:cubicBezTo>
                <a:cubicBezTo>
                  <a:pt x="5529702" y="68681"/>
                  <a:pt x="5530370" y="66857"/>
                  <a:pt x="5530370" y="65947"/>
                </a:cubicBezTo>
                <a:cubicBezTo>
                  <a:pt x="5530370" y="65036"/>
                  <a:pt x="5529256" y="64352"/>
                  <a:pt x="5527693" y="64352"/>
                </a:cubicBezTo>
                <a:cubicBezTo>
                  <a:pt x="5526576" y="64352"/>
                  <a:pt x="5511401" y="64807"/>
                  <a:pt x="5504927" y="64807"/>
                </a:cubicBezTo>
                <a:lnTo>
                  <a:pt x="5461853" y="64807"/>
                </a:lnTo>
                <a:cubicBezTo>
                  <a:pt x="5454712" y="64640"/>
                  <a:pt x="5452702" y="63045"/>
                  <a:pt x="5448684" y="62360"/>
                </a:cubicBezTo>
                <a:close/>
                <a:moveTo>
                  <a:pt x="5575454" y="101292"/>
                </a:moveTo>
                <a:cubicBezTo>
                  <a:pt x="5575679" y="93323"/>
                  <a:pt x="5576796" y="84667"/>
                  <a:pt x="5579919" y="80114"/>
                </a:cubicBezTo>
                <a:cubicBezTo>
                  <a:pt x="5583491" y="74648"/>
                  <a:pt x="5589516" y="72372"/>
                  <a:pt x="5591971" y="72372"/>
                </a:cubicBezTo>
                <a:cubicBezTo>
                  <a:pt x="5597999" y="72372"/>
                  <a:pt x="5606254" y="78294"/>
                  <a:pt x="5606254" y="96510"/>
                </a:cubicBezTo>
                <a:cubicBezTo>
                  <a:pt x="5606254" y="97876"/>
                  <a:pt x="5606254" y="100836"/>
                  <a:pt x="5605808" y="101292"/>
                </a:cubicBezTo>
                <a:lnTo>
                  <a:pt x="5575454" y="101292"/>
                </a:lnTo>
                <a:moveTo>
                  <a:pt x="5632147" y="134559"/>
                </a:moveTo>
                <a:cubicBezTo>
                  <a:pt x="5622996" y="144132"/>
                  <a:pt x="5610943" y="146638"/>
                  <a:pt x="5602460" y="146638"/>
                </a:cubicBezTo>
                <a:cubicBezTo>
                  <a:pt x="5585051" y="146638"/>
                  <a:pt x="5574340" y="136383"/>
                  <a:pt x="5574340" y="114049"/>
                </a:cubicBezTo>
                <a:cubicBezTo>
                  <a:pt x="5574340" y="112454"/>
                  <a:pt x="5574562" y="111540"/>
                  <a:pt x="5574562" y="110400"/>
                </a:cubicBezTo>
                <a:lnTo>
                  <a:pt x="5628128" y="110400"/>
                </a:lnTo>
                <a:cubicBezTo>
                  <a:pt x="5633485" y="110400"/>
                  <a:pt x="5634599" y="106529"/>
                  <a:pt x="5634599" y="103342"/>
                </a:cubicBezTo>
                <a:cubicBezTo>
                  <a:pt x="5634599" y="83986"/>
                  <a:pt x="5627236" y="62805"/>
                  <a:pt x="5594426" y="62805"/>
                </a:cubicBezTo>
                <a:cubicBezTo>
                  <a:pt x="5570993" y="62805"/>
                  <a:pt x="5544208" y="83986"/>
                  <a:pt x="5544208" y="118834"/>
                </a:cubicBezTo>
                <a:cubicBezTo>
                  <a:pt x="5544208" y="132053"/>
                  <a:pt x="5548897" y="145957"/>
                  <a:pt x="5558494" y="154839"/>
                </a:cubicBezTo>
                <a:cubicBezTo>
                  <a:pt x="5566974" y="162582"/>
                  <a:pt x="5577909" y="166223"/>
                  <a:pt x="5593755" y="166223"/>
                </a:cubicBezTo>
                <a:cubicBezTo>
                  <a:pt x="5609156" y="166223"/>
                  <a:pt x="5624334" y="158255"/>
                  <a:pt x="5635494" y="141627"/>
                </a:cubicBezTo>
                <a:cubicBezTo>
                  <a:pt x="5635494" y="138663"/>
                  <a:pt x="5634377" y="134559"/>
                  <a:pt x="5632147" y="134559"/>
                </a:cubicBezTo>
                <a:close/>
                <a:moveTo>
                  <a:pt x="5725214" y="142308"/>
                </a:moveTo>
                <a:cubicBezTo>
                  <a:pt x="5720528" y="146183"/>
                  <a:pt x="5708700" y="151194"/>
                  <a:pt x="5706020" y="151194"/>
                </a:cubicBezTo>
                <a:cubicBezTo>
                  <a:pt x="5694860" y="151194"/>
                  <a:pt x="5686155" y="138437"/>
                  <a:pt x="5686155" y="111783"/>
                </a:cubicBezTo>
                <a:cubicBezTo>
                  <a:pt x="5686155" y="99710"/>
                  <a:pt x="5687497" y="89230"/>
                  <a:pt x="5691737" y="82168"/>
                </a:cubicBezTo>
                <a:cubicBezTo>
                  <a:pt x="5695531" y="76017"/>
                  <a:pt x="5701555" y="72372"/>
                  <a:pt x="5708251" y="72372"/>
                </a:cubicBezTo>
                <a:cubicBezTo>
                  <a:pt x="5714054" y="72372"/>
                  <a:pt x="5719635" y="73057"/>
                  <a:pt x="5724992" y="80573"/>
                </a:cubicBezTo>
                <a:lnTo>
                  <a:pt x="5724992" y="136616"/>
                </a:lnTo>
                <a:cubicBezTo>
                  <a:pt x="5724992" y="138437"/>
                  <a:pt x="5724992" y="140487"/>
                  <a:pt x="5725214" y="142308"/>
                </a:cubicBezTo>
                <a:moveTo>
                  <a:pt x="5725885" y="153015"/>
                </a:moveTo>
                <a:cubicBezTo>
                  <a:pt x="5726331" y="158481"/>
                  <a:pt x="5726777" y="162352"/>
                  <a:pt x="5726777" y="162352"/>
                </a:cubicBezTo>
                <a:cubicBezTo>
                  <a:pt x="5727002" y="165087"/>
                  <a:pt x="5728786" y="166223"/>
                  <a:pt x="5731909" y="166223"/>
                </a:cubicBezTo>
                <a:cubicBezTo>
                  <a:pt x="5740168" y="163902"/>
                  <a:pt x="5753558" y="160712"/>
                  <a:pt x="5768958" y="158662"/>
                </a:cubicBezTo>
                <a:cubicBezTo>
                  <a:pt x="5769405" y="157296"/>
                  <a:pt x="5768958" y="152744"/>
                  <a:pt x="5768512" y="151374"/>
                </a:cubicBezTo>
                <a:cubicBezTo>
                  <a:pt x="5756460" y="150238"/>
                  <a:pt x="5754004" y="146593"/>
                  <a:pt x="5754004" y="133617"/>
                </a:cubicBezTo>
                <a:lnTo>
                  <a:pt x="5754004" y="31227"/>
                </a:lnTo>
                <a:cubicBezTo>
                  <a:pt x="5754004" y="16451"/>
                  <a:pt x="5754675" y="7982"/>
                  <a:pt x="5754675" y="7982"/>
                </a:cubicBezTo>
                <a:cubicBezTo>
                  <a:pt x="5754675" y="5904"/>
                  <a:pt x="5753112" y="4980"/>
                  <a:pt x="5751103" y="4980"/>
                </a:cubicBezTo>
                <a:cubicBezTo>
                  <a:pt x="5742848" y="7753"/>
                  <a:pt x="5724992" y="10293"/>
                  <a:pt x="5709146" y="10985"/>
                </a:cubicBezTo>
                <a:cubicBezTo>
                  <a:pt x="5708475" y="13720"/>
                  <a:pt x="5708700" y="16680"/>
                  <a:pt x="5709814" y="18731"/>
                </a:cubicBezTo>
                <a:cubicBezTo>
                  <a:pt x="5723875" y="19867"/>
                  <a:pt x="5724992" y="20093"/>
                  <a:pt x="5724992" y="35769"/>
                </a:cubicBezTo>
                <a:lnTo>
                  <a:pt x="5724992" y="65311"/>
                </a:lnTo>
                <a:cubicBezTo>
                  <a:pt x="5720749" y="63945"/>
                  <a:pt x="5715395" y="62805"/>
                  <a:pt x="5708921" y="62805"/>
                </a:cubicBezTo>
                <a:cubicBezTo>
                  <a:pt x="5680131" y="62805"/>
                  <a:pt x="5654909" y="88538"/>
                  <a:pt x="5654909" y="118816"/>
                </a:cubicBezTo>
                <a:cubicBezTo>
                  <a:pt x="5654909" y="132477"/>
                  <a:pt x="5659598" y="147962"/>
                  <a:pt x="5670534" y="156615"/>
                </a:cubicBezTo>
                <a:cubicBezTo>
                  <a:pt x="5678568" y="163037"/>
                  <a:pt x="5684149" y="166223"/>
                  <a:pt x="5696648" y="166223"/>
                </a:cubicBezTo>
                <a:cubicBezTo>
                  <a:pt x="5702672" y="166223"/>
                  <a:pt x="5719189" y="156205"/>
                  <a:pt x="5723875" y="153015"/>
                </a:cubicBezTo>
                <a:lnTo>
                  <a:pt x="5725885" y="153015"/>
                </a:lnTo>
                <a:close/>
                <a:moveTo>
                  <a:pt x="5920058" y="144132"/>
                </a:moveTo>
                <a:cubicBezTo>
                  <a:pt x="5920058" y="141397"/>
                  <a:pt x="5919612" y="137071"/>
                  <a:pt x="5917156" y="137071"/>
                </a:cubicBezTo>
                <a:cubicBezTo>
                  <a:pt x="5908227" y="145498"/>
                  <a:pt x="5900639" y="149828"/>
                  <a:pt x="5894169" y="149828"/>
                </a:cubicBezTo>
                <a:cubicBezTo>
                  <a:pt x="5877427" y="149828"/>
                  <a:pt x="5864261" y="137526"/>
                  <a:pt x="5864261" y="110188"/>
                </a:cubicBezTo>
                <a:cubicBezTo>
                  <a:pt x="5864261" y="84903"/>
                  <a:pt x="5869839" y="72372"/>
                  <a:pt x="5881670" y="72372"/>
                </a:cubicBezTo>
                <a:cubicBezTo>
                  <a:pt x="5889925" y="72372"/>
                  <a:pt x="5893273" y="81258"/>
                  <a:pt x="5893944" y="88545"/>
                </a:cubicBezTo>
                <a:cubicBezTo>
                  <a:pt x="5894615" y="94696"/>
                  <a:pt x="5900639" y="99255"/>
                  <a:pt x="5907781" y="99255"/>
                </a:cubicBezTo>
                <a:cubicBezTo>
                  <a:pt x="5914922" y="99255"/>
                  <a:pt x="5920058" y="93560"/>
                  <a:pt x="5920058" y="86495"/>
                </a:cubicBezTo>
                <a:cubicBezTo>
                  <a:pt x="5920058" y="76243"/>
                  <a:pt x="5908005" y="62805"/>
                  <a:pt x="5883676" y="62805"/>
                </a:cubicBezTo>
                <a:cubicBezTo>
                  <a:pt x="5857341" y="62805"/>
                  <a:pt x="5834128" y="84444"/>
                  <a:pt x="5834128" y="118163"/>
                </a:cubicBezTo>
                <a:cubicBezTo>
                  <a:pt x="5834128" y="132970"/>
                  <a:pt x="5839264" y="145953"/>
                  <a:pt x="5847969" y="154384"/>
                </a:cubicBezTo>
                <a:cubicBezTo>
                  <a:pt x="5856670" y="162807"/>
                  <a:pt x="5866938" y="166223"/>
                  <a:pt x="5882784" y="166223"/>
                </a:cubicBezTo>
                <a:cubicBezTo>
                  <a:pt x="5896174" y="166223"/>
                  <a:pt x="5911574" y="156660"/>
                  <a:pt x="5920058" y="144132"/>
                </a:cubicBezTo>
                <a:close/>
                <a:moveTo>
                  <a:pt x="5985675" y="72372"/>
                </a:moveTo>
                <a:cubicBezTo>
                  <a:pt x="6000850" y="72372"/>
                  <a:pt x="6011118" y="90825"/>
                  <a:pt x="6011118" y="122034"/>
                </a:cubicBezTo>
                <a:cubicBezTo>
                  <a:pt x="6011118" y="149369"/>
                  <a:pt x="6000629" y="156660"/>
                  <a:pt x="5992595" y="156660"/>
                </a:cubicBezTo>
                <a:cubicBezTo>
                  <a:pt x="5974293" y="156660"/>
                  <a:pt x="5967149" y="128640"/>
                  <a:pt x="5967149" y="111783"/>
                </a:cubicBezTo>
                <a:cubicBezTo>
                  <a:pt x="5967149" y="90825"/>
                  <a:pt x="5970721" y="72372"/>
                  <a:pt x="5985675" y="72372"/>
                </a:cubicBezTo>
                <a:moveTo>
                  <a:pt x="5935902" y="116794"/>
                </a:moveTo>
                <a:cubicBezTo>
                  <a:pt x="5935902" y="146638"/>
                  <a:pt x="5959115" y="166223"/>
                  <a:pt x="5989023" y="166223"/>
                </a:cubicBezTo>
                <a:cubicBezTo>
                  <a:pt x="6004869" y="166223"/>
                  <a:pt x="6018038" y="161671"/>
                  <a:pt x="6027189" y="153244"/>
                </a:cubicBezTo>
                <a:cubicBezTo>
                  <a:pt x="6038570" y="142993"/>
                  <a:pt x="6042364" y="127501"/>
                  <a:pt x="6042364" y="114744"/>
                </a:cubicBezTo>
                <a:cubicBezTo>
                  <a:pt x="6042364" y="84903"/>
                  <a:pt x="6022499" y="62805"/>
                  <a:pt x="5989244" y="62805"/>
                </a:cubicBezTo>
                <a:cubicBezTo>
                  <a:pt x="5970721" y="62805"/>
                  <a:pt x="5956884" y="69411"/>
                  <a:pt x="5948180" y="79663"/>
                </a:cubicBezTo>
                <a:cubicBezTo>
                  <a:pt x="5939696" y="89685"/>
                  <a:pt x="5935902" y="103352"/>
                  <a:pt x="5935902" y="116794"/>
                </a:cubicBezTo>
                <a:close/>
                <a:moveTo>
                  <a:pt x="6164449" y="133690"/>
                </a:moveTo>
                <a:lnTo>
                  <a:pt x="6164449" y="94369"/>
                </a:lnTo>
                <a:cubicBezTo>
                  <a:pt x="6164449" y="75281"/>
                  <a:pt x="6164895" y="78005"/>
                  <a:pt x="6164895" y="72553"/>
                </a:cubicBezTo>
                <a:cubicBezTo>
                  <a:pt x="6164895" y="68681"/>
                  <a:pt x="6164003" y="66176"/>
                  <a:pt x="6162664" y="64807"/>
                </a:cubicBezTo>
                <a:cubicBezTo>
                  <a:pt x="6158646" y="65036"/>
                  <a:pt x="6154181" y="65265"/>
                  <a:pt x="6149941" y="65265"/>
                </a:cubicBezTo>
                <a:cubicBezTo>
                  <a:pt x="6143692" y="65265"/>
                  <a:pt x="6129184" y="65036"/>
                  <a:pt x="6120479" y="64807"/>
                </a:cubicBezTo>
                <a:cubicBezTo>
                  <a:pt x="6119141" y="66176"/>
                  <a:pt x="6119141" y="71187"/>
                  <a:pt x="6120479" y="72553"/>
                </a:cubicBezTo>
                <a:cubicBezTo>
                  <a:pt x="6131864" y="73689"/>
                  <a:pt x="6135433" y="75281"/>
                  <a:pt x="6135433" y="94369"/>
                </a:cubicBezTo>
                <a:lnTo>
                  <a:pt x="6135433" y="136418"/>
                </a:lnTo>
                <a:cubicBezTo>
                  <a:pt x="6135433" y="138690"/>
                  <a:pt x="6135433" y="140963"/>
                  <a:pt x="6135658" y="143236"/>
                </a:cubicBezTo>
                <a:cubicBezTo>
                  <a:pt x="6126507" y="148918"/>
                  <a:pt x="6119141" y="149373"/>
                  <a:pt x="6115122" y="149373"/>
                </a:cubicBezTo>
                <a:cubicBezTo>
                  <a:pt x="6106196" y="149373"/>
                  <a:pt x="6099501" y="148236"/>
                  <a:pt x="6099501" y="132328"/>
                </a:cubicBezTo>
                <a:lnTo>
                  <a:pt x="6099501" y="94369"/>
                </a:lnTo>
                <a:cubicBezTo>
                  <a:pt x="6099501" y="75281"/>
                  <a:pt x="6099947" y="78005"/>
                  <a:pt x="6099947" y="72553"/>
                </a:cubicBezTo>
                <a:cubicBezTo>
                  <a:pt x="6099947" y="68681"/>
                  <a:pt x="6099055" y="66176"/>
                  <a:pt x="6097716" y="64807"/>
                </a:cubicBezTo>
                <a:cubicBezTo>
                  <a:pt x="6093698" y="65036"/>
                  <a:pt x="6089012" y="65265"/>
                  <a:pt x="6084993" y="65265"/>
                </a:cubicBezTo>
                <a:cubicBezTo>
                  <a:pt x="6073612" y="65265"/>
                  <a:pt x="6065128" y="65036"/>
                  <a:pt x="6055532" y="64807"/>
                </a:cubicBezTo>
                <a:cubicBezTo>
                  <a:pt x="6054193" y="66176"/>
                  <a:pt x="6054193" y="71187"/>
                  <a:pt x="6055532" y="72553"/>
                </a:cubicBezTo>
                <a:cubicBezTo>
                  <a:pt x="6065799" y="73008"/>
                  <a:pt x="6070485" y="75281"/>
                  <a:pt x="6070485" y="94369"/>
                </a:cubicBezTo>
                <a:lnTo>
                  <a:pt x="6070485" y="129825"/>
                </a:lnTo>
                <a:cubicBezTo>
                  <a:pt x="6070485" y="153929"/>
                  <a:pt x="6079861" y="166223"/>
                  <a:pt x="6099055" y="166223"/>
                </a:cubicBezTo>
                <a:cubicBezTo>
                  <a:pt x="6107089" y="166223"/>
                  <a:pt x="6123381" y="159621"/>
                  <a:pt x="6136325" y="152334"/>
                </a:cubicBezTo>
                <a:cubicBezTo>
                  <a:pt x="6136772" y="158026"/>
                  <a:pt x="6137221" y="162352"/>
                  <a:pt x="6137221" y="162352"/>
                </a:cubicBezTo>
                <a:cubicBezTo>
                  <a:pt x="6137442" y="165087"/>
                  <a:pt x="6139227" y="166223"/>
                  <a:pt x="6142353" y="166223"/>
                </a:cubicBezTo>
                <a:cubicBezTo>
                  <a:pt x="6150612" y="163902"/>
                  <a:pt x="6164003" y="160712"/>
                  <a:pt x="6179403" y="158662"/>
                </a:cubicBezTo>
                <a:cubicBezTo>
                  <a:pt x="6179849" y="157296"/>
                  <a:pt x="6179403" y="152744"/>
                  <a:pt x="6178956" y="151374"/>
                </a:cubicBezTo>
                <a:cubicBezTo>
                  <a:pt x="6166904" y="150283"/>
                  <a:pt x="6164449" y="146645"/>
                  <a:pt x="6164449" y="133690"/>
                </a:cubicBezTo>
                <a:close/>
                <a:moveTo>
                  <a:pt x="6234977" y="136188"/>
                </a:moveTo>
                <a:lnTo>
                  <a:pt x="6234977" y="90828"/>
                </a:lnTo>
                <a:lnTo>
                  <a:pt x="6234977" y="90373"/>
                </a:lnTo>
                <a:cubicBezTo>
                  <a:pt x="6243903" y="84219"/>
                  <a:pt x="6252832" y="79659"/>
                  <a:pt x="6256847" y="79659"/>
                </a:cubicBezTo>
                <a:cubicBezTo>
                  <a:pt x="6265777" y="79659"/>
                  <a:pt x="6272472" y="83763"/>
                  <a:pt x="6272472" y="96757"/>
                </a:cubicBezTo>
                <a:lnTo>
                  <a:pt x="6272472" y="134819"/>
                </a:lnTo>
                <a:cubicBezTo>
                  <a:pt x="6272472" y="153967"/>
                  <a:pt x="6268900" y="156017"/>
                  <a:pt x="6259749" y="156702"/>
                </a:cubicBezTo>
                <a:cubicBezTo>
                  <a:pt x="6258410" y="158067"/>
                  <a:pt x="6258410" y="163078"/>
                  <a:pt x="6259749" y="164444"/>
                </a:cubicBezTo>
                <a:cubicBezTo>
                  <a:pt x="6269124" y="164218"/>
                  <a:pt x="6276266" y="163989"/>
                  <a:pt x="6286980" y="163989"/>
                </a:cubicBezTo>
                <a:cubicBezTo>
                  <a:pt x="6299253" y="163989"/>
                  <a:pt x="6309075" y="164218"/>
                  <a:pt x="6318672" y="164444"/>
                </a:cubicBezTo>
                <a:cubicBezTo>
                  <a:pt x="6320010" y="163078"/>
                  <a:pt x="6320010" y="158067"/>
                  <a:pt x="6318672" y="156702"/>
                </a:cubicBezTo>
                <a:cubicBezTo>
                  <a:pt x="6305057" y="156017"/>
                  <a:pt x="6301488" y="153967"/>
                  <a:pt x="6301488" y="134819"/>
                </a:cubicBezTo>
                <a:lnTo>
                  <a:pt x="6301488" y="99262"/>
                </a:lnTo>
                <a:cubicBezTo>
                  <a:pt x="6301488" y="74193"/>
                  <a:pt x="6290995" y="62805"/>
                  <a:pt x="6271801" y="62805"/>
                </a:cubicBezTo>
                <a:cubicBezTo>
                  <a:pt x="6262875" y="62805"/>
                  <a:pt x="6247029" y="72827"/>
                  <a:pt x="6234752" y="81484"/>
                </a:cubicBezTo>
                <a:cubicBezTo>
                  <a:pt x="6234084" y="73512"/>
                  <a:pt x="6233189" y="66680"/>
                  <a:pt x="6233189" y="66680"/>
                </a:cubicBezTo>
                <a:cubicBezTo>
                  <a:pt x="6232967" y="63945"/>
                  <a:pt x="6231183" y="62805"/>
                  <a:pt x="6228056" y="62805"/>
                </a:cubicBezTo>
                <a:cubicBezTo>
                  <a:pt x="6219798" y="65130"/>
                  <a:pt x="6206407" y="68320"/>
                  <a:pt x="6191007" y="70367"/>
                </a:cubicBezTo>
                <a:cubicBezTo>
                  <a:pt x="6190561" y="71736"/>
                  <a:pt x="6191007" y="76288"/>
                  <a:pt x="6191453" y="77658"/>
                </a:cubicBezTo>
                <a:cubicBezTo>
                  <a:pt x="6203730" y="78797"/>
                  <a:pt x="6205961" y="80618"/>
                  <a:pt x="6205961" y="93601"/>
                </a:cubicBezTo>
                <a:lnTo>
                  <a:pt x="6205961" y="136202"/>
                </a:lnTo>
                <a:cubicBezTo>
                  <a:pt x="6205961" y="155107"/>
                  <a:pt x="6203506" y="155565"/>
                  <a:pt x="6189890" y="156702"/>
                </a:cubicBezTo>
                <a:cubicBezTo>
                  <a:pt x="6188552" y="158067"/>
                  <a:pt x="6188552" y="163078"/>
                  <a:pt x="6189890" y="164444"/>
                </a:cubicBezTo>
                <a:cubicBezTo>
                  <a:pt x="6199266" y="164218"/>
                  <a:pt x="6208638" y="163989"/>
                  <a:pt x="6220469" y="163989"/>
                </a:cubicBezTo>
                <a:cubicBezTo>
                  <a:pt x="6230737" y="163989"/>
                  <a:pt x="6236986" y="164218"/>
                  <a:pt x="6246583" y="164444"/>
                </a:cubicBezTo>
                <a:cubicBezTo>
                  <a:pt x="6247921" y="163078"/>
                  <a:pt x="6247921" y="158067"/>
                  <a:pt x="6246583" y="156702"/>
                </a:cubicBezTo>
                <a:cubicBezTo>
                  <a:pt x="6237207" y="155791"/>
                  <a:pt x="6234977" y="155107"/>
                  <a:pt x="6234977" y="136188"/>
                </a:cubicBezTo>
                <a:close/>
                <a:moveTo>
                  <a:pt x="6335633" y="65252"/>
                </a:moveTo>
                <a:cubicBezTo>
                  <a:pt x="6332510" y="65252"/>
                  <a:pt x="6329162" y="66165"/>
                  <a:pt x="6326261" y="68671"/>
                </a:cubicBezTo>
                <a:lnTo>
                  <a:pt x="6326261" y="75274"/>
                </a:lnTo>
                <a:cubicBezTo>
                  <a:pt x="6326261" y="76414"/>
                  <a:pt x="6326482" y="76639"/>
                  <a:pt x="6327374" y="76639"/>
                </a:cubicBezTo>
                <a:lnTo>
                  <a:pt x="6341882" y="76639"/>
                </a:lnTo>
                <a:cubicBezTo>
                  <a:pt x="6341436" y="99596"/>
                  <a:pt x="6341214" y="128689"/>
                  <a:pt x="6341214" y="140056"/>
                </a:cubicBezTo>
                <a:cubicBezTo>
                  <a:pt x="6341214" y="148011"/>
                  <a:pt x="6343224" y="155750"/>
                  <a:pt x="6347910" y="159847"/>
                </a:cubicBezTo>
                <a:cubicBezTo>
                  <a:pt x="6353042" y="164177"/>
                  <a:pt x="6361076" y="166223"/>
                  <a:pt x="6366433" y="166223"/>
                </a:cubicBezTo>
                <a:cubicBezTo>
                  <a:pt x="6378710" y="166223"/>
                  <a:pt x="6392322" y="159847"/>
                  <a:pt x="6396787" y="153470"/>
                </a:cubicBezTo>
                <a:cubicBezTo>
                  <a:pt x="6396787" y="150738"/>
                  <a:pt x="6395448" y="149373"/>
                  <a:pt x="6392772" y="147100"/>
                </a:cubicBezTo>
                <a:cubicBezTo>
                  <a:pt x="6389870" y="149373"/>
                  <a:pt x="6384288" y="150283"/>
                  <a:pt x="6380048" y="150283"/>
                </a:cubicBezTo>
                <a:cubicBezTo>
                  <a:pt x="6375137" y="150283"/>
                  <a:pt x="6370227" y="146419"/>
                  <a:pt x="6370227" y="135055"/>
                </a:cubicBezTo>
                <a:cubicBezTo>
                  <a:pt x="6370227" y="123688"/>
                  <a:pt x="6370005" y="99370"/>
                  <a:pt x="6370005" y="76639"/>
                </a:cubicBezTo>
                <a:lnTo>
                  <a:pt x="6392547" y="76639"/>
                </a:lnTo>
                <a:cubicBezTo>
                  <a:pt x="6394777" y="76639"/>
                  <a:pt x="6397904" y="75729"/>
                  <a:pt x="6397904" y="73679"/>
                </a:cubicBezTo>
                <a:lnTo>
                  <a:pt x="6397904" y="66621"/>
                </a:lnTo>
                <a:cubicBezTo>
                  <a:pt x="6397904" y="65710"/>
                  <a:pt x="6397233" y="65252"/>
                  <a:pt x="6396119" y="65252"/>
                </a:cubicBezTo>
                <a:lnTo>
                  <a:pt x="6370005" y="65252"/>
                </a:lnTo>
                <a:lnTo>
                  <a:pt x="6370227" y="57509"/>
                </a:lnTo>
                <a:cubicBezTo>
                  <a:pt x="6370673" y="42250"/>
                  <a:pt x="6371344" y="31776"/>
                  <a:pt x="6371344" y="31776"/>
                </a:cubicBezTo>
                <a:cubicBezTo>
                  <a:pt x="6371344" y="30407"/>
                  <a:pt x="6370673" y="29726"/>
                  <a:pt x="6369559" y="29726"/>
                </a:cubicBezTo>
                <a:cubicBezTo>
                  <a:pt x="6367996" y="29726"/>
                  <a:pt x="6359737" y="32231"/>
                  <a:pt x="6356168" y="33826"/>
                </a:cubicBezTo>
                <a:cubicBezTo>
                  <a:pt x="6352371" y="35418"/>
                  <a:pt x="6345901" y="36784"/>
                  <a:pt x="6344337" y="38834"/>
                </a:cubicBezTo>
                <a:cubicBezTo>
                  <a:pt x="6342774" y="40884"/>
                  <a:pt x="6341882" y="47035"/>
                  <a:pt x="6341882" y="65252"/>
                </a:cubicBezTo>
                <a:lnTo>
                  <a:pt x="6335633" y="65252"/>
                </a:lnTo>
                <a:close/>
                <a:moveTo>
                  <a:pt x="6452362" y="102908"/>
                </a:moveTo>
                <a:cubicBezTo>
                  <a:pt x="6452362" y="94699"/>
                  <a:pt x="6454817" y="91280"/>
                  <a:pt x="6457719" y="87860"/>
                </a:cubicBezTo>
                <a:cubicBezTo>
                  <a:pt x="6459504" y="85581"/>
                  <a:pt x="6461513" y="83986"/>
                  <a:pt x="6464861" y="83986"/>
                </a:cubicBezTo>
                <a:cubicBezTo>
                  <a:pt x="6466870" y="83986"/>
                  <a:pt x="6469322" y="86039"/>
                  <a:pt x="6471110" y="88319"/>
                </a:cubicBezTo>
                <a:cubicBezTo>
                  <a:pt x="6472673" y="90140"/>
                  <a:pt x="6476467" y="91964"/>
                  <a:pt x="6481599" y="91964"/>
                </a:cubicBezTo>
                <a:cubicBezTo>
                  <a:pt x="6488073" y="91964"/>
                  <a:pt x="6494322" y="85126"/>
                  <a:pt x="6494322" y="75562"/>
                </a:cubicBezTo>
                <a:cubicBezTo>
                  <a:pt x="6494322" y="69641"/>
                  <a:pt x="6487623" y="62805"/>
                  <a:pt x="6479590" y="62805"/>
                </a:cubicBezTo>
                <a:cubicBezTo>
                  <a:pt x="6471777" y="62805"/>
                  <a:pt x="6463297" y="69641"/>
                  <a:pt x="6453030" y="84670"/>
                </a:cubicBezTo>
                <a:lnTo>
                  <a:pt x="6452137" y="84670"/>
                </a:lnTo>
                <a:cubicBezTo>
                  <a:pt x="6451691" y="77838"/>
                  <a:pt x="6450574" y="66680"/>
                  <a:pt x="6450574" y="66680"/>
                </a:cubicBezTo>
                <a:cubicBezTo>
                  <a:pt x="6450353" y="64630"/>
                  <a:pt x="6448568" y="62805"/>
                  <a:pt x="6445442" y="62805"/>
                </a:cubicBezTo>
                <a:cubicBezTo>
                  <a:pt x="6434953" y="65585"/>
                  <a:pt x="6423125" y="68775"/>
                  <a:pt x="6408393" y="70367"/>
                </a:cubicBezTo>
                <a:cubicBezTo>
                  <a:pt x="6407947" y="71736"/>
                  <a:pt x="6408393" y="76063"/>
                  <a:pt x="6408839" y="77428"/>
                </a:cubicBezTo>
                <a:cubicBezTo>
                  <a:pt x="6421116" y="78568"/>
                  <a:pt x="6423347" y="80618"/>
                  <a:pt x="6423347" y="93601"/>
                </a:cubicBezTo>
                <a:lnTo>
                  <a:pt x="6423347" y="136202"/>
                </a:lnTo>
                <a:cubicBezTo>
                  <a:pt x="6423347" y="155107"/>
                  <a:pt x="6420891" y="155565"/>
                  <a:pt x="6407276" y="156702"/>
                </a:cubicBezTo>
                <a:cubicBezTo>
                  <a:pt x="6405937" y="158067"/>
                  <a:pt x="6405937" y="163078"/>
                  <a:pt x="6407276" y="164444"/>
                </a:cubicBezTo>
                <a:cubicBezTo>
                  <a:pt x="6416651" y="164218"/>
                  <a:pt x="6426023" y="163989"/>
                  <a:pt x="6437854" y="163989"/>
                </a:cubicBezTo>
                <a:cubicBezTo>
                  <a:pt x="6449682" y="163989"/>
                  <a:pt x="6458833" y="164218"/>
                  <a:pt x="6468430" y="164444"/>
                </a:cubicBezTo>
                <a:cubicBezTo>
                  <a:pt x="6469771" y="163078"/>
                  <a:pt x="6469771" y="158067"/>
                  <a:pt x="6468430" y="156702"/>
                </a:cubicBezTo>
                <a:cubicBezTo>
                  <a:pt x="6454817" y="155791"/>
                  <a:pt x="6452362" y="155107"/>
                  <a:pt x="6452362" y="136202"/>
                </a:cubicBezTo>
                <a:lnTo>
                  <a:pt x="6452362" y="102908"/>
                </a:lnTo>
                <a:close/>
                <a:moveTo>
                  <a:pt x="6548779" y="136209"/>
                </a:moveTo>
                <a:lnTo>
                  <a:pt x="6548779" y="90891"/>
                </a:lnTo>
                <a:cubicBezTo>
                  <a:pt x="6548779" y="79506"/>
                  <a:pt x="6549671" y="66722"/>
                  <a:pt x="6549671" y="66722"/>
                </a:cubicBezTo>
                <a:cubicBezTo>
                  <a:pt x="6549671" y="64188"/>
                  <a:pt x="6547662" y="62805"/>
                  <a:pt x="6544539" y="62805"/>
                </a:cubicBezTo>
                <a:cubicBezTo>
                  <a:pt x="6538289" y="65342"/>
                  <a:pt x="6520209" y="67184"/>
                  <a:pt x="6504809" y="69255"/>
                </a:cubicBezTo>
                <a:cubicBezTo>
                  <a:pt x="6504363" y="70624"/>
                  <a:pt x="6504809" y="75176"/>
                  <a:pt x="6505255" y="76546"/>
                </a:cubicBezTo>
                <a:cubicBezTo>
                  <a:pt x="6517532" y="77682"/>
                  <a:pt x="6519763" y="79506"/>
                  <a:pt x="6519763" y="92486"/>
                </a:cubicBezTo>
                <a:lnTo>
                  <a:pt x="6519763" y="136209"/>
                </a:lnTo>
                <a:cubicBezTo>
                  <a:pt x="6519763" y="155110"/>
                  <a:pt x="6517308" y="155565"/>
                  <a:pt x="6503696" y="156702"/>
                </a:cubicBezTo>
                <a:cubicBezTo>
                  <a:pt x="6502354" y="158067"/>
                  <a:pt x="6502354" y="163078"/>
                  <a:pt x="6503696" y="164444"/>
                </a:cubicBezTo>
                <a:cubicBezTo>
                  <a:pt x="6513068" y="164218"/>
                  <a:pt x="6522443" y="163989"/>
                  <a:pt x="6534271" y="163989"/>
                </a:cubicBezTo>
                <a:cubicBezTo>
                  <a:pt x="6546098" y="163989"/>
                  <a:pt x="6555249" y="164218"/>
                  <a:pt x="6564846" y="164444"/>
                </a:cubicBezTo>
                <a:cubicBezTo>
                  <a:pt x="6566188" y="163078"/>
                  <a:pt x="6566188" y="158067"/>
                  <a:pt x="6564846" y="156702"/>
                </a:cubicBezTo>
                <a:cubicBezTo>
                  <a:pt x="6551234" y="155791"/>
                  <a:pt x="6548779" y="155110"/>
                  <a:pt x="6548779" y="136209"/>
                </a:cubicBezTo>
                <a:moveTo>
                  <a:pt x="6518649" y="28221"/>
                </a:moveTo>
                <a:cubicBezTo>
                  <a:pt x="6518649" y="35734"/>
                  <a:pt x="6524003" y="43251"/>
                  <a:pt x="6532932" y="43251"/>
                </a:cubicBezTo>
                <a:cubicBezTo>
                  <a:pt x="6542975" y="43251"/>
                  <a:pt x="6548779" y="35053"/>
                  <a:pt x="6548779" y="29132"/>
                </a:cubicBezTo>
                <a:cubicBezTo>
                  <a:pt x="6548779" y="22300"/>
                  <a:pt x="6543646" y="14098"/>
                  <a:pt x="6534271" y="14098"/>
                </a:cubicBezTo>
                <a:cubicBezTo>
                  <a:pt x="6523782" y="14098"/>
                  <a:pt x="6518649" y="21389"/>
                  <a:pt x="6518649" y="28221"/>
                </a:cubicBezTo>
                <a:close/>
                <a:moveTo>
                  <a:pt x="6608368" y="101292"/>
                </a:moveTo>
                <a:cubicBezTo>
                  <a:pt x="6608593" y="93323"/>
                  <a:pt x="6609710" y="84667"/>
                  <a:pt x="6612833" y="80114"/>
                </a:cubicBezTo>
                <a:cubicBezTo>
                  <a:pt x="6616405" y="74648"/>
                  <a:pt x="6622430" y="72372"/>
                  <a:pt x="6624885" y="72372"/>
                </a:cubicBezTo>
                <a:cubicBezTo>
                  <a:pt x="6630913" y="72372"/>
                  <a:pt x="6639168" y="78294"/>
                  <a:pt x="6639168" y="96510"/>
                </a:cubicBezTo>
                <a:cubicBezTo>
                  <a:pt x="6639168" y="97876"/>
                  <a:pt x="6639168" y="100836"/>
                  <a:pt x="6638722" y="101292"/>
                </a:cubicBezTo>
                <a:lnTo>
                  <a:pt x="6608368" y="101292"/>
                </a:lnTo>
                <a:moveTo>
                  <a:pt x="6665061" y="134559"/>
                </a:moveTo>
                <a:cubicBezTo>
                  <a:pt x="6655910" y="144132"/>
                  <a:pt x="6643858" y="146638"/>
                  <a:pt x="6635374" y="146638"/>
                </a:cubicBezTo>
                <a:cubicBezTo>
                  <a:pt x="6617965" y="146638"/>
                  <a:pt x="6607255" y="136383"/>
                  <a:pt x="6607255" y="114049"/>
                </a:cubicBezTo>
                <a:cubicBezTo>
                  <a:pt x="6607255" y="112454"/>
                  <a:pt x="6607476" y="111540"/>
                  <a:pt x="6607476" y="110400"/>
                </a:cubicBezTo>
                <a:lnTo>
                  <a:pt x="6661042" y="110400"/>
                </a:lnTo>
                <a:cubicBezTo>
                  <a:pt x="6666399" y="110400"/>
                  <a:pt x="6667513" y="106529"/>
                  <a:pt x="6667513" y="103342"/>
                </a:cubicBezTo>
                <a:cubicBezTo>
                  <a:pt x="6667513" y="83986"/>
                  <a:pt x="6660150" y="62805"/>
                  <a:pt x="6627341" y="62805"/>
                </a:cubicBezTo>
                <a:cubicBezTo>
                  <a:pt x="6603907" y="62805"/>
                  <a:pt x="6577122" y="83986"/>
                  <a:pt x="6577122" y="118834"/>
                </a:cubicBezTo>
                <a:cubicBezTo>
                  <a:pt x="6577122" y="132053"/>
                  <a:pt x="6581811" y="145957"/>
                  <a:pt x="6591408" y="154839"/>
                </a:cubicBezTo>
                <a:cubicBezTo>
                  <a:pt x="6599888" y="162582"/>
                  <a:pt x="6610824" y="166223"/>
                  <a:pt x="6626670" y="166223"/>
                </a:cubicBezTo>
                <a:cubicBezTo>
                  <a:pt x="6642070" y="166223"/>
                  <a:pt x="6657248" y="158255"/>
                  <a:pt x="6668408" y="141627"/>
                </a:cubicBezTo>
                <a:cubicBezTo>
                  <a:pt x="6668408" y="138663"/>
                  <a:pt x="6667291" y="134559"/>
                  <a:pt x="6665061" y="134559"/>
                </a:cubicBezTo>
                <a:close/>
                <a:moveTo>
                  <a:pt x="6688716" y="130691"/>
                </a:moveTo>
                <a:cubicBezTo>
                  <a:pt x="6689609" y="141853"/>
                  <a:pt x="6690726" y="152559"/>
                  <a:pt x="6692510" y="161216"/>
                </a:cubicBezTo>
                <a:cubicBezTo>
                  <a:pt x="6696754" y="162582"/>
                  <a:pt x="6711037" y="166223"/>
                  <a:pt x="6723535" y="166223"/>
                </a:cubicBezTo>
                <a:cubicBezTo>
                  <a:pt x="6740720" y="166223"/>
                  <a:pt x="6762148" y="156660"/>
                  <a:pt x="6762148" y="136842"/>
                </a:cubicBezTo>
                <a:cubicBezTo>
                  <a:pt x="6762148" y="129096"/>
                  <a:pt x="6760360" y="122945"/>
                  <a:pt x="6755227" y="117249"/>
                </a:cubicBezTo>
                <a:cubicBezTo>
                  <a:pt x="6748753" y="109958"/>
                  <a:pt x="6739603" y="104266"/>
                  <a:pt x="6729338" y="99710"/>
                </a:cubicBezTo>
                <a:cubicBezTo>
                  <a:pt x="6720409" y="95836"/>
                  <a:pt x="6717286" y="88545"/>
                  <a:pt x="6717286" y="81939"/>
                </a:cubicBezTo>
                <a:cubicBezTo>
                  <a:pt x="6717286" y="76702"/>
                  <a:pt x="6721526" y="72372"/>
                  <a:pt x="6728000" y="72372"/>
                </a:cubicBezTo>
                <a:cubicBezTo>
                  <a:pt x="6735809" y="72372"/>
                  <a:pt x="6743400" y="79663"/>
                  <a:pt x="6748978" y="93560"/>
                </a:cubicBezTo>
                <a:cubicBezTo>
                  <a:pt x="6752997" y="94241"/>
                  <a:pt x="6755452" y="94015"/>
                  <a:pt x="6757683" y="92420"/>
                </a:cubicBezTo>
                <a:cubicBezTo>
                  <a:pt x="6757683" y="84219"/>
                  <a:pt x="6756791" y="75562"/>
                  <a:pt x="6754781" y="68271"/>
                </a:cubicBezTo>
                <a:cubicBezTo>
                  <a:pt x="6747640" y="65085"/>
                  <a:pt x="6742058" y="62805"/>
                  <a:pt x="6729784" y="62805"/>
                </a:cubicBezTo>
                <a:cubicBezTo>
                  <a:pt x="6717953" y="62805"/>
                  <a:pt x="6706797" y="67361"/>
                  <a:pt x="6699655" y="74652"/>
                </a:cubicBezTo>
                <a:cubicBezTo>
                  <a:pt x="6694520" y="79889"/>
                  <a:pt x="6692064" y="86269"/>
                  <a:pt x="6692064" y="92420"/>
                </a:cubicBezTo>
                <a:cubicBezTo>
                  <a:pt x="6692064" y="99252"/>
                  <a:pt x="6694520" y="104721"/>
                  <a:pt x="6698984" y="109503"/>
                </a:cubicBezTo>
                <a:cubicBezTo>
                  <a:pt x="6705904" y="117249"/>
                  <a:pt x="6717953" y="125224"/>
                  <a:pt x="6724873" y="128411"/>
                </a:cubicBezTo>
                <a:cubicBezTo>
                  <a:pt x="6733803" y="132512"/>
                  <a:pt x="6736255" y="140713"/>
                  <a:pt x="6736255" y="146179"/>
                </a:cubicBezTo>
                <a:cubicBezTo>
                  <a:pt x="6736255" y="153470"/>
                  <a:pt x="6729113" y="157345"/>
                  <a:pt x="6723089" y="157345"/>
                </a:cubicBezTo>
                <a:cubicBezTo>
                  <a:pt x="6713046" y="157345"/>
                  <a:pt x="6702332" y="147093"/>
                  <a:pt x="6697646" y="130236"/>
                </a:cubicBezTo>
                <a:cubicBezTo>
                  <a:pt x="6694073" y="129551"/>
                  <a:pt x="6692289" y="129780"/>
                  <a:pt x="6688716" y="1306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overthepastdecade.TheUnitedStateshasexperiencedthehigh-">
            <a:extLst xmlns:a="http://schemas.openxmlformats.org/drawingml/2006/main">
              <a:ext uri="{FF2B5EF4-FFF2-40B4-BE49-F238E27FC236}">
                <a16:creationId xmlns:a16="http://schemas.microsoft.com/office/drawing/2014/main" id="{EEE69D91-5DCD-4049-8466-24A37C0F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9" y="5381587"/>
            <a:ext cx="6797689" cy="213286"/>
          </a:xfrm>
          <a:custGeom xmlns:a="http://schemas.openxmlformats.org/drawingml/2006/main">
            <a:pathLst>
              <a:path w="6797689" h="213286">
                <a:moveTo>
                  <a:pt x="51499" y="67392"/>
                </a:moveTo>
                <a:cubicBezTo>
                  <a:pt x="67201" y="67392"/>
                  <a:pt x="77825" y="85845"/>
                  <a:pt x="77825" y="117055"/>
                </a:cubicBezTo>
                <a:cubicBezTo>
                  <a:pt x="77825" y="144390"/>
                  <a:pt x="66972" y="151680"/>
                  <a:pt x="58660" y="151680"/>
                </a:cubicBezTo>
                <a:cubicBezTo>
                  <a:pt x="39723" y="151680"/>
                  <a:pt x="32330" y="123661"/>
                  <a:pt x="32330" y="106803"/>
                </a:cubicBezTo>
                <a:cubicBezTo>
                  <a:pt x="32330" y="85845"/>
                  <a:pt x="36027" y="67392"/>
                  <a:pt x="51499" y="67392"/>
                </a:cubicBezTo>
                <a:moveTo>
                  <a:pt x="0" y="111814"/>
                </a:moveTo>
                <a:cubicBezTo>
                  <a:pt x="0" y="141658"/>
                  <a:pt x="24018" y="161244"/>
                  <a:pt x="54963" y="161244"/>
                </a:cubicBezTo>
                <a:cubicBezTo>
                  <a:pt x="71359" y="161244"/>
                  <a:pt x="84985" y="156691"/>
                  <a:pt x="94454" y="148264"/>
                </a:cubicBezTo>
                <a:cubicBezTo>
                  <a:pt x="106230" y="138013"/>
                  <a:pt x="110155" y="122521"/>
                  <a:pt x="110155" y="109764"/>
                </a:cubicBezTo>
                <a:cubicBezTo>
                  <a:pt x="110155" y="79923"/>
                  <a:pt x="89601" y="57825"/>
                  <a:pt x="55192" y="57825"/>
                </a:cubicBezTo>
                <a:cubicBezTo>
                  <a:pt x="36027" y="57825"/>
                  <a:pt x="21710" y="64431"/>
                  <a:pt x="12703" y="74683"/>
                </a:cubicBezTo>
                <a:cubicBezTo>
                  <a:pt x="3925" y="84705"/>
                  <a:pt x="0" y="98373"/>
                  <a:pt x="0" y="111814"/>
                </a:cubicBezTo>
                <a:close/>
                <a:moveTo>
                  <a:pt x="196062" y="67573"/>
                </a:moveTo>
                <a:cubicBezTo>
                  <a:pt x="208533" y="68480"/>
                  <a:pt x="210150" y="72118"/>
                  <a:pt x="205069" y="83711"/>
                </a:cubicBezTo>
                <a:lnTo>
                  <a:pt x="186823" y="125315"/>
                </a:lnTo>
                <a:cubicBezTo>
                  <a:pt x="185900" y="127362"/>
                  <a:pt x="184977" y="125770"/>
                  <a:pt x="184286" y="124178"/>
                </a:cubicBezTo>
                <a:lnTo>
                  <a:pt x="169737" y="83711"/>
                </a:lnTo>
                <a:cubicBezTo>
                  <a:pt x="165811" y="72799"/>
                  <a:pt x="162576" y="68709"/>
                  <a:pt x="176893" y="67573"/>
                </a:cubicBezTo>
                <a:cubicBezTo>
                  <a:pt x="178282" y="66207"/>
                  <a:pt x="178282" y="61196"/>
                  <a:pt x="176893" y="59827"/>
                </a:cubicBezTo>
                <a:cubicBezTo>
                  <a:pt x="168352" y="60056"/>
                  <a:pt x="159112" y="60286"/>
                  <a:pt x="147798" y="60286"/>
                </a:cubicBezTo>
                <a:cubicBezTo>
                  <a:pt x="139714" y="60286"/>
                  <a:pt x="127938" y="60056"/>
                  <a:pt x="119393" y="59827"/>
                </a:cubicBezTo>
                <a:cubicBezTo>
                  <a:pt x="118008" y="61196"/>
                  <a:pt x="118008" y="66207"/>
                  <a:pt x="119393" y="67573"/>
                </a:cubicBezTo>
                <a:cubicBezTo>
                  <a:pt x="132787" y="69164"/>
                  <a:pt x="133248" y="73710"/>
                  <a:pt x="137868" y="85077"/>
                </a:cubicBezTo>
                <a:lnTo>
                  <a:pt x="168119" y="156917"/>
                </a:lnTo>
                <a:cubicBezTo>
                  <a:pt x="169504" y="160326"/>
                  <a:pt x="173429" y="161688"/>
                  <a:pt x="176432" y="161688"/>
                </a:cubicBezTo>
                <a:cubicBezTo>
                  <a:pt x="178743" y="161688"/>
                  <a:pt x="183359" y="161237"/>
                  <a:pt x="185438" y="156462"/>
                </a:cubicBezTo>
                <a:lnTo>
                  <a:pt x="217078" y="85303"/>
                </a:lnTo>
                <a:cubicBezTo>
                  <a:pt x="221694" y="75076"/>
                  <a:pt x="224696" y="68709"/>
                  <a:pt x="236938" y="67573"/>
                </a:cubicBezTo>
                <a:cubicBezTo>
                  <a:pt x="238322" y="66207"/>
                  <a:pt x="238322" y="61196"/>
                  <a:pt x="236938" y="59827"/>
                </a:cubicBezTo>
                <a:cubicBezTo>
                  <a:pt x="231856" y="60056"/>
                  <a:pt x="224467" y="60286"/>
                  <a:pt x="219386" y="60286"/>
                </a:cubicBezTo>
                <a:cubicBezTo>
                  <a:pt x="210841" y="60286"/>
                  <a:pt x="202296" y="60056"/>
                  <a:pt x="196062" y="59827"/>
                </a:cubicBezTo>
                <a:cubicBezTo>
                  <a:pt x="194678" y="61196"/>
                  <a:pt x="194678" y="66207"/>
                  <a:pt x="196062" y="67573"/>
                </a:cubicBezTo>
                <a:close/>
                <a:moveTo>
                  <a:pt x="278272" y="96312"/>
                </a:moveTo>
                <a:cubicBezTo>
                  <a:pt x="278504" y="88343"/>
                  <a:pt x="279660" y="79687"/>
                  <a:pt x="282892" y="75135"/>
                </a:cubicBezTo>
                <a:cubicBezTo>
                  <a:pt x="286588" y="69668"/>
                  <a:pt x="292821" y="67392"/>
                  <a:pt x="295362" y="67392"/>
                </a:cubicBezTo>
                <a:cubicBezTo>
                  <a:pt x="301599" y="67392"/>
                  <a:pt x="310141" y="73314"/>
                  <a:pt x="310141" y="91530"/>
                </a:cubicBezTo>
                <a:cubicBezTo>
                  <a:pt x="310141" y="92896"/>
                  <a:pt x="310141" y="95857"/>
                  <a:pt x="309679" y="96312"/>
                </a:cubicBezTo>
                <a:lnTo>
                  <a:pt x="278272" y="96312"/>
                </a:lnTo>
                <a:moveTo>
                  <a:pt x="336931" y="129579"/>
                </a:moveTo>
                <a:cubicBezTo>
                  <a:pt x="327463" y="139153"/>
                  <a:pt x="314993" y="141658"/>
                  <a:pt x="306215" y="141658"/>
                </a:cubicBezTo>
                <a:cubicBezTo>
                  <a:pt x="288202" y="141658"/>
                  <a:pt x="277120" y="131403"/>
                  <a:pt x="277120" y="109069"/>
                </a:cubicBezTo>
                <a:cubicBezTo>
                  <a:pt x="277120" y="107474"/>
                  <a:pt x="277349" y="106560"/>
                  <a:pt x="277349" y="105420"/>
                </a:cubicBezTo>
                <a:lnTo>
                  <a:pt x="332773" y="105420"/>
                </a:lnTo>
                <a:cubicBezTo>
                  <a:pt x="338316" y="105420"/>
                  <a:pt x="339469" y="101549"/>
                  <a:pt x="339469" y="98362"/>
                </a:cubicBezTo>
                <a:cubicBezTo>
                  <a:pt x="339469" y="79006"/>
                  <a:pt x="331850" y="57825"/>
                  <a:pt x="297903" y="57825"/>
                </a:cubicBezTo>
                <a:cubicBezTo>
                  <a:pt x="273656" y="57825"/>
                  <a:pt x="245942" y="79006"/>
                  <a:pt x="245942" y="113854"/>
                </a:cubicBezTo>
                <a:cubicBezTo>
                  <a:pt x="245942" y="127073"/>
                  <a:pt x="250794" y="140977"/>
                  <a:pt x="260724" y="149859"/>
                </a:cubicBezTo>
                <a:cubicBezTo>
                  <a:pt x="269498" y="157602"/>
                  <a:pt x="280813" y="161244"/>
                  <a:pt x="297208" y="161244"/>
                </a:cubicBezTo>
                <a:cubicBezTo>
                  <a:pt x="313143" y="161244"/>
                  <a:pt x="328848" y="153275"/>
                  <a:pt x="340395" y="136647"/>
                </a:cubicBezTo>
                <a:cubicBezTo>
                  <a:pt x="340395" y="133683"/>
                  <a:pt x="339239" y="129579"/>
                  <a:pt x="336931" y="129579"/>
                </a:cubicBezTo>
                <a:close/>
                <a:moveTo>
                  <a:pt x="402977" y="97928"/>
                </a:moveTo>
                <a:cubicBezTo>
                  <a:pt x="402977" y="89720"/>
                  <a:pt x="405518" y="86300"/>
                  <a:pt x="408520" y="82881"/>
                </a:cubicBezTo>
                <a:cubicBezTo>
                  <a:pt x="410366" y="80601"/>
                  <a:pt x="412445" y="79006"/>
                  <a:pt x="415909" y="79006"/>
                </a:cubicBezTo>
                <a:cubicBezTo>
                  <a:pt x="417988" y="79006"/>
                  <a:pt x="420525" y="81060"/>
                  <a:pt x="422375" y="83339"/>
                </a:cubicBezTo>
                <a:cubicBezTo>
                  <a:pt x="423993" y="85160"/>
                  <a:pt x="427918" y="86985"/>
                  <a:pt x="433228" y="86985"/>
                </a:cubicBezTo>
                <a:cubicBezTo>
                  <a:pt x="439927" y="86985"/>
                  <a:pt x="446393" y="80146"/>
                  <a:pt x="446393" y="70582"/>
                </a:cubicBezTo>
                <a:cubicBezTo>
                  <a:pt x="446393" y="64661"/>
                  <a:pt x="439462" y="57825"/>
                  <a:pt x="431149" y="57825"/>
                </a:cubicBezTo>
                <a:cubicBezTo>
                  <a:pt x="423066" y="57825"/>
                  <a:pt x="414292" y="64661"/>
                  <a:pt x="403668" y="79691"/>
                </a:cubicBezTo>
                <a:lnTo>
                  <a:pt x="402745" y="79691"/>
                </a:lnTo>
                <a:cubicBezTo>
                  <a:pt x="402283" y="72858"/>
                  <a:pt x="401127" y="61700"/>
                  <a:pt x="401127" y="61700"/>
                </a:cubicBezTo>
                <a:cubicBezTo>
                  <a:pt x="400898" y="59650"/>
                  <a:pt x="399052" y="57825"/>
                  <a:pt x="395817" y="57825"/>
                </a:cubicBezTo>
                <a:cubicBezTo>
                  <a:pt x="384964" y="60605"/>
                  <a:pt x="372726" y="63795"/>
                  <a:pt x="357482" y="65387"/>
                </a:cubicBezTo>
                <a:cubicBezTo>
                  <a:pt x="357021" y="66756"/>
                  <a:pt x="357482" y="71083"/>
                  <a:pt x="357944" y="72448"/>
                </a:cubicBezTo>
                <a:cubicBezTo>
                  <a:pt x="370647" y="73588"/>
                  <a:pt x="372955" y="75639"/>
                  <a:pt x="372955" y="88621"/>
                </a:cubicBezTo>
                <a:lnTo>
                  <a:pt x="372955" y="131222"/>
                </a:lnTo>
                <a:cubicBezTo>
                  <a:pt x="372955" y="150127"/>
                  <a:pt x="370414" y="150586"/>
                  <a:pt x="356327" y="151722"/>
                </a:cubicBezTo>
                <a:cubicBezTo>
                  <a:pt x="354942" y="153088"/>
                  <a:pt x="354942" y="158099"/>
                  <a:pt x="356327" y="159464"/>
                </a:cubicBezTo>
                <a:cubicBezTo>
                  <a:pt x="366027" y="159239"/>
                  <a:pt x="375725" y="159009"/>
                  <a:pt x="387966" y="159009"/>
                </a:cubicBezTo>
                <a:cubicBezTo>
                  <a:pt x="400204" y="159009"/>
                  <a:pt x="409672" y="159239"/>
                  <a:pt x="419602" y="159464"/>
                </a:cubicBezTo>
                <a:cubicBezTo>
                  <a:pt x="420991" y="158099"/>
                  <a:pt x="420991" y="153088"/>
                  <a:pt x="419602" y="151722"/>
                </a:cubicBezTo>
                <a:cubicBezTo>
                  <a:pt x="405518" y="150811"/>
                  <a:pt x="402977" y="150127"/>
                  <a:pt x="402977" y="131222"/>
                </a:cubicBezTo>
                <a:lnTo>
                  <a:pt x="402977" y="97928"/>
                </a:lnTo>
                <a:close/>
                <a:moveTo>
                  <a:pt x="520519" y="60272"/>
                </a:moveTo>
                <a:cubicBezTo>
                  <a:pt x="517288" y="60272"/>
                  <a:pt x="513824" y="61186"/>
                  <a:pt x="510822" y="63691"/>
                </a:cubicBezTo>
                <a:lnTo>
                  <a:pt x="510822" y="70294"/>
                </a:lnTo>
                <a:cubicBezTo>
                  <a:pt x="510822" y="71434"/>
                  <a:pt x="511051" y="71660"/>
                  <a:pt x="511974" y="71660"/>
                </a:cubicBezTo>
                <a:lnTo>
                  <a:pt x="526985" y="71660"/>
                </a:lnTo>
                <a:cubicBezTo>
                  <a:pt x="526524" y="94616"/>
                  <a:pt x="526295" y="123709"/>
                  <a:pt x="526295" y="135076"/>
                </a:cubicBezTo>
                <a:cubicBezTo>
                  <a:pt x="526295" y="143031"/>
                  <a:pt x="528374" y="150770"/>
                  <a:pt x="533222" y="154867"/>
                </a:cubicBezTo>
                <a:cubicBezTo>
                  <a:pt x="538532" y="159197"/>
                  <a:pt x="546845" y="161244"/>
                  <a:pt x="552388" y="161244"/>
                </a:cubicBezTo>
                <a:cubicBezTo>
                  <a:pt x="565091" y="161244"/>
                  <a:pt x="579175" y="154867"/>
                  <a:pt x="583795" y="148490"/>
                </a:cubicBezTo>
                <a:cubicBezTo>
                  <a:pt x="583795" y="145759"/>
                  <a:pt x="582410" y="144393"/>
                  <a:pt x="579640" y="142120"/>
                </a:cubicBezTo>
                <a:cubicBezTo>
                  <a:pt x="576638" y="144393"/>
                  <a:pt x="570863" y="145303"/>
                  <a:pt x="566476" y="145303"/>
                </a:cubicBezTo>
                <a:cubicBezTo>
                  <a:pt x="561394" y="145303"/>
                  <a:pt x="556313" y="141439"/>
                  <a:pt x="556313" y="130076"/>
                </a:cubicBezTo>
                <a:cubicBezTo>
                  <a:pt x="556313" y="118709"/>
                  <a:pt x="556084" y="94390"/>
                  <a:pt x="556084" y="71660"/>
                </a:cubicBezTo>
                <a:lnTo>
                  <a:pt x="579408" y="71660"/>
                </a:lnTo>
                <a:cubicBezTo>
                  <a:pt x="581716" y="71660"/>
                  <a:pt x="584951" y="70749"/>
                  <a:pt x="584951" y="68699"/>
                </a:cubicBezTo>
                <a:lnTo>
                  <a:pt x="584951" y="61641"/>
                </a:lnTo>
                <a:cubicBezTo>
                  <a:pt x="584951" y="60730"/>
                  <a:pt x="584256" y="60272"/>
                  <a:pt x="583104" y="60272"/>
                </a:cubicBezTo>
                <a:lnTo>
                  <a:pt x="556084" y="60272"/>
                </a:lnTo>
                <a:lnTo>
                  <a:pt x="556313" y="52529"/>
                </a:lnTo>
                <a:cubicBezTo>
                  <a:pt x="556775" y="37270"/>
                  <a:pt x="557469" y="26796"/>
                  <a:pt x="557469" y="26796"/>
                </a:cubicBezTo>
                <a:cubicBezTo>
                  <a:pt x="557469" y="25427"/>
                  <a:pt x="556775" y="24746"/>
                  <a:pt x="555623" y="24746"/>
                </a:cubicBezTo>
                <a:cubicBezTo>
                  <a:pt x="554005" y="24746"/>
                  <a:pt x="545460" y="27252"/>
                  <a:pt x="541767" y="28847"/>
                </a:cubicBezTo>
                <a:cubicBezTo>
                  <a:pt x="537838" y="30438"/>
                  <a:pt x="531143" y="31804"/>
                  <a:pt x="529526" y="33854"/>
                </a:cubicBezTo>
                <a:cubicBezTo>
                  <a:pt x="527908" y="35905"/>
                  <a:pt x="526985" y="42055"/>
                  <a:pt x="526985" y="60272"/>
                </a:cubicBezTo>
                <a:lnTo>
                  <a:pt x="520519" y="60272"/>
                </a:lnTo>
                <a:close/>
                <a:moveTo>
                  <a:pt x="710578" y="129839"/>
                </a:moveTo>
                <a:lnTo>
                  <a:pt x="710578" y="94282"/>
                </a:lnTo>
                <a:cubicBezTo>
                  <a:pt x="710578" y="69213"/>
                  <a:pt x="699722" y="57825"/>
                  <a:pt x="679862" y="57825"/>
                </a:cubicBezTo>
                <a:cubicBezTo>
                  <a:pt x="671317" y="57825"/>
                  <a:pt x="654921" y="66252"/>
                  <a:pt x="641760" y="74224"/>
                </a:cubicBezTo>
                <a:lnTo>
                  <a:pt x="641760" y="26126"/>
                </a:lnTo>
                <a:cubicBezTo>
                  <a:pt x="641760" y="11301"/>
                  <a:pt x="642450" y="2919"/>
                  <a:pt x="642450" y="2919"/>
                </a:cubicBezTo>
                <a:cubicBezTo>
                  <a:pt x="642450" y="900"/>
                  <a:pt x="640836" y="0"/>
                  <a:pt x="638757" y="0"/>
                </a:cubicBezTo>
                <a:cubicBezTo>
                  <a:pt x="630212" y="2693"/>
                  <a:pt x="611738" y="5164"/>
                  <a:pt x="595342" y="5835"/>
                </a:cubicBezTo>
                <a:cubicBezTo>
                  <a:pt x="594647" y="8570"/>
                  <a:pt x="594880" y="11075"/>
                  <a:pt x="596036" y="13122"/>
                </a:cubicBezTo>
                <a:cubicBezTo>
                  <a:pt x="610582" y="14265"/>
                  <a:pt x="611738" y="14491"/>
                  <a:pt x="611738" y="30230"/>
                </a:cubicBezTo>
                <a:lnTo>
                  <a:pt x="611738" y="130069"/>
                </a:lnTo>
                <a:cubicBezTo>
                  <a:pt x="611738" y="148987"/>
                  <a:pt x="608045" y="151037"/>
                  <a:pt x="593957" y="151722"/>
                </a:cubicBezTo>
                <a:cubicBezTo>
                  <a:pt x="592572" y="153088"/>
                  <a:pt x="592572" y="158099"/>
                  <a:pt x="593957" y="159464"/>
                </a:cubicBezTo>
                <a:cubicBezTo>
                  <a:pt x="603654" y="159239"/>
                  <a:pt x="614046" y="159009"/>
                  <a:pt x="626749" y="159009"/>
                </a:cubicBezTo>
                <a:cubicBezTo>
                  <a:pt x="637834" y="159009"/>
                  <a:pt x="644991" y="159239"/>
                  <a:pt x="654921" y="159464"/>
                </a:cubicBezTo>
                <a:cubicBezTo>
                  <a:pt x="656309" y="158099"/>
                  <a:pt x="656309" y="153088"/>
                  <a:pt x="654921" y="151722"/>
                </a:cubicBezTo>
                <a:cubicBezTo>
                  <a:pt x="645224" y="151037"/>
                  <a:pt x="641760" y="148987"/>
                  <a:pt x="641760" y="130069"/>
                </a:cubicBezTo>
                <a:lnTo>
                  <a:pt x="641760" y="83343"/>
                </a:lnTo>
                <a:cubicBezTo>
                  <a:pt x="651457" y="77414"/>
                  <a:pt x="659079" y="74679"/>
                  <a:pt x="663237" y="74679"/>
                </a:cubicBezTo>
                <a:cubicBezTo>
                  <a:pt x="672473" y="74679"/>
                  <a:pt x="680556" y="78784"/>
                  <a:pt x="680556" y="91777"/>
                </a:cubicBezTo>
                <a:lnTo>
                  <a:pt x="680556" y="129839"/>
                </a:lnTo>
                <a:cubicBezTo>
                  <a:pt x="680556" y="148987"/>
                  <a:pt x="676860" y="151037"/>
                  <a:pt x="667391" y="151722"/>
                </a:cubicBezTo>
                <a:cubicBezTo>
                  <a:pt x="666006" y="153088"/>
                  <a:pt x="666006" y="158099"/>
                  <a:pt x="667391" y="159464"/>
                </a:cubicBezTo>
                <a:cubicBezTo>
                  <a:pt x="677092" y="159239"/>
                  <a:pt x="684481" y="159009"/>
                  <a:pt x="695567" y="159009"/>
                </a:cubicBezTo>
                <a:cubicBezTo>
                  <a:pt x="708267" y="159009"/>
                  <a:pt x="718429" y="159239"/>
                  <a:pt x="728359" y="159464"/>
                </a:cubicBezTo>
                <a:cubicBezTo>
                  <a:pt x="729744" y="158099"/>
                  <a:pt x="729744" y="153088"/>
                  <a:pt x="728359" y="151722"/>
                </a:cubicBezTo>
                <a:cubicBezTo>
                  <a:pt x="714271" y="151037"/>
                  <a:pt x="710578" y="148987"/>
                  <a:pt x="710578" y="129839"/>
                </a:cubicBezTo>
                <a:close/>
                <a:moveTo>
                  <a:pt x="772465" y="96312"/>
                </a:moveTo>
                <a:cubicBezTo>
                  <a:pt x="772697" y="88343"/>
                  <a:pt x="773853" y="79687"/>
                  <a:pt x="777084" y="75135"/>
                </a:cubicBezTo>
                <a:cubicBezTo>
                  <a:pt x="780781" y="69668"/>
                  <a:pt x="787014" y="67392"/>
                  <a:pt x="789555" y="67392"/>
                </a:cubicBezTo>
                <a:cubicBezTo>
                  <a:pt x="795792" y="67392"/>
                  <a:pt x="804333" y="73314"/>
                  <a:pt x="804333" y="91530"/>
                </a:cubicBezTo>
                <a:cubicBezTo>
                  <a:pt x="804333" y="92896"/>
                  <a:pt x="804333" y="95857"/>
                  <a:pt x="803872" y="96312"/>
                </a:cubicBezTo>
                <a:lnTo>
                  <a:pt x="772465" y="96312"/>
                </a:lnTo>
                <a:moveTo>
                  <a:pt x="831124" y="129579"/>
                </a:moveTo>
                <a:cubicBezTo>
                  <a:pt x="821656" y="139153"/>
                  <a:pt x="809185" y="141658"/>
                  <a:pt x="800408" y="141658"/>
                </a:cubicBezTo>
                <a:cubicBezTo>
                  <a:pt x="782394" y="141658"/>
                  <a:pt x="771312" y="131403"/>
                  <a:pt x="771312" y="109069"/>
                </a:cubicBezTo>
                <a:cubicBezTo>
                  <a:pt x="771312" y="107474"/>
                  <a:pt x="771541" y="106560"/>
                  <a:pt x="771541" y="105420"/>
                </a:cubicBezTo>
                <a:lnTo>
                  <a:pt x="826966" y="105420"/>
                </a:lnTo>
                <a:cubicBezTo>
                  <a:pt x="832509" y="105420"/>
                  <a:pt x="833661" y="101549"/>
                  <a:pt x="833661" y="98362"/>
                </a:cubicBezTo>
                <a:cubicBezTo>
                  <a:pt x="833661" y="79006"/>
                  <a:pt x="826043" y="57825"/>
                  <a:pt x="792095" y="57825"/>
                </a:cubicBezTo>
                <a:cubicBezTo>
                  <a:pt x="767848" y="57825"/>
                  <a:pt x="740134" y="79006"/>
                  <a:pt x="740134" y="113854"/>
                </a:cubicBezTo>
                <a:cubicBezTo>
                  <a:pt x="740134" y="127073"/>
                  <a:pt x="744986" y="140977"/>
                  <a:pt x="754916" y="149859"/>
                </a:cubicBezTo>
                <a:cubicBezTo>
                  <a:pt x="763690" y="157602"/>
                  <a:pt x="775005" y="161244"/>
                  <a:pt x="791401" y="161244"/>
                </a:cubicBezTo>
                <a:cubicBezTo>
                  <a:pt x="807335" y="161244"/>
                  <a:pt x="823041" y="153275"/>
                  <a:pt x="834588" y="136647"/>
                </a:cubicBezTo>
                <a:cubicBezTo>
                  <a:pt x="834588" y="133683"/>
                  <a:pt x="833432" y="129579"/>
                  <a:pt x="831124" y="129579"/>
                </a:cubicBezTo>
                <a:close/>
                <a:moveTo>
                  <a:pt x="923031" y="88576"/>
                </a:moveTo>
                <a:lnTo>
                  <a:pt x="923031" y="184092"/>
                </a:lnTo>
                <a:cubicBezTo>
                  <a:pt x="923031" y="203056"/>
                  <a:pt x="920494" y="203515"/>
                  <a:pt x="906406" y="204654"/>
                </a:cubicBezTo>
                <a:cubicBezTo>
                  <a:pt x="905022" y="206020"/>
                  <a:pt x="905022" y="211031"/>
                  <a:pt x="906406" y="212397"/>
                </a:cubicBezTo>
                <a:cubicBezTo>
                  <a:pt x="916104" y="212171"/>
                  <a:pt x="925805" y="211942"/>
                  <a:pt x="938042" y="211942"/>
                </a:cubicBezTo>
                <a:cubicBezTo>
                  <a:pt x="950284" y="211942"/>
                  <a:pt x="959752" y="212171"/>
                  <a:pt x="969682" y="212397"/>
                </a:cubicBezTo>
                <a:cubicBezTo>
                  <a:pt x="971067" y="211031"/>
                  <a:pt x="971067" y="206020"/>
                  <a:pt x="969682" y="204654"/>
                </a:cubicBezTo>
                <a:cubicBezTo>
                  <a:pt x="955594" y="203740"/>
                  <a:pt x="953054" y="203056"/>
                  <a:pt x="953054" y="184092"/>
                </a:cubicBezTo>
                <a:lnTo>
                  <a:pt x="953054" y="157372"/>
                </a:lnTo>
                <a:cubicBezTo>
                  <a:pt x="958135" y="159878"/>
                  <a:pt x="962983" y="161244"/>
                  <a:pt x="968526" y="161244"/>
                </a:cubicBezTo>
                <a:cubicBezTo>
                  <a:pt x="1003630" y="161244"/>
                  <a:pt x="1026492" y="138468"/>
                  <a:pt x="1026492" y="104979"/>
                </a:cubicBezTo>
                <a:cubicBezTo>
                  <a:pt x="1026492" y="92222"/>
                  <a:pt x="1021639" y="78099"/>
                  <a:pt x="1012633" y="69213"/>
                </a:cubicBezTo>
                <a:cubicBezTo>
                  <a:pt x="1004553" y="61245"/>
                  <a:pt x="993006" y="57825"/>
                  <a:pt x="980997" y="57825"/>
                </a:cubicBezTo>
                <a:cubicBezTo>
                  <a:pt x="974298" y="57825"/>
                  <a:pt x="961831" y="65797"/>
                  <a:pt x="953748" y="73084"/>
                </a:cubicBezTo>
                <a:lnTo>
                  <a:pt x="952363" y="73084"/>
                </a:lnTo>
                <a:cubicBezTo>
                  <a:pt x="951898" y="66708"/>
                  <a:pt x="951207" y="61700"/>
                  <a:pt x="951207" y="61700"/>
                </a:cubicBezTo>
                <a:cubicBezTo>
                  <a:pt x="950975" y="58965"/>
                  <a:pt x="949128" y="57825"/>
                  <a:pt x="945897" y="57825"/>
                </a:cubicBezTo>
                <a:cubicBezTo>
                  <a:pt x="937352" y="60150"/>
                  <a:pt x="923497" y="63340"/>
                  <a:pt x="907562" y="65387"/>
                </a:cubicBezTo>
                <a:cubicBezTo>
                  <a:pt x="907097" y="66756"/>
                  <a:pt x="907562" y="71309"/>
                  <a:pt x="908024" y="72678"/>
                </a:cubicBezTo>
                <a:cubicBezTo>
                  <a:pt x="920723" y="73769"/>
                  <a:pt x="923031" y="75590"/>
                  <a:pt x="923031" y="88576"/>
                </a:cubicBezTo>
                <a:moveTo>
                  <a:pt x="953054" y="144164"/>
                </a:moveTo>
                <a:lnTo>
                  <a:pt x="953054" y="85841"/>
                </a:lnTo>
                <a:cubicBezTo>
                  <a:pt x="953054" y="84476"/>
                  <a:pt x="953054" y="83336"/>
                  <a:pt x="953054" y="81970"/>
                </a:cubicBezTo>
                <a:cubicBezTo>
                  <a:pt x="959752" y="76049"/>
                  <a:pt x="968297" y="73084"/>
                  <a:pt x="973607" y="73084"/>
                </a:cubicBezTo>
                <a:cubicBezTo>
                  <a:pt x="983076" y="73084"/>
                  <a:pt x="994161" y="84476"/>
                  <a:pt x="994161" y="111130"/>
                </a:cubicBezTo>
                <a:cubicBezTo>
                  <a:pt x="994161" y="130267"/>
                  <a:pt x="987230" y="151680"/>
                  <a:pt x="967141" y="151680"/>
                </a:cubicBezTo>
                <a:cubicBezTo>
                  <a:pt x="964601" y="151680"/>
                  <a:pt x="958829" y="150315"/>
                  <a:pt x="953054" y="144164"/>
                </a:cubicBezTo>
                <a:close/>
                <a:moveTo>
                  <a:pt x="1103391" y="147809"/>
                </a:moveTo>
                <a:cubicBezTo>
                  <a:pt x="1105005" y="157147"/>
                  <a:pt x="1111242" y="161244"/>
                  <a:pt x="1121401" y="161244"/>
                </a:cubicBezTo>
                <a:cubicBezTo>
                  <a:pt x="1134104" y="161244"/>
                  <a:pt x="1143111" y="156462"/>
                  <a:pt x="1151656" y="148490"/>
                </a:cubicBezTo>
                <a:cubicBezTo>
                  <a:pt x="1151194" y="145759"/>
                  <a:pt x="1150268" y="143938"/>
                  <a:pt x="1147498" y="142113"/>
                </a:cubicBezTo>
                <a:cubicBezTo>
                  <a:pt x="1144496" y="144393"/>
                  <a:pt x="1142188" y="145303"/>
                  <a:pt x="1137801" y="145303"/>
                </a:cubicBezTo>
                <a:cubicBezTo>
                  <a:pt x="1132719" y="145303"/>
                  <a:pt x="1131335" y="141203"/>
                  <a:pt x="1131335" y="130041"/>
                </a:cubicBezTo>
                <a:lnTo>
                  <a:pt x="1131796" y="97236"/>
                </a:lnTo>
                <a:cubicBezTo>
                  <a:pt x="1131796" y="64431"/>
                  <a:pt x="1111242" y="57825"/>
                  <a:pt x="1092306" y="57825"/>
                </a:cubicBezTo>
                <a:cubicBezTo>
                  <a:pt x="1075448" y="57825"/>
                  <a:pt x="1049584" y="67392"/>
                  <a:pt x="1049584" y="82429"/>
                </a:cubicBezTo>
                <a:cubicBezTo>
                  <a:pt x="1049584" y="88806"/>
                  <a:pt x="1052354" y="93817"/>
                  <a:pt x="1061360" y="93817"/>
                </a:cubicBezTo>
                <a:cubicBezTo>
                  <a:pt x="1069673" y="93817"/>
                  <a:pt x="1075677" y="88806"/>
                  <a:pt x="1075677" y="83339"/>
                </a:cubicBezTo>
                <a:cubicBezTo>
                  <a:pt x="1075677" y="80379"/>
                  <a:pt x="1074063" y="76504"/>
                  <a:pt x="1074754" y="72633"/>
                </a:cubicBezTo>
                <a:cubicBezTo>
                  <a:pt x="1074987" y="70127"/>
                  <a:pt x="1076833" y="67392"/>
                  <a:pt x="1084455" y="67392"/>
                </a:cubicBezTo>
                <a:cubicBezTo>
                  <a:pt x="1094152" y="67392"/>
                  <a:pt x="1102236" y="71493"/>
                  <a:pt x="1102236" y="100426"/>
                </a:cubicBezTo>
                <a:lnTo>
                  <a:pt x="1086763" y="105208"/>
                </a:lnTo>
                <a:cubicBezTo>
                  <a:pt x="1062516" y="112725"/>
                  <a:pt x="1045426" y="119334"/>
                  <a:pt x="1045426" y="137328"/>
                </a:cubicBezTo>
                <a:cubicBezTo>
                  <a:pt x="1045426" y="153046"/>
                  <a:pt x="1054200" y="161244"/>
                  <a:pt x="1074292" y="161244"/>
                </a:cubicBezTo>
                <a:cubicBezTo>
                  <a:pt x="1080991" y="161244"/>
                  <a:pt x="1094385" y="153956"/>
                  <a:pt x="1102003" y="148035"/>
                </a:cubicBezTo>
                <a:lnTo>
                  <a:pt x="1103391" y="147809"/>
                </a:lnTo>
                <a:moveTo>
                  <a:pt x="1102236" y="109309"/>
                </a:moveTo>
                <a:lnTo>
                  <a:pt x="1102236" y="139378"/>
                </a:lnTo>
                <a:cubicBezTo>
                  <a:pt x="1096464" y="143934"/>
                  <a:pt x="1090688" y="147580"/>
                  <a:pt x="1086534" y="147580"/>
                </a:cubicBezTo>
                <a:cubicBezTo>
                  <a:pt x="1076601" y="147580"/>
                  <a:pt x="1073137" y="140974"/>
                  <a:pt x="1073137" y="133912"/>
                </a:cubicBezTo>
                <a:cubicBezTo>
                  <a:pt x="1073137" y="125485"/>
                  <a:pt x="1073831" y="118420"/>
                  <a:pt x="1090227" y="113183"/>
                </a:cubicBezTo>
                <a:lnTo>
                  <a:pt x="1102236" y="109309"/>
                </a:lnTo>
                <a:close/>
                <a:moveTo>
                  <a:pt x="1163200" y="125711"/>
                </a:moveTo>
                <a:cubicBezTo>
                  <a:pt x="1164124" y="136873"/>
                  <a:pt x="1165279" y="147580"/>
                  <a:pt x="1167126" y="156236"/>
                </a:cubicBezTo>
                <a:cubicBezTo>
                  <a:pt x="1171516" y="157602"/>
                  <a:pt x="1186295" y="161244"/>
                  <a:pt x="1199227" y="161244"/>
                </a:cubicBezTo>
                <a:cubicBezTo>
                  <a:pt x="1217008" y="161244"/>
                  <a:pt x="1239179" y="151680"/>
                  <a:pt x="1239179" y="131862"/>
                </a:cubicBezTo>
                <a:cubicBezTo>
                  <a:pt x="1239179" y="124116"/>
                  <a:pt x="1237329" y="117965"/>
                  <a:pt x="1232019" y="112269"/>
                </a:cubicBezTo>
                <a:cubicBezTo>
                  <a:pt x="1225320" y="104979"/>
                  <a:pt x="1215852" y="99286"/>
                  <a:pt x="1205231" y="94731"/>
                </a:cubicBezTo>
                <a:cubicBezTo>
                  <a:pt x="1195992" y="90856"/>
                  <a:pt x="1192761" y="83565"/>
                  <a:pt x="1192761" y="76959"/>
                </a:cubicBezTo>
                <a:cubicBezTo>
                  <a:pt x="1192761" y="71722"/>
                  <a:pt x="1197148" y="67392"/>
                  <a:pt x="1203847" y="67392"/>
                </a:cubicBezTo>
                <a:cubicBezTo>
                  <a:pt x="1211927" y="67392"/>
                  <a:pt x="1219781" y="74683"/>
                  <a:pt x="1225553" y="88580"/>
                </a:cubicBezTo>
                <a:cubicBezTo>
                  <a:pt x="1229711" y="89261"/>
                  <a:pt x="1232251" y="89035"/>
                  <a:pt x="1234559" y="87440"/>
                </a:cubicBezTo>
                <a:cubicBezTo>
                  <a:pt x="1234559" y="79239"/>
                  <a:pt x="1233636" y="70582"/>
                  <a:pt x="1231557" y="63292"/>
                </a:cubicBezTo>
                <a:cubicBezTo>
                  <a:pt x="1224168" y="60105"/>
                  <a:pt x="1218393" y="57825"/>
                  <a:pt x="1205693" y="57825"/>
                </a:cubicBezTo>
                <a:cubicBezTo>
                  <a:pt x="1193452" y="57825"/>
                  <a:pt x="1181908" y="62381"/>
                  <a:pt x="1174519" y="69672"/>
                </a:cubicBezTo>
                <a:cubicBezTo>
                  <a:pt x="1169205" y="74909"/>
                  <a:pt x="1166664" y="81289"/>
                  <a:pt x="1166664" y="87440"/>
                </a:cubicBezTo>
                <a:cubicBezTo>
                  <a:pt x="1166664" y="94272"/>
                  <a:pt x="1169205" y="99742"/>
                  <a:pt x="1173824" y="104523"/>
                </a:cubicBezTo>
                <a:cubicBezTo>
                  <a:pt x="1180985" y="112269"/>
                  <a:pt x="1193452" y="120245"/>
                  <a:pt x="1200612" y="123431"/>
                </a:cubicBezTo>
                <a:cubicBezTo>
                  <a:pt x="1209851" y="127532"/>
                  <a:pt x="1212388" y="135733"/>
                  <a:pt x="1212388" y="141199"/>
                </a:cubicBezTo>
                <a:cubicBezTo>
                  <a:pt x="1212388" y="148490"/>
                  <a:pt x="1204999" y="152365"/>
                  <a:pt x="1198765" y="152365"/>
                </a:cubicBezTo>
                <a:cubicBezTo>
                  <a:pt x="1188374" y="152365"/>
                  <a:pt x="1177288" y="142113"/>
                  <a:pt x="1172440" y="125256"/>
                </a:cubicBezTo>
                <a:cubicBezTo>
                  <a:pt x="1168743" y="124571"/>
                  <a:pt x="1166897" y="124800"/>
                  <a:pt x="1163200" y="125711"/>
                </a:cubicBezTo>
                <a:close/>
                <a:moveTo>
                  <a:pt x="1265272" y="60272"/>
                </a:moveTo>
                <a:cubicBezTo>
                  <a:pt x="1262041" y="60272"/>
                  <a:pt x="1258577" y="61186"/>
                  <a:pt x="1255575" y="63691"/>
                </a:cubicBezTo>
                <a:lnTo>
                  <a:pt x="1255575" y="70294"/>
                </a:lnTo>
                <a:cubicBezTo>
                  <a:pt x="1255575" y="71434"/>
                  <a:pt x="1255804" y="71660"/>
                  <a:pt x="1256727" y="71660"/>
                </a:cubicBezTo>
                <a:lnTo>
                  <a:pt x="1271738" y="71660"/>
                </a:lnTo>
                <a:cubicBezTo>
                  <a:pt x="1271276" y="94616"/>
                  <a:pt x="1271047" y="123709"/>
                  <a:pt x="1271047" y="135076"/>
                </a:cubicBezTo>
                <a:cubicBezTo>
                  <a:pt x="1271047" y="143031"/>
                  <a:pt x="1273126" y="150770"/>
                  <a:pt x="1277975" y="154867"/>
                </a:cubicBezTo>
                <a:cubicBezTo>
                  <a:pt x="1283285" y="159197"/>
                  <a:pt x="1291598" y="161244"/>
                  <a:pt x="1297140" y="161244"/>
                </a:cubicBezTo>
                <a:cubicBezTo>
                  <a:pt x="1309843" y="161244"/>
                  <a:pt x="1323928" y="154867"/>
                  <a:pt x="1328547" y="148490"/>
                </a:cubicBezTo>
                <a:cubicBezTo>
                  <a:pt x="1328547" y="145759"/>
                  <a:pt x="1327163" y="144393"/>
                  <a:pt x="1324393" y="142120"/>
                </a:cubicBezTo>
                <a:cubicBezTo>
                  <a:pt x="1321391" y="144393"/>
                  <a:pt x="1315615" y="145303"/>
                  <a:pt x="1311228" y="145303"/>
                </a:cubicBezTo>
                <a:cubicBezTo>
                  <a:pt x="1306147" y="145303"/>
                  <a:pt x="1301066" y="141439"/>
                  <a:pt x="1301066" y="130076"/>
                </a:cubicBezTo>
                <a:cubicBezTo>
                  <a:pt x="1301066" y="118709"/>
                  <a:pt x="1300837" y="94390"/>
                  <a:pt x="1300837" y="71660"/>
                </a:cubicBezTo>
                <a:lnTo>
                  <a:pt x="1324160" y="71660"/>
                </a:lnTo>
                <a:cubicBezTo>
                  <a:pt x="1326468" y="71660"/>
                  <a:pt x="1329703" y="70749"/>
                  <a:pt x="1329703" y="68699"/>
                </a:cubicBezTo>
                <a:lnTo>
                  <a:pt x="1329703" y="61641"/>
                </a:lnTo>
                <a:cubicBezTo>
                  <a:pt x="1329703" y="60730"/>
                  <a:pt x="1329009" y="60272"/>
                  <a:pt x="1327857" y="60272"/>
                </a:cubicBezTo>
                <a:lnTo>
                  <a:pt x="1300837" y="60272"/>
                </a:lnTo>
                <a:lnTo>
                  <a:pt x="1301066" y="52529"/>
                </a:lnTo>
                <a:cubicBezTo>
                  <a:pt x="1301527" y="37270"/>
                  <a:pt x="1302222" y="26796"/>
                  <a:pt x="1302222" y="26796"/>
                </a:cubicBezTo>
                <a:cubicBezTo>
                  <a:pt x="1302222" y="25427"/>
                  <a:pt x="1301527" y="24746"/>
                  <a:pt x="1300375" y="24746"/>
                </a:cubicBezTo>
                <a:cubicBezTo>
                  <a:pt x="1298758" y="24746"/>
                  <a:pt x="1290213" y="27252"/>
                  <a:pt x="1286520" y="28847"/>
                </a:cubicBezTo>
                <a:cubicBezTo>
                  <a:pt x="1282591" y="30438"/>
                  <a:pt x="1275896" y="31804"/>
                  <a:pt x="1274278" y="33854"/>
                </a:cubicBezTo>
                <a:cubicBezTo>
                  <a:pt x="1272661" y="35905"/>
                  <a:pt x="1271738" y="42055"/>
                  <a:pt x="1271738" y="60272"/>
                </a:cubicBezTo>
                <a:lnTo>
                  <a:pt x="1265272" y="60272"/>
                </a:lnTo>
                <a:close/>
                <a:moveTo>
                  <a:pt x="1471494" y="137328"/>
                </a:moveTo>
                <a:cubicBezTo>
                  <a:pt x="1466645" y="141203"/>
                  <a:pt x="1454407" y="146214"/>
                  <a:pt x="1451634" y="146214"/>
                </a:cubicBezTo>
                <a:cubicBezTo>
                  <a:pt x="1440087" y="146214"/>
                  <a:pt x="1431080" y="133457"/>
                  <a:pt x="1431080" y="106803"/>
                </a:cubicBezTo>
                <a:cubicBezTo>
                  <a:pt x="1431080" y="94731"/>
                  <a:pt x="1432468" y="84250"/>
                  <a:pt x="1436855" y="77188"/>
                </a:cubicBezTo>
                <a:cubicBezTo>
                  <a:pt x="1440781" y="71038"/>
                  <a:pt x="1447014" y="67392"/>
                  <a:pt x="1453942" y="67392"/>
                </a:cubicBezTo>
                <a:cubicBezTo>
                  <a:pt x="1459946" y="67392"/>
                  <a:pt x="1465722" y="68077"/>
                  <a:pt x="1471265" y="75593"/>
                </a:cubicBezTo>
                <a:lnTo>
                  <a:pt x="1471265" y="131636"/>
                </a:lnTo>
                <a:cubicBezTo>
                  <a:pt x="1471265" y="133457"/>
                  <a:pt x="1471265" y="135507"/>
                  <a:pt x="1471494" y="137328"/>
                </a:cubicBezTo>
                <a:moveTo>
                  <a:pt x="1472188" y="148035"/>
                </a:moveTo>
                <a:cubicBezTo>
                  <a:pt x="1472649" y="153501"/>
                  <a:pt x="1473111" y="157372"/>
                  <a:pt x="1473111" y="157372"/>
                </a:cubicBezTo>
                <a:cubicBezTo>
                  <a:pt x="1473344" y="160107"/>
                  <a:pt x="1475190" y="161244"/>
                  <a:pt x="1478421" y="161244"/>
                </a:cubicBezTo>
                <a:cubicBezTo>
                  <a:pt x="1486966" y="158922"/>
                  <a:pt x="1500822" y="155732"/>
                  <a:pt x="1516756" y="153682"/>
                </a:cubicBezTo>
                <a:cubicBezTo>
                  <a:pt x="1517218" y="152316"/>
                  <a:pt x="1516756" y="147764"/>
                  <a:pt x="1516294" y="146395"/>
                </a:cubicBezTo>
                <a:cubicBezTo>
                  <a:pt x="1503824" y="145258"/>
                  <a:pt x="1501283" y="141613"/>
                  <a:pt x="1501283" y="128637"/>
                </a:cubicBezTo>
                <a:lnTo>
                  <a:pt x="1501283" y="26247"/>
                </a:lnTo>
                <a:cubicBezTo>
                  <a:pt x="1501283" y="11471"/>
                  <a:pt x="1501977" y="3002"/>
                  <a:pt x="1501977" y="3002"/>
                </a:cubicBezTo>
                <a:cubicBezTo>
                  <a:pt x="1501977" y="924"/>
                  <a:pt x="1500360" y="0"/>
                  <a:pt x="1498281" y="0"/>
                </a:cubicBezTo>
                <a:cubicBezTo>
                  <a:pt x="1489740" y="2773"/>
                  <a:pt x="1471265" y="5313"/>
                  <a:pt x="1454869" y="6005"/>
                </a:cubicBezTo>
                <a:cubicBezTo>
                  <a:pt x="1454175" y="8740"/>
                  <a:pt x="1454407" y="11701"/>
                  <a:pt x="1455559" y="13751"/>
                </a:cubicBezTo>
                <a:cubicBezTo>
                  <a:pt x="1470109" y="14887"/>
                  <a:pt x="1471265" y="15113"/>
                  <a:pt x="1471265" y="30789"/>
                </a:cubicBezTo>
                <a:lnTo>
                  <a:pt x="1471265" y="60331"/>
                </a:lnTo>
                <a:cubicBezTo>
                  <a:pt x="1466874" y="58965"/>
                  <a:pt x="1461335" y="57825"/>
                  <a:pt x="1454636" y="57825"/>
                </a:cubicBezTo>
                <a:cubicBezTo>
                  <a:pt x="1424847" y="57825"/>
                  <a:pt x="1398750" y="83558"/>
                  <a:pt x="1398750" y="113837"/>
                </a:cubicBezTo>
                <a:cubicBezTo>
                  <a:pt x="1398750" y="127497"/>
                  <a:pt x="1403602" y="142982"/>
                  <a:pt x="1414917" y="151635"/>
                </a:cubicBezTo>
                <a:cubicBezTo>
                  <a:pt x="1423229" y="158057"/>
                  <a:pt x="1429005" y="161244"/>
                  <a:pt x="1441937" y="161244"/>
                </a:cubicBezTo>
                <a:cubicBezTo>
                  <a:pt x="1448170" y="161244"/>
                  <a:pt x="1465260" y="151225"/>
                  <a:pt x="1470109" y="148035"/>
                </a:cubicBezTo>
                <a:lnTo>
                  <a:pt x="1472188" y="148035"/>
                </a:lnTo>
                <a:close/>
                <a:moveTo>
                  <a:pt x="1560632" y="96312"/>
                </a:moveTo>
                <a:cubicBezTo>
                  <a:pt x="1560865" y="88343"/>
                  <a:pt x="1562021" y="79687"/>
                  <a:pt x="1565252" y="75135"/>
                </a:cubicBezTo>
                <a:cubicBezTo>
                  <a:pt x="1568948" y="69668"/>
                  <a:pt x="1575182" y="67392"/>
                  <a:pt x="1577722" y="67392"/>
                </a:cubicBezTo>
                <a:cubicBezTo>
                  <a:pt x="1583959" y="67392"/>
                  <a:pt x="1592501" y="73314"/>
                  <a:pt x="1592501" y="91530"/>
                </a:cubicBezTo>
                <a:cubicBezTo>
                  <a:pt x="1592501" y="92896"/>
                  <a:pt x="1592501" y="95857"/>
                  <a:pt x="1592039" y="96312"/>
                </a:cubicBezTo>
                <a:lnTo>
                  <a:pt x="1560632" y="96312"/>
                </a:lnTo>
                <a:moveTo>
                  <a:pt x="1619292" y="129579"/>
                </a:moveTo>
                <a:cubicBezTo>
                  <a:pt x="1609824" y="139153"/>
                  <a:pt x="1597353" y="141658"/>
                  <a:pt x="1588576" y="141658"/>
                </a:cubicBezTo>
                <a:cubicBezTo>
                  <a:pt x="1570562" y="141658"/>
                  <a:pt x="1559480" y="131403"/>
                  <a:pt x="1559480" y="109069"/>
                </a:cubicBezTo>
                <a:cubicBezTo>
                  <a:pt x="1559480" y="107474"/>
                  <a:pt x="1559709" y="106560"/>
                  <a:pt x="1559709" y="105420"/>
                </a:cubicBezTo>
                <a:lnTo>
                  <a:pt x="1615134" y="105420"/>
                </a:lnTo>
                <a:cubicBezTo>
                  <a:pt x="1620677" y="105420"/>
                  <a:pt x="1621829" y="101549"/>
                  <a:pt x="1621829" y="98362"/>
                </a:cubicBezTo>
                <a:cubicBezTo>
                  <a:pt x="1621829" y="79006"/>
                  <a:pt x="1614211" y="57825"/>
                  <a:pt x="1580263" y="57825"/>
                </a:cubicBezTo>
                <a:cubicBezTo>
                  <a:pt x="1556016" y="57825"/>
                  <a:pt x="1528302" y="79006"/>
                  <a:pt x="1528302" y="113854"/>
                </a:cubicBezTo>
                <a:cubicBezTo>
                  <a:pt x="1528302" y="127073"/>
                  <a:pt x="1533154" y="140977"/>
                  <a:pt x="1543084" y="149859"/>
                </a:cubicBezTo>
                <a:cubicBezTo>
                  <a:pt x="1551858" y="157602"/>
                  <a:pt x="1563173" y="161244"/>
                  <a:pt x="1579569" y="161244"/>
                </a:cubicBezTo>
                <a:cubicBezTo>
                  <a:pt x="1595503" y="161244"/>
                  <a:pt x="1611208" y="153275"/>
                  <a:pt x="1622756" y="136647"/>
                </a:cubicBezTo>
                <a:cubicBezTo>
                  <a:pt x="1622756" y="133683"/>
                  <a:pt x="1621600" y="129579"/>
                  <a:pt x="1619292" y="129579"/>
                </a:cubicBezTo>
                <a:close/>
                <a:moveTo>
                  <a:pt x="1731755" y="139153"/>
                </a:moveTo>
                <a:cubicBezTo>
                  <a:pt x="1731755" y="136418"/>
                  <a:pt x="1731293" y="132091"/>
                  <a:pt x="1728752" y="132091"/>
                </a:cubicBezTo>
                <a:cubicBezTo>
                  <a:pt x="1719513" y="140518"/>
                  <a:pt x="1711662" y="144848"/>
                  <a:pt x="1704967" y="144848"/>
                </a:cubicBezTo>
                <a:cubicBezTo>
                  <a:pt x="1687645" y="144848"/>
                  <a:pt x="1674022" y="132546"/>
                  <a:pt x="1674022" y="105208"/>
                </a:cubicBezTo>
                <a:cubicBezTo>
                  <a:pt x="1674022" y="79923"/>
                  <a:pt x="1679794" y="67392"/>
                  <a:pt x="1692035" y="67392"/>
                </a:cubicBezTo>
                <a:cubicBezTo>
                  <a:pt x="1700577" y="67392"/>
                  <a:pt x="1704041" y="76278"/>
                  <a:pt x="1704735" y="83565"/>
                </a:cubicBezTo>
                <a:cubicBezTo>
                  <a:pt x="1705429" y="89716"/>
                  <a:pt x="1711662" y="94275"/>
                  <a:pt x="1719052" y="94275"/>
                </a:cubicBezTo>
                <a:cubicBezTo>
                  <a:pt x="1726441" y="94275"/>
                  <a:pt x="1731755" y="88580"/>
                  <a:pt x="1731755" y="81515"/>
                </a:cubicBezTo>
                <a:cubicBezTo>
                  <a:pt x="1731755" y="71263"/>
                  <a:pt x="1719284" y="57825"/>
                  <a:pt x="1694111" y="57825"/>
                </a:cubicBezTo>
                <a:cubicBezTo>
                  <a:pt x="1666862" y="57825"/>
                  <a:pt x="1642844" y="79465"/>
                  <a:pt x="1642844" y="113183"/>
                </a:cubicBezTo>
                <a:cubicBezTo>
                  <a:pt x="1642844" y="127991"/>
                  <a:pt x="1648158" y="140974"/>
                  <a:pt x="1657164" y="149404"/>
                </a:cubicBezTo>
                <a:cubicBezTo>
                  <a:pt x="1666167" y="157828"/>
                  <a:pt x="1676792" y="161244"/>
                  <a:pt x="1693187" y="161244"/>
                </a:cubicBezTo>
                <a:cubicBezTo>
                  <a:pt x="1707043" y="161244"/>
                  <a:pt x="1722977" y="151680"/>
                  <a:pt x="1731755" y="139153"/>
                </a:cubicBezTo>
                <a:close/>
                <a:moveTo>
                  <a:pt x="1807731" y="147809"/>
                </a:moveTo>
                <a:cubicBezTo>
                  <a:pt x="1809345" y="157147"/>
                  <a:pt x="1815582" y="161244"/>
                  <a:pt x="1825741" y="161244"/>
                </a:cubicBezTo>
                <a:cubicBezTo>
                  <a:pt x="1838444" y="161244"/>
                  <a:pt x="1847451" y="156462"/>
                  <a:pt x="1855996" y="148490"/>
                </a:cubicBezTo>
                <a:cubicBezTo>
                  <a:pt x="1855534" y="145759"/>
                  <a:pt x="1854608" y="143938"/>
                  <a:pt x="1851838" y="142113"/>
                </a:cubicBezTo>
                <a:cubicBezTo>
                  <a:pt x="1848836" y="144393"/>
                  <a:pt x="1846528" y="145303"/>
                  <a:pt x="1842141" y="145303"/>
                </a:cubicBezTo>
                <a:cubicBezTo>
                  <a:pt x="1837059" y="145303"/>
                  <a:pt x="1835675" y="141203"/>
                  <a:pt x="1835675" y="130041"/>
                </a:cubicBezTo>
                <a:lnTo>
                  <a:pt x="1836136" y="97236"/>
                </a:lnTo>
                <a:cubicBezTo>
                  <a:pt x="1836136" y="64431"/>
                  <a:pt x="1815582" y="57825"/>
                  <a:pt x="1796646" y="57825"/>
                </a:cubicBezTo>
                <a:cubicBezTo>
                  <a:pt x="1779788" y="57825"/>
                  <a:pt x="1753924" y="67392"/>
                  <a:pt x="1753924" y="82429"/>
                </a:cubicBezTo>
                <a:cubicBezTo>
                  <a:pt x="1753924" y="88806"/>
                  <a:pt x="1756694" y="93817"/>
                  <a:pt x="1765700" y="93817"/>
                </a:cubicBezTo>
                <a:cubicBezTo>
                  <a:pt x="1774013" y="93817"/>
                  <a:pt x="1780017" y="88806"/>
                  <a:pt x="1780017" y="83339"/>
                </a:cubicBezTo>
                <a:cubicBezTo>
                  <a:pt x="1780017" y="80379"/>
                  <a:pt x="1778403" y="76504"/>
                  <a:pt x="1779094" y="72633"/>
                </a:cubicBezTo>
                <a:cubicBezTo>
                  <a:pt x="1779327" y="70127"/>
                  <a:pt x="1781173" y="67392"/>
                  <a:pt x="1788795" y="67392"/>
                </a:cubicBezTo>
                <a:cubicBezTo>
                  <a:pt x="1798492" y="67392"/>
                  <a:pt x="1806576" y="71493"/>
                  <a:pt x="1806576" y="100426"/>
                </a:cubicBezTo>
                <a:lnTo>
                  <a:pt x="1791103" y="105208"/>
                </a:lnTo>
                <a:cubicBezTo>
                  <a:pt x="1766856" y="112725"/>
                  <a:pt x="1749766" y="119334"/>
                  <a:pt x="1749766" y="137328"/>
                </a:cubicBezTo>
                <a:cubicBezTo>
                  <a:pt x="1749766" y="153046"/>
                  <a:pt x="1758540" y="161244"/>
                  <a:pt x="1778632" y="161244"/>
                </a:cubicBezTo>
                <a:cubicBezTo>
                  <a:pt x="1785331" y="161244"/>
                  <a:pt x="1798725" y="153956"/>
                  <a:pt x="1806343" y="148035"/>
                </a:cubicBezTo>
                <a:lnTo>
                  <a:pt x="1807731" y="147809"/>
                </a:lnTo>
                <a:moveTo>
                  <a:pt x="1806576" y="109309"/>
                </a:moveTo>
                <a:lnTo>
                  <a:pt x="1806576" y="139378"/>
                </a:lnTo>
                <a:cubicBezTo>
                  <a:pt x="1800804" y="143934"/>
                  <a:pt x="1795028" y="147580"/>
                  <a:pt x="1790874" y="147580"/>
                </a:cubicBezTo>
                <a:cubicBezTo>
                  <a:pt x="1780941" y="147580"/>
                  <a:pt x="1777477" y="140974"/>
                  <a:pt x="1777477" y="133912"/>
                </a:cubicBezTo>
                <a:cubicBezTo>
                  <a:pt x="1777477" y="125485"/>
                  <a:pt x="1778171" y="118420"/>
                  <a:pt x="1794567" y="113183"/>
                </a:cubicBezTo>
                <a:lnTo>
                  <a:pt x="1806576" y="109309"/>
                </a:lnTo>
                <a:close/>
                <a:moveTo>
                  <a:pt x="1937744" y="137328"/>
                </a:moveTo>
                <a:cubicBezTo>
                  <a:pt x="1932895" y="141203"/>
                  <a:pt x="1920657" y="146214"/>
                  <a:pt x="1917884" y="146214"/>
                </a:cubicBezTo>
                <a:cubicBezTo>
                  <a:pt x="1906337" y="146214"/>
                  <a:pt x="1897330" y="133457"/>
                  <a:pt x="1897330" y="106803"/>
                </a:cubicBezTo>
                <a:cubicBezTo>
                  <a:pt x="1897330" y="94731"/>
                  <a:pt x="1898718" y="84250"/>
                  <a:pt x="1903105" y="77188"/>
                </a:cubicBezTo>
                <a:cubicBezTo>
                  <a:pt x="1907031" y="71038"/>
                  <a:pt x="1913264" y="67392"/>
                  <a:pt x="1920192" y="67392"/>
                </a:cubicBezTo>
                <a:cubicBezTo>
                  <a:pt x="1926197" y="67392"/>
                  <a:pt x="1931972" y="68077"/>
                  <a:pt x="1937515" y="75593"/>
                </a:cubicBezTo>
                <a:lnTo>
                  <a:pt x="1937515" y="131636"/>
                </a:lnTo>
                <a:cubicBezTo>
                  <a:pt x="1937515" y="133457"/>
                  <a:pt x="1937515" y="135507"/>
                  <a:pt x="1937744" y="137328"/>
                </a:cubicBezTo>
                <a:moveTo>
                  <a:pt x="1938438" y="148035"/>
                </a:moveTo>
                <a:cubicBezTo>
                  <a:pt x="1938900" y="153501"/>
                  <a:pt x="1939361" y="157372"/>
                  <a:pt x="1939361" y="157372"/>
                </a:cubicBezTo>
                <a:cubicBezTo>
                  <a:pt x="1939594" y="160107"/>
                  <a:pt x="1941440" y="161244"/>
                  <a:pt x="1944671" y="161244"/>
                </a:cubicBezTo>
                <a:cubicBezTo>
                  <a:pt x="1953216" y="158922"/>
                  <a:pt x="1967072" y="155732"/>
                  <a:pt x="1983006" y="153682"/>
                </a:cubicBezTo>
                <a:cubicBezTo>
                  <a:pt x="1983468" y="152316"/>
                  <a:pt x="1983006" y="147764"/>
                  <a:pt x="1982544" y="146395"/>
                </a:cubicBezTo>
                <a:cubicBezTo>
                  <a:pt x="1970074" y="145258"/>
                  <a:pt x="1967533" y="141613"/>
                  <a:pt x="1967533" y="128637"/>
                </a:cubicBezTo>
                <a:lnTo>
                  <a:pt x="1967533" y="26247"/>
                </a:lnTo>
                <a:cubicBezTo>
                  <a:pt x="1967533" y="11471"/>
                  <a:pt x="1968228" y="3002"/>
                  <a:pt x="1968228" y="3002"/>
                </a:cubicBezTo>
                <a:cubicBezTo>
                  <a:pt x="1968228" y="924"/>
                  <a:pt x="1966610" y="0"/>
                  <a:pt x="1964531" y="0"/>
                </a:cubicBezTo>
                <a:cubicBezTo>
                  <a:pt x="1955990" y="2773"/>
                  <a:pt x="1937515" y="5313"/>
                  <a:pt x="1921119" y="6005"/>
                </a:cubicBezTo>
                <a:cubicBezTo>
                  <a:pt x="1920425" y="8740"/>
                  <a:pt x="1920657" y="11701"/>
                  <a:pt x="1921809" y="13751"/>
                </a:cubicBezTo>
                <a:cubicBezTo>
                  <a:pt x="1936359" y="14887"/>
                  <a:pt x="1937515" y="15113"/>
                  <a:pt x="1937515" y="30789"/>
                </a:cubicBezTo>
                <a:lnTo>
                  <a:pt x="1937515" y="60331"/>
                </a:lnTo>
                <a:cubicBezTo>
                  <a:pt x="1933124" y="58965"/>
                  <a:pt x="1927585" y="57825"/>
                  <a:pt x="1920886" y="57825"/>
                </a:cubicBezTo>
                <a:cubicBezTo>
                  <a:pt x="1891097" y="57825"/>
                  <a:pt x="1865000" y="83558"/>
                  <a:pt x="1865000" y="113837"/>
                </a:cubicBezTo>
                <a:cubicBezTo>
                  <a:pt x="1865000" y="127497"/>
                  <a:pt x="1869852" y="142982"/>
                  <a:pt x="1881167" y="151635"/>
                </a:cubicBezTo>
                <a:cubicBezTo>
                  <a:pt x="1889479" y="158057"/>
                  <a:pt x="1895255" y="161244"/>
                  <a:pt x="1908187" y="161244"/>
                </a:cubicBezTo>
                <a:cubicBezTo>
                  <a:pt x="1914420" y="161244"/>
                  <a:pt x="1931510" y="151225"/>
                  <a:pt x="1936359" y="148035"/>
                </a:cubicBezTo>
                <a:lnTo>
                  <a:pt x="1938438" y="148035"/>
                </a:lnTo>
                <a:close/>
                <a:moveTo>
                  <a:pt x="2026882" y="96312"/>
                </a:moveTo>
                <a:cubicBezTo>
                  <a:pt x="2027115" y="88343"/>
                  <a:pt x="2028271" y="79687"/>
                  <a:pt x="2031502" y="75135"/>
                </a:cubicBezTo>
                <a:cubicBezTo>
                  <a:pt x="2035198" y="69668"/>
                  <a:pt x="2041432" y="67392"/>
                  <a:pt x="2043972" y="67392"/>
                </a:cubicBezTo>
                <a:cubicBezTo>
                  <a:pt x="2050209" y="67392"/>
                  <a:pt x="2058751" y="73314"/>
                  <a:pt x="2058751" y="91530"/>
                </a:cubicBezTo>
                <a:cubicBezTo>
                  <a:pt x="2058751" y="92896"/>
                  <a:pt x="2058751" y="95857"/>
                  <a:pt x="2058289" y="96312"/>
                </a:cubicBezTo>
                <a:lnTo>
                  <a:pt x="2026882" y="96312"/>
                </a:lnTo>
                <a:moveTo>
                  <a:pt x="2085542" y="129579"/>
                </a:moveTo>
                <a:cubicBezTo>
                  <a:pt x="2076074" y="139153"/>
                  <a:pt x="2063603" y="141658"/>
                  <a:pt x="2054826" y="141658"/>
                </a:cubicBezTo>
                <a:cubicBezTo>
                  <a:pt x="2036812" y="141658"/>
                  <a:pt x="2025730" y="131403"/>
                  <a:pt x="2025730" y="109069"/>
                </a:cubicBezTo>
                <a:cubicBezTo>
                  <a:pt x="2025730" y="107474"/>
                  <a:pt x="2025959" y="106560"/>
                  <a:pt x="2025959" y="105420"/>
                </a:cubicBezTo>
                <a:lnTo>
                  <a:pt x="2081384" y="105420"/>
                </a:lnTo>
                <a:cubicBezTo>
                  <a:pt x="2086927" y="105420"/>
                  <a:pt x="2088079" y="101549"/>
                  <a:pt x="2088079" y="98362"/>
                </a:cubicBezTo>
                <a:cubicBezTo>
                  <a:pt x="2088079" y="79006"/>
                  <a:pt x="2080461" y="57825"/>
                  <a:pt x="2046513" y="57825"/>
                </a:cubicBezTo>
                <a:cubicBezTo>
                  <a:pt x="2022266" y="57825"/>
                  <a:pt x="1994552" y="79006"/>
                  <a:pt x="1994552" y="113854"/>
                </a:cubicBezTo>
                <a:cubicBezTo>
                  <a:pt x="1994552" y="127073"/>
                  <a:pt x="1999404" y="140977"/>
                  <a:pt x="2009334" y="149859"/>
                </a:cubicBezTo>
                <a:cubicBezTo>
                  <a:pt x="2018108" y="157602"/>
                  <a:pt x="2029423" y="161244"/>
                  <a:pt x="2045819" y="161244"/>
                </a:cubicBezTo>
                <a:cubicBezTo>
                  <a:pt x="2061753" y="161244"/>
                  <a:pt x="2077458" y="153275"/>
                  <a:pt x="2089006" y="136647"/>
                </a:cubicBezTo>
                <a:cubicBezTo>
                  <a:pt x="2089006" y="133683"/>
                  <a:pt x="2087850" y="129579"/>
                  <a:pt x="2085542" y="129579"/>
                </a:cubicBezTo>
                <a:close/>
                <a:moveTo>
                  <a:pt x="2107941" y="145759"/>
                </a:moveTo>
                <a:cubicBezTo>
                  <a:pt x="2107941" y="154412"/>
                  <a:pt x="2115330" y="161244"/>
                  <a:pt x="2124566" y="161244"/>
                </a:cubicBezTo>
                <a:cubicBezTo>
                  <a:pt x="2133805" y="161244"/>
                  <a:pt x="2141656" y="153956"/>
                  <a:pt x="2141656" y="145303"/>
                </a:cubicBezTo>
                <a:cubicBezTo>
                  <a:pt x="2141656" y="136421"/>
                  <a:pt x="2134267" y="129589"/>
                  <a:pt x="2125028" y="129589"/>
                </a:cubicBezTo>
                <a:cubicBezTo>
                  <a:pt x="2115792" y="129589"/>
                  <a:pt x="2107941" y="136876"/>
                  <a:pt x="2107941" y="145759"/>
                </a:cubicBezTo>
                <a:close/>
                <a:moveTo>
                  <a:pt x="2303309" y="131017"/>
                </a:moveTo>
                <a:lnTo>
                  <a:pt x="2303309" y="44554"/>
                </a:lnTo>
                <a:cubicBezTo>
                  <a:pt x="2303309" y="29990"/>
                  <a:pt x="2305617" y="21570"/>
                  <a:pt x="2313930" y="21570"/>
                </a:cubicBezTo>
                <a:lnTo>
                  <a:pt x="2319011" y="21570"/>
                </a:lnTo>
                <a:cubicBezTo>
                  <a:pt x="2336330" y="21570"/>
                  <a:pt x="2346031" y="27262"/>
                  <a:pt x="2349957" y="44780"/>
                </a:cubicBezTo>
                <a:cubicBezTo>
                  <a:pt x="2352497" y="44780"/>
                  <a:pt x="2356884" y="44554"/>
                  <a:pt x="2358963" y="43644"/>
                </a:cubicBezTo>
                <a:cubicBezTo>
                  <a:pt x="2357346" y="33177"/>
                  <a:pt x="2356190" y="21344"/>
                  <a:pt x="2355961" y="11096"/>
                </a:cubicBezTo>
                <a:cubicBezTo>
                  <a:pt x="2355961" y="10867"/>
                  <a:pt x="2355499" y="10411"/>
                  <a:pt x="2355267" y="10411"/>
                </a:cubicBezTo>
                <a:cubicBezTo>
                  <a:pt x="2347416" y="11096"/>
                  <a:pt x="2321784" y="12232"/>
                  <a:pt x="2303538" y="12232"/>
                </a:cubicBezTo>
                <a:lnTo>
                  <a:pt x="2270979" y="12232"/>
                </a:lnTo>
                <a:cubicBezTo>
                  <a:pt x="2253195" y="12232"/>
                  <a:pt x="2225946" y="11096"/>
                  <a:pt x="2217172" y="10411"/>
                </a:cubicBezTo>
                <a:cubicBezTo>
                  <a:pt x="2216710" y="10411"/>
                  <a:pt x="2216249" y="10867"/>
                  <a:pt x="2216249" y="11096"/>
                </a:cubicBezTo>
                <a:cubicBezTo>
                  <a:pt x="2215322" y="21344"/>
                  <a:pt x="2213014" y="33402"/>
                  <a:pt x="2210473" y="44325"/>
                </a:cubicBezTo>
                <a:cubicBezTo>
                  <a:pt x="2212781" y="45235"/>
                  <a:pt x="2216710" y="45464"/>
                  <a:pt x="2219480" y="45464"/>
                </a:cubicBezTo>
                <a:cubicBezTo>
                  <a:pt x="2224099" y="27262"/>
                  <a:pt x="2233568" y="21570"/>
                  <a:pt x="2248808" y="21570"/>
                </a:cubicBezTo>
                <a:lnTo>
                  <a:pt x="2260123" y="21570"/>
                </a:lnTo>
                <a:cubicBezTo>
                  <a:pt x="2268668" y="21570"/>
                  <a:pt x="2270979" y="29990"/>
                  <a:pt x="2270979" y="43869"/>
                </a:cubicBezTo>
                <a:lnTo>
                  <a:pt x="2270979" y="131017"/>
                </a:lnTo>
                <a:cubicBezTo>
                  <a:pt x="2270979" y="149901"/>
                  <a:pt x="2267050" y="151041"/>
                  <a:pt x="2248579" y="151722"/>
                </a:cubicBezTo>
                <a:cubicBezTo>
                  <a:pt x="2247190" y="153088"/>
                  <a:pt x="2247190" y="158099"/>
                  <a:pt x="2248579" y="159464"/>
                </a:cubicBezTo>
                <a:cubicBezTo>
                  <a:pt x="2259894" y="159239"/>
                  <a:pt x="2271902" y="159009"/>
                  <a:pt x="2286681" y="159009"/>
                </a:cubicBezTo>
                <a:cubicBezTo>
                  <a:pt x="2301921" y="159009"/>
                  <a:pt x="2314163" y="159239"/>
                  <a:pt x="2325710" y="159464"/>
                </a:cubicBezTo>
                <a:cubicBezTo>
                  <a:pt x="2327095" y="158099"/>
                  <a:pt x="2327095" y="153088"/>
                  <a:pt x="2325710" y="151722"/>
                </a:cubicBezTo>
                <a:cubicBezTo>
                  <a:pt x="2307235" y="151041"/>
                  <a:pt x="2303309" y="149901"/>
                  <a:pt x="2303309" y="131017"/>
                </a:cubicBezTo>
                <a:close/>
                <a:moveTo>
                  <a:pt x="2482282" y="129839"/>
                </a:moveTo>
                <a:lnTo>
                  <a:pt x="2482282" y="94282"/>
                </a:lnTo>
                <a:cubicBezTo>
                  <a:pt x="2482282" y="69213"/>
                  <a:pt x="2471425" y="57825"/>
                  <a:pt x="2451565" y="57825"/>
                </a:cubicBezTo>
                <a:cubicBezTo>
                  <a:pt x="2443020" y="57825"/>
                  <a:pt x="2426624" y="66252"/>
                  <a:pt x="2413463" y="74224"/>
                </a:cubicBezTo>
                <a:lnTo>
                  <a:pt x="2413463" y="26126"/>
                </a:lnTo>
                <a:cubicBezTo>
                  <a:pt x="2413463" y="11301"/>
                  <a:pt x="2414154" y="2919"/>
                  <a:pt x="2414154" y="2919"/>
                </a:cubicBezTo>
                <a:cubicBezTo>
                  <a:pt x="2414154" y="900"/>
                  <a:pt x="2412540" y="0"/>
                  <a:pt x="2410461" y="0"/>
                </a:cubicBezTo>
                <a:cubicBezTo>
                  <a:pt x="2401916" y="2693"/>
                  <a:pt x="2383441" y="5164"/>
                  <a:pt x="2367045" y="5835"/>
                </a:cubicBezTo>
                <a:cubicBezTo>
                  <a:pt x="2366351" y="8570"/>
                  <a:pt x="2366583" y="11075"/>
                  <a:pt x="2367739" y="13122"/>
                </a:cubicBezTo>
                <a:cubicBezTo>
                  <a:pt x="2382285" y="14265"/>
                  <a:pt x="2383441" y="14491"/>
                  <a:pt x="2383441" y="30230"/>
                </a:cubicBezTo>
                <a:lnTo>
                  <a:pt x="2383441" y="130069"/>
                </a:lnTo>
                <a:cubicBezTo>
                  <a:pt x="2383441" y="148987"/>
                  <a:pt x="2379748" y="151037"/>
                  <a:pt x="2365660" y="151722"/>
                </a:cubicBezTo>
                <a:cubicBezTo>
                  <a:pt x="2364275" y="153088"/>
                  <a:pt x="2364275" y="158099"/>
                  <a:pt x="2365660" y="159464"/>
                </a:cubicBezTo>
                <a:cubicBezTo>
                  <a:pt x="2375358" y="159239"/>
                  <a:pt x="2385749" y="159009"/>
                  <a:pt x="2398452" y="159009"/>
                </a:cubicBezTo>
                <a:cubicBezTo>
                  <a:pt x="2409538" y="159009"/>
                  <a:pt x="2416694" y="159239"/>
                  <a:pt x="2426624" y="159464"/>
                </a:cubicBezTo>
                <a:cubicBezTo>
                  <a:pt x="2428013" y="158099"/>
                  <a:pt x="2428013" y="153088"/>
                  <a:pt x="2426624" y="151722"/>
                </a:cubicBezTo>
                <a:cubicBezTo>
                  <a:pt x="2416927" y="151037"/>
                  <a:pt x="2413463" y="148987"/>
                  <a:pt x="2413463" y="130069"/>
                </a:cubicBezTo>
                <a:lnTo>
                  <a:pt x="2413463" y="83343"/>
                </a:lnTo>
                <a:cubicBezTo>
                  <a:pt x="2423160" y="77414"/>
                  <a:pt x="2430782" y="74679"/>
                  <a:pt x="2434940" y="74679"/>
                </a:cubicBezTo>
                <a:cubicBezTo>
                  <a:pt x="2444176" y="74679"/>
                  <a:pt x="2452259" y="78784"/>
                  <a:pt x="2452259" y="91777"/>
                </a:cubicBezTo>
                <a:lnTo>
                  <a:pt x="2452259" y="129839"/>
                </a:lnTo>
                <a:cubicBezTo>
                  <a:pt x="2452259" y="148987"/>
                  <a:pt x="2448563" y="151037"/>
                  <a:pt x="2439095" y="151722"/>
                </a:cubicBezTo>
                <a:cubicBezTo>
                  <a:pt x="2437710" y="153088"/>
                  <a:pt x="2437710" y="158099"/>
                  <a:pt x="2439095" y="159464"/>
                </a:cubicBezTo>
                <a:cubicBezTo>
                  <a:pt x="2448796" y="159239"/>
                  <a:pt x="2456185" y="159009"/>
                  <a:pt x="2467271" y="159009"/>
                </a:cubicBezTo>
                <a:cubicBezTo>
                  <a:pt x="2479970" y="159009"/>
                  <a:pt x="2490132" y="159239"/>
                  <a:pt x="2500062" y="159464"/>
                </a:cubicBezTo>
                <a:cubicBezTo>
                  <a:pt x="2501447" y="158099"/>
                  <a:pt x="2501447" y="153088"/>
                  <a:pt x="2500062" y="151722"/>
                </a:cubicBezTo>
                <a:cubicBezTo>
                  <a:pt x="2485974" y="151037"/>
                  <a:pt x="2482282" y="148987"/>
                  <a:pt x="2482282" y="129839"/>
                </a:cubicBezTo>
                <a:close/>
                <a:moveTo>
                  <a:pt x="2544168" y="96312"/>
                </a:moveTo>
                <a:cubicBezTo>
                  <a:pt x="2544401" y="88343"/>
                  <a:pt x="2545557" y="79687"/>
                  <a:pt x="2548788" y="75135"/>
                </a:cubicBezTo>
                <a:cubicBezTo>
                  <a:pt x="2552484" y="69668"/>
                  <a:pt x="2558718" y="67392"/>
                  <a:pt x="2561258" y="67392"/>
                </a:cubicBezTo>
                <a:cubicBezTo>
                  <a:pt x="2567495" y="67392"/>
                  <a:pt x="2576037" y="73314"/>
                  <a:pt x="2576037" y="91530"/>
                </a:cubicBezTo>
                <a:cubicBezTo>
                  <a:pt x="2576037" y="92896"/>
                  <a:pt x="2576037" y="95857"/>
                  <a:pt x="2575575" y="96312"/>
                </a:cubicBezTo>
                <a:lnTo>
                  <a:pt x="2544168" y="96312"/>
                </a:lnTo>
                <a:moveTo>
                  <a:pt x="2602828" y="129579"/>
                </a:moveTo>
                <a:cubicBezTo>
                  <a:pt x="2593359" y="139153"/>
                  <a:pt x="2580889" y="141658"/>
                  <a:pt x="2572111" y="141658"/>
                </a:cubicBezTo>
                <a:cubicBezTo>
                  <a:pt x="2554098" y="141658"/>
                  <a:pt x="2543016" y="131403"/>
                  <a:pt x="2543016" y="109069"/>
                </a:cubicBezTo>
                <a:cubicBezTo>
                  <a:pt x="2543016" y="107474"/>
                  <a:pt x="2543245" y="106560"/>
                  <a:pt x="2543245" y="105420"/>
                </a:cubicBezTo>
                <a:lnTo>
                  <a:pt x="2598670" y="105420"/>
                </a:lnTo>
                <a:cubicBezTo>
                  <a:pt x="2604213" y="105420"/>
                  <a:pt x="2605365" y="101549"/>
                  <a:pt x="2605365" y="98362"/>
                </a:cubicBezTo>
                <a:cubicBezTo>
                  <a:pt x="2605365" y="79006"/>
                  <a:pt x="2597746" y="57825"/>
                  <a:pt x="2563799" y="57825"/>
                </a:cubicBezTo>
                <a:cubicBezTo>
                  <a:pt x="2539552" y="57825"/>
                  <a:pt x="2511838" y="79006"/>
                  <a:pt x="2511838" y="113854"/>
                </a:cubicBezTo>
                <a:cubicBezTo>
                  <a:pt x="2511838" y="127073"/>
                  <a:pt x="2516690" y="140977"/>
                  <a:pt x="2526620" y="149859"/>
                </a:cubicBezTo>
                <a:cubicBezTo>
                  <a:pt x="2535394" y="157602"/>
                  <a:pt x="2546709" y="161244"/>
                  <a:pt x="2563105" y="161244"/>
                </a:cubicBezTo>
                <a:cubicBezTo>
                  <a:pt x="2579039" y="161244"/>
                  <a:pt x="2594744" y="153275"/>
                  <a:pt x="2606292" y="136647"/>
                </a:cubicBezTo>
                <a:cubicBezTo>
                  <a:pt x="2606292" y="133683"/>
                  <a:pt x="2605136" y="129579"/>
                  <a:pt x="2602828" y="129579"/>
                </a:cubicBezTo>
                <a:close/>
                <a:moveTo>
                  <a:pt x="2725219" y="40043"/>
                </a:moveTo>
                <a:cubicBezTo>
                  <a:pt x="2725219" y="21132"/>
                  <a:pt x="2728682" y="19992"/>
                  <a:pt x="2746467" y="19311"/>
                </a:cubicBezTo>
                <a:cubicBezTo>
                  <a:pt x="2747852" y="17945"/>
                  <a:pt x="2747852" y="12934"/>
                  <a:pt x="2746467" y="11565"/>
                </a:cubicBezTo>
                <a:cubicBezTo>
                  <a:pt x="2735148" y="11794"/>
                  <a:pt x="2719908" y="12024"/>
                  <a:pt x="2708823" y="12024"/>
                </a:cubicBezTo>
                <a:cubicBezTo>
                  <a:pt x="2698431" y="12024"/>
                  <a:pt x="2686655" y="11794"/>
                  <a:pt x="2675108" y="11565"/>
                </a:cubicBezTo>
                <a:cubicBezTo>
                  <a:pt x="2673723" y="12934"/>
                  <a:pt x="2673723" y="17945"/>
                  <a:pt x="2675108" y="19311"/>
                </a:cubicBezTo>
                <a:cubicBezTo>
                  <a:pt x="2688963" y="19992"/>
                  <a:pt x="2692888" y="21132"/>
                  <a:pt x="2692888" y="40043"/>
                </a:cubicBezTo>
                <a:lnTo>
                  <a:pt x="2692888" y="105201"/>
                </a:lnTo>
                <a:cubicBezTo>
                  <a:pt x="2692888" y="127303"/>
                  <a:pt x="2700049" y="143250"/>
                  <a:pt x="2712981" y="151680"/>
                </a:cubicBezTo>
                <a:cubicBezTo>
                  <a:pt x="2727530" y="161018"/>
                  <a:pt x="2748775" y="161244"/>
                  <a:pt x="2759628" y="161244"/>
                </a:cubicBezTo>
                <a:cubicBezTo>
                  <a:pt x="2806969" y="161244"/>
                  <a:pt x="2821980" y="132314"/>
                  <a:pt x="2821980" y="91759"/>
                </a:cubicBezTo>
                <a:lnTo>
                  <a:pt x="2821980" y="40043"/>
                </a:lnTo>
                <a:cubicBezTo>
                  <a:pt x="2821980" y="21132"/>
                  <a:pt x="2826135" y="20677"/>
                  <a:pt x="2839761" y="19311"/>
                </a:cubicBezTo>
                <a:cubicBezTo>
                  <a:pt x="2841146" y="17945"/>
                  <a:pt x="2841146" y="12934"/>
                  <a:pt x="2839761" y="11565"/>
                </a:cubicBezTo>
                <a:cubicBezTo>
                  <a:pt x="2830754" y="11794"/>
                  <a:pt x="2821519" y="12024"/>
                  <a:pt x="2815053" y="12024"/>
                </a:cubicBezTo>
                <a:cubicBezTo>
                  <a:pt x="2808354" y="12024"/>
                  <a:pt x="2796345" y="11794"/>
                  <a:pt x="2785725" y="11565"/>
                </a:cubicBezTo>
                <a:cubicBezTo>
                  <a:pt x="2784336" y="12934"/>
                  <a:pt x="2784336" y="17945"/>
                  <a:pt x="2785725" y="19311"/>
                </a:cubicBezTo>
                <a:cubicBezTo>
                  <a:pt x="2803273" y="20677"/>
                  <a:pt x="2806969" y="21132"/>
                  <a:pt x="2806969" y="40043"/>
                </a:cubicBezTo>
                <a:lnTo>
                  <a:pt x="2806969" y="95860"/>
                </a:lnTo>
                <a:cubicBezTo>
                  <a:pt x="2806969" y="121378"/>
                  <a:pt x="2803505" y="151680"/>
                  <a:pt x="2764476" y="151680"/>
                </a:cubicBezTo>
                <a:cubicBezTo>
                  <a:pt x="2753394" y="151680"/>
                  <a:pt x="2743926" y="146895"/>
                  <a:pt x="2736998" y="140289"/>
                </a:cubicBezTo>
                <a:cubicBezTo>
                  <a:pt x="2725680" y="129582"/>
                  <a:pt x="2725219" y="112492"/>
                  <a:pt x="2725219" y="97684"/>
                </a:cubicBezTo>
                <a:lnTo>
                  <a:pt x="2725219" y="40043"/>
                </a:lnTo>
                <a:close/>
                <a:moveTo>
                  <a:pt x="2894493" y="131209"/>
                </a:moveTo>
                <a:lnTo>
                  <a:pt x="2894493" y="85848"/>
                </a:lnTo>
                <a:lnTo>
                  <a:pt x="2894493" y="85393"/>
                </a:lnTo>
                <a:cubicBezTo>
                  <a:pt x="2903728" y="79239"/>
                  <a:pt x="2912967" y="74679"/>
                  <a:pt x="2917122" y="74679"/>
                </a:cubicBezTo>
                <a:cubicBezTo>
                  <a:pt x="2926361" y="74679"/>
                  <a:pt x="2933289" y="78784"/>
                  <a:pt x="2933289" y="91777"/>
                </a:cubicBezTo>
                <a:lnTo>
                  <a:pt x="2933289" y="129839"/>
                </a:lnTo>
                <a:cubicBezTo>
                  <a:pt x="2933289" y="148987"/>
                  <a:pt x="2929592" y="151037"/>
                  <a:pt x="2920124" y="151722"/>
                </a:cubicBezTo>
                <a:cubicBezTo>
                  <a:pt x="2918739" y="153088"/>
                  <a:pt x="2918739" y="158099"/>
                  <a:pt x="2920124" y="159464"/>
                </a:cubicBezTo>
                <a:cubicBezTo>
                  <a:pt x="2929825" y="159239"/>
                  <a:pt x="2937214" y="159009"/>
                  <a:pt x="2948300" y="159009"/>
                </a:cubicBezTo>
                <a:cubicBezTo>
                  <a:pt x="2960999" y="159009"/>
                  <a:pt x="2971162" y="159239"/>
                  <a:pt x="2981092" y="159464"/>
                </a:cubicBezTo>
                <a:cubicBezTo>
                  <a:pt x="2982477" y="158099"/>
                  <a:pt x="2982477" y="153088"/>
                  <a:pt x="2981092" y="151722"/>
                </a:cubicBezTo>
                <a:cubicBezTo>
                  <a:pt x="2967004" y="151037"/>
                  <a:pt x="2963311" y="148987"/>
                  <a:pt x="2963311" y="129839"/>
                </a:cubicBezTo>
                <a:lnTo>
                  <a:pt x="2963311" y="94282"/>
                </a:lnTo>
                <a:cubicBezTo>
                  <a:pt x="2963311" y="69213"/>
                  <a:pt x="2952454" y="57825"/>
                  <a:pt x="2932595" y="57825"/>
                </a:cubicBezTo>
                <a:cubicBezTo>
                  <a:pt x="2923359" y="57825"/>
                  <a:pt x="2906963" y="67847"/>
                  <a:pt x="2894260" y="76504"/>
                </a:cubicBezTo>
                <a:cubicBezTo>
                  <a:pt x="2893569" y="68532"/>
                  <a:pt x="2892643" y="61700"/>
                  <a:pt x="2892643" y="61700"/>
                </a:cubicBezTo>
                <a:cubicBezTo>
                  <a:pt x="2892414" y="58965"/>
                  <a:pt x="2890567" y="57825"/>
                  <a:pt x="2887332" y="57825"/>
                </a:cubicBezTo>
                <a:cubicBezTo>
                  <a:pt x="2878787" y="60150"/>
                  <a:pt x="2864932" y="63340"/>
                  <a:pt x="2848998" y="65387"/>
                </a:cubicBezTo>
                <a:cubicBezTo>
                  <a:pt x="2848536" y="66756"/>
                  <a:pt x="2848998" y="71309"/>
                  <a:pt x="2849459" y="72678"/>
                </a:cubicBezTo>
                <a:cubicBezTo>
                  <a:pt x="2862162" y="73818"/>
                  <a:pt x="2864470" y="75639"/>
                  <a:pt x="2864470" y="88621"/>
                </a:cubicBezTo>
                <a:lnTo>
                  <a:pt x="2864470" y="131222"/>
                </a:lnTo>
                <a:cubicBezTo>
                  <a:pt x="2864470" y="150127"/>
                  <a:pt x="2861930" y="150586"/>
                  <a:pt x="2847842" y="151722"/>
                </a:cubicBezTo>
                <a:cubicBezTo>
                  <a:pt x="2846457" y="153088"/>
                  <a:pt x="2846457" y="158099"/>
                  <a:pt x="2847842" y="159464"/>
                </a:cubicBezTo>
                <a:cubicBezTo>
                  <a:pt x="2857543" y="159239"/>
                  <a:pt x="2867240" y="159009"/>
                  <a:pt x="2879481" y="159009"/>
                </a:cubicBezTo>
                <a:cubicBezTo>
                  <a:pt x="2890106" y="159009"/>
                  <a:pt x="2896572" y="159239"/>
                  <a:pt x="2906501" y="159464"/>
                </a:cubicBezTo>
                <a:cubicBezTo>
                  <a:pt x="2907886" y="158099"/>
                  <a:pt x="2907886" y="153088"/>
                  <a:pt x="2906501" y="151722"/>
                </a:cubicBezTo>
                <a:cubicBezTo>
                  <a:pt x="2896801" y="150811"/>
                  <a:pt x="2894493" y="150127"/>
                  <a:pt x="2894493" y="131209"/>
                </a:cubicBezTo>
                <a:close/>
                <a:moveTo>
                  <a:pt x="3037670" y="131229"/>
                </a:moveTo>
                <a:lnTo>
                  <a:pt x="3037670" y="85911"/>
                </a:lnTo>
                <a:cubicBezTo>
                  <a:pt x="3037670" y="74527"/>
                  <a:pt x="3038593" y="61742"/>
                  <a:pt x="3038593" y="61742"/>
                </a:cubicBezTo>
                <a:cubicBezTo>
                  <a:pt x="3038593" y="59208"/>
                  <a:pt x="3036514" y="57825"/>
                  <a:pt x="3033283" y="57825"/>
                </a:cubicBezTo>
                <a:cubicBezTo>
                  <a:pt x="3026816" y="60362"/>
                  <a:pt x="3008109" y="62204"/>
                  <a:pt x="2992175" y="64275"/>
                </a:cubicBezTo>
                <a:cubicBezTo>
                  <a:pt x="2991713" y="65644"/>
                  <a:pt x="2992175" y="70197"/>
                  <a:pt x="2992636" y="71566"/>
                </a:cubicBezTo>
                <a:cubicBezTo>
                  <a:pt x="3005339" y="72702"/>
                  <a:pt x="3007647" y="74527"/>
                  <a:pt x="3007647" y="87506"/>
                </a:cubicBezTo>
                <a:lnTo>
                  <a:pt x="3007647" y="131229"/>
                </a:lnTo>
                <a:cubicBezTo>
                  <a:pt x="3007647" y="150130"/>
                  <a:pt x="3005107" y="150586"/>
                  <a:pt x="2991022" y="151722"/>
                </a:cubicBezTo>
                <a:cubicBezTo>
                  <a:pt x="2989634" y="153088"/>
                  <a:pt x="2989634" y="158099"/>
                  <a:pt x="2991022" y="159464"/>
                </a:cubicBezTo>
                <a:cubicBezTo>
                  <a:pt x="3000720" y="159239"/>
                  <a:pt x="3010421" y="159009"/>
                  <a:pt x="3022658" y="159009"/>
                </a:cubicBezTo>
                <a:cubicBezTo>
                  <a:pt x="3034896" y="159009"/>
                  <a:pt x="3044365" y="159239"/>
                  <a:pt x="3054295" y="159464"/>
                </a:cubicBezTo>
                <a:cubicBezTo>
                  <a:pt x="3055683" y="158099"/>
                  <a:pt x="3055683" y="153088"/>
                  <a:pt x="3054295" y="151722"/>
                </a:cubicBezTo>
                <a:cubicBezTo>
                  <a:pt x="3040210" y="150811"/>
                  <a:pt x="3037670" y="150130"/>
                  <a:pt x="3037670" y="131229"/>
                </a:cubicBezTo>
                <a:moveTo>
                  <a:pt x="3006495" y="23241"/>
                </a:moveTo>
                <a:cubicBezTo>
                  <a:pt x="3006495" y="30754"/>
                  <a:pt x="3012034" y="38271"/>
                  <a:pt x="3021274" y="38271"/>
                </a:cubicBezTo>
                <a:cubicBezTo>
                  <a:pt x="3031665" y="38271"/>
                  <a:pt x="3037670" y="30073"/>
                  <a:pt x="3037670" y="24152"/>
                </a:cubicBezTo>
                <a:cubicBezTo>
                  <a:pt x="3037670" y="17320"/>
                  <a:pt x="3032359" y="9119"/>
                  <a:pt x="3022658" y="9119"/>
                </a:cubicBezTo>
                <a:cubicBezTo>
                  <a:pt x="3011805" y="9119"/>
                  <a:pt x="3006495" y="16409"/>
                  <a:pt x="3006495" y="23241"/>
                </a:cubicBezTo>
                <a:close/>
                <a:moveTo>
                  <a:pt x="3073000" y="60272"/>
                </a:moveTo>
                <a:cubicBezTo>
                  <a:pt x="3069769" y="60272"/>
                  <a:pt x="3066305" y="61186"/>
                  <a:pt x="3063303" y="63691"/>
                </a:cubicBezTo>
                <a:lnTo>
                  <a:pt x="3063303" y="70294"/>
                </a:lnTo>
                <a:cubicBezTo>
                  <a:pt x="3063303" y="71434"/>
                  <a:pt x="3063532" y="71660"/>
                  <a:pt x="3064455" y="71660"/>
                </a:cubicBezTo>
                <a:lnTo>
                  <a:pt x="3079466" y="71660"/>
                </a:lnTo>
                <a:cubicBezTo>
                  <a:pt x="3079005" y="94616"/>
                  <a:pt x="3078776" y="123709"/>
                  <a:pt x="3078776" y="135076"/>
                </a:cubicBezTo>
                <a:cubicBezTo>
                  <a:pt x="3078776" y="143031"/>
                  <a:pt x="3080855" y="150770"/>
                  <a:pt x="3085703" y="154867"/>
                </a:cubicBezTo>
                <a:cubicBezTo>
                  <a:pt x="3091014" y="159197"/>
                  <a:pt x="3099326" y="161244"/>
                  <a:pt x="3104869" y="161244"/>
                </a:cubicBezTo>
                <a:cubicBezTo>
                  <a:pt x="3117572" y="161244"/>
                  <a:pt x="3131656" y="154867"/>
                  <a:pt x="3136276" y="148490"/>
                </a:cubicBezTo>
                <a:cubicBezTo>
                  <a:pt x="3136276" y="145759"/>
                  <a:pt x="3134891" y="144393"/>
                  <a:pt x="3132121" y="142120"/>
                </a:cubicBezTo>
                <a:cubicBezTo>
                  <a:pt x="3129119" y="144393"/>
                  <a:pt x="3123344" y="145303"/>
                  <a:pt x="3118957" y="145303"/>
                </a:cubicBezTo>
                <a:cubicBezTo>
                  <a:pt x="3113876" y="145303"/>
                  <a:pt x="3108794" y="141439"/>
                  <a:pt x="3108794" y="130076"/>
                </a:cubicBezTo>
                <a:cubicBezTo>
                  <a:pt x="3108794" y="118709"/>
                  <a:pt x="3108565" y="94390"/>
                  <a:pt x="3108565" y="71660"/>
                </a:cubicBezTo>
                <a:lnTo>
                  <a:pt x="3131889" y="71660"/>
                </a:lnTo>
                <a:cubicBezTo>
                  <a:pt x="3134197" y="71660"/>
                  <a:pt x="3137432" y="70749"/>
                  <a:pt x="3137432" y="68699"/>
                </a:cubicBezTo>
                <a:lnTo>
                  <a:pt x="3137432" y="61641"/>
                </a:lnTo>
                <a:cubicBezTo>
                  <a:pt x="3137432" y="60730"/>
                  <a:pt x="3136738" y="60272"/>
                  <a:pt x="3135585" y="60272"/>
                </a:cubicBezTo>
                <a:lnTo>
                  <a:pt x="3108565" y="60272"/>
                </a:lnTo>
                <a:lnTo>
                  <a:pt x="3108794" y="52529"/>
                </a:lnTo>
                <a:cubicBezTo>
                  <a:pt x="3109256" y="37270"/>
                  <a:pt x="3109950" y="26796"/>
                  <a:pt x="3109950" y="26796"/>
                </a:cubicBezTo>
                <a:cubicBezTo>
                  <a:pt x="3109950" y="25427"/>
                  <a:pt x="3109256" y="24746"/>
                  <a:pt x="3108104" y="24746"/>
                </a:cubicBezTo>
                <a:cubicBezTo>
                  <a:pt x="3106486" y="24746"/>
                  <a:pt x="3097941" y="27252"/>
                  <a:pt x="3094248" y="28847"/>
                </a:cubicBezTo>
                <a:cubicBezTo>
                  <a:pt x="3090319" y="30438"/>
                  <a:pt x="3083624" y="31804"/>
                  <a:pt x="3082007" y="33854"/>
                </a:cubicBezTo>
                <a:cubicBezTo>
                  <a:pt x="3080390" y="35905"/>
                  <a:pt x="3079466" y="42055"/>
                  <a:pt x="3079466" y="60272"/>
                </a:cubicBezTo>
                <a:lnTo>
                  <a:pt x="3073000" y="60272"/>
                </a:lnTo>
                <a:close/>
                <a:moveTo>
                  <a:pt x="3182000" y="96312"/>
                </a:moveTo>
                <a:cubicBezTo>
                  <a:pt x="3182232" y="88343"/>
                  <a:pt x="3183388" y="79687"/>
                  <a:pt x="3186619" y="75135"/>
                </a:cubicBezTo>
                <a:cubicBezTo>
                  <a:pt x="3190316" y="69668"/>
                  <a:pt x="3196549" y="67392"/>
                  <a:pt x="3199090" y="67392"/>
                </a:cubicBezTo>
                <a:cubicBezTo>
                  <a:pt x="3205327" y="67392"/>
                  <a:pt x="3213868" y="73314"/>
                  <a:pt x="3213868" y="91530"/>
                </a:cubicBezTo>
                <a:cubicBezTo>
                  <a:pt x="3213868" y="92896"/>
                  <a:pt x="3213868" y="95857"/>
                  <a:pt x="3213407" y="96312"/>
                </a:cubicBezTo>
                <a:lnTo>
                  <a:pt x="3182000" y="96312"/>
                </a:lnTo>
                <a:moveTo>
                  <a:pt x="3240659" y="129579"/>
                </a:moveTo>
                <a:cubicBezTo>
                  <a:pt x="3231191" y="139153"/>
                  <a:pt x="3218720" y="141658"/>
                  <a:pt x="3209943" y="141658"/>
                </a:cubicBezTo>
                <a:cubicBezTo>
                  <a:pt x="3191929" y="141658"/>
                  <a:pt x="3180847" y="131403"/>
                  <a:pt x="3180847" y="109069"/>
                </a:cubicBezTo>
                <a:cubicBezTo>
                  <a:pt x="3180847" y="107474"/>
                  <a:pt x="3181076" y="106560"/>
                  <a:pt x="3181076" y="105420"/>
                </a:cubicBezTo>
                <a:lnTo>
                  <a:pt x="3236501" y="105420"/>
                </a:lnTo>
                <a:cubicBezTo>
                  <a:pt x="3242044" y="105420"/>
                  <a:pt x="3243196" y="101549"/>
                  <a:pt x="3243196" y="98362"/>
                </a:cubicBezTo>
                <a:cubicBezTo>
                  <a:pt x="3243196" y="79006"/>
                  <a:pt x="3235578" y="57825"/>
                  <a:pt x="3201630" y="57825"/>
                </a:cubicBezTo>
                <a:cubicBezTo>
                  <a:pt x="3177383" y="57825"/>
                  <a:pt x="3149669" y="79006"/>
                  <a:pt x="3149669" y="113854"/>
                </a:cubicBezTo>
                <a:cubicBezTo>
                  <a:pt x="3149669" y="127073"/>
                  <a:pt x="3154521" y="140977"/>
                  <a:pt x="3164451" y="149859"/>
                </a:cubicBezTo>
                <a:cubicBezTo>
                  <a:pt x="3173225" y="157602"/>
                  <a:pt x="3184540" y="161244"/>
                  <a:pt x="3200936" y="161244"/>
                </a:cubicBezTo>
                <a:cubicBezTo>
                  <a:pt x="3216870" y="161244"/>
                  <a:pt x="3232576" y="153275"/>
                  <a:pt x="3244123" y="136647"/>
                </a:cubicBezTo>
                <a:cubicBezTo>
                  <a:pt x="3244123" y="133683"/>
                  <a:pt x="3242967" y="129579"/>
                  <a:pt x="3240659" y="129579"/>
                </a:cubicBezTo>
                <a:close/>
                <a:moveTo>
                  <a:pt x="3336955" y="137328"/>
                </a:moveTo>
                <a:cubicBezTo>
                  <a:pt x="3332106" y="141203"/>
                  <a:pt x="3319868" y="146214"/>
                  <a:pt x="3317095" y="146214"/>
                </a:cubicBezTo>
                <a:cubicBezTo>
                  <a:pt x="3305548" y="146214"/>
                  <a:pt x="3296541" y="133457"/>
                  <a:pt x="3296541" y="106803"/>
                </a:cubicBezTo>
                <a:cubicBezTo>
                  <a:pt x="3296541" y="94731"/>
                  <a:pt x="3297929" y="84250"/>
                  <a:pt x="3302316" y="77188"/>
                </a:cubicBezTo>
                <a:cubicBezTo>
                  <a:pt x="3306242" y="71038"/>
                  <a:pt x="3312475" y="67392"/>
                  <a:pt x="3319403" y="67392"/>
                </a:cubicBezTo>
                <a:cubicBezTo>
                  <a:pt x="3325407" y="67392"/>
                  <a:pt x="3331183" y="68077"/>
                  <a:pt x="3336726" y="75593"/>
                </a:cubicBezTo>
                <a:lnTo>
                  <a:pt x="3336726" y="131636"/>
                </a:lnTo>
                <a:cubicBezTo>
                  <a:pt x="3336726" y="133457"/>
                  <a:pt x="3336726" y="135507"/>
                  <a:pt x="3336955" y="137328"/>
                </a:cubicBezTo>
                <a:moveTo>
                  <a:pt x="3337649" y="148035"/>
                </a:moveTo>
                <a:cubicBezTo>
                  <a:pt x="3338110" y="153501"/>
                  <a:pt x="3338572" y="157372"/>
                  <a:pt x="3338572" y="157372"/>
                </a:cubicBezTo>
                <a:cubicBezTo>
                  <a:pt x="3338805" y="160107"/>
                  <a:pt x="3340651" y="161244"/>
                  <a:pt x="3343882" y="161244"/>
                </a:cubicBezTo>
                <a:cubicBezTo>
                  <a:pt x="3352427" y="158922"/>
                  <a:pt x="3366283" y="155732"/>
                  <a:pt x="3382217" y="153682"/>
                </a:cubicBezTo>
                <a:cubicBezTo>
                  <a:pt x="3382679" y="152316"/>
                  <a:pt x="3382217" y="147764"/>
                  <a:pt x="3381755" y="146395"/>
                </a:cubicBezTo>
                <a:cubicBezTo>
                  <a:pt x="3369285" y="145258"/>
                  <a:pt x="3366744" y="141613"/>
                  <a:pt x="3366744" y="128637"/>
                </a:cubicBezTo>
                <a:lnTo>
                  <a:pt x="3366744" y="26247"/>
                </a:lnTo>
                <a:cubicBezTo>
                  <a:pt x="3366744" y="11471"/>
                  <a:pt x="3367438" y="3002"/>
                  <a:pt x="3367438" y="3002"/>
                </a:cubicBezTo>
                <a:cubicBezTo>
                  <a:pt x="3367438" y="924"/>
                  <a:pt x="3365821" y="0"/>
                  <a:pt x="3363742" y="0"/>
                </a:cubicBezTo>
                <a:cubicBezTo>
                  <a:pt x="3355201" y="2773"/>
                  <a:pt x="3336726" y="5313"/>
                  <a:pt x="3320330" y="6005"/>
                </a:cubicBezTo>
                <a:cubicBezTo>
                  <a:pt x="3319636" y="8740"/>
                  <a:pt x="3319868" y="11701"/>
                  <a:pt x="3321020" y="13751"/>
                </a:cubicBezTo>
                <a:cubicBezTo>
                  <a:pt x="3335570" y="14887"/>
                  <a:pt x="3336726" y="15113"/>
                  <a:pt x="3336726" y="30789"/>
                </a:cubicBezTo>
                <a:lnTo>
                  <a:pt x="3336726" y="60331"/>
                </a:lnTo>
                <a:cubicBezTo>
                  <a:pt x="3332335" y="58965"/>
                  <a:pt x="3326796" y="57825"/>
                  <a:pt x="3320097" y="57825"/>
                </a:cubicBezTo>
                <a:cubicBezTo>
                  <a:pt x="3290308" y="57825"/>
                  <a:pt x="3264211" y="83558"/>
                  <a:pt x="3264211" y="113837"/>
                </a:cubicBezTo>
                <a:cubicBezTo>
                  <a:pt x="3264211" y="127497"/>
                  <a:pt x="3269063" y="142982"/>
                  <a:pt x="3280378" y="151635"/>
                </a:cubicBezTo>
                <a:cubicBezTo>
                  <a:pt x="3288690" y="158057"/>
                  <a:pt x="3294466" y="161244"/>
                  <a:pt x="3307398" y="161244"/>
                </a:cubicBezTo>
                <a:cubicBezTo>
                  <a:pt x="3313631" y="161244"/>
                  <a:pt x="3330721" y="151225"/>
                  <a:pt x="3335570" y="148035"/>
                </a:cubicBezTo>
                <a:lnTo>
                  <a:pt x="3337649" y="148035"/>
                </a:lnTo>
                <a:close/>
                <a:moveTo>
                  <a:pt x="3539250" y="15269"/>
                </a:moveTo>
                <a:cubicBezTo>
                  <a:pt x="3526551" y="13449"/>
                  <a:pt x="3521699" y="9119"/>
                  <a:pt x="3500225" y="9119"/>
                </a:cubicBezTo>
                <a:cubicBezTo>
                  <a:pt x="3489830" y="9119"/>
                  <a:pt x="3476207" y="12309"/>
                  <a:pt x="3466506" y="20051"/>
                </a:cubicBezTo>
                <a:cubicBezTo>
                  <a:pt x="3457961" y="26883"/>
                  <a:pt x="3451495" y="37361"/>
                  <a:pt x="3451495" y="48519"/>
                </a:cubicBezTo>
                <a:cubicBezTo>
                  <a:pt x="3451495" y="57172"/>
                  <a:pt x="3453807" y="68105"/>
                  <a:pt x="3459117" y="74937"/>
                </a:cubicBezTo>
                <a:cubicBezTo>
                  <a:pt x="3469741" y="89056"/>
                  <a:pt x="3488907" y="96798"/>
                  <a:pt x="3498837" y="103630"/>
                </a:cubicBezTo>
                <a:cubicBezTo>
                  <a:pt x="3509461" y="110918"/>
                  <a:pt x="3519852" y="120026"/>
                  <a:pt x="3519852" y="132779"/>
                </a:cubicBezTo>
                <a:cubicBezTo>
                  <a:pt x="3519852" y="143938"/>
                  <a:pt x="3509922" y="151680"/>
                  <a:pt x="3495834" y="151680"/>
                </a:cubicBezTo>
                <a:cubicBezTo>
                  <a:pt x="3480362" y="151680"/>
                  <a:pt x="3464431" y="139156"/>
                  <a:pt x="3459811" y="118431"/>
                </a:cubicBezTo>
                <a:cubicBezTo>
                  <a:pt x="3455886" y="117065"/>
                  <a:pt x="3451960" y="118205"/>
                  <a:pt x="3448264" y="119115"/>
                </a:cubicBezTo>
                <a:cubicBezTo>
                  <a:pt x="3448264" y="136195"/>
                  <a:pt x="3450111" y="148264"/>
                  <a:pt x="3452651" y="156691"/>
                </a:cubicBezTo>
                <a:cubicBezTo>
                  <a:pt x="3465816" y="156691"/>
                  <a:pt x="3466506" y="161244"/>
                  <a:pt x="3498375" y="161244"/>
                </a:cubicBezTo>
                <a:cubicBezTo>
                  <a:pt x="3512463" y="161244"/>
                  <a:pt x="3523778" y="157147"/>
                  <a:pt x="3533246" y="148719"/>
                </a:cubicBezTo>
                <a:cubicBezTo>
                  <a:pt x="3541562" y="141662"/>
                  <a:pt x="3548951" y="131184"/>
                  <a:pt x="3548951" y="117065"/>
                </a:cubicBezTo>
                <a:cubicBezTo>
                  <a:pt x="3548951" y="105222"/>
                  <a:pt x="3543870" y="97254"/>
                  <a:pt x="3536942" y="89737"/>
                </a:cubicBezTo>
                <a:cubicBezTo>
                  <a:pt x="3527936" y="79944"/>
                  <a:pt x="3515004" y="72886"/>
                  <a:pt x="3505997" y="68330"/>
                </a:cubicBezTo>
                <a:cubicBezTo>
                  <a:pt x="3496761" y="63778"/>
                  <a:pt x="3480362" y="51935"/>
                  <a:pt x="3480362" y="38956"/>
                </a:cubicBezTo>
                <a:cubicBezTo>
                  <a:pt x="3480362" y="26202"/>
                  <a:pt x="3488216" y="18456"/>
                  <a:pt x="3499992" y="18456"/>
                </a:cubicBezTo>
                <a:cubicBezTo>
                  <a:pt x="3519623" y="18456"/>
                  <a:pt x="3526089" y="35995"/>
                  <a:pt x="3530244" y="51025"/>
                </a:cubicBezTo>
                <a:cubicBezTo>
                  <a:pt x="3533478" y="51935"/>
                  <a:pt x="3539250" y="51935"/>
                  <a:pt x="3541791" y="49885"/>
                </a:cubicBezTo>
                <a:cubicBezTo>
                  <a:pt x="3541791" y="37816"/>
                  <a:pt x="3540868" y="28478"/>
                  <a:pt x="3539250" y="15269"/>
                </a:cubicBezTo>
                <a:close/>
                <a:moveTo>
                  <a:pt x="3572966" y="60272"/>
                </a:moveTo>
                <a:cubicBezTo>
                  <a:pt x="3569735" y="60272"/>
                  <a:pt x="3566271" y="61186"/>
                  <a:pt x="3563269" y="63691"/>
                </a:cubicBezTo>
                <a:lnTo>
                  <a:pt x="3563269" y="70294"/>
                </a:lnTo>
                <a:cubicBezTo>
                  <a:pt x="3563269" y="71434"/>
                  <a:pt x="3563498" y="71660"/>
                  <a:pt x="3564421" y="71660"/>
                </a:cubicBezTo>
                <a:lnTo>
                  <a:pt x="3579432" y="71660"/>
                </a:lnTo>
                <a:cubicBezTo>
                  <a:pt x="3578970" y="94616"/>
                  <a:pt x="3578741" y="123709"/>
                  <a:pt x="3578741" y="135076"/>
                </a:cubicBezTo>
                <a:cubicBezTo>
                  <a:pt x="3578741" y="143031"/>
                  <a:pt x="3580820" y="150770"/>
                  <a:pt x="3585669" y="154867"/>
                </a:cubicBezTo>
                <a:cubicBezTo>
                  <a:pt x="3590979" y="159197"/>
                  <a:pt x="3599292" y="161244"/>
                  <a:pt x="3604835" y="161244"/>
                </a:cubicBezTo>
                <a:cubicBezTo>
                  <a:pt x="3617538" y="161244"/>
                  <a:pt x="3631622" y="154867"/>
                  <a:pt x="3636242" y="148490"/>
                </a:cubicBezTo>
                <a:cubicBezTo>
                  <a:pt x="3636242" y="145759"/>
                  <a:pt x="3634857" y="144393"/>
                  <a:pt x="3632087" y="142120"/>
                </a:cubicBezTo>
                <a:cubicBezTo>
                  <a:pt x="3629085" y="144393"/>
                  <a:pt x="3623309" y="145303"/>
                  <a:pt x="3618922" y="145303"/>
                </a:cubicBezTo>
                <a:cubicBezTo>
                  <a:pt x="3613841" y="145303"/>
                  <a:pt x="3608760" y="141439"/>
                  <a:pt x="3608760" y="130076"/>
                </a:cubicBezTo>
                <a:cubicBezTo>
                  <a:pt x="3608760" y="118709"/>
                  <a:pt x="3608531" y="94390"/>
                  <a:pt x="3608531" y="71660"/>
                </a:cubicBezTo>
                <a:lnTo>
                  <a:pt x="3631855" y="71660"/>
                </a:lnTo>
                <a:cubicBezTo>
                  <a:pt x="3634163" y="71660"/>
                  <a:pt x="3637397" y="70749"/>
                  <a:pt x="3637397" y="68699"/>
                </a:cubicBezTo>
                <a:lnTo>
                  <a:pt x="3637397" y="61641"/>
                </a:lnTo>
                <a:cubicBezTo>
                  <a:pt x="3637397" y="60730"/>
                  <a:pt x="3636703" y="60272"/>
                  <a:pt x="3635551" y="60272"/>
                </a:cubicBezTo>
                <a:lnTo>
                  <a:pt x="3608531" y="60272"/>
                </a:lnTo>
                <a:lnTo>
                  <a:pt x="3608760" y="52529"/>
                </a:lnTo>
                <a:cubicBezTo>
                  <a:pt x="3609222" y="37270"/>
                  <a:pt x="3609916" y="26796"/>
                  <a:pt x="3609916" y="26796"/>
                </a:cubicBezTo>
                <a:cubicBezTo>
                  <a:pt x="3609916" y="25427"/>
                  <a:pt x="3609222" y="24746"/>
                  <a:pt x="3608069" y="24746"/>
                </a:cubicBezTo>
                <a:cubicBezTo>
                  <a:pt x="3606452" y="24746"/>
                  <a:pt x="3597907" y="27252"/>
                  <a:pt x="3594214" y="28847"/>
                </a:cubicBezTo>
                <a:cubicBezTo>
                  <a:pt x="3590285" y="30438"/>
                  <a:pt x="3583590" y="31804"/>
                  <a:pt x="3581973" y="33854"/>
                </a:cubicBezTo>
                <a:cubicBezTo>
                  <a:pt x="3580355" y="35905"/>
                  <a:pt x="3579432" y="42055"/>
                  <a:pt x="3579432" y="60272"/>
                </a:cubicBezTo>
                <a:lnTo>
                  <a:pt x="3572966" y="60272"/>
                </a:lnTo>
                <a:close/>
                <a:moveTo>
                  <a:pt x="3709218" y="147809"/>
                </a:moveTo>
                <a:cubicBezTo>
                  <a:pt x="3710832" y="157147"/>
                  <a:pt x="3717069" y="161244"/>
                  <a:pt x="3727228" y="161244"/>
                </a:cubicBezTo>
                <a:cubicBezTo>
                  <a:pt x="3739931" y="161244"/>
                  <a:pt x="3748937" y="156462"/>
                  <a:pt x="3757482" y="148490"/>
                </a:cubicBezTo>
                <a:cubicBezTo>
                  <a:pt x="3757021" y="145759"/>
                  <a:pt x="3756094" y="143938"/>
                  <a:pt x="3753324" y="142113"/>
                </a:cubicBezTo>
                <a:cubicBezTo>
                  <a:pt x="3750322" y="144393"/>
                  <a:pt x="3748014" y="145303"/>
                  <a:pt x="3743627" y="145303"/>
                </a:cubicBezTo>
                <a:cubicBezTo>
                  <a:pt x="3738546" y="145303"/>
                  <a:pt x="3737161" y="141203"/>
                  <a:pt x="3737161" y="130041"/>
                </a:cubicBezTo>
                <a:lnTo>
                  <a:pt x="3737623" y="97236"/>
                </a:lnTo>
                <a:cubicBezTo>
                  <a:pt x="3737623" y="64431"/>
                  <a:pt x="3717069" y="57825"/>
                  <a:pt x="3698132" y="57825"/>
                </a:cubicBezTo>
                <a:cubicBezTo>
                  <a:pt x="3681275" y="57825"/>
                  <a:pt x="3655410" y="67392"/>
                  <a:pt x="3655410" y="82429"/>
                </a:cubicBezTo>
                <a:cubicBezTo>
                  <a:pt x="3655410" y="88806"/>
                  <a:pt x="3658180" y="93817"/>
                  <a:pt x="3667187" y="93817"/>
                </a:cubicBezTo>
                <a:cubicBezTo>
                  <a:pt x="3675499" y="93817"/>
                  <a:pt x="3681504" y="88806"/>
                  <a:pt x="3681504" y="83339"/>
                </a:cubicBezTo>
                <a:cubicBezTo>
                  <a:pt x="3681504" y="80379"/>
                  <a:pt x="3679890" y="76504"/>
                  <a:pt x="3680580" y="72633"/>
                </a:cubicBezTo>
                <a:cubicBezTo>
                  <a:pt x="3680813" y="70127"/>
                  <a:pt x="3682659" y="67392"/>
                  <a:pt x="3690281" y="67392"/>
                </a:cubicBezTo>
                <a:cubicBezTo>
                  <a:pt x="3699979" y="67392"/>
                  <a:pt x="3708062" y="71493"/>
                  <a:pt x="3708062" y="100426"/>
                </a:cubicBezTo>
                <a:lnTo>
                  <a:pt x="3692589" y="105208"/>
                </a:lnTo>
                <a:cubicBezTo>
                  <a:pt x="3668342" y="112725"/>
                  <a:pt x="3651252" y="119334"/>
                  <a:pt x="3651252" y="137328"/>
                </a:cubicBezTo>
                <a:cubicBezTo>
                  <a:pt x="3651252" y="153046"/>
                  <a:pt x="3660026" y="161244"/>
                  <a:pt x="3680119" y="161244"/>
                </a:cubicBezTo>
                <a:cubicBezTo>
                  <a:pt x="3686817" y="161244"/>
                  <a:pt x="3700211" y="153956"/>
                  <a:pt x="3707829" y="148035"/>
                </a:cubicBezTo>
                <a:lnTo>
                  <a:pt x="3709218" y="147809"/>
                </a:lnTo>
                <a:moveTo>
                  <a:pt x="3708062" y="109309"/>
                </a:moveTo>
                <a:lnTo>
                  <a:pt x="3708062" y="139378"/>
                </a:lnTo>
                <a:cubicBezTo>
                  <a:pt x="3702290" y="143934"/>
                  <a:pt x="3696515" y="147580"/>
                  <a:pt x="3692360" y="147580"/>
                </a:cubicBezTo>
                <a:cubicBezTo>
                  <a:pt x="3682427" y="147580"/>
                  <a:pt x="3678963" y="140974"/>
                  <a:pt x="3678963" y="133912"/>
                </a:cubicBezTo>
                <a:cubicBezTo>
                  <a:pt x="3678963" y="125485"/>
                  <a:pt x="3679657" y="118420"/>
                  <a:pt x="3696053" y="113183"/>
                </a:cubicBezTo>
                <a:lnTo>
                  <a:pt x="3708062" y="109309"/>
                </a:lnTo>
                <a:close/>
                <a:moveTo>
                  <a:pt x="3772491" y="60272"/>
                </a:moveTo>
                <a:cubicBezTo>
                  <a:pt x="3769259" y="60272"/>
                  <a:pt x="3765796" y="61186"/>
                  <a:pt x="3762793" y="63691"/>
                </a:cubicBezTo>
                <a:lnTo>
                  <a:pt x="3762793" y="70294"/>
                </a:lnTo>
                <a:cubicBezTo>
                  <a:pt x="3762793" y="71434"/>
                  <a:pt x="3763022" y="71660"/>
                  <a:pt x="3763946" y="71660"/>
                </a:cubicBezTo>
                <a:lnTo>
                  <a:pt x="3778957" y="71660"/>
                </a:lnTo>
                <a:cubicBezTo>
                  <a:pt x="3778495" y="94616"/>
                  <a:pt x="3778266" y="123709"/>
                  <a:pt x="3778266" y="135076"/>
                </a:cubicBezTo>
                <a:cubicBezTo>
                  <a:pt x="3778266" y="143031"/>
                  <a:pt x="3780345" y="150770"/>
                  <a:pt x="3785194" y="154867"/>
                </a:cubicBezTo>
                <a:cubicBezTo>
                  <a:pt x="3790504" y="159197"/>
                  <a:pt x="3798816" y="161244"/>
                  <a:pt x="3804359" y="161244"/>
                </a:cubicBezTo>
                <a:cubicBezTo>
                  <a:pt x="3817062" y="161244"/>
                  <a:pt x="3831147" y="154867"/>
                  <a:pt x="3835766" y="148490"/>
                </a:cubicBezTo>
                <a:cubicBezTo>
                  <a:pt x="3835766" y="145759"/>
                  <a:pt x="3834381" y="144393"/>
                  <a:pt x="3831612" y="142120"/>
                </a:cubicBezTo>
                <a:cubicBezTo>
                  <a:pt x="3828610" y="144393"/>
                  <a:pt x="3822834" y="145303"/>
                  <a:pt x="3818447" y="145303"/>
                </a:cubicBezTo>
                <a:cubicBezTo>
                  <a:pt x="3813366" y="145303"/>
                  <a:pt x="3808285" y="141439"/>
                  <a:pt x="3808285" y="130076"/>
                </a:cubicBezTo>
                <a:cubicBezTo>
                  <a:pt x="3808285" y="118709"/>
                  <a:pt x="3808056" y="94390"/>
                  <a:pt x="3808056" y="71660"/>
                </a:cubicBezTo>
                <a:lnTo>
                  <a:pt x="3831379" y="71660"/>
                </a:lnTo>
                <a:cubicBezTo>
                  <a:pt x="3833687" y="71660"/>
                  <a:pt x="3836922" y="70749"/>
                  <a:pt x="3836922" y="68699"/>
                </a:cubicBezTo>
                <a:lnTo>
                  <a:pt x="3836922" y="61641"/>
                </a:lnTo>
                <a:cubicBezTo>
                  <a:pt x="3836922" y="60730"/>
                  <a:pt x="3836228" y="60272"/>
                  <a:pt x="3835076" y="60272"/>
                </a:cubicBezTo>
                <a:lnTo>
                  <a:pt x="3808056" y="60272"/>
                </a:lnTo>
                <a:lnTo>
                  <a:pt x="3808285" y="52529"/>
                </a:lnTo>
                <a:cubicBezTo>
                  <a:pt x="3808746" y="37270"/>
                  <a:pt x="3809440" y="26796"/>
                  <a:pt x="3809440" y="26796"/>
                </a:cubicBezTo>
                <a:cubicBezTo>
                  <a:pt x="3809440" y="25427"/>
                  <a:pt x="3808746" y="24746"/>
                  <a:pt x="3807594" y="24746"/>
                </a:cubicBezTo>
                <a:cubicBezTo>
                  <a:pt x="3805977" y="24746"/>
                  <a:pt x="3797432" y="27252"/>
                  <a:pt x="3793739" y="28847"/>
                </a:cubicBezTo>
                <a:cubicBezTo>
                  <a:pt x="3789810" y="30438"/>
                  <a:pt x="3783115" y="31804"/>
                  <a:pt x="3781497" y="33854"/>
                </a:cubicBezTo>
                <a:cubicBezTo>
                  <a:pt x="3779880" y="35905"/>
                  <a:pt x="3778957" y="42055"/>
                  <a:pt x="3778957" y="60272"/>
                </a:cubicBezTo>
                <a:lnTo>
                  <a:pt x="3772491" y="60272"/>
                </a:lnTo>
                <a:close/>
                <a:moveTo>
                  <a:pt x="3881490" y="96312"/>
                </a:moveTo>
                <a:cubicBezTo>
                  <a:pt x="3881722" y="88343"/>
                  <a:pt x="3882878" y="79687"/>
                  <a:pt x="3886109" y="75135"/>
                </a:cubicBezTo>
                <a:cubicBezTo>
                  <a:pt x="3889806" y="69668"/>
                  <a:pt x="3896039" y="67392"/>
                  <a:pt x="3898580" y="67392"/>
                </a:cubicBezTo>
                <a:cubicBezTo>
                  <a:pt x="3904817" y="67392"/>
                  <a:pt x="3913358" y="73314"/>
                  <a:pt x="3913358" y="91530"/>
                </a:cubicBezTo>
                <a:cubicBezTo>
                  <a:pt x="3913358" y="92896"/>
                  <a:pt x="3913358" y="95857"/>
                  <a:pt x="3912897" y="96312"/>
                </a:cubicBezTo>
                <a:lnTo>
                  <a:pt x="3881490" y="96312"/>
                </a:lnTo>
                <a:moveTo>
                  <a:pt x="3940149" y="129579"/>
                </a:moveTo>
                <a:cubicBezTo>
                  <a:pt x="3930681" y="139153"/>
                  <a:pt x="3918210" y="141658"/>
                  <a:pt x="3909433" y="141658"/>
                </a:cubicBezTo>
                <a:cubicBezTo>
                  <a:pt x="3891419" y="141658"/>
                  <a:pt x="3880337" y="131403"/>
                  <a:pt x="3880337" y="109069"/>
                </a:cubicBezTo>
                <a:cubicBezTo>
                  <a:pt x="3880337" y="107474"/>
                  <a:pt x="3880566" y="106560"/>
                  <a:pt x="3880566" y="105420"/>
                </a:cubicBezTo>
                <a:lnTo>
                  <a:pt x="3935991" y="105420"/>
                </a:lnTo>
                <a:cubicBezTo>
                  <a:pt x="3941534" y="105420"/>
                  <a:pt x="3942686" y="101549"/>
                  <a:pt x="3942686" y="98362"/>
                </a:cubicBezTo>
                <a:cubicBezTo>
                  <a:pt x="3942686" y="79006"/>
                  <a:pt x="3935068" y="57825"/>
                  <a:pt x="3901120" y="57825"/>
                </a:cubicBezTo>
                <a:cubicBezTo>
                  <a:pt x="3876873" y="57825"/>
                  <a:pt x="3849159" y="79006"/>
                  <a:pt x="3849159" y="113854"/>
                </a:cubicBezTo>
                <a:cubicBezTo>
                  <a:pt x="3849159" y="127073"/>
                  <a:pt x="3854012" y="140977"/>
                  <a:pt x="3863941" y="149859"/>
                </a:cubicBezTo>
                <a:cubicBezTo>
                  <a:pt x="3872715" y="157602"/>
                  <a:pt x="3884030" y="161244"/>
                  <a:pt x="3900426" y="161244"/>
                </a:cubicBezTo>
                <a:cubicBezTo>
                  <a:pt x="3916360" y="161244"/>
                  <a:pt x="3932066" y="153275"/>
                  <a:pt x="3943613" y="136647"/>
                </a:cubicBezTo>
                <a:cubicBezTo>
                  <a:pt x="3943613" y="133683"/>
                  <a:pt x="3942457" y="129579"/>
                  <a:pt x="3940149" y="129579"/>
                </a:cubicBezTo>
                <a:close/>
                <a:moveTo>
                  <a:pt x="3964625" y="125711"/>
                </a:moveTo>
                <a:cubicBezTo>
                  <a:pt x="3965548" y="136873"/>
                  <a:pt x="3966704" y="147580"/>
                  <a:pt x="3968551" y="156236"/>
                </a:cubicBezTo>
                <a:cubicBezTo>
                  <a:pt x="3972941" y="157602"/>
                  <a:pt x="3987720" y="161244"/>
                  <a:pt x="4000652" y="161244"/>
                </a:cubicBezTo>
                <a:cubicBezTo>
                  <a:pt x="4018433" y="161244"/>
                  <a:pt x="4040604" y="151680"/>
                  <a:pt x="4040604" y="131862"/>
                </a:cubicBezTo>
                <a:cubicBezTo>
                  <a:pt x="4040604" y="124116"/>
                  <a:pt x="4038754" y="117965"/>
                  <a:pt x="4033444" y="112269"/>
                </a:cubicBezTo>
                <a:cubicBezTo>
                  <a:pt x="4026745" y="104979"/>
                  <a:pt x="4017277" y="99286"/>
                  <a:pt x="4006656" y="94731"/>
                </a:cubicBezTo>
                <a:cubicBezTo>
                  <a:pt x="3997417" y="90856"/>
                  <a:pt x="3994186" y="83565"/>
                  <a:pt x="3994186" y="76959"/>
                </a:cubicBezTo>
                <a:cubicBezTo>
                  <a:pt x="3994186" y="71722"/>
                  <a:pt x="3998573" y="67392"/>
                  <a:pt x="4005271" y="67392"/>
                </a:cubicBezTo>
                <a:cubicBezTo>
                  <a:pt x="4013351" y="67392"/>
                  <a:pt x="4021206" y="74683"/>
                  <a:pt x="4026978" y="88580"/>
                </a:cubicBezTo>
                <a:cubicBezTo>
                  <a:pt x="4031136" y="89261"/>
                  <a:pt x="4033676" y="89035"/>
                  <a:pt x="4035984" y="87440"/>
                </a:cubicBezTo>
                <a:cubicBezTo>
                  <a:pt x="4035984" y="79239"/>
                  <a:pt x="4035061" y="70582"/>
                  <a:pt x="4032982" y="63292"/>
                </a:cubicBezTo>
                <a:cubicBezTo>
                  <a:pt x="4025593" y="60105"/>
                  <a:pt x="4019817" y="57825"/>
                  <a:pt x="4007118" y="57825"/>
                </a:cubicBezTo>
                <a:cubicBezTo>
                  <a:pt x="3994876" y="57825"/>
                  <a:pt x="3983333" y="62381"/>
                  <a:pt x="3975943" y="69672"/>
                </a:cubicBezTo>
                <a:cubicBezTo>
                  <a:pt x="3970630" y="74909"/>
                  <a:pt x="3968089" y="81289"/>
                  <a:pt x="3968089" y="87440"/>
                </a:cubicBezTo>
                <a:cubicBezTo>
                  <a:pt x="3968089" y="94272"/>
                  <a:pt x="3970630" y="99742"/>
                  <a:pt x="3975249" y="104523"/>
                </a:cubicBezTo>
                <a:cubicBezTo>
                  <a:pt x="3982409" y="112269"/>
                  <a:pt x="3994876" y="120245"/>
                  <a:pt x="4002037" y="123431"/>
                </a:cubicBezTo>
                <a:cubicBezTo>
                  <a:pt x="4011276" y="127532"/>
                  <a:pt x="4013813" y="135733"/>
                  <a:pt x="4013813" y="141199"/>
                </a:cubicBezTo>
                <a:cubicBezTo>
                  <a:pt x="4013813" y="148490"/>
                  <a:pt x="4006424" y="152365"/>
                  <a:pt x="4000190" y="152365"/>
                </a:cubicBezTo>
                <a:cubicBezTo>
                  <a:pt x="3989799" y="152365"/>
                  <a:pt x="3978713" y="142113"/>
                  <a:pt x="3973864" y="125256"/>
                </a:cubicBezTo>
                <a:cubicBezTo>
                  <a:pt x="3970168" y="124571"/>
                  <a:pt x="3968322" y="124800"/>
                  <a:pt x="3964625" y="125711"/>
                </a:cubicBezTo>
                <a:close/>
                <a:moveTo>
                  <a:pt x="4230660" y="129839"/>
                </a:moveTo>
                <a:lnTo>
                  <a:pt x="4230660" y="94282"/>
                </a:lnTo>
                <a:cubicBezTo>
                  <a:pt x="4230660" y="69213"/>
                  <a:pt x="4219804" y="57825"/>
                  <a:pt x="4199944" y="57825"/>
                </a:cubicBezTo>
                <a:cubicBezTo>
                  <a:pt x="4191399" y="57825"/>
                  <a:pt x="4175003" y="66252"/>
                  <a:pt x="4161842" y="74224"/>
                </a:cubicBezTo>
                <a:lnTo>
                  <a:pt x="4161842" y="26126"/>
                </a:lnTo>
                <a:cubicBezTo>
                  <a:pt x="4161842" y="11301"/>
                  <a:pt x="4162533" y="2919"/>
                  <a:pt x="4162533" y="2919"/>
                </a:cubicBezTo>
                <a:cubicBezTo>
                  <a:pt x="4162533" y="900"/>
                  <a:pt x="4160919" y="0"/>
                  <a:pt x="4158840" y="0"/>
                </a:cubicBezTo>
                <a:cubicBezTo>
                  <a:pt x="4150295" y="2693"/>
                  <a:pt x="4131820" y="5164"/>
                  <a:pt x="4115424" y="5835"/>
                </a:cubicBezTo>
                <a:cubicBezTo>
                  <a:pt x="4114730" y="8570"/>
                  <a:pt x="4114962" y="11075"/>
                  <a:pt x="4116118" y="13122"/>
                </a:cubicBezTo>
                <a:cubicBezTo>
                  <a:pt x="4130664" y="14265"/>
                  <a:pt x="4131820" y="14491"/>
                  <a:pt x="4131820" y="30230"/>
                </a:cubicBezTo>
                <a:lnTo>
                  <a:pt x="4131820" y="130069"/>
                </a:lnTo>
                <a:cubicBezTo>
                  <a:pt x="4131820" y="148987"/>
                  <a:pt x="4128127" y="151037"/>
                  <a:pt x="4114039" y="151722"/>
                </a:cubicBezTo>
                <a:cubicBezTo>
                  <a:pt x="4112654" y="153088"/>
                  <a:pt x="4112654" y="158099"/>
                  <a:pt x="4114039" y="159464"/>
                </a:cubicBezTo>
                <a:cubicBezTo>
                  <a:pt x="4123736" y="159239"/>
                  <a:pt x="4134128" y="159009"/>
                  <a:pt x="4146831" y="159009"/>
                </a:cubicBezTo>
                <a:cubicBezTo>
                  <a:pt x="4157917" y="159009"/>
                  <a:pt x="4165073" y="159239"/>
                  <a:pt x="4175003" y="159464"/>
                </a:cubicBezTo>
                <a:cubicBezTo>
                  <a:pt x="4176391" y="158099"/>
                  <a:pt x="4176391" y="153088"/>
                  <a:pt x="4175003" y="151722"/>
                </a:cubicBezTo>
                <a:cubicBezTo>
                  <a:pt x="4165306" y="151037"/>
                  <a:pt x="4161842" y="148987"/>
                  <a:pt x="4161842" y="130069"/>
                </a:cubicBezTo>
                <a:lnTo>
                  <a:pt x="4161842" y="83343"/>
                </a:lnTo>
                <a:cubicBezTo>
                  <a:pt x="4171539" y="77414"/>
                  <a:pt x="4179161" y="74679"/>
                  <a:pt x="4183319" y="74679"/>
                </a:cubicBezTo>
                <a:cubicBezTo>
                  <a:pt x="4192555" y="74679"/>
                  <a:pt x="4200638" y="78784"/>
                  <a:pt x="4200638" y="91777"/>
                </a:cubicBezTo>
                <a:lnTo>
                  <a:pt x="4200638" y="129839"/>
                </a:lnTo>
                <a:cubicBezTo>
                  <a:pt x="4200638" y="148987"/>
                  <a:pt x="4196942" y="151037"/>
                  <a:pt x="4187474" y="151722"/>
                </a:cubicBezTo>
                <a:cubicBezTo>
                  <a:pt x="4186089" y="153088"/>
                  <a:pt x="4186089" y="158099"/>
                  <a:pt x="4187474" y="159464"/>
                </a:cubicBezTo>
                <a:cubicBezTo>
                  <a:pt x="4197174" y="159239"/>
                  <a:pt x="4204564" y="159009"/>
                  <a:pt x="4215649" y="159009"/>
                </a:cubicBezTo>
                <a:cubicBezTo>
                  <a:pt x="4228349" y="159009"/>
                  <a:pt x="4238511" y="159239"/>
                  <a:pt x="4248441" y="159464"/>
                </a:cubicBezTo>
                <a:cubicBezTo>
                  <a:pt x="4249826" y="158099"/>
                  <a:pt x="4249826" y="153088"/>
                  <a:pt x="4248441" y="151722"/>
                </a:cubicBezTo>
                <a:cubicBezTo>
                  <a:pt x="4234353" y="151037"/>
                  <a:pt x="4230660" y="148987"/>
                  <a:pt x="4230660" y="129839"/>
                </a:cubicBezTo>
                <a:close/>
                <a:moveTo>
                  <a:pt x="4319799" y="147809"/>
                </a:moveTo>
                <a:cubicBezTo>
                  <a:pt x="4321413" y="157147"/>
                  <a:pt x="4327650" y="161244"/>
                  <a:pt x="4337809" y="161244"/>
                </a:cubicBezTo>
                <a:cubicBezTo>
                  <a:pt x="4350512" y="161244"/>
                  <a:pt x="4359519" y="156462"/>
                  <a:pt x="4368064" y="148490"/>
                </a:cubicBezTo>
                <a:cubicBezTo>
                  <a:pt x="4367602" y="145759"/>
                  <a:pt x="4366676" y="143938"/>
                  <a:pt x="4363906" y="142113"/>
                </a:cubicBezTo>
                <a:cubicBezTo>
                  <a:pt x="4360904" y="144393"/>
                  <a:pt x="4358596" y="145303"/>
                  <a:pt x="4354209" y="145303"/>
                </a:cubicBezTo>
                <a:cubicBezTo>
                  <a:pt x="4349127" y="145303"/>
                  <a:pt x="4347743" y="141203"/>
                  <a:pt x="4347743" y="130041"/>
                </a:cubicBezTo>
                <a:lnTo>
                  <a:pt x="4348204" y="97236"/>
                </a:lnTo>
                <a:cubicBezTo>
                  <a:pt x="4348204" y="64431"/>
                  <a:pt x="4327650" y="57825"/>
                  <a:pt x="4308714" y="57825"/>
                </a:cubicBezTo>
                <a:cubicBezTo>
                  <a:pt x="4291856" y="57825"/>
                  <a:pt x="4265992" y="67392"/>
                  <a:pt x="4265992" y="82429"/>
                </a:cubicBezTo>
                <a:cubicBezTo>
                  <a:pt x="4265992" y="88806"/>
                  <a:pt x="4268762" y="93817"/>
                  <a:pt x="4277768" y="93817"/>
                </a:cubicBezTo>
                <a:cubicBezTo>
                  <a:pt x="4286081" y="93817"/>
                  <a:pt x="4292085" y="88806"/>
                  <a:pt x="4292085" y="83339"/>
                </a:cubicBezTo>
                <a:cubicBezTo>
                  <a:pt x="4292085" y="80379"/>
                  <a:pt x="4290471" y="76504"/>
                  <a:pt x="4291162" y="72633"/>
                </a:cubicBezTo>
                <a:cubicBezTo>
                  <a:pt x="4291395" y="70127"/>
                  <a:pt x="4293241" y="67392"/>
                  <a:pt x="4300863" y="67392"/>
                </a:cubicBezTo>
                <a:cubicBezTo>
                  <a:pt x="4310560" y="67392"/>
                  <a:pt x="4318644" y="71493"/>
                  <a:pt x="4318644" y="100426"/>
                </a:cubicBezTo>
                <a:lnTo>
                  <a:pt x="4303171" y="105208"/>
                </a:lnTo>
                <a:cubicBezTo>
                  <a:pt x="4278924" y="112725"/>
                  <a:pt x="4261834" y="119334"/>
                  <a:pt x="4261834" y="137328"/>
                </a:cubicBezTo>
                <a:cubicBezTo>
                  <a:pt x="4261834" y="153046"/>
                  <a:pt x="4270608" y="161244"/>
                  <a:pt x="4290701" y="161244"/>
                </a:cubicBezTo>
                <a:cubicBezTo>
                  <a:pt x="4297399" y="161244"/>
                  <a:pt x="4310793" y="153956"/>
                  <a:pt x="4318411" y="148035"/>
                </a:cubicBezTo>
                <a:lnTo>
                  <a:pt x="4319799" y="147809"/>
                </a:lnTo>
                <a:moveTo>
                  <a:pt x="4318644" y="109309"/>
                </a:moveTo>
                <a:lnTo>
                  <a:pt x="4318644" y="139378"/>
                </a:lnTo>
                <a:cubicBezTo>
                  <a:pt x="4312872" y="143934"/>
                  <a:pt x="4307096" y="147580"/>
                  <a:pt x="4302942" y="147580"/>
                </a:cubicBezTo>
                <a:cubicBezTo>
                  <a:pt x="4293009" y="147580"/>
                  <a:pt x="4289545" y="140974"/>
                  <a:pt x="4289545" y="133912"/>
                </a:cubicBezTo>
                <a:cubicBezTo>
                  <a:pt x="4289545" y="125485"/>
                  <a:pt x="4290239" y="118420"/>
                  <a:pt x="4306635" y="113183"/>
                </a:cubicBezTo>
                <a:lnTo>
                  <a:pt x="4318644" y="109309"/>
                </a:lnTo>
                <a:close/>
                <a:moveTo>
                  <a:pt x="4379609" y="125711"/>
                </a:moveTo>
                <a:cubicBezTo>
                  <a:pt x="4380532" y="136873"/>
                  <a:pt x="4381688" y="147580"/>
                  <a:pt x="4383534" y="156236"/>
                </a:cubicBezTo>
                <a:cubicBezTo>
                  <a:pt x="4387925" y="157602"/>
                  <a:pt x="4402703" y="161244"/>
                  <a:pt x="4415635" y="161244"/>
                </a:cubicBezTo>
                <a:cubicBezTo>
                  <a:pt x="4433416" y="161244"/>
                  <a:pt x="4455587" y="151680"/>
                  <a:pt x="4455587" y="131862"/>
                </a:cubicBezTo>
                <a:cubicBezTo>
                  <a:pt x="4455587" y="124116"/>
                  <a:pt x="4453737" y="117965"/>
                  <a:pt x="4448427" y="112269"/>
                </a:cubicBezTo>
                <a:cubicBezTo>
                  <a:pt x="4441728" y="104979"/>
                  <a:pt x="4432260" y="99286"/>
                  <a:pt x="4421640" y="94731"/>
                </a:cubicBezTo>
                <a:cubicBezTo>
                  <a:pt x="4412400" y="90856"/>
                  <a:pt x="4409169" y="83565"/>
                  <a:pt x="4409169" y="76959"/>
                </a:cubicBezTo>
                <a:cubicBezTo>
                  <a:pt x="4409169" y="71722"/>
                  <a:pt x="4413556" y="67392"/>
                  <a:pt x="4420255" y="67392"/>
                </a:cubicBezTo>
                <a:cubicBezTo>
                  <a:pt x="4428335" y="67392"/>
                  <a:pt x="4436189" y="74683"/>
                  <a:pt x="4441961" y="88580"/>
                </a:cubicBezTo>
                <a:cubicBezTo>
                  <a:pt x="4446119" y="89261"/>
                  <a:pt x="4448660" y="89035"/>
                  <a:pt x="4450968" y="87440"/>
                </a:cubicBezTo>
                <a:cubicBezTo>
                  <a:pt x="4450968" y="79239"/>
                  <a:pt x="4450044" y="70582"/>
                  <a:pt x="4447965" y="63292"/>
                </a:cubicBezTo>
                <a:cubicBezTo>
                  <a:pt x="4440576" y="60105"/>
                  <a:pt x="4434801" y="57825"/>
                  <a:pt x="4422101" y="57825"/>
                </a:cubicBezTo>
                <a:cubicBezTo>
                  <a:pt x="4409860" y="57825"/>
                  <a:pt x="4398316" y="62381"/>
                  <a:pt x="4390927" y="69672"/>
                </a:cubicBezTo>
                <a:cubicBezTo>
                  <a:pt x="4385613" y="74909"/>
                  <a:pt x="4383072" y="81289"/>
                  <a:pt x="4383072" y="87440"/>
                </a:cubicBezTo>
                <a:cubicBezTo>
                  <a:pt x="4383072" y="94272"/>
                  <a:pt x="4385613" y="99742"/>
                  <a:pt x="4390233" y="104523"/>
                </a:cubicBezTo>
                <a:cubicBezTo>
                  <a:pt x="4397393" y="112269"/>
                  <a:pt x="4409860" y="120245"/>
                  <a:pt x="4417020" y="123431"/>
                </a:cubicBezTo>
                <a:cubicBezTo>
                  <a:pt x="4426259" y="127532"/>
                  <a:pt x="4428796" y="135733"/>
                  <a:pt x="4428796" y="141199"/>
                </a:cubicBezTo>
                <a:cubicBezTo>
                  <a:pt x="4428796" y="148490"/>
                  <a:pt x="4421407" y="152365"/>
                  <a:pt x="4415174" y="152365"/>
                </a:cubicBezTo>
                <a:cubicBezTo>
                  <a:pt x="4404782" y="152365"/>
                  <a:pt x="4393696" y="142113"/>
                  <a:pt x="4388848" y="125256"/>
                </a:cubicBezTo>
                <a:cubicBezTo>
                  <a:pt x="4385151" y="124571"/>
                  <a:pt x="4383305" y="124800"/>
                  <a:pt x="4379609" y="125711"/>
                </a:cubicBezTo>
                <a:close/>
                <a:moveTo>
                  <a:pt x="4564815" y="96312"/>
                </a:moveTo>
                <a:cubicBezTo>
                  <a:pt x="4565047" y="88343"/>
                  <a:pt x="4566203" y="79687"/>
                  <a:pt x="4569434" y="75135"/>
                </a:cubicBezTo>
                <a:cubicBezTo>
                  <a:pt x="4573131" y="69668"/>
                  <a:pt x="4579364" y="67392"/>
                  <a:pt x="4581905" y="67392"/>
                </a:cubicBezTo>
                <a:cubicBezTo>
                  <a:pt x="4588142" y="67392"/>
                  <a:pt x="4596683" y="73314"/>
                  <a:pt x="4596683" y="91530"/>
                </a:cubicBezTo>
                <a:cubicBezTo>
                  <a:pt x="4596683" y="92896"/>
                  <a:pt x="4596683" y="95857"/>
                  <a:pt x="4596222" y="96312"/>
                </a:cubicBezTo>
                <a:lnTo>
                  <a:pt x="4564815" y="96312"/>
                </a:lnTo>
                <a:moveTo>
                  <a:pt x="4623474" y="129579"/>
                </a:moveTo>
                <a:cubicBezTo>
                  <a:pt x="4614006" y="139153"/>
                  <a:pt x="4601535" y="141658"/>
                  <a:pt x="4592758" y="141658"/>
                </a:cubicBezTo>
                <a:cubicBezTo>
                  <a:pt x="4574745" y="141658"/>
                  <a:pt x="4563662" y="131403"/>
                  <a:pt x="4563662" y="109069"/>
                </a:cubicBezTo>
                <a:cubicBezTo>
                  <a:pt x="4563662" y="107474"/>
                  <a:pt x="4563891" y="106560"/>
                  <a:pt x="4563891" y="105420"/>
                </a:cubicBezTo>
                <a:lnTo>
                  <a:pt x="4619316" y="105420"/>
                </a:lnTo>
                <a:cubicBezTo>
                  <a:pt x="4624859" y="105420"/>
                  <a:pt x="4626011" y="101549"/>
                  <a:pt x="4626011" y="98362"/>
                </a:cubicBezTo>
                <a:cubicBezTo>
                  <a:pt x="4626011" y="79006"/>
                  <a:pt x="4618393" y="57825"/>
                  <a:pt x="4584445" y="57825"/>
                </a:cubicBezTo>
                <a:cubicBezTo>
                  <a:pt x="4560199" y="57825"/>
                  <a:pt x="4532484" y="79006"/>
                  <a:pt x="4532484" y="113854"/>
                </a:cubicBezTo>
                <a:cubicBezTo>
                  <a:pt x="4532484" y="127073"/>
                  <a:pt x="4537337" y="140977"/>
                  <a:pt x="4547267" y="149859"/>
                </a:cubicBezTo>
                <a:cubicBezTo>
                  <a:pt x="4556041" y="157602"/>
                  <a:pt x="4567355" y="161244"/>
                  <a:pt x="4583751" y="161244"/>
                </a:cubicBezTo>
                <a:cubicBezTo>
                  <a:pt x="4599686" y="161244"/>
                  <a:pt x="4615391" y="153275"/>
                  <a:pt x="4626938" y="136647"/>
                </a:cubicBezTo>
                <a:cubicBezTo>
                  <a:pt x="4626938" y="133683"/>
                  <a:pt x="4625782" y="129579"/>
                  <a:pt x="4623474" y="129579"/>
                </a:cubicBezTo>
                <a:close/>
                <a:moveTo>
                  <a:pt x="4677512" y="142398"/>
                </a:moveTo>
                <a:lnTo>
                  <a:pt x="4691829" y="122611"/>
                </a:lnTo>
                <a:cubicBezTo>
                  <a:pt x="4692752" y="121475"/>
                  <a:pt x="4693446" y="120790"/>
                  <a:pt x="4694137" y="121930"/>
                </a:cubicBezTo>
                <a:lnTo>
                  <a:pt x="4705223" y="142624"/>
                </a:lnTo>
                <a:cubicBezTo>
                  <a:pt x="4709148" y="149904"/>
                  <a:pt x="4706840" y="150586"/>
                  <a:pt x="4698757" y="151722"/>
                </a:cubicBezTo>
                <a:cubicBezTo>
                  <a:pt x="4697372" y="153088"/>
                  <a:pt x="4697372" y="158099"/>
                  <a:pt x="4698757" y="159464"/>
                </a:cubicBezTo>
                <a:cubicBezTo>
                  <a:pt x="4703376" y="159239"/>
                  <a:pt x="4717922" y="159009"/>
                  <a:pt x="4730164" y="159009"/>
                </a:cubicBezTo>
                <a:cubicBezTo>
                  <a:pt x="4742173" y="159009"/>
                  <a:pt x="4756489" y="159239"/>
                  <a:pt x="4761109" y="159464"/>
                </a:cubicBezTo>
                <a:cubicBezTo>
                  <a:pt x="4762494" y="158099"/>
                  <a:pt x="4762494" y="153088"/>
                  <a:pt x="4761109" y="151722"/>
                </a:cubicBezTo>
                <a:cubicBezTo>
                  <a:pt x="4752564" y="150360"/>
                  <a:pt x="4744713" y="147402"/>
                  <a:pt x="4737320" y="136484"/>
                </a:cubicBezTo>
                <a:lnTo>
                  <a:pt x="4716999" y="106692"/>
                </a:lnTo>
                <a:cubicBezTo>
                  <a:pt x="4715847" y="104871"/>
                  <a:pt x="4715847" y="104190"/>
                  <a:pt x="4716537" y="103279"/>
                </a:cubicBezTo>
                <a:lnTo>
                  <a:pt x="4737091" y="78717"/>
                </a:lnTo>
                <a:cubicBezTo>
                  <a:pt x="4743557" y="70982"/>
                  <a:pt x="4751870" y="68254"/>
                  <a:pt x="4759030" y="67573"/>
                </a:cubicBezTo>
                <a:cubicBezTo>
                  <a:pt x="4760415" y="66207"/>
                  <a:pt x="4760415" y="61196"/>
                  <a:pt x="4759030" y="59827"/>
                </a:cubicBezTo>
                <a:cubicBezTo>
                  <a:pt x="4754410" y="60056"/>
                  <a:pt x="4747254" y="60286"/>
                  <a:pt x="4739632" y="60286"/>
                </a:cubicBezTo>
                <a:cubicBezTo>
                  <a:pt x="4730625" y="60286"/>
                  <a:pt x="4721157" y="60056"/>
                  <a:pt x="4716537" y="59827"/>
                </a:cubicBezTo>
                <a:cubicBezTo>
                  <a:pt x="4715153" y="61196"/>
                  <a:pt x="4715153" y="66207"/>
                  <a:pt x="4716537" y="67573"/>
                </a:cubicBezTo>
                <a:cubicBezTo>
                  <a:pt x="4724853" y="68254"/>
                  <a:pt x="4726700" y="70756"/>
                  <a:pt x="4722080" y="77352"/>
                </a:cubicBezTo>
                <a:lnTo>
                  <a:pt x="4709610" y="94863"/>
                </a:lnTo>
                <a:cubicBezTo>
                  <a:pt x="4708919" y="96003"/>
                  <a:pt x="4707763" y="96003"/>
                  <a:pt x="4706840" y="94411"/>
                </a:cubicBezTo>
                <a:lnTo>
                  <a:pt x="4696449" y="77126"/>
                </a:lnTo>
                <a:cubicBezTo>
                  <a:pt x="4691596" y="68935"/>
                  <a:pt x="4694599" y="68483"/>
                  <a:pt x="4703376" y="67573"/>
                </a:cubicBezTo>
                <a:cubicBezTo>
                  <a:pt x="4704761" y="66207"/>
                  <a:pt x="4704761" y="61196"/>
                  <a:pt x="4703376" y="59827"/>
                </a:cubicBezTo>
                <a:cubicBezTo>
                  <a:pt x="4698757" y="60056"/>
                  <a:pt x="4683746" y="60286"/>
                  <a:pt x="4671046" y="60286"/>
                </a:cubicBezTo>
                <a:cubicBezTo>
                  <a:pt x="4659728" y="60286"/>
                  <a:pt x="4646567" y="60056"/>
                  <a:pt x="4641947" y="59827"/>
                </a:cubicBezTo>
                <a:cubicBezTo>
                  <a:pt x="4640562" y="61196"/>
                  <a:pt x="4640562" y="66207"/>
                  <a:pt x="4641947" y="67573"/>
                </a:cubicBezTo>
                <a:cubicBezTo>
                  <a:pt x="4652339" y="67573"/>
                  <a:pt x="4656958" y="73713"/>
                  <a:pt x="4663424" y="82811"/>
                </a:cubicBezTo>
                <a:lnTo>
                  <a:pt x="4683978" y="111696"/>
                </a:lnTo>
                <a:cubicBezTo>
                  <a:pt x="4684669" y="112603"/>
                  <a:pt x="4684669" y="113513"/>
                  <a:pt x="4683284" y="115105"/>
                </a:cubicBezTo>
                <a:lnTo>
                  <a:pt x="4662039" y="141033"/>
                </a:lnTo>
                <a:cubicBezTo>
                  <a:pt x="4656264" y="148313"/>
                  <a:pt x="4646105" y="150811"/>
                  <a:pt x="4639177" y="151722"/>
                </a:cubicBezTo>
                <a:cubicBezTo>
                  <a:pt x="4637789" y="153088"/>
                  <a:pt x="4637789" y="158099"/>
                  <a:pt x="4639177" y="159464"/>
                </a:cubicBezTo>
                <a:cubicBezTo>
                  <a:pt x="4643794" y="159239"/>
                  <a:pt x="4650954" y="159009"/>
                  <a:pt x="4658343" y="159009"/>
                </a:cubicBezTo>
                <a:cubicBezTo>
                  <a:pt x="4668273" y="159009"/>
                  <a:pt x="4679126" y="159239"/>
                  <a:pt x="4683746" y="159464"/>
                </a:cubicBezTo>
                <a:cubicBezTo>
                  <a:pt x="4685130" y="158099"/>
                  <a:pt x="4685130" y="153088"/>
                  <a:pt x="4683746" y="151722"/>
                </a:cubicBezTo>
                <a:cubicBezTo>
                  <a:pt x="4679588" y="150811"/>
                  <a:pt x="4672431" y="149449"/>
                  <a:pt x="4677512" y="142398"/>
                </a:cubicBezTo>
                <a:close/>
                <a:moveTo>
                  <a:pt x="4786740" y="88576"/>
                </a:moveTo>
                <a:lnTo>
                  <a:pt x="4786740" y="184092"/>
                </a:lnTo>
                <a:cubicBezTo>
                  <a:pt x="4786740" y="203056"/>
                  <a:pt x="4784203" y="203515"/>
                  <a:pt x="4770115" y="204654"/>
                </a:cubicBezTo>
                <a:cubicBezTo>
                  <a:pt x="4768730" y="206020"/>
                  <a:pt x="4768730" y="211031"/>
                  <a:pt x="4770115" y="212397"/>
                </a:cubicBezTo>
                <a:cubicBezTo>
                  <a:pt x="4779812" y="212171"/>
                  <a:pt x="4789513" y="211942"/>
                  <a:pt x="4801751" y="211942"/>
                </a:cubicBezTo>
                <a:cubicBezTo>
                  <a:pt x="4813992" y="211942"/>
                  <a:pt x="4823460" y="212171"/>
                  <a:pt x="4833390" y="212397"/>
                </a:cubicBezTo>
                <a:cubicBezTo>
                  <a:pt x="4834775" y="211031"/>
                  <a:pt x="4834775" y="206020"/>
                  <a:pt x="4833390" y="204654"/>
                </a:cubicBezTo>
                <a:cubicBezTo>
                  <a:pt x="4819302" y="203740"/>
                  <a:pt x="4816762" y="203056"/>
                  <a:pt x="4816762" y="184092"/>
                </a:cubicBezTo>
                <a:lnTo>
                  <a:pt x="4816762" y="157372"/>
                </a:lnTo>
                <a:cubicBezTo>
                  <a:pt x="4821843" y="159878"/>
                  <a:pt x="4826692" y="161244"/>
                  <a:pt x="4832235" y="161244"/>
                </a:cubicBezTo>
                <a:cubicBezTo>
                  <a:pt x="4867338" y="161244"/>
                  <a:pt x="4890200" y="138468"/>
                  <a:pt x="4890200" y="104979"/>
                </a:cubicBezTo>
                <a:cubicBezTo>
                  <a:pt x="4890200" y="92222"/>
                  <a:pt x="4885348" y="78099"/>
                  <a:pt x="4876341" y="69213"/>
                </a:cubicBezTo>
                <a:cubicBezTo>
                  <a:pt x="4868261" y="61245"/>
                  <a:pt x="4856714" y="57825"/>
                  <a:pt x="4844705" y="57825"/>
                </a:cubicBezTo>
                <a:cubicBezTo>
                  <a:pt x="4838006" y="57825"/>
                  <a:pt x="4825540" y="65797"/>
                  <a:pt x="4817456" y="73084"/>
                </a:cubicBezTo>
                <a:lnTo>
                  <a:pt x="4816071" y="73084"/>
                </a:lnTo>
                <a:cubicBezTo>
                  <a:pt x="4815606" y="66708"/>
                  <a:pt x="4814915" y="61700"/>
                  <a:pt x="4814915" y="61700"/>
                </a:cubicBezTo>
                <a:cubicBezTo>
                  <a:pt x="4814683" y="58965"/>
                  <a:pt x="4812836" y="57825"/>
                  <a:pt x="4809605" y="57825"/>
                </a:cubicBezTo>
                <a:cubicBezTo>
                  <a:pt x="4801060" y="60150"/>
                  <a:pt x="4787205" y="63340"/>
                  <a:pt x="4771271" y="65387"/>
                </a:cubicBezTo>
                <a:cubicBezTo>
                  <a:pt x="4770805" y="66756"/>
                  <a:pt x="4771271" y="71309"/>
                  <a:pt x="4771732" y="72678"/>
                </a:cubicBezTo>
                <a:cubicBezTo>
                  <a:pt x="4784432" y="73769"/>
                  <a:pt x="4786740" y="75590"/>
                  <a:pt x="4786740" y="88576"/>
                </a:cubicBezTo>
                <a:moveTo>
                  <a:pt x="4816762" y="144164"/>
                </a:moveTo>
                <a:lnTo>
                  <a:pt x="4816762" y="85841"/>
                </a:lnTo>
                <a:cubicBezTo>
                  <a:pt x="4816762" y="84476"/>
                  <a:pt x="4816762" y="83336"/>
                  <a:pt x="4816762" y="81970"/>
                </a:cubicBezTo>
                <a:cubicBezTo>
                  <a:pt x="4823460" y="76049"/>
                  <a:pt x="4832006" y="73084"/>
                  <a:pt x="4837316" y="73084"/>
                </a:cubicBezTo>
                <a:cubicBezTo>
                  <a:pt x="4846784" y="73084"/>
                  <a:pt x="4857870" y="84476"/>
                  <a:pt x="4857870" y="111130"/>
                </a:cubicBezTo>
                <a:cubicBezTo>
                  <a:pt x="4857870" y="130267"/>
                  <a:pt x="4850939" y="151680"/>
                  <a:pt x="4830850" y="151680"/>
                </a:cubicBezTo>
                <a:cubicBezTo>
                  <a:pt x="4828309" y="151680"/>
                  <a:pt x="4822537" y="150315"/>
                  <a:pt x="4816762" y="144164"/>
                </a:cubicBezTo>
                <a:close/>
                <a:moveTo>
                  <a:pt x="4941463" y="96312"/>
                </a:moveTo>
                <a:cubicBezTo>
                  <a:pt x="4941696" y="88343"/>
                  <a:pt x="4942852" y="79687"/>
                  <a:pt x="4946083" y="75135"/>
                </a:cubicBezTo>
                <a:cubicBezTo>
                  <a:pt x="4949779" y="69668"/>
                  <a:pt x="4956013" y="67392"/>
                  <a:pt x="4958554" y="67392"/>
                </a:cubicBezTo>
                <a:cubicBezTo>
                  <a:pt x="4964791" y="67392"/>
                  <a:pt x="4973332" y="73314"/>
                  <a:pt x="4973332" y="91530"/>
                </a:cubicBezTo>
                <a:cubicBezTo>
                  <a:pt x="4973332" y="92896"/>
                  <a:pt x="4973332" y="95857"/>
                  <a:pt x="4972870" y="96312"/>
                </a:cubicBezTo>
                <a:lnTo>
                  <a:pt x="4941463" y="96312"/>
                </a:lnTo>
                <a:moveTo>
                  <a:pt x="5000123" y="129579"/>
                </a:moveTo>
                <a:cubicBezTo>
                  <a:pt x="4990655" y="139153"/>
                  <a:pt x="4978184" y="141658"/>
                  <a:pt x="4969407" y="141658"/>
                </a:cubicBezTo>
                <a:cubicBezTo>
                  <a:pt x="4951393" y="141658"/>
                  <a:pt x="4940311" y="131403"/>
                  <a:pt x="4940311" y="109069"/>
                </a:cubicBezTo>
                <a:cubicBezTo>
                  <a:pt x="4940311" y="107474"/>
                  <a:pt x="4940540" y="106560"/>
                  <a:pt x="4940540" y="105420"/>
                </a:cubicBezTo>
                <a:lnTo>
                  <a:pt x="4995965" y="105420"/>
                </a:lnTo>
                <a:cubicBezTo>
                  <a:pt x="5001508" y="105420"/>
                  <a:pt x="5002660" y="101549"/>
                  <a:pt x="5002660" y="98362"/>
                </a:cubicBezTo>
                <a:cubicBezTo>
                  <a:pt x="5002660" y="79006"/>
                  <a:pt x="4995042" y="57825"/>
                  <a:pt x="4961094" y="57825"/>
                </a:cubicBezTo>
                <a:cubicBezTo>
                  <a:pt x="4936847" y="57825"/>
                  <a:pt x="4909133" y="79006"/>
                  <a:pt x="4909133" y="113854"/>
                </a:cubicBezTo>
                <a:cubicBezTo>
                  <a:pt x="4909133" y="127073"/>
                  <a:pt x="4913985" y="140977"/>
                  <a:pt x="4923915" y="149859"/>
                </a:cubicBezTo>
                <a:cubicBezTo>
                  <a:pt x="4932689" y="157602"/>
                  <a:pt x="4944004" y="161244"/>
                  <a:pt x="4960400" y="161244"/>
                </a:cubicBezTo>
                <a:cubicBezTo>
                  <a:pt x="4976334" y="161244"/>
                  <a:pt x="4992040" y="153275"/>
                  <a:pt x="5003587" y="136647"/>
                </a:cubicBezTo>
                <a:cubicBezTo>
                  <a:pt x="5003587" y="133683"/>
                  <a:pt x="5002431" y="129579"/>
                  <a:pt x="5000123" y="129579"/>
                </a:cubicBezTo>
                <a:close/>
                <a:moveTo>
                  <a:pt x="5066169" y="97928"/>
                </a:moveTo>
                <a:cubicBezTo>
                  <a:pt x="5066169" y="89720"/>
                  <a:pt x="5068709" y="86300"/>
                  <a:pt x="5071711" y="82881"/>
                </a:cubicBezTo>
                <a:cubicBezTo>
                  <a:pt x="5073558" y="80601"/>
                  <a:pt x="5075637" y="79006"/>
                  <a:pt x="5079101" y="79006"/>
                </a:cubicBezTo>
                <a:cubicBezTo>
                  <a:pt x="5081180" y="79006"/>
                  <a:pt x="5083717" y="81060"/>
                  <a:pt x="5085567" y="83339"/>
                </a:cubicBezTo>
                <a:cubicBezTo>
                  <a:pt x="5087184" y="85160"/>
                  <a:pt x="5091110" y="86985"/>
                  <a:pt x="5096420" y="86985"/>
                </a:cubicBezTo>
                <a:cubicBezTo>
                  <a:pt x="5103118" y="86985"/>
                  <a:pt x="5109584" y="80146"/>
                  <a:pt x="5109584" y="70582"/>
                </a:cubicBezTo>
                <a:cubicBezTo>
                  <a:pt x="5109584" y="64661"/>
                  <a:pt x="5102653" y="57825"/>
                  <a:pt x="5094341" y="57825"/>
                </a:cubicBezTo>
                <a:cubicBezTo>
                  <a:pt x="5086257" y="57825"/>
                  <a:pt x="5077483" y="64661"/>
                  <a:pt x="5066859" y="79691"/>
                </a:cubicBezTo>
                <a:lnTo>
                  <a:pt x="5065936" y="79691"/>
                </a:lnTo>
                <a:cubicBezTo>
                  <a:pt x="5065474" y="72858"/>
                  <a:pt x="5064319" y="61700"/>
                  <a:pt x="5064319" y="61700"/>
                </a:cubicBezTo>
                <a:cubicBezTo>
                  <a:pt x="5064090" y="59650"/>
                  <a:pt x="5062243" y="57825"/>
                  <a:pt x="5059008" y="57825"/>
                </a:cubicBezTo>
                <a:cubicBezTo>
                  <a:pt x="5048155" y="60605"/>
                  <a:pt x="5035917" y="63795"/>
                  <a:pt x="5020674" y="65387"/>
                </a:cubicBezTo>
                <a:cubicBezTo>
                  <a:pt x="5020212" y="66756"/>
                  <a:pt x="5020674" y="71083"/>
                  <a:pt x="5021135" y="72448"/>
                </a:cubicBezTo>
                <a:cubicBezTo>
                  <a:pt x="5033838" y="73588"/>
                  <a:pt x="5036146" y="75639"/>
                  <a:pt x="5036146" y="88621"/>
                </a:cubicBezTo>
                <a:lnTo>
                  <a:pt x="5036146" y="131222"/>
                </a:lnTo>
                <a:cubicBezTo>
                  <a:pt x="5036146" y="150127"/>
                  <a:pt x="5033606" y="150586"/>
                  <a:pt x="5019518" y="151722"/>
                </a:cubicBezTo>
                <a:cubicBezTo>
                  <a:pt x="5018133" y="153088"/>
                  <a:pt x="5018133" y="158099"/>
                  <a:pt x="5019518" y="159464"/>
                </a:cubicBezTo>
                <a:cubicBezTo>
                  <a:pt x="5029219" y="159239"/>
                  <a:pt x="5038916" y="159009"/>
                  <a:pt x="5051157" y="159009"/>
                </a:cubicBezTo>
                <a:cubicBezTo>
                  <a:pt x="5063395" y="159009"/>
                  <a:pt x="5072864" y="159239"/>
                  <a:pt x="5082794" y="159464"/>
                </a:cubicBezTo>
                <a:cubicBezTo>
                  <a:pt x="5084182" y="158099"/>
                  <a:pt x="5084182" y="153088"/>
                  <a:pt x="5082794" y="151722"/>
                </a:cubicBezTo>
                <a:cubicBezTo>
                  <a:pt x="5068709" y="150811"/>
                  <a:pt x="5066169" y="150127"/>
                  <a:pt x="5066169" y="131222"/>
                </a:cubicBezTo>
                <a:lnTo>
                  <a:pt x="5066169" y="97928"/>
                </a:lnTo>
                <a:close/>
                <a:moveTo>
                  <a:pt x="5165930" y="131229"/>
                </a:moveTo>
                <a:lnTo>
                  <a:pt x="5165930" y="85911"/>
                </a:lnTo>
                <a:cubicBezTo>
                  <a:pt x="5165930" y="74527"/>
                  <a:pt x="5166854" y="61742"/>
                  <a:pt x="5166854" y="61742"/>
                </a:cubicBezTo>
                <a:cubicBezTo>
                  <a:pt x="5166854" y="59208"/>
                  <a:pt x="5164775" y="57825"/>
                  <a:pt x="5161543" y="57825"/>
                </a:cubicBezTo>
                <a:cubicBezTo>
                  <a:pt x="5155077" y="60362"/>
                  <a:pt x="5136370" y="62204"/>
                  <a:pt x="5120436" y="64275"/>
                </a:cubicBezTo>
                <a:cubicBezTo>
                  <a:pt x="5119974" y="65644"/>
                  <a:pt x="5120436" y="70197"/>
                  <a:pt x="5120897" y="71566"/>
                </a:cubicBezTo>
                <a:cubicBezTo>
                  <a:pt x="5133600" y="72702"/>
                  <a:pt x="5135908" y="74527"/>
                  <a:pt x="5135908" y="87506"/>
                </a:cubicBezTo>
                <a:lnTo>
                  <a:pt x="5135908" y="131229"/>
                </a:lnTo>
                <a:cubicBezTo>
                  <a:pt x="5135908" y="150130"/>
                  <a:pt x="5133368" y="150586"/>
                  <a:pt x="5119283" y="151722"/>
                </a:cubicBezTo>
                <a:cubicBezTo>
                  <a:pt x="5117895" y="153088"/>
                  <a:pt x="5117895" y="158099"/>
                  <a:pt x="5119283" y="159464"/>
                </a:cubicBezTo>
                <a:cubicBezTo>
                  <a:pt x="5128981" y="159239"/>
                  <a:pt x="5138681" y="159009"/>
                  <a:pt x="5150919" y="159009"/>
                </a:cubicBezTo>
                <a:cubicBezTo>
                  <a:pt x="5163157" y="159009"/>
                  <a:pt x="5172626" y="159239"/>
                  <a:pt x="5182555" y="159464"/>
                </a:cubicBezTo>
                <a:cubicBezTo>
                  <a:pt x="5183944" y="158099"/>
                  <a:pt x="5183944" y="153088"/>
                  <a:pt x="5182555" y="151722"/>
                </a:cubicBezTo>
                <a:cubicBezTo>
                  <a:pt x="5168471" y="150811"/>
                  <a:pt x="5165930" y="150130"/>
                  <a:pt x="5165930" y="131229"/>
                </a:cubicBezTo>
                <a:moveTo>
                  <a:pt x="5134756" y="23241"/>
                </a:moveTo>
                <a:cubicBezTo>
                  <a:pt x="5134756" y="30754"/>
                  <a:pt x="5140295" y="38271"/>
                  <a:pt x="5149535" y="38271"/>
                </a:cubicBezTo>
                <a:cubicBezTo>
                  <a:pt x="5159926" y="38271"/>
                  <a:pt x="5165930" y="30073"/>
                  <a:pt x="5165930" y="24152"/>
                </a:cubicBezTo>
                <a:cubicBezTo>
                  <a:pt x="5165930" y="17320"/>
                  <a:pt x="5160620" y="9119"/>
                  <a:pt x="5150919" y="9119"/>
                </a:cubicBezTo>
                <a:cubicBezTo>
                  <a:pt x="5140066" y="9119"/>
                  <a:pt x="5134756" y="16409"/>
                  <a:pt x="5134756" y="23241"/>
                </a:cubicBezTo>
                <a:close/>
                <a:moveTo>
                  <a:pt x="5227587" y="96312"/>
                </a:moveTo>
                <a:cubicBezTo>
                  <a:pt x="5227820" y="88343"/>
                  <a:pt x="5228976" y="79687"/>
                  <a:pt x="5232207" y="75135"/>
                </a:cubicBezTo>
                <a:cubicBezTo>
                  <a:pt x="5235903" y="69668"/>
                  <a:pt x="5242137" y="67392"/>
                  <a:pt x="5244677" y="67392"/>
                </a:cubicBezTo>
                <a:cubicBezTo>
                  <a:pt x="5250914" y="67392"/>
                  <a:pt x="5259456" y="73314"/>
                  <a:pt x="5259456" y="91530"/>
                </a:cubicBezTo>
                <a:cubicBezTo>
                  <a:pt x="5259456" y="92896"/>
                  <a:pt x="5259456" y="95857"/>
                  <a:pt x="5258994" y="96312"/>
                </a:cubicBezTo>
                <a:lnTo>
                  <a:pt x="5227587" y="96312"/>
                </a:lnTo>
                <a:moveTo>
                  <a:pt x="5286247" y="129579"/>
                </a:moveTo>
                <a:cubicBezTo>
                  <a:pt x="5276779" y="139153"/>
                  <a:pt x="5264308" y="141658"/>
                  <a:pt x="5255530" y="141658"/>
                </a:cubicBezTo>
                <a:cubicBezTo>
                  <a:pt x="5237517" y="141658"/>
                  <a:pt x="5226435" y="131403"/>
                  <a:pt x="5226435" y="109069"/>
                </a:cubicBezTo>
                <a:cubicBezTo>
                  <a:pt x="5226435" y="107474"/>
                  <a:pt x="5226664" y="106560"/>
                  <a:pt x="5226664" y="105420"/>
                </a:cubicBezTo>
                <a:lnTo>
                  <a:pt x="5282089" y="105420"/>
                </a:lnTo>
                <a:cubicBezTo>
                  <a:pt x="5287632" y="105420"/>
                  <a:pt x="5288784" y="101549"/>
                  <a:pt x="5288784" y="98362"/>
                </a:cubicBezTo>
                <a:cubicBezTo>
                  <a:pt x="5288784" y="79006"/>
                  <a:pt x="5281166" y="57825"/>
                  <a:pt x="5247218" y="57825"/>
                </a:cubicBezTo>
                <a:cubicBezTo>
                  <a:pt x="5222971" y="57825"/>
                  <a:pt x="5195257" y="79006"/>
                  <a:pt x="5195257" y="113854"/>
                </a:cubicBezTo>
                <a:cubicBezTo>
                  <a:pt x="5195257" y="127073"/>
                  <a:pt x="5200109" y="140977"/>
                  <a:pt x="5210039" y="149859"/>
                </a:cubicBezTo>
                <a:cubicBezTo>
                  <a:pt x="5218813" y="157602"/>
                  <a:pt x="5230128" y="161244"/>
                  <a:pt x="5246524" y="161244"/>
                </a:cubicBezTo>
                <a:cubicBezTo>
                  <a:pt x="5262458" y="161244"/>
                  <a:pt x="5278163" y="153275"/>
                  <a:pt x="5289711" y="136647"/>
                </a:cubicBezTo>
                <a:cubicBezTo>
                  <a:pt x="5289711" y="133683"/>
                  <a:pt x="5288555" y="129579"/>
                  <a:pt x="5286247" y="129579"/>
                </a:cubicBezTo>
                <a:close/>
                <a:moveTo>
                  <a:pt x="5352292" y="131209"/>
                </a:moveTo>
                <a:lnTo>
                  <a:pt x="5352292" y="85848"/>
                </a:lnTo>
                <a:lnTo>
                  <a:pt x="5352292" y="85393"/>
                </a:lnTo>
                <a:cubicBezTo>
                  <a:pt x="5361528" y="79239"/>
                  <a:pt x="5370767" y="74679"/>
                  <a:pt x="5374922" y="74679"/>
                </a:cubicBezTo>
                <a:cubicBezTo>
                  <a:pt x="5384161" y="74679"/>
                  <a:pt x="5391089" y="78784"/>
                  <a:pt x="5391089" y="91777"/>
                </a:cubicBezTo>
                <a:lnTo>
                  <a:pt x="5391089" y="129839"/>
                </a:lnTo>
                <a:cubicBezTo>
                  <a:pt x="5391089" y="148987"/>
                  <a:pt x="5387392" y="151037"/>
                  <a:pt x="5377924" y="151722"/>
                </a:cubicBezTo>
                <a:cubicBezTo>
                  <a:pt x="5376539" y="153088"/>
                  <a:pt x="5376539" y="158099"/>
                  <a:pt x="5377924" y="159464"/>
                </a:cubicBezTo>
                <a:cubicBezTo>
                  <a:pt x="5387625" y="159239"/>
                  <a:pt x="5395014" y="159009"/>
                  <a:pt x="5406100" y="159009"/>
                </a:cubicBezTo>
                <a:cubicBezTo>
                  <a:pt x="5418799" y="159009"/>
                  <a:pt x="5428962" y="159239"/>
                  <a:pt x="5438892" y="159464"/>
                </a:cubicBezTo>
                <a:cubicBezTo>
                  <a:pt x="5440276" y="158099"/>
                  <a:pt x="5440276" y="153088"/>
                  <a:pt x="5438892" y="151722"/>
                </a:cubicBezTo>
                <a:cubicBezTo>
                  <a:pt x="5424804" y="151037"/>
                  <a:pt x="5421111" y="148987"/>
                  <a:pt x="5421111" y="129839"/>
                </a:cubicBezTo>
                <a:lnTo>
                  <a:pt x="5421111" y="94282"/>
                </a:lnTo>
                <a:cubicBezTo>
                  <a:pt x="5421111" y="69213"/>
                  <a:pt x="5410254" y="57825"/>
                  <a:pt x="5390394" y="57825"/>
                </a:cubicBezTo>
                <a:cubicBezTo>
                  <a:pt x="5381159" y="57825"/>
                  <a:pt x="5364763" y="67847"/>
                  <a:pt x="5352060" y="76504"/>
                </a:cubicBezTo>
                <a:cubicBezTo>
                  <a:pt x="5351369" y="68532"/>
                  <a:pt x="5350442" y="61700"/>
                  <a:pt x="5350442" y="61700"/>
                </a:cubicBezTo>
                <a:cubicBezTo>
                  <a:pt x="5350213" y="58965"/>
                  <a:pt x="5348367" y="57825"/>
                  <a:pt x="5345132" y="57825"/>
                </a:cubicBezTo>
                <a:cubicBezTo>
                  <a:pt x="5336587" y="60150"/>
                  <a:pt x="5322732" y="63340"/>
                  <a:pt x="5306797" y="65387"/>
                </a:cubicBezTo>
                <a:cubicBezTo>
                  <a:pt x="5306336" y="66756"/>
                  <a:pt x="5306797" y="71309"/>
                  <a:pt x="5307259" y="72678"/>
                </a:cubicBezTo>
                <a:cubicBezTo>
                  <a:pt x="5319962" y="73818"/>
                  <a:pt x="5322270" y="75639"/>
                  <a:pt x="5322270" y="88621"/>
                </a:cubicBezTo>
                <a:lnTo>
                  <a:pt x="5322270" y="131222"/>
                </a:lnTo>
                <a:cubicBezTo>
                  <a:pt x="5322270" y="150127"/>
                  <a:pt x="5319730" y="150586"/>
                  <a:pt x="5305642" y="151722"/>
                </a:cubicBezTo>
                <a:cubicBezTo>
                  <a:pt x="5304257" y="153088"/>
                  <a:pt x="5304257" y="158099"/>
                  <a:pt x="5305642" y="159464"/>
                </a:cubicBezTo>
                <a:cubicBezTo>
                  <a:pt x="5315343" y="159239"/>
                  <a:pt x="5325040" y="159009"/>
                  <a:pt x="5337281" y="159009"/>
                </a:cubicBezTo>
                <a:cubicBezTo>
                  <a:pt x="5347905" y="159009"/>
                  <a:pt x="5354371" y="159239"/>
                  <a:pt x="5364301" y="159464"/>
                </a:cubicBezTo>
                <a:cubicBezTo>
                  <a:pt x="5365686" y="158099"/>
                  <a:pt x="5365686" y="153088"/>
                  <a:pt x="5364301" y="151722"/>
                </a:cubicBezTo>
                <a:cubicBezTo>
                  <a:pt x="5354600" y="150811"/>
                  <a:pt x="5352292" y="150127"/>
                  <a:pt x="5352292" y="131209"/>
                </a:cubicBezTo>
                <a:close/>
                <a:moveTo>
                  <a:pt x="5539347" y="139153"/>
                </a:moveTo>
                <a:cubicBezTo>
                  <a:pt x="5539347" y="136418"/>
                  <a:pt x="5538885" y="132091"/>
                  <a:pt x="5536345" y="132091"/>
                </a:cubicBezTo>
                <a:cubicBezTo>
                  <a:pt x="5527105" y="140518"/>
                  <a:pt x="5519255" y="144848"/>
                  <a:pt x="5512559" y="144848"/>
                </a:cubicBezTo>
                <a:cubicBezTo>
                  <a:pt x="5495237" y="144848"/>
                  <a:pt x="5481614" y="132546"/>
                  <a:pt x="5481614" y="105208"/>
                </a:cubicBezTo>
                <a:cubicBezTo>
                  <a:pt x="5481614" y="79923"/>
                  <a:pt x="5487386" y="67392"/>
                  <a:pt x="5499627" y="67392"/>
                </a:cubicBezTo>
                <a:cubicBezTo>
                  <a:pt x="5508169" y="67392"/>
                  <a:pt x="5511633" y="76278"/>
                  <a:pt x="5512327" y="83565"/>
                </a:cubicBezTo>
                <a:cubicBezTo>
                  <a:pt x="5513021" y="89716"/>
                  <a:pt x="5519255" y="94275"/>
                  <a:pt x="5526644" y="94275"/>
                </a:cubicBezTo>
                <a:cubicBezTo>
                  <a:pt x="5534033" y="94275"/>
                  <a:pt x="5539347" y="88580"/>
                  <a:pt x="5539347" y="81515"/>
                </a:cubicBezTo>
                <a:cubicBezTo>
                  <a:pt x="5539347" y="71263"/>
                  <a:pt x="5526876" y="57825"/>
                  <a:pt x="5501703" y="57825"/>
                </a:cubicBezTo>
                <a:cubicBezTo>
                  <a:pt x="5474454" y="57825"/>
                  <a:pt x="5450436" y="79465"/>
                  <a:pt x="5450436" y="113183"/>
                </a:cubicBezTo>
                <a:cubicBezTo>
                  <a:pt x="5450436" y="127991"/>
                  <a:pt x="5455750" y="140974"/>
                  <a:pt x="5464757" y="149404"/>
                </a:cubicBezTo>
                <a:cubicBezTo>
                  <a:pt x="5473760" y="157828"/>
                  <a:pt x="5484384" y="161244"/>
                  <a:pt x="5500780" y="161244"/>
                </a:cubicBezTo>
                <a:cubicBezTo>
                  <a:pt x="5514635" y="161244"/>
                  <a:pt x="5530569" y="151680"/>
                  <a:pt x="5539347" y="139153"/>
                </a:cubicBezTo>
                <a:close/>
                <a:moveTo>
                  <a:pt x="5588071" y="96312"/>
                </a:moveTo>
                <a:cubicBezTo>
                  <a:pt x="5588303" y="88343"/>
                  <a:pt x="5589459" y="79687"/>
                  <a:pt x="5592690" y="75135"/>
                </a:cubicBezTo>
                <a:cubicBezTo>
                  <a:pt x="5596387" y="69668"/>
                  <a:pt x="5602620" y="67392"/>
                  <a:pt x="5605161" y="67392"/>
                </a:cubicBezTo>
                <a:cubicBezTo>
                  <a:pt x="5611398" y="67392"/>
                  <a:pt x="5619939" y="73314"/>
                  <a:pt x="5619939" y="91530"/>
                </a:cubicBezTo>
                <a:cubicBezTo>
                  <a:pt x="5619939" y="92896"/>
                  <a:pt x="5619939" y="95857"/>
                  <a:pt x="5619478" y="96312"/>
                </a:cubicBezTo>
                <a:lnTo>
                  <a:pt x="5588071" y="96312"/>
                </a:lnTo>
                <a:moveTo>
                  <a:pt x="5646730" y="129579"/>
                </a:moveTo>
                <a:cubicBezTo>
                  <a:pt x="5637262" y="139153"/>
                  <a:pt x="5624791" y="141658"/>
                  <a:pt x="5616014" y="141658"/>
                </a:cubicBezTo>
                <a:cubicBezTo>
                  <a:pt x="5598000" y="141658"/>
                  <a:pt x="5586918" y="131403"/>
                  <a:pt x="5586918" y="109069"/>
                </a:cubicBezTo>
                <a:cubicBezTo>
                  <a:pt x="5586918" y="107474"/>
                  <a:pt x="5587147" y="106560"/>
                  <a:pt x="5587147" y="105420"/>
                </a:cubicBezTo>
                <a:lnTo>
                  <a:pt x="5642572" y="105420"/>
                </a:lnTo>
                <a:cubicBezTo>
                  <a:pt x="5648115" y="105420"/>
                  <a:pt x="5649267" y="101549"/>
                  <a:pt x="5649267" y="98362"/>
                </a:cubicBezTo>
                <a:cubicBezTo>
                  <a:pt x="5649267" y="79006"/>
                  <a:pt x="5641649" y="57825"/>
                  <a:pt x="5607701" y="57825"/>
                </a:cubicBezTo>
                <a:cubicBezTo>
                  <a:pt x="5583455" y="57825"/>
                  <a:pt x="5555740" y="79006"/>
                  <a:pt x="5555740" y="113854"/>
                </a:cubicBezTo>
                <a:cubicBezTo>
                  <a:pt x="5555740" y="127073"/>
                  <a:pt x="5560593" y="140977"/>
                  <a:pt x="5570522" y="149859"/>
                </a:cubicBezTo>
                <a:cubicBezTo>
                  <a:pt x="5579297" y="157602"/>
                  <a:pt x="5590611" y="161244"/>
                  <a:pt x="5607007" y="161244"/>
                </a:cubicBezTo>
                <a:cubicBezTo>
                  <a:pt x="5622941" y="161244"/>
                  <a:pt x="5638647" y="153275"/>
                  <a:pt x="5650194" y="136647"/>
                </a:cubicBezTo>
                <a:cubicBezTo>
                  <a:pt x="5650194" y="133683"/>
                  <a:pt x="5649038" y="129579"/>
                  <a:pt x="5646730" y="129579"/>
                </a:cubicBezTo>
                <a:close/>
                <a:moveTo>
                  <a:pt x="5743026" y="137328"/>
                </a:moveTo>
                <a:cubicBezTo>
                  <a:pt x="5738177" y="141203"/>
                  <a:pt x="5725939" y="146214"/>
                  <a:pt x="5723166" y="146214"/>
                </a:cubicBezTo>
                <a:cubicBezTo>
                  <a:pt x="5711619" y="146214"/>
                  <a:pt x="5702612" y="133457"/>
                  <a:pt x="5702612" y="106803"/>
                </a:cubicBezTo>
                <a:cubicBezTo>
                  <a:pt x="5702612" y="94731"/>
                  <a:pt x="5704001" y="84250"/>
                  <a:pt x="5708388" y="77188"/>
                </a:cubicBezTo>
                <a:cubicBezTo>
                  <a:pt x="5712313" y="71038"/>
                  <a:pt x="5718547" y="67392"/>
                  <a:pt x="5725474" y="67392"/>
                </a:cubicBezTo>
                <a:cubicBezTo>
                  <a:pt x="5731479" y="67392"/>
                  <a:pt x="5737254" y="68077"/>
                  <a:pt x="5742797" y="75593"/>
                </a:cubicBezTo>
                <a:lnTo>
                  <a:pt x="5742797" y="131636"/>
                </a:lnTo>
                <a:cubicBezTo>
                  <a:pt x="5742797" y="133457"/>
                  <a:pt x="5742797" y="135507"/>
                  <a:pt x="5743026" y="137328"/>
                </a:cubicBezTo>
                <a:moveTo>
                  <a:pt x="5743720" y="148035"/>
                </a:moveTo>
                <a:cubicBezTo>
                  <a:pt x="5744182" y="153501"/>
                  <a:pt x="5744643" y="157372"/>
                  <a:pt x="5744643" y="157372"/>
                </a:cubicBezTo>
                <a:cubicBezTo>
                  <a:pt x="5744876" y="160107"/>
                  <a:pt x="5746722" y="161244"/>
                  <a:pt x="5749954" y="161244"/>
                </a:cubicBezTo>
                <a:cubicBezTo>
                  <a:pt x="5758499" y="158922"/>
                  <a:pt x="5772354" y="155732"/>
                  <a:pt x="5788288" y="153682"/>
                </a:cubicBezTo>
                <a:cubicBezTo>
                  <a:pt x="5788750" y="152316"/>
                  <a:pt x="5788288" y="147764"/>
                  <a:pt x="5787827" y="146395"/>
                </a:cubicBezTo>
                <a:cubicBezTo>
                  <a:pt x="5775356" y="145258"/>
                  <a:pt x="5772816" y="141613"/>
                  <a:pt x="5772816" y="128637"/>
                </a:cubicBezTo>
                <a:lnTo>
                  <a:pt x="5772816" y="26247"/>
                </a:lnTo>
                <a:cubicBezTo>
                  <a:pt x="5772816" y="11471"/>
                  <a:pt x="5773510" y="3002"/>
                  <a:pt x="5773510" y="3002"/>
                </a:cubicBezTo>
                <a:cubicBezTo>
                  <a:pt x="5773510" y="924"/>
                  <a:pt x="5771892" y="0"/>
                  <a:pt x="5769813" y="0"/>
                </a:cubicBezTo>
                <a:cubicBezTo>
                  <a:pt x="5761272" y="2773"/>
                  <a:pt x="5742797" y="5313"/>
                  <a:pt x="5726401" y="6005"/>
                </a:cubicBezTo>
                <a:cubicBezTo>
                  <a:pt x="5725707" y="8740"/>
                  <a:pt x="5725939" y="11701"/>
                  <a:pt x="5727092" y="13751"/>
                </a:cubicBezTo>
                <a:cubicBezTo>
                  <a:pt x="5741641" y="14887"/>
                  <a:pt x="5742797" y="15113"/>
                  <a:pt x="5742797" y="30789"/>
                </a:cubicBezTo>
                <a:lnTo>
                  <a:pt x="5742797" y="60331"/>
                </a:lnTo>
                <a:cubicBezTo>
                  <a:pt x="5738406" y="58965"/>
                  <a:pt x="5732867" y="57825"/>
                  <a:pt x="5726168" y="57825"/>
                </a:cubicBezTo>
                <a:cubicBezTo>
                  <a:pt x="5696379" y="57825"/>
                  <a:pt x="5670282" y="83558"/>
                  <a:pt x="5670282" y="113837"/>
                </a:cubicBezTo>
                <a:cubicBezTo>
                  <a:pt x="5670282" y="127497"/>
                  <a:pt x="5675134" y="142982"/>
                  <a:pt x="5686449" y="151635"/>
                </a:cubicBezTo>
                <a:cubicBezTo>
                  <a:pt x="5694761" y="158057"/>
                  <a:pt x="5700537" y="161244"/>
                  <a:pt x="5713469" y="161244"/>
                </a:cubicBezTo>
                <a:cubicBezTo>
                  <a:pt x="5719702" y="161244"/>
                  <a:pt x="5736793" y="151225"/>
                  <a:pt x="5741641" y="148035"/>
                </a:cubicBezTo>
                <a:lnTo>
                  <a:pt x="5743720" y="148035"/>
                </a:lnTo>
                <a:close/>
                <a:moveTo>
                  <a:pt x="5862416" y="60272"/>
                </a:moveTo>
                <a:cubicBezTo>
                  <a:pt x="5859185" y="60272"/>
                  <a:pt x="5855721" y="61186"/>
                  <a:pt x="5852719" y="63691"/>
                </a:cubicBezTo>
                <a:lnTo>
                  <a:pt x="5852719" y="70294"/>
                </a:lnTo>
                <a:cubicBezTo>
                  <a:pt x="5852719" y="71434"/>
                  <a:pt x="5852948" y="71660"/>
                  <a:pt x="5853871" y="71660"/>
                </a:cubicBezTo>
                <a:lnTo>
                  <a:pt x="5868882" y="71660"/>
                </a:lnTo>
                <a:cubicBezTo>
                  <a:pt x="5868421" y="94616"/>
                  <a:pt x="5868192" y="123709"/>
                  <a:pt x="5868192" y="135076"/>
                </a:cubicBezTo>
                <a:cubicBezTo>
                  <a:pt x="5868192" y="143031"/>
                  <a:pt x="5870271" y="150770"/>
                  <a:pt x="5875119" y="154867"/>
                </a:cubicBezTo>
                <a:cubicBezTo>
                  <a:pt x="5880430" y="159197"/>
                  <a:pt x="5888742" y="161244"/>
                  <a:pt x="5894285" y="161244"/>
                </a:cubicBezTo>
                <a:cubicBezTo>
                  <a:pt x="5906988" y="161244"/>
                  <a:pt x="5921072" y="154867"/>
                  <a:pt x="5925692" y="148490"/>
                </a:cubicBezTo>
                <a:cubicBezTo>
                  <a:pt x="5925692" y="145759"/>
                  <a:pt x="5924307" y="144393"/>
                  <a:pt x="5921538" y="142120"/>
                </a:cubicBezTo>
                <a:cubicBezTo>
                  <a:pt x="5918535" y="144393"/>
                  <a:pt x="5912760" y="145303"/>
                  <a:pt x="5908373" y="145303"/>
                </a:cubicBezTo>
                <a:cubicBezTo>
                  <a:pt x="5903292" y="145303"/>
                  <a:pt x="5898210" y="141439"/>
                  <a:pt x="5898210" y="130076"/>
                </a:cubicBezTo>
                <a:cubicBezTo>
                  <a:pt x="5898210" y="118709"/>
                  <a:pt x="5897981" y="94390"/>
                  <a:pt x="5897981" y="71660"/>
                </a:cubicBezTo>
                <a:lnTo>
                  <a:pt x="5921305" y="71660"/>
                </a:lnTo>
                <a:cubicBezTo>
                  <a:pt x="5923613" y="71660"/>
                  <a:pt x="5926848" y="70749"/>
                  <a:pt x="5926848" y="68699"/>
                </a:cubicBezTo>
                <a:lnTo>
                  <a:pt x="5926848" y="61641"/>
                </a:lnTo>
                <a:cubicBezTo>
                  <a:pt x="5926848" y="60730"/>
                  <a:pt x="5926154" y="60272"/>
                  <a:pt x="5925001" y="60272"/>
                </a:cubicBezTo>
                <a:lnTo>
                  <a:pt x="5897981" y="60272"/>
                </a:lnTo>
                <a:lnTo>
                  <a:pt x="5898210" y="52529"/>
                </a:lnTo>
                <a:cubicBezTo>
                  <a:pt x="5898672" y="37270"/>
                  <a:pt x="5899366" y="26796"/>
                  <a:pt x="5899366" y="26796"/>
                </a:cubicBezTo>
                <a:cubicBezTo>
                  <a:pt x="5899366" y="25427"/>
                  <a:pt x="5898672" y="24746"/>
                  <a:pt x="5897520" y="24746"/>
                </a:cubicBezTo>
                <a:cubicBezTo>
                  <a:pt x="5895902" y="24746"/>
                  <a:pt x="5887357" y="27252"/>
                  <a:pt x="5883664" y="28847"/>
                </a:cubicBezTo>
                <a:cubicBezTo>
                  <a:pt x="5879736" y="30438"/>
                  <a:pt x="5873040" y="31804"/>
                  <a:pt x="5871423" y="33854"/>
                </a:cubicBezTo>
                <a:cubicBezTo>
                  <a:pt x="5869806" y="35905"/>
                  <a:pt x="5868882" y="42055"/>
                  <a:pt x="5868882" y="60272"/>
                </a:cubicBezTo>
                <a:lnTo>
                  <a:pt x="5862416" y="60272"/>
                </a:lnTo>
                <a:close/>
                <a:moveTo>
                  <a:pt x="6052476" y="129839"/>
                </a:moveTo>
                <a:lnTo>
                  <a:pt x="6052476" y="94282"/>
                </a:lnTo>
                <a:cubicBezTo>
                  <a:pt x="6052476" y="69213"/>
                  <a:pt x="6041619" y="57825"/>
                  <a:pt x="6021759" y="57825"/>
                </a:cubicBezTo>
                <a:cubicBezTo>
                  <a:pt x="6013214" y="57825"/>
                  <a:pt x="5996818" y="66252"/>
                  <a:pt x="5983657" y="74224"/>
                </a:cubicBezTo>
                <a:lnTo>
                  <a:pt x="5983657" y="26126"/>
                </a:lnTo>
                <a:cubicBezTo>
                  <a:pt x="5983657" y="11301"/>
                  <a:pt x="5984348" y="2919"/>
                  <a:pt x="5984348" y="2919"/>
                </a:cubicBezTo>
                <a:cubicBezTo>
                  <a:pt x="5984348" y="900"/>
                  <a:pt x="5982734" y="0"/>
                  <a:pt x="5980655" y="0"/>
                </a:cubicBezTo>
                <a:cubicBezTo>
                  <a:pt x="5972110" y="2693"/>
                  <a:pt x="5953635" y="5164"/>
                  <a:pt x="5937239" y="5835"/>
                </a:cubicBezTo>
                <a:cubicBezTo>
                  <a:pt x="5936545" y="8570"/>
                  <a:pt x="5936778" y="11075"/>
                  <a:pt x="5937933" y="13122"/>
                </a:cubicBezTo>
                <a:cubicBezTo>
                  <a:pt x="5952479" y="14265"/>
                  <a:pt x="5953635" y="14491"/>
                  <a:pt x="5953635" y="30230"/>
                </a:cubicBezTo>
                <a:lnTo>
                  <a:pt x="5953635" y="130069"/>
                </a:lnTo>
                <a:cubicBezTo>
                  <a:pt x="5953635" y="148987"/>
                  <a:pt x="5949942" y="151037"/>
                  <a:pt x="5935854" y="151722"/>
                </a:cubicBezTo>
                <a:cubicBezTo>
                  <a:pt x="5934470" y="153088"/>
                  <a:pt x="5934470" y="158099"/>
                  <a:pt x="5935854" y="159464"/>
                </a:cubicBezTo>
                <a:cubicBezTo>
                  <a:pt x="5945552" y="159239"/>
                  <a:pt x="5955943" y="159009"/>
                  <a:pt x="5968646" y="159009"/>
                </a:cubicBezTo>
                <a:cubicBezTo>
                  <a:pt x="5979732" y="159009"/>
                  <a:pt x="5986889" y="159239"/>
                  <a:pt x="5996818" y="159464"/>
                </a:cubicBezTo>
                <a:cubicBezTo>
                  <a:pt x="5998207" y="158099"/>
                  <a:pt x="5998207" y="153088"/>
                  <a:pt x="5996818" y="151722"/>
                </a:cubicBezTo>
                <a:cubicBezTo>
                  <a:pt x="5987121" y="151037"/>
                  <a:pt x="5983657" y="148987"/>
                  <a:pt x="5983657" y="130069"/>
                </a:cubicBezTo>
                <a:lnTo>
                  <a:pt x="5983657" y="83343"/>
                </a:lnTo>
                <a:cubicBezTo>
                  <a:pt x="5993355" y="77414"/>
                  <a:pt x="6000977" y="74679"/>
                  <a:pt x="6005135" y="74679"/>
                </a:cubicBezTo>
                <a:cubicBezTo>
                  <a:pt x="6014370" y="74679"/>
                  <a:pt x="6022454" y="78784"/>
                  <a:pt x="6022454" y="91777"/>
                </a:cubicBezTo>
                <a:lnTo>
                  <a:pt x="6022454" y="129839"/>
                </a:lnTo>
                <a:cubicBezTo>
                  <a:pt x="6022454" y="148987"/>
                  <a:pt x="6018757" y="151037"/>
                  <a:pt x="6009289" y="151722"/>
                </a:cubicBezTo>
                <a:cubicBezTo>
                  <a:pt x="6007904" y="153088"/>
                  <a:pt x="6007904" y="158099"/>
                  <a:pt x="6009289" y="159464"/>
                </a:cubicBezTo>
                <a:cubicBezTo>
                  <a:pt x="6018990" y="159239"/>
                  <a:pt x="6026379" y="159009"/>
                  <a:pt x="6037465" y="159009"/>
                </a:cubicBezTo>
                <a:cubicBezTo>
                  <a:pt x="6050164" y="159009"/>
                  <a:pt x="6060327" y="159239"/>
                  <a:pt x="6070257" y="159464"/>
                </a:cubicBezTo>
                <a:cubicBezTo>
                  <a:pt x="6071641" y="158099"/>
                  <a:pt x="6071641" y="153088"/>
                  <a:pt x="6070257" y="151722"/>
                </a:cubicBezTo>
                <a:cubicBezTo>
                  <a:pt x="6056169" y="151037"/>
                  <a:pt x="6052476" y="148987"/>
                  <a:pt x="6052476" y="129839"/>
                </a:cubicBezTo>
                <a:close/>
                <a:moveTo>
                  <a:pt x="6114362" y="96312"/>
                </a:moveTo>
                <a:cubicBezTo>
                  <a:pt x="6114595" y="88343"/>
                  <a:pt x="6115751" y="79687"/>
                  <a:pt x="6118982" y="75135"/>
                </a:cubicBezTo>
                <a:cubicBezTo>
                  <a:pt x="6122678" y="69668"/>
                  <a:pt x="6128912" y="67392"/>
                  <a:pt x="6131452" y="67392"/>
                </a:cubicBezTo>
                <a:cubicBezTo>
                  <a:pt x="6137689" y="67392"/>
                  <a:pt x="6146231" y="73314"/>
                  <a:pt x="6146231" y="91530"/>
                </a:cubicBezTo>
                <a:cubicBezTo>
                  <a:pt x="6146231" y="92896"/>
                  <a:pt x="6146231" y="95857"/>
                  <a:pt x="6145769" y="96312"/>
                </a:cubicBezTo>
                <a:lnTo>
                  <a:pt x="6114362" y="96312"/>
                </a:lnTo>
                <a:moveTo>
                  <a:pt x="6173022" y="129579"/>
                </a:moveTo>
                <a:cubicBezTo>
                  <a:pt x="6163554" y="139153"/>
                  <a:pt x="6151083" y="141658"/>
                  <a:pt x="6142306" y="141658"/>
                </a:cubicBezTo>
                <a:cubicBezTo>
                  <a:pt x="6124292" y="141658"/>
                  <a:pt x="6113210" y="131403"/>
                  <a:pt x="6113210" y="109069"/>
                </a:cubicBezTo>
                <a:cubicBezTo>
                  <a:pt x="6113210" y="107474"/>
                  <a:pt x="6113439" y="106560"/>
                  <a:pt x="6113439" y="105420"/>
                </a:cubicBezTo>
                <a:lnTo>
                  <a:pt x="6168864" y="105420"/>
                </a:lnTo>
                <a:cubicBezTo>
                  <a:pt x="6174407" y="105420"/>
                  <a:pt x="6175559" y="101549"/>
                  <a:pt x="6175559" y="98362"/>
                </a:cubicBezTo>
                <a:cubicBezTo>
                  <a:pt x="6175559" y="79006"/>
                  <a:pt x="6167941" y="57825"/>
                  <a:pt x="6133993" y="57825"/>
                </a:cubicBezTo>
                <a:cubicBezTo>
                  <a:pt x="6109746" y="57825"/>
                  <a:pt x="6082032" y="79006"/>
                  <a:pt x="6082032" y="113854"/>
                </a:cubicBezTo>
                <a:cubicBezTo>
                  <a:pt x="6082032" y="127073"/>
                  <a:pt x="6086884" y="140977"/>
                  <a:pt x="6096814" y="149859"/>
                </a:cubicBezTo>
                <a:cubicBezTo>
                  <a:pt x="6105588" y="157602"/>
                  <a:pt x="6116903" y="161244"/>
                  <a:pt x="6133299" y="161244"/>
                </a:cubicBezTo>
                <a:cubicBezTo>
                  <a:pt x="6149233" y="161244"/>
                  <a:pt x="6164938" y="153275"/>
                  <a:pt x="6176486" y="136647"/>
                </a:cubicBezTo>
                <a:cubicBezTo>
                  <a:pt x="6176486" y="133683"/>
                  <a:pt x="6175330" y="129579"/>
                  <a:pt x="6173022" y="129579"/>
                </a:cubicBezTo>
                <a:close/>
                <a:moveTo>
                  <a:pt x="6365157" y="129839"/>
                </a:moveTo>
                <a:lnTo>
                  <a:pt x="6365157" y="94282"/>
                </a:lnTo>
                <a:cubicBezTo>
                  <a:pt x="6365157" y="69213"/>
                  <a:pt x="6354300" y="57825"/>
                  <a:pt x="6334441" y="57825"/>
                </a:cubicBezTo>
                <a:cubicBezTo>
                  <a:pt x="6325895" y="57825"/>
                  <a:pt x="6309500" y="66252"/>
                  <a:pt x="6296338" y="74224"/>
                </a:cubicBezTo>
                <a:lnTo>
                  <a:pt x="6296338" y="26126"/>
                </a:lnTo>
                <a:cubicBezTo>
                  <a:pt x="6296338" y="11301"/>
                  <a:pt x="6297029" y="2919"/>
                  <a:pt x="6297029" y="2919"/>
                </a:cubicBezTo>
                <a:cubicBezTo>
                  <a:pt x="6297029" y="900"/>
                  <a:pt x="6295415" y="0"/>
                  <a:pt x="6293336" y="0"/>
                </a:cubicBezTo>
                <a:cubicBezTo>
                  <a:pt x="6284791" y="2693"/>
                  <a:pt x="6266316" y="5164"/>
                  <a:pt x="6249920" y="5835"/>
                </a:cubicBezTo>
                <a:cubicBezTo>
                  <a:pt x="6249226" y="8570"/>
                  <a:pt x="6249459" y="11075"/>
                  <a:pt x="6250615" y="13122"/>
                </a:cubicBezTo>
                <a:cubicBezTo>
                  <a:pt x="6265160" y="14265"/>
                  <a:pt x="6266316" y="14491"/>
                  <a:pt x="6266316" y="30230"/>
                </a:cubicBezTo>
                <a:lnTo>
                  <a:pt x="6266316" y="130069"/>
                </a:lnTo>
                <a:cubicBezTo>
                  <a:pt x="6266316" y="148987"/>
                  <a:pt x="6262623" y="151037"/>
                  <a:pt x="6248536" y="151722"/>
                </a:cubicBezTo>
                <a:cubicBezTo>
                  <a:pt x="6247151" y="153088"/>
                  <a:pt x="6247151" y="158099"/>
                  <a:pt x="6248536" y="159464"/>
                </a:cubicBezTo>
                <a:cubicBezTo>
                  <a:pt x="6258233" y="159239"/>
                  <a:pt x="6268624" y="159009"/>
                  <a:pt x="6281327" y="159009"/>
                </a:cubicBezTo>
                <a:cubicBezTo>
                  <a:pt x="6292413" y="159009"/>
                  <a:pt x="6299570" y="159239"/>
                  <a:pt x="6309500" y="159464"/>
                </a:cubicBezTo>
                <a:cubicBezTo>
                  <a:pt x="6310888" y="158099"/>
                  <a:pt x="6310888" y="153088"/>
                  <a:pt x="6309500" y="151722"/>
                </a:cubicBezTo>
                <a:cubicBezTo>
                  <a:pt x="6299802" y="151037"/>
                  <a:pt x="6296338" y="148987"/>
                  <a:pt x="6296338" y="130069"/>
                </a:cubicBezTo>
                <a:lnTo>
                  <a:pt x="6296338" y="83343"/>
                </a:lnTo>
                <a:cubicBezTo>
                  <a:pt x="6306036" y="77414"/>
                  <a:pt x="6313658" y="74679"/>
                  <a:pt x="6317816" y="74679"/>
                </a:cubicBezTo>
                <a:cubicBezTo>
                  <a:pt x="6327051" y="74679"/>
                  <a:pt x="6335135" y="78784"/>
                  <a:pt x="6335135" y="91777"/>
                </a:cubicBezTo>
                <a:lnTo>
                  <a:pt x="6335135" y="129839"/>
                </a:lnTo>
                <a:cubicBezTo>
                  <a:pt x="6335135" y="148987"/>
                  <a:pt x="6331438" y="151037"/>
                  <a:pt x="6321970" y="151722"/>
                </a:cubicBezTo>
                <a:cubicBezTo>
                  <a:pt x="6320585" y="153088"/>
                  <a:pt x="6320585" y="158099"/>
                  <a:pt x="6321970" y="159464"/>
                </a:cubicBezTo>
                <a:cubicBezTo>
                  <a:pt x="6331671" y="159239"/>
                  <a:pt x="6339060" y="159009"/>
                  <a:pt x="6350146" y="159009"/>
                </a:cubicBezTo>
                <a:cubicBezTo>
                  <a:pt x="6362845" y="159009"/>
                  <a:pt x="6373008" y="159239"/>
                  <a:pt x="6382938" y="159464"/>
                </a:cubicBezTo>
                <a:cubicBezTo>
                  <a:pt x="6384322" y="158099"/>
                  <a:pt x="6384322" y="153088"/>
                  <a:pt x="6382938" y="151722"/>
                </a:cubicBezTo>
                <a:cubicBezTo>
                  <a:pt x="6368850" y="151037"/>
                  <a:pt x="6365157" y="148987"/>
                  <a:pt x="6365157" y="129839"/>
                </a:cubicBezTo>
                <a:close/>
                <a:moveTo>
                  <a:pt x="6439746" y="131229"/>
                </a:moveTo>
                <a:lnTo>
                  <a:pt x="6439746" y="85911"/>
                </a:lnTo>
                <a:cubicBezTo>
                  <a:pt x="6439746" y="74527"/>
                  <a:pt x="6440670" y="61742"/>
                  <a:pt x="6440670" y="61742"/>
                </a:cubicBezTo>
                <a:cubicBezTo>
                  <a:pt x="6440670" y="59208"/>
                  <a:pt x="6438591" y="57825"/>
                  <a:pt x="6435359" y="57825"/>
                </a:cubicBezTo>
                <a:cubicBezTo>
                  <a:pt x="6428893" y="60362"/>
                  <a:pt x="6410186" y="62204"/>
                  <a:pt x="6394252" y="64275"/>
                </a:cubicBezTo>
                <a:cubicBezTo>
                  <a:pt x="6393790" y="65644"/>
                  <a:pt x="6394252" y="70197"/>
                  <a:pt x="6394713" y="71566"/>
                </a:cubicBezTo>
                <a:cubicBezTo>
                  <a:pt x="6407416" y="72702"/>
                  <a:pt x="6409724" y="74527"/>
                  <a:pt x="6409724" y="87506"/>
                </a:cubicBezTo>
                <a:lnTo>
                  <a:pt x="6409724" y="131229"/>
                </a:lnTo>
                <a:cubicBezTo>
                  <a:pt x="6409724" y="150130"/>
                  <a:pt x="6407184" y="150586"/>
                  <a:pt x="6393099" y="151722"/>
                </a:cubicBezTo>
                <a:cubicBezTo>
                  <a:pt x="6391711" y="153088"/>
                  <a:pt x="6391711" y="158099"/>
                  <a:pt x="6393099" y="159464"/>
                </a:cubicBezTo>
                <a:cubicBezTo>
                  <a:pt x="6402797" y="159239"/>
                  <a:pt x="6412497" y="159009"/>
                  <a:pt x="6424735" y="159009"/>
                </a:cubicBezTo>
                <a:cubicBezTo>
                  <a:pt x="6436973" y="159009"/>
                  <a:pt x="6446442" y="159239"/>
                  <a:pt x="6456371" y="159464"/>
                </a:cubicBezTo>
                <a:cubicBezTo>
                  <a:pt x="6457760" y="158099"/>
                  <a:pt x="6457760" y="153088"/>
                  <a:pt x="6456371" y="151722"/>
                </a:cubicBezTo>
                <a:cubicBezTo>
                  <a:pt x="6442287" y="150811"/>
                  <a:pt x="6439746" y="150130"/>
                  <a:pt x="6439746" y="131229"/>
                </a:cubicBezTo>
                <a:moveTo>
                  <a:pt x="6408572" y="23241"/>
                </a:moveTo>
                <a:cubicBezTo>
                  <a:pt x="6408572" y="30754"/>
                  <a:pt x="6414111" y="38271"/>
                  <a:pt x="6423351" y="38271"/>
                </a:cubicBezTo>
                <a:cubicBezTo>
                  <a:pt x="6433742" y="38271"/>
                  <a:pt x="6439746" y="30073"/>
                  <a:pt x="6439746" y="24152"/>
                </a:cubicBezTo>
                <a:cubicBezTo>
                  <a:pt x="6439746" y="17320"/>
                  <a:pt x="6434436" y="9119"/>
                  <a:pt x="6424735" y="9119"/>
                </a:cubicBezTo>
                <a:cubicBezTo>
                  <a:pt x="6413882" y="9119"/>
                  <a:pt x="6408572" y="16409"/>
                  <a:pt x="6408572" y="23241"/>
                </a:cubicBezTo>
                <a:close/>
                <a:moveTo>
                  <a:pt x="6527500" y="93431"/>
                </a:moveTo>
                <a:cubicBezTo>
                  <a:pt x="6527500" y="115359"/>
                  <a:pt x="6521034" y="118097"/>
                  <a:pt x="6515030" y="118097"/>
                </a:cubicBezTo>
                <a:cubicBezTo>
                  <a:pt x="6500713" y="118097"/>
                  <a:pt x="6498863" y="101198"/>
                  <a:pt x="6498863" y="89549"/>
                </a:cubicBezTo>
                <a:cubicBezTo>
                  <a:pt x="6498863" y="72647"/>
                  <a:pt x="6503021" y="66482"/>
                  <a:pt x="6512027" y="66482"/>
                </a:cubicBezTo>
                <a:cubicBezTo>
                  <a:pt x="6522880" y="66482"/>
                  <a:pt x="6527500" y="75388"/>
                  <a:pt x="6527500" y="93431"/>
                </a:cubicBezTo>
                <a:moveTo>
                  <a:pt x="6500942" y="164802"/>
                </a:moveTo>
                <a:cubicBezTo>
                  <a:pt x="6518726" y="164802"/>
                  <a:pt x="6552903" y="165487"/>
                  <a:pt x="6552903" y="177549"/>
                </a:cubicBezTo>
                <a:cubicBezTo>
                  <a:pt x="6552903" y="185743"/>
                  <a:pt x="6549206" y="195074"/>
                  <a:pt x="6541588" y="199171"/>
                </a:cubicBezTo>
                <a:cubicBezTo>
                  <a:pt x="6534428" y="203268"/>
                  <a:pt x="6522651" y="203723"/>
                  <a:pt x="6513874" y="203723"/>
                </a:cubicBezTo>
                <a:cubicBezTo>
                  <a:pt x="6498634" y="203723"/>
                  <a:pt x="6488242" y="192571"/>
                  <a:pt x="6488242" y="180965"/>
                </a:cubicBezTo>
                <a:cubicBezTo>
                  <a:pt x="6488242" y="173226"/>
                  <a:pt x="6488242" y="167989"/>
                  <a:pt x="6490783" y="163436"/>
                </a:cubicBezTo>
                <a:cubicBezTo>
                  <a:pt x="6493091" y="164347"/>
                  <a:pt x="6496093" y="164802"/>
                  <a:pt x="6500942" y="164802"/>
                </a:cubicBezTo>
                <a:moveTo>
                  <a:pt x="6568375" y="69224"/>
                </a:moveTo>
                <a:cubicBezTo>
                  <a:pt x="6574841" y="69224"/>
                  <a:pt x="6578534" y="66482"/>
                  <a:pt x="6578534" y="58055"/>
                </a:cubicBezTo>
                <a:cubicBezTo>
                  <a:pt x="6578534" y="53728"/>
                  <a:pt x="6572533" y="47122"/>
                  <a:pt x="6563756" y="47122"/>
                </a:cubicBezTo>
                <a:cubicBezTo>
                  <a:pt x="6553597" y="47122"/>
                  <a:pt x="6540200" y="54639"/>
                  <a:pt x="6533504" y="60560"/>
                </a:cubicBezTo>
                <a:cubicBezTo>
                  <a:pt x="6529346" y="58284"/>
                  <a:pt x="6524498" y="57825"/>
                  <a:pt x="6514106" y="57825"/>
                </a:cubicBezTo>
                <a:cubicBezTo>
                  <a:pt x="6504176" y="57825"/>
                  <a:pt x="6494476" y="60105"/>
                  <a:pt x="6486857" y="65116"/>
                </a:cubicBezTo>
                <a:cubicBezTo>
                  <a:pt x="6477389" y="71048"/>
                  <a:pt x="6471152" y="79958"/>
                  <a:pt x="6471152" y="91607"/>
                </a:cubicBezTo>
                <a:cubicBezTo>
                  <a:pt x="6471152" y="102796"/>
                  <a:pt x="6477851" y="114900"/>
                  <a:pt x="6488933" y="120832"/>
                </a:cubicBezTo>
                <a:cubicBezTo>
                  <a:pt x="6481776" y="126983"/>
                  <a:pt x="6470690" y="139066"/>
                  <a:pt x="6470690" y="143625"/>
                </a:cubicBezTo>
                <a:cubicBezTo>
                  <a:pt x="6470690" y="147951"/>
                  <a:pt x="6471385" y="150683"/>
                  <a:pt x="6473693" y="154099"/>
                </a:cubicBezTo>
                <a:cubicBezTo>
                  <a:pt x="6475772" y="157289"/>
                  <a:pt x="6478541" y="159110"/>
                  <a:pt x="6483161" y="160476"/>
                </a:cubicBezTo>
                <a:cubicBezTo>
                  <a:pt x="6473231" y="166397"/>
                  <a:pt x="6463069" y="179370"/>
                  <a:pt x="6463069" y="183241"/>
                </a:cubicBezTo>
                <a:cubicBezTo>
                  <a:pt x="6463069" y="191661"/>
                  <a:pt x="6465842" y="201447"/>
                  <a:pt x="6472075" y="205773"/>
                </a:cubicBezTo>
                <a:cubicBezTo>
                  <a:pt x="6481082" y="211921"/>
                  <a:pt x="6496326" y="213286"/>
                  <a:pt x="6507408" y="213286"/>
                </a:cubicBezTo>
                <a:cubicBezTo>
                  <a:pt x="6539509" y="213286"/>
                  <a:pt x="6576226" y="196669"/>
                  <a:pt x="6576226" y="171631"/>
                </a:cubicBezTo>
                <a:cubicBezTo>
                  <a:pt x="6576226" y="166852"/>
                  <a:pt x="6573918" y="157060"/>
                  <a:pt x="6564679" y="150912"/>
                </a:cubicBezTo>
                <a:cubicBezTo>
                  <a:pt x="6555672" y="144991"/>
                  <a:pt x="6521034" y="143396"/>
                  <a:pt x="6503944" y="143396"/>
                </a:cubicBezTo>
                <a:cubicBezTo>
                  <a:pt x="6499789" y="143396"/>
                  <a:pt x="6493552" y="142940"/>
                  <a:pt x="6493552" y="133822"/>
                </a:cubicBezTo>
                <a:cubicBezTo>
                  <a:pt x="6493552" y="130173"/>
                  <a:pt x="6495864" y="126983"/>
                  <a:pt x="6497016" y="124248"/>
                </a:cubicBezTo>
                <a:cubicBezTo>
                  <a:pt x="6501865" y="126524"/>
                  <a:pt x="6506717" y="126753"/>
                  <a:pt x="6513874" y="126753"/>
                </a:cubicBezTo>
                <a:cubicBezTo>
                  <a:pt x="6525654" y="126753"/>
                  <a:pt x="6536507" y="123793"/>
                  <a:pt x="6544358" y="116957"/>
                </a:cubicBezTo>
                <a:cubicBezTo>
                  <a:pt x="6551056" y="111018"/>
                  <a:pt x="6555672" y="103026"/>
                  <a:pt x="6555672" y="92746"/>
                </a:cubicBezTo>
                <a:cubicBezTo>
                  <a:pt x="6555672" y="79958"/>
                  <a:pt x="6549206" y="71507"/>
                  <a:pt x="6541355" y="65116"/>
                </a:cubicBezTo>
                <a:cubicBezTo>
                  <a:pt x="6543202" y="62836"/>
                  <a:pt x="6550824" y="58739"/>
                  <a:pt x="6553132" y="58739"/>
                </a:cubicBezTo>
                <a:cubicBezTo>
                  <a:pt x="6555211" y="58739"/>
                  <a:pt x="6556828" y="60105"/>
                  <a:pt x="6557522" y="61471"/>
                </a:cubicBezTo>
                <a:cubicBezTo>
                  <a:pt x="6558445" y="64431"/>
                  <a:pt x="6562600" y="69224"/>
                  <a:pt x="6568375" y="69224"/>
                </a:cubicBezTo>
                <a:close/>
                <a:moveTo>
                  <a:pt x="6702779" y="129839"/>
                </a:moveTo>
                <a:lnTo>
                  <a:pt x="6702779" y="94282"/>
                </a:lnTo>
                <a:cubicBezTo>
                  <a:pt x="6702779" y="69213"/>
                  <a:pt x="6691922" y="57825"/>
                  <a:pt x="6672062" y="57825"/>
                </a:cubicBezTo>
                <a:cubicBezTo>
                  <a:pt x="6663517" y="57825"/>
                  <a:pt x="6647121" y="66252"/>
                  <a:pt x="6633960" y="74224"/>
                </a:cubicBezTo>
                <a:lnTo>
                  <a:pt x="6633960" y="26126"/>
                </a:lnTo>
                <a:cubicBezTo>
                  <a:pt x="6633960" y="11301"/>
                  <a:pt x="6634651" y="2919"/>
                  <a:pt x="6634651" y="2919"/>
                </a:cubicBezTo>
                <a:cubicBezTo>
                  <a:pt x="6634651" y="900"/>
                  <a:pt x="6633037" y="0"/>
                  <a:pt x="6630958" y="0"/>
                </a:cubicBezTo>
                <a:cubicBezTo>
                  <a:pt x="6622413" y="2693"/>
                  <a:pt x="6603938" y="5164"/>
                  <a:pt x="6587542" y="5835"/>
                </a:cubicBezTo>
                <a:cubicBezTo>
                  <a:pt x="6586848" y="8570"/>
                  <a:pt x="6587080" y="11075"/>
                  <a:pt x="6588236" y="13122"/>
                </a:cubicBezTo>
                <a:cubicBezTo>
                  <a:pt x="6602782" y="14265"/>
                  <a:pt x="6603938" y="14491"/>
                  <a:pt x="6603938" y="30230"/>
                </a:cubicBezTo>
                <a:lnTo>
                  <a:pt x="6603938" y="130069"/>
                </a:lnTo>
                <a:cubicBezTo>
                  <a:pt x="6603938" y="148987"/>
                  <a:pt x="6600245" y="151037"/>
                  <a:pt x="6586157" y="151722"/>
                </a:cubicBezTo>
                <a:cubicBezTo>
                  <a:pt x="6584772" y="153088"/>
                  <a:pt x="6584772" y="158099"/>
                  <a:pt x="6586157" y="159464"/>
                </a:cubicBezTo>
                <a:cubicBezTo>
                  <a:pt x="6595854" y="159239"/>
                  <a:pt x="6606246" y="159009"/>
                  <a:pt x="6618949" y="159009"/>
                </a:cubicBezTo>
                <a:cubicBezTo>
                  <a:pt x="6630035" y="159009"/>
                  <a:pt x="6637191" y="159239"/>
                  <a:pt x="6647121" y="159464"/>
                </a:cubicBezTo>
                <a:cubicBezTo>
                  <a:pt x="6648510" y="158099"/>
                  <a:pt x="6648510" y="153088"/>
                  <a:pt x="6647121" y="151722"/>
                </a:cubicBezTo>
                <a:cubicBezTo>
                  <a:pt x="6637424" y="151037"/>
                  <a:pt x="6633960" y="148987"/>
                  <a:pt x="6633960" y="130069"/>
                </a:cubicBezTo>
                <a:lnTo>
                  <a:pt x="6633960" y="83343"/>
                </a:lnTo>
                <a:cubicBezTo>
                  <a:pt x="6643657" y="77414"/>
                  <a:pt x="6651279" y="74679"/>
                  <a:pt x="6655437" y="74679"/>
                </a:cubicBezTo>
                <a:cubicBezTo>
                  <a:pt x="6664673" y="74679"/>
                  <a:pt x="6672756" y="78784"/>
                  <a:pt x="6672756" y="91777"/>
                </a:cubicBezTo>
                <a:lnTo>
                  <a:pt x="6672756" y="129839"/>
                </a:lnTo>
                <a:cubicBezTo>
                  <a:pt x="6672756" y="148987"/>
                  <a:pt x="6669060" y="151037"/>
                  <a:pt x="6659592" y="151722"/>
                </a:cubicBezTo>
                <a:cubicBezTo>
                  <a:pt x="6658207" y="153088"/>
                  <a:pt x="6658207" y="158099"/>
                  <a:pt x="6659592" y="159464"/>
                </a:cubicBezTo>
                <a:cubicBezTo>
                  <a:pt x="6669293" y="159239"/>
                  <a:pt x="6676682" y="159009"/>
                  <a:pt x="6687767" y="159009"/>
                </a:cubicBezTo>
                <a:cubicBezTo>
                  <a:pt x="6700467" y="159009"/>
                  <a:pt x="6710629" y="159239"/>
                  <a:pt x="6720559" y="159464"/>
                </a:cubicBezTo>
                <a:cubicBezTo>
                  <a:pt x="6721944" y="158099"/>
                  <a:pt x="6721944" y="153088"/>
                  <a:pt x="6720559" y="151722"/>
                </a:cubicBezTo>
                <a:cubicBezTo>
                  <a:pt x="6706471" y="151037"/>
                  <a:pt x="6702779" y="148987"/>
                  <a:pt x="6702779" y="129839"/>
                </a:cubicBezTo>
                <a:close/>
                <a:moveTo>
                  <a:pt x="6786836" y="110070"/>
                </a:moveTo>
                <a:cubicBezTo>
                  <a:pt x="6792147" y="110070"/>
                  <a:pt x="6797689" y="99822"/>
                  <a:pt x="6797689" y="96861"/>
                </a:cubicBezTo>
                <a:cubicBezTo>
                  <a:pt x="6797689" y="94355"/>
                  <a:pt x="6795843" y="92076"/>
                  <a:pt x="6789377" y="92076"/>
                </a:cubicBezTo>
                <a:lnTo>
                  <a:pt x="6743191" y="92076"/>
                </a:lnTo>
                <a:cubicBezTo>
                  <a:pt x="6738339" y="92076"/>
                  <a:pt x="6732567" y="101413"/>
                  <a:pt x="6732567" y="105288"/>
                </a:cubicBezTo>
                <a:cubicBezTo>
                  <a:pt x="6732567" y="107790"/>
                  <a:pt x="6735570" y="110070"/>
                  <a:pt x="6741112" y="110070"/>
                </a:cubicBezTo>
                <a:lnTo>
                  <a:pt x="6786836" y="1100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estnumberofattacks,followedbyIndia,SouthKorea,Japan,and">
            <a:extLst xmlns:a="http://schemas.openxmlformats.org/drawingml/2006/main">
              <a:ext uri="{FF2B5EF4-FFF2-40B4-BE49-F238E27FC236}">
                <a16:creationId xmlns:a16="http://schemas.microsoft.com/office/drawing/2014/main" id="{D9D99A86-86FC-402E-BF00-006DD28A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7" y="5666252"/>
            <a:ext cx="6763254" cy="212397"/>
          </a:xfrm>
          <a:custGeom xmlns:a="http://schemas.openxmlformats.org/drawingml/2006/main">
            <a:pathLst>
              <a:path w="6763254" h="212397">
                <a:moveTo>
                  <a:pt x="32171" y="96312"/>
                </a:moveTo>
                <a:cubicBezTo>
                  <a:pt x="32402" y="88343"/>
                  <a:pt x="33552" y="79687"/>
                  <a:pt x="36768" y="75135"/>
                </a:cubicBezTo>
                <a:cubicBezTo>
                  <a:pt x="40446" y="69668"/>
                  <a:pt x="46649" y="67392"/>
                  <a:pt x="49177" y="67392"/>
                </a:cubicBezTo>
                <a:cubicBezTo>
                  <a:pt x="55383" y="67392"/>
                  <a:pt x="63882" y="73314"/>
                  <a:pt x="63882" y="91530"/>
                </a:cubicBezTo>
                <a:cubicBezTo>
                  <a:pt x="63882" y="92896"/>
                  <a:pt x="63882" y="95857"/>
                  <a:pt x="63423" y="96312"/>
                </a:cubicBezTo>
                <a:lnTo>
                  <a:pt x="32171" y="96312"/>
                </a:lnTo>
                <a:moveTo>
                  <a:pt x="90541" y="129579"/>
                </a:moveTo>
                <a:cubicBezTo>
                  <a:pt x="81119" y="139153"/>
                  <a:pt x="68711" y="141658"/>
                  <a:pt x="59976" y="141658"/>
                </a:cubicBezTo>
                <a:cubicBezTo>
                  <a:pt x="42052" y="141658"/>
                  <a:pt x="31024" y="131403"/>
                  <a:pt x="31024" y="109069"/>
                </a:cubicBezTo>
                <a:cubicBezTo>
                  <a:pt x="31024" y="107474"/>
                  <a:pt x="31252" y="106560"/>
                  <a:pt x="31252" y="105420"/>
                </a:cubicBezTo>
                <a:lnTo>
                  <a:pt x="86404" y="105420"/>
                </a:lnTo>
                <a:cubicBezTo>
                  <a:pt x="91919" y="105420"/>
                  <a:pt x="93066" y="101549"/>
                  <a:pt x="93066" y="98362"/>
                </a:cubicBezTo>
                <a:cubicBezTo>
                  <a:pt x="93066" y="79006"/>
                  <a:pt x="85485" y="57825"/>
                  <a:pt x="51705" y="57825"/>
                </a:cubicBezTo>
                <a:cubicBezTo>
                  <a:pt x="27577" y="57825"/>
                  <a:pt x="0" y="79006"/>
                  <a:pt x="0" y="113854"/>
                </a:cubicBezTo>
                <a:cubicBezTo>
                  <a:pt x="0" y="127073"/>
                  <a:pt x="4828" y="140977"/>
                  <a:pt x="14709" y="149859"/>
                </a:cubicBezTo>
                <a:cubicBezTo>
                  <a:pt x="23440" y="157602"/>
                  <a:pt x="34699" y="161244"/>
                  <a:pt x="51014" y="161244"/>
                </a:cubicBezTo>
                <a:cubicBezTo>
                  <a:pt x="66870" y="161244"/>
                  <a:pt x="82497" y="153275"/>
                  <a:pt x="93988" y="136647"/>
                </a:cubicBezTo>
                <a:cubicBezTo>
                  <a:pt x="93988" y="133683"/>
                  <a:pt x="92838" y="129579"/>
                  <a:pt x="90541" y="129579"/>
                </a:cubicBezTo>
                <a:close/>
                <a:moveTo>
                  <a:pt x="114897" y="125711"/>
                </a:moveTo>
                <a:cubicBezTo>
                  <a:pt x="115815" y="136873"/>
                  <a:pt x="116965" y="147580"/>
                  <a:pt x="118803" y="156236"/>
                </a:cubicBezTo>
                <a:cubicBezTo>
                  <a:pt x="123172" y="157602"/>
                  <a:pt x="137877" y="161244"/>
                  <a:pt x="150746" y="161244"/>
                </a:cubicBezTo>
                <a:cubicBezTo>
                  <a:pt x="168439" y="161244"/>
                  <a:pt x="190501" y="151680"/>
                  <a:pt x="190501" y="131862"/>
                </a:cubicBezTo>
                <a:cubicBezTo>
                  <a:pt x="190501" y="124116"/>
                  <a:pt x="188660" y="117965"/>
                  <a:pt x="183376" y="112269"/>
                </a:cubicBezTo>
                <a:cubicBezTo>
                  <a:pt x="176710" y="104979"/>
                  <a:pt x="167289" y="99286"/>
                  <a:pt x="156720" y="94731"/>
                </a:cubicBezTo>
                <a:cubicBezTo>
                  <a:pt x="147527" y="90856"/>
                  <a:pt x="144311" y="83565"/>
                  <a:pt x="144311" y="76959"/>
                </a:cubicBezTo>
                <a:cubicBezTo>
                  <a:pt x="144311" y="71722"/>
                  <a:pt x="148677" y="67392"/>
                  <a:pt x="155342" y="67392"/>
                </a:cubicBezTo>
                <a:cubicBezTo>
                  <a:pt x="163382" y="67392"/>
                  <a:pt x="171198" y="74683"/>
                  <a:pt x="176942" y="88580"/>
                </a:cubicBezTo>
                <a:cubicBezTo>
                  <a:pt x="181079" y="89261"/>
                  <a:pt x="183607" y="89035"/>
                  <a:pt x="185904" y="87440"/>
                </a:cubicBezTo>
                <a:cubicBezTo>
                  <a:pt x="185904" y="79239"/>
                  <a:pt x="184985" y="70582"/>
                  <a:pt x="182916" y="63292"/>
                </a:cubicBezTo>
                <a:cubicBezTo>
                  <a:pt x="175564" y="60105"/>
                  <a:pt x="169817" y="57825"/>
                  <a:pt x="157180" y="57825"/>
                </a:cubicBezTo>
                <a:cubicBezTo>
                  <a:pt x="144999" y="57825"/>
                  <a:pt x="133512" y="62381"/>
                  <a:pt x="126159" y="69672"/>
                </a:cubicBezTo>
                <a:cubicBezTo>
                  <a:pt x="120871" y="74909"/>
                  <a:pt x="118343" y="81289"/>
                  <a:pt x="118343" y="87440"/>
                </a:cubicBezTo>
                <a:cubicBezTo>
                  <a:pt x="118343" y="94272"/>
                  <a:pt x="120871" y="99742"/>
                  <a:pt x="125468" y="104523"/>
                </a:cubicBezTo>
                <a:cubicBezTo>
                  <a:pt x="132593" y="112269"/>
                  <a:pt x="144999" y="120245"/>
                  <a:pt x="152124" y="123431"/>
                </a:cubicBezTo>
                <a:cubicBezTo>
                  <a:pt x="161317" y="127532"/>
                  <a:pt x="163842" y="135733"/>
                  <a:pt x="163842" y="141199"/>
                </a:cubicBezTo>
                <a:cubicBezTo>
                  <a:pt x="163842" y="148490"/>
                  <a:pt x="156489" y="152365"/>
                  <a:pt x="150286" y="152365"/>
                </a:cubicBezTo>
                <a:cubicBezTo>
                  <a:pt x="139946" y="152365"/>
                  <a:pt x="128915" y="142113"/>
                  <a:pt x="124090" y="125256"/>
                </a:cubicBezTo>
                <a:cubicBezTo>
                  <a:pt x="120412" y="124571"/>
                  <a:pt x="118575" y="124800"/>
                  <a:pt x="114897" y="125711"/>
                </a:cubicBezTo>
                <a:close/>
                <a:moveTo>
                  <a:pt x="216465" y="60272"/>
                </a:moveTo>
                <a:cubicBezTo>
                  <a:pt x="213249" y="60272"/>
                  <a:pt x="209803" y="61186"/>
                  <a:pt x="206815" y="63691"/>
                </a:cubicBezTo>
                <a:lnTo>
                  <a:pt x="206815" y="70294"/>
                </a:lnTo>
                <a:cubicBezTo>
                  <a:pt x="206815" y="71434"/>
                  <a:pt x="207043" y="71660"/>
                  <a:pt x="207962" y="71660"/>
                </a:cubicBezTo>
                <a:lnTo>
                  <a:pt x="222899" y="71660"/>
                </a:lnTo>
                <a:cubicBezTo>
                  <a:pt x="222440" y="94616"/>
                  <a:pt x="222212" y="123709"/>
                  <a:pt x="222212" y="135076"/>
                </a:cubicBezTo>
                <a:cubicBezTo>
                  <a:pt x="222212" y="143031"/>
                  <a:pt x="224280" y="150770"/>
                  <a:pt x="229105" y="154867"/>
                </a:cubicBezTo>
                <a:cubicBezTo>
                  <a:pt x="234389" y="159197"/>
                  <a:pt x="242661" y="161244"/>
                  <a:pt x="248176" y="161244"/>
                </a:cubicBezTo>
                <a:cubicBezTo>
                  <a:pt x="260817" y="161244"/>
                  <a:pt x="274832" y="154867"/>
                  <a:pt x="279428" y="148490"/>
                </a:cubicBezTo>
                <a:cubicBezTo>
                  <a:pt x="279428" y="145759"/>
                  <a:pt x="278050" y="144393"/>
                  <a:pt x="275294" y="142120"/>
                </a:cubicBezTo>
                <a:cubicBezTo>
                  <a:pt x="272307" y="144393"/>
                  <a:pt x="266560" y="145303"/>
                  <a:pt x="262195" y="145303"/>
                </a:cubicBezTo>
                <a:cubicBezTo>
                  <a:pt x="257138" y="145303"/>
                  <a:pt x="252082" y="141439"/>
                  <a:pt x="252082" y="130076"/>
                </a:cubicBezTo>
                <a:cubicBezTo>
                  <a:pt x="252082" y="118709"/>
                  <a:pt x="251854" y="94390"/>
                  <a:pt x="251854" y="71660"/>
                </a:cubicBezTo>
                <a:lnTo>
                  <a:pt x="275063" y="71660"/>
                </a:lnTo>
                <a:cubicBezTo>
                  <a:pt x="277360" y="71660"/>
                  <a:pt x="280578" y="70749"/>
                  <a:pt x="280578" y="68699"/>
                </a:cubicBezTo>
                <a:lnTo>
                  <a:pt x="280578" y="61641"/>
                </a:lnTo>
                <a:cubicBezTo>
                  <a:pt x="280578" y="60730"/>
                  <a:pt x="279888" y="60272"/>
                  <a:pt x="278741" y="60272"/>
                </a:cubicBezTo>
                <a:lnTo>
                  <a:pt x="251854" y="60272"/>
                </a:lnTo>
                <a:lnTo>
                  <a:pt x="252082" y="52529"/>
                </a:lnTo>
                <a:cubicBezTo>
                  <a:pt x="252542" y="37270"/>
                  <a:pt x="253232" y="26796"/>
                  <a:pt x="253232" y="26796"/>
                </a:cubicBezTo>
                <a:cubicBezTo>
                  <a:pt x="253232" y="25427"/>
                  <a:pt x="252542" y="24746"/>
                  <a:pt x="251395" y="24746"/>
                </a:cubicBezTo>
                <a:cubicBezTo>
                  <a:pt x="249786" y="24746"/>
                  <a:pt x="241283" y="27252"/>
                  <a:pt x="237608" y="28847"/>
                </a:cubicBezTo>
                <a:cubicBezTo>
                  <a:pt x="233698" y="30438"/>
                  <a:pt x="227036" y="31804"/>
                  <a:pt x="225427" y="33854"/>
                </a:cubicBezTo>
                <a:cubicBezTo>
                  <a:pt x="223818" y="35905"/>
                  <a:pt x="222899" y="42055"/>
                  <a:pt x="222899" y="60272"/>
                </a:cubicBezTo>
                <a:lnTo>
                  <a:pt x="216465" y="60272"/>
                </a:lnTo>
                <a:close/>
                <a:moveTo>
                  <a:pt x="393177" y="131209"/>
                </a:moveTo>
                <a:lnTo>
                  <a:pt x="393177" y="85848"/>
                </a:lnTo>
                <a:lnTo>
                  <a:pt x="393177" y="85393"/>
                </a:lnTo>
                <a:cubicBezTo>
                  <a:pt x="402367" y="79239"/>
                  <a:pt x="411561" y="74679"/>
                  <a:pt x="415695" y="74679"/>
                </a:cubicBezTo>
                <a:cubicBezTo>
                  <a:pt x="424889" y="74679"/>
                  <a:pt x="431782" y="78784"/>
                  <a:pt x="431782" y="91777"/>
                </a:cubicBezTo>
                <a:lnTo>
                  <a:pt x="431782" y="129839"/>
                </a:lnTo>
                <a:cubicBezTo>
                  <a:pt x="431782" y="148987"/>
                  <a:pt x="428104" y="151037"/>
                  <a:pt x="418682" y="151722"/>
                </a:cubicBezTo>
                <a:cubicBezTo>
                  <a:pt x="417304" y="153088"/>
                  <a:pt x="417304" y="158099"/>
                  <a:pt x="418682" y="159464"/>
                </a:cubicBezTo>
                <a:cubicBezTo>
                  <a:pt x="428335" y="159239"/>
                  <a:pt x="435688" y="159009"/>
                  <a:pt x="446719" y="159009"/>
                </a:cubicBezTo>
                <a:cubicBezTo>
                  <a:pt x="459356" y="159009"/>
                  <a:pt x="469468" y="159239"/>
                  <a:pt x="479349" y="159464"/>
                </a:cubicBezTo>
                <a:cubicBezTo>
                  <a:pt x="480727" y="158099"/>
                  <a:pt x="480727" y="153088"/>
                  <a:pt x="479349" y="151722"/>
                </a:cubicBezTo>
                <a:cubicBezTo>
                  <a:pt x="465331" y="151037"/>
                  <a:pt x="461656" y="148987"/>
                  <a:pt x="461656" y="129839"/>
                </a:cubicBezTo>
                <a:lnTo>
                  <a:pt x="461656" y="94282"/>
                </a:lnTo>
                <a:cubicBezTo>
                  <a:pt x="461656" y="69213"/>
                  <a:pt x="450853" y="57825"/>
                  <a:pt x="431091" y="57825"/>
                </a:cubicBezTo>
                <a:cubicBezTo>
                  <a:pt x="421901" y="57825"/>
                  <a:pt x="405586" y="67847"/>
                  <a:pt x="392946" y="76504"/>
                </a:cubicBezTo>
                <a:cubicBezTo>
                  <a:pt x="392258" y="68532"/>
                  <a:pt x="391336" y="61700"/>
                  <a:pt x="391336" y="61700"/>
                </a:cubicBezTo>
                <a:cubicBezTo>
                  <a:pt x="391108" y="58965"/>
                  <a:pt x="389271" y="57825"/>
                  <a:pt x="386052" y="57825"/>
                </a:cubicBezTo>
                <a:cubicBezTo>
                  <a:pt x="377549" y="60150"/>
                  <a:pt x="363762" y="63340"/>
                  <a:pt x="347907" y="65387"/>
                </a:cubicBezTo>
                <a:cubicBezTo>
                  <a:pt x="347447" y="66756"/>
                  <a:pt x="347907" y="71309"/>
                  <a:pt x="348366" y="72678"/>
                </a:cubicBezTo>
                <a:cubicBezTo>
                  <a:pt x="361006" y="73818"/>
                  <a:pt x="363303" y="75639"/>
                  <a:pt x="363303" y="88621"/>
                </a:cubicBezTo>
                <a:lnTo>
                  <a:pt x="363303" y="131222"/>
                </a:lnTo>
                <a:cubicBezTo>
                  <a:pt x="363303" y="150127"/>
                  <a:pt x="360775" y="150586"/>
                  <a:pt x="346756" y="151722"/>
                </a:cubicBezTo>
                <a:cubicBezTo>
                  <a:pt x="345378" y="153088"/>
                  <a:pt x="345378" y="158099"/>
                  <a:pt x="346756" y="159464"/>
                </a:cubicBezTo>
                <a:cubicBezTo>
                  <a:pt x="356409" y="159239"/>
                  <a:pt x="366059" y="159009"/>
                  <a:pt x="378240" y="159009"/>
                </a:cubicBezTo>
                <a:cubicBezTo>
                  <a:pt x="388812" y="159009"/>
                  <a:pt x="395246" y="159239"/>
                  <a:pt x="405127" y="159464"/>
                </a:cubicBezTo>
                <a:cubicBezTo>
                  <a:pt x="406505" y="158099"/>
                  <a:pt x="406505" y="153088"/>
                  <a:pt x="405127" y="151722"/>
                </a:cubicBezTo>
                <a:cubicBezTo>
                  <a:pt x="395474" y="150811"/>
                  <a:pt x="393177" y="150127"/>
                  <a:pt x="393177" y="131209"/>
                </a:cubicBezTo>
                <a:close/>
                <a:moveTo>
                  <a:pt x="599530" y="128710"/>
                </a:moveTo>
                <a:lnTo>
                  <a:pt x="599530" y="89389"/>
                </a:lnTo>
                <a:cubicBezTo>
                  <a:pt x="599530" y="70301"/>
                  <a:pt x="599989" y="73025"/>
                  <a:pt x="599989" y="67573"/>
                </a:cubicBezTo>
                <a:cubicBezTo>
                  <a:pt x="599989" y="63702"/>
                  <a:pt x="599071" y="61196"/>
                  <a:pt x="597693" y="59827"/>
                </a:cubicBezTo>
                <a:cubicBezTo>
                  <a:pt x="593555" y="60056"/>
                  <a:pt x="588958" y="60286"/>
                  <a:pt x="584593" y="60286"/>
                </a:cubicBezTo>
                <a:cubicBezTo>
                  <a:pt x="578159" y="60286"/>
                  <a:pt x="563222" y="60056"/>
                  <a:pt x="554260" y="59827"/>
                </a:cubicBezTo>
                <a:cubicBezTo>
                  <a:pt x="552882" y="61196"/>
                  <a:pt x="552882" y="66207"/>
                  <a:pt x="554260" y="67573"/>
                </a:cubicBezTo>
                <a:cubicBezTo>
                  <a:pt x="565981" y="68709"/>
                  <a:pt x="569656" y="70301"/>
                  <a:pt x="569656" y="89389"/>
                </a:cubicBezTo>
                <a:lnTo>
                  <a:pt x="569656" y="131438"/>
                </a:lnTo>
                <a:cubicBezTo>
                  <a:pt x="569656" y="133711"/>
                  <a:pt x="569656" y="135983"/>
                  <a:pt x="569887" y="138256"/>
                </a:cubicBezTo>
                <a:cubicBezTo>
                  <a:pt x="560466" y="143938"/>
                  <a:pt x="552882" y="144393"/>
                  <a:pt x="548744" y="144393"/>
                </a:cubicBezTo>
                <a:cubicBezTo>
                  <a:pt x="539554" y="144393"/>
                  <a:pt x="532660" y="143257"/>
                  <a:pt x="532660" y="127348"/>
                </a:cubicBezTo>
                <a:lnTo>
                  <a:pt x="532660" y="89389"/>
                </a:lnTo>
                <a:cubicBezTo>
                  <a:pt x="532660" y="70301"/>
                  <a:pt x="533120" y="73025"/>
                  <a:pt x="533120" y="67573"/>
                </a:cubicBezTo>
                <a:cubicBezTo>
                  <a:pt x="533120" y="63702"/>
                  <a:pt x="532201" y="61196"/>
                  <a:pt x="530823" y="59827"/>
                </a:cubicBezTo>
                <a:cubicBezTo>
                  <a:pt x="526686" y="60056"/>
                  <a:pt x="521861" y="60286"/>
                  <a:pt x="517723" y="60286"/>
                </a:cubicBezTo>
                <a:cubicBezTo>
                  <a:pt x="506005" y="60286"/>
                  <a:pt x="497271" y="60056"/>
                  <a:pt x="487390" y="59827"/>
                </a:cubicBezTo>
                <a:cubicBezTo>
                  <a:pt x="486012" y="61196"/>
                  <a:pt x="486012" y="66207"/>
                  <a:pt x="487390" y="67573"/>
                </a:cubicBezTo>
                <a:cubicBezTo>
                  <a:pt x="497962" y="68028"/>
                  <a:pt x="502786" y="70301"/>
                  <a:pt x="502786" y="89389"/>
                </a:cubicBezTo>
                <a:lnTo>
                  <a:pt x="502786" y="124846"/>
                </a:lnTo>
                <a:cubicBezTo>
                  <a:pt x="502786" y="148949"/>
                  <a:pt x="512439" y="161244"/>
                  <a:pt x="532201" y="161244"/>
                </a:cubicBezTo>
                <a:cubicBezTo>
                  <a:pt x="540473" y="161244"/>
                  <a:pt x="557247" y="154641"/>
                  <a:pt x="570575" y="147354"/>
                </a:cubicBezTo>
                <a:cubicBezTo>
                  <a:pt x="571034" y="153046"/>
                  <a:pt x="571497" y="157372"/>
                  <a:pt x="571497" y="157372"/>
                </a:cubicBezTo>
                <a:cubicBezTo>
                  <a:pt x="571725" y="160107"/>
                  <a:pt x="573562" y="161244"/>
                  <a:pt x="576781" y="161244"/>
                </a:cubicBezTo>
                <a:cubicBezTo>
                  <a:pt x="585284" y="158922"/>
                  <a:pt x="599071" y="155732"/>
                  <a:pt x="614927" y="153682"/>
                </a:cubicBezTo>
                <a:cubicBezTo>
                  <a:pt x="615386" y="152316"/>
                  <a:pt x="614927" y="147764"/>
                  <a:pt x="614467" y="146395"/>
                </a:cubicBezTo>
                <a:cubicBezTo>
                  <a:pt x="602058" y="145303"/>
                  <a:pt x="599530" y="141665"/>
                  <a:pt x="599530" y="128710"/>
                </a:cubicBezTo>
                <a:close/>
                <a:moveTo>
                  <a:pt x="672145" y="131209"/>
                </a:moveTo>
                <a:lnTo>
                  <a:pt x="672145" y="85848"/>
                </a:lnTo>
                <a:cubicBezTo>
                  <a:pt x="672145" y="84709"/>
                  <a:pt x="672145" y="83569"/>
                  <a:pt x="672145" y="82429"/>
                </a:cubicBezTo>
                <a:cubicBezTo>
                  <a:pt x="681107" y="76959"/>
                  <a:pt x="689147" y="74679"/>
                  <a:pt x="693057" y="74679"/>
                </a:cubicBezTo>
                <a:cubicBezTo>
                  <a:pt x="702247" y="74679"/>
                  <a:pt x="709141" y="78784"/>
                  <a:pt x="709141" y="91777"/>
                </a:cubicBezTo>
                <a:lnTo>
                  <a:pt x="709141" y="129839"/>
                </a:lnTo>
                <a:cubicBezTo>
                  <a:pt x="709141" y="148987"/>
                  <a:pt x="705462" y="151037"/>
                  <a:pt x="696041" y="151722"/>
                </a:cubicBezTo>
                <a:cubicBezTo>
                  <a:pt x="694663" y="153088"/>
                  <a:pt x="694663" y="158099"/>
                  <a:pt x="696041" y="159464"/>
                </a:cubicBezTo>
                <a:cubicBezTo>
                  <a:pt x="705694" y="159239"/>
                  <a:pt x="713047" y="159009"/>
                  <a:pt x="724078" y="159009"/>
                </a:cubicBezTo>
                <a:cubicBezTo>
                  <a:pt x="735109" y="159009"/>
                  <a:pt x="742230" y="159239"/>
                  <a:pt x="752111" y="159464"/>
                </a:cubicBezTo>
                <a:cubicBezTo>
                  <a:pt x="753492" y="158099"/>
                  <a:pt x="753492" y="153088"/>
                  <a:pt x="752111" y="151722"/>
                </a:cubicBezTo>
                <a:cubicBezTo>
                  <a:pt x="742921" y="151037"/>
                  <a:pt x="739015" y="148987"/>
                  <a:pt x="739015" y="129839"/>
                </a:cubicBezTo>
                <a:lnTo>
                  <a:pt x="739015" y="94282"/>
                </a:lnTo>
                <a:cubicBezTo>
                  <a:pt x="739015" y="88583"/>
                  <a:pt x="738783" y="84027"/>
                  <a:pt x="738096" y="81748"/>
                </a:cubicBezTo>
                <a:cubicBezTo>
                  <a:pt x="746827" y="77414"/>
                  <a:pt x="756708" y="74679"/>
                  <a:pt x="760386" y="74679"/>
                </a:cubicBezTo>
                <a:cubicBezTo>
                  <a:pt x="769576" y="74679"/>
                  <a:pt x="776010" y="78784"/>
                  <a:pt x="776010" y="91777"/>
                </a:cubicBezTo>
                <a:lnTo>
                  <a:pt x="776010" y="129839"/>
                </a:lnTo>
                <a:cubicBezTo>
                  <a:pt x="776010" y="148987"/>
                  <a:pt x="772332" y="151037"/>
                  <a:pt x="762914" y="151722"/>
                </a:cubicBezTo>
                <a:cubicBezTo>
                  <a:pt x="761533" y="153088"/>
                  <a:pt x="761533" y="158099"/>
                  <a:pt x="762914" y="159464"/>
                </a:cubicBezTo>
                <a:cubicBezTo>
                  <a:pt x="772563" y="159239"/>
                  <a:pt x="779916" y="159009"/>
                  <a:pt x="790947" y="159009"/>
                </a:cubicBezTo>
                <a:cubicBezTo>
                  <a:pt x="803584" y="159009"/>
                  <a:pt x="813697" y="159239"/>
                  <a:pt x="823577" y="159464"/>
                </a:cubicBezTo>
                <a:cubicBezTo>
                  <a:pt x="824955" y="158099"/>
                  <a:pt x="824955" y="153088"/>
                  <a:pt x="823577" y="151722"/>
                </a:cubicBezTo>
                <a:cubicBezTo>
                  <a:pt x="809559" y="151037"/>
                  <a:pt x="805884" y="148987"/>
                  <a:pt x="805884" y="129839"/>
                </a:cubicBezTo>
                <a:lnTo>
                  <a:pt x="805884" y="94282"/>
                </a:lnTo>
                <a:cubicBezTo>
                  <a:pt x="805884" y="69213"/>
                  <a:pt x="796691" y="57825"/>
                  <a:pt x="776929" y="57825"/>
                </a:cubicBezTo>
                <a:cubicBezTo>
                  <a:pt x="768426" y="57825"/>
                  <a:pt x="749124" y="66937"/>
                  <a:pt x="735796" y="74454"/>
                </a:cubicBezTo>
                <a:cubicBezTo>
                  <a:pt x="732349" y="64431"/>
                  <a:pt x="723159" y="57825"/>
                  <a:pt x="709600" y="57825"/>
                </a:cubicBezTo>
                <a:cubicBezTo>
                  <a:pt x="701328" y="57825"/>
                  <a:pt x="684782" y="66482"/>
                  <a:pt x="671686" y="73769"/>
                </a:cubicBezTo>
                <a:cubicBezTo>
                  <a:pt x="670995" y="66937"/>
                  <a:pt x="670304" y="61700"/>
                  <a:pt x="670304" y="61700"/>
                </a:cubicBezTo>
                <a:cubicBezTo>
                  <a:pt x="670076" y="58965"/>
                  <a:pt x="668239" y="57825"/>
                  <a:pt x="665020" y="57825"/>
                </a:cubicBezTo>
                <a:cubicBezTo>
                  <a:pt x="656517" y="60150"/>
                  <a:pt x="642730" y="63340"/>
                  <a:pt x="626874" y="65387"/>
                </a:cubicBezTo>
                <a:cubicBezTo>
                  <a:pt x="626415" y="66756"/>
                  <a:pt x="626874" y="71309"/>
                  <a:pt x="627334" y="72678"/>
                </a:cubicBezTo>
                <a:cubicBezTo>
                  <a:pt x="639974" y="73818"/>
                  <a:pt x="642271" y="75639"/>
                  <a:pt x="642271" y="88621"/>
                </a:cubicBezTo>
                <a:lnTo>
                  <a:pt x="642271" y="131222"/>
                </a:lnTo>
                <a:cubicBezTo>
                  <a:pt x="642271" y="150127"/>
                  <a:pt x="639743" y="150586"/>
                  <a:pt x="625724" y="151722"/>
                </a:cubicBezTo>
                <a:cubicBezTo>
                  <a:pt x="624346" y="153088"/>
                  <a:pt x="624346" y="158099"/>
                  <a:pt x="625724" y="159464"/>
                </a:cubicBezTo>
                <a:cubicBezTo>
                  <a:pt x="635377" y="159239"/>
                  <a:pt x="645027" y="159009"/>
                  <a:pt x="657208" y="159009"/>
                </a:cubicBezTo>
                <a:cubicBezTo>
                  <a:pt x="667780" y="159009"/>
                  <a:pt x="674214" y="159239"/>
                  <a:pt x="684095" y="159464"/>
                </a:cubicBezTo>
                <a:cubicBezTo>
                  <a:pt x="685473" y="158099"/>
                  <a:pt x="685473" y="153088"/>
                  <a:pt x="684095" y="151722"/>
                </a:cubicBezTo>
                <a:cubicBezTo>
                  <a:pt x="674442" y="150811"/>
                  <a:pt x="672145" y="150127"/>
                  <a:pt x="672145" y="131209"/>
                </a:cubicBezTo>
                <a:close/>
                <a:moveTo>
                  <a:pt x="844717" y="130037"/>
                </a:moveTo>
                <a:cubicBezTo>
                  <a:pt x="844717" y="148945"/>
                  <a:pt x="844258" y="151680"/>
                  <a:pt x="843339" y="160333"/>
                </a:cubicBezTo>
                <a:cubicBezTo>
                  <a:pt x="846095" y="161244"/>
                  <a:pt x="848624" y="161928"/>
                  <a:pt x="851152" y="161928"/>
                </a:cubicBezTo>
                <a:cubicBezTo>
                  <a:pt x="854139" y="159423"/>
                  <a:pt x="856439" y="156236"/>
                  <a:pt x="858504" y="152135"/>
                </a:cubicBezTo>
                <a:cubicBezTo>
                  <a:pt x="867467" y="158967"/>
                  <a:pt x="881485" y="161244"/>
                  <a:pt x="892057" y="161244"/>
                </a:cubicBezTo>
                <a:cubicBezTo>
                  <a:pt x="917562" y="161244"/>
                  <a:pt x="944449" y="136188"/>
                  <a:pt x="944449" y="103613"/>
                </a:cubicBezTo>
                <a:cubicBezTo>
                  <a:pt x="944449" y="90627"/>
                  <a:pt x="939393" y="77870"/>
                  <a:pt x="932040" y="69442"/>
                </a:cubicBezTo>
                <a:cubicBezTo>
                  <a:pt x="923768" y="60105"/>
                  <a:pt x="912737" y="57825"/>
                  <a:pt x="900556" y="57825"/>
                </a:cubicBezTo>
                <a:cubicBezTo>
                  <a:pt x="893435" y="57825"/>
                  <a:pt x="881254" y="65797"/>
                  <a:pt x="874592" y="70582"/>
                </a:cubicBezTo>
                <a:lnTo>
                  <a:pt x="874592" y="26126"/>
                </a:lnTo>
                <a:cubicBezTo>
                  <a:pt x="874592" y="11301"/>
                  <a:pt x="875279" y="2919"/>
                  <a:pt x="875279" y="2919"/>
                </a:cubicBezTo>
                <a:cubicBezTo>
                  <a:pt x="875279" y="900"/>
                  <a:pt x="873673" y="0"/>
                  <a:pt x="871604" y="0"/>
                </a:cubicBezTo>
                <a:cubicBezTo>
                  <a:pt x="863101" y="2693"/>
                  <a:pt x="844717" y="5164"/>
                  <a:pt x="828402" y="5835"/>
                </a:cubicBezTo>
                <a:cubicBezTo>
                  <a:pt x="827715" y="8570"/>
                  <a:pt x="827943" y="11075"/>
                  <a:pt x="829093" y="13122"/>
                </a:cubicBezTo>
                <a:cubicBezTo>
                  <a:pt x="843567" y="14265"/>
                  <a:pt x="844717" y="14491"/>
                  <a:pt x="844717" y="30230"/>
                </a:cubicBezTo>
                <a:lnTo>
                  <a:pt x="844717" y="130037"/>
                </a:lnTo>
                <a:moveTo>
                  <a:pt x="874592" y="79691"/>
                </a:moveTo>
                <a:cubicBezTo>
                  <a:pt x="882176" y="74679"/>
                  <a:pt x="887229" y="73998"/>
                  <a:pt x="892516" y="73998"/>
                </a:cubicBezTo>
                <a:cubicBezTo>
                  <a:pt x="903775" y="73998"/>
                  <a:pt x="912278" y="84250"/>
                  <a:pt x="912278" y="106574"/>
                </a:cubicBezTo>
                <a:cubicBezTo>
                  <a:pt x="912278" y="125256"/>
                  <a:pt x="909059" y="151680"/>
                  <a:pt x="890907" y="151680"/>
                </a:cubicBezTo>
                <a:cubicBezTo>
                  <a:pt x="884241" y="151680"/>
                  <a:pt x="878957" y="148945"/>
                  <a:pt x="874592" y="143708"/>
                </a:cubicBezTo>
                <a:lnTo>
                  <a:pt x="874592" y="79691"/>
                </a:lnTo>
                <a:close/>
                <a:moveTo>
                  <a:pt x="995231" y="96312"/>
                </a:moveTo>
                <a:cubicBezTo>
                  <a:pt x="995462" y="88343"/>
                  <a:pt x="996612" y="79687"/>
                  <a:pt x="999828" y="75135"/>
                </a:cubicBezTo>
                <a:cubicBezTo>
                  <a:pt x="1003506" y="69668"/>
                  <a:pt x="1009708" y="67392"/>
                  <a:pt x="1012237" y="67392"/>
                </a:cubicBezTo>
                <a:cubicBezTo>
                  <a:pt x="1018443" y="67392"/>
                  <a:pt x="1026942" y="73314"/>
                  <a:pt x="1026942" y="91530"/>
                </a:cubicBezTo>
                <a:cubicBezTo>
                  <a:pt x="1026942" y="92896"/>
                  <a:pt x="1026942" y="95857"/>
                  <a:pt x="1026483" y="96312"/>
                </a:cubicBezTo>
                <a:lnTo>
                  <a:pt x="995231" y="96312"/>
                </a:lnTo>
                <a:moveTo>
                  <a:pt x="1053601" y="129579"/>
                </a:moveTo>
                <a:cubicBezTo>
                  <a:pt x="1044179" y="139153"/>
                  <a:pt x="1031770" y="141658"/>
                  <a:pt x="1023036" y="141658"/>
                </a:cubicBezTo>
                <a:cubicBezTo>
                  <a:pt x="1005112" y="141658"/>
                  <a:pt x="994084" y="131403"/>
                  <a:pt x="994084" y="109069"/>
                </a:cubicBezTo>
                <a:cubicBezTo>
                  <a:pt x="994084" y="107474"/>
                  <a:pt x="994312" y="106560"/>
                  <a:pt x="994312" y="105420"/>
                </a:cubicBezTo>
                <a:lnTo>
                  <a:pt x="1049464" y="105420"/>
                </a:lnTo>
                <a:cubicBezTo>
                  <a:pt x="1054979" y="105420"/>
                  <a:pt x="1056126" y="101549"/>
                  <a:pt x="1056126" y="98362"/>
                </a:cubicBezTo>
                <a:cubicBezTo>
                  <a:pt x="1056126" y="79006"/>
                  <a:pt x="1048545" y="57825"/>
                  <a:pt x="1014765" y="57825"/>
                </a:cubicBezTo>
                <a:cubicBezTo>
                  <a:pt x="990637" y="57825"/>
                  <a:pt x="963060" y="79006"/>
                  <a:pt x="963060" y="113854"/>
                </a:cubicBezTo>
                <a:cubicBezTo>
                  <a:pt x="963060" y="127073"/>
                  <a:pt x="967888" y="140977"/>
                  <a:pt x="977769" y="149859"/>
                </a:cubicBezTo>
                <a:cubicBezTo>
                  <a:pt x="986500" y="157602"/>
                  <a:pt x="997759" y="161244"/>
                  <a:pt x="1014074" y="161244"/>
                </a:cubicBezTo>
                <a:cubicBezTo>
                  <a:pt x="1029930" y="161244"/>
                  <a:pt x="1045557" y="153275"/>
                  <a:pt x="1057048" y="136647"/>
                </a:cubicBezTo>
                <a:cubicBezTo>
                  <a:pt x="1057048" y="133683"/>
                  <a:pt x="1055898" y="129579"/>
                  <a:pt x="1053601" y="129579"/>
                </a:cubicBezTo>
                <a:close/>
                <a:moveTo>
                  <a:pt x="1119321" y="97928"/>
                </a:moveTo>
                <a:cubicBezTo>
                  <a:pt x="1119321" y="89720"/>
                  <a:pt x="1121849" y="86300"/>
                  <a:pt x="1124836" y="82881"/>
                </a:cubicBezTo>
                <a:cubicBezTo>
                  <a:pt x="1126674" y="80601"/>
                  <a:pt x="1128743" y="79006"/>
                  <a:pt x="1132189" y="79006"/>
                </a:cubicBezTo>
                <a:cubicBezTo>
                  <a:pt x="1134258" y="79006"/>
                  <a:pt x="1136783" y="81060"/>
                  <a:pt x="1138623" y="83339"/>
                </a:cubicBezTo>
                <a:cubicBezTo>
                  <a:pt x="1140233" y="85160"/>
                  <a:pt x="1144139" y="86985"/>
                  <a:pt x="1149423" y="86985"/>
                </a:cubicBezTo>
                <a:cubicBezTo>
                  <a:pt x="1156089" y="86985"/>
                  <a:pt x="1162523" y="80146"/>
                  <a:pt x="1162523" y="70582"/>
                </a:cubicBezTo>
                <a:cubicBezTo>
                  <a:pt x="1162523" y="64661"/>
                  <a:pt x="1155626" y="57825"/>
                  <a:pt x="1147354" y="57825"/>
                </a:cubicBezTo>
                <a:cubicBezTo>
                  <a:pt x="1139311" y="57825"/>
                  <a:pt x="1130580" y="64661"/>
                  <a:pt x="1120008" y="79691"/>
                </a:cubicBezTo>
                <a:lnTo>
                  <a:pt x="1119090" y="79691"/>
                </a:lnTo>
                <a:cubicBezTo>
                  <a:pt x="1118630" y="72858"/>
                  <a:pt x="1117480" y="61700"/>
                  <a:pt x="1117480" y="61700"/>
                </a:cubicBezTo>
                <a:cubicBezTo>
                  <a:pt x="1117252" y="59650"/>
                  <a:pt x="1115415" y="57825"/>
                  <a:pt x="1112196" y="57825"/>
                </a:cubicBezTo>
                <a:cubicBezTo>
                  <a:pt x="1101396" y="60605"/>
                  <a:pt x="1089219" y="63795"/>
                  <a:pt x="1074050" y="65387"/>
                </a:cubicBezTo>
                <a:cubicBezTo>
                  <a:pt x="1073591" y="66756"/>
                  <a:pt x="1074050" y="71083"/>
                  <a:pt x="1074510" y="72448"/>
                </a:cubicBezTo>
                <a:cubicBezTo>
                  <a:pt x="1087150" y="73588"/>
                  <a:pt x="1089447" y="75639"/>
                  <a:pt x="1089447" y="88621"/>
                </a:cubicBezTo>
                <a:lnTo>
                  <a:pt x="1089447" y="131222"/>
                </a:lnTo>
                <a:cubicBezTo>
                  <a:pt x="1089447" y="150127"/>
                  <a:pt x="1086919" y="150586"/>
                  <a:pt x="1072900" y="151722"/>
                </a:cubicBezTo>
                <a:cubicBezTo>
                  <a:pt x="1071522" y="153088"/>
                  <a:pt x="1071522" y="158099"/>
                  <a:pt x="1072900" y="159464"/>
                </a:cubicBezTo>
                <a:cubicBezTo>
                  <a:pt x="1082553" y="159239"/>
                  <a:pt x="1092203" y="159009"/>
                  <a:pt x="1104384" y="159009"/>
                </a:cubicBezTo>
                <a:cubicBezTo>
                  <a:pt x="1116561" y="159009"/>
                  <a:pt x="1125983" y="159239"/>
                  <a:pt x="1135864" y="159464"/>
                </a:cubicBezTo>
                <a:cubicBezTo>
                  <a:pt x="1137245" y="158099"/>
                  <a:pt x="1137245" y="153088"/>
                  <a:pt x="1135864" y="151722"/>
                </a:cubicBezTo>
                <a:cubicBezTo>
                  <a:pt x="1121849" y="150811"/>
                  <a:pt x="1119321" y="150127"/>
                  <a:pt x="1119321" y="131222"/>
                </a:cubicBezTo>
                <a:lnTo>
                  <a:pt x="1119321" y="97928"/>
                </a:lnTo>
                <a:close/>
                <a:moveTo>
                  <a:pt x="1281784" y="67392"/>
                </a:moveTo>
                <a:cubicBezTo>
                  <a:pt x="1297408" y="67392"/>
                  <a:pt x="1307980" y="85845"/>
                  <a:pt x="1307980" y="117055"/>
                </a:cubicBezTo>
                <a:cubicBezTo>
                  <a:pt x="1307980" y="144390"/>
                  <a:pt x="1297180" y="151680"/>
                  <a:pt x="1288909" y="151680"/>
                </a:cubicBezTo>
                <a:cubicBezTo>
                  <a:pt x="1270065" y="151680"/>
                  <a:pt x="1262709" y="123661"/>
                  <a:pt x="1262709" y="106803"/>
                </a:cubicBezTo>
                <a:cubicBezTo>
                  <a:pt x="1262709" y="85845"/>
                  <a:pt x="1266387" y="67392"/>
                  <a:pt x="1281784" y="67392"/>
                </a:cubicBezTo>
                <a:moveTo>
                  <a:pt x="1230538" y="111814"/>
                </a:moveTo>
                <a:cubicBezTo>
                  <a:pt x="1230538" y="141658"/>
                  <a:pt x="1254438" y="161244"/>
                  <a:pt x="1285230" y="161244"/>
                </a:cubicBezTo>
                <a:cubicBezTo>
                  <a:pt x="1301546" y="161244"/>
                  <a:pt x="1315105" y="156691"/>
                  <a:pt x="1324526" y="148264"/>
                </a:cubicBezTo>
                <a:cubicBezTo>
                  <a:pt x="1336244" y="138013"/>
                  <a:pt x="1340150" y="122521"/>
                  <a:pt x="1340150" y="109764"/>
                </a:cubicBezTo>
                <a:cubicBezTo>
                  <a:pt x="1340150" y="79923"/>
                  <a:pt x="1319698" y="57825"/>
                  <a:pt x="1285458" y="57825"/>
                </a:cubicBezTo>
                <a:cubicBezTo>
                  <a:pt x="1266387" y="57825"/>
                  <a:pt x="1252141" y="64431"/>
                  <a:pt x="1243179" y="74683"/>
                </a:cubicBezTo>
                <a:cubicBezTo>
                  <a:pt x="1234444" y="84705"/>
                  <a:pt x="1230538" y="98373"/>
                  <a:pt x="1230538" y="111814"/>
                </a:cubicBezTo>
                <a:close/>
                <a:moveTo>
                  <a:pt x="1401506" y="129888"/>
                </a:moveTo>
                <a:lnTo>
                  <a:pt x="1401506" y="71660"/>
                </a:lnTo>
                <a:lnTo>
                  <a:pt x="1421268" y="71660"/>
                </a:lnTo>
                <a:cubicBezTo>
                  <a:pt x="1425405" y="71660"/>
                  <a:pt x="1429311" y="70523"/>
                  <a:pt x="1429311" y="67788"/>
                </a:cubicBezTo>
                <a:lnTo>
                  <a:pt x="1429311" y="62551"/>
                </a:lnTo>
                <a:cubicBezTo>
                  <a:pt x="1429311" y="61186"/>
                  <a:pt x="1429080" y="60272"/>
                  <a:pt x="1424714" y="60272"/>
                </a:cubicBezTo>
                <a:lnTo>
                  <a:pt x="1401506" y="60272"/>
                </a:lnTo>
                <a:lnTo>
                  <a:pt x="1401506" y="48623"/>
                </a:lnTo>
                <a:cubicBezTo>
                  <a:pt x="1401506" y="14592"/>
                  <a:pt x="1410927" y="9567"/>
                  <a:pt x="1415984" y="9567"/>
                </a:cubicBezTo>
                <a:cubicBezTo>
                  <a:pt x="1419890" y="9567"/>
                  <a:pt x="1420808" y="12993"/>
                  <a:pt x="1422418" y="18474"/>
                </a:cubicBezTo>
                <a:cubicBezTo>
                  <a:pt x="1424483" y="25785"/>
                  <a:pt x="1430458" y="31495"/>
                  <a:pt x="1438733" y="31495"/>
                </a:cubicBezTo>
                <a:cubicBezTo>
                  <a:pt x="1446313" y="31495"/>
                  <a:pt x="1451829" y="26699"/>
                  <a:pt x="1451829" y="16875"/>
                </a:cubicBezTo>
                <a:cubicBezTo>
                  <a:pt x="1451829" y="10710"/>
                  <a:pt x="1444708" y="0"/>
                  <a:pt x="1420349" y="0"/>
                </a:cubicBezTo>
                <a:cubicBezTo>
                  <a:pt x="1409549" y="0"/>
                  <a:pt x="1396681" y="3875"/>
                  <a:pt x="1387947" y="13223"/>
                </a:cubicBezTo>
                <a:cubicBezTo>
                  <a:pt x="1379444" y="22359"/>
                  <a:pt x="1371632" y="33778"/>
                  <a:pt x="1371632" y="55706"/>
                </a:cubicBezTo>
                <a:lnTo>
                  <a:pt x="1371632" y="60272"/>
                </a:lnTo>
                <a:lnTo>
                  <a:pt x="1371172" y="60272"/>
                </a:lnTo>
                <a:cubicBezTo>
                  <a:pt x="1363360" y="60272"/>
                  <a:pt x="1353939" y="61412"/>
                  <a:pt x="1353939" y="63233"/>
                </a:cubicBezTo>
                <a:lnTo>
                  <a:pt x="1353939" y="69383"/>
                </a:lnTo>
                <a:cubicBezTo>
                  <a:pt x="1353939" y="70978"/>
                  <a:pt x="1354857" y="71660"/>
                  <a:pt x="1360141" y="71660"/>
                </a:cubicBezTo>
                <a:lnTo>
                  <a:pt x="1371632" y="71660"/>
                </a:lnTo>
                <a:lnTo>
                  <a:pt x="1371632" y="130343"/>
                </a:lnTo>
                <a:cubicBezTo>
                  <a:pt x="1371632" y="148994"/>
                  <a:pt x="1367957" y="151041"/>
                  <a:pt x="1353939" y="151722"/>
                </a:cubicBezTo>
                <a:cubicBezTo>
                  <a:pt x="1352561" y="153088"/>
                  <a:pt x="1352561" y="158099"/>
                  <a:pt x="1353939" y="159464"/>
                </a:cubicBezTo>
                <a:cubicBezTo>
                  <a:pt x="1363588" y="159239"/>
                  <a:pt x="1373928" y="159009"/>
                  <a:pt x="1386569" y="159009"/>
                </a:cubicBezTo>
                <a:cubicBezTo>
                  <a:pt x="1399206" y="159009"/>
                  <a:pt x="1409318" y="159239"/>
                  <a:pt x="1419199" y="159464"/>
                </a:cubicBezTo>
                <a:cubicBezTo>
                  <a:pt x="1420577" y="158099"/>
                  <a:pt x="1420577" y="153088"/>
                  <a:pt x="1419199" y="151722"/>
                </a:cubicBezTo>
                <a:cubicBezTo>
                  <a:pt x="1405180" y="151041"/>
                  <a:pt x="1401506" y="148994"/>
                  <a:pt x="1401506" y="129888"/>
                </a:cubicBezTo>
                <a:close/>
                <a:moveTo>
                  <a:pt x="1562821" y="147809"/>
                </a:moveTo>
                <a:cubicBezTo>
                  <a:pt x="1564426" y="157147"/>
                  <a:pt x="1570633" y="161244"/>
                  <a:pt x="1580742" y="161244"/>
                </a:cubicBezTo>
                <a:cubicBezTo>
                  <a:pt x="1593382" y="161244"/>
                  <a:pt x="1602344" y="156462"/>
                  <a:pt x="1610847" y="148490"/>
                </a:cubicBezTo>
                <a:cubicBezTo>
                  <a:pt x="1610388" y="145759"/>
                  <a:pt x="1609466" y="143938"/>
                  <a:pt x="1606710" y="142113"/>
                </a:cubicBezTo>
                <a:cubicBezTo>
                  <a:pt x="1603722" y="144393"/>
                  <a:pt x="1601426" y="145303"/>
                  <a:pt x="1597060" y="145303"/>
                </a:cubicBezTo>
                <a:cubicBezTo>
                  <a:pt x="1592004" y="145303"/>
                  <a:pt x="1590626" y="141203"/>
                  <a:pt x="1590626" y="130041"/>
                </a:cubicBezTo>
                <a:lnTo>
                  <a:pt x="1591085" y="97236"/>
                </a:lnTo>
                <a:cubicBezTo>
                  <a:pt x="1591085" y="64431"/>
                  <a:pt x="1570633" y="57825"/>
                  <a:pt x="1551790" y="57825"/>
                </a:cubicBezTo>
                <a:cubicBezTo>
                  <a:pt x="1535015" y="57825"/>
                  <a:pt x="1509279" y="67392"/>
                  <a:pt x="1509279" y="82429"/>
                </a:cubicBezTo>
                <a:cubicBezTo>
                  <a:pt x="1509279" y="88806"/>
                  <a:pt x="1512035" y="93817"/>
                  <a:pt x="1520997" y="93817"/>
                </a:cubicBezTo>
                <a:cubicBezTo>
                  <a:pt x="1529268" y="93817"/>
                  <a:pt x="1535243" y="88806"/>
                  <a:pt x="1535243" y="83339"/>
                </a:cubicBezTo>
                <a:cubicBezTo>
                  <a:pt x="1535243" y="80379"/>
                  <a:pt x="1533637" y="76504"/>
                  <a:pt x="1534324" y="72633"/>
                </a:cubicBezTo>
                <a:cubicBezTo>
                  <a:pt x="1534556" y="70127"/>
                  <a:pt x="1536393" y="67392"/>
                  <a:pt x="1543977" y="67392"/>
                </a:cubicBezTo>
                <a:cubicBezTo>
                  <a:pt x="1553627" y="67392"/>
                  <a:pt x="1561670" y="71493"/>
                  <a:pt x="1561670" y="100426"/>
                </a:cubicBezTo>
                <a:lnTo>
                  <a:pt x="1546274" y="105208"/>
                </a:lnTo>
                <a:cubicBezTo>
                  <a:pt x="1522147" y="112725"/>
                  <a:pt x="1505141" y="119334"/>
                  <a:pt x="1505141" y="137328"/>
                </a:cubicBezTo>
                <a:cubicBezTo>
                  <a:pt x="1505141" y="153046"/>
                  <a:pt x="1513872" y="161244"/>
                  <a:pt x="1533865" y="161244"/>
                </a:cubicBezTo>
                <a:cubicBezTo>
                  <a:pt x="1540531" y="161244"/>
                  <a:pt x="1553858" y="153956"/>
                  <a:pt x="1561439" y="148035"/>
                </a:cubicBezTo>
                <a:lnTo>
                  <a:pt x="1562821" y="147809"/>
                </a:lnTo>
                <a:moveTo>
                  <a:pt x="1561670" y="109309"/>
                </a:moveTo>
                <a:lnTo>
                  <a:pt x="1561670" y="139378"/>
                </a:lnTo>
                <a:cubicBezTo>
                  <a:pt x="1555927" y="143934"/>
                  <a:pt x="1550180" y="147580"/>
                  <a:pt x="1546046" y="147580"/>
                </a:cubicBezTo>
                <a:cubicBezTo>
                  <a:pt x="1536162" y="147580"/>
                  <a:pt x="1532715" y="140974"/>
                  <a:pt x="1532715" y="133912"/>
                </a:cubicBezTo>
                <a:cubicBezTo>
                  <a:pt x="1532715" y="125485"/>
                  <a:pt x="1533406" y="118420"/>
                  <a:pt x="1549721" y="113183"/>
                </a:cubicBezTo>
                <a:lnTo>
                  <a:pt x="1561670" y="109309"/>
                </a:lnTo>
                <a:close/>
                <a:moveTo>
                  <a:pt x="1625781" y="60272"/>
                </a:moveTo>
                <a:cubicBezTo>
                  <a:pt x="1622566" y="60272"/>
                  <a:pt x="1619119" y="61186"/>
                  <a:pt x="1616132" y="63691"/>
                </a:cubicBezTo>
                <a:lnTo>
                  <a:pt x="1616132" y="70294"/>
                </a:lnTo>
                <a:cubicBezTo>
                  <a:pt x="1616132" y="71434"/>
                  <a:pt x="1616360" y="71660"/>
                  <a:pt x="1617279" y="71660"/>
                </a:cubicBezTo>
                <a:lnTo>
                  <a:pt x="1632216" y="71660"/>
                </a:lnTo>
                <a:cubicBezTo>
                  <a:pt x="1631756" y="94616"/>
                  <a:pt x="1631528" y="123709"/>
                  <a:pt x="1631528" y="135076"/>
                </a:cubicBezTo>
                <a:cubicBezTo>
                  <a:pt x="1631528" y="143031"/>
                  <a:pt x="1633597" y="150770"/>
                  <a:pt x="1638422" y="154867"/>
                </a:cubicBezTo>
                <a:cubicBezTo>
                  <a:pt x="1643706" y="159197"/>
                  <a:pt x="1651977" y="161244"/>
                  <a:pt x="1657493" y="161244"/>
                </a:cubicBezTo>
                <a:cubicBezTo>
                  <a:pt x="1670133" y="161244"/>
                  <a:pt x="1684148" y="154867"/>
                  <a:pt x="1688745" y="148490"/>
                </a:cubicBezTo>
                <a:cubicBezTo>
                  <a:pt x="1688745" y="145759"/>
                  <a:pt x="1687367" y="144393"/>
                  <a:pt x="1684611" y="142120"/>
                </a:cubicBezTo>
                <a:cubicBezTo>
                  <a:pt x="1681624" y="144393"/>
                  <a:pt x="1675877" y="145303"/>
                  <a:pt x="1671511" y="145303"/>
                </a:cubicBezTo>
                <a:cubicBezTo>
                  <a:pt x="1666455" y="145303"/>
                  <a:pt x="1661399" y="141439"/>
                  <a:pt x="1661399" y="130076"/>
                </a:cubicBezTo>
                <a:cubicBezTo>
                  <a:pt x="1661399" y="118709"/>
                  <a:pt x="1661171" y="94390"/>
                  <a:pt x="1661171" y="71660"/>
                </a:cubicBezTo>
                <a:lnTo>
                  <a:pt x="1684380" y="71660"/>
                </a:lnTo>
                <a:cubicBezTo>
                  <a:pt x="1686676" y="71660"/>
                  <a:pt x="1689895" y="70749"/>
                  <a:pt x="1689895" y="68699"/>
                </a:cubicBezTo>
                <a:lnTo>
                  <a:pt x="1689895" y="61641"/>
                </a:lnTo>
                <a:cubicBezTo>
                  <a:pt x="1689895" y="60730"/>
                  <a:pt x="1689204" y="60272"/>
                  <a:pt x="1688058" y="60272"/>
                </a:cubicBezTo>
                <a:lnTo>
                  <a:pt x="1661171" y="60272"/>
                </a:lnTo>
                <a:lnTo>
                  <a:pt x="1661399" y="52529"/>
                </a:lnTo>
                <a:cubicBezTo>
                  <a:pt x="1661858" y="37270"/>
                  <a:pt x="1662549" y="26796"/>
                  <a:pt x="1662549" y="26796"/>
                </a:cubicBezTo>
                <a:cubicBezTo>
                  <a:pt x="1662549" y="25427"/>
                  <a:pt x="1661858" y="24746"/>
                  <a:pt x="1660712" y="24746"/>
                </a:cubicBezTo>
                <a:cubicBezTo>
                  <a:pt x="1659102" y="24746"/>
                  <a:pt x="1650599" y="27252"/>
                  <a:pt x="1646925" y="28847"/>
                </a:cubicBezTo>
                <a:cubicBezTo>
                  <a:pt x="1643015" y="30438"/>
                  <a:pt x="1636353" y="31804"/>
                  <a:pt x="1634744" y="33854"/>
                </a:cubicBezTo>
                <a:cubicBezTo>
                  <a:pt x="1633134" y="35905"/>
                  <a:pt x="1632216" y="42055"/>
                  <a:pt x="1632216" y="60272"/>
                </a:cubicBezTo>
                <a:lnTo>
                  <a:pt x="1625781" y="60272"/>
                </a:lnTo>
                <a:close/>
                <a:moveTo>
                  <a:pt x="1708047" y="60272"/>
                </a:moveTo>
                <a:cubicBezTo>
                  <a:pt x="1704832" y="60272"/>
                  <a:pt x="1701385" y="61186"/>
                  <a:pt x="1698398" y="63691"/>
                </a:cubicBezTo>
                <a:lnTo>
                  <a:pt x="1698398" y="70294"/>
                </a:lnTo>
                <a:cubicBezTo>
                  <a:pt x="1698398" y="71434"/>
                  <a:pt x="1698626" y="71660"/>
                  <a:pt x="1699544" y="71660"/>
                </a:cubicBezTo>
                <a:lnTo>
                  <a:pt x="1714481" y="71660"/>
                </a:lnTo>
                <a:cubicBezTo>
                  <a:pt x="1714022" y="94616"/>
                  <a:pt x="1713794" y="123709"/>
                  <a:pt x="1713794" y="135076"/>
                </a:cubicBezTo>
                <a:cubicBezTo>
                  <a:pt x="1713794" y="143031"/>
                  <a:pt x="1715863" y="150770"/>
                  <a:pt x="1720687" y="154867"/>
                </a:cubicBezTo>
                <a:cubicBezTo>
                  <a:pt x="1725972" y="159197"/>
                  <a:pt x="1734243" y="161244"/>
                  <a:pt x="1739759" y="161244"/>
                </a:cubicBezTo>
                <a:cubicBezTo>
                  <a:pt x="1752399" y="161244"/>
                  <a:pt x="1766414" y="154867"/>
                  <a:pt x="1771011" y="148490"/>
                </a:cubicBezTo>
                <a:cubicBezTo>
                  <a:pt x="1771011" y="145759"/>
                  <a:pt x="1769633" y="144393"/>
                  <a:pt x="1766877" y="142120"/>
                </a:cubicBezTo>
                <a:cubicBezTo>
                  <a:pt x="1763889" y="144393"/>
                  <a:pt x="1758142" y="145303"/>
                  <a:pt x="1753777" y="145303"/>
                </a:cubicBezTo>
                <a:cubicBezTo>
                  <a:pt x="1748721" y="145303"/>
                  <a:pt x="1743665" y="141439"/>
                  <a:pt x="1743665" y="130076"/>
                </a:cubicBezTo>
                <a:cubicBezTo>
                  <a:pt x="1743665" y="118709"/>
                  <a:pt x="1743437" y="94390"/>
                  <a:pt x="1743437" y="71660"/>
                </a:cubicBezTo>
                <a:lnTo>
                  <a:pt x="1766645" y="71660"/>
                </a:lnTo>
                <a:cubicBezTo>
                  <a:pt x="1768942" y="71660"/>
                  <a:pt x="1772161" y="70749"/>
                  <a:pt x="1772161" y="68699"/>
                </a:cubicBezTo>
                <a:lnTo>
                  <a:pt x="1772161" y="61641"/>
                </a:lnTo>
                <a:cubicBezTo>
                  <a:pt x="1772161" y="60730"/>
                  <a:pt x="1771470" y="60272"/>
                  <a:pt x="1770323" y="60272"/>
                </a:cubicBezTo>
                <a:lnTo>
                  <a:pt x="1743437" y="60272"/>
                </a:lnTo>
                <a:lnTo>
                  <a:pt x="1743665" y="52529"/>
                </a:lnTo>
                <a:cubicBezTo>
                  <a:pt x="1744124" y="37270"/>
                  <a:pt x="1744815" y="26796"/>
                  <a:pt x="1744815" y="26796"/>
                </a:cubicBezTo>
                <a:cubicBezTo>
                  <a:pt x="1744815" y="25427"/>
                  <a:pt x="1744124" y="24746"/>
                  <a:pt x="1742977" y="24746"/>
                </a:cubicBezTo>
                <a:cubicBezTo>
                  <a:pt x="1741368" y="24746"/>
                  <a:pt x="1732865" y="27252"/>
                  <a:pt x="1729190" y="28847"/>
                </a:cubicBezTo>
                <a:cubicBezTo>
                  <a:pt x="1725281" y="30438"/>
                  <a:pt x="1718619" y="31804"/>
                  <a:pt x="1717009" y="33854"/>
                </a:cubicBezTo>
                <a:cubicBezTo>
                  <a:pt x="1715400" y="35905"/>
                  <a:pt x="1714481" y="42055"/>
                  <a:pt x="1714481" y="60272"/>
                </a:cubicBezTo>
                <a:lnTo>
                  <a:pt x="1708047" y="60272"/>
                </a:lnTo>
                <a:close/>
                <a:moveTo>
                  <a:pt x="1843627" y="147809"/>
                </a:moveTo>
                <a:cubicBezTo>
                  <a:pt x="1845233" y="157147"/>
                  <a:pt x="1851439" y="161244"/>
                  <a:pt x="1861548" y="161244"/>
                </a:cubicBezTo>
                <a:cubicBezTo>
                  <a:pt x="1874188" y="161244"/>
                  <a:pt x="1883150" y="156462"/>
                  <a:pt x="1891653" y="148490"/>
                </a:cubicBezTo>
                <a:cubicBezTo>
                  <a:pt x="1891194" y="145759"/>
                  <a:pt x="1890272" y="143938"/>
                  <a:pt x="1887516" y="142113"/>
                </a:cubicBezTo>
                <a:cubicBezTo>
                  <a:pt x="1884528" y="144393"/>
                  <a:pt x="1882232" y="145303"/>
                  <a:pt x="1877866" y="145303"/>
                </a:cubicBezTo>
                <a:cubicBezTo>
                  <a:pt x="1872810" y="145303"/>
                  <a:pt x="1871432" y="141203"/>
                  <a:pt x="1871432" y="130041"/>
                </a:cubicBezTo>
                <a:lnTo>
                  <a:pt x="1871892" y="97236"/>
                </a:lnTo>
                <a:cubicBezTo>
                  <a:pt x="1871892" y="64431"/>
                  <a:pt x="1851439" y="57825"/>
                  <a:pt x="1832596" y="57825"/>
                </a:cubicBezTo>
                <a:cubicBezTo>
                  <a:pt x="1815821" y="57825"/>
                  <a:pt x="1790085" y="67392"/>
                  <a:pt x="1790085" y="82429"/>
                </a:cubicBezTo>
                <a:cubicBezTo>
                  <a:pt x="1790085" y="88806"/>
                  <a:pt x="1792841" y="93817"/>
                  <a:pt x="1801803" y="93817"/>
                </a:cubicBezTo>
                <a:cubicBezTo>
                  <a:pt x="1810075" y="93817"/>
                  <a:pt x="1816049" y="88806"/>
                  <a:pt x="1816049" y="83339"/>
                </a:cubicBezTo>
                <a:cubicBezTo>
                  <a:pt x="1816049" y="80379"/>
                  <a:pt x="1814443" y="76504"/>
                  <a:pt x="1815131" y="72633"/>
                </a:cubicBezTo>
                <a:cubicBezTo>
                  <a:pt x="1815362" y="70127"/>
                  <a:pt x="1817199" y="67392"/>
                  <a:pt x="1824784" y="67392"/>
                </a:cubicBezTo>
                <a:cubicBezTo>
                  <a:pt x="1834433" y="67392"/>
                  <a:pt x="1842477" y="71493"/>
                  <a:pt x="1842477" y="100426"/>
                </a:cubicBezTo>
                <a:lnTo>
                  <a:pt x="1827080" y="105208"/>
                </a:lnTo>
                <a:cubicBezTo>
                  <a:pt x="1802953" y="112725"/>
                  <a:pt x="1785947" y="119334"/>
                  <a:pt x="1785947" y="137328"/>
                </a:cubicBezTo>
                <a:cubicBezTo>
                  <a:pt x="1785947" y="153046"/>
                  <a:pt x="1794678" y="161244"/>
                  <a:pt x="1814671" y="161244"/>
                </a:cubicBezTo>
                <a:cubicBezTo>
                  <a:pt x="1821337" y="161244"/>
                  <a:pt x="1834665" y="153956"/>
                  <a:pt x="1842245" y="148035"/>
                </a:cubicBezTo>
                <a:lnTo>
                  <a:pt x="1843627" y="147809"/>
                </a:lnTo>
                <a:moveTo>
                  <a:pt x="1842477" y="109309"/>
                </a:moveTo>
                <a:lnTo>
                  <a:pt x="1842477" y="139378"/>
                </a:lnTo>
                <a:cubicBezTo>
                  <a:pt x="1836733" y="143934"/>
                  <a:pt x="1830986" y="147580"/>
                  <a:pt x="1826852" y="147580"/>
                </a:cubicBezTo>
                <a:cubicBezTo>
                  <a:pt x="1816968" y="147580"/>
                  <a:pt x="1813521" y="140974"/>
                  <a:pt x="1813521" y="133912"/>
                </a:cubicBezTo>
                <a:cubicBezTo>
                  <a:pt x="1813521" y="125485"/>
                  <a:pt x="1814212" y="118420"/>
                  <a:pt x="1830527" y="113183"/>
                </a:cubicBezTo>
                <a:lnTo>
                  <a:pt x="1842477" y="109309"/>
                </a:lnTo>
                <a:close/>
                <a:moveTo>
                  <a:pt x="1989085" y="139153"/>
                </a:moveTo>
                <a:cubicBezTo>
                  <a:pt x="1989085" y="136418"/>
                  <a:pt x="1988626" y="132091"/>
                  <a:pt x="1986098" y="132091"/>
                </a:cubicBezTo>
                <a:cubicBezTo>
                  <a:pt x="1976904" y="140518"/>
                  <a:pt x="1969092" y="144848"/>
                  <a:pt x="1962430" y="144848"/>
                </a:cubicBezTo>
                <a:cubicBezTo>
                  <a:pt x="1945193" y="144848"/>
                  <a:pt x="1931637" y="132546"/>
                  <a:pt x="1931637" y="105208"/>
                </a:cubicBezTo>
                <a:cubicBezTo>
                  <a:pt x="1931637" y="79923"/>
                  <a:pt x="1937381" y="67392"/>
                  <a:pt x="1949562" y="67392"/>
                </a:cubicBezTo>
                <a:cubicBezTo>
                  <a:pt x="1958061" y="67392"/>
                  <a:pt x="1961508" y="76278"/>
                  <a:pt x="1962199" y="83565"/>
                </a:cubicBezTo>
                <a:cubicBezTo>
                  <a:pt x="1962889" y="89716"/>
                  <a:pt x="1969092" y="94275"/>
                  <a:pt x="1976445" y="94275"/>
                </a:cubicBezTo>
                <a:cubicBezTo>
                  <a:pt x="1983798" y="94275"/>
                  <a:pt x="1989085" y="88580"/>
                  <a:pt x="1989085" y="81515"/>
                </a:cubicBezTo>
                <a:cubicBezTo>
                  <a:pt x="1989085" y="71263"/>
                  <a:pt x="1976676" y="57825"/>
                  <a:pt x="1951627" y="57825"/>
                </a:cubicBezTo>
                <a:cubicBezTo>
                  <a:pt x="1924512" y="57825"/>
                  <a:pt x="1900613" y="79465"/>
                  <a:pt x="1900613" y="113183"/>
                </a:cubicBezTo>
                <a:cubicBezTo>
                  <a:pt x="1900613" y="127991"/>
                  <a:pt x="1905900" y="140974"/>
                  <a:pt x="1914863" y="149404"/>
                </a:cubicBezTo>
                <a:cubicBezTo>
                  <a:pt x="1923821" y="157828"/>
                  <a:pt x="1934393" y="161244"/>
                  <a:pt x="1950708" y="161244"/>
                </a:cubicBezTo>
                <a:cubicBezTo>
                  <a:pt x="1964495" y="161244"/>
                  <a:pt x="1980351" y="151680"/>
                  <a:pt x="1989085" y="139153"/>
                </a:cubicBezTo>
                <a:close/>
                <a:moveTo>
                  <a:pt x="2019876" y="130097"/>
                </a:moveTo>
                <a:cubicBezTo>
                  <a:pt x="2019876" y="148991"/>
                  <a:pt x="2016201" y="151041"/>
                  <a:pt x="2002183" y="151722"/>
                </a:cubicBezTo>
                <a:cubicBezTo>
                  <a:pt x="2000805" y="153088"/>
                  <a:pt x="2000805" y="158099"/>
                  <a:pt x="2002183" y="159464"/>
                </a:cubicBezTo>
                <a:cubicBezTo>
                  <a:pt x="2011832" y="159239"/>
                  <a:pt x="2022173" y="159009"/>
                  <a:pt x="2034813" y="159009"/>
                </a:cubicBezTo>
                <a:cubicBezTo>
                  <a:pt x="2044925" y="159009"/>
                  <a:pt x="2055034" y="159239"/>
                  <a:pt x="2060550" y="159464"/>
                </a:cubicBezTo>
                <a:cubicBezTo>
                  <a:pt x="2061928" y="158099"/>
                  <a:pt x="2061928" y="153088"/>
                  <a:pt x="2060550" y="151722"/>
                </a:cubicBezTo>
                <a:cubicBezTo>
                  <a:pt x="2053656" y="150811"/>
                  <a:pt x="2049750" y="148991"/>
                  <a:pt x="2049750" y="130097"/>
                </a:cubicBezTo>
                <a:lnTo>
                  <a:pt x="2049750" y="111425"/>
                </a:lnTo>
                <a:cubicBezTo>
                  <a:pt x="2056184" y="111425"/>
                  <a:pt x="2063306" y="112110"/>
                  <a:pt x="2065606" y="115751"/>
                </a:cubicBezTo>
                <a:cubicBezTo>
                  <a:pt x="2070890" y="123494"/>
                  <a:pt x="2077324" y="132828"/>
                  <a:pt x="2081230" y="141252"/>
                </a:cubicBezTo>
                <a:cubicBezTo>
                  <a:pt x="2084218" y="147625"/>
                  <a:pt x="2084908" y="149675"/>
                  <a:pt x="2084908" y="153088"/>
                </a:cubicBezTo>
                <a:lnTo>
                  <a:pt x="2084908" y="159009"/>
                </a:lnTo>
                <a:lnTo>
                  <a:pt x="2085368" y="159464"/>
                </a:lnTo>
                <a:cubicBezTo>
                  <a:pt x="2085368" y="159464"/>
                  <a:pt x="2095708" y="159009"/>
                  <a:pt x="2103752" y="159009"/>
                </a:cubicBezTo>
                <a:cubicBezTo>
                  <a:pt x="2113173" y="159009"/>
                  <a:pt x="2126041" y="159239"/>
                  <a:pt x="2134544" y="159464"/>
                </a:cubicBezTo>
                <a:cubicBezTo>
                  <a:pt x="2135922" y="158099"/>
                  <a:pt x="2135922" y="153088"/>
                  <a:pt x="2134544" y="151722"/>
                </a:cubicBezTo>
                <a:cubicBezTo>
                  <a:pt x="2125582" y="150811"/>
                  <a:pt x="2120526" y="151496"/>
                  <a:pt x="2113632" y="141252"/>
                </a:cubicBezTo>
                <a:lnTo>
                  <a:pt x="2086977" y="102317"/>
                </a:lnTo>
                <a:cubicBezTo>
                  <a:pt x="2085827" y="100729"/>
                  <a:pt x="2085368" y="98911"/>
                  <a:pt x="2086286" y="97775"/>
                </a:cubicBezTo>
                <a:lnTo>
                  <a:pt x="2097777" y="85285"/>
                </a:lnTo>
                <a:cubicBezTo>
                  <a:pt x="2105130" y="77338"/>
                  <a:pt x="2111332" y="69390"/>
                  <a:pt x="2128797" y="67573"/>
                </a:cubicBezTo>
                <a:cubicBezTo>
                  <a:pt x="2130175" y="66207"/>
                  <a:pt x="2130175" y="61196"/>
                  <a:pt x="2128797" y="59827"/>
                </a:cubicBezTo>
                <a:cubicBezTo>
                  <a:pt x="2123741" y="60056"/>
                  <a:pt x="2109267" y="60286"/>
                  <a:pt x="2103292" y="60286"/>
                </a:cubicBezTo>
                <a:cubicBezTo>
                  <a:pt x="2094789" y="60286"/>
                  <a:pt x="2083990" y="60056"/>
                  <a:pt x="2075487" y="59827"/>
                </a:cubicBezTo>
                <a:cubicBezTo>
                  <a:pt x="2074109" y="61196"/>
                  <a:pt x="2074109" y="66207"/>
                  <a:pt x="2075487" y="67573"/>
                </a:cubicBezTo>
                <a:cubicBezTo>
                  <a:pt x="2087896" y="68480"/>
                  <a:pt x="2091570" y="70523"/>
                  <a:pt x="2084908" y="79607"/>
                </a:cubicBezTo>
                <a:cubicBezTo>
                  <a:pt x="2079852" y="86422"/>
                  <a:pt x="2074796" y="91871"/>
                  <a:pt x="2070203" y="95957"/>
                </a:cubicBezTo>
                <a:cubicBezTo>
                  <a:pt x="2067215" y="98456"/>
                  <a:pt x="2056644" y="102317"/>
                  <a:pt x="2049750" y="102317"/>
                </a:cubicBezTo>
                <a:lnTo>
                  <a:pt x="2049750" y="26296"/>
                </a:lnTo>
                <a:cubicBezTo>
                  <a:pt x="2049750" y="11471"/>
                  <a:pt x="2050437" y="3002"/>
                  <a:pt x="2050437" y="3002"/>
                </a:cubicBezTo>
                <a:cubicBezTo>
                  <a:pt x="2050437" y="924"/>
                  <a:pt x="2048831" y="0"/>
                  <a:pt x="2046763" y="0"/>
                </a:cubicBezTo>
                <a:cubicBezTo>
                  <a:pt x="2038260" y="2773"/>
                  <a:pt x="2019876" y="5313"/>
                  <a:pt x="2003561" y="6005"/>
                </a:cubicBezTo>
                <a:cubicBezTo>
                  <a:pt x="2002870" y="8740"/>
                  <a:pt x="2003102" y="11245"/>
                  <a:pt x="2004252" y="13296"/>
                </a:cubicBezTo>
                <a:cubicBezTo>
                  <a:pt x="2018726" y="14435"/>
                  <a:pt x="2019876" y="14661"/>
                  <a:pt x="2019876" y="30403"/>
                </a:cubicBezTo>
                <a:lnTo>
                  <a:pt x="2019876" y="130097"/>
                </a:lnTo>
                <a:close/>
                <a:moveTo>
                  <a:pt x="2148789" y="125711"/>
                </a:moveTo>
                <a:cubicBezTo>
                  <a:pt x="2149708" y="136873"/>
                  <a:pt x="2150858" y="147580"/>
                  <a:pt x="2152695" y="156236"/>
                </a:cubicBezTo>
                <a:cubicBezTo>
                  <a:pt x="2157064" y="157602"/>
                  <a:pt x="2171770" y="161244"/>
                  <a:pt x="2184638" y="161244"/>
                </a:cubicBezTo>
                <a:cubicBezTo>
                  <a:pt x="2202331" y="161244"/>
                  <a:pt x="2224393" y="151680"/>
                  <a:pt x="2224393" y="131862"/>
                </a:cubicBezTo>
                <a:cubicBezTo>
                  <a:pt x="2224393" y="124116"/>
                  <a:pt x="2222552" y="117965"/>
                  <a:pt x="2217268" y="112269"/>
                </a:cubicBezTo>
                <a:cubicBezTo>
                  <a:pt x="2210603" y="104979"/>
                  <a:pt x="2201181" y="99286"/>
                  <a:pt x="2190613" y="94731"/>
                </a:cubicBezTo>
                <a:cubicBezTo>
                  <a:pt x="2181419" y="90856"/>
                  <a:pt x="2178204" y="83565"/>
                  <a:pt x="2178204" y="76959"/>
                </a:cubicBezTo>
                <a:cubicBezTo>
                  <a:pt x="2178204" y="71722"/>
                  <a:pt x="2182569" y="67392"/>
                  <a:pt x="2189235" y="67392"/>
                </a:cubicBezTo>
                <a:cubicBezTo>
                  <a:pt x="2197275" y="67392"/>
                  <a:pt x="2205091" y="74683"/>
                  <a:pt x="2210834" y="88580"/>
                </a:cubicBezTo>
                <a:cubicBezTo>
                  <a:pt x="2214972" y="89261"/>
                  <a:pt x="2217500" y="89035"/>
                  <a:pt x="2219796" y="87440"/>
                </a:cubicBezTo>
                <a:cubicBezTo>
                  <a:pt x="2219796" y="79239"/>
                  <a:pt x="2218878" y="70582"/>
                  <a:pt x="2216809" y="63292"/>
                </a:cubicBezTo>
                <a:cubicBezTo>
                  <a:pt x="2209456" y="60105"/>
                  <a:pt x="2203709" y="57825"/>
                  <a:pt x="2191072" y="57825"/>
                </a:cubicBezTo>
                <a:cubicBezTo>
                  <a:pt x="2178891" y="57825"/>
                  <a:pt x="2167404" y="62381"/>
                  <a:pt x="2160052" y="69672"/>
                </a:cubicBezTo>
                <a:cubicBezTo>
                  <a:pt x="2154764" y="74909"/>
                  <a:pt x="2152236" y="81289"/>
                  <a:pt x="2152236" y="87440"/>
                </a:cubicBezTo>
                <a:cubicBezTo>
                  <a:pt x="2152236" y="94272"/>
                  <a:pt x="2154764" y="99742"/>
                  <a:pt x="2159361" y="104523"/>
                </a:cubicBezTo>
                <a:cubicBezTo>
                  <a:pt x="2166486" y="112269"/>
                  <a:pt x="2178891" y="120245"/>
                  <a:pt x="2186016" y="123431"/>
                </a:cubicBezTo>
                <a:cubicBezTo>
                  <a:pt x="2195210" y="127532"/>
                  <a:pt x="2197734" y="135733"/>
                  <a:pt x="2197734" y="141199"/>
                </a:cubicBezTo>
                <a:cubicBezTo>
                  <a:pt x="2197734" y="148490"/>
                  <a:pt x="2190382" y="152365"/>
                  <a:pt x="2184179" y="152365"/>
                </a:cubicBezTo>
                <a:cubicBezTo>
                  <a:pt x="2173839" y="152365"/>
                  <a:pt x="2162808" y="142113"/>
                  <a:pt x="2157983" y="125256"/>
                </a:cubicBezTo>
                <a:cubicBezTo>
                  <a:pt x="2154305" y="124571"/>
                  <a:pt x="2152467" y="124800"/>
                  <a:pt x="2148789" y="125711"/>
                </a:cubicBezTo>
                <a:close/>
                <a:moveTo>
                  <a:pt x="2261620" y="130107"/>
                </a:moveTo>
                <a:cubicBezTo>
                  <a:pt x="2255645" y="130107"/>
                  <a:pt x="2247142" y="139219"/>
                  <a:pt x="2247142" y="144456"/>
                </a:cubicBezTo>
                <a:cubicBezTo>
                  <a:pt x="2247142" y="150151"/>
                  <a:pt x="2251967" y="156528"/>
                  <a:pt x="2256332" y="157664"/>
                </a:cubicBezTo>
                <a:cubicBezTo>
                  <a:pt x="2259320" y="158349"/>
                  <a:pt x="2264607" y="160170"/>
                  <a:pt x="2264607" y="165177"/>
                </a:cubicBezTo>
                <a:cubicBezTo>
                  <a:pt x="2264607" y="171095"/>
                  <a:pt x="2252885" y="187262"/>
                  <a:pt x="2242545" y="189993"/>
                </a:cubicBezTo>
                <a:cubicBezTo>
                  <a:pt x="2241395" y="192954"/>
                  <a:pt x="2241627" y="195230"/>
                  <a:pt x="2244155" y="197051"/>
                </a:cubicBezTo>
                <a:cubicBezTo>
                  <a:pt x="2252657" y="195685"/>
                  <a:pt x="2262538" y="189993"/>
                  <a:pt x="2269200" y="183620"/>
                </a:cubicBezTo>
                <a:cubicBezTo>
                  <a:pt x="2275635" y="177243"/>
                  <a:pt x="2281609" y="166088"/>
                  <a:pt x="2281609" y="158120"/>
                </a:cubicBezTo>
                <a:cubicBezTo>
                  <a:pt x="2281609" y="139444"/>
                  <a:pt x="2274025" y="130107"/>
                  <a:pt x="2261620" y="130107"/>
                </a:cubicBezTo>
                <a:close/>
                <a:moveTo>
                  <a:pt x="2401563" y="129888"/>
                </a:moveTo>
                <a:lnTo>
                  <a:pt x="2401563" y="71660"/>
                </a:lnTo>
                <a:lnTo>
                  <a:pt x="2421325" y="71660"/>
                </a:lnTo>
                <a:cubicBezTo>
                  <a:pt x="2425462" y="71660"/>
                  <a:pt x="2429368" y="70523"/>
                  <a:pt x="2429368" y="67788"/>
                </a:cubicBezTo>
                <a:lnTo>
                  <a:pt x="2429368" y="62551"/>
                </a:lnTo>
                <a:cubicBezTo>
                  <a:pt x="2429368" y="61186"/>
                  <a:pt x="2429137" y="60272"/>
                  <a:pt x="2424771" y="60272"/>
                </a:cubicBezTo>
                <a:lnTo>
                  <a:pt x="2401563" y="60272"/>
                </a:lnTo>
                <a:lnTo>
                  <a:pt x="2401563" y="48623"/>
                </a:lnTo>
                <a:cubicBezTo>
                  <a:pt x="2401563" y="14592"/>
                  <a:pt x="2410984" y="9567"/>
                  <a:pt x="2416040" y="9567"/>
                </a:cubicBezTo>
                <a:cubicBezTo>
                  <a:pt x="2419947" y="9567"/>
                  <a:pt x="2420865" y="12993"/>
                  <a:pt x="2422475" y="18474"/>
                </a:cubicBezTo>
                <a:cubicBezTo>
                  <a:pt x="2424540" y="25785"/>
                  <a:pt x="2430515" y="31495"/>
                  <a:pt x="2438790" y="31495"/>
                </a:cubicBezTo>
                <a:cubicBezTo>
                  <a:pt x="2446370" y="31495"/>
                  <a:pt x="2451886" y="26699"/>
                  <a:pt x="2451886" y="16875"/>
                </a:cubicBezTo>
                <a:cubicBezTo>
                  <a:pt x="2451886" y="10710"/>
                  <a:pt x="2444765" y="0"/>
                  <a:pt x="2420406" y="0"/>
                </a:cubicBezTo>
                <a:cubicBezTo>
                  <a:pt x="2409606" y="0"/>
                  <a:pt x="2396738" y="3875"/>
                  <a:pt x="2388004" y="13223"/>
                </a:cubicBezTo>
                <a:cubicBezTo>
                  <a:pt x="2379501" y="22359"/>
                  <a:pt x="2371689" y="33778"/>
                  <a:pt x="2371689" y="55706"/>
                </a:cubicBezTo>
                <a:lnTo>
                  <a:pt x="2371689" y="60272"/>
                </a:lnTo>
                <a:lnTo>
                  <a:pt x="2371229" y="60272"/>
                </a:lnTo>
                <a:cubicBezTo>
                  <a:pt x="2363417" y="60272"/>
                  <a:pt x="2353996" y="61412"/>
                  <a:pt x="2353996" y="63233"/>
                </a:cubicBezTo>
                <a:lnTo>
                  <a:pt x="2353996" y="69383"/>
                </a:lnTo>
                <a:cubicBezTo>
                  <a:pt x="2353996" y="70978"/>
                  <a:pt x="2354914" y="71660"/>
                  <a:pt x="2360198" y="71660"/>
                </a:cubicBezTo>
                <a:lnTo>
                  <a:pt x="2371689" y="71660"/>
                </a:lnTo>
                <a:lnTo>
                  <a:pt x="2371689" y="130343"/>
                </a:lnTo>
                <a:cubicBezTo>
                  <a:pt x="2371689" y="148994"/>
                  <a:pt x="2368014" y="151041"/>
                  <a:pt x="2353996" y="151722"/>
                </a:cubicBezTo>
                <a:cubicBezTo>
                  <a:pt x="2352618" y="153088"/>
                  <a:pt x="2352618" y="158099"/>
                  <a:pt x="2353996" y="159464"/>
                </a:cubicBezTo>
                <a:cubicBezTo>
                  <a:pt x="2363645" y="159239"/>
                  <a:pt x="2373985" y="159009"/>
                  <a:pt x="2386626" y="159009"/>
                </a:cubicBezTo>
                <a:cubicBezTo>
                  <a:pt x="2399263" y="159009"/>
                  <a:pt x="2409375" y="159239"/>
                  <a:pt x="2419256" y="159464"/>
                </a:cubicBezTo>
                <a:cubicBezTo>
                  <a:pt x="2420634" y="158099"/>
                  <a:pt x="2420634" y="153088"/>
                  <a:pt x="2419256" y="151722"/>
                </a:cubicBezTo>
                <a:cubicBezTo>
                  <a:pt x="2405237" y="151041"/>
                  <a:pt x="2401563" y="148994"/>
                  <a:pt x="2401563" y="129888"/>
                </a:cubicBezTo>
                <a:close/>
                <a:moveTo>
                  <a:pt x="2498305" y="67392"/>
                </a:moveTo>
                <a:cubicBezTo>
                  <a:pt x="2513930" y="67392"/>
                  <a:pt x="2524501" y="85845"/>
                  <a:pt x="2524501" y="117055"/>
                </a:cubicBezTo>
                <a:cubicBezTo>
                  <a:pt x="2524501" y="144390"/>
                  <a:pt x="2513702" y="151680"/>
                  <a:pt x="2505430" y="151680"/>
                </a:cubicBezTo>
                <a:cubicBezTo>
                  <a:pt x="2486587" y="151680"/>
                  <a:pt x="2479231" y="123661"/>
                  <a:pt x="2479231" y="106803"/>
                </a:cubicBezTo>
                <a:cubicBezTo>
                  <a:pt x="2479231" y="85845"/>
                  <a:pt x="2482909" y="67392"/>
                  <a:pt x="2498305" y="67392"/>
                </a:cubicBezTo>
                <a:moveTo>
                  <a:pt x="2447060" y="111814"/>
                </a:moveTo>
                <a:cubicBezTo>
                  <a:pt x="2447060" y="141658"/>
                  <a:pt x="2470959" y="161244"/>
                  <a:pt x="2501752" y="161244"/>
                </a:cubicBezTo>
                <a:cubicBezTo>
                  <a:pt x="2518067" y="161244"/>
                  <a:pt x="2531626" y="156691"/>
                  <a:pt x="2541048" y="148264"/>
                </a:cubicBezTo>
                <a:cubicBezTo>
                  <a:pt x="2552766" y="138013"/>
                  <a:pt x="2556672" y="122521"/>
                  <a:pt x="2556672" y="109764"/>
                </a:cubicBezTo>
                <a:cubicBezTo>
                  <a:pt x="2556672" y="79923"/>
                  <a:pt x="2536219" y="57825"/>
                  <a:pt x="2501980" y="57825"/>
                </a:cubicBezTo>
                <a:cubicBezTo>
                  <a:pt x="2482909" y="57825"/>
                  <a:pt x="2468662" y="64431"/>
                  <a:pt x="2459700" y="74683"/>
                </a:cubicBezTo>
                <a:cubicBezTo>
                  <a:pt x="2450966" y="84705"/>
                  <a:pt x="2447060" y="98373"/>
                  <a:pt x="2447060" y="111814"/>
                </a:cubicBezTo>
                <a:close/>
                <a:moveTo>
                  <a:pt x="2588153" y="130093"/>
                </a:moveTo>
                <a:cubicBezTo>
                  <a:pt x="2588153" y="148991"/>
                  <a:pt x="2584479" y="151041"/>
                  <a:pt x="2570460" y="151722"/>
                </a:cubicBezTo>
                <a:cubicBezTo>
                  <a:pt x="2569082" y="153088"/>
                  <a:pt x="2569082" y="158099"/>
                  <a:pt x="2570460" y="159464"/>
                </a:cubicBezTo>
                <a:cubicBezTo>
                  <a:pt x="2580110" y="159239"/>
                  <a:pt x="2590450" y="159009"/>
                  <a:pt x="2603090" y="159009"/>
                </a:cubicBezTo>
                <a:cubicBezTo>
                  <a:pt x="2615727" y="159009"/>
                  <a:pt x="2625840" y="159239"/>
                  <a:pt x="2635721" y="159464"/>
                </a:cubicBezTo>
                <a:cubicBezTo>
                  <a:pt x="2637099" y="158099"/>
                  <a:pt x="2637099" y="153088"/>
                  <a:pt x="2635721" y="151722"/>
                </a:cubicBezTo>
                <a:cubicBezTo>
                  <a:pt x="2621702" y="151041"/>
                  <a:pt x="2618028" y="148991"/>
                  <a:pt x="2618028" y="130093"/>
                </a:cubicBezTo>
                <a:lnTo>
                  <a:pt x="2618028" y="26272"/>
                </a:lnTo>
                <a:cubicBezTo>
                  <a:pt x="2618028" y="11471"/>
                  <a:pt x="2618715" y="3002"/>
                  <a:pt x="2618715" y="3002"/>
                </a:cubicBezTo>
                <a:cubicBezTo>
                  <a:pt x="2618715" y="924"/>
                  <a:pt x="2617109" y="0"/>
                  <a:pt x="2615040" y="0"/>
                </a:cubicBezTo>
                <a:cubicBezTo>
                  <a:pt x="2606537" y="2773"/>
                  <a:pt x="2588153" y="5313"/>
                  <a:pt x="2571838" y="6005"/>
                </a:cubicBezTo>
                <a:cubicBezTo>
                  <a:pt x="2571148" y="8740"/>
                  <a:pt x="2571379" y="11245"/>
                  <a:pt x="2572529" y="13296"/>
                </a:cubicBezTo>
                <a:cubicBezTo>
                  <a:pt x="2587003" y="14432"/>
                  <a:pt x="2588153" y="14661"/>
                  <a:pt x="2588153" y="30369"/>
                </a:cubicBezTo>
                <a:lnTo>
                  <a:pt x="2588153" y="130093"/>
                </a:lnTo>
                <a:close/>
                <a:moveTo>
                  <a:pt x="2662836" y="130093"/>
                </a:moveTo>
                <a:cubicBezTo>
                  <a:pt x="2662836" y="148991"/>
                  <a:pt x="2659161" y="151041"/>
                  <a:pt x="2645143" y="151722"/>
                </a:cubicBezTo>
                <a:cubicBezTo>
                  <a:pt x="2643765" y="153088"/>
                  <a:pt x="2643765" y="158099"/>
                  <a:pt x="2645143" y="159464"/>
                </a:cubicBezTo>
                <a:cubicBezTo>
                  <a:pt x="2654792" y="159239"/>
                  <a:pt x="2665132" y="159009"/>
                  <a:pt x="2677773" y="159009"/>
                </a:cubicBezTo>
                <a:cubicBezTo>
                  <a:pt x="2690410" y="159009"/>
                  <a:pt x="2700522" y="159239"/>
                  <a:pt x="2710403" y="159464"/>
                </a:cubicBezTo>
                <a:cubicBezTo>
                  <a:pt x="2711781" y="158099"/>
                  <a:pt x="2711781" y="153088"/>
                  <a:pt x="2710403" y="151722"/>
                </a:cubicBezTo>
                <a:cubicBezTo>
                  <a:pt x="2696384" y="151041"/>
                  <a:pt x="2692710" y="148991"/>
                  <a:pt x="2692710" y="130093"/>
                </a:cubicBezTo>
                <a:lnTo>
                  <a:pt x="2692710" y="26272"/>
                </a:lnTo>
                <a:cubicBezTo>
                  <a:pt x="2692710" y="11471"/>
                  <a:pt x="2693397" y="3002"/>
                  <a:pt x="2693397" y="3002"/>
                </a:cubicBezTo>
                <a:cubicBezTo>
                  <a:pt x="2693397" y="924"/>
                  <a:pt x="2691791" y="0"/>
                  <a:pt x="2689722" y="0"/>
                </a:cubicBezTo>
                <a:cubicBezTo>
                  <a:pt x="2681219" y="2773"/>
                  <a:pt x="2662836" y="5313"/>
                  <a:pt x="2646521" y="6005"/>
                </a:cubicBezTo>
                <a:cubicBezTo>
                  <a:pt x="2645830" y="8740"/>
                  <a:pt x="2646061" y="11245"/>
                  <a:pt x="2647211" y="13296"/>
                </a:cubicBezTo>
                <a:cubicBezTo>
                  <a:pt x="2661686" y="14432"/>
                  <a:pt x="2662836" y="14661"/>
                  <a:pt x="2662836" y="30369"/>
                </a:cubicBezTo>
                <a:lnTo>
                  <a:pt x="2662836" y="130093"/>
                </a:lnTo>
                <a:close/>
                <a:moveTo>
                  <a:pt x="2774286" y="67392"/>
                </a:moveTo>
                <a:cubicBezTo>
                  <a:pt x="2789910" y="67392"/>
                  <a:pt x="2800482" y="85845"/>
                  <a:pt x="2800482" y="117055"/>
                </a:cubicBezTo>
                <a:cubicBezTo>
                  <a:pt x="2800482" y="144390"/>
                  <a:pt x="2789682" y="151680"/>
                  <a:pt x="2781411" y="151680"/>
                </a:cubicBezTo>
                <a:cubicBezTo>
                  <a:pt x="2762567" y="151680"/>
                  <a:pt x="2755211" y="123661"/>
                  <a:pt x="2755211" y="106803"/>
                </a:cubicBezTo>
                <a:cubicBezTo>
                  <a:pt x="2755211" y="85845"/>
                  <a:pt x="2758889" y="67392"/>
                  <a:pt x="2774286" y="67392"/>
                </a:cubicBezTo>
                <a:moveTo>
                  <a:pt x="2723040" y="111814"/>
                </a:moveTo>
                <a:cubicBezTo>
                  <a:pt x="2723040" y="141658"/>
                  <a:pt x="2746940" y="161244"/>
                  <a:pt x="2777732" y="161244"/>
                </a:cubicBezTo>
                <a:cubicBezTo>
                  <a:pt x="2794048" y="161244"/>
                  <a:pt x="2807607" y="156691"/>
                  <a:pt x="2817028" y="148264"/>
                </a:cubicBezTo>
                <a:cubicBezTo>
                  <a:pt x="2828746" y="138013"/>
                  <a:pt x="2832652" y="122521"/>
                  <a:pt x="2832652" y="109764"/>
                </a:cubicBezTo>
                <a:cubicBezTo>
                  <a:pt x="2832652" y="79923"/>
                  <a:pt x="2812200" y="57825"/>
                  <a:pt x="2777960" y="57825"/>
                </a:cubicBezTo>
                <a:cubicBezTo>
                  <a:pt x="2758889" y="57825"/>
                  <a:pt x="2744643" y="64431"/>
                  <a:pt x="2735681" y="74683"/>
                </a:cubicBezTo>
                <a:cubicBezTo>
                  <a:pt x="2726946" y="84705"/>
                  <a:pt x="2723040" y="98373"/>
                  <a:pt x="2723040" y="111814"/>
                </a:cubicBezTo>
                <a:close/>
                <a:moveTo>
                  <a:pt x="2950307" y="83711"/>
                </a:moveTo>
                <a:cubicBezTo>
                  <a:pt x="2945942" y="72799"/>
                  <a:pt x="2943182" y="62788"/>
                  <a:pt x="2943182" y="62788"/>
                </a:cubicBezTo>
                <a:cubicBezTo>
                  <a:pt x="2939048" y="63017"/>
                  <a:pt x="2934679" y="63017"/>
                  <a:pt x="2930314" y="62562"/>
                </a:cubicBezTo>
                <a:lnTo>
                  <a:pt x="2908483" y="122587"/>
                </a:lnTo>
                <a:cubicBezTo>
                  <a:pt x="2907796" y="124178"/>
                  <a:pt x="2906877" y="124634"/>
                  <a:pt x="2905955" y="122361"/>
                </a:cubicBezTo>
                <a:lnTo>
                  <a:pt x="2892859" y="83711"/>
                </a:lnTo>
                <a:cubicBezTo>
                  <a:pt x="2889181" y="72799"/>
                  <a:pt x="2886884" y="68709"/>
                  <a:pt x="2901130" y="67573"/>
                </a:cubicBezTo>
                <a:cubicBezTo>
                  <a:pt x="2902508" y="66207"/>
                  <a:pt x="2902508" y="61196"/>
                  <a:pt x="2901130" y="59827"/>
                </a:cubicBezTo>
                <a:cubicBezTo>
                  <a:pt x="2892627" y="60056"/>
                  <a:pt x="2882747" y="60286"/>
                  <a:pt x="2871028" y="60286"/>
                </a:cubicBezTo>
                <a:cubicBezTo>
                  <a:pt x="2862985" y="60286"/>
                  <a:pt x="2851266" y="60056"/>
                  <a:pt x="2842764" y="59827"/>
                </a:cubicBezTo>
                <a:cubicBezTo>
                  <a:pt x="2841386" y="61196"/>
                  <a:pt x="2841386" y="66207"/>
                  <a:pt x="2842764" y="67573"/>
                </a:cubicBezTo>
                <a:cubicBezTo>
                  <a:pt x="2856091" y="69164"/>
                  <a:pt x="2856782" y="73484"/>
                  <a:pt x="2861147" y="85077"/>
                </a:cubicBezTo>
                <a:lnTo>
                  <a:pt x="2889181" y="156917"/>
                </a:lnTo>
                <a:cubicBezTo>
                  <a:pt x="2890790" y="161237"/>
                  <a:pt x="2893778" y="161688"/>
                  <a:pt x="2896765" y="161688"/>
                </a:cubicBezTo>
                <a:cubicBezTo>
                  <a:pt x="2899062" y="161688"/>
                  <a:pt x="2903431" y="161237"/>
                  <a:pt x="2905268" y="156462"/>
                </a:cubicBezTo>
                <a:lnTo>
                  <a:pt x="2926867" y="100308"/>
                </a:lnTo>
                <a:lnTo>
                  <a:pt x="2948929" y="156917"/>
                </a:lnTo>
                <a:cubicBezTo>
                  <a:pt x="2950535" y="161007"/>
                  <a:pt x="2954904" y="161688"/>
                  <a:pt x="2957891" y="161688"/>
                </a:cubicBezTo>
                <a:cubicBezTo>
                  <a:pt x="2960188" y="161688"/>
                  <a:pt x="2964094" y="161007"/>
                  <a:pt x="2965931" y="156462"/>
                </a:cubicBezTo>
                <a:lnTo>
                  <a:pt x="2994196" y="87124"/>
                </a:lnTo>
                <a:cubicBezTo>
                  <a:pt x="2998102" y="77348"/>
                  <a:pt x="3002012" y="68709"/>
                  <a:pt x="3014880" y="67573"/>
                </a:cubicBezTo>
                <a:cubicBezTo>
                  <a:pt x="3016258" y="66207"/>
                  <a:pt x="3016258" y="61196"/>
                  <a:pt x="3014880" y="59827"/>
                </a:cubicBezTo>
                <a:cubicBezTo>
                  <a:pt x="3009824" y="60056"/>
                  <a:pt x="3005686" y="60286"/>
                  <a:pt x="2999712" y="60286"/>
                </a:cubicBezTo>
                <a:cubicBezTo>
                  <a:pt x="2991209" y="60286"/>
                  <a:pt x="2981328" y="60056"/>
                  <a:pt x="2972825" y="59827"/>
                </a:cubicBezTo>
                <a:cubicBezTo>
                  <a:pt x="2971447" y="61196"/>
                  <a:pt x="2971447" y="66207"/>
                  <a:pt x="2972825" y="67573"/>
                </a:cubicBezTo>
                <a:cubicBezTo>
                  <a:pt x="2985234" y="68480"/>
                  <a:pt x="2986384" y="74391"/>
                  <a:pt x="2982018" y="85532"/>
                </a:cubicBezTo>
                <a:lnTo>
                  <a:pt x="2968691" y="121451"/>
                </a:lnTo>
                <a:cubicBezTo>
                  <a:pt x="2967772" y="124178"/>
                  <a:pt x="2966391" y="123953"/>
                  <a:pt x="2965472" y="121680"/>
                </a:cubicBezTo>
                <a:lnTo>
                  <a:pt x="2950307" y="83711"/>
                </a:lnTo>
                <a:close/>
                <a:moveTo>
                  <a:pt x="3056929" y="96312"/>
                </a:moveTo>
                <a:cubicBezTo>
                  <a:pt x="3057161" y="88343"/>
                  <a:pt x="3058311" y="79687"/>
                  <a:pt x="3061526" y="75135"/>
                </a:cubicBezTo>
                <a:cubicBezTo>
                  <a:pt x="3065204" y="69668"/>
                  <a:pt x="3071407" y="67392"/>
                  <a:pt x="3073935" y="67392"/>
                </a:cubicBezTo>
                <a:cubicBezTo>
                  <a:pt x="3080141" y="67392"/>
                  <a:pt x="3088641" y="73314"/>
                  <a:pt x="3088641" y="91530"/>
                </a:cubicBezTo>
                <a:cubicBezTo>
                  <a:pt x="3088641" y="92896"/>
                  <a:pt x="3088641" y="95857"/>
                  <a:pt x="3088181" y="96312"/>
                </a:cubicBezTo>
                <a:lnTo>
                  <a:pt x="3056929" y="96312"/>
                </a:lnTo>
                <a:moveTo>
                  <a:pt x="3115299" y="129579"/>
                </a:moveTo>
                <a:cubicBezTo>
                  <a:pt x="3105878" y="139153"/>
                  <a:pt x="3093469" y="141658"/>
                  <a:pt x="3084734" y="141658"/>
                </a:cubicBezTo>
                <a:cubicBezTo>
                  <a:pt x="3066810" y="141658"/>
                  <a:pt x="3055783" y="131403"/>
                  <a:pt x="3055783" y="109069"/>
                </a:cubicBezTo>
                <a:cubicBezTo>
                  <a:pt x="3055783" y="107474"/>
                  <a:pt x="3056010" y="106560"/>
                  <a:pt x="3056010" y="105420"/>
                </a:cubicBezTo>
                <a:lnTo>
                  <a:pt x="3111162" y="105420"/>
                </a:lnTo>
                <a:cubicBezTo>
                  <a:pt x="3116677" y="105420"/>
                  <a:pt x="3117824" y="101549"/>
                  <a:pt x="3117824" y="98362"/>
                </a:cubicBezTo>
                <a:cubicBezTo>
                  <a:pt x="3117824" y="79006"/>
                  <a:pt x="3110243" y="57825"/>
                  <a:pt x="3076463" y="57825"/>
                </a:cubicBezTo>
                <a:cubicBezTo>
                  <a:pt x="3052336" y="57825"/>
                  <a:pt x="3024758" y="79006"/>
                  <a:pt x="3024758" y="113854"/>
                </a:cubicBezTo>
                <a:cubicBezTo>
                  <a:pt x="3024758" y="127073"/>
                  <a:pt x="3029587" y="140977"/>
                  <a:pt x="3039467" y="149859"/>
                </a:cubicBezTo>
                <a:cubicBezTo>
                  <a:pt x="3048198" y="157602"/>
                  <a:pt x="3059457" y="161244"/>
                  <a:pt x="3075772" y="161244"/>
                </a:cubicBezTo>
                <a:cubicBezTo>
                  <a:pt x="3091628" y="161244"/>
                  <a:pt x="3107256" y="153275"/>
                  <a:pt x="3118746" y="136647"/>
                </a:cubicBezTo>
                <a:cubicBezTo>
                  <a:pt x="3118746" y="133683"/>
                  <a:pt x="3117596" y="129579"/>
                  <a:pt x="3115299" y="129579"/>
                </a:cubicBezTo>
                <a:close/>
                <a:moveTo>
                  <a:pt x="3211120" y="137328"/>
                </a:moveTo>
                <a:cubicBezTo>
                  <a:pt x="3206296" y="141203"/>
                  <a:pt x="3194118" y="146214"/>
                  <a:pt x="3191358" y="146214"/>
                </a:cubicBezTo>
                <a:cubicBezTo>
                  <a:pt x="3179868" y="146214"/>
                  <a:pt x="3170906" y="133457"/>
                  <a:pt x="3170906" y="106803"/>
                </a:cubicBezTo>
                <a:cubicBezTo>
                  <a:pt x="3170906" y="94731"/>
                  <a:pt x="3172287" y="84250"/>
                  <a:pt x="3176653" y="77188"/>
                </a:cubicBezTo>
                <a:cubicBezTo>
                  <a:pt x="3180559" y="71038"/>
                  <a:pt x="3186762" y="67392"/>
                  <a:pt x="3193655" y="67392"/>
                </a:cubicBezTo>
                <a:cubicBezTo>
                  <a:pt x="3199630" y="67392"/>
                  <a:pt x="3205377" y="68077"/>
                  <a:pt x="3210892" y="75593"/>
                </a:cubicBezTo>
                <a:lnTo>
                  <a:pt x="3210892" y="131636"/>
                </a:lnTo>
                <a:cubicBezTo>
                  <a:pt x="3210892" y="133457"/>
                  <a:pt x="3210892" y="135507"/>
                  <a:pt x="3211120" y="137328"/>
                </a:cubicBezTo>
                <a:moveTo>
                  <a:pt x="3211811" y="148035"/>
                </a:moveTo>
                <a:cubicBezTo>
                  <a:pt x="3212270" y="153501"/>
                  <a:pt x="3212730" y="157372"/>
                  <a:pt x="3212730" y="157372"/>
                </a:cubicBezTo>
                <a:cubicBezTo>
                  <a:pt x="3212961" y="160107"/>
                  <a:pt x="3214798" y="161244"/>
                  <a:pt x="3218014" y="161244"/>
                </a:cubicBezTo>
                <a:cubicBezTo>
                  <a:pt x="3226517" y="158922"/>
                  <a:pt x="3240304" y="155732"/>
                  <a:pt x="3256159" y="153682"/>
                </a:cubicBezTo>
                <a:cubicBezTo>
                  <a:pt x="3256619" y="152316"/>
                  <a:pt x="3256159" y="147764"/>
                  <a:pt x="3255700" y="146395"/>
                </a:cubicBezTo>
                <a:cubicBezTo>
                  <a:pt x="3243291" y="145258"/>
                  <a:pt x="3240763" y="141613"/>
                  <a:pt x="3240763" y="128637"/>
                </a:cubicBezTo>
                <a:lnTo>
                  <a:pt x="3240763" y="26247"/>
                </a:lnTo>
                <a:cubicBezTo>
                  <a:pt x="3240763" y="11471"/>
                  <a:pt x="3241454" y="3002"/>
                  <a:pt x="3241454" y="3002"/>
                </a:cubicBezTo>
                <a:cubicBezTo>
                  <a:pt x="3241454" y="924"/>
                  <a:pt x="3239844" y="0"/>
                  <a:pt x="3237776" y="0"/>
                </a:cubicBezTo>
                <a:cubicBezTo>
                  <a:pt x="3229276" y="2773"/>
                  <a:pt x="3210892" y="5313"/>
                  <a:pt x="3194577" y="6005"/>
                </a:cubicBezTo>
                <a:cubicBezTo>
                  <a:pt x="3193887" y="8740"/>
                  <a:pt x="3194118" y="11701"/>
                  <a:pt x="3195265" y="13751"/>
                </a:cubicBezTo>
                <a:cubicBezTo>
                  <a:pt x="3209742" y="14887"/>
                  <a:pt x="3210892" y="15113"/>
                  <a:pt x="3210892" y="30789"/>
                </a:cubicBezTo>
                <a:lnTo>
                  <a:pt x="3210892" y="60331"/>
                </a:lnTo>
                <a:cubicBezTo>
                  <a:pt x="3206523" y="58965"/>
                  <a:pt x="3201011" y="57825"/>
                  <a:pt x="3194346" y="57825"/>
                </a:cubicBezTo>
                <a:cubicBezTo>
                  <a:pt x="3164703" y="57825"/>
                  <a:pt x="3138735" y="83558"/>
                  <a:pt x="3138735" y="113837"/>
                </a:cubicBezTo>
                <a:cubicBezTo>
                  <a:pt x="3138735" y="127497"/>
                  <a:pt x="3143563" y="142982"/>
                  <a:pt x="3154822" y="151635"/>
                </a:cubicBezTo>
                <a:cubicBezTo>
                  <a:pt x="3163094" y="158057"/>
                  <a:pt x="3168841" y="161244"/>
                  <a:pt x="3181709" y="161244"/>
                </a:cubicBezTo>
                <a:cubicBezTo>
                  <a:pt x="3187912" y="161244"/>
                  <a:pt x="3204918" y="151225"/>
                  <a:pt x="3209742" y="148035"/>
                </a:cubicBezTo>
                <a:lnTo>
                  <a:pt x="3211811" y="148035"/>
                </a:lnTo>
                <a:close/>
                <a:moveTo>
                  <a:pt x="3332681" y="130037"/>
                </a:moveTo>
                <a:cubicBezTo>
                  <a:pt x="3332681" y="148945"/>
                  <a:pt x="3332222" y="151680"/>
                  <a:pt x="3331303" y="160333"/>
                </a:cubicBezTo>
                <a:cubicBezTo>
                  <a:pt x="3334059" y="161244"/>
                  <a:pt x="3336587" y="161928"/>
                  <a:pt x="3339115" y="161928"/>
                </a:cubicBezTo>
                <a:cubicBezTo>
                  <a:pt x="3342102" y="159423"/>
                  <a:pt x="3344403" y="156236"/>
                  <a:pt x="3346468" y="152135"/>
                </a:cubicBezTo>
                <a:cubicBezTo>
                  <a:pt x="3355430" y="158967"/>
                  <a:pt x="3369449" y="161244"/>
                  <a:pt x="3380020" y="161244"/>
                </a:cubicBezTo>
                <a:cubicBezTo>
                  <a:pt x="3405525" y="161244"/>
                  <a:pt x="3432412" y="136188"/>
                  <a:pt x="3432412" y="103613"/>
                </a:cubicBezTo>
                <a:cubicBezTo>
                  <a:pt x="3432412" y="90627"/>
                  <a:pt x="3427356" y="77870"/>
                  <a:pt x="3420003" y="69442"/>
                </a:cubicBezTo>
                <a:cubicBezTo>
                  <a:pt x="3411732" y="60105"/>
                  <a:pt x="3400701" y="57825"/>
                  <a:pt x="3388520" y="57825"/>
                </a:cubicBezTo>
                <a:cubicBezTo>
                  <a:pt x="3381398" y="57825"/>
                  <a:pt x="3369217" y="65797"/>
                  <a:pt x="3362555" y="70582"/>
                </a:cubicBezTo>
                <a:lnTo>
                  <a:pt x="3362555" y="26126"/>
                </a:lnTo>
                <a:cubicBezTo>
                  <a:pt x="3362555" y="11301"/>
                  <a:pt x="3363242" y="2919"/>
                  <a:pt x="3363242" y="2919"/>
                </a:cubicBezTo>
                <a:cubicBezTo>
                  <a:pt x="3363242" y="900"/>
                  <a:pt x="3361636" y="0"/>
                  <a:pt x="3359568" y="0"/>
                </a:cubicBezTo>
                <a:cubicBezTo>
                  <a:pt x="3351065" y="2693"/>
                  <a:pt x="3332681" y="5164"/>
                  <a:pt x="3316366" y="5835"/>
                </a:cubicBezTo>
                <a:cubicBezTo>
                  <a:pt x="3315679" y="8570"/>
                  <a:pt x="3315906" y="11075"/>
                  <a:pt x="3317057" y="13122"/>
                </a:cubicBezTo>
                <a:cubicBezTo>
                  <a:pt x="3331531" y="14265"/>
                  <a:pt x="3332681" y="14491"/>
                  <a:pt x="3332681" y="30230"/>
                </a:cubicBezTo>
                <a:lnTo>
                  <a:pt x="3332681" y="130037"/>
                </a:lnTo>
                <a:moveTo>
                  <a:pt x="3362555" y="79691"/>
                </a:moveTo>
                <a:cubicBezTo>
                  <a:pt x="3370139" y="74679"/>
                  <a:pt x="3375192" y="73998"/>
                  <a:pt x="3380480" y="73998"/>
                </a:cubicBezTo>
                <a:cubicBezTo>
                  <a:pt x="3391738" y="73998"/>
                  <a:pt x="3400241" y="84250"/>
                  <a:pt x="3400241" y="106574"/>
                </a:cubicBezTo>
                <a:cubicBezTo>
                  <a:pt x="3400241" y="125256"/>
                  <a:pt x="3397022" y="151680"/>
                  <a:pt x="3378870" y="151680"/>
                </a:cubicBezTo>
                <a:cubicBezTo>
                  <a:pt x="3372205" y="151680"/>
                  <a:pt x="3366920" y="148945"/>
                  <a:pt x="3362555" y="143708"/>
                </a:cubicBezTo>
                <a:lnTo>
                  <a:pt x="3362555" y="79691"/>
                </a:lnTo>
                <a:close/>
                <a:moveTo>
                  <a:pt x="3495833" y="197378"/>
                </a:moveTo>
                <a:cubicBezTo>
                  <a:pt x="3499511" y="191001"/>
                  <a:pt x="3502958" y="182803"/>
                  <a:pt x="3505714" y="175971"/>
                </a:cubicBezTo>
                <a:cubicBezTo>
                  <a:pt x="3524098" y="132018"/>
                  <a:pt x="3535357" y="107425"/>
                  <a:pt x="3547538" y="81918"/>
                </a:cubicBezTo>
                <a:cubicBezTo>
                  <a:pt x="3550753" y="75315"/>
                  <a:pt x="3557647" y="68254"/>
                  <a:pt x="3566150" y="67573"/>
                </a:cubicBezTo>
                <a:cubicBezTo>
                  <a:pt x="3567531" y="66207"/>
                  <a:pt x="3567531" y="61196"/>
                  <a:pt x="3566150" y="59827"/>
                </a:cubicBezTo>
                <a:cubicBezTo>
                  <a:pt x="3560406" y="60056"/>
                  <a:pt x="3556269" y="60286"/>
                  <a:pt x="3549835" y="60286"/>
                </a:cubicBezTo>
                <a:cubicBezTo>
                  <a:pt x="3541791" y="60286"/>
                  <a:pt x="3533979" y="60056"/>
                  <a:pt x="3525476" y="59827"/>
                </a:cubicBezTo>
                <a:cubicBezTo>
                  <a:pt x="3524098" y="61196"/>
                  <a:pt x="3524098" y="66207"/>
                  <a:pt x="3525476" y="67573"/>
                </a:cubicBezTo>
                <a:cubicBezTo>
                  <a:pt x="3532832" y="68254"/>
                  <a:pt x="3540185" y="69394"/>
                  <a:pt x="3536507" y="77592"/>
                </a:cubicBezTo>
                <a:lnTo>
                  <a:pt x="3512839" y="130197"/>
                </a:lnTo>
                <a:cubicBezTo>
                  <a:pt x="3512839" y="130427"/>
                  <a:pt x="3512839" y="130427"/>
                  <a:pt x="3512608" y="130653"/>
                </a:cubicBezTo>
                <a:cubicBezTo>
                  <a:pt x="3512608" y="130427"/>
                  <a:pt x="3512608" y="130197"/>
                  <a:pt x="3512380" y="129742"/>
                </a:cubicBezTo>
                <a:lnTo>
                  <a:pt x="3491008" y="82147"/>
                </a:lnTo>
                <a:cubicBezTo>
                  <a:pt x="3486871" y="72810"/>
                  <a:pt x="3484574" y="68709"/>
                  <a:pt x="3498593" y="67573"/>
                </a:cubicBezTo>
                <a:cubicBezTo>
                  <a:pt x="3499971" y="66207"/>
                  <a:pt x="3499971" y="61196"/>
                  <a:pt x="3498593" y="59827"/>
                </a:cubicBezTo>
                <a:cubicBezTo>
                  <a:pt x="3490090" y="60056"/>
                  <a:pt x="3476303" y="60286"/>
                  <a:pt x="3468028" y="60286"/>
                </a:cubicBezTo>
                <a:cubicBezTo>
                  <a:pt x="3460216" y="60286"/>
                  <a:pt x="3447119" y="60056"/>
                  <a:pt x="3442523" y="59827"/>
                </a:cubicBezTo>
                <a:cubicBezTo>
                  <a:pt x="3441145" y="61196"/>
                  <a:pt x="3441145" y="66207"/>
                  <a:pt x="3442523" y="67573"/>
                </a:cubicBezTo>
                <a:cubicBezTo>
                  <a:pt x="3452631" y="68483"/>
                  <a:pt x="3454472" y="70078"/>
                  <a:pt x="3460675" y="84424"/>
                </a:cubicBezTo>
                <a:lnTo>
                  <a:pt x="3490318" y="151833"/>
                </a:lnTo>
                <a:cubicBezTo>
                  <a:pt x="3494224" y="157296"/>
                  <a:pt x="3498593" y="161397"/>
                  <a:pt x="3496752" y="165497"/>
                </a:cubicBezTo>
                <a:lnTo>
                  <a:pt x="3491240" y="178021"/>
                </a:lnTo>
                <a:cubicBezTo>
                  <a:pt x="3488252" y="185079"/>
                  <a:pt x="3485493" y="189180"/>
                  <a:pt x="3479059" y="189180"/>
                </a:cubicBezTo>
                <a:cubicBezTo>
                  <a:pt x="3474921" y="189180"/>
                  <a:pt x="3474234" y="188269"/>
                  <a:pt x="3471015" y="188269"/>
                </a:cubicBezTo>
                <a:cubicBezTo>
                  <a:pt x="3462284" y="188269"/>
                  <a:pt x="3457228" y="194191"/>
                  <a:pt x="3457228" y="198743"/>
                </a:cubicBezTo>
                <a:cubicBezTo>
                  <a:pt x="3457228" y="201704"/>
                  <a:pt x="3457919" y="205349"/>
                  <a:pt x="3459988" y="207855"/>
                </a:cubicBezTo>
                <a:cubicBezTo>
                  <a:pt x="3462053" y="210360"/>
                  <a:pt x="3465963" y="211952"/>
                  <a:pt x="3468950" y="211952"/>
                </a:cubicBezTo>
                <a:cubicBezTo>
                  <a:pt x="3471934" y="211952"/>
                  <a:pt x="3478831" y="211042"/>
                  <a:pt x="3482046" y="209676"/>
                </a:cubicBezTo>
                <a:cubicBezTo>
                  <a:pt x="3486871" y="207400"/>
                  <a:pt x="3493305" y="201933"/>
                  <a:pt x="3495833" y="197378"/>
                </a:cubicBezTo>
                <a:close/>
                <a:moveTo>
                  <a:pt x="3651405" y="39821"/>
                </a:moveTo>
                <a:lnTo>
                  <a:pt x="3651405" y="131212"/>
                </a:lnTo>
                <a:cubicBezTo>
                  <a:pt x="3651405" y="150127"/>
                  <a:pt x="3644971" y="151041"/>
                  <a:pt x="3632330" y="151722"/>
                </a:cubicBezTo>
                <a:cubicBezTo>
                  <a:pt x="3630034" y="153088"/>
                  <a:pt x="3630034" y="158099"/>
                  <a:pt x="3632330" y="159464"/>
                </a:cubicBezTo>
                <a:cubicBezTo>
                  <a:pt x="3641524" y="159239"/>
                  <a:pt x="3658526" y="159009"/>
                  <a:pt x="3667720" y="159009"/>
                </a:cubicBezTo>
                <a:cubicBezTo>
                  <a:pt x="3676910" y="159009"/>
                  <a:pt x="3693457" y="159239"/>
                  <a:pt x="3702647" y="159464"/>
                </a:cubicBezTo>
                <a:cubicBezTo>
                  <a:pt x="3704947" y="158099"/>
                  <a:pt x="3704947" y="153088"/>
                  <a:pt x="3702647" y="151722"/>
                </a:cubicBezTo>
                <a:cubicBezTo>
                  <a:pt x="3690010" y="151041"/>
                  <a:pt x="3683576" y="150127"/>
                  <a:pt x="3683576" y="131212"/>
                </a:cubicBezTo>
                <a:lnTo>
                  <a:pt x="3683576" y="39821"/>
                </a:lnTo>
                <a:cubicBezTo>
                  <a:pt x="3683576" y="20906"/>
                  <a:pt x="3690010" y="19992"/>
                  <a:pt x="3702647" y="19311"/>
                </a:cubicBezTo>
                <a:cubicBezTo>
                  <a:pt x="3704947" y="17945"/>
                  <a:pt x="3704947" y="12934"/>
                  <a:pt x="3702647" y="11565"/>
                </a:cubicBezTo>
                <a:cubicBezTo>
                  <a:pt x="3693457" y="11794"/>
                  <a:pt x="3676910" y="12024"/>
                  <a:pt x="3667720" y="12024"/>
                </a:cubicBezTo>
                <a:cubicBezTo>
                  <a:pt x="3658526" y="12024"/>
                  <a:pt x="3641524" y="11794"/>
                  <a:pt x="3632330" y="11565"/>
                </a:cubicBezTo>
                <a:cubicBezTo>
                  <a:pt x="3630034" y="12934"/>
                  <a:pt x="3630034" y="17945"/>
                  <a:pt x="3632330" y="19311"/>
                </a:cubicBezTo>
                <a:cubicBezTo>
                  <a:pt x="3644971" y="19992"/>
                  <a:pt x="3651405" y="20906"/>
                  <a:pt x="3651405" y="39821"/>
                </a:cubicBezTo>
                <a:close/>
                <a:moveTo>
                  <a:pt x="3761935" y="131209"/>
                </a:moveTo>
                <a:lnTo>
                  <a:pt x="3761935" y="85848"/>
                </a:lnTo>
                <a:lnTo>
                  <a:pt x="3761935" y="85393"/>
                </a:lnTo>
                <a:cubicBezTo>
                  <a:pt x="3771125" y="79239"/>
                  <a:pt x="3780318" y="74679"/>
                  <a:pt x="3784452" y="74679"/>
                </a:cubicBezTo>
                <a:cubicBezTo>
                  <a:pt x="3793646" y="74679"/>
                  <a:pt x="3800540" y="78784"/>
                  <a:pt x="3800540" y="91777"/>
                </a:cubicBezTo>
                <a:lnTo>
                  <a:pt x="3800540" y="129839"/>
                </a:lnTo>
                <a:cubicBezTo>
                  <a:pt x="3800540" y="148987"/>
                  <a:pt x="3796861" y="151037"/>
                  <a:pt x="3787440" y="151722"/>
                </a:cubicBezTo>
                <a:cubicBezTo>
                  <a:pt x="3786062" y="153088"/>
                  <a:pt x="3786062" y="158099"/>
                  <a:pt x="3787440" y="159464"/>
                </a:cubicBezTo>
                <a:cubicBezTo>
                  <a:pt x="3797093" y="159239"/>
                  <a:pt x="3804446" y="159009"/>
                  <a:pt x="3815477" y="159009"/>
                </a:cubicBezTo>
                <a:cubicBezTo>
                  <a:pt x="3828114" y="159009"/>
                  <a:pt x="3838226" y="159239"/>
                  <a:pt x="3848107" y="159464"/>
                </a:cubicBezTo>
                <a:cubicBezTo>
                  <a:pt x="3849485" y="158099"/>
                  <a:pt x="3849485" y="153088"/>
                  <a:pt x="3848107" y="151722"/>
                </a:cubicBezTo>
                <a:cubicBezTo>
                  <a:pt x="3834088" y="151037"/>
                  <a:pt x="3830414" y="148987"/>
                  <a:pt x="3830414" y="129839"/>
                </a:cubicBezTo>
                <a:lnTo>
                  <a:pt x="3830414" y="94282"/>
                </a:lnTo>
                <a:cubicBezTo>
                  <a:pt x="3830414" y="69213"/>
                  <a:pt x="3819611" y="57825"/>
                  <a:pt x="3799849" y="57825"/>
                </a:cubicBezTo>
                <a:cubicBezTo>
                  <a:pt x="3790659" y="57825"/>
                  <a:pt x="3774344" y="67847"/>
                  <a:pt x="3761703" y="76504"/>
                </a:cubicBezTo>
                <a:cubicBezTo>
                  <a:pt x="3761016" y="68532"/>
                  <a:pt x="3760094" y="61700"/>
                  <a:pt x="3760094" y="61700"/>
                </a:cubicBezTo>
                <a:cubicBezTo>
                  <a:pt x="3759866" y="58965"/>
                  <a:pt x="3758029" y="57825"/>
                  <a:pt x="3754810" y="57825"/>
                </a:cubicBezTo>
                <a:cubicBezTo>
                  <a:pt x="3746307" y="60150"/>
                  <a:pt x="3732520" y="63340"/>
                  <a:pt x="3716664" y="65387"/>
                </a:cubicBezTo>
                <a:cubicBezTo>
                  <a:pt x="3716205" y="66756"/>
                  <a:pt x="3716664" y="71309"/>
                  <a:pt x="3717123" y="72678"/>
                </a:cubicBezTo>
                <a:cubicBezTo>
                  <a:pt x="3729764" y="73818"/>
                  <a:pt x="3732061" y="75639"/>
                  <a:pt x="3732061" y="88621"/>
                </a:cubicBezTo>
                <a:lnTo>
                  <a:pt x="3732061" y="131222"/>
                </a:lnTo>
                <a:cubicBezTo>
                  <a:pt x="3732061" y="150127"/>
                  <a:pt x="3729532" y="150586"/>
                  <a:pt x="3715514" y="151722"/>
                </a:cubicBezTo>
                <a:cubicBezTo>
                  <a:pt x="3714136" y="153088"/>
                  <a:pt x="3714136" y="158099"/>
                  <a:pt x="3715514" y="159464"/>
                </a:cubicBezTo>
                <a:cubicBezTo>
                  <a:pt x="3725167" y="159239"/>
                  <a:pt x="3734817" y="159009"/>
                  <a:pt x="3746998" y="159009"/>
                </a:cubicBezTo>
                <a:cubicBezTo>
                  <a:pt x="3757569" y="159009"/>
                  <a:pt x="3764003" y="159239"/>
                  <a:pt x="3773884" y="159464"/>
                </a:cubicBezTo>
                <a:cubicBezTo>
                  <a:pt x="3775262" y="158099"/>
                  <a:pt x="3775262" y="153088"/>
                  <a:pt x="3773884" y="151722"/>
                </a:cubicBezTo>
                <a:cubicBezTo>
                  <a:pt x="3764231" y="150811"/>
                  <a:pt x="3761935" y="150127"/>
                  <a:pt x="3761935" y="131209"/>
                </a:cubicBezTo>
                <a:close/>
                <a:moveTo>
                  <a:pt x="3931980" y="137328"/>
                </a:moveTo>
                <a:cubicBezTo>
                  <a:pt x="3927155" y="141203"/>
                  <a:pt x="3914977" y="146214"/>
                  <a:pt x="3912218" y="146214"/>
                </a:cubicBezTo>
                <a:cubicBezTo>
                  <a:pt x="3900727" y="146214"/>
                  <a:pt x="3891765" y="133457"/>
                  <a:pt x="3891765" y="106803"/>
                </a:cubicBezTo>
                <a:cubicBezTo>
                  <a:pt x="3891765" y="94731"/>
                  <a:pt x="3893147" y="84250"/>
                  <a:pt x="3897512" y="77188"/>
                </a:cubicBezTo>
                <a:cubicBezTo>
                  <a:pt x="3901418" y="71038"/>
                  <a:pt x="3907621" y="67392"/>
                  <a:pt x="3914514" y="67392"/>
                </a:cubicBezTo>
                <a:cubicBezTo>
                  <a:pt x="3920489" y="67392"/>
                  <a:pt x="3926236" y="68077"/>
                  <a:pt x="3931752" y="75593"/>
                </a:cubicBezTo>
                <a:lnTo>
                  <a:pt x="3931752" y="131636"/>
                </a:lnTo>
                <a:cubicBezTo>
                  <a:pt x="3931752" y="133457"/>
                  <a:pt x="3931752" y="135507"/>
                  <a:pt x="3931980" y="137328"/>
                </a:cubicBezTo>
                <a:moveTo>
                  <a:pt x="3932670" y="148035"/>
                </a:moveTo>
                <a:cubicBezTo>
                  <a:pt x="3933130" y="153501"/>
                  <a:pt x="3933589" y="157372"/>
                  <a:pt x="3933589" y="157372"/>
                </a:cubicBezTo>
                <a:cubicBezTo>
                  <a:pt x="3933820" y="160107"/>
                  <a:pt x="3935658" y="161244"/>
                  <a:pt x="3938873" y="161244"/>
                </a:cubicBezTo>
                <a:cubicBezTo>
                  <a:pt x="3947376" y="158922"/>
                  <a:pt x="3961163" y="155732"/>
                  <a:pt x="3977019" y="153682"/>
                </a:cubicBezTo>
                <a:cubicBezTo>
                  <a:pt x="3977478" y="152316"/>
                  <a:pt x="3977019" y="147764"/>
                  <a:pt x="3976559" y="146395"/>
                </a:cubicBezTo>
                <a:cubicBezTo>
                  <a:pt x="3964150" y="145258"/>
                  <a:pt x="3961622" y="141613"/>
                  <a:pt x="3961622" y="128637"/>
                </a:cubicBezTo>
                <a:lnTo>
                  <a:pt x="3961622" y="26247"/>
                </a:lnTo>
                <a:cubicBezTo>
                  <a:pt x="3961622" y="11471"/>
                  <a:pt x="3962313" y="3002"/>
                  <a:pt x="3962313" y="3002"/>
                </a:cubicBezTo>
                <a:cubicBezTo>
                  <a:pt x="3962313" y="924"/>
                  <a:pt x="3960704" y="0"/>
                  <a:pt x="3958635" y="0"/>
                </a:cubicBezTo>
                <a:cubicBezTo>
                  <a:pt x="3950135" y="2773"/>
                  <a:pt x="3931752" y="5313"/>
                  <a:pt x="3915437" y="6005"/>
                </a:cubicBezTo>
                <a:cubicBezTo>
                  <a:pt x="3914746" y="8740"/>
                  <a:pt x="3914977" y="11701"/>
                  <a:pt x="3916124" y="13751"/>
                </a:cubicBezTo>
                <a:cubicBezTo>
                  <a:pt x="3930602" y="14887"/>
                  <a:pt x="3931752" y="15113"/>
                  <a:pt x="3931752" y="30789"/>
                </a:cubicBezTo>
                <a:lnTo>
                  <a:pt x="3931752" y="60331"/>
                </a:lnTo>
                <a:cubicBezTo>
                  <a:pt x="3927383" y="58965"/>
                  <a:pt x="3921871" y="57825"/>
                  <a:pt x="3915205" y="57825"/>
                </a:cubicBezTo>
                <a:cubicBezTo>
                  <a:pt x="3885562" y="57825"/>
                  <a:pt x="3859594" y="83558"/>
                  <a:pt x="3859594" y="113837"/>
                </a:cubicBezTo>
                <a:cubicBezTo>
                  <a:pt x="3859594" y="127497"/>
                  <a:pt x="3864423" y="142982"/>
                  <a:pt x="3875682" y="151635"/>
                </a:cubicBezTo>
                <a:cubicBezTo>
                  <a:pt x="3883953" y="158057"/>
                  <a:pt x="3889700" y="161244"/>
                  <a:pt x="3902568" y="161244"/>
                </a:cubicBezTo>
                <a:cubicBezTo>
                  <a:pt x="3908771" y="161244"/>
                  <a:pt x="3925777" y="151225"/>
                  <a:pt x="3930602" y="148035"/>
                </a:cubicBezTo>
                <a:lnTo>
                  <a:pt x="3932670" y="148035"/>
                </a:lnTo>
                <a:close/>
                <a:moveTo>
                  <a:pt x="4033319" y="131229"/>
                </a:moveTo>
                <a:lnTo>
                  <a:pt x="4033319" y="85911"/>
                </a:lnTo>
                <a:cubicBezTo>
                  <a:pt x="4033319" y="74527"/>
                  <a:pt x="4034238" y="61742"/>
                  <a:pt x="4034238" y="61742"/>
                </a:cubicBezTo>
                <a:cubicBezTo>
                  <a:pt x="4034238" y="59208"/>
                  <a:pt x="4032169" y="57825"/>
                  <a:pt x="4028954" y="57825"/>
                </a:cubicBezTo>
                <a:cubicBezTo>
                  <a:pt x="4022520" y="60362"/>
                  <a:pt x="4003904" y="62204"/>
                  <a:pt x="3988049" y="64275"/>
                </a:cubicBezTo>
                <a:cubicBezTo>
                  <a:pt x="3987589" y="65644"/>
                  <a:pt x="3988049" y="70197"/>
                  <a:pt x="3988508" y="71566"/>
                </a:cubicBezTo>
                <a:cubicBezTo>
                  <a:pt x="4001148" y="72702"/>
                  <a:pt x="4003445" y="74527"/>
                  <a:pt x="4003445" y="87506"/>
                </a:cubicBezTo>
                <a:lnTo>
                  <a:pt x="4003445" y="131229"/>
                </a:lnTo>
                <a:cubicBezTo>
                  <a:pt x="4003445" y="150130"/>
                  <a:pt x="4000917" y="150586"/>
                  <a:pt x="3986902" y="151722"/>
                </a:cubicBezTo>
                <a:cubicBezTo>
                  <a:pt x="3985521" y="153088"/>
                  <a:pt x="3985521" y="158099"/>
                  <a:pt x="3986902" y="159464"/>
                </a:cubicBezTo>
                <a:cubicBezTo>
                  <a:pt x="3996551" y="159239"/>
                  <a:pt x="4006204" y="159009"/>
                  <a:pt x="4018382" y="159009"/>
                </a:cubicBezTo>
                <a:cubicBezTo>
                  <a:pt x="4030560" y="159009"/>
                  <a:pt x="4039981" y="159239"/>
                  <a:pt x="4049862" y="159464"/>
                </a:cubicBezTo>
                <a:cubicBezTo>
                  <a:pt x="4051244" y="158099"/>
                  <a:pt x="4051244" y="153088"/>
                  <a:pt x="4049862" y="151722"/>
                </a:cubicBezTo>
                <a:cubicBezTo>
                  <a:pt x="4035847" y="150811"/>
                  <a:pt x="4033319" y="150130"/>
                  <a:pt x="4033319" y="131229"/>
                </a:cubicBezTo>
                <a:moveTo>
                  <a:pt x="4002298" y="23241"/>
                </a:moveTo>
                <a:cubicBezTo>
                  <a:pt x="4002298" y="30754"/>
                  <a:pt x="4007810" y="38271"/>
                  <a:pt x="4017004" y="38271"/>
                </a:cubicBezTo>
                <a:cubicBezTo>
                  <a:pt x="4027344" y="38271"/>
                  <a:pt x="4033319" y="30073"/>
                  <a:pt x="4033319" y="24152"/>
                </a:cubicBezTo>
                <a:cubicBezTo>
                  <a:pt x="4033319" y="17320"/>
                  <a:pt x="4028035" y="9119"/>
                  <a:pt x="4018382" y="9119"/>
                </a:cubicBezTo>
                <a:cubicBezTo>
                  <a:pt x="4007582" y="9119"/>
                  <a:pt x="4002298" y="16409"/>
                  <a:pt x="4002298" y="23241"/>
                </a:cubicBezTo>
                <a:close/>
                <a:moveTo>
                  <a:pt x="4121790" y="147809"/>
                </a:moveTo>
                <a:cubicBezTo>
                  <a:pt x="4123396" y="157147"/>
                  <a:pt x="4129602" y="161244"/>
                  <a:pt x="4139711" y="161244"/>
                </a:cubicBezTo>
                <a:cubicBezTo>
                  <a:pt x="4152351" y="161244"/>
                  <a:pt x="4161313" y="156462"/>
                  <a:pt x="4169816" y="148490"/>
                </a:cubicBezTo>
                <a:cubicBezTo>
                  <a:pt x="4169357" y="145759"/>
                  <a:pt x="4168435" y="143938"/>
                  <a:pt x="4165679" y="142113"/>
                </a:cubicBezTo>
                <a:cubicBezTo>
                  <a:pt x="4162691" y="144393"/>
                  <a:pt x="4160395" y="145303"/>
                  <a:pt x="4156029" y="145303"/>
                </a:cubicBezTo>
                <a:cubicBezTo>
                  <a:pt x="4150973" y="145303"/>
                  <a:pt x="4149595" y="141203"/>
                  <a:pt x="4149595" y="130041"/>
                </a:cubicBezTo>
                <a:lnTo>
                  <a:pt x="4150055" y="97236"/>
                </a:lnTo>
                <a:cubicBezTo>
                  <a:pt x="4150055" y="64431"/>
                  <a:pt x="4129602" y="57825"/>
                  <a:pt x="4110759" y="57825"/>
                </a:cubicBezTo>
                <a:cubicBezTo>
                  <a:pt x="4093984" y="57825"/>
                  <a:pt x="4068248" y="67392"/>
                  <a:pt x="4068248" y="82429"/>
                </a:cubicBezTo>
                <a:cubicBezTo>
                  <a:pt x="4068248" y="88806"/>
                  <a:pt x="4071004" y="93817"/>
                  <a:pt x="4079966" y="93817"/>
                </a:cubicBezTo>
                <a:cubicBezTo>
                  <a:pt x="4088238" y="93817"/>
                  <a:pt x="4094212" y="88806"/>
                  <a:pt x="4094212" y="83339"/>
                </a:cubicBezTo>
                <a:cubicBezTo>
                  <a:pt x="4094212" y="80379"/>
                  <a:pt x="4092606" y="76504"/>
                  <a:pt x="4093294" y="72633"/>
                </a:cubicBezTo>
                <a:cubicBezTo>
                  <a:pt x="4093525" y="70127"/>
                  <a:pt x="4095362" y="67392"/>
                  <a:pt x="4102947" y="67392"/>
                </a:cubicBezTo>
                <a:cubicBezTo>
                  <a:pt x="4112596" y="67392"/>
                  <a:pt x="4120640" y="71493"/>
                  <a:pt x="4120640" y="100426"/>
                </a:cubicBezTo>
                <a:lnTo>
                  <a:pt x="4105243" y="105208"/>
                </a:lnTo>
                <a:cubicBezTo>
                  <a:pt x="4081116" y="112725"/>
                  <a:pt x="4064110" y="119334"/>
                  <a:pt x="4064110" y="137328"/>
                </a:cubicBezTo>
                <a:cubicBezTo>
                  <a:pt x="4064110" y="153046"/>
                  <a:pt x="4072841" y="161244"/>
                  <a:pt x="4092834" y="161244"/>
                </a:cubicBezTo>
                <a:cubicBezTo>
                  <a:pt x="4099500" y="161244"/>
                  <a:pt x="4112828" y="153956"/>
                  <a:pt x="4120408" y="148035"/>
                </a:cubicBezTo>
                <a:lnTo>
                  <a:pt x="4121790" y="147809"/>
                </a:lnTo>
                <a:moveTo>
                  <a:pt x="4120640" y="109309"/>
                </a:moveTo>
                <a:lnTo>
                  <a:pt x="4120640" y="139378"/>
                </a:lnTo>
                <a:cubicBezTo>
                  <a:pt x="4114896" y="143934"/>
                  <a:pt x="4109149" y="147580"/>
                  <a:pt x="4105015" y="147580"/>
                </a:cubicBezTo>
                <a:cubicBezTo>
                  <a:pt x="4095131" y="147580"/>
                  <a:pt x="4091684" y="140974"/>
                  <a:pt x="4091684" y="133912"/>
                </a:cubicBezTo>
                <a:cubicBezTo>
                  <a:pt x="4091684" y="125485"/>
                  <a:pt x="4092375" y="118420"/>
                  <a:pt x="4108690" y="113183"/>
                </a:cubicBezTo>
                <a:lnTo>
                  <a:pt x="4120640" y="109309"/>
                </a:lnTo>
                <a:close/>
                <a:moveTo>
                  <a:pt x="4196013" y="130107"/>
                </a:moveTo>
                <a:cubicBezTo>
                  <a:pt x="4190038" y="130107"/>
                  <a:pt x="4181535" y="139219"/>
                  <a:pt x="4181535" y="144456"/>
                </a:cubicBezTo>
                <a:cubicBezTo>
                  <a:pt x="4181535" y="150151"/>
                  <a:pt x="4186360" y="156528"/>
                  <a:pt x="4190726" y="157664"/>
                </a:cubicBezTo>
                <a:cubicBezTo>
                  <a:pt x="4193713" y="158349"/>
                  <a:pt x="4199001" y="160170"/>
                  <a:pt x="4199001" y="165177"/>
                </a:cubicBezTo>
                <a:cubicBezTo>
                  <a:pt x="4199001" y="171095"/>
                  <a:pt x="4187279" y="187262"/>
                  <a:pt x="4176939" y="189993"/>
                </a:cubicBezTo>
                <a:cubicBezTo>
                  <a:pt x="4175789" y="192954"/>
                  <a:pt x="4176020" y="195230"/>
                  <a:pt x="4178548" y="197051"/>
                </a:cubicBezTo>
                <a:cubicBezTo>
                  <a:pt x="4187051" y="195685"/>
                  <a:pt x="4196932" y="189993"/>
                  <a:pt x="4203594" y="183620"/>
                </a:cubicBezTo>
                <a:cubicBezTo>
                  <a:pt x="4210028" y="177243"/>
                  <a:pt x="4216003" y="166088"/>
                  <a:pt x="4216003" y="158120"/>
                </a:cubicBezTo>
                <a:cubicBezTo>
                  <a:pt x="4216003" y="139444"/>
                  <a:pt x="4208419" y="130107"/>
                  <a:pt x="4196013" y="130107"/>
                </a:cubicBezTo>
                <a:close/>
                <a:moveTo>
                  <a:pt x="4379616" y="15269"/>
                </a:moveTo>
                <a:cubicBezTo>
                  <a:pt x="4366979" y="13449"/>
                  <a:pt x="4362150" y="9119"/>
                  <a:pt x="4340783" y="9119"/>
                </a:cubicBezTo>
                <a:cubicBezTo>
                  <a:pt x="4330439" y="9119"/>
                  <a:pt x="4316883" y="12309"/>
                  <a:pt x="4307230" y="20051"/>
                </a:cubicBezTo>
                <a:cubicBezTo>
                  <a:pt x="4298727" y="26883"/>
                  <a:pt x="4292293" y="37361"/>
                  <a:pt x="4292293" y="48519"/>
                </a:cubicBezTo>
                <a:cubicBezTo>
                  <a:pt x="4292293" y="57172"/>
                  <a:pt x="4294593" y="68105"/>
                  <a:pt x="4299878" y="74937"/>
                </a:cubicBezTo>
                <a:cubicBezTo>
                  <a:pt x="4310449" y="89056"/>
                  <a:pt x="4329520" y="96798"/>
                  <a:pt x="4339401" y="103630"/>
                </a:cubicBezTo>
                <a:cubicBezTo>
                  <a:pt x="4349973" y="110918"/>
                  <a:pt x="4360313" y="120026"/>
                  <a:pt x="4360313" y="132779"/>
                </a:cubicBezTo>
                <a:cubicBezTo>
                  <a:pt x="4360313" y="143938"/>
                  <a:pt x="4350432" y="151680"/>
                  <a:pt x="4336414" y="151680"/>
                </a:cubicBezTo>
                <a:cubicBezTo>
                  <a:pt x="4321017" y="151680"/>
                  <a:pt x="4305165" y="139156"/>
                  <a:pt x="4300568" y="118431"/>
                </a:cubicBezTo>
                <a:cubicBezTo>
                  <a:pt x="4296662" y="117065"/>
                  <a:pt x="4292756" y="118205"/>
                  <a:pt x="4289078" y="119115"/>
                </a:cubicBezTo>
                <a:cubicBezTo>
                  <a:pt x="4289078" y="136195"/>
                  <a:pt x="4290915" y="148264"/>
                  <a:pt x="4293443" y="156691"/>
                </a:cubicBezTo>
                <a:cubicBezTo>
                  <a:pt x="4306543" y="156691"/>
                  <a:pt x="4307230" y="161244"/>
                  <a:pt x="4338942" y="161244"/>
                </a:cubicBezTo>
                <a:cubicBezTo>
                  <a:pt x="4352960" y="161244"/>
                  <a:pt x="4364219" y="157147"/>
                  <a:pt x="4373641" y="148719"/>
                </a:cubicBezTo>
                <a:cubicBezTo>
                  <a:pt x="4381916" y="141662"/>
                  <a:pt x="4389269" y="131184"/>
                  <a:pt x="4389269" y="117065"/>
                </a:cubicBezTo>
                <a:cubicBezTo>
                  <a:pt x="4389269" y="105222"/>
                  <a:pt x="4384212" y="97254"/>
                  <a:pt x="4377319" y="89737"/>
                </a:cubicBezTo>
                <a:cubicBezTo>
                  <a:pt x="4368357" y="79944"/>
                  <a:pt x="4355488" y="72886"/>
                  <a:pt x="4346526" y="68330"/>
                </a:cubicBezTo>
                <a:cubicBezTo>
                  <a:pt x="4337336" y="63778"/>
                  <a:pt x="4321017" y="51935"/>
                  <a:pt x="4321017" y="38956"/>
                </a:cubicBezTo>
                <a:cubicBezTo>
                  <a:pt x="4321017" y="26202"/>
                  <a:pt x="4328833" y="18456"/>
                  <a:pt x="4340551" y="18456"/>
                </a:cubicBezTo>
                <a:cubicBezTo>
                  <a:pt x="4360085" y="18456"/>
                  <a:pt x="4366519" y="35995"/>
                  <a:pt x="4370653" y="51025"/>
                </a:cubicBezTo>
                <a:cubicBezTo>
                  <a:pt x="4373872" y="51935"/>
                  <a:pt x="4379616" y="51935"/>
                  <a:pt x="4382144" y="49885"/>
                </a:cubicBezTo>
                <a:cubicBezTo>
                  <a:pt x="4382144" y="37816"/>
                  <a:pt x="4381225" y="28478"/>
                  <a:pt x="4379616" y="15269"/>
                </a:cubicBezTo>
                <a:close/>
                <a:moveTo>
                  <a:pt x="4458435" y="67392"/>
                </a:moveTo>
                <a:cubicBezTo>
                  <a:pt x="4474060" y="67392"/>
                  <a:pt x="4484631" y="85845"/>
                  <a:pt x="4484631" y="117055"/>
                </a:cubicBezTo>
                <a:cubicBezTo>
                  <a:pt x="4484631" y="144390"/>
                  <a:pt x="4473832" y="151680"/>
                  <a:pt x="4465560" y="151680"/>
                </a:cubicBezTo>
                <a:cubicBezTo>
                  <a:pt x="4446717" y="151680"/>
                  <a:pt x="4439361" y="123661"/>
                  <a:pt x="4439361" y="106803"/>
                </a:cubicBezTo>
                <a:cubicBezTo>
                  <a:pt x="4439361" y="85845"/>
                  <a:pt x="4443039" y="67392"/>
                  <a:pt x="4458435" y="67392"/>
                </a:cubicBezTo>
                <a:moveTo>
                  <a:pt x="4407190" y="111814"/>
                </a:moveTo>
                <a:cubicBezTo>
                  <a:pt x="4407190" y="141658"/>
                  <a:pt x="4431089" y="161244"/>
                  <a:pt x="4461882" y="161244"/>
                </a:cubicBezTo>
                <a:cubicBezTo>
                  <a:pt x="4478197" y="161244"/>
                  <a:pt x="4491756" y="156691"/>
                  <a:pt x="4501178" y="148264"/>
                </a:cubicBezTo>
                <a:cubicBezTo>
                  <a:pt x="4512896" y="138013"/>
                  <a:pt x="4516802" y="122521"/>
                  <a:pt x="4516802" y="109764"/>
                </a:cubicBezTo>
                <a:cubicBezTo>
                  <a:pt x="4516802" y="79923"/>
                  <a:pt x="4496350" y="57825"/>
                  <a:pt x="4462110" y="57825"/>
                </a:cubicBezTo>
                <a:cubicBezTo>
                  <a:pt x="4443039" y="57825"/>
                  <a:pt x="4428793" y="64431"/>
                  <a:pt x="4419830" y="74683"/>
                </a:cubicBezTo>
                <a:cubicBezTo>
                  <a:pt x="4411096" y="84705"/>
                  <a:pt x="4407190" y="98373"/>
                  <a:pt x="4407190" y="111814"/>
                </a:cubicBezTo>
                <a:close/>
                <a:moveTo>
                  <a:pt x="4642499" y="128710"/>
                </a:moveTo>
                <a:lnTo>
                  <a:pt x="4642499" y="89389"/>
                </a:lnTo>
                <a:cubicBezTo>
                  <a:pt x="4642499" y="70301"/>
                  <a:pt x="4642959" y="73025"/>
                  <a:pt x="4642959" y="67573"/>
                </a:cubicBezTo>
                <a:cubicBezTo>
                  <a:pt x="4642959" y="63702"/>
                  <a:pt x="4642040" y="61196"/>
                  <a:pt x="4640662" y="59827"/>
                </a:cubicBezTo>
                <a:cubicBezTo>
                  <a:pt x="4636524" y="60056"/>
                  <a:pt x="4631928" y="60286"/>
                  <a:pt x="4627562" y="60286"/>
                </a:cubicBezTo>
                <a:cubicBezTo>
                  <a:pt x="4621128" y="60286"/>
                  <a:pt x="4606191" y="60056"/>
                  <a:pt x="4597229" y="59827"/>
                </a:cubicBezTo>
                <a:cubicBezTo>
                  <a:pt x="4595851" y="61196"/>
                  <a:pt x="4595851" y="66207"/>
                  <a:pt x="4597229" y="67573"/>
                </a:cubicBezTo>
                <a:cubicBezTo>
                  <a:pt x="4608950" y="68709"/>
                  <a:pt x="4612625" y="70301"/>
                  <a:pt x="4612625" y="89389"/>
                </a:cubicBezTo>
                <a:lnTo>
                  <a:pt x="4612625" y="131438"/>
                </a:lnTo>
                <a:cubicBezTo>
                  <a:pt x="4612625" y="133711"/>
                  <a:pt x="4612625" y="135983"/>
                  <a:pt x="4612857" y="138256"/>
                </a:cubicBezTo>
                <a:cubicBezTo>
                  <a:pt x="4603435" y="143938"/>
                  <a:pt x="4595851" y="144393"/>
                  <a:pt x="4591713" y="144393"/>
                </a:cubicBezTo>
                <a:cubicBezTo>
                  <a:pt x="4582523" y="144393"/>
                  <a:pt x="4575630" y="143257"/>
                  <a:pt x="4575630" y="127348"/>
                </a:cubicBezTo>
                <a:lnTo>
                  <a:pt x="4575630" y="89389"/>
                </a:lnTo>
                <a:cubicBezTo>
                  <a:pt x="4575630" y="70301"/>
                  <a:pt x="4576089" y="73025"/>
                  <a:pt x="4576089" y="67573"/>
                </a:cubicBezTo>
                <a:cubicBezTo>
                  <a:pt x="4576089" y="63702"/>
                  <a:pt x="4575170" y="61196"/>
                  <a:pt x="4573792" y="59827"/>
                </a:cubicBezTo>
                <a:cubicBezTo>
                  <a:pt x="4569655" y="60056"/>
                  <a:pt x="4564830" y="60286"/>
                  <a:pt x="4560693" y="60286"/>
                </a:cubicBezTo>
                <a:cubicBezTo>
                  <a:pt x="4548974" y="60286"/>
                  <a:pt x="4540240" y="60056"/>
                  <a:pt x="4530359" y="59827"/>
                </a:cubicBezTo>
                <a:cubicBezTo>
                  <a:pt x="4528981" y="61196"/>
                  <a:pt x="4528981" y="66207"/>
                  <a:pt x="4530359" y="67573"/>
                </a:cubicBezTo>
                <a:cubicBezTo>
                  <a:pt x="4540931" y="68028"/>
                  <a:pt x="4545755" y="70301"/>
                  <a:pt x="4545755" y="89389"/>
                </a:cubicBezTo>
                <a:lnTo>
                  <a:pt x="4545755" y="124846"/>
                </a:lnTo>
                <a:cubicBezTo>
                  <a:pt x="4545755" y="148949"/>
                  <a:pt x="4555408" y="161244"/>
                  <a:pt x="4575170" y="161244"/>
                </a:cubicBezTo>
                <a:cubicBezTo>
                  <a:pt x="4583442" y="161244"/>
                  <a:pt x="4600216" y="154641"/>
                  <a:pt x="4613544" y="147354"/>
                </a:cubicBezTo>
                <a:cubicBezTo>
                  <a:pt x="4614003" y="153046"/>
                  <a:pt x="4614466" y="157372"/>
                  <a:pt x="4614466" y="157372"/>
                </a:cubicBezTo>
                <a:cubicBezTo>
                  <a:pt x="4614694" y="160107"/>
                  <a:pt x="4616531" y="161244"/>
                  <a:pt x="4619750" y="161244"/>
                </a:cubicBezTo>
                <a:cubicBezTo>
                  <a:pt x="4628253" y="158922"/>
                  <a:pt x="4642040" y="155732"/>
                  <a:pt x="4657896" y="153682"/>
                </a:cubicBezTo>
                <a:cubicBezTo>
                  <a:pt x="4658355" y="152316"/>
                  <a:pt x="4657896" y="147764"/>
                  <a:pt x="4657436" y="146395"/>
                </a:cubicBezTo>
                <a:cubicBezTo>
                  <a:pt x="4645027" y="145303"/>
                  <a:pt x="4642499" y="141665"/>
                  <a:pt x="4642499" y="128710"/>
                </a:cubicBezTo>
                <a:close/>
                <a:moveTo>
                  <a:pt x="4677197" y="60272"/>
                </a:moveTo>
                <a:cubicBezTo>
                  <a:pt x="4673981" y="60272"/>
                  <a:pt x="4670535" y="61186"/>
                  <a:pt x="4667547" y="63691"/>
                </a:cubicBezTo>
                <a:lnTo>
                  <a:pt x="4667547" y="70294"/>
                </a:lnTo>
                <a:cubicBezTo>
                  <a:pt x="4667547" y="71434"/>
                  <a:pt x="4667775" y="71660"/>
                  <a:pt x="4668694" y="71660"/>
                </a:cubicBezTo>
                <a:lnTo>
                  <a:pt x="4683631" y="71660"/>
                </a:lnTo>
                <a:cubicBezTo>
                  <a:pt x="4683171" y="94616"/>
                  <a:pt x="4682944" y="123709"/>
                  <a:pt x="4682944" y="135076"/>
                </a:cubicBezTo>
                <a:cubicBezTo>
                  <a:pt x="4682944" y="143031"/>
                  <a:pt x="4685012" y="150770"/>
                  <a:pt x="4689837" y="154867"/>
                </a:cubicBezTo>
                <a:cubicBezTo>
                  <a:pt x="4695121" y="159197"/>
                  <a:pt x="4703393" y="161244"/>
                  <a:pt x="4708908" y="161244"/>
                </a:cubicBezTo>
                <a:cubicBezTo>
                  <a:pt x="4721549" y="161244"/>
                  <a:pt x="4735563" y="154867"/>
                  <a:pt x="4740160" y="148490"/>
                </a:cubicBezTo>
                <a:cubicBezTo>
                  <a:pt x="4740160" y="145759"/>
                  <a:pt x="4738782" y="144393"/>
                  <a:pt x="4736026" y="142120"/>
                </a:cubicBezTo>
                <a:cubicBezTo>
                  <a:pt x="4733039" y="144393"/>
                  <a:pt x="4727292" y="145303"/>
                  <a:pt x="4722927" y="145303"/>
                </a:cubicBezTo>
                <a:cubicBezTo>
                  <a:pt x="4717870" y="145303"/>
                  <a:pt x="4712814" y="141439"/>
                  <a:pt x="4712814" y="130076"/>
                </a:cubicBezTo>
                <a:cubicBezTo>
                  <a:pt x="4712814" y="118709"/>
                  <a:pt x="4712586" y="94390"/>
                  <a:pt x="4712586" y="71660"/>
                </a:cubicBezTo>
                <a:lnTo>
                  <a:pt x="4735795" y="71660"/>
                </a:lnTo>
                <a:cubicBezTo>
                  <a:pt x="4738091" y="71660"/>
                  <a:pt x="4741310" y="70749"/>
                  <a:pt x="4741310" y="68699"/>
                </a:cubicBezTo>
                <a:lnTo>
                  <a:pt x="4741310" y="61641"/>
                </a:lnTo>
                <a:cubicBezTo>
                  <a:pt x="4741310" y="60730"/>
                  <a:pt x="4740620" y="60272"/>
                  <a:pt x="4739473" y="60272"/>
                </a:cubicBezTo>
                <a:lnTo>
                  <a:pt x="4712586" y="60272"/>
                </a:lnTo>
                <a:lnTo>
                  <a:pt x="4712814" y="52529"/>
                </a:lnTo>
                <a:cubicBezTo>
                  <a:pt x="4713274" y="37270"/>
                  <a:pt x="4713964" y="26796"/>
                  <a:pt x="4713964" y="26796"/>
                </a:cubicBezTo>
                <a:cubicBezTo>
                  <a:pt x="4713964" y="25427"/>
                  <a:pt x="4713274" y="24746"/>
                  <a:pt x="4712127" y="24746"/>
                </a:cubicBezTo>
                <a:cubicBezTo>
                  <a:pt x="4710518" y="24746"/>
                  <a:pt x="4702015" y="27252"/>
                  <a:pt x="4698340" y="28847"/>
                </a:cubicBezTo>
                <a:cubicBezTo>
                  <a:pt x="4694430" y="30438"/>
                  <a:pt x="4687768" y="31804"/>
                  <a:pt x="4686159" y="33854"/>
                </a:cubicBezTo>
                <a:cubicBezTo>
                  <a:pt x="4684549" y="35905"/>
                  <a:pt x="4683631" y="42055"/>
                  <a:pt x="4683631" y="60272"/>
                </a:cubicBezTo>
                <a:lnTo>
                  <a:pt x="4677197" y="60272"/>
                </a:lnTo>
                <a:close/>
                <a:moveTo>
                  <a:pt x="4866318" y="129839"/>
                </a:moveTo>
                <a:lnTo>
                  <a:pt x="4866318" y="94282"/>
                </a:lnTo>
                <a:cubicBezTo>
                  <a:pt x="4866318" y="69213"/>
                  <a:pt x="4855515" y="57825"/>
                  <a:pt x="4835753" y="57825"/>
                </a:cubicBezTo>
                <a:cubicBezTo>
                  <a:pt x="4827250" y="57825"/>
                  <a:pt x="4810935" y="66252"/>
                  <a:pt x="4797839" y="74224"/>
                </a:cubicBezTo>
                <a:lnTo>
                  <a:pt x="4797839" y="26126"/>
                </a:lnTo>
                <a:cubicBezTo>
                  <a:pt x="4797839" y="11301"/>
                  <a:pt x="4798526" y="2919"/>
                  <a:pt x="4798526" y="2919"/>
                </a:cubicBezTo>
                <a:cubicBezTo>
                  <a:pt x="4798526" y="900"/>
                  <a:pt x="4796920" y="0"/>
                  <a:pt x="4794852" y="0"/>
                </a:cubicBezTo>
                <a:cubicBezTo>
                  <a:pt x="4786349" y="2693"/>
                  <a:pt x="4767965" y="5164"/>
                  <a:pt x="4751650" y="5835"/>
                </a:cubicBezTo>
                <a:cubicBezTo>
                  <a:pt x="4750959" y="8570"/>
                  <a:pt x="4751191" y="11075"/>
                  <a:pt x="4752341" y="13122"/>
                </a:cubicBezTo>
                <a:cubicBezTo>
                  <a:pt x="4766815" y="14265"/>
                  <a:pt x="4767965" y="14491"/>
                  <a:pt x="4767965" y="30230"/>
                </a:cubicBezTo>
                <a:lnTo>
                  <a:pt x="4767965" y="130069"/>
                </a:lnTo>
                <a:cubicBezTo>
                  <a:pt x="4767965" y="148987"/>
                  <a:pt x="4764290" y="151037"/>
                  <a:pt x="4750272" y="151722"/>
                </a:cubicBezTo>
                <a:cubicBezTo>
                  <a:pt x="4748894" y="153088"/>
                  <a:pt x="4748894" y="158099"/>
                  <a:pt x="4750272" y="159464"/>
                </a:cubicBezTo>
                <a:cubicBezTo>
                  <a:pt x="4759921" y="159239"/>
                  <a:pt x="4770262" y="159009"/>
                  <a:pt x="4782902" y="159009"/>
                </a:cubicBezTo>
                <a:cubicBezTo>
                  <a:pt x="4793933" y="159009"/>
                  <a:pt x="4801054" y="159239"/>
                  <a:pt x="4810935" y="159464"/>
                </a:cubicBezTo>
                <a:cubicBezTo>
                  <a:pt x="4812317" y="158099"/>
                  <a:pt x="4812317" y="153088"/>
                  <a:pt x="4810935" y="151722"/>
                </a:cubicBezTo>
                <a:cubicBezTo>
                  <a:pt x="4801286" y="151037"/>
                  <a:pt x="4797839" y="148987"/>
                  <a:pt x="4797839" y="130069"/>
                </a:cubicBezTo>
                <a:lnTo>
                  <a:pt x="4797839" y="83343"/>
                </a:lnTo>
                <a:cubicBezTo>
                  <a:pt x="4807489" y="77414"/>
                  <a:pt x="4815073" y="74679"/>
                  <a:pt x="4819210" y="74679"/>
                </a:cubicBezTo>
                <a:cubicBezTo>
                  <a:pt x="4828400" y="74679"/>
                  <a:pt x="4836444" y="78784"/>
                  <a:pt x="4836444" y="91777"/>
                </a:cubicBezTo>
                <a:lnTo>
                  <a:pt x="4836444" y="129839"/>
                </a:lnTo>
                <a:cubicBezTo>
                  <a:pt x="4836444" y="148987"/>
                  <a:pt x="4832766" y="151037"/>
                  <a:pt x="4823344" y="151722"/>
                </a:cubicBezTo>
                <a:cubicBezTo>
                  <a:pt x="4821966" y="153088"/>
                  <a:pt x="4821966" y="158099"/>
                  <a:pt x="4823344" y="159464"/>
                </a:cubicBezTo>
                <a:cubicBezTo>
                  <a:pt x="4832997" y="159239"/>
                  <a:pt x="4840350" y="159009"/>
                  <a:pt x="4851381" y="159009"/>
                </a:cubicBezTo>
                <a:cubicBezTo>
                  <a:pt x="4864018" y="159009"/>
                  <a:pt x="4874130" y="159239"/>
                  <a:pt x="4884011" y="159464"/>
                </a:cubicBezTo>
                <a:cubicBezTo>
                  <a:pt x="4885389" y="158099"/>
                  <a:pt x="4885389" y="153088"/>
                  <a:pt x="4884011" y="151722"/>
                </a:cubicBezTo>
                <a:cubicBezTo>
                  <a:pt x="4869993" y="151037"/>
                  <a:pt x="4866318" y="148987"/>
                  <a:pt x="4866318" y="129839"/>
                </a:cubicBezTo>
                <a:close/>
                <a:moveTo>
                  <a:pt x="4968573" y="39821"/>
                </a:moveTo>
                <a:lnTo>
                  <a:pt x="4968573" y="131212"/>
                </a:lnTo>
                <a:cubicBezTo>
                  <a:pt x="4968573" y="150127"/>
                  <a:pt x="4962139" y="151041"/>
                  <a:pt x="4949502" y="151722"/>
                </a:cubicBezTo>
                <a:cubicBezTo>
                  <a:pt x="4947205" y="153088"/>
                  <a:pt x="4947205" y="158099"/>
                  <a:pt x="4949502" y="159464"/>
                </a:cubicBezTo>
                <a:cubicBezTo>
                  <a:pt x="4958692" y="159239"/>
                  <a:pt x="4975698" y="159009"/>
                  <a:pt x="4984888" y="159009"/>
                </a:cubicBezTo>
                <a:cubicBezTo>
                  <a:pt x="4994082" y="159009"/>
                  <a:pt x="5010628" y="159239"/>
                  <a:pt x="5019818" y="159464"/>
                </a:cubicBezTo>
                <a:cubicBezTo>
                  <a:pt x="5022115" y="158099"/>
                  <a:pt x="5022115" y="153088"/>
                  <a:pt x="5019818" y="151722"/>
                </a:cubicBezTo>
                <a:cubicBezTo>
                  <a:pt x="5007178" y="151041"/>
                  <a:pt x="5000744" y="150127"/>
                  <a:pt x="5000744" y="131212"/>
                </a:cubicBezTo>
                <a:lnTo>
                  <a:pt x="5000744" y="86543"/>
                </a:lnTo>
                <a:cubicBezTo>
                  <a:pt x="5007641" y="88138"/>
                  <a:pt x="5011087" y="91329"/>
                  <a:pt x="5015681" y="97254"/>
                </a:cubicBezTo>
                <a:lnTo>
                  <a:pt x="5050380" y="142152"/>
                </a:lnTo>
                <a:cubicBezTo>
                  <a:pt x="5054976" y="148077"/>
                  <a:pt x="5058192" y="154457"/>
                  <a:pt x="5058655" y="158099"/>
                </a:cubicBezTo>
                <a:cubicBezTo>
                  <a:pt x="5058655" y="158783"/>
                  <a:pt x="5058883" y="159464"/>
                  <a:pt x="5059801" y="159464"/>
                </a:cubicBezTo>
                <a:cubicBezTo>
                  <a:pt x="5064398" y="159239"/>
                  <a:pt x="5076576" y="159009"/>
                  <a:pt x="5083469" y="159009"/>
                </a:cubicBezTo>
                <a:cubicBezTo>
                  <a:pt x="5092431" y="159009"/>
                  <a:pt x="5101625" y="159239"/>
                  <a:pt x="5110587" y="159464"/>
                </a:cubicBezTo>
                <a:cubicBezTo>
                  <a:pt x="5111965" y="158099"/>
                  <a:pt x="5111965" y="153088"/>
                  <a:pt x="5110587" y="151722"/>
                </a:cubicBezTo>
                <a:cubicBezTo>
                  <a:pt x="5103694" y="150811"/>
                  <a:pt x="5098638" y="148987"/>
                  <a:pt x="5092663" y="142152"/>
                </a:cubicBezTo>
                <a:lnTo>
                  <a:pt x="5042340" y="83124"/>
                </a:lnTo>
                <a:cubicBezTo>
                  <a:pt x="5038430" y="78565"/>
                  <a:pt x="5035443" y="74690"/>
                  <a:pt x="5035443" y="72869"/>
                </a:cubicBezTo>
                <a:cubicBezTo>
                  <a:pt x="5035443" y="71270"/>
                  <a:pt x="5035674" y="68536"/>
                  <a:pt x="5038202" y="66259"/>
                </a:cubicBezTo>
                <a:lnTo>
                  <a:pt x="5063248" y="44151"/>
                </a:lnTo>
                <a:cubicBezTo>
                  <a:pt x="5076807" y="32301"/>
                  <a:pt x="5089675" y="21361"/>
                  <a:pt x="5103234" y="19311"/>
                </a:cubicBezTo>
                <a:cubicBezTo>
                  <a:pt x="5104612" y="17945"/>
                  <a:pt x="5104612" y="12934"/>
                  <a:pt x="5103234" y="11565"/>
                </a:cubicBezTo>
                <a:cubicBezTo>
                  <a:pt x="5097487" y="11794"/>
                  <a:pt x="5089444" y="12024"/>
                  <a:pt x="5081404" y="12024"/>
                </a:cubicBezTo>
                <a:cubicBezTo>
                  <a:pt x="5072210" y="12024"/>
                  <a:pt x="5061870" y="11794"/>
                  <a:pt x="5053139" y="11565"/>
                </a:cubicBezTo>
                <a:cubicBezTo>
                  <a:pt x="5051758" y="12934"/>
                  <a:pt x="5051758" y="17945"/>
                  <a:pt x="5053139" y="19311"/>
                </a:cubicBezTo>
                <a:cubicBezTo>
                  <a:pt x="5066695" y="20677"/>
                  <a:pt x="5065776" y="27742"/>
                  <a:pt x="5054286" y="39366"/>
                </a:cubicBezTo>
                <a:cubicBezTo>
                  <a:pt x="5047164" y="46660"/>
                  <a:pt x="5029699" y="61015"/>
                  <a:pt x="5029699" y="61015"/>
                </a:cubicBezTo>
                <a:cubicBezTo>
                  <a:pt x="5014762" y="74235"/>
                  <a:pt x="5008328" y="78565"/>
                  <a:pt x="5000744" y="81074"/>
                </a:cubicBezTo>
                <a:lnTo>
                  <a:pt x="5000744" y="39821"/>
                </a:lnTo>
                <a:cubicBezTo>
                  <a:pt x="5000744" y="20906"/>
                  <a:pt x="5007178" y="19992"/>
                  <a:pt x="5019818" y="19311"/>
                </a:cubicBezTo>
                <a:cubicBezTo>
                  <a:pt x="5022115" y="17945"/>
                  <a:pt x="5022115" y="12934"/>
                  <a:pt x="5019818" y="11565"/>
                </a:cubicBezTo>
                <a:cubicBezTo>
                  <a:pt x="5010628" y="11794"/>
                  <a:pt x="4994082" y="12024"/>
                  <a:pt x="4984888" y="12024"/>
                </a:cubicBezTo>
                <a:cubicBezTo>
                  <a:pt x="4975698" y="12024"/>
                  <a:pt x="4958692" y="11794"/>
                  <a:pt x="4949502" y="11565"/>
                </a:cubicBezTo>
                <a:cubicBezTo>
                  <a:pt x="4947205" y="12934"/>
                  <a:pt x="4947205" y="17945"/>
                  <a:pt x="4949502" y="19311"/>
                </a:cubicBezTo>
                <a:cubicBezTo>
                  <a:pt x="4962139" y="19992"/>
                  <a:pt x="4968573" y="20906"/>
                  <a:pt x="4968573" y="39821"/>
                </a:cubicBezTo>
                <a:close/>
                <a:moveTo>
                  <a:pt x="5168265" y="67392"/>
                </a:moveTo>
                <a:cubicBezTo>
                  <a:pt x="5183889" y="67392"/>
                  <a:pt x="5194461" y="85845"/>
                  <a:pt x="5194461" y="117055"/>
                </a:cubicBezTo>
                <a:cubicBezTo>
                  <a:pt x="5194461" y="144390"/>
                  <a:pt x="5183661" y="151680"/>
                  <a:pt x="5175390" y="151680"/>
                </a:cubicBezTo>
                <a:cubicBezTo>
                  <a:pt x="5156546" y="151680"/>
                  <a:pt x="5149190" y="123661"/>
                  <a:pt x="5149190" y="106803"/>
                </a:cubicBezTo>
                <a:cubicBezTo>
                  <a:pt x="5149190" y="85845"/>
                  <a:pt x="5152868" y="67392"/>
                  <a:pt x="5168265" y="67392"/>
                </a:cubicBezTo>
                <a:moveTo>
                  <a:pt x="5117019" y="111814"/>
                </a:moveTo>
                <a:cubicBezTo>
                  <a:pt x="5117019" y="141658"/>
                  <a:pt x="5140919" y="161244"/>
                  <a:pt x="5171711" y="161244"/>
                </a:cubicBezTo>
                <a:cubicBezTo>
                  <a:pt x="5188026" y="161244"/>
                  <a:pt x="5201585" y="156691"/>
                  <a:pt x="5211007" y="148264"/>
                </a:cubicBezTo>
                <a:cubicBezTo>
                  <a:pt x="5222725" y="138013"/>
                  <a:pt x="5226631" y="122521"/>
                  <a:pt x="5226631" y="109764"/>
                </a:cubicBezTo>
                <a:cubicBezTo>
                  <a:pt x="5226631" y="79923"/>
                  <a:pt x="5206179" y="57825"/>
                  <a:pt x="5171939" y="57825"/>
                </a:cubicBezTo>
                <a:cubicBezTo>
                  <a:pt x="5152868" y="57825"/>
                  <a:pt x="5138622" y="64431"/>
                  <a:pt x="5129660" y="74683"/>
                </a:cubicBezTo>
                <a:cubicBezTo>
                  <a:pt x="5120925" y="84705"/>
                  <a:pt x="5117019" y="98373"/>
                  <a:pt x="5117019" y="111814"/>
                </a:cubicBezTo>
                <a:close/>
                <a:moveTo>
                  <a:pt x="5287528" y="97928"/>
                </a:moveTo>
                <a:cubicBezTo>
                  <a:pt x="5287528" y="89720"/>
                  <a:pt x="5290056" y="86300"/>
                  <a:pt x="5293043" y="82881"/>
                </a:cubicBezTo>
                <a:cubicBezTo>
                  <a:pt x="5294880" y="80601"/>
                  <a:pt x="5296949" y="79006"/>
                  <a:pt x="5300396" y="79006"/>
                </a:cubicBezTo>
                <a:cubicBezTo>
                  <a:pt x="5302465" y="79006"/>
                  <a:pt x="5304989" y="81060"/>
                  <a:pt x="5306830" y="83339"/>
                </a:cubicBezTo>
                <a:cubicBezTo>
                  <a:pt x="5308440" y="85160"/>
                  <a:pt x="5312346" y="86985"/>
                  <a:pt x="5317630" y="86985"/>
                </a:cubicBezTo>
                <a:cubicBezTo>
                  <a:pt x="5324295" y="86985"/>
                  <a:pt x="5330729" y="80146"/>
                  <a:pt x="5330729" y="70582"/>
                </a:cubicBezTo>
                <a:cubicBezTo>
                  <a:pt x="5330729" y="64661"/>
                  <a:pt x="5323832" y="57825"/>
                  <a:pt x="5315561" y="57825"/>
                </a:cubicBezTo>
                <a:cubicBezTo>
                  <a:pt x="5307517" y="57825"/>
                  <a:pt x="5298787" y="64661"/>
                  <a:pt x="5288215" y="79691"/>
                </a:cubicBezTo>
                <a:lnTo>
                  <a:pt x="5287296" y="79691"/>
                </a:lnTo>
                <a:cubicBezTo>
                  <a:pt x="5286837" y="72858"/>
                  <a:pt x="5285687" y="61700"/>
                  <a:pt x="5285687" y="61700"/>
                </a:cubicBezTo>
                <a:cubicBezTo>
                  <a:pt x="5285459" y="59650"/>
                  <a:pt x="5283622" y="57825"/>
                  <a:pt x="5280403" y="57825"/>
                </a:cubicBezTo>
                <a:cubicBezTo>
                  <a:pt x="5269603" y="60605"/>
                  <a:pt x="5257426" y="63795"/>
                  <a:pt x="5242257" y="65387"/>
                </a:cubicBezTo>
                <a:cubicBezTo>
                  <a:pt x="5241798" y="66756"/>
                  <a:pt x="5242257" y="71083"/>
                  <a:pt x="5242716" y="72448"/>
                </a:cubicBezTo>
                <a:cubicBezTo>
                  <a:pt x="5255357" y="73588"/>
                  <a:pt x="5257653" y="75639"/>
                  <a:pt x="5257653" y="88621"/>
                </a:cubicBezTo>
                <a:lnTo>
                  <a:pt x="5257653" y="131222"/>
                </a:lnTo>
                <a:cubicBezTo>
                  <a:pt x="5257653" y="150127"/>
                  <a:pt x="5255125" y="150586"/>
                  <a:pt x="5241107" y="151722"/>
                </a:cubicBezTo>
                <a:cubicBezTo>
                  <a:pt x="5239729" y="153088"/>
                  <a:pt x="5239729" y="158099"/>
                  <a:pt x="5241107" y="159464"/>
                </a:cubicBezTo>
                <a:cubicBezTo>
                  <a:pt x="5250760" y="159239"/>
                  <a:pt x="5260409" y="159009"/>
                  <a:pt x="5272591" y="159009"/>
                </a:cubicBezTo>
                <a:cubicBezTo>
                  <a:pt x="5284768" y="159009"/>
                  <a:pt x="5294190" y="159239"/>
                  <a:pt x="5304071" y="159464"/>
                </a:cubicBezTo>
                <a:cubicBezTo>
                  <a:pt x="5305452" y="158099"/>
                  <a:pt x="5305452" y="153088"/>
                  <a:pt x="5304071" y="151722"/>
                </a:cubicBezTo>
                <a:cubicBezTo>
                  <a:pt x="5290056" y="150811"/>
                  <a:pt x="5287528" y="150127"/>
                  <a:pt x="5287528" y="131222"/>
                </a:cubicBezTo>
                <a:lnTo>
                  <a:pt x="5287528" y="97928"/>
                </a:lnTo>
                <a:close/>
                <a:moveTo>
                  <a:pt x="5372319" y="96312"/>
                </a:moveTo>
                <a:cubicBezTo>
                  <a:pt x="5372551" y="88343"/>
                  <a:pt x="5373701" y="79687"/>
                  <a:pt x="5376916" y="75135"/>
                </a:cubicBezTo>
                <a:cubicBezTo>
                  <a:pt x="5380594" y="69668"/>
                  <a:pt x="5386797" y="67392"/>
                  <a:pt x="5389325" y="67392"/>
                </a:cubicBezTo>
                <a:cubicBezTo>
                  <a:pt x="5395531" y="67392"/>
                  <a:pt x="5404031" y="73314"/>
                  <a:pt x="5404031" y="91530"/>
                </a:cubicBezTo>
                <a:cubicBezTo>
                  <a:pt x="5404031" y="92896"/>
                  <a:pt x="5404031" y="95857"/>
                  <a:pt x="5403571" y="96312"/>
                </a:cubicBezTo>
                <a:lnTo>
                  <a:pt x="5372319" y="96312"/>
                </a:lnTo>
                <a:moveTo>
                  <a:pt x="5430689" y="129579"/>
                </a:moveTo>
                <a:cubicBezTo>
                  <a:pt x="5421268" y="139153"/>
                  <a:pt x="5408859" y="141658"/>
                  <a:pt x="5400124" y="141658"/>
                </a:cubicBezTo>
                <a:cubicBezTo>
                  <a:pt x="5382200" y="141658"/>
                  <a:pt x="5371173" y="131403"/>
                  <a:pt x="5371173" y="109069"/>
                </a:cubicBezTo>
                <a:cubicBezTo>
                  <a:pt x="5371173" y="107474"/>
                  <a:pt x="5371400" y="106560"/>
                  <a:pt x="5371400" y="105420"/>
                </a:cubicBezTo>
                <a:lnTo>
                  <a:pt x="5426552" y="105420"/>
                </a:lnTo>
                <a:cubicBezTo>
                  <a:pt x="5432067" y="105420"/>
                  <a:pt x="5433214" y="101549"/>
                  <a:pt x="5433214" y="98362"/>
                </a:cubicBezTo>
                <a:cubicBezTo>
                  <a:pt x="5433214" y="79006"/>
                  <a:pt x="5425633" y="57825"/>
                  <a:pt x="5391853" y="57825"/>
                </a:cubicBezTo>
                <a:cubicBezTo>
                  <a:pt x="5367726" y="57825"/>
                  <a:pt x="5340148" y="79006"/>
                  <a:pt x="5340148" y="113854"/>
                </a:cubicBezTo>
                <a:cubicBezTo>
                  <a:pt x="5340148" y="127073"/>
                  <a:pt x="5344977" y="140977"/>
                  <a:pt x="5354857" y="149859"/>
                </a:cubicBezTo>
                <a:cubicBezTo>
                  <a:pt x="5363588" y="157602"/>
                  <a:pt x="5374847" y="161244"/>
                  <a:pt x="5391162" y="161244"/>
                </a:cubicBezTo>
                <a:cubicBezTo>
                  <a:pt x="5407018" y="161244"/>
                  <a:pt x="5422646" y="153275"/>
                  <a:pt x="5434136" y="136647"/>
                </a:cubicBezTo>
                <a:cubicBezTo>
                  <a:pt x="5434136" y="133683"/>
                  <a:pt x="5432986" y="129579"/>
                  <a:pt x="5430689" y="129579"/>
                </a:cubicBezTo>
                <a:close/>
                <a:moveTo>
                  <a:pt x="5511806" y="147809"/>
                </a:moveTo>
                <a:cubicBezTo>
                  <a:pt x="5513411" y="157147"/>
                  <a:pt x="5519618" y="161244"/>
                  <a:pt x="5529727" y="161244"/>
                </a:cubicBezTo>
                <a:cubicBezTo>
                  <a:pt x="5542367" y="161244"/>
                  <a:pt x="5551329" y="156462"/>
                  <a:pt x="5559832" y="148490"/>
                </a:cubicBezTo>
                <a:cubicBezTo>
                  <a:pt x="5559373" y="145759"/>
                  <a:pt x="5558451" y="143938"/>
                  <a:pt x="5555695" y="142113"/>
                </a:cubicBezTo>
                <a:cubicBezTo>
                  <a:pt x="5552707" y="144393"/>
                  <a:pt x="5550411" y="145303"/>
                  <a:pt x="5546045" y="145303"/>
                </a:cubicBezTo>
                <a:cubicBezTo>
                  <a:pt x="5540989" y="145303"/>
                  <a:pt x="5539611" y="141203"/>
                  <a:pt x="5539611" y="130041"/>
                </a:cubicBezTo>
                <a:lnTo>
                  <a:pt x="5540070" y="97236"/>
                </a:lnTo>
                <a:cubicBezTo>
                  <a:pt x="5540070" y="64431"/>
                  <a:pt x="5519618" y="57825"/>
                  <a:pt x="5500775" y="57825"/>
                </a:cubicBezTo>
                <a:cubicBezTo>
                  <a:pt x="5484000" y="57825"/>
                  <a:pt x="5458264" y="67392"/>
                  <a:pt x="5458264" y="82429"/>
                </a:cubicBezTo>
                <a:cubicBezTo>
                  <a:pt x="5458264" y="88806"/>
                  <a:pt x="5461020" y="93817"/>
                  <a:pt x="5469982" y="93817"/>
                </a:cubicBezTo>
                <a:cubicBezTo>
                  <a:pt x="5478253" y="93817"/>
                  <a:pt x="5484228" y="88806"/>
                  <a:pt x="5484228" y="83339"/>
                </a:cubicBezTo>
                <a:cubicBezTo>
                  <a:pt x="5484228" y="80379"/>
                  <a:pt x="5482622" y="76504"/>
                  <a:pt x="5483309" y="72633"/>
                </a:cubicBezTo>
                <a:cubicBezTo>
                  <a:pt x="5483541" y="70127"/>
                  <a:pt x="5485378" y="67392"/>
                  <a:pt x="5492962" y="67392"/>
                </a:cubicBezTo>
                <a:cubicBezTo>
                  <a:pt x="5502612" y="67392"/>
                  <a:pt x="5510655" y="71493"/>
                  <a:pt x="5510655" y="100426"/>
                </a:cubicBezTo>
                <a:lnTo>
                  <a:pt x="5495259" y="105208"/>
                </a:lnTo>
                <a:cubicBezTo>
                  <a:pt x="5471132" y="112725"/>
                  <a:pt x="5454126" y="119334"/>
                  <a:pt x="5454126" y="137328"/>
                </a:cubicBezTo>
                <a:cubicBezTo>
                  <a:pt x="5454126" y="153046"/>
                  <a:pt x="5462857" y="161244"/>
                  <a:pt x="5482850" y="161244"/>
                </a:cubicBezTo>
                <a:cubicBezTo>
                  <a:pt x="5489516" y="161244"/>
                  <a:pt x="5502843" y="153956"/>
                  <a:pt x="5510424" y="148035"/>
                </a:cubicBezTo>
                <a:lnTo>
                  <a:pt x="5511806" y="147809"/>
                </a:lnTo>
                <a:moveTo>
                  <a:pt x="5510655" y="109309"/>
                </a:moveTo>
                <a:lnTo>
                  <a:pt x="5510655" y="139378"/>
                </a:lnTo>
                <a:cubicBezTo>
                  <a:pt x="5504912" y="143934"/>
                  <a:pt x="5499165" y="147580"/>
                  <a:pt x="5495031" y="147580"/>
                </a:cubicBezTo>
                <a:cubicBezTo>
                  <a:pt x="5485147" y="147580"/>
                  <a:pt x="5481700" y="140974"/>
                  <a:pt x="5481700" y="133912"/>
                </a:cubicBezTo>
                <a:cubicBezTo>
                  <a:pt x="5481700" y="125485"/>
                  <a:pt x="5482391" y="118420"/>
                  <a:pt x="5498706" y="113183"/>
                </a:cubicBezTo>
                <a:lnTo>
                  <a:pt x="5510655" y="109309"/>
                </a:lnTo>
                <a:close/>
                <a:moveTo>
                  <a:pt x="5586029" y="130107"/>
                </a:moveTo>
                <a:cubicBezTo>
                  <a:pt x="5580054" y="130107"/>
                  <a:pt x="5571551" y="139219"/>
                  <a:pt x="5571551" y="144456"/>
                </a:cubicBezTo>
                <a:cubicBezTo>
                  <a:pt x="5571551" y="150151"/>
                  <a:pt x="5576376" y="156528"/>
                  <a:pt x="5580741" y="157664"/>
                </a:cubicBezTo>
                <a:cubicBezTo>
                  <a:pt x="5583729" y="158349"/>
                  <a:pt x="5589016" y="160170"/>
                  <a:pt x="5589016" y="165177"/>
                </a:cubicBezTo>
                <a:cubicBezTo>
                  <a:pt x="5589016" y="171095"/>
                  <a:pt x="5577295" y="187262"/>
                  <a:pt x="5566954" y="189993"/>
                </a:cubicBezTo>
                <a:cubicBezTo>
                  <a:pt x="5565804" y="192954"/>
                  <a:pt x="5566036" y="195230"/>
                  <a:pt x="5568564" y="197051"/>
                </a:cubicBezTo>
                <a:cubicBezTo>
                  <a:pt x="5577067" y="195685"/>
                  <a:pt x="5586948" y="189993"/>
                  <a:pt x="5593610" y="183620"/>
                </a:cubicBezTo>
                <a:cubicBezTo>
                  <a:pt x="5600044" y="177243"/>
                  <a:pt x="5606019" y="166088"/>
                  <a:pt x="5606019" y="158120"/>
                </a:cubicBezTo>
                <a:cubicBezTo>
                  <a:pt x="5606019" y="139444"/>
                  <a:pt x="5598434" y="130107"/>
                  <a:pt x="5586029" y="130107"/>
                </a:cubicBezTo>
                <a:close/>
                <a:moveTo>
                  <a:pt x="5737460" y="40047"/>
                </a:moveTo>
                <a:cubicBezTo>
                  <a:pt x="5737460" y="21132"/>
                  <a:pt x="5741367" y="19996"/>
                  <a:pt x="5755154" y="19311"/>
                </a:cubicBezTo>
                <a:cubicBezTo>
                  <a:pt x="5756535" y="17945"/>
                  <a:pt x="5756535" y="12934"/>
                  <a:pt x="5755154" y="11565"/>
                </a:cubicBezTo>
                <a:cubicBezTo>
                  <a:pt x="5743895" y="11794"/>
                  <a:pt x="5734473" y="12024"/>
                  <a:pt x="5721145" y="12024"/>
                </a:cubicBezTo>
                <a:cubicBezTo>
                  <a:pt x="5706208" y="12024"/>
                  <a:pt x="5694490" y="11794"/>
                  <a:pt x="5683000" y="11565"/>
                </a:cubicBezTo>
                <a:cubicBezTo>
                  <a:pt x="5681622" y="12934"/>
                  <a:pt x="5681622" y="17945"/>
                  <a:pt x="5683000" y="19311"/>
                </a:cubicBezTo>
                <a:cubicBezTo>
                  <a:pt x="5701384" y="19996"/>
                  <a:pt x="5705290" y="21132"/>
                  <a:pt x="5705290" y="40047"/>
                </a:cubicBezTo>
                <a:lnTo>
                  <a:pt x="5705290" y="140532"/>
                </a:lnTo>
                <a:cubicBezTo>
                  <a:pt x="5705290" y="181549"/>
                  <a:pt x="5703912" y="188155"/>
                  <a:pt x="5694031" y="188155"/>
                </a:cubicBezTo>
                <a:cubicBezTo>
                  <a:pt x="5689893" y="188155"/>
                  <a:pt x="5685759" y="185878"/>
                  <a:pt x="5683459" y="182914"/>
                </a:cubicBezTo>
                <a:cubicBezTo>
                  <a:pt x="5680472" y="179043"/>
                  <a:pt x="5679325" y="172663"/>
                  <a:pt x="5670131" y="172663"/>
                </a:cubicBezTo>
                <a:cubicBezTo>
                  <a:pt x="5665994" y="172663"/>
                  <a:pt x="5656804" y="178814"/>
                  <a:pt x="5656804" y="185423"/>
                </a:cubicBezTo>
                <a:cubicBezTo>
                  <a:pt x="5656804" y="196126"/>
                  <a:pt x="5672660" y="201593"/>
                  <a:pt x="5679325" y="201593"/>
                </a:cubicBezTo>
                <a:cubicBezTo>
                  <a:pt x="5692881" y="201593"/>
                  <a:pt x="5704599" y="196356"/>
                  <a:pt x="5714020" y="188384"/>
                </a:cubicBezTo>
                <a:cubicBezTo>
                  <a:pt x="5724133" y="179953"/>
                  <a:pt x="5737460" y="168103"/>
                  <a:pt x="5737460" y="135521"/>
                </a:cubicBezTo>
                <a:lnTo>
                  <a:pt x="5737460" y="40047"/>
                </a:lnTo>
                <a:close/>
                <a:moveTo>
                  <a:pt x="5826392" y="147809"/>
                </a:moveTo>
                <a:cubicBezTo>
                  <a:pt x="5827998" y="157147"/>
                  <a:pt x="5834204" y="161244"/>
                  <a:pt x="5844313" y="161244"/>
                </a:cubicBezTo>
                <a:cubicBezTo>
                  <a:pt x="5856953" y="161244"/>
                  <a:pt x="5865915" y="156462"/>
                  <a:pt x="5874418" y="148490"/>
                </a:cubicBezTo>
                <a:cubicBezTo>
                  <a:pt x="5873959" y="145759"/>
                  <a:pt x="5873037" y="143938"/>
                  <a:pt x="5870281" y="142113"/>
                </a:cubicBezTo>
                <a:cubicBezTo>
                  <a:pt x="5867293" y="144393"/>
                  <a:pt x="5864997" y="145303"/>
                  <a:pt x="5860631" y="145303"/>
                </a:cubicBezTo>
                <a:cubicBezTo>
                  <a:pt x="5855575" y="145303"/>
                  <a:pt x="5854197" y="141203"/>
                  <a:pt x="5854197" y="130041"/>
                </a:cubicBezTo>
                <a:lnTo>
                  <a:pt x="5854656" y="97236"/>
                </a:lnTo>
                <a:cubicBezTo>
                  <a:pt x="5854656" y="64431"/>
                  <a:pt x="5834204" y="57825"/>
                  <a:pt x="5815361" y="57825"/>
                </a:cubicBezTo>
                <a:cubicBezTo>
                  <a:pt x="5798586" y="57825"/>
                  <a:pt x="5772850" y="67392"/>
                  <a:pt x="5772850" y="82429"/>
                </a:cubicBezTo>
                <a:cubicBezTo>
                  <a:pt x="5772850" y="88806"/>
                  <a:pt x="5775606" y="93817"/>
                  <a:pt x="5784568" y="93817"/>
                </a:cubicBezTo>
                <a:cubicBezTo>
                  <a:pt x="5792839" y="93817"/>
                  <a:pt x="5798814" y="88806"/>
                  <a:pt x="5798814" y="83339"/>
                </a:cubicBezTo>
                <a:cubicBezTo>
                  <a:pt x="5798814" y="80379"/>
                  <a:pt x="5797208" y="76504"/>
                  <a:pt x="5797896" y="72633"/>
                </a:cubicBezTo>
                <a:cubicBezTo>
                  <a:pt x="5798127" y="70127"/>
                  <a:pt x="5799964" y="67392"/>
                  <a:pt x="5807549" y="67392"/>
                </a:cubicBezTo>
                <a:cubicBezTo>
                  <a:pt x="5817198" y="67392"/>
                  <a:pt x="5825242" y="71493"/>
                  <a:pt x="5825242" y="100426"/>
                </a:cubicBezTo>
                <a:lnTo>
                  <a:pt x="5809845" y="105208"/>
                </a:lnTo>
                <a:cubicBezTo>
                  <a:pt x="5785718" y="112725"/>
                  <a:pt x="5768712" y="119334"/>
                  <a:pt x="5768712" y="137328"/>
                </a:cubicBezTo>
                <a:cubicBezTo>
                  <a:pt x="5768712" y="153046"/>
                  <a:pt x="5777443" y="161244"/>
                  <a:pt x="5797436" y="161244"/>
                </a:cubicBezTo>
                <a:cubicBezTo>
                  <a:pt x="5804102" y="161244"/>
                  <a:pt x="5817429" y="153956"/>
                  <a:pt x="5825010" y="148035"/>
                </a:cubicBezTo>
                <a:lnTo>
                  <a:pt x="5826392" y="147809"/>
                </a:lnTo>
                <a:moveTo>
                  <a:pt x="5825242" y="109309"/>
                </a:moveTo>
                <a:lnTo>
                  <a:pt x="5825242" y="139378"/>
                </a:lnTo>
                <a:cubicBezTo>
                  <a:pt x="5819498" y="143934"/>
                  <a:pt x="5813751" y="147580"/>
                  <a:pt x="5809617" y="147580"/>
                </a:cubicBezTo>
                <a:cubicBezTo>
                  <a:pt x="5799733" y="147580"/>
                  <a:pt x="5796286" y="140974"/>
                  <a:pt x="5796286" y="133912"/>
                </a:cubicBezTo>
                <a:cubicBezTo>
                  <a:pt x="5796286" y="125485"/>
                  <a:pt x="5796977" y="118420"/>
                  <a:pt x="5813292" y="113183"/>
                </a:cubicBezTo>
                <a:lnTo>
                  <a:pt x="5825242" y="109309"/>
                </a:lnTo>
                <a:close/>
                <a:moveTo>
                  <a:pt x="5896706" y="88576"/>
                </a:moveTo>
                <a:lnTo>
                  <a:pt x="5896706" y="184092"/>
                </a:lnTo>
                <a:cubicBezTo>
                  <a:pt x="5896706" y="203056"/>
                  <a:pt x="5894181" y="203515"/>
                  <a:pt x="5880163" y="204654"/>
                </a:cubicBezTo>
                <a:cubicBezTo>
                  <a:pt x="5878785" y="206020"/>
                  <a:pt x="5878785" y="211031"/>
                  <a:pt x="5880163" y="212397"/>
                </a:cubicBezTo>
                <a:cubicBezTo>
                  <a:pt x="5889812" y="212171"/>
                  <a:pt x="5899465" y="211942"/>
                  <a:pt x="5911643" y="211942"/>
                </a:cubicBezTo>
                <a:cubicBezTo>
                  <a:pt x="5923824" y="211942"/>
                  <a:pt x="5933245" y="212171"/>
                  <a:pt x="5943126" y="212397"/>
                </a:cubicBezTo>
                <a:cubicBezTo>
                  <a:pt x="5944504" y="211031"/>
                  <a:pt x="5944504" y="206020"/>
                  <a:pt x="5943126" y="204654"/>
                </a:cubicBezTo>
                <a:cubicBezTo>
                  <a:pt x="5929108" y="203740"/>
                  <a:pt x="5926580" y="203056"/>
                  <a:pt x="5926580" y="184092"/>
                </a:cubicBezTo>
                <a:lnTo>
                  <a:pt x="5926580" y="157372"/>
                </a:lnTo>
                <a:cubicBezTo>
                  <a:pt x="5931636" y="159878"/>
                  <a:pt x="5936461" y="161244"/>
                  <a:pt x="5941976" y="161244"/>
                </a:cubicBezTo>
                <a:cubicBezTo>
                  <a:pt x="5976906" y="161244"/>
                  <a:pt x="5999656" y="138468"/>
                  <a:pt x="5999656" y="104979"/>
                </a:cubicBezTo>
                <a:cubicBezTo>
                  <a:pt x="5999656" y="92222"/>
                  <a:pt x="5994827" y="78099"/>
                  <a:pt x="5985865" y="69213"/>
                </a:cubicBezTo>
                <a:cubicBezTo>
                  <a:pt x="5977825" y="61245"/>
                  <a:pt x="5966335" y="57825"/>
                  <a:pt x="5954385" y="57825"/>
                </a:cubicBezTo>
                <a:cubicBezTo>
                  <a:pt x="5947719" y="57825"/>
                  <a:pt x="5935314" y="65797"/>
                  <a:pt x="5927270" y="73084"/>
                </a:cubicBezTo>
                <a:lnTo>
                  <a:pt x="5925892" y="73084"/>
                </a:lnTo>
                <a:cubicBezTo>
                  <a:pt x="5925430" y="66708"/>
                  <a:pt x="5924742" y="61700"/>
                  <a:pt x="5924742" y="61700"/>
                </a:cubicBezTo>
                <a:cubicBezTo>
                  <a:pt x="5924511" y="58965"/>
                  <a:pt x="5922674" y="57825"/>
                  <a:pt x="5919458" y="57825"/>
                </a:cubicBezTo>
                <a:cubicBezTo>
                  <a:pt x="5910955" y="60150"/>
                  <a:pt x="5897168" y="63340"/>
                  <a:pt x="5881313" y="65387"/>
                </a:cubicBezTo>
                <a:cubicBezTo>
                  <a:pt x="5880850" y="66756"/>
                  <a:pt x="5881313" y="71309"/>
                  <a:pt x="5881772" y="72678"/>
                </a:cubicBezTo>
                <a:cubicBezTo>
                  <a:pt x="5894409" y="73769"/>
                  <a:pt x="5896706" y="75590"/>
                  <a:pt x="5896706" y="88576"/>
                </a:cubicBezTo>
                <a:moveTo>
                  <a:pt x="5926580" y="144164"/>
                </a:moveTo>
                <a:lnTo>
                  <a:pt x="5926580" y="85841"/>
                </a:lnTo>
                <a:cubicBezTo>
                  <a:pt x="5926580" y="84476"/>
                  <a:pt x="5926580" y="83336"/>
                  <a:pt x="5926580" y="81970"/>
                </a:cubicBezTo>
                <a:cubicBezTo>
                  <a:pt x="5933245" y="76049"/>
                  <a:pt x="5941748" y="73084"/>
                  <a:pt x="5947032" y="73084"/>
                </a:cubicBezTo>
                <a:cubicBezTo>
                  <a:pt x="5956454" y="73084"/>
                  <a:pt x="5967485" y="84476"/>
                  <a:pt x="5967485" y="111130"/>
                </a:cubicBezTo>
                <a:cubicBezTo>
                  <a:pt x="5967485" y="130267"/>
                  <a:pt x="5960588" y="151680"/>
                  <a:pt x="5940598" y="151680"/>
                </a:cubicBezTo>
                <a:cubicBezTo>
                  <a:pt x="5938070" y="151680"/>
                  <a:pt x="5932327" y="150315"/>
                  <a:pt x="5926580" y="144164"/>
                </a:cubicBezTo>
                <a:close/>
                <a:moveTo>
                  <a:pt x="6076176" y="147809"/>
                </a:moveTo>
                <a:cubicBezTo>
                  <a:pt x="6077782" y="157147"/>
                  <a:pt x="6083988" y="161244"/>
                  <a:pt x="6094097" y="161244"/>
                </a:cubicBezTo>
                <a:cubicBezTo>
                  <a:pt x="6106737" y="161244"/>
                  <a:pt x="6115700" y="156462"/>
                  <a:pt x="6124203" y="148490"/>
                </a:cubicBezTo>
                <a:cubicBezTo>
                  <a:pt x="6123743" y="145759"/>
                  <a:pt x="6122821" y="143938"/>
                  <a:pt x="6120065" y="142113"/>
                </a:cubicBezTo>
                <a:cubicBezTo>
                  <a:pt x="6117078" y="144393"/>
                  <a:pt x="6114781" y="145303"/>
                  <a:pt x="6110416" y="145303"/>
                </a:cubicBezTo>
                <a:cubicBezTo>
                  <a:pt x="6105359" y="145303"/>
                  <a:pt x="6103981" y="141203"/>
                  <a:pt x="6103981" y="130041"/>
                </a:cubicBezTo>
                <a:lnTo>
                  <a:pt x="6104441" y="97236"/>
                </a:lnTo>
                <a:cubicBezTo>
                  <a:pt x="6104441" y="64431"/>
                  <a:pt x="6083988" y="57825"/>
                  <a:pt x="6065145" y="57825"/>
                </a:cubicBezTo>
                <a:cubicBezTo>
                  <a:pt x="6048371" y="57825"/>
                  <a:pt x="6022634" y="67392"/>
                  <a:pt x="6022634" y="82429"/>
                </a:cubicBezTo>
                <a:cubicBezTo>
                  <a:pt x="6022634" y="88806"/>
                  <a:pt x="6025390" y="93817"/>
                  <a:pt x="6034352" y="93817"/>
                </a:cubicBezTo>
                <a:cubicBezTo>
                  <a:pt x="6042624" y="93817"/>
                  <a:pt x="6048599" y="88806"/>
                  <a:pt x="6048599" y="83339"/>
                </a:cubicBezTo>
                <a:cubicBezTo>
                  <a:pt x="6048599" y="80379"/>
                  <a:pt x="6046993" y="76504"/>
                  <a:pt x="6047680" y="72633"/>
                </a:cubicBezTo>
                <a:cubicBezTo>
                  <a:pt x="6047911" y="70127"/>
                  <a:pt x="6049749" y="67392"/>
                  <a:pt x="6057333" y="67392"/>
                </a:cubicBezTo>
                <a:cubicBezTo>
                  <a:pt x="6066982" y="67392"/>
                  <a:pt x="6075026" y="71493"/>
                  <a:pt x="6075026" y="100426"/>
                </a:cubicBezTo>
                <a:lnTo>
                  <a:pt x="6059630" y="105208"/>
                </a:lnTo>
                <a:cubicBezTo>
                  <a:pt x="6035502" y="112725"/>
                  <a:pt x="6018497" y="119334"/>
                  <a:pt x="6018497" y="137328"/>
                </a:cubicBezTo>
                <a:cubicBezTo>
                  <a:pt x="6018497" y="153046"/>
                  <a:pt x="6027227" y="161244"/>
                  <a:pt x="6047221" y="161244"/>
                </a:cubicBezTo>
                <a:cubicBezTo>
                  <a:pt x="6053886" y="161244"/>
                  <a:pt x="6067214" y="153956"/>
                  <a:pt x="6074795" y="148035"/>
                </a:cubicBezTo>
                <a:lnTo>
                  <a:pt x="6076176" y="147809"/>
                </a:lnTo>
                <a:moveTo>
                  <a:pt x="6075026" y="109309"/>
                </a:moveTo>
                <a:lnTo>
                  <a:pt x="6075026" y="139378"/>
                </a:lnTo>
                <a:cubicBezTo>
                  <a:pt x="6069283" y="143934"/>
                  <a:pt x="6063536" y="147580"/>
                  <a:pt x="6059402" y="147580"/>
                </a:cubicBezTo>
                <a:cubicBezTo>
                  <a:pt x="6049517" y="147580"/>
                  <a:pt x="6046071" y="140974"/>
                  <a:pt x="6046071" y="133912"/>
                </a:cubicBezTo>
                <a:cubicBezTo>
                  <a:pt x="6046071" y="125485"/>
                  <a:pt x="6046761" y="118420"/>
                  <a:pt x="6063076" y="113183"/>
                </a:cubicBezTo>
                <a:lnTo>
                  <a:pt x="6075026" y="109309"/>
                </a:lnTo>
                <a:close/>
                <a:moveTo>
                  <a:pt x="6177055" y="131209"/>
                </a:moveTo>
                <a:lnTo>
                  <a:pt x="6177055" y="85848"/>
                </a:lnTo>
                <a:lnTo>
                  <a:pt x="6177055" y="85393"/>
                </a:lnTo>
                <a:cubicBezTo>
                  <a:pt x="6186245" y="79239"/>
                  <a:pt x="6195439" y="74679"/>
                  <a:pt x="6199573" y="74679"/>
                </a:cubicBezTo>
                <a:cubicBezTo>
                  <a:pt x="6208767" y="74679"/>
                  <a:pt x="6215660" y="78784"/>
                  <a:pt x="6215660" y="91777"/>
                </a:cubicBezTo>
                <a:lnTo>
                  <a:pt x="6215660" y="129839"/>
                </a:lnTo>
                <a:cubicBezTo>
                  <a:pt x="6215660" y="148987"/>
                  <a:pt x="6211982" y="151037"/>
                  <a:pt x="6202560" y="151722"/>
                </a:cubicBezTo>
                <a:cubicBezTo>
                  <a:pt x="6201182" y="153088"/>
                  <a:pt x="6201182" y="158099"/>
                  <a:pt x="6202560" y="159464"/>
                </a:cubicBezTo>
                <a:cubicBezTo>
                  <a:pt x="6212213" y="159239"/>
                  <a:pt x="6219566" y="159009"/>
                  <a:pt x="6230597" y="159009"/>
                </a:cubicBezTo>
                <a:cubicBezTo>
                  <a:pt x="6243234" y="159009"/>
                  <a:pt x="6253346" y="159239"/>
                  <a:pt x="6263227" y="159464"/>
                </a:cubicBezTo>
                <a:cubicBezTo>
                  <a:pt x="6264605" y="158099"/>
                  <a:pt x="6264605" y="153088"/>
                  <a:pt x="6263227" y="151722"/>
                </a:cubicBezTo>
                <a:cubicBezTo>
                  <a:pt x="6249209" y="151037"/>
                  <a:pt x="6245534" y="148987"/>
                  <a:pt x="6245534" y="129839"/>
                </a:cubicBezTo>
                <a:lnTo>
                  <a:pt x="6245534" y="94282"/>
                </a:lnTo>
                <a:cubicBezTo>
                  <a:pt x="6245534" y="69213"/>
                  <a:pt x="6234731" y="57825"/>
                  <a:pt x="6214969" y="57825"/>
                </a:cubicBezTo>
                <a:cubicBezTo>
                  <a:pt x="6205779" y="57825"/>
                  <a:pt x="6189464" y="67847"/>
                  <a:pt x="6176824" y="76504"/>
                </a:cubicBezTo>
                <a:cubicBezTo>
                  <a:pt x="6176136" y="68532"/>
                  <a:pt x="6175214" y="61700"/>
                  <a:pt x="6175214" y="61700"/>
                </a:cubicBezTo>
                <a:cubicBezTo>
                  <a:pt x="6174986" y="58965"/>
                  <a:pt x="6173149" y="57825"/>
                  <a:pt x="6169930" y="57825"/>
                </a:cubicBezTo>
                <a:cubicBezTo>
                  <a:pt x="6161427" y="60150"/>
                  <a:pt x="6147640" y="63340"/>
                  <a:pt x="6131785" y="65387"/>
                </a:cubicBezTo>
                <a:cubicBezTo>
                  <a:pt x="6131325" y="66756"/>
                  <a:pt x="6131785" y="71309"/>
                  <a:pt x="6132244" y="72678"/>
                </a:cubicBezTo>
                <a:cubicBezTo>
                  <a:pt x="6144884" y="73818"/>
                  <a:pt x="6147181" y="75639"/>
                  <a:pt x="6147181" y="88621"/>
                </a:cubicBezTo>
                <a:lnTo>
                  <a:pt x="6147181" y="131222"/>
                </a:lnTo>
                <a:cubicBezTo>
                  <a:pt x="6147181" y="150127"/>
                  <a:pt x="6144653" y="150586"/>
                  <a:pt x="6130634" y="151722"/>
                </a:cubicBezTo>
                <a:cubicBezTo>
                  <a:pt x="6129256" y="153088"/>
                  <a:pt x="6129256" y="158099"/>
                  <a:pt x="6130634" y="159464"/>
                </a:cubicBezTo>
                <a:cubicBezTo>
                  <a:pt x="6140287" y="159239"/>
                  <a:pt x="6149937" y="159009"/>
                  <a:pt x="6162118" y="159009"/>
                </a:cubicBezTo>
                <a:cubicBezTo>
                  <a:pt x="6172690" y="159009"/>
                  <a:pt x="6179124" y="159239"/>
                  <a:pt x="6189005" y="159464"/>
                </a:cubicBezTo>
                <a:cubicBezTo>
                  <a:pt x="6190383" y="158099"/>
                  <a:pt x="6190383" y="153088"/>
                  <a:pt x="6189005" y="151722"/>
                </a:cubicBezTo>
                <a:cubicBezTo>
                  <a:pt x="6179352" y="150811"/>
                  <a:pt x="6177055" y="150127"/>
                  <a:pt x="6177055" y="131209"/>
                </a:cubicBezTo>
                <a:close/>
                <a:moveTo>
                  <a:pt x="6291952" y="130107"/>
                </a:moveTo>
                <a:cubicBezTo>
                  <a:pt x="6285977" y="130107"/>
                  <a:pt x="6277474" y="139219"/>
                  <a:pt x="6277474" y="144456"/>
                </a:cubicBezTo>
                <a:cubicBezTo>
                  <a:pt x="6277474" y="150151"/>
                  <a:pt x="6282299" y="156528"/>
                  <a:pt x="6286664" y="157664"/>
                </a:cubicBezTo>
                <a:cubicBezTo>
                  <a:pt x="6289652" y="158349"/>
                  <a:pt x="6294939" y="160170"/>
                  <a:pt x="6294939" y="165177"/>
                </a:cubicBezTo>
                <a:cubicBezTo>
                  <a:pt x="6294939" y="171095"/>
                  <a:pt x="6283217" y="187262"/>
                  <a:pt x="6272877" y="189993"/>
                </a:cubicBezTo>
                <a:cubicBezTo>
                  <a:pt x="6271727" y="192954"/>
                  <a:pt x="6271959" y="195230"/>
                  <a:pt x="6274487" y="197051"/>
                </a:cubicBezTo>
                <a:cubicBezTo>
                  <a:pt x="6282990" y="195685"/>
                  <a:pt x="6292870" y="189993"/>
                  <a:pt x="6299532" y="183620"/>
                </a:cubicBezTo>
                <a:cubicBezTo>
                  <a:pt x="6305967" y="177243"/>
                  <a:pt x="6311941" y="166088"/>
                  <a:pt x="6311941" y="158120"/>
                </a:cubicBezTo>
                <a:cubicBezTo>
                  <a:pt x="6311941" y="139444"/>
                  <a:pt x="6304357" y="130107"/>
                  <a:pt x="6291952" y="130107"/>
                </a:cubicBezTo>
                <a:close/>
                <a:moveTo>
                  <a:pt x="6446832" y="147809"/>
                </a:moveTo>
                <a:cubicBezTo>
                  <a:pt x="6448437" y="157147"/>
                  <a:pt x="6454644" y="161244"/>
                  <a:pt x="6464753" y="161244"/>
                </a:cubicBezTo>
                <a:cubicBezTo>
                  <a:pt x="6477393" y="161244"/>
                  <a:pt x="6486355" y="156462"/>
                  <a:pt x="6494858" y="148490"/>
                </a:cubicBezTo>
                <a:cubicBezTo>
                  <a:pt x="6494399" y="145759"/>
                  <a:pt x="6493477" y="143938"/>
                  <a:pt x="6490721" y="142113"/>
                </a:cubicBezTo>
                <a:cubicBezTo>
                  <a:pt x="6487733" y="144393"/>
                  <a:pt x="6485437" y="145303"/>
                  <a:pt x="6481071" y="145303"/>
                </a:cubicBezTo>
                <a:cubicBezTo>
                  <a:pt x="6476015" y="145303"/>
                  <a:pt x="6474637" y="141203"/>
                  <a:pt x="6474637" y="130041"/>
                </a:cubicBezTo>
                <a:lnTo>
                  <a:pt x="6475096" y="97236"/>
                </a:lnTo>
                <a:cubicBezTo>
                  <a:pt x="6475096" y="64431"/>
                  <a:pt x="6454644" y="57825"/>
                  <a:pt x="6435801" y="57825"/>
                </a:cubicBezTo>
                <a:cubicBezTo>
                  <a:pt x="6419026" y="57825"/>
                  <a:pt x="6393290" y="67392"/>
                  <a:pt x="6393290" y="82429"/>
                </a:cubicBezTo>
                <a:cubicBezTo>
                  <a:pt x="6393290" y="88806"/>
                  <a:pt x="6396046" y="93817"/>
                  <a:pt x="6405008" y="93817"/>
                </a:cubicBezTo>
                <a:cubicBezTo>
                  <a:pt x="6413279" y="93817"/>
                  <a:pt x="6419254" y="88806"/>
                  <a:pt x="6419254" y="83339"/>
                </a:cubicBezTo>
                <a:cubicBezTo>
                  <a:pt x="6419254" y="80379"/>
                  <a:pt x="6417648" y="76504"/>
                  <a:pt x="6418335" y="72633"/>
                </a:cubicBezTo>
                <a:cubicBezTo>
                  <a:pt x="6418567" y="70127"/>
                  <a:pt x="6420404" y="67392"/>
                  <a:pt x="6427988" y="67392"/>
                </a:cubicBezTo>
                <a:cubicBezTo>
                  <a:pt x="6437638" y="67392"/>
                  <a:pt x="6445681" y="71493"/>
                  <a:pt x="6445681" y="100426"/>
                </a:cubicBezTo>
                <a:lnTo>
                  <a:pt x="6430285" y="105208"/>
                </a:lnTo>
                <a:cubicBezTo>
                  <a:pt x="6406158" y="112725"/>
                  <a:pt x="6389152" y="119334"/>
                  <a:pt x="6389152" y="137328"/>
                </a:cubicBezTo>
                <a:cubicBezTo>
                  <a:pt x="6389152" y="153046"/>
                  <a:pt x="6397883" y="161244"/>
                  <a:pt x="6417876" y="161244"/>
                </a:cubicBezTo>
                <a:cubicBezTo>
                  <a:pt x="6424542" y="161244"/>
                  <a:pt x="6437869" y="153956"/>
                  <a:pt x="6445450" y="148035"/>
                </a:cubicBezTo>
                <a:lnTo>
                  <a:pt x="6446832" y="147809"/>
                </a:lnTo>
                <a:moveTo>
                  <a:pt x="6445681" y="109309"/>
                </a:moveTo>
                <a:lnTo>
                  <a:pt x="6445681" y="139378"/>
                </a:lnTo>
                <a:cubicBezTo>
                  <a:pt x="6439938" y="143934"/>
                  <a:pt x="6434191" y="147580"/>
                  <a:pt x="6430057" y="147580"/>
                </a:cubicBezTo>
                <a:cubicBezTo>
                  <a:pt x="6420173" y="147580"/>
                  <a:pt x="6416726" y="140974"/>
                  <a:pt x="6416726" y="133912"/>
                </a:cubicBezTo>
                <a:cubicBezTo>
                  <a:pt x="6416726" y="125485"/>
                  <a:pt x="6417417" y="118420"/>
                  <a:pt x="6433732" y="113183"/>
                </a:cubicBezTo>
                <a:lnTo>
                  <a:pt x="6445681" y="109309"/>
                </a:lnTo>
                <a:close/>
                <a:moveTo>
                  <a:pt x="6547710" y="131209"/>
                </a:moveTo>
                <a:lnTo>
                  <a:pt x="6547710" y="85848"/>
                </a:lnTo>
                <a:lnTo>
                  <a:pt x="6547710" y="85393"/>
                </a:lnTo>
                <a:cubicBezTo>
                  <a:pt x="6556900" y="79239"/>
                  <a:pt x="6566094" y="74679"/>
                  <a:pt x="6570228" y="74679"/>
                </a:cubicBezTo>
                <a:cubicBezTo>
                  <a:pt x="6579422" y="74679"/>
                  <a:pt x="6586315" y="78784"/>
                  <a:pt x="6586315" y="91777"/>
                </a:cubicBezTo>
                <a:lnTo>
                  <a:pt x="6586315" y="129839"/>
                </a:lnTo>
                <a:cubicBezTo>
                  <a:pt x="6586315" y="148987"/>
                  <a:pt x="6582637" y="151037"/>
                  <a:pt x="6573215" y="151722"/>
                </a:cubicBezTo>
                <a:cubicBezTo>
                  <a:pt x="6571837" y="153088"/>
                  <a:pt x="6571837" y="158099"/>
                  <a:pt x="6573215" y="159464"/>
                </a:cubicBezTo>
                <a:cubicBezTo>
                  <a:pt x="6582868" y="159239"/>
                  <a:pt x="6590221" y="159009"/>
                  <a:pt x="6601252" y="159009"/>
                </a:cubicBezTo>
                <a:cubicBezTo>
                  <a:pt x="6613889" y="159009"/>
                  <a:pt x="6624002" y="159239"/>
                  <a:pt x="6633882" y="159464"/>
                </a:cubicBezTo>
                <a:cubicBezTo>
                  <a:pt x="6635260" y="158099"/>
                  <a:pt x="6635260" y="153088"/>
                  <a:pt x="6633882" y="151722"/>
                </a:cubicBezTo>
                <a:cubicBezTo>
                  <a:pt x="6619864" y="151037"/>
                  <a:pt x="6616189" y="148987"/>
                  <a:pt x="6616189" y="129839"/>
                </a:cubicBezTo>
                <a:lnTo>
                  <a:pt x="6616189" y="94282"/>
                </a:lnTo>
                <a:cubicBezTo>
                  <a:pt x="6616189" y="69213"/>
                  <a:pt x="6605386" y="57825"/>
                  <a:pt x="6585624" y="57825"/>
                </a:cubicBezTo>
                <a:cubicBezTo>
                  <a:pt x="6576434" y="57825"/>
                  <a:pt x="6560119" y="67847"/>
                  <a:pt x="6547479" y="76504"/>
                </a:cubicBezTo>
                <a:cubicBezTo>
                  <a:pt x="6546792" y="68532"/>
                  <a:pt x="6545869" y="61700"/>
                  <a:pt x="6545869" y="61700"/>
                </a:cubicBezTo>
                <a:cubicBezTo>
                  <a:pt x="6545642" y="58965"/>
                  <a:pt x="6543804" y="57825"/>
                  <a:pt x="6540585" y="57825"/>
                </a:cubicBezTo>
                <a:cubicBezTo>
                  <a:pt x="6532082" y="60150"/>
                  <a:pt x="6518295" y="63340"/>
                  <a:pt x="6502440" y="65387"/>
                </a:cubicBezTo>
                <a:cubicBezTo>
                  <a:pt x="6501980" y="66756"/>
                  <a:pt x="6502440" y="71309"/>
                  <a:pt x="6502899" y="72678"/>
                </a:cubicBezTo>
                <a:cubicBezTo>
                  <a:pt x="6515539" y="73818"/>
                  <a:pt x="6517836" y="75639"/>
                  <a:pt x="6517836" y="88621"/>
                </a:cubicBezTo>
                <a:lnTo>
                  <a:pt x="6517836" y="131222"/>
                </a:lnTo>
                <a:cubicBezTo>
                  <a:pt x="6517836" y="150127"/>
                  <a:pt x="6515308" y="150586"/>
                  <a:pt x="6501290" y="151722"/>
                </a:cubicBezTo>
                <a:cubicBezTo>
                  <a:pt x="6499912" y="153088"/>
                  <a:pt x="6499912" y="158099"/>
                  <a:pt x="6501290" y="159464"/>
                </a:cubicBezTo>
                <a:cubicBezTo>
                  <a:pt x="6510943" y="159239"/>
                  <a:pt x="6520592" y="159009"/>
                  <a:pt x="6532773" y="159009"/>
                </a:cubicBezTo>
                <a:cubicBezTo>
                  <a:pt x="6543345" y="159009"/>
                  <a:pt x="6549779" y="159239"/>
                  <a:pt x="6559660" y="159464"/>
                </a:cubicBezTo>
                <a:cubicBezTo>
                  <a:pt x="6561038" y="158099"/>
                  <a:pt x="6561038" y="153088"/>
                  <a:pt x="6559660" y="151722"/>
                </a:cubicBezTo>
                <a:cubicBezTo>
                  <a:pt x="6550007" y="150811"/>
                  <a:pt x="6547710" y="150127"/>
                  <a:pt x="6547710" y="131209"/>
                </a:cubicBezTo>
                <a:close/>
                <a:moveTo>
                  <a:pt x="6717755" y="137328"/>
                </a:moveTo>
                <a:cubicBezTo>
                  <a:pt x="6712930" y="141203"/>
                  <a:pt x="6700753" y="146214"/>
                  <a:pt x="6697993" y="146214"/>
                </a:cubicBezTo>
                <a:cubicBezTo>
                  <a:pt x="6686503" y="146214"/>
                  <a:pt x="6677541" y="133457"/>
                  <a:pt x="6677541" y="106803"/>
                </a:cubicBezTo>
                <a:cubicBezTo>
                  <a:pt x="6677541" y="94731"/>
                  <a:pt x="6678922" y="84250"/>
                  <a:pt x="6683288" y="77188"/>
                </a:cubicBezTo>
                <a:cubicBezTo>
                  <a:pt x="6687194" y="71038"/>
                  <a:pt x="6693397" y="67392"/>
                  <a:pt x="6700290" y="67392"/>
                </a:cubicBezTo>
                <a:cubicBezTo>
                  <a:pt x="6706265" y="67392"/>
                  <a:pt x="6712012" y="68077"/>
                  <a:pt x="6717527" y="75593"/>
                </a:cubicBezTo>
                <a:lnTo>
                  <a:pt x="6717527" y="131636"/>
                </a:lnTo>
                <a:cubicBezTo>
                  <a:pt x="6717527" y="133457"/>
                  <a:pt x="6717527" y="135507"/>
                  <a:pt x="6717755" y="137328"/>
                </a:cubicBezTo>
                <a:moveTo>
                  <a:pt x="6718446" y="148035"/>
                </a:moveTo>
                <a:cubicBezTo>
                  <a:pt x="6718905" y="153501"/>
                  <a:pt x="6719365" y="157372"/>
                  <a:pt x="6719365" y="157372"/>
                </a:cubicBezTo>
                <a:cubicBezTo>
                  <a:pt x="6719596" y="160107"/>
                  <a:pt x="6721433" y="161244"/>
                  <a:pt x="6724649" y="161244"/>
                </a:cubicBezTo>
                <a:cubicBezTo>
                  <a:pt x="6733152" y="158922"/>
                  <a:pt x="6746939" y="155732"/>
                  <a:pt x="6762794" y="153682"/>
                </a:cubicBezTo>
                <a:cubicBezTo>
                  <a:pt x="6763254" y="152316"/>
                  <a:pt x="6762794" y="147764"/>
                  <a:pt x="6762335" y="146395"/>
                </a:cubicBezTo>
                <a:cubicBezTo>
                  <a:pt x="6749926" y="145258"/>
                  <a:pt x="6747398" y="141613"/>
                  <a:pt x="6747398" y="128637"/>
                </a:cubicBezTo>
                <a:lnTo>
                  <a:pt x="6747398" y="26247"/>
                </a:lnTo>
                <a:cubicBezTo>
                  <a:pt x="6747398" y="11471"/>
                  <a:pt x="6748089" y="3002"/>
                  <a:pt x="6748089" y="3002"/>
                </a:cubicBezTo>
                <a:cubicBezTo>
                  <a:pt x="6748089" y="924"/>
                  <a:pt x="6746479" y="0"/>
                  <a:pt x="6744410" y="0"/>
                </a:cubicBezTo>
                <a:cubicBezTo>
                  <a:pt x="6735911" y="2773"/>
                  <a:pt x="6717527" y="5313"/>
                  <a:pt x="6701212" y="6005"/>
                </a:cubicBezTo>
                <a:cubicBezTo>
                  <a:pt x="6700521" y="8740"/>
                  <a:pt x="6700753" y="11701"/>
                  <a:pt x="6701899" y="13751"/>
                </a:cubicBezTo>
                <a:cubicBezTo>
                  <a:pt x="6716377" y="14887"/>
                  <a:pt x="6717527" y="15113"/>
                  <a:pt x="6717527" y="30789"/>
                </a:cubicBezTo>
                <a:lnTo>
                  <a:pt x="6717527" y="60331"/>
                </a:lnTo>
                <a:cubicBezTo>
                  <a:pt x="6713158" y="58965"/>
                  <a:pt x="6707646" y="57825"/>
                  <a:pt x="6700981" y="57825"/>
                </a:cubicBezTo>
                <a:cubicBezTo>
                  <a:pt x="6671338" y="57825"/>
                  <a:pt x="6645370" y="83558"/>
                  <a:pt x="6645370" y="113837"/>
                </a:cubicBezTo>
                <a:cubicBezTo>
                  <a:pt x="6645370" y="127497"/>
                  <a:pt x="6650198" y="142982"/>
                  <a:pt x="6661457" y="151635"/>
                </a:cubicBezTo>
                <a:cubicBezTo>
                  <a:pt x="6669729" y="158057"/>
                  <a:pt x="6675476" y="161244"/>
                  <a:pt x="6688344" y="161244"/>
                </a:cubicBezTo>
                <a:cubicBezTo>
                  <a:pt x="6694547" y="161244"/>
                  <a:pt x="6711552" y="151225"/>
                  <a:pt x="6716377" y="148035"/>
                </a:cubicBezTo>
                <a:lnTo>
                  <a:pt x="6718446" y="148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Russia.">
            <a:extLst xmlns:a="http://schemas.openxmlformats.org/drawingml/2006/main">
              <a:ext uri="{FF2B5EF4-FFF2-40B4-BE49-F238E27FC236}">
                <a16:creationId xmlns:a16="http://schemas.microsoft.com/office/drawing/2014/main" id="{8ACBA2BA-424A-4640-97BB-D59BED69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" y="5960062"/>
            <a:ext cx="721944" cy="152170"/>
          </a:xfrm>
          <a:custGeom xmlns:a="http://schemas.openxmlformats.org/drawingml/2006/main">
            <a:pathLst>
              <a:path w="721944" h="152170">
                <a:moveTo>
                  <a:pt x="98838" y="43491"/>
                </a:moveTo>
                <a:cubicBezTo>
                  <a:pt x="98838" y="71514"/>
                  <a:pt x="81988" y="75840"/>
                  <a:pt x="62857" y="75840"/>
                </a:cubicBezTo>
                <a:lnTo>
                  <a:pt x="53064" y="75840"/>
                </a:lnTo>
                <a:lnTo>
                  <a:pt x="53064" y="30504"/>
                </a:lnTo>
                <a:cubicBezTo>
                  <a:pt x="53064" y="15012"/>
                  <a:pt x="58301" y="10227"/>
                  <a:pt x="70370" y="10227"/>
                </a:cubicBezTo>
                <a:cubicBezTo>
                  <a:pt x="83583" y="10227"/>
                  <a:pt x="98838" y="15697"/>
                  <a:pt x="98838" y="43491"/>
                </a:cubicBezTo>
                <a:moveTo>
                  <a:pt x="77661" y="855"/>
                </a:moveTo>
                <a:cubicBezTo>
                  <a:pt x="68549" y="855"/>
                  <a:pt x="11388" y="2446"/>
                  <a:pt x="2276" y="2446"/>
                </a:cubicBezTo>
                <a:cubicBezTo>
                  <a:pt x="0" y="3816"/>
                  <a:pt x="0" y="8827"/>
                  <a:pt x="2276" y="10192"/>
                </a:cubicBezTo>
                <a:cubicBezTo>
                  <a:pt x="14804" y="10874"/>
                  <a:pt x="21181" y="11787"/>
                  <a:pt x="21181" y="30706"/>
                </a:cubicBezTo>
                <a:lnTo>
                  <a:pt x="21181" y="122097"/>
                </a:lnTo>
                <a:cubicBezTo>
                  <a:pt x="21181" y="141008"/>
                  <a:pt x="14804" y="141922"/>
                  <a:pt x="2276" y="142603"/>
                </a:cubicBezTo>
                <a:cubicBezTo>
                  <a:pt x="0" y="143969"/>
                  <a:pt x="0" y="148980"/>
                  <a:pt x="2276" y="150346"/>
                </a:cubicBezTo>
                <a:cubicBezTo>
                  <a:pt x="11388" y="150120"/>
                  <a:pt x="28238" y="149891"/>
                  <a:pt x="37350" y="149891"/>
                </a:cubicBezTo>
                <a:cubicBezTo>
                  <a:pt x="46458" y="149891"/>
                  <a:pt x="62857" y="150120"/>
                  <a:pt x="71965" y="150346"/>
                </a:cubicBezTo>
                <a:cubicBezTo>
                  <a:pt x="74245" y="148980"/>
                  <a:pt x="74245" y="143969"/>
                  <a:pt x="71965" y="142603"/>
                </a:cubicBezTo>
                <a:cubicBezTo>
                  <a:pt x="59441" y="141922"/>
                  <a:pt x="53064" y="141008"/>
                  <a:pt x="53064" y="122097"/>
                </a:cubicBezTo>
                <a:lnTo>
                  <a:pt x="53064" y="85407"/>
                </a:lnTo>
                <a:cubicBezTo>
                  <a:pt x="71055" y="85407"/>
                  <a:pt x="73105" y="87002"/>
                  <a:pt x="76292" y="92242"/>
                </a:cubicBezTo>
                <a:lnTo>
                  <a:pt x="102939" y="131893"/>
                </a:lnTo>
                <a:cubicBezTo>
                  <a:pt x="110000" y="142106"/>
                  <a:pt x="119338" y="152125"/>
                  <a:pt x="133002" y="152125"/>
                </a:cubicBezTo>
                <a:cubicBezTo>
                  <a:pt x="142110" y="152170"/>
                  <a:pt x="153953" y="151486"/>
                  <a:pt x="156233" y="150346"/>
                </a:cubicBezTo>
                <a:cubicBezTo>
                  <a:pt x="157143" y="148709"/>
                  <a:pt x="156914" y="144383"/>
                  <a:pt x="156003" y="142562"/>
                </a:cubicBezTo>
                <a:cubicBezTo>
                  <a:pt x="145755" y="142562"/>
                  <a:pt x="140518" y="137095"/>
                  <a:pt x="134142" y="127532"/>
                </a:cubicBezTo>
                <a:lnTo>
                  <a:pt x="103168" y="79715"/>
                </a:lnTo>
                <a:cubicBezTo>
                  <a:pt x="115466" y="74704"/>
                  <a:pt x="133228" y="62857"/>
                  <a:pt x="133228" y="39619"/>
                </a:cubicBezTo>
                <a:cubicBezTo>
                  <a:pt x="133228" y="30504"/>
                  <a:pt x="129812" y="16837"/>
                  <a:pt x="115692" y="8406"/>
                </a:cubicBezTo>
                <a:cubicBezTo>
                  <a:pt x="107265" y="3360"/>
                  <a:pt x="94741" y="855"/>
                  <a:pt x="77661" y="855"/>
                </a:cubicBezTo>
                <a:close/>
                <a:moveTo>
                  <a:pt x="274430" y="119591"/>
                </a:moveTo>
                <a:lnTo>
                  <a:pt x="274430" y="80271"/>
                </a:lnTo>
                <a:cubicBezTo>
                  <a:pt x="274430" y="61182"/>
                  <a:pt x="274885" y="63907"/>
                  <a:pt x="274885" y="58454"/>
                </a:cubicBezTo>
                <a:cubicBezTo>
                  <a:pt x="274885" y="54583"/>
                  <a:pt x="273974" y="52078"/>
                  <a:pt x="272609" y="50708"/>
                </a:cubicBezTo>
                <a:cubicBezTo>
                  <a:pt x="268508" y="50938"/>
                  <a:pt x="263952" y="51167"/>
                  <a:pt x="259626" y="51167"/>
                </a:cubicBezTo>
                <a:cubicBezTo>
                  <a:pt x="253249" y="51167"/>
                  <a:pt x="238445" y="50938"/>
                  <a:pt x="229563" y="50708"/>
                </a:cubicBezTo>
                <a:cubicBezTo>
                  <a:pt x="228197" y="52078"/>
                  <a:pt x="228197" y="57089"/>
                  <a:pt x="229563" y="58454"/>
                </a:cubicBezTo>
                <a:cubicBezTo>
                  <a:pt x="241180" y="59591"/>
                  <a:pt x="244822" y="61182"/>
                  <a:pt x="244822" y="80271"/>
                </a:cubicBezTo>
                <a:lnTo>
                  <a:pt x="244822" y="122319"/>
                </a:lnTo>
                <a:cubicBezTo>
                  <a:pt x="244822" y="124592"/>
                  <a:pt x="244822" y="126865"/>
                  <a:pt x="245051" y="129137"/>
                </a:cubicBezTo>
                <a:cubicBezTo>
                  <a:pt x="235714" y="134819"/>
                  <a:pt x="228197" y="135274"/>
                  <a:pt x="224097" y="135274"/>
                </a:cubicBezTo>
                <a:cubicBezTo>
                  <a:pt x="214988" y="135274"/>
                  <a:pt x="208156" y="134138"/>
                  <a:pt x="208156" y="118229"/>
                </a:cubicBezTo>
                <a:lnTo>
                  <a:pt x="208156" y="80271"/>
                </a:lnTo>
                <a:cubicBezTo>
                  <a:pt x="208156" y="61182"/>
                  <a:pt x="208612" y="63907"/>
                  <a:pt x="208612" y="58454"/>
                </a:cubicBezTo>
                <a:cubicBezTo>
                  <a:pt x="208612" y="54583"/>
                  <a:pt x="207701" y="52078"/>
                  <a:pt x="206335" y="50708"/>
                </a:cubicBezTo>
                <a:cubicBezTo>
                  <a:pt x="202235" y="50938"/>
                  <a:pt x="197453" y="51167"/>
                  <a:pt x="193353" y="51167"/>
                </a:cubicBezTo>
                <a:cubicBezTo>
                  <a:pt x="181739" y="51167"/>
                  <a:pt x="173082" y="50938"/>
                  <a:pt x="163290" y="50708"/>
                </a:cubicBezTo>
                <a:cubicBezTo>
                  <a:pt x="161924" y="52078"/>
                  <a:pt x="161924" y="57089"/>
                  <a:pt x="163290" y="58454"/>
                </a:cubicBezTo>
                <a:cubicBezTo>
                  <a:pt x="173767" y="58910"/>
                  <a:pt x="178549" y="61182"/>
                  <a:pt x="178549" y="80271"/>
                </a:cubicBezTo>
                <a:lnTo>
                  <a:pt x="178549" y="115727"/>
                </a:lnTo>
                <a:cubicBezTo>
                  <a:pt x="178549" y="139830"/>
                  <a:pt x="188116" y="152125"/>
                  <a:pt x="207701" y="152125"/>
                </a:cubicBezTo>
                <a:cubicBezTo>
                  <a:pt x="215899" y="152125"/>
                  <a:pt x="232524" y="145522"/>
                  <a:pt x="245732" y="138235"/>
                </a:cubicBezTo>
                <a:cubicBezTo>
                  <a:pt x="246188" y="143927"/>
                  <a:pt x="246646" y="148254"/>
                  <a:pt x="246646" y="148254"/>
                </a:cubicBezTo>
                <a:cubicBezTo>
                  <a:pt x="246872" y="150989"/>
                  <a:pt x="248693" y="152125"/>
                  <a:pt x="251883" y="152125"/>
                </a:cubicBezTo>
                <a:cubicBezTo>
                  <a:pt x="260310" y="149804"/>
                  <a:pt x="273974" y="146614"/>
                  <a:pt x="289689" y="144563"/>
                </a:cubicBezTo>
                <a:cubicBezTo>
                  <a:pt x="290144" y="143198"/>
                  <a:pt x="289689" y="138645"/>
                  <a:pt x="289234" y="137276"/>
                </a:cubicBezTo>
                <a:cubicBezTo>
                  <a:pt x="276935" y="136185"/>
                  <a:pt x="274430" y="132546"/>
                  <a:pt x="274430" y="119591"/>
                </a:cubicBezTo>
                <a:close/>
                <a:moveTo>
                  <a:pt x="305401" y="116592"/>
                </a:moveTo>
                <a:cubicBezTo>
                  <a:pt x="306312" y="127754"/>
                  <a:pt x="307452" y="138461"/>
                  <a:pt x="309273" y="147117"/>
                </a:cubicBezTo>
                <a:cubicBezTo>
                  <a:pt x="313603" y="148483"/>
                  <a:pt x="328177" y="152125"/>
                  <a:pt x="340931" y="152125"/>
                </a:cubicBezTo>
                <a:cubicBezTo>
                  <a:pt x="358466" y="152125"/>
                  <a:pt x="380331" y="142562"/>
                  <a:pt x="380331" y="122743"/>
                </a:cubicBezTo>
                <a:cubicBezTo>
                  <a:pt x="380331" y="114997"/>
                  <a:pt x="378507" y="108846"/>
                  <a:pt x="373270" y="103151"/>
                </a:cubicBezTo>
                <a:cubicBezTo>
                  <a:pt x="366664" y="95860"/>
                  <a:pt x="357326" y="90168"/>
                  <a:pt x="346852" y="85612"/>
                </a:cubicBezTo>
                <a:cubicBezTo>
                  <a:pt x="337741" y="81737"/>
                  <a:pt x="334554" y="74447"/>
                  <a:pt x="334554" y="67840"/>
                </a:cubicBezTo>
                <a:cubicBezTo>
                  <a:pt x="334554" y="62604"/>
                  <a:pt x="338880" y="58274"/>
                  <a:pt x="345487" y="58274"/>
                </a:cubicBezTo>
                <a:cubicBezTo>
                  <a:pt x="353455" y="58274"/>
                  <a:pt x="361201" y="65564"/>
                  <a:pt x="366893" y="79461"/>
                </a:cubicBezTo>
                <a:cubicBezTo>
                  <a:pt x="370994" y="80142"/>
                  <a:pt x="373499" y="79916"/>
                  <a:pt x="375775" y="78321"/>
                </a:cubicBezTo>
                <a:cubicBezTo>
                  <a:pt x="375775" y="70120"/>
                  <a:pt x="374865" y="61464"/>
                  <a:pt x="372815" y="54173"/>
                </a:cubicBezTo>
                <a:cubicBezTo>
                  <a:pt x="365527" y="50986"/>
                  <a:pt x="359832" y="48707"/>
                  <a:pt x="347307" y="48707"/>
                </a:cubicBezTo>
                <a:cubicBezTo>
                  <a:pt x="335235" y="48707"/>
                  <a:pt x="323851" y="53263"/>
                  <a:pt x="316563" y="60553"/>
                </a:cubicBezTo>
                <a:cubicBezTo>
                  <a:pt x="311323" y="65790"/>
                  <a:pt x="308817" y="72170"/>
                  <a:pt x="308817" y="78321"/>
                </a:cubicBezTo>
                <a:cubicBezTo>
                  <a:pt x="308817" y="85153"/>
                  <a:pt x="311323" y="90623"/>
                  <a:pt x="315879" y="95405"/>
                </a:cubicBezTo>
                <a:cubicBezTo>
                  <a:pt x="322940" y="103151"/>
                  <a:pt x="335235" y="111126"/>
                  <a:pt x="342296" y="114313"/>
                </a:cubicBezTo>
                <a:cubicBezTo>
                  <a:pt x="351408" y="118413"/>
                  <a:pt x="353910" y="126614"/>
                  <a:pt x="353910" y="132081"/>
                </a:cubicBezTo>
                <a:cubicBezTo>
                  <a:pt x="353910" y="139371"/>
                  <a:pt x="346623" y="143246"/>
                  <a:pt x="340475" y="143246"/>
                </a:cubicBezTo>
                <a:cubicBezTo>
                  <a:pt x="330227" y="143246"/>
                  <a:pt x="319295" y="132995"/>
                  <a:pt x="314513" y="116137"/>
                </a:cubicBezTo>
                <a:cubicBezTo>
                  <a:pt x="310868" y="115453"/>
                  <a:pt x="309047" y="115682"/>
                  <a:pt x="305401" y="116592"/>
                </a:cubicBezTo>
                <a:close/>
                <a:moveTo>
                  <a:pt x="402648" y="116592"/>
                </a:moveTo>
                <a:cubicBezTo>
                  <a:pt x="403558" y="127754"/>
                  <a:pt x="404698" y="138461"/>
                  <a:pt x="406519" y="147117"/>
                </a:cubicBezTo>
                <a:cubicBezTo>
                  <a:pt x="410849" y="148483"/>
                  <a:pt x="425423" y="152125"/>
                  <a:pt x="438177" y="152125"/>
                </a:cubicBezTo>
                <a:cubicBezTo>
                  <a:pt x="455712" y="152125"/>
                  <a:pt x="477577" y="142562"/>
                  <a:pt x="477577" y="122743"/>
                </a:cubicBezTo>
                <a:cubicBezTo>
                  <a:pt x="477577" y="114997"/>
                  <a:pt x="475753" y="108846"/>
                  <a:pt x="470516" y="103151"/>
                </a:cubicBezTo>
                <a:cubicBezTo>
                  <a:pt x="463910" y="95860"/>
                  <a:pt x="454572" y="90168"/>
                  <a:pt x="444098" y="85612"/>
                </a:cubicBezTo>
                <a:cubicBezTo>
                  <a:pt x="434987" y="81737"/>
                  <a:pt x="431800" y="74447"/>
                  <a:pt x="431800" y="67840"/>
                </a:cubicBezTo>
                <a:cubicBezTo>
                  <a:pt x="431800" y="62604"/>
                  <a:pt x="436127" y="58274"/>
                  <a:pt x="442733" y="58274"/>
                </a:cubicBezTo>
                <a:cubicBezTo>
                  <a:pt x="450701" y="58274"/>
                  <a:pt x="458447" y="65564"/>
                  <a:pt x="464139" y="79461"/>
                </a:cubicBezTo>
                <a:cubicBezTo>
                  <a:pt x="468240" y="80142"/>
                  <a:pt x="470745" y="79916"/>
                  <a:pt x="473021" y="78321"/>
                </a:cubicBezTo>
                <a:cubicBezTo>
                  <a:pt x="473021" y="70120"/>
                  <a:pt x="472111" y="61464"/>
                  <a:pt x="470061" y="54173"/>
                </a:cubicBezTo>
                <a:cubicBezTo>
                  <a:pt x="462773" y="50986"/>
                  <a:pt x="457078" y="48707"/>
                  <a:pt x="444554" y="48707"/>
                </a:cubicBezTo>
                <a:cubicBezTo>
                  <a:pt x="432481" y="48707"/>
                  <a:pt x="421097" y="53263"/>
                  <a:pt x="413810" y="60553"/>
                </a:cubicBezTo>
                <a:cubicBezTo>
                  <a:pt x="408569" y="65790"/>
                  <a:pt x="406064" y="72170"/>
                  <a:pt x="406064" y="78321"/>
                </a:cubicBezTo>
                <a:cubicBezTo>
                  <a:pt x="406064" y="85153"/>
                  <a:pt x="408569" y="90623"/>
                  <a:pt x="413125" y="95405"/>
                </a:cubicBezTo>
                <a:cubicBezTo>
                  <a:pt x="420186" y="103151"/>
                  <a:pt x="432481" y="111126"/>
                  <a:pt x="439543" y="114313"/>
                </a:cubicBezTo>
                <a:cubicBezTo>
                  <a:pt x="448654" y="118413"/>
                  <a:pt x="451156" y="126614"/>
                  <a:pt x="451156" y="132081"/>
                </a:cubicBezTo>
                <a:cubicBezTo>
                  <a:pt x="451156" y="139371"/>
                  <a:pt x="443869" y="143246"/>
                  <a:pt x="437722" y="143246"/>
                </a:cubicBezTo>
                <a:cubicBezTo>
                  <a:pt x="427474" y="143246"/>
                  <a:pt x="416541" y="132995"/>
                  <a:pt x="411759" y="116137"/>
                </a:cubicBezTo>
                <a:cubicBezTo>
                  <a:pt x="408114" y="115453"/>
                  <a:pt x="406293" y="115682"/>
                  <a:pt x="402648" y="116592"/>
                </a:cubicBezTo>
                <a:close/>
                <a:moveTo>
                  <a:pt x="541800" y="122111"/>
                </a:moveTo>
                <a:lnTo>
                  <a:pt x="541800" y="76792"/>
                </a:lnTo>
                <a:cubicBezTo>
                  <a:pt x="541800" y="65408"/>
                  <a:pt x="542710" y="52623"/>
                  <a:pt x="542710" y="52623"/>
                </a:cubicBezTo>
                <a:cubicBezTo>
                  <a:pt x="542710" y="50090"/>
                  <a:pt x="540660" y="48707"/>
                  <a:pt x="537473" y="48707"/>
                </a:cubicBezTo>
                <a:cubicBezTo>
                  <a:pt x="531097" y="51244"/>
                  <a:pt x="512647" y="53085"/>
                  <a:pt x="496933" y="55156"/>
                </a:cubicBezTo>
                <a:cubicBezTo>
                  <a:pt x="496478" y="56526"/>
                  <a:pt x="496933" y="61078"/>
                  <a:pt x="497388" y="62447"/>
                </a:cubicBezTo>
                <a:cubicBezTo>
                  <a:pt x="509916" y="63584"/>
                  <a:pt x="512192" y="65408"/>
                  <a:pt x="512192" y="78387"/>
                </a:cubicBezTo>
                <a:lnTo>
                  <a:pt x="512192" y="122111"/>
                </a:lnTo>
                <a:cubicBezTo>
                  <a:pt x="512192" y="141012"/>
                  <a:pt x="509687" y="141467"/>
                  <a:pt x="495797" y="142603"/>
                </a:cubicBezTo>
                <a:cubicBezTo>
                  <a:pt x="494428" y="143969"/>
                  <a:pt x="494428" y="148980"/>
                  <a:pt x="495797" y="150346"/>
                </a:cubicBezTo>
                <a:cubicBezTo>
                  <a:pt x="505360" y="150120"/>
                  <a:pt x="514927" y="149891"/>
                  <a:pt x="526996" y="149891"/>
                </a:cubicBezTo>
                <a:cubicBezTo>
                  <a:pt x="539065" y="149891"/>
                  <a:pt x="548402" y="150120"/>
                  <a:pt x="558195" y="150346"/>
                </a:cubicBezTo>
                <a:cubicBezTo>
                  <a:pt x="559564" y="148980"/>
                  <a:pt x="559564" y="143969"/>
                  <a:pt x="558195" y="142603"/>
                </a:cubicBezTo>
                <a:cubicBezTo>
                  <a:pt x="544305" y="141693"/>
                  <a:pt x="541800" y="141012"/>
                  <a:pt x="541800" y="122111"/>
                </a:cubicBezTo>
                <a:moveTo>
                  <a:pt x="511056" y="14123"/>
                </a:moveTo>
                <a:cubicBezTo>
                  <a:pt x="511056" y="21636"/>
                  <a:pt x="516519" y="29152"/>
                  <a:pt x="525630" y="29152"/>
                </a:cubicBezTo>
                <a:cubicBezTo>
                  <a:pt x="535878" y="29152"/>
                  <a:pt x="541800" y="20955"/>
                  <a:pt x="541800" y="15033"/>
                </a:cubicBezTo>
                <a:cubicBezTo>
                  <a:pt x="541800" y="8201"/>
                  <a:pt x="536563" y="0"/>
                  <a:pt x="526996" y="0"/>
                </a:cubicBezTo>
                <a:cubicBezTo>
                  <a:pt x="516293" y="0"/>
                  <a:pt x="511056" y="7291"/>
                  <a:pt x="511056" y="14123"/>
                </a:cubicBezTo>
                <a:close/>
                <a:moveTo>
                  <a:pt x="629482" y="138690"/>
                </a:moveTo>
                <a:cubicBezTo>
                  <a:pt x="631073" y="148028"/>
                  <a:pt x="637224" y="152125"/>
                  <a:pt x="647243" y="152125"/>
                </a:cubicBezTo>
                <a:cubicBezTo>
                  <a:pt x="659770" y="152125"/>
                  <a:pt x="668653" y="147343"/>
                  <a:pt x="677080" y="139371"/>
                </a:cubicBezTo>
                <a:cubicBezTo>
                  <a:pt x="676624" y="136640"/>
                  <a:pt x="675710" y="134819"/>
                  <a:pt x="672979" y="132995"/>
                </a:cubicBezTo>
                <a:cubicBezTo>
                  <a:pt x="670018" y="135274"/>
                  <a:pt x="667742" y="136185"/>
                  <a:pt x="663416" y="136185"/>
                </a:cubicBezTo>
                <a:cubicBezTo>
                  <a:pt x="658405" y="136185"/>
                  <a:pt x="657039" y="132084"/>
                  <a:pt x="657039" y="120922"/>
                </a:cubicBezTo>
                <a:lnTo>
                  <a:pt x="657494" y="88118"/>
                </a:lnTo>
                <a:cubicBezTo>
                  <a:pt x="657494" y="55313"/>
                  <a:pt x="637224" y="48707"/>
                  <a:pt x="618549" y="48707"/>
                </a:cubicBezTo>
                <a:cubicBezTo>
                  <a:pt x="601924" y="48707"/>
                  <a:pt x="576417" y="58274"/>
                  <a:pt x="576417" y="73310"/>
                </a:cubicBezTo>
                <a:cubicBezTo>
                  <a:pt x="576417" y="79687"/>
                  <a:pt x="579148" y="84698"/>
                  <a:pt x="588031" y="84698"/>
                </a:cubicBezTo>
                <a:cubicBezTo>
                  <a:pt x="596228" y="84698"/>
                  <a:pt x="602150" y="79687"/>
                  <a:pt x="602150" y="74221"/>
                </a:cubicBezTo>
                <a:cubicBezTo>
                  <a:pt x="602150" y="71260"/>
                  <a:pt x="600558" y="67385"/>
                  <a:pt x="601240" y="63514"/>
                </a:cubicBezTo>
                <a:cubicBezTo>
                  <a:pt x="601469" y="61008"/>
                  <a:pt x="603290" y="58274"/>
                  <a:pt x="610806" y="58274"/>
                </a:cubicBezTo>
                <a:cubicBezTo>
                  <a:pt x="620370" y="58274"/>
                  <a:pt x="628342" y="62374"/>
                  <a:pt x="628342" y="91308"/>
                </a:cubicBezTo>
                <a:lnTo>
                  <a:pt x="613083" y="96089"/>
                </a:lnTo>
                <a:cubicBezTo>
                  <a:pt x="589171" y="103606"/>
                  <a:pt x="572316" y="110216"/>
                  <a:pt x="572316" y="128210"/>
                </a:cubicBezTo>
                <a:cubicBezTo>
                  <a:pt x="572316" y="143927"/>
                  <a:pt x="580969" y="152125"/>
                  <a:pt x="600784" y="152125"/>
                </a:cubicBezTo>
                <a:cubicBezTo>
                  <a:pt x="607390" y="152125"/>
                  <a:pt x="620599" y="144838"/>
                  <a:pt x="628112" y="138916"/>
                </a:cubicBezTo>
                <a:lnTo>
                  <a:pt x="629482" y="138690"/>
                </a:lnTo>
                <a:moveTo>
                  <a:pt x="628342" y="100190"/>
                </a:moveTo>
                <a:lnTo>
                  <a:pt x="628342" y="130260"/>
                </a:lnTo>
                <a:cubicBezTo>
                  <a:pt x="622650" y="134816"/>
                  <a:pt x="616954" y="138461"/>
                  <a:pt x="612857" y="138461"/>
                </a:cubicBezTo>
                <a:cubicBezTo>
                  <a:pt x="603060" y="138461"/>
                  <a:pt x="599644" y="131855"/>
                  <a:pt x="599644" y="124794"/>
                </a:cubicBezTo>
                <a:cubicBezTo>
                  <a:pt x="599644" y="116366"/>
                  <a:pt x="600329" y="109302"/>
                  <a:pt x="616499" y="104065"/>
                </a:cubicBezTo>
                <a:lnTo>
                  <a:pt x="628342" y="100190"/>
                </a:lnTo>
                <a:close/>
                <a:moveTo>
                  <a:pt x="688694" y="136640"/>
                </a:moveTo>
                <a:cubicBezTo>
                  <a:pt x="688694" y="145293"/>
                  <a:pt x="695981" y="152125"/>
                  <a:pt x="705090" y="152125"/>
                </a:cubicBezTo>
                <a:cubicBezTo>
                  <a:pt x="714201" y="152125"/>
                  <a:pt x="721944" y="144838"/>
                  <a:pt x="721944" y="136185"/>
                </a:cubicBezTo>
                <a:cubicBezTo>
                  <a:pt x="721944" y="127303"/>
                  <a:pt x="714656" y="120471"/>
                  <a:pt x="705545" y="120471"/>
                </a:cubicBezTo>
                <a:cubicBezTo>
                  <a:pt x="696437" y="120471"/>
                  <a:pt x="688694" y="127758"/>
                  <a:pt x="688694" y="1366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B0C3B-79D9-4D84-9536-D1E7A45F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18" y="48178"/>
            <a:ext cx="6774135" cy="4837662"/>
          </a:xfrm>
          <a:custGeom xmlns:a="http://schemas.openxmlformats.org/drawingml/2006/main">
            <a:pathLst>
              <a:path w="6774135" h="4837662">
                <a:moveTo>
                  <a:pt x="0" y="0"/>
                </a:moveTo>
                <a:lnTo>
                  <a:pt x="6774135" y="0"/>
                </a:lnTo>
                <a:lnTo>
                  <a:pt x="6774135" y="4837662"/>
                </a:lnTo>
                <a:lnTo>
                  <a:pt x="0" y="48376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0A9D1-41B5-40E9-B261-6F8CA397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7966" y="83387"/>
            <a:ext cx="4929204" cy="3520860"/>
          </a:xfrm>
          <a:custGeom xmlns:a="http://schemas.openxmlformats.org/drawingml/2006/main">
            <a:pathLst>
              <a:path w="4929204" h="3520860" fill="none">
                <a:moveTo>
                  <a:pt x="0" y="0"/>
                </a:moveTo>
                <a:lnTo>
                  <a:pt x="4929204" y="0"/>
                </a:lnTo>
                <a:lnTo>
                  <a:pt x="4929204" y="3520860"/>
                </a:lnTo>
                <a:lnTo>
                  <a:pt x="0" y="35208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83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06408-0DBD-4246-9835-A9114F48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946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682ED-9203-42A2-A545-7DD9106D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867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78B5A-6764-4B99-9313-50BDFA46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787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DA98B-F79B-4FE3-BBFE-C8F0372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707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347B6-16EB-4E3A-9030-630BEAF8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627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61D74-6B0B-4543-8022-80F84453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548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B19BB-313C-4F28-8F52-4FCE28A9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5469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43865-54FC-4F66-8423-E7C58A36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8389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42CD9-40B7-4260-A559-429D43D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1310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423E6-FC63-4E43-B608-7436712E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230" y="3607768"/>
            <a:ext cx="10" cy="35209"/>
          </a:xfrm>
          <a:custGeom xmlns:a="http://schemas.openxmlformats.org/drawingml/2006/main">
            <a:pathLst>
              <a:path w="1" h="35209" fill="none">
                <a:moveTo>
                  <a:pt x="0" y="0"/>
                </a:moveTo>
                <a:lnTo>
                  <a:pt x="0" y="35209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174" name="Text L">
            <a:extLst xmlns:a="http://schemas.openxmlformats.org/drawingml/2006/main">
              <a:ext uri="{FF2B5EF4-FFF2-40B4-BE49-F238E27FC236}">
                <a16:creationId xmlns:a16="http://schemas.microsoft.com/office/drawing/2014/main" id="{03573EA5-A1A1-46CB-A551-214D459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290" y="4163689"/>
            <a:ext cx="169236" cy="119132"/>
          </a:xfrm>
          <a:custGeom xmlns:a="http://schemas.openxmlformats.org/drawingml/2006/main">
            <a:pathLst>
              <a:path w="169236" h="119132">
                <a:moveTo>
                  <a:pt x="98982" y="119132"/>
                </a:moveTo>
                <a:lnTo>
                  <a:pt x="0" y="20150"/>
                </a:lnTo>
                <a:lnTo>
                  <a:pt x="20150" y="0"/>
                </a:lnTo>
                <a:lnTo>
                  <a:pt x="102250" y="82099"/>
                </a:lnTo>
                <a:lnTo>
                  <a:pt x="152353" y="31996"/>
                </a:lnTo>
                <a:lnTo>
                  <a:pt x="169236" y="48878"/>
                </a:lnTo>
                <a:lnTo>
                  <a:pt x="98982" y="1191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a">
            <a:extLst xmlns:a="http://schemas.openxmlformats.org/drawingml/2006/main">
              <a:ext uri="{FF2B5EF4-FFF2-40B4-BE49-F238E27FC236}">
                <a16:creationId xmlns:a16="http://schemas.microsoft.com/office/drawing/2014/main" id="{CFAC499F-2EAD-44AF-BB86-4868D4F3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578" y="4077596"/>
            <a:ext cx="126009" cy="115215"/>
          </a:xfrm>
          <a:custGeom xmlns:a="http://schemas.openxmlformats.org/drawingml/2006/main">
            <a:pathLst>
              <a:path w="126009" h="115215">
                <a:moveTo>
                  <a:pt x="27504" y="56480"/>
                </a:moveTo>
                <a:lnTo>
                  <a:pt x="7013" y="70708"/>
                </a:lnTo>
                <a:cubicBezTo>
                  <a:pt x="1883" y="61675"/>
                  <a:pt x="0" y="53075"/>
                  <a:pt x="1363" y="44907"/>
                </a:cubicBezTo>
                <a:cubicBezTo>
                  <a:pt x="2724" y="36738"/>
                  <a:pt x="8102" y="27956"/>
                  <a:pt x="17497" y="18562"/>
                </a:cubicBezTo>
                <a:cubicBezTo>
                  <a:pt x="26029" y="10030"/>
                  <a:pt x="33393" y="4686"/>
                  <a:pt x="39587" y="2530"/>
                </a:cubicBezTo>
                <a:cubicBezTo>
                  <a:pt x="45782" y="374"/>
                  <a:pt x="51285" y="0"/>
                  <a:pt x="56096" y="1407"/>
                </a:cubicBezTo>
                <a:cubicBezTo>
                  <a:pt x="60906" y="2814"/>
                  <a:pt x="67464" y="7670"/>
                  <a:pt x="75770" y="15975"/>
                </a:cubicBezTo>
                <a:lnTo>
                  <a:pt x="97894" y="38508"/>
                </a:lnTo>
                <a:cubicBezTo>
                  <a:pt x="104248" y="44862"/>
                  <a:pt x="109240" y="49241"/>
                  <a:pt x="112871" y="51647"/>
                </a:cubicBezTo>
                <a:cubicBezTo>
                  <a:pt x="116502" y="54052"/>
                  <a:pt x="120881" y="56140"/>
                  <a:pt x="126009" y="57910"/>
                </a:cubicBezTo>
                <a:lnTo>
                  <a:pt x="107084" y="76835"/>
                </a:lnTo>
                <a:cubicBezTo>
                  <a:pt x="105314" y="76063"/>
                  <a:pt x="102818" y="74792"/>
                  <a:pt x="99596" y="73022"/>
                </a:cubicBezTo>
                <a:cubicBezTo>
                  <a:pt x="98144" y="72206"/>
                  <a:pt x="97168" y="71684"/>
                  <a:pt x="96669" y="71457"/>
                </a:cubicBezTo>
                <a:cubicBezTo>
                  <a:pt x="96578" y="77901"/>
                  <a:pt x="95466" y="83778"/>
                  <a:pt x="93333" y="89088"/>
                </a:cubicBezTo>
                <a:cubicBezTo>
                  <a:pt x="91200" y="94398"/>
                  <a:pt x="88023" y="99164"/>
                  <a:pt x="83803" y="103384"/>
                </a:cubicBezTo>
                <a:cubicBezTo>
                  <a:pt x="76360" y="110827"/>
                  <a:pt x="68483" y="114682"/>
                  <a:pt x="60172" y="114949"/>
                </a:cubicBezTo>
                <a:cubicBezTo>
                  <a:pt x="51861" y="115215"/>
                  <a:pt x="44632" y="112275"/>
                  <a:pt x="38485" y="106129"/>
                </a:cubicBezTo>
                <a:cubicBezTo>
                  <a:pt x="34418" y="102061"/>
                  <a:pt x="31767" y="97459"/>
                  <a:pt x="30533" y="92322"/>
                </a:cubicBezTo>
                <a:cubicBezTo>
                  <a:pt x="29298" y="87184"/>
                  <a:pt x="29592" y="82008"/>
                  <a:pt x="31414" y="76796"/>
                </a:cubicBezTo>
                <a:cubicBezTo>
                  <a:pt x="33237" y="71584"/>
                  <a:pt x="36828" y="65033"/>
                  <a:pt x="42189" y="57142"/>
                </a:cubicBezTo>
                <a:cubicBezTo>
                  <a:pt x="49458" y="46529"/>
                  <a:pt x="54093" y="38775"/>
                  <a:pt x="56096" y="33879"/>
                </a:cubicBezTo>
                <a:lnTo>
                  <a:pt x="54168" y="31952"/>
                </a:lnTo>
                <a:cubicBezTo>
                  <a:pt x="50451" y="28234"/>
                  <a:pt x="46893" y="26492"/>
                  <a:pt x="43495" y="26725"/>
                </a:cubicBezTo>
                <a:cubicBezTo>
                  <a:pt x="40096" y="26956"/>
                  <a:pt x="35877" y="29590"/>
                  <a:pt x="30840" y="34628"/>
                </a:cubicBezTo>
                <a:cubicBezTo>
                  <a:pt x="27436" y="38032"/>
                  <a:pt x="25466" y="41372"/>
                  <a:pt x="24930" y="44648"/>
                </a:cubicBezTo>
                <a:cubicBezTo>
                  <a:pt x="24392" y="47922"/>
                  <a:pt x="25250" y="51867"/>
                  <a:pt x="27504" y="56480"/>
                </a:cubicBezTo>
                <a:moveTo>
                  <a:pt x="68622" y="46405"/>
                </a:moveTo>
                <a:cubicBezTo>
                  <a:pt x="66978" y="49663"/>
                  <a:pt x="64062" y="54507"/>
                  <a:pt x="59874" y="60939"/>
                </a:cubicBezTo>
                <a:cubicBezTo>
                  <a:pt x="55684" y="67369"/>
                  <a:pt x="53311" y="71940"/>
                  <a:pt x="52754" y="74650"/>
                </a:cubicBezTo>
                <a:cubicBezTo>
                  <a:pt x="52006" y="78895"/>
                  <a:pt x="52978" y="82362"/>
                  <a:pt x="55668" y="85053"/>
                </a:cubicBezTo>
                <a:cubicBezTo>
                  <a:pt x="58315" y="87699"/>
                  <a:pt x="61601" y="88988"/>
                  <a:pt x="65526" y="88920"/>
                </a:cubicBezTo>
                <a:cubicBezTo>
                  <a:pt x="69451" y="88851"/>
                  <a:pt x="72956" y="87273"/>
                  <a:pt x="76042" y="84187"/>
                </a:cubicBezTo>
                <a:cubicBezTo>
                  <a:pt x="79491" y="80738"/>
                  <a:pt x="81660" y="76326"/>
                  <a:pt x="82550" y="70953"/>
                </a:cubicBezTo>
                <a:cubicBezTo>
                  <a:pt x="83161" y="66935"/>
                  <a:pt x="82596" y="63329"/>
                  <a:pt x="80854" y="60135"/>
                </a:cubicBezTo>
                <a:cubicBezTo>
                  <a:pt x="79739" y="58022"/>
                  <a:pt x="76918" y="54701"/>
                  <a:pt x="72389" y="50172"/>
                </a:cubicBezTo>
                <a:lnTo>
                  <a:pt x="68622" y="464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z">
            <a:extLst xmlns:a="http://schemas.openxmlformats.org/drawingml/2006/main">
              <a:ext uri="{FF2B5EF4-FFF2-40B4-BE49-F238E27FC236}">
                <a16:creationId xmlns:a16="http://schemas.microsoft.com/office/drawing/2014/main" id="{D89D2E30-AC3D-4FD2-BC44-02388B64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958" y="3993772"/>
            <a:ext cx="134177" cy="134722"/>
          </a:xfrm>
          <a:custGeom xmlns:a="http://schemas.openxmlformats.org/drawingml/2006/main">
            <a:pathLst>
              <a:path w="134177" h="134722">
                <a:moveTo>
                  <a:pt x="69641" y="134722"/>
                </a:moveTo>
                <a:lnTo>
                  <a:pt x="54529" y="119609"/>
                </a:lnTo>
                <a:lnTo>
                  <a:pt x="50714" y="61606"/>
                </a:lnTo>
                <a:cubicBezTo>
                  <a:pt x="50111" y="52108"/>
                  <a:pt x="49817" y="45233"/>
                  <a:pt x="49831" y="40982"/>
                </a:cubicBezTo>
                <a:cubicBezTo>
                  <a:pt x="47744" y="43342"/>
                  <a:pt x="44907" y="46360"/>
                  <a:pt x="41322" y="50036"/>
                </a:cubicBezTo>
                <a:lnTo>
                  <a:pt x="15930" y="75700"/>
                </a:lnTo>
                <a:lnTo>
                  <a:pt x="0" y="59770"/>
                </a:lnTo>
                <a:lnTo>
                  <a:pt x="59770" y="0"/>
                </a:lnTo>
                <a:lnTo>
                  <a:pt x="73386" y="13615"/>
                </a:lnTo>
                <a:lnTo>
                  <a:pt x="77453" y="72960"/>
                </a:lnTo>
                <a:lnTo>
                  <a:pt x="78219" y="93196"/>
                </a:lnTo>
                <a:cubicBezTo>
                  <a:pt x="83257" y="87613"/>
                  <a:pt x="86411" y="84187"/>
                  <a:pt x="87681" y="82916"/>
                </a:cubicBezTo>
                <a:lnTo>
                  <a:pt x="117294" y="53303"/>
                </a:lnTo>
                <a:lnTo>
                  <a:pt x="134177" y="70186"/>
                </a:lnTo>
                <a:lnTo>
                  <a:pt x="69641" y="1347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a">
            <a:extLst xmlns:a="http://schemas.openxmlformats.org/drawingml/2006/main">
              <a:ext uri="{FF2B5EF4-FFF2-40B4-BE49-F238E27FC236}">
                <a16:creationId xmlns:a16="http://schemas.microsoft.com/office/drawing/2014/main" id="{2A2FECAA-D75F-4BB1-9131-87F46298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825" y="3930348"/>
            <a:ext cx="126009" cy="115215"/>
          </a:xfrm>
          <a:custGeom xmlns:a="http://schemas.openxmlformats.org/drawingml/2006/main">
            <a:pathLst>
              <a:path w="126009" h="115215">
                <a:moveTo>
                  <a:pt x="27504" y="56480"/>
                </a:moveTo>
                <a:lnTo>
                  <a:pt x="7013" y="70708"/>
                </a:lnTo>
                <a:cubicBezTo>
                  <a:pt x="1883" y="61675"/>
                  <a:pt x="0" y="53075"/>
                  <a:pt x="1363" y="44907"/>
                </a:cubicBezTo>
                <a:cubicBezTo>
                  <a:pt x="2724" y="36738"/>
                  <a:pt x="8102" y="27956"/>
                  <a:pt x="17497" y="18562"/>
                </a:cubicBezTo>
                <a:cubicBezTo>
                  <a:pt x="26029" y="10030"/>
                  <a:pt x="33393" y="4686"/>
                  <a:pt x="39587" y="2530"/>
                </a:cubicBezTo>
                <a:cubicBezTo>
                  <a:pt x="45782" y="374"/>
                  <a:pt x="51285" y="0"/>
                  <a:pt x="56096" y="1407"/>
                </a:cubicBezTo>
                <a:cubicBezTo>
                  <a:pt x="60906" y="2814"/>
                  <a:pt x="67464" y="7670"/>
                  <a:pt x="75770" y="15975"/>
                </a:cubicBezTo>
                <a:lnTo>
                  <a:pt x="97894" y="38508"/>
                </a:lnTo>
                <a:cubicBezTo>
                  <a:pt x="104248" y="44862"/>
                  <a:pt x="109240" y="49241"/>
                  <a:pt x="112871" y="51647"/>
                </a:cubicBezTo>
                <a:cubicBezTo>
                  <a:pt x="116502" y="54052"/>
                  <a:pt x="120881" y="56140"/>
                  <a:pt x="126009" y="57910"/>
                </a:cubicBezTo>
                <a:lnTo>
                  <a:pt x="107084" y="76835"/>
                </a:lnTo>
                <a:cubicBezTo>
                  <a:pt x="105314" y="76063"/>
                  <a:pt x="102818" y="74792"/>
                  <a:pt x="99596" y="73022"/>
                </a:cubicBezTo>
                <a:cubicBezTo>
                  <a:pt x="98144" y="72206"/>
                  <a:pt x="97168" y="71684"/>
                  <a:pt x="96669" y="71457"/>
                </a:cubicBezTo>
                <a:cubicBezTo>
                  <a:pt x="96578" y="77901"/>
                  <a:pt x="95466" y="83778"/>
                  <a:pt x="93333" y="89088"/>
                </a:cubicBezTo>
                <a:cubicBezTo>
                  <a:pt x="91200" y="94398"/>
                  <a:pt x="88023" y="99164"/>
                  <a:pt x="83803" y="103384"/>
                </a:cubicBezTo>
                <a:cubicBezTo>
                  <a:pt x="76360" y="110827"/>
                  <a:pt x="68483" y="114682"/>
                  <a:pt x="60172" y="114949"/>
                </a:cubicBezTo>
                <a:cubicBezTo>
                  <a:pt x="51861" y="115215"/>
                  <a:pt x="44632" y="112275"/>
                  <a:pt x="38485" y="106129"/>
                </a:cubicBezTo>
                <a:cubicBezTo>
                  <a:pt x="34418" y="102061"/>
                  <a:pt x="31767" y="97459"/>
                  <a:pt x="30533" y="92322"/>
                </a:cubicBezTo>
                <a:cubicBezTo>
                  <a:pt x="29298" y="87184"/>
                  <a:pt x="29592" y="82008"/>
                  <a:pt x="31414" y="76796"/>
                </a:cubicBezTo>
                <a:cubicBezTo>
                  <a:pt x="33237" y="71584"/>
                  <a:pt x="36828" y="65033"/>
                  <a:pt x="42189" y="57142"/>
                </a:cubicBezTo>
                <a:cubicBezTo>
                  <a:pt x="49458" y="46529"/>
                  <a:pt x="54093" y="38775"/>
                  <a:pt x="56096" y="33879"/>
                </a:cubicBezTo>
                <a:lnTo>
                  <a:pt x="54168" y="31952"/>
                </a:lnTo>
                <a:cubicBezTo>
                  <a:pt x="50451" y="28234"/>
                  <a:pt x="46893" y="26492"/>
                  <a:pt x="43495" y="26725"/>
                </a:cubicBezTo>
                <a:cubicBezTo>
                  <a:pt x="40096" y="26956"/>
                  <a:pt x="35877" y="29590"/>
                  <a:pt x="30840" y="34628"/>
                </a:cubicBezTo>
                <a:cubicBezTo>
                  <a:pt x="27436" y="38032"/>
                  <a:pt x="25466" y="41372"/>
                  <a:pt x="24930" y="44648"/>
                </a:cubicBezTo>
                <a:cubicBezTo>
                  <a:pt x="24392" y="47922"/>
                  <a:pt x="25250" y="51867"/>
                  <a:pt x="27504" y="56480"/>
                </a:cubicBezTo>
                <a:moveTo>
                  <a:pt x="68622" y="46405"/>
                </a:moveTo>
                <a:cubicBezTo>
                  <a:pt x="66978" y="49663"/>
                  <a:pt x="64062" y="54507"/>
                  <a:pt x="59874" y="60939"/>
                </a:cubicBezTo>
                <a:cubicBezTo>
                  <a:pt x="55684" y="67369"/>
                  <a:pt x="53311" y="71940"/>
                  <a:pt x="52754" y="74650"/>
                </a:cubicBezTo>
                <a:cubicBezTo>
                  <a:pt x="52006" y="78895"/>
                  <a:pt x="52978" y="82362"/>
                  <a:pt x="55668" y="85053"/>
                </a:cubicBezTo>
                <a:cubicBezTo>
                  <a:pt x="58315" y="87699"/>
                  <a:pt x="61601" y="88988"/>
                  <a:pt x="65526" y="88920"/>
                </a:cubicBezTo>
                <a:cubicBezTo>
                  <a:pt x="69451" y="88851"/>
                  <a:pt x="72956" y="87273"/>
                  <a:pt x="76042" y="84187"/>
                </a:cubicBezTo>
                <a:cubicBezTo>
                  <a:pt x="79491" y="80738"/>
                  <a:pt x="81660" y="76326"/>
                  <a:pt x="82550" y="70953"/>
                </a:cubicBezTo>
                <a:cubicBezTo>
                  <a:pt x="83161" y="66935"/>
                  <a:pt x="82596" y="63329"/>
                  <a:pt x="80854" y="60135"/>
                </a:cubicBezTo>
                <a:cubicBezTo>
                  <a:pt x="79739" y="58022"/>
                  <a:pt x="76918" y="54701"/>
                  <a:pt x="72389" y="50172"/>
                </a:cubicBezTo>
                <a:lnTo>
                  <a:pt x="68622" y="464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r">
            <a:extLst xmlns:a="http://schemas.openxmlformats.org/drawingml/2006/main">
              <a:ext uri="{FF2B5EF4-FFF2-40B4-BE49-F238E27FC236}">
                <a16:creationId xmlns:a16="http://schemas.microsoft.com/office/drawing/2014/main" id="{D8B7BCDB-421E-4F28-B9B1-092ED60D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426" y="3857212"/>
            <a:ext cx="91426" cy="117158"/>
          </a:xfrm>
          <a:custGeom xmlns:a="http://schemas.openxmlformats.org/drawingml/2006/main">
            <a:pathLst>
              <a:path w="91426" h="117158">
                <a:moveTo>
                  <a:pt x="91426" y="98029"/>
                </a:moveTo>
                <a:lnTo>
                  <a:pt x="72296" y="117158"/>
                </a:lnTo>
                <a:lnTo>
                  <a:pt x="0" y="44862"/>
                </a:lnTo>
                <a:lnTo>
                  <a:pt x="17768" y="27094"/>
                </a:lnTo>
                <a:lnTo>
                  <a:pt x="28047" y="37374"/>
                </a:lnTo>
                <a:cubicBezTo>
                  <a:pt x="26232" y="29477"/>
                  <a:pt x="25767" y="23543"/>
                  <a:pt x="26652" y="19572"/>
                </a:cubicBezTo>
                <a:cubicBezTo>
                  <a:pt x="27537" y="15601"/>
                  <a:pt x="29522" y="12072"/>
                  <a:pt x="32608" y="8986"/>
                </a:cubicBezTo>
                <a:cubicBezTo>
                  <a:pt x="36965" y="4629"/>
                  <a:pt x="42366" y="1634"/>
                  <a:pt x="48810" y="0"/>
                </a:cubicBezTo>
                <a:lnTo>
                  <a:pt x="59566" y="22601"/>
                </a:lnTo>
                <a:cubicBezTo>
                  <a:pt x="54256" y="23736"/>
                  <a:pt x="50217" y="25687"/>
                  <a:pt x="47449" y="28456"/>
                </a:cubicBezTo>
                <a:cubicBezTo>
                  <a:pt x="44771" y="31133"/>
                  <a:pt x="43239" y="34140"/>
                  <a:pt x="42854" y="37476"/>
                </a:cubicBezTo>
                <a:cubicBezTo>
                  <a:pt x="42468" y="40811"/>
                  <a:pt x="43671" y="44941"/>
                  <a:pt x="46462" y="49865"/>
                </a:cubicBezTo>
                <a:cubicBezTo>
                  <a:pt x="49253" y="54790"/>
                  <a:pt x="56798" y="63401"/>
                  <a:pt x="69097" y="75700"/>
                </a:cubicBezTo>
                <a:lnTo>
                  <a:pt x="91426" y="98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u">
            <a:extLst xmlns:a="http://schemas.openxmlformats.org/drawingml/2006/main">
              <a:ext uri="{FF2B5EF4-FFF2-40B4-BE49-F238E27FC236}">
                <a16:creationId xmlns:a16="http://schemas.microsoft.com/office/drawing/2014/main" id="{0277C530-B3B5-4B2C-A8F3-CD0F0F6C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091" y="3781648"/>
            <a:ext cx="138057" cy="127256"/>
          </a:xfrm>
          <a:custGeom xmlns:a="http://schemas.openxmlformats.org/drawingml/2006/main">
            <a:pathLst>
              <a:path w="138057" h="127256">
                <a:moveTo>
                  <a:pt x="120290" y="90064"/>
                </a:moveTo>
                <a:lnTo>
                  <a:pt x="109466" y="79240"/>
                </a:lnTo>
                <a:cubicBezTo>
                  <a:pt x="110691" y="85730"/>
                  <a:pt x="110271" y="92231"/>
                  <a:pt x="108206" y="98744"/>
                </a:cubicBezTo>
                <a:cubicBezTo>
                  <a:pt x="106141" y="105256"/>
                  <a:pt x="102726" y="110895"/>
                  <a:pt x="97961" y="115661"/>
                </a:cubicBezTo>
                <a:cubicBezTo>
                  <a:pt x="93105" y="120517"/>
                  <a:pt x="87681" y="123807"/>
                  <a:pt x="81691" y="125532"/>
                </a:cubicBezTo>
                <a:cubicBezTo>
                  <a:pt x="75700" y="127256"/>
                  <a:pt x="69914" y="127052"/>
                  <a:pt x="64331" y="124919"/>
                </a:cubicBezTo>
                <a:cubicBezTo>
                  <a:pt x="58749" y="122786"/>
                  <a:pt x="52554" y="118315"/>
                  <a:pt x="45747" y="111508"/>
                </a:cubicBezTo>
                <a:lnTo>
                  <a:pt x="0" y="65761"/>
                </a:lnTo>
                <a:lnTo>
                  <a:pt x="19129" y="46632"/>
                </a:lnTo>
                <a:lnTo>
                  <a:pt x="52274" y="79776"/>
                </a:lnTo>
                <a:cubicBezTo>
                  <a:pt x="62417" y="89919"/>
                  <a:pt x="68983" y="95782"/>
                  <a:pt x="71973" y="97365"/>
                </a:cubicBezTo>
                <a:cubicBezTo>
                  <a:pt x="74963" y="98948"/>
                  <a:pt x="78056" y="99477"/>
                  <a:pt x="81253" y="98952"/>
                </a:cubicBezTo>
                <a:cubicBezTo>
                  <a:pt x="84449" y="98427"/>
                  <a:pt x="87477" y="96736"/>
                  <a:pt x="90336" y="93876"/>
                </a:cubicBezTo>
                <a:cubicBezTo>
                  <a:pt x="93604" y="90609"/>
                  <a:pt x="95637" y="86787"/>
                  <a:pt x="96436" y="82412"/>
                </a:cubicBezTo>
                <a:cubicBezTo>
                  <a:pt x="97234" y="78037"/>
                  <a:pt x="96785" y="74048"/>
                  <a:pt x="95089" y="70446"/>
                </a:cubicBezTo>
                <a:cubicBezTo>
                  <a:pt x="93393" y="66843"/>
                  <a:pt x="87383" y="59880"/>
                  <a:pt x="77060" y="49557"/>
                </a:cubicBezTo>
                <a:lnTo>
                  <a:pt x="46632" y="19129"/>
                </a:lnTo>
                <a:lnTo>
                  <a:pt x="65761" y="0"/>
                </a:lnTo>
                <a:lnTo>
                  <a:pt x="138057" y="72296"/>
                </a:lnTo>
                <a:lnTo>
                  <a:pt x="120290" y="900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s">
            <a:extLst xmlns:a="http://schemas.openxmlformats.org/drawingml/2006/main">
              <a:ext uri="{FF2B5EF4-FFF2-40B4-BE49-F238E27FC236}">
                <a16:creationId xmlns:a16="http://schemas.microsoft.com/office/drawing/2014/main" id="{469D78E3-9431-4F2C-A473-571D8200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072" y="3715019"/>
            <a:ext cx="112623" cy="112009"/>
          </a:xfrm>
          <a:custGeom xmlns:a="http://schemas.openxmlformats.org/drawingml/2006/main">
            <a:pathLst>
              <a:path w="112623" h="112009">
                <a:moveTo>
                  <a:pt x="37588" y="105296"/>
                </a:moveTo>
                <a:lnTo>
                  <a:pt x="53790" y="83103"/>
                </a:lnTo>
                <a:cubicBezTo>
                  <a:pt x="58306" y="85985"/>
                  <a:pt x="62771" y="87137"/>
                  <a:pt x="67184" y="86558"/>
                </a:cubicBezTo>
                <a:cubicBezTo>
                  <a:pt x="71598" y="85980"/>
                  <a:pt x="76051" y="83444"/>
                  <a:pt x="80544" y="78951"/>
                </a:cubicBezTo>
                <a:cubicBezTo>
                  <a:pt x="85491" y="74004"/>
                  <a:pt x="88306" y="69376"/>
                  <a:pt x="88990" y="65068"/>
                </a:cubicBezTo>
                <a:cubicBezTo>
                  <a:pt x="89400" y="62119"/>
                  <a:pt x="88539" y="59580"/>
                  <a:pt x="86409" y="57449"/>
                </a:cubicBezTo>
                <a:cubicBezTo>
                  <a:pt x="84958" y="55999"/>
                  <a:pt x="83303" y="55251"/>
                  <a:pt x="81444" y="55207"/>
                </a:cubicBezTo>
                <a:cubicBezTo>
                  <a:pt x="79585" y="55254"/>
                  <a:pt x="76613" y="56549"/>
                  <a:pt x="72530" y="59092"/>
                </a:cubicBezTo>
                <a:cubicBezTo>
                  <a:pt x="53702" y="71124"/>
                  <a:pt x="40817" y="77800"/>
                  <a:pt x="33876" y="79119"/>
                </a:cubicBezTo>
                <a:cubicBezTo>
                  <a:pt x="24258" y="80937"/>
                  <a:pt x="15980" y="78378"/>
                  <a:pt x="9043" y="71441"/>
                </a:cubicBezTo>
                <a:cubicBezTo>
                  <a:pt x="2786" y="65184"/>
                  <a:pt x="0" y="57451"/>
                  <a:pt x="685" y="48242"/>
                </a:cubicBezTo>
                <a:cubicBezTo>
                  <a:pt x="1370" y="39034"/>
                  <a:pt x="6909" y="29233"/>
                  <a:pt x="17302" y="18840"/>
                </a:cubicBezTo>
                <a:cubicBezTo>
                  <a:pt x="27196" y="8946"/>
                  <a:pt x="36153" y="3200"/>
                  <a:pt x="44175" y="1600"/>
                </a:cubicBezTo>
                <a:cubicBezTo>
                  <a:pt x="52196" y="0"/>
                  <a:pt x="60258" y="1435"/>
                  <a:pt x="68359" y="5906"/>
                </a:cubicBezTo>
                <a:lnTo>
                  <a:pt x="53722" y="27349"/>
                </a:lnTo>
                <a:cubicBezTo>
                  <a:pt x="50137" y="25307"/>
                  <a:pt x="46518" y="24615"/>
                  <a:pt x="42864" y="25273"/>
                </a:cubicBezTo>
                <a:cubicBezTo>
                  <a:pt x="39211" y="25931"/>
                  <a:pt x="35387" y="28257"/>
                  <a:pt x="31394" y="32251"/>
                </a:cubicBezTo>
                <a:cubicBezTo>
                  <a:pt x="26356" y="37288"/>
                  <a:pt x="23451" y="41599"/>
                  <a:pt x="22678" y="45183"/>
                </a:cubicBezTo>
                <a:cubicBezTo>
                  <a:pt x="22221" y="47631"/>
                  <a:pt x="22786" y="49648"/>
                  <a:pt x="24373" y="51235"/>
                </a:cubicBezTo>
                <a:cubicBezTo>
                  <a:pt x="25732" y="52594"/>
                  <a:pt x="27522" y="53114"/>
                  <a:pt x="29745" y="52795"/>
                </a:cubicBezTo>
                <a:cubicBezTo>
                  <a:pt x="32739" y="52340"/>
                  <a:pt x="40486" y="48173"/>
                  <a:pt x="52986" y="40297"/>
                </a:cubicBezTo>
                <a:cubicBezTo>
                  <a:pt x="65487" y="32420"/>
                  <a:pt x="75436" y="28141"/>
                  <a:pt x="82835" y="27462"/>
                </a:cubicBezTo>
                <a:cubicBezTo>
                  <a:pt x="90236" y="26875"/>
                  <a:pt x="96978" y="29624"/>
                  <a:pt x="103062" y="35708"/>
                </a:cubicBezTo>
                <a:cubicBezTo>
                  <a:pt x="109693" y="42338"/>
                  <a:pt x="112623" y="50806"/>
                  <a:pt x="111855" y="61111"/>
                </a:cubicBezTo>
                <a:cubicBezTo>
                  <a:pt x="111086" y="71416"/>
                  <a:pt x="105278" y="81991"/>
                  <a:pt x="94432" y="92838"/>
                </a:cubicBezTo>
                <a:cubicBezTo>
                  <a:pt x="84583" y="102686"/>
                  <a:pt x="74798" y="108491"/>
                  <a:pt x="65076" y="110251"/>
                </a:cubicBezTo>
                <a:cubicBezTo>
                  <a:pt x="55353" y="112009"/>
                  <a:pt x="46190" y="110358"/>
                  <a:pt x="37588" y="1052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A">
            <a:extLst xmlns:a="http://schemas.openxmlformats.org/drawingml/2006/main">
              <a:ext uri="{FF2B5EF4-FFF2-40B4-BE49-F238E27FC236}">
                <a16:creationId xmlns:a16="http://schemas.microsoft.com/office/drawing/2014/main" id="{93258804-831A-4C79-8C8D-5F595EA1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568" y="4040540"/>
            <a:ext cx="161067" cy="159978"/>
          </a:xfrm>
          <a:custGeom xmlns:a="http://schemas.openxmlformats.org/drawingml/2006/main">
            <a:pathLst>
              <a:path w="161067" h="159978">
                <a:moveTo>
                  <a:pt x="161067" y="59839"/>
                </a:moveTo>
                <a:lnTo>
                  <a:pt x="139147" y="81759"/>
                </a:lnTo>
                <a:lnTo>
                  <a:pt x="107696" y="67735"/>
                </a:lnTo>
                <a:lnTo>
                  <a:pt x="67803" y="107628"/>
                </a:lnTo>
                <a:lnTo>
                  <a:pt x="82303" y="138602"/>
                </a:lnTo>
                <a:lnTo>
                  <a:pt x="60928" y="159978"/>
                </a:lnTo>
                <a:lnTo>
                  <a:pt x="0" y="21308"/>
                </a:lnTo>
                <a:lnTo>
                  <a:pt x="21308" y="0"/>
                </a:lnTo>
                <a:lnTo>
                  <a:pt x="161067" y="59839"/>
                </a:lnTo>
                <a:moveTo>
                  <a:pt x="84346" y="57320"/>
                </a:moveTo>
                <a:lnTo>
                  <a:pt x="33697" y="34174"/>
                </a:lnTo>
                <a:lnTo>
                  <a:pt x="57115" y="84550"/>
                </a:lnTo>
                <a:lnTo>
                  <a:pt x="84346" y="5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P">
            <a:extLst xmlns:a="http://schemas.openxmlformats.org/drawingml/2006/main">
              <a:ext uri="{FF2B5EF4-FFF2-40B4-BE49-F238E27FC236}">
                <a16:creationId xmlns:a16="http://schemas.microsoft.com/office/drawing/2014/main" id="{6E2952A2-F577-4AB2-A4B0-6A588B14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524" y="3929331"/>
            <a:ext cx="121615" cy="160359"/>
          </a:xfrm>
          <a:custGeom xmlns:a="http://schemas.openxmlformats.org/drawingml/2006/main">
            <a:pathLst>
              <a:path w="121615" h="160359">
                <a:moveTo>
                  <a:pt x="99799" y="160359"/>
                </a:moveTo>
                <a:lnTo>
                  <a:pt x="0" y="60560"/>
                </a:lnTo>
                <a:lnTo>
                  <a:pt x="32336" y="28224"/>
                </a:lnTo>
                <a:cubicBezTo>
                  <a:pt x="44590" y="15971"/>
                  <a:pt x="53076" y="8482"/>
                  <a:pt x="57794" y="5757"/>
                </a:cubicBezTo>
                <a:cubicBezTo>
                  <a:pt x="65009" y="1535"/>
                  <a:pt x="73049" y="0"/>
                  <a:pt x="81916" y="1152"/>
                </a:cubicBezTo>
                <a:cubicBezTo>
                  <a:pt x="90783" y="2303"/>
                  <a:pt x="99183" y="6846"/>
                  <a:pt x="107117" y="14780"/>
                </a:cubicBezTo>
                <a:cubicBezTo>
                  <a:pt x="113237" y="20899"/>
                  <a:pt x="117270" y="27157"/>
                  <a:pt x="119217" y="33551"/>
                </a:cubicBezTo>
                <a:cubicBezTo>
                  <a:pt x="121165" y="39946"/>
                  <a:pt x="121615" y="46047"/>
                  <a:pt x="120568" y="51853"/>
                </a:cubicBezTo>
                <a:cubicBezTo>
                  <a:pt x="119522" y="57659"/>
                  <a:pt x="117614" y="62718"/>
                  <a:pt x="114846" y="67030"/>
                </a:cubicBezTo>
                <a:cubicBezTo>
                  <a:pt x="110987" y="72792"/>
                  <a:pt x="104496" y="80234"/>
                  <a:pt x="95374" y="89356"/>
                </a:cubicBezTo>
                <a:lnTo>
                  <a:pt x="82235" y="102495"/>
                </a:lnTo>
                <a:lnTo>
                  <a:pt x="119949" y="140209"/>
                </a:lnTo>
                <a:lnTo>
                  <a:pt x="99799" y="160359"/>
                </a:lnTo>
                <a:moveTo>
                  <a:pt x="37033" y="57293"/>
                </a:moveTo>
                <a:lnTo>
                  <a:pt x="65353" y="85612"/>
                </a:lnTo>
                <a:lnTo>
                  <a:pt x="76381" y="74584"/>
                </a:lnTo>
                <a:cubicBezTo>
                  <a:pt x="84323" y="66642"/>
                  <a:pt x="89111" y="60810"/>
                  <a:pt x="90745" y="57089"/>
                </a:cubicBezTo>
                <a:cubicBezTo>
                  <a:pt x="92379" y="53367"/>
                  <a:pt x="92844" y="49634"/>
                  <a:pt x="92140" y="45890"/>
                </a:cubicBezTo>
                <a:cubicBezTo>
                  <a:pt x="91437" y="42146"/>
                  <a:pt x="89610" y="38799"/>
                  <a:pt x="86660" y="35849"/>
                </a:cubicBezTo>
                <a:cubicBezTo>
                  <a:pt x="83030" y="32218"/>
                  <a:pt x="78968" y="30289"/>
                  <a:pt x="74475" y="30062"/>
                </a:cubicBezTo>
                <a:cubicBezTo>
                  <a:pt x="69982" y="29836"/>
                  <a:pt x="65806" y="31061"/>
                  <a:pt x="61949" y="33739"/>
                </a:cubicBezTo>
                <a:cubicBezTo>
                  <a:pt x="59090" y="35690"/>
                  <a:pt x="54029" y="40297"/>
                  <a:pt x="46768" y="47558"/>
                </a:cubicBezTo>
                <a:lnTo>
                  <a:pt x="37033" y="57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T">
            <a:extLst xmlns:a="http://schemas.openxmlformats.org/drawingml/2006/main">
              <a:ext uri="{FF2B5EF4-FFF2-40B4-BE49-F238E27FC236}">
                <a16:creationId xmlns:a16="http://schemas.microsoft.com/office/drawing/2014/main" id="{F7F8C9CE-BAF4-47AB-9ADC-627FFFA4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367" y="3824740"/>
            <a:ext cx="149562" cy="149494"/>
          </a:xfrm>
          <a:custGeom xmlns:a="http://schemas.openxmlformats.org/drawingml/2006/main">
            <a:pathLst>
              <a:path w="149562" h="149494">
                <a:moveTo>
                  <a:pt x="129412" y="149494"/>
                </a:moveTo>
                <a:lnTo>
                  <a:pt x="46496" y="66578"/>
                </a:lnTo>
                <a:lnTo>
                  <a:pt x="16883" y="96191"/>
                </a:lnTo>
                <a:lnTo>
                  <a:pt x="0" y="79308"/>
                </a:lnTo>
                <a:lnTo>
                  <a:pt x="79308" y="0"/>
                </a:lnTo>
                <a:lnTo>
                  <a:pt x="96191" y="16883"/>
                </a:lnTo>
                <a:lnTo>
                  <a:pt x="66646" y="46428"/>
                </a:lnTo>
                <a:lnTo>
                  <a:pt x="149562" y="129344"/>
                </a:lnTo>
                <a:lnTo>
                  <a:pt x="129412" y="149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2">
            <a:extLst xmlns:a="http://schemas.openxmlformats.org/drawingml/2006/main">
              <a:ext uri="{FF2B5EF4-FFF2-40B4-BE49-F238E27FC236}">
                <a16:creationId xmlns:a16="http://schemas.microsoft.com/office/drawing/2014/main" id="{839062FF-4F8B-4015-AF12-570BCE10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050" y="3767024"/>
            <a:ext cx="148809" cy="151184"/>
          </a:xfrm>
          <a:custGeom xmlns:a="http://schemas.openxmlformats.org/drawingml/2006/main">
            <a:pathLst>
              <a:path w="148809" h="151184">
                <a:moveTo>
                  <a:pt x="130973" y="66294"/>
                </a:moveTo>
                <a:lnTo>
                  <a:pt x="148809" y="84129"/>
                </a:lnTo>
                <a:lnTo>
                  <a:pt x="81755" y="151184"/>
                </a:lnTo>
                <a:cubicBezTo>
                  <a:pt x="75770" y="143747"/>
                  <a:pt x="71589" y="135209"/>
                  <a:pt x="69212" y="125571"/>
                </a:cubicBezTo>
                <a:cubicBezTo>
                  <a:pt x="66833" y="115931"/>
                  <a:pt x="66033" y="100790"/>
                  <a:pt x="66812" y="80147"/>
                </a:cubicBezTo>
                <a:cubicBezTo>
                  <a:pt x="67409" y="63498"/>
                  <a:pt x="67255" y="52770"/>
                  <a:pt x="66350" y="47962"/>
                </a:cubicBezTo>
                <a:cubicBezTo>
                  <a:pt x="65037" y="41384"/>
                  <a:pt x="62453" y="36168"/>
                  <a:pt x="58598" y="32313"/>
                </a:cubicBezTo>
                <a:cubicBezTo>
                  <a:pt x="54335" y="28050"/>
                  <a:pt x="49913" y="25920"/>
                  <a:pt x="45332" y="25923"/>
                </a:cubicBezTo>
                <a:cubicBezTo>
                  <a:pt x="40750" y="25924"/>
                  <a:pt x="36439" y="27944"/>
                  <a:pt x="32400" y="31984"/>
                </a:cubicBezTo>
                <a:cubicBezTo>
                  <a:pt x="28406" y="35977"/>
                  <a:pt x="26437" y="40362"/>
                  <a:pt x="26494" y="45139"/>
                </a:cubicBezTo>
                <a:cubicBezTo>
                  <a:pt x="26550" y="49914"/>
                  <a:pt x="29199" y="55287"/>
                  <a:pt x="34442" y="61256"/>
                </a:cubicBezTo>
                <a:lnTo>
                  <a:pt x="13466" y="78403"/>
                </a:lnTo>
                <a:cubicBezTo>
                  <a:pt x="4026" y="66694"/>
                  <a:pt x="0" y="55542"/>
                  <a:pt x="1387" y="44948"/>
                </a:cubicBezTo>
                <a:cubicBezTo>
                  <a:pt x="2774" y="34353"/>
                  <a:pt x="7961" y="24563"/>
                  <a:pt x="16947" y="15577"/>
                </a:cubicBezTo>
                <a:cubicBezTo>
                  <a:pt x="26795" y="5729"/>
                  <a:pt x="37186" y="644"/>
                  <a:pt x="48119" y="322"/>
                </a:cubicBezTo>
                <a:cubicBezTo>
                  <a:pt x="59052" y="0"/>
                  <a:pt x="68464" y="3784"/>
                  <a:pt x="76353" y="11674"/>
                </a:cubicBezTo>
                <a:cubicBezTo>
                  <a:pt x="80843" y="16164"/>
                  <a:pt x="84312" y="21244"/>
                  <a:pt x="86760" y="26914"/>
                </a:cubicBezTo>
                <a:cubicBezTo>
                  <a:pt x="89207" y="32583"/>
                  <a:pt x="90904" y="39386"/>
                  <a:pt x="91853" y="47324"/>
                </a:cubicBezTo>
                <a:cubicBezTo>
                  <a:pt x="92487" y="52587"/>
                  <a:pt x="92552" y="61003"/>
                  <a:pt x="92049" y="72571"/>
                </a:cubicBezTo>
                <a:cubicBezTo>
                  <a:pt x="91544" y="84139"/>
                  <a:pt x="91393" y="91635"/>
                  <a:pt x="91596" y="95060"/>
                </a:cubicBezTo>
                <a:cubicBezTo>
                  <a:pt x="91799" y="98485"/>
                  <a:pt x="92262" y="101558"/>
                  <a:pt x="92987" y="104280"/>
                </a:cubicBezTo>
                <a:lnTo>
                  <a:pt x="130973" y="66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8">
            <a:extLst xmlns:a="http://schemas.openxmlformats.org/drawingml/2006/main">
              <a:ext uri="{FF2B5EF4-FFF2-40B4-BE49-F238E27FC236}">
                <a16:creationId xmlns:a16="http://schemas.microsoft.com/office/drawing/2014/main" id="{07AEF5EA-5A36-4D5E-B675-25111214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563" y="3690611"/>
            <a:ext cx="133098" cy="133410"/>
          </a:xfrm>
          <a:custGeom xmlns:a="http://schemas.openxmlformats.org/drawingml/2006/main">
            <a:pathLst>
              <a:path w="133098" h="133410">
                <a:moveTo>
                  <a:pt x="45757" y="77322"/>
                </a:moveTo>
                <a:cubicBezTo>
                  <a:pt x="38724" y="80182"/>
                  <a:pt x="32259" y="80911"/>
                  <a:pt x="26362" y="79507"/>
                </a:cubicBezTo>
                <a:cubicBezTo>
                  <a:pt x="20465" y="78103"/>
                  <a:pt x="15340" y="75224"/>
                  <a:pt x="10986" y="70870"/>
                </a:cubicBezTo>
                <a:cubicBezTo>
                  <a:pt x="3547" y="63431"/>
                  <a:pt x="0" y="54687"/>
                  <a:pt x="345" y="44639"/>
                </a:cubicBezTo>
                <a:cubicBezTo>
                  <a:pt x="688" y="34590"/>
                  <a:pt x="5647" y="24777"/>
                  <a:pt x="15223" y="15201"/>
                </a:cubicBezTo>
                <a:cubicBezTo>
                  <a:pt x="24709" y="5716"/>
                  <a:pt x="34499" y="779"/>
                  <a:pt x="44594" y="390"/>
                </a:cubicBezTo>
                <a:cubicBezTo>
                  <a:pt x="54687" y="0"/>
                  <a:pt x="63454" y="3524"/>
                  <a:pt x="70892" y="10963"/>
                </a:cubicBezTo>
                <a:cubicBezTo>
                  <a:pt x="75517" y="15588"/>
                  <a:pt x="78430" y="20906"/>
                  <a:pt x="79631" y="26918"/>
                </a:cubicBezTo>
                <a:cubicBezTo>
                  <a:pt x="80831" y="32929"/>
                  <a:pt x="80205" y="39065"/>
                  <a:pt x="77753" y="45326"/>
                </a:cubicBezTo>
                <a:cubicBezTo>
                  <a:pt x="85521" y="42020"/>
                  <a:pt x="92985" y="41066"/>
                  <a:pt x="100146" y="42463"/>
                </a:cubicBezTo>
                <a:cubicBezTo>
                  <a:pt x="107306" y="43860"/>
                  <a:pt x="113686" y="47358"/>
                  <a:pt x="119286" y="52957"/>
                </a:cubicBezTo>
                <a:cubicBezTo>
                  <a:pt x="128525" y="62197"/>
                  <a:pt x="133098" y="72647"/>
                  <a:pt x="133003" y="84306"/>
                </a:cubicBezTo>
                <a:cubicBezTo>
                  <a:pt x="132906" y="95964"/>
                  <a:pt x="127979" y="106672"/>
                  <a:pt x="118222" y="116429"/>
                </a:cubicBezTo>
                <a:cubicBezTo>
                  <a:pt x="109145" y="125506"/>
                  <a:pt x="99199" y="130673"/>
                  <a:pt x="88383" y="131929"/>
                </a:cubicBezTo>
                <a:cubicBezTo>
                  <a:pt x="75614" y="133410"/>
                  <a:pt x="64312" y="129234"/>
                  <a:pt x="54480" y="119401"/>
                </a:cubicBezTo>
                <a:cubicBezTo>
                  <a:pt x="49062" y="113983"/>
                  <a:pt x="45428" y="107672"/>
                  <a:pt x="43577" y="100465"/>
                </a:cubicBezTo>
                <a:cubicBezTo>
                  <a:pt x="41725" y="93258"/>
                  <a:pt x="42452" y="85543"/>
                  <a:pt x="45757" y="77322"/>
                </a:cubicBezTo>
                <a:moveTo>
                  <a:pt x="30506" y="54174"/>
                </a:moveTo>
                <a:cubicBezTo>
                  <a:pt x="34309" y="57976"/>
                  <a:pt x="38351" y="59863"/>
                  <a:pt x="42635" y="59835"/>
                </a:cubicBezTo>
                <a:cubicBezTo>
                  <a:pt x="46916" y="59805"/>
                  <a:pt x="50850" y="57998"/>
                  <a:pt x="54435" y="54412"/>
                </a:cubicBezTo>
                <a:cubicBezTo>
                  <a:pt x="58066" y="50782"/>
                  <a:pt x="59896" y="46803"/>
                  <a:pt x="59926" y="42476"/>
                </a:cubicBezTo>
                <a:cubicBezTo>
                  <a:pt x="59954" y="38147"/>
                  <a:pt x="58067" y="34082"/>
                  <a:pt x="54265" y="30279"/>
                </a:cubicBezTo>
                <a:cubicBezTo>
                  <a:pt x="50689" y="26704"/>
                  <a:pt x="46750" y="24920"/>
                  <a:pt x="42445" y="24927"/>
                </a:cubicBezTo>
                <a:cubicBezTo>
                  <a:pt x="38139" y="24933"/>
                  <a:pt x="34217" y="26706"/>
                  <a:pt x="30677" y="30245"/>
                </a:cubicBezTo>
                <a:cubicBezTo>
                  <a:pt x="27001" y="33922"/>
                  <a:pt x="25160" y="37935"/>
                  <a:pt x="25154" y="42286"/>
                </a:cubicBezTo>
                <a:cubicBezTo>
                  <a:pt x="25147" y="46636"/>
                  <a:pt x="26931" y="50599"/>
                  <a:pt x="30506" y="54174"/>
                </a:cubicBezTo>
                <a:moveTo>
                  <a:pt x="71484" y="98691"/>
                </a:moveTo>
                <a:cubicBezTo>
                  <a:pt x="76782" y="103990"/>
                  <a:pt x="82266" y="106773"/>
                  <a:pt x="87935" y="107041"/>
                </a:cubicBezTo>
                <a:cubicBezTo>
                  <a:pt x="93603" y="107309"/>
                  <a:pt x="98457" y="105424"/>
                  <a:pt x="102496" y="101385"/>
                </a:cubicBezTo>
                <a:cubicBezTo>
                  <a:pt x="106445" y="97436"/>
                  <a:pt x="108286" y="92742"/>
                  <a:pt x="108019" y="87301"/>
                </a:cubicBezTo>
                <a:cubicBezTo>
                  <a:pt x="107751" y="81860"/>
                  <a:pt x="104922" y="76443"/>
                  <a:pt x="99531" y="71053"/>
                </a:cubicBezTo>
                <a:cubicBezTo>
                  <a:pt x="94827" y="66348"/>
                  <a:pt x="89732" y="63885"/>
                  <a:pt x="84246" y="63664"/>
                </a:cubicBezTo>
                <a:cubicBezTo>
                  <a:pt x="78759" y="63442"/>
                  <a:pt x="73995" y="65350"/>
                  <a:pt x="69956" y="69389"/>
                </a:cubicBezTo>
                <a:cubicBezTo>
                  <a:pt x="65282" y="74063"/>
                  <a:pt x="63420" y="79168"/>
                  <a:pt x="64372" y="84704"/>
                </a:cubicBezTo>
                <a:cubicBezTo>
                  <a:pt x="65322" y="90238"/>
                  <a:pt x="67693" y="94900"/>
                  <a:pt x="71484" y="986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A">
            <a:extLst xmlns:a="http://schemas.openxmlformats.org/drawingml/2006/main">
              <a:ext uri="{FF2B5EF4-FFF2-40B4-BE49-F238E27FC236}">
                <a16:creationId xmlns:a16="http://schemas.microsoft.com/office/drawing/2014/main" id="{E3AAB2C4-4018-4C53-87B5-335ABBBF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489" y="4040540"/>
            <a:ext cx="161067" cy="159978"/>
          </a:xfrm>
          <a:custGeom xmlns:a="http://schemas.openxmlformats.org/drawingml/2006/main">
            <a:pathLst>
              <a:path w="161067" h="159978">
                <a:moveTo>
                  <a:pt x="161067" y="59839"/>
                </a:moveTo>
                <a:lnTo>
                  <a:pt x="139147" y="81759"/>
                </a:lnTo>
                <a:lnTo>
                  <a:pt x="107696" y="67735"/>
                </a:lnTo>
                <a:lnTo>
                  <a:pt x="67803" y="107628"/>
                </a:lnTo>
                <a:lnTo>
                  <a:pt x="82303" y="138602"/>
                </a:lnTo>
                <a:lnTo>
                  <a:pt x="60928" y="159978"/>
                </a:lnTo>
                <a:lnTo>
                  <a:pt x="0" y="21308"/>
                </a:lnTo>
                <a:lnTo>
                  <a:pt x="21308" y="0"/>
                </a:lnTo>
                <a:lnTo>
                  <a:pt x="161067" y="59839"/>
                </a:lnTo>
                <a:moveTo>
                  <a:pt x="84346" y="57320"/>
                </a:moveTo>
                <a:lnTo>
                  <a:pt x="33697" y="34174"/>
                </a:lnTo>
                <a:lnTo>
                  <a:pt x="57115" y="84550"/>
                </a:lnTo>
                <a:lnTo>
                  <a:pt x="84346" y="5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P">
            <a:extLst xmlns:a="http://schemas.openxmlformats.org/drawingml/2006/main">
              <a:ext uri="{FF2B5EF4-FFF2-40B4-BE49-F238E27FC236}">
                <a16:creationId xmlns:a16="http://schemas.microsoft.com/office/drawing/2014/main" id="{EE80A3DD-7B49-489E-811E-1295F93D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45" y="3929331"/>
            <a:ext cx="121615" cy="160359"/>
          </a:xfrm>
          <a:custGeom xmlns:a="http://schemas.openxmlformats.org/drawingml/2006/main">
            <a:pathLst>
              <a:path w="121615" h="160359">
                <a:moveTo>
                  <a:pt x="99799" y="160359"/>
                </a:moveTo>
                <a:lnTo>
                  <a:pt x="0" y="60560"/>
                </a:lnTo>
                <a:lnTo>
                  <a:pt x="32336" y="28224"/>
                </a:lnTo>
                <a:cubicBezTo>
                  <a:pt x="44590" y="15971"/>
                  <a:pt x="53076" y="8482"/>
                  <a:pt x="57794" y="5757"/>
                </a:cubicBezTo>
                <a:cubicBezTo>
                  <a:pt x="65009" y="1535"/>
                  <a:pt x="73049" y="0"/>
                  <a:pt x="81916" y="1152"/>
                </a:cubicBezTo>
                <a:cubicBezTo>
                  <a:pt x="90783" y="2303"/>
                  <a:pt x="99183" y="6846"/>
                  <a:pt x="107117" y="14780"/>
                </a:cubicBezTo>
                <a:cubicBezTo>
                  <a:pt x="113237" y="20899"/>
                  <a:pt x="117270" y="27157"/>
                  <a:pt x="119217" y="33551"/>
                </a:cubicBezTo>
                <a:cubicBezTo>
                  <a:pt x="121165" y="39946"/>
                  <a:pt x="121615" y="46047"/>
                  <a:pt x="120568" y="51853"/>
                </a:cubicBezTo>
                <a:cubicBezTo>
                  <a:pt x="119522" y="57659"/>
                  <a:pt x="117614" y="62718"/>
                  <a:pt x="114846" y="67030"/>
                </a:cubicBezTo>
                <a:cubicBezTo>
                  <a:pt x="110987" y="72792"/>
                  <a:pt x="104496" y="80234"/>
                  <a:pt x="95374" y="89356"/>
                </a:cubicBezTo>
                <a:lnTo>
                  <a:pt x="82235" y="102495"/>
                </a:lnTo>
                <a:lnTo>
                  <a:pt x="119949" y="140209"/>
                </a:lnTo>
                <a:lnTo>
                  <a:pt x="99799" y="160359"/>
                </a:lnTo>
                <a:moveTo>
                  <a:pt x="37033" y="57293"/>
                </a:moveTo>
                <a:lnTo>
                  <a:pt x="65353" y="85612"/>
                </a:lnTo>
                <a:lnTo>
                  <a:pt x="76381" y="74584"/>
                </a:lnTo>
                <a:cubicBezTo>
                  <a:pt x="84323" y="66642"/>
                  <a:pt x="89111" y="60810"/>
                  <a:pt x="90745" y="57089"/>
                </a:cubicBezTo>
                <a:cubicBezTo>
                  <a:pt x="92379" y="53367"/>
                  <a:pt x="92844" y="49634"/>
                  <a:pt x="92140" y="45890"/>
                </a:cubicBezTo>
                <a:cubicBezTo>
                  <a:pt x="91437" y="42146"/>
                  <a:pt x="89610" y="38799"/>
                  <a:pt x="86660" y="35849"/>
                </a:cubicBezTo>
                <a:cubicBezTo>
                  <a:pt x="83030" y="32218"/>
                  <a:pt x="78968" y="30289"/>
                  <a:pt x="74475" y="30062"/>
                </a:cubicBezTo>
                <a:cubicBezTo>
                  <a:pt x="69982" y="29836"/>
                  <a:pt x="65806" y="31061"/>
                  <a:pt x="61949" y="33739"/>
                </a:cubicBezTo>
                <a:cubicBezTo>
                  <a:pt x="59090" y="35690"/>
                  <a:pt x="54029" y="40297"/>
                  <a:pt x="46768" y="47558"/>
                </a:cubicBezTo>
                <a:lnTo>
                  <a:pt x="37033" y="57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T">
            <a:extLst xmlns:a="http://schemas.openxmlformats.org/drawingml/2006/main">
              <a:ext uri="{FF2B5EF4-FFF2-40B4-BE49-F238E27FC236}">
                <a16:creationId xmlns:a16="http://schemas.microsoft.com/office/drawing/2014/main" id="{39D2977D-6F61-46BF-87E1-DE0D5B0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288" y="3824740"/>
            <a:ext cx="149562" cy="149494"/>
          </a:xfrm>
          <a:custGeom xmlns:a="http://schemas.openxmlformats.org/drawingml/2006/main">
            <a:pathLst>
              <a:path w="149562" h="149494">
                <a:moveTo>
                  <a:pt x="129412" y="149494"/>
                </a:moveTo>
                <a:lnTo>
                  <a:pt x="46496" y="66578"/>
                </a:lnTo>
                <a:lnTo>
                  <a:pt x="16883" y="96191"/>
                </a:lnTo>
                <a:lnTo>
                  <a:pt x="0" y="79308"/>
                </a:lnTo>
                <a:lnTo>
                  <a:pt x="79308" y="0"/>
                </a:lnTo>
                <a:lnTo>
                  <a:pt x="96191" y="16883"/>
                </a:lnTo>
                <a:lnTo>
                  <a:pt x="66646" y="46428"/>
                </a:lnTo>
                <a:lnTo>
                  <a:pt x="149562" y="129344"/>
                </a:lnTo>
                <a:lnTo>
                  <a:pt x="129412" y="149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2">
            <a:extLst xmlns:a="http://schemas.openxmlformats.org/drawingml/2006/main">
              <a:ext uri="{FF2B5EF4-FFF2-40B4-BE49-F238E27FC236}">
                <a16:creationId xmlns:a16="http://schemas.microsoft.com/office/drawing/2014/main" id="{D14E0927-1D89-4140-9BF7-601568E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71" y="3767024"/>
            <a:ext cx="148809" cy="151184"/>
          </a:xfrm>
          <a:custGeom xmlns:a="http://schemas.openxmlformats.org/drawingml/2006/main">
            <a:pathLst>
              <a:path w="148809" h="151184">
                <a:moveTo>
                  <a:pt x="130973" y="66294"/>
                </a:moveTo>
                <a:lnTo>
                  <a:pt x="148809" y="84129"/>
                </a:lnTo>
                <a:lnTo>
                  <a:pt x="81755" y="151184"/>
                </a:lnTo>
                <a:cubicBezTo>
                  <a:pt x="75770" y="143747"/>
                  <a:pt x="71589" y="135209"/>
                  <a:pt x="69212" y="125571"/>
                </a:cubicBezTo>
                <a:cubicBezTo>
                  <a:pt x="66833" y="115931"/>
                  <a:pt x="66033" y="100790"/>
                  <a:pt x="66812" y="80147"/>
                </a:cubicBezTo>
                <a:cubicBezTo>
                  <a:pt x="67409" y="63498"/>
                  <a:pt x="67255" y="52770"/>
                  <a:pt x="66350" y="47962"/>
                </a:cubicBezTo>
                <a:cubicBezTo>
                  <a:pt x="65037" y="41384"/>
                  <a:pt x="62453" y="36168"/>
                  <a:pt x="58598" y="32313"/>
                </a:cubicBezTo>
                <a:cubicBezTo>
                  <a:pt x="54335" y="28050"/>
                  <a:pt x="49913" y="25920"/>
                  <a:pt x="45332" y="25923"/>
                </a:cubicBezTo>
                <a:cubicBezTo>
                  <a:pt x="40750" y="25924"/>
                  <a:pt x="36439" y="27944"/>
                  <a:pt x="32400" y="31984"/>
                </a:cubicBezTo>
                <a:cubicBezTo>
                  <a:pt x="28406" y="35977"/>
                  <a:pt x="26437" y="40362"/>
                  <a:pt x="26494" y="45139"/>
                </a:cubicBezTo>
                <a:cubicBezTo>
                  <a:pt x="26550" y="49914"/>
                  <a:pt x="29199" y="55287"/>
                  <a:pt x="34442" y="61256"/>
                </a:cubicBezTo>
                <a:lnTo>
                  <a:pt x="13466" y="78403"/>
                </a:lnTo>
                <a:cubicBezTo>
                  <a:pt x="4026" y="66694"/>
                  <a:pt x="0" y="55542"/>
                  <a:pt x="1387" y="44948"/>
                </a:cubicBezTo>
                <a:cubicBezTo>
                  <a:pt x="2774" y="34353"/>
                  <a:pt x="7961" y="24563"/>
                  <a:pt x="16947" y="15577"/>
                </a:cubicBezTo>
                <a:cubicBezTo>
                  <a:pt x="26795" y="5729"/>
                  <a:pt x="37186" y="644"/>
                  <a:pt x="48119" y="322"/>
                </a:cubicBezTo>
                <a:cubicBezTo>
                  <a:pt x="59052" y="0"/>
                  <a:pt x="68464" y="3784"/>
                  <a:pt x="76353" y="11674"/>
                </a:cubicBezTo>
                <a:cubicBezTo>
                  <a:pt x="80843" y="16164"/>
                  <a:pt x="84312" y="21244"/>
                  <a:pt x="86760" y="26914"/>
                </a:cubicBezTo>
                <a:cubicBezTo>
                  <a:pt x="89207" y="32583"/>
                  <a:pt x="90904" y="39386"/>
                  <a:pt x="91853" y="47324"/>
                </a:cubicBezTo>
                <a:cubicBezTo>
                  <a:pt x="92487" y="52587"/>
                  <a:pt x="92552" y="61003"/>
                  <a:pt x="92049" y="72571"/>
                </a:cubicBezTo>
                <a:cubicBezTo>
                  <a:pt x="91544" y="84139"/>
                  <a:pt x="91393" y="91635"/>
                  <a:pt x="91596" y="95060"/>
                </a:cubicBezTo>
                <a:cubicBezTo>
                  <a:pt x="91799" y="98485"/>
                  <a:pt x="92262" y="101558"/>
                  <a:pt x="92987" y="104280"/>
                </a:cubicBezTo>
                <a:lnTo>
                  <a:pt x="130973" y="66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9">
            <a:extLst xmlns:a="http://schemas.openxmlformats.org/drawingml/2006/main">
              <a:ext uri="{FF2B5EF4-FFF2-40B4-BE49-F238E27FC236}">
                <a16:creationId xmlns:a16="http://schemas.microsoft.com/office/drawing/2014/main" id="{BFA86C7C-FC85-4E1C-8F56-7A486322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138" y="3693008"/>
            <a:ext cx="129682" cy="131800"/>
          </a:xfrm>
          <a:custGeom xmlns:a="http://schemas.openxmlformats.org/drawingml/2006/main">
            <a:pathLst>
              <a:path w="129682" h="131800">
                <a:moveTo>
                  <a:pt x="60853" y="121670"/>
                </a:moveTo>
                <a:lnTo>
                  <a:pt x="77314" y="101098"/>
                </a:lnTo>
                <a:cubicBezTo>
                  <a:pt x="81557" y="104434"/>
                  <a:pt x="85546" y="106062"/>
                  <a:pt x="89278" y="105982"/>
                </a:cubicBezTo>
                <a:cubicBezTo>
                  <a:pt x="93011" y="105903"/>
                  <a:pt x="96443" y="104298"/>
                  <a:pt x="99575" y="101166"/>
                </a:cubicBezTo>
                <a:cubicBezTo>
                  <a:pt x="103523" y="97218"/>
                  <a:pt x="105060" y="92038"/>
                  <a:pt x="104185" y="85626"/>
                </a:cubicBezTo>
                <a:cubicBezTo>
                  <a:pt x="103310" y="79214"/>
                  <a:pt x="97530" y="69894"/>
                  <a:pt x="86845" y="57666"/>
                </a:cubicBezTo>
                <a:cubicBezTo>
                  <a:pt x="87616" y="68059"/>
                  <a:pt x="84394" y="76863"/>
                  <a:pt x="77178" y="84079"/>
                </a:cubicBezTo>
                <a:cubicBezTo>
                  <a:pt x="69327" y="91930"/>
                  <a:pt x="59527" y="95678"/>
                  <a:pt x="47780" y="95322"/>
                </a:cubicBezTo>
                <a:cubicBezTo>
                  <a:pt x="36031" y="94965"/>
                  <a:pt x="25306" y="89935"/>
                  <a:pt x="15603" y="80233"/>
                </a:cubicBezTo>
                <a:cubicBezTo>
                  <a:pt x="5493" y="70122"/>
                  <a:pt x="350" y="58966"/>
                  <a:pt x="176" y="46765"/>
                </a:cubicBezTo>
                <a:cubicBezTo>
                  <a:pt x="0" y="34563"/>
                  <a:pt x="4564" y="23809"/>
                  <a:pt x="13868" y="14506"/>
                </a:cubicBezTo>
                <a:cubicBezTo>
                  <a:pt x="23988" y="4385"/>
                  <a:pt x="36213" y="0"/>
                  <a:pt x="50543" y="1350"/>
                </a:cubicBezTo>
                <a:cubicBezTo>
                  <a:pt x="64872" y="2699"/>
                  <a:pt x="81011" y="12349"/>
                  <a:pt x="98962" y="30299"/>
                </a:cubicBezTo>
                <a:cubicBezTo>
                  <a:pt x="117231" y="48568"/>
                  <a:pt x="127028" y="65128"/>
                  <a:pt x="128356" y="79980"/>
                </a:cubicBezTo>
                <a:cubicBezTo>
                  <a:pt x="129682" y="94830"/>
                  <a:pt x="124922" y="107679"/>
                  <a:pt x="114075" y="118525"/>
                </a:cubicBezTo>
                <a:cubicBezTo>
                  <a:pt x="106269" y="126331"/>
                  <a:pt x="97869" y="130548"/>
                  <a:pt x="88874" y="131175"/>
                </a:cubicBezTo>
                <a:cubicBezTo>
                  <a:pt x="79878" y="131800"/>
                  <a:pt x="70538" y="128632"/>
                  <a:pt x="60853" y="121670"/>
                </a:cubicBezTo>
                <a:moveTo>
                  <a:pt x="62401" y="36626"/>
                </a:moveTo>
                <a:cubicBezTo>
                  <a:pt x="56252" y="30477"/>
                  <a:pt x="50063" y="27125"/>
                  <a:pt x="43836" y="26570"/>
                </a:cubicBezTo>
                <a:cubicBezTo>
                  <a:pt x="37608" y="26016"/>
                  <a:pt x="32634" y="27599"/>
                  <a:pt x="28912" y="31320"/>
                </a:cubicBezTo>
                <a:cubicBezTo>
                  <a:pt x="25372" y="34860"/>
                  <a:pt x="23824" y="39190"/>
                  <a:pt x="24268" y="44308"/>
                </a:cubicBezTo>
                <a:cubicBezTo>
                  <a:pt x="24711" y="49425"/>
                  <a:pt x="28098" y="55149"/>
                  <a:pt x="34429" y="61480"/>
                </a:cubicBezTo>
                <a:cubicBezTo>
                  <a:pt x="40849" y="67900"/>
                  <a:pt x="46833" y="71343"/>
                  <a:pt x="52381" y="71808"/>
                </a:cubicBezTo>
                <a:cubicBezTo>
                  <a:pt x="57930" y="72274"/>
                  <a:pt x="62610" y="70600"/>
                  <a:pt x="66422" y="66788"/>
                </a:cubicBezTo>
                <a:cubicBezTo>
                  <a:pt x="70098" y="63112"/>
                  <a:pt x="71749" y="58568"/>
                  <a:pt x="71374" y="53156"/>
                </a:cubicBezTo>
                <a:cubicBezTo>
                  <a:pt x="70999" y="47742"/>
                  <a:pt x="68008" y="42232"/>
                  <a:pt x="62401" y="366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A">
            <a:extLst xmlns:a="http://schemas.openxmlformats.org/drawingml/2006/main">
              <a:ext uri="{FF2B5EF4-FFF2-40B4-BE49-F238E27FC236}">
                <a16:creationId xmlns:a16="http://schemas.microsoft.com/office/drawing/2014/main" id="{F2181186-852F-4877-B146-18A8F5B9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409" y="4040540"/>
            <a:ext cx="161067" cy="159978"/>
          </a:xfrm>
          <a:custGeom xmlns:a="http://schemas.openxmlformats.org/drawingml/2006/main">
            <a:pathLst>
              <a:path w="161067" h="159978">
                <a:moveTo>
                  <a:pt x="161067" y="59839"/>
                </a:moveTo>
                <a:lnTo>
                  <a:pt x="139147" y="81759"/>
                </a:lnTo>
                <a:lnTo>
                  <a:pt x="107696" y="67735"/>
                </a:lnTo>
                <a:lnTo>
                  <a:pt x="67803" y="107628"/>
                </a:lnTo>
                <a:lnTo>
                  <a:pt x="82303" y="138602"/>
                </a:lnTo>
                <a:lnTo>
                  <a:pt x="60928" y="159978"/>
                </a:lnTo>
                <a:lnTo>
                  <a:pt x="0" y="21308"/>
                </a:lnTo>
                <a:lnTo>
                  <a:pt x="21308" y="0"/>
                </a:lnTo>
                <a:lnTo>
                  <a:pt x="161067" y="59839"/>
                </a:lnTo>
                <a:moveTo>
                  <a:pt x="84346" y="57320"/>
                </a:moveTo>
                <a:lnTo>
                  <a:pt x="33697" y="34174"/>
                </a:lnTo>
                <a:lnTo>
                  <a:pt x="57115" y="84550"/>
                </a:lnTo>
                <a:lnTo>
                  <a:pt x="84346" y="5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P">
            <a:extLst xmlns:a="http://schemas.openxmlformats.org/drawingml/2006/main">
              <a:ext uri="{FF2B5EF4-FFF2-40B4-BE49-F238E27FC236}">
                <a16:creationId xmlns:a16="http://schemas.microsoft.com/office/drawing/2014/main" id="{FE2054F0-935B-4179-9895-9A42A249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365" y="3929331"/>
            <a:ext cx="121615" cy="160359"/>
          </a:xfrm>
          <a:custGeom xmlns:a="http://schemas.openxmlformats.org/drawingml/2006/main">
            <a:pathLst>
              <a:path w="121615" h="160359">
                <a:moveTo>
                  <a:pt x="99799" y="160359"/>
                </a:moveTo>
                <a:lnTo>
                  <a:pt x="0" y="60560"/>
                </a:lnTo>
                <a:lnTo>
                  <a:pt x="32336" y="28224"/>
                </a:lnTo>
                <a:cubicBezTo>
                  <a:pt x="44590" y="15971"/>
                  <a:pt x="53076" y="8482"/>
                  <a:pt x="57794" y="5757"/>
                </a:cubicBezTo>
                <a:cubicBezTo>
                  <a:pt x="65009" y="1535"/>
                  <a:pt x="73049" y="0"/>
                  <a:pt x="81916" y="1152"/>
                </a:cubicBezTo>
                <a:cubicBezTo>
                  <a:pt x="90783" y="2303"/>
                  <a:pt x="99183" y="6846"/>
                  <a:pt x="107117" y="14780"/>
                </a:cubicBezTo>
                <a:cubicBezTo>
                  <a:pt x="113237" y="20899"/>
                  <a:pt x="117270" y="27157"/>
                  <a:pt x="119217" y="33551"/>
                </a:cubicBezTo>
                <a:cubicBezTo>
                  <a:pt x="121165" y="39946"/>
                  <a:pt x="121615" y="46047"/>
                  <a:pt x="120568" y="51853"/>
                </a:cubicBezTo>
                <a:cubicBezTo>
                  <a:pt x="119522" y="57659"/>
                  <a:pt x="117614" y="62718"/>
                  <a:pt x="114846" y="67030"/>
                </a:cubicBezTo>
                <a:cubicBezTo>
                  <a:pt x="110987" y="72792"/>
                  <a:pt x="104496" y="80234"/>
                  <a:pt x="95374" y="89356"/>
                </a:cubicBezTo>
                <a:lnTo>
                  <a:pt x="82235" y="102495"/>
                </a:lnTo>
                <a:lnTo>
                  <a:pt x="119949" y="140209"/>
                </a:lnTo>
                <a:lnTo>
                  <a:pt x="99799" y="160359"/>
                </a:lnTo>
                <a:moveTo>
                  <a:pt x="37033" y="57293"/>
                </a:moveTo>
                <a:lnTo>
                  <a:pt x="65353" y="85612"/>
                </a:lnTo>
                <a:lnTo>
                  <a:pt x="76381" y="74584"/>
                </a:lnTo>
                <a:cubicBezTo>
                  <a:pt x="84323" y="66642"/>
                  <a:pt x="89111" y="60810"/>
                  <a:pt x="90745" y="57089"/>
                </a:cubicBezTo>
                <a:cubicBezTo>
                  <a:pt x="92379" y="53367"/>
                  <a:pt x="92844" y="49634"/>
                  <a:pt x="92140" y="45890"/>
                </a:cubicBezTo>
                <a:cubicBezTo>
                  <a:pt x="91437" y="42146"/>
                  <a:pt x="89610" y="38799"/>
                  <a:pt x="86660" y="35849"/>
                </a:cubicBezTo>
                <a:cubicBezTo>
                  <a:pt x="83030" y="32218"/>
                  <a:pt x="78968" y="30289"/>
                  <a:pt x="74475" y="30062"/>
                </a:cubicBezTo>
                <a:cubicBezTo>
                  <a:pt x="69982" y="29836"/>
                  <a:pt x="65806" y="31061"/>
                  <a:pt x="61949" y="33739"/>
                </a:cubicBezTo>
                <a:cubicBezTo>
                  <a:pt x="59090" y="35690"/>
                  <a:pt x="54029" y="40297"/>
                  <a:pt x="46768" y="47558"/>
                </a:cubicBezTo>
                <a:lnTo>
                  <a:pt x="37033" y="57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T">
            <a:extLst xmlns:a="http://schemas.openxmlformats.org/drawingml/2006/main">
              <a:ext uri="{FF2B5EF4-FFF2-40B4-BE49-F238E27FC236}">
                <a16:creationId xmlns:a16="http://schemas.microsoft.com/office/drawing/2014/main" id="{22695987-7063-42C5-98DE-1D0BC08E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208" y="3824740"/>
            <a:ext cx="149562" cy="149494"/>
          </a:xfrm>
          <a:custGeom xmlns:a="http://schemas.openxmlformats.org/drawingml/2006/main">
            <a:pathLst>
              <a:path w="149562" h="149494">
                <a:moveTo>
                  <a:pt x="129412" y="149494"/>
                </a:moveTo>
                <a:lnTo>
                  <a:pt x="46496" y="66578"/>
                </a:lnTo>
                <a:lnTo>
                  <a:pt x="16883" y="96191"/>
                </a:lnTo>
                <a:lnTo>
                  <a:pt x="0" y="79308"/>
                </a:lnTo>
                <a:lnTo>
                  <a:pt x="79308" y="0"/>
                </a:lnTo>
                <a:lnTo>
                  <a:pt x="96191" y="16883"/>
                </a:lnTo>
                <a:lnTo>
                  <a:pt x="66646" y="46428"/>
                </a:lnTo>
                <a:lnTo>
                  <a:pt x="149562" y="129344"/>
                </a:lnTo>
                <a:lnTo>
                  <a:pt x="129412" y="149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4">
            <a:extLst xmlns:a="http://schemas.openxmlformats.org/drawingml/2006/main">
              <a:ext uri="{FF2B5EF4-FFF2-40B4-BE49-F238E27FC236}">
                <a16:creationId xmlns:a16="http://schemas.microsoft.com/office/drawing/2014/main" id="{AA48FCFE-9848-4AF9-8C53-015FB9A0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850" y="3759523"/>
            <a:ext cx="116273" cy="139419"/>
          </a:xfrm>
          <a:custGeom xmlns:a="http://schemas.openxmlformats.org/drawingml/2006/main">
            <a:pathLst>
              <a:path w="116273" h="139419">
                <a:moveTo>
                  <a:pt x="97757" y="118724"/>
                </a:moveTo>
                <a:lnTo>
                  <a:pt x="77606" y="98574"/>
                </a:lnTo>
                <a:lnTo>
                  <a:pt x="36761" y="139419"/>
                </a:lnTo>
                <a:lnTo>
                  <a:pt x="20082" y="122740"/>
                </a:lnTo>
                <a:lnTo>
                  <a:pt x="0" y="16066"/>
                </a:lnTo>
                <a:lnTo>
                  <a:pt x="16066" y="0"/>
                </a:lnTo>
                <a:lnTo>
                  <a:pt x="79376" y="63310"/>
                </a:lnTo>
                <a:lnTo>
                  <a:pt x="91766" y="50921"/>
                </a:lnTo>
                <a:lnTo>
                  <a:pt x="108513" y="67667"/>
                </a:lnTo>
                <a:lnTo>
                  <a:pt x="96123" y="80057"/>
                </a:lnTo>
                <a:lnTo>
                  <a:pt x="116273" y="100207"/>
                </a:lnTo>
                <a:lnTo>
                  <a:pt x="97757" y="118724"/>
                </a:lnTo>
                <a:moveTo>
                  <a:pt x="60860" y="81827"/>
                </a:moveTo>
                <a:lnTo>
                  <a:pt x="26792" y="47759"/>
                </a:lnTo>
                <a:lnTo>
                  <a:pt x="37918" y="104768"/>
                </a:lnTo>
                <a:lnTo>
                  <a:pt x="60860" y="81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1">
            <a:extLst xmlns:a="http://schemas.openxmlformats.org/drawingml/2006/main">
              <a:ext uri="{FF2B5EF4-FFF2-40B4-BE49-F238E27FC236}">
                <a16:creationId xmlns:a16="http://schemas.microsoft.com/office/drawing/2014/main" id="{BBAD2638-8171-48D9-959F-53470CD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858" y="3689065"/>
            <a:ext cx="118724" cy="119337"/>
          </a:xfrm>
          <a:custGeom xmlns:a="http://schemas.openxmlformats.org/drawingml/2006/main">
            <a:pathLst>
              <a:path w="118724" h="119337">
                <a:moveTo>
                  <a:pt x="118724" y="100207"/>
                </a:moveTo>
                <a:lnTo>
                  <a:pt x="99595" y="119337"/>
                </a:lnTo>
                <a:lnTo>
                  <a:pt x="27581" y="47323"/>
                </a:lnTo>
                <a:cubicBezTo>
                  <a:pt x="27153" y="60873"/>
                  <a:pt x="23768" y="73963"/>
                  <a:pt x="17427" y="86592"/>
                </a:cubicBezTo>
                <a:lnTo>
                  <a:pt x="0" y="69165"/>
                </a:lnTo>
                <a:cubicBezTo>
                  <a:pt x="3354" y="62535"/>
                  <a:pt x="5672" y="54006"/>
                  <a:pt x="6954" y="43579"/>
                </a:cubicBezTo>
                <a:cubicBezTo>
                  <a:pt x="8235" y="33151"/>
                  <a:pt x="6915" y="23798"/>
                  <a:pt x="2995" y="15521"/>
                </a:cubicBezTo>
                <a:lnTo>
                  <a:pt x="18517" y="0"/>
                </a:lnTo>
                <a:lnTo>
                  <a:pt x="118724" y="100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T">
            <a:extLst xmlns:a="http://schemas.openxmlformats.org/drawingml/2006/main">
              <a:ext uri="{FF2B5EF4-FFF2-40B4-BE49-F238E27FC236}">
                <a16:creationId xmlns:a16="http://schemas.microsoft.com/office/drawing/2014/main" id="{B3A4746A-E2C6-4CB6-BEF7-B0EB93B8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860" y="3915008"/>
            <a:ext cx="149562" cy="149494"/>
          </a:xfrm>
          <a:custGeom xmlns:a="http://schemas.openxmlformats.org/drawingml/2006/main">
            <a:pathLst>
              <a:path w="149562" h="149494">
                <a:moveTo>
                  <a:pt x="129412" y="149494"/>
                </a:moveTo>
                <a:lnTo>
                  <a:pt x="46496" y="66578"/>
                </a:lnTo>
                <a:lnTo>
                  <a:pt x="16883" y="96191"/>
                </a:lnTo>
                <a:lnTo>
                  <a:pt x="0" y="79308"/>
                </a:lnTo>
                <a:lnTo>
                  <a:pt x="79308" y="0"/>
                </a:lnTo>
                <a:lnTo>
                  <a:pt x="96191" y="16883"/>
                </a:lnTo>
                <a:lnTo>
                  <a:pt x="66646" y="46428"/>
                </a:lnTo>
                <a:lnTo>
                  <a:pt x="149562" y="129344"/>
                </a:lnTo>
                <a:lnTo>
                  <a:pt x="129412" y="149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u">
            <a:extLst xmlns:a="http://schemas.openxmlformats.org/drawingml/2006/main">
              <a:ext uri="{FF2B5EF4-FFF2-40B4-BE49-F238E27FC236}">
                <a16:creationId xmlns:a16="http://schemas.microsoft.com/office/drawing/2014/main" id="{FAD5D44B-3747-4D10-A2B9-3AFF823C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781" y="3874639"/>
            <a:ext cx="138057" cy="127256"/>
          </a:xfrm>
          <a:custGeom xmlns:a="http://schemas.openxmlformats.org/drawingml/2006/main">
            <a:pathLst>
              <a:path w="138057" h="127256">
                <a:moveTo>
                  <a:pt x="120290" y="90064"/>
                </a:moveTo>
                <a:lnTo>
                  <a:pt x="109466" y="79240"/>
                </a:lnTo>
                <a:cubicBezTo>
                  <a:pt x="110691" y="85730"/>
                  <a:pt x="110271" y="92231"/>
                  <a:pt x="108206" y="98744"/>
                </a:cubicBezTo>
                <a:cubicBezTo>
                  <a:pt x="106141" y="105256"/>
                  <a:pt x="102726" y="110895"/>
                  <a:pt x="97961" y="115661"/>
                </a:cubicBezTo>
                <a:cubicBezTo>
                  <a:pt x="93105" y="120517"/>
                  <a:pt x="87681" y="123807"/>
                  <a:pt x="81691" y="125532"/>
                </a:cubicBezTo>
                <a:cubicBezTo>
                  <a:pt x="75700" y="127256"/>
                  <a:pt x="69914" y="127052"/>
                  <a:pt x="64331" y="124919"/>
                </a:cubicBezTo>
                <a:cubicBezTo>
                  <a:pt x="58749" y="122786"/>
                  <a:pt x="52554" y="118315"/>
                  <a:pt x="45747" y="111508"/>
                </a:cubicBezTo>
                <a:lnTo>
                  <a:pt x="0" y="65761"/>
                </a:lnTo>
                <a:lnTo>
                  <a:pt x="19129" y="46632"/>
                </a:lnTo>
                <a:lnTo>
                  <a:pt x="52274" y="79776"/>
                </a:lnTo>
                <a:cubicBezTo>
                  <a:pt x="62417" y="89919"/>
                  <a:pt x="68983" y="95782"/>
                  <a:pt x="71973" y="97365"/>
                </a:cubicBezTo>
                <a:cubicBezTo>
                  <a:pt x="74963" y="98948"/>
                  <a:pt x="78056" y="99477"/>
                  <a:pt x="81253" y="98952"/>
                </a:cubicBezTo>
                <a:cubicBezTo>
                  <a:pt x="84449" y="98427"/>
                  <a:pt x="87477" y="96736"/>
                  <a:pt x="90336" y="93876"/>
                </a:cubicBezTo>
                <a:cubicBezTo>
                  <a:pt x="93604" y="90609"/>
                  <a:pt x="95637" y="86787"/>
                  <a:pt x="96436" y="82412"/>
                </a:cubicBezTo>
                <a:cubicBezTo>
                  <a:pt x="97234" y="78037"/>
                  <a:pt x="96785" y="74048"/>
                  <a:pt x="95089" y="70446"/>
                </a:cubicBezTo>
                <a:cubicBezTo>
                  <a:pt x="93393" y="66843"/>
                  <a:pt x="87383" y="59880"/>
                  <a:pt x="77060" y="49557"/>
                </a:cubicBezTo>
                <a:lnTo>
                  <a:pt x="46632" y="19129"/>
                </a:lnTo>
                <a:lnTo>
                  <a:pt x="65761" y="0"/>
                </a:lnTo>
                <a:lnTo>
                  <a:pt x="138057" y="72296"/>
                </a:lnTo>
                <a:lnTo>
                  <a:pt x="120290" y="900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r">
            <a:extLst xmlns:a="http://schemas.openxmlformats.org/drawingml/2006/main">
              <a:ext uri="{FF2B5EF4-FFF2-40B4-BE49-F238E27FC236}">
                <a16:creationId xmlns:a16="http://schemas.microsoft.com/office/drawing/2014/main" id="{1B646BEA-7F40-433E-AA87-A897FDDF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536" y="3810785"/>
            <a:ext cx="91426" cy="117158"/>
          </a:xfrm>
          <a:custGeom xmlns:a="http://schemas.openxmlformats.org/drawingml/2006/main">
            <a:pathLst>
              <a:path w="91426" h="117158">
                <a:moveTo>
                  <a:pt x="91426" y="98029"/>
                </a:moveTo>
                <a:lnTo>
                  <a:pt x="72296" y="117158"/>
                </a:lnTo>
                <a:lnTo>
                  <a:pt x="0" y="44862"/>
                </a:lnTo>
                <a:lnTo>
                  <a:pt x="17768" y="27094"/>
                </a:lnTo>
                <a:lnTo>
                  <a:pt x="28047" y="37374"/>
                </a:lnTo>
                <a:cubicBezTo>
                  <a:pt x="26232" y="29477"/>
                  <a:pt x="25767" y="23543"/>
                  <a:pt x="26652" y="19572"/>
                </a:cubicBezTo>
                <a:cubicBezTo>
                  <a:pt x="27537" y="15601"/>
                  <a:pt x="29522" y="12072"/>
                  <a:pt x="32608" y="8986"/>
                </a:cubicBezTo>
                <a:cubicBezTo>
                  <a:pt x="36965" y="4629"/>
                  <a:pt x="42366" y="1634"/>
                  <a:pt x="48810" y="0"/>
                </a:cubicBezTo>
                <a:lnTo>
                  <a:pt x="59566" y="22601"/>
                </a:lnTo>
                <a:cubicBezTo>
                  <a:pt x="54256" y="23736"/>
                  <a:pt x="50217" y="25687"/>
                  <a:pt x="47449" y="28456"/>
                </a:cubicBezTo>
                <a:cubicBezTo>
                  <a:pt x="44771" y="31133"/>
                  <a:pt x="43239" y="34140"/>
                  <a:pt x="42854" y="37476"/>
                </a:cubicBezTo>
                <a:cubicBezTo>
                  <a:pt x="42468" y="40811"/>
                  <a:pt x="43671" y="44941"/>
                  <a:pt x="46462" y="49865"/>
                </a:cubicBezTo>
                <a:cubicBezTo>
                  <a:pt x="49253" y="54790"/>
                  <a:pt x="56798" y="63401"/>
                  <a:pt x="69097" y="75700"/>
                </a:cubicBezTo>
                <a:lnTo>
                  <a:pt x="91426" y="98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l">
            <a:extLst xmlns:a="http://schemas.openxmlformats.org/drawingml/2006/main">
              <a:ext uri="{FF2B5EF4-FFF2-40B4-BE49-F238E27FC236}">
                <a16:creationId xmlns:a16="http://schemas.microsoft.com/office/drawing/2014/main" id="{0DDE7F94-F625-421C-87DB-3EF29F78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106" y="3753941"/>
            <a:ext cx="118928" cy="118928"/>
          </a:xfrm>
          <a:custGeom xmlns:a="http://schemas.openxmlformats.org/drawingml/2006/main">
            <a:pathLst>
              <a:path w="118928" h="118928">
                <a:moveTo>
                  <a:pt x="99799" y="118928"/>
                </a:moveTo>
                <a:lnTo>
                  <a:pt x="0" y="19129"/>
                </a:lnTo>
                <a:lnTo>
                  <a:pt x="19129" y="0"/>
                </a:lnTo>
                <a:lnTo>
                  <a:pt x="118928" y="99799"/>
                </a:lnTo>
                <a:lnTo>
                  <a:pt x="99799" y="1189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a">
            <a:extLst xmlns:a="http://schemas.openxmlformats.org/drawingml/2006/main">
              <a:ext uri="{FF2B5EF4-FFF2-40B4-BE49-F238E27FC236}">
                <a16:creationId xmlns:a16="http://schemas.microsoft.com/office/drawing/2014/main" id="{43E174A3-809E-4168-8B77-08691571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65" y="3713391"/>
            <a:ext cx="126009" cy="115215"/>
          </a:xfrm>
          <a:custGeom xmlns:a="http://schemas.openxmlformats.org/drawingml/2006/main">
            <a:pathLst>
              <a:path w="126009" h="115215">
                <a:moveTo>
                  <a:pt x="27504" y="56480"/>
                </a:moveTo>
                <a:lnTo>
                  <a:pt x="7013" y="70708"/>
                </a:lnTo>
                <a:cubicBezTo>
                  <a:pt x="1883" y="61675"/>
                  <a:pt x="0" y="53075"/>
                  <a:pt x="1363" y="44907"/>
                </a:cubicBezTo>
                <a:cubicBezTo>
                  <a:pt x="2724" y="36738"/>
                  <a:pt x="8102" y="27956"/>
                  <a:pt x="17497" y="18562"/>
                </a:cubicBezTo>
                <a:cubicBezTo>
                  <a:pt x="26029" y="10030"/>
                  <a:pt x="33393" y="4686"/>
                  <a:pt x="39587" y="2530"/>
                </a:cubicBezTo>
                <a:cubicBezTo>
                  <a:pt x="45782" y="374"/>
                  <a:pt x="51285" y="0"/>
                  <a:pt x="56096" y="1407"/>
                </a:cubicBezTo>
                <a:cubicBezTo>
                  <a:pt x="60906" y="2814"/>
                  <a:pt x="67464" y="7670"/>
                  <a:pt x="75770" y="15975"/>
                </a:cubicBezTo>
                <a:lnTo>
                  <a:pt x="97894" y="38508"/>
                </a:lnTo>
                <a:cubicBezTo>
                  <a:pt x="104248" y="44862"/>
                  <a:pt x="109240" y="49241"/>
                  <a:pt x="112871" y="51647"/>
                </a:cubicBezTo>
                <a:cubicBezTo>
                  <a:pt x="116502" y="54052"/>
                  <a:pt x="120881" y="56140"/>
                  <a:pt x="126009" y="57910"/>
                </a:cubicBezTo>
                <a:lnTo>
                  <a:pt x="107084" y="76835"/>
                </a:lnTo>
                <a:cubicBezTo>
                  <a:pt x="105314" y="76063"/>
                  <a:pt x="102818" y="74792"/>
                  <a:pt x="99596" y="73022"/>
                </a:cubicBezTo>
                <a:cubicBezTo>
                  <a:pt x="98144" y="72206"/>
                  <a:pt x="97168" y="71684"/>
                  <a:pt x="96669" y="71457"/>
                </a:cubicBezTo>
                <a:cubicBezTo>
                  <a:pt x="96578" y="77901"/>
                  <a:pt x="95466" y="83778"/>
                  <a:pt x="93333" y="89088"/>
                </a:cubicBezTo>
                <a:cubicBezTo>
                  <a:pt x="91200" y="94398"/>
                  <a:pt x="88023" y="99164"/>
                  <a:pt x="83803" y="103384"/>
                </a:cubicBezTo>
                <a:cubicBezTo>
                  <a:pt x="76360" y="110827"/>
                  <a:pt x="68483" y="114682"/>
                  <a:pt x="60172" y="114949"/>
                </a:cubicBezTo>
                <a:cubicBezTo>
                  <a:pt x="51861" y="115215"/>
                  <a:pt x="44632" y="112275"/>
                  <a:pt x="38485" y="106129"/>
                </a:cubicBezTo>
                <a:cubicBezTo>
                  <a:pt x="34418" y="102061"/>
                  <a:pt x="31767" y="97459"/>
                  <a:pt x="30533" y="92322"/>
                </a:cubicBezTo>
                <a:cubicBezTo>
                  <a:pt x="29298" y="87184"/>
                  <a:pt x="29592" y="82008"/>
                  <a:pt x="31414" y="76796"/>
                </a:cubicBezTo>
                <a:cubicBezTo>
                  <a:pt x="33237" y="71584"/>
                  <a:pt x="36828" y="65033"/>
                  <a:pt x="42189" y="57142"/>
                </a:cubicBezTo>
                <a:cubicBezTo>
                  <a:pt x="49458" y="46529"/>
                  <a:pt x="54093" y="38775"/>
                  <a:pt x="56096" y="33879"/>
                </a:cubicBezTo>
                <a:lnTo>
                  <a:pt x="54168" y="31952"/>
                </a:lnTo>
                <a:cubicBezTo>
                  <a:pt x="50451" y="28234"/>
                  <a:pt x="46893" y="26492"/>
                  <a:pt x="43495" y="26725"/>
                </a:cubicBezTo>
                <a:cubicBezTo>
                  <a:pt x="40096" y="26956"/>
                  <a:pt x="35877" y="29590"/>
                  <a:pt x="30840" y="34628"/>
                </a:cubicBezTo>
                <a:cubicBezTo>
                  <a:pt x="27436" y="38032"/>
                  <a:pt x="25466" y="41372"/>
                  <a:pt x="24930" y="44648"/>
                </a:cubicBezTo>
                <a:cubicBezTo>
                  <a:pt x="24392" y="47922"/>
                  <a:pt x="25250" y="51867"/>
                  <a:pt x="27504" y="56480"/>
                </a:cubicBezTo>
                <a:moveTo>
                  <a:pt x="68622" y="46405"/>
                </a:moveTo>
                <a:cubicBezTo>
                  <a:pt x="66978" y="49663"/>
                  <a:pt x="64062" y="54507"/>
                  <a:pt x="59874" y="60939"/>
                </a:cubicBezTo>
                <a:cubicBezTo>
                  <a:pt x="55684" y="67369"/>
                  <a:pt x="53311" y="71940"/>
                  <a:pt x="52754" y="74650"/>
                </a:cubicBezTo>
                <a:cubicBezTo>
                  <a:pt x="52006" y="78895"/>
                  <a:pt x="52978" y="82362"/>
                  <a:pt x="55668" y="85053"/>
                </a:cubicBezTo>
                <a:cubicBezTo>
                  <a:pt x="58315" y="87699"/>
                  <a:pt x="61601" y="88988"/>
                  <a:pt x="65526" y="88920"/>
                </a:cubicBezTo>
                <a:cubicBezTo>
                  <a:pt x="69451" y="88851"/>
                  <a:pt x="72956" y="87273"/>
                  <a:pt x="76042" y="84187"/>
                </a:cubicBezTo>
                <a:cubicBezTo>
                  <a:pt x="79491" y="80738"/>
                  <a:pt x="81660" y="76326"/>
                  <a:pt x="82550" y="70953"/>
                </a:cubicBezTo>
                <a:cubicBezTo>
                  <a:pt x="83161" y="66935"/>
                  <a:pt x="82596" y="63329"/>
                  <a:pt x="80854" y="60135"/>
                </a:cubicBezTo>
                <a:cubicBezTo>
                  <a:pt x="79739" y="58022"/>
                  <a:pt x="76918" y="54701"/>
                  <a:pt x="72389" y="50172"/>
                </a:cubicBezTo>
                <a:lnTo>
                  <a:pt x="68622" y="464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A">
            <a:extLst xmlns:a="http://schemas.openxmlformats.org/drawingml/2006/main">
              <a:ext uri="{FF2B5EF4-FFF2-40B4-BE49-F238E27FC236}">
                <a16:creationId xmlns:a16="http://schemas.microsoft.com/office/drawing/2014/main" id="{2B751031-B086-4A9B-9A4F-69D7796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250" y="4040540"/>
            <a:ext cx="161067" cy="159978"/>
          </a:xfrm>
          <a:custGeom xmlns:a="http://schemas.openxmlformats.org/drawingml/2006/main">
            <a:pathLst>
              <a:path w="161067" h="159978">
                <a:moveTo>
                  <a:pt x="161067" y="59839"/>
                </a:moveTo>
                <a:lnTo>
                  <a:pt x="139147" y="81759"/>
                </a:lnTo>
                <a:lnTo>
                  <a:pt x="107696" y="67735"/>
                </a:lnTo>
                <a:lnTo>
                  <a:pt x="67803" y="107628"/>
                </a:lnTo>
                <a:lnTo>
                  <a:pt x="82303" y="138602"/>
                </a:lnTo>
                <a:lnTo>
                  <a:pt x="60928" y="159978"/>
                </a:lnTo>
                <a:lnTo>
                  <a:pt x="0" y="21308"/>
                </a:lnTo>
                <a:lnTo>
                  <a:pt x="21308" y="0"/>
                </a:lnTo>
                <a:lnTo>
                  <a:pt x="161067" y="59839"/>
                </a:lnTo>
                <a:moveTo>
                  <a:pt x="84346" y="57320"/>
                </a:moveTo>
                <a:lnTo>
                  <a:pt x="33697" y="34174"/>
                </a:lnTo>
                <a:lnTo>
                  <a:pt x="57115" y="84550"/>
                </a:lnTo>
                <a:lnTo>
                  <a:pt x="84346" y="5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P">
            <a:extLst xmlns:a="http://schemas.openxmlformats.org/drawingml/2006/main">
              <a:ext uri="{FF2B5EF4-FFF2-40B4-BE49-F238E27FC236}">
                <a16:creationId xmlns:a16="http://schemas.microsoft.com/office/drawing/2014/main" id="{5EF78AD5-F4A7-4FA7-A9CB-90A7621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206" y="3929331"/>
            <a:ext cx="121615" cy="160359"/>
          </a:xfrm>
          <a:custGeom xmlns:a="http://schemas.openxmlformats.org/drawingml/2006/main">
            <a:pathLst>
              <a:path w="121615" h="160359">
                <a:moveTo>
                  <a:pt x="99799" y="160359"/>
                </a:moveTo>
                <a:lnTo>
                  <a:pt x="0" y="60560"/>
                </a:lnTo>
                <a:lnTo>
                  <a:pt x="32336" y="28224"/>
                </a:lnTo>
                <a:cubicBezTo>
                  <a:pt x="44590" y="15971"/>
                  <a:pt x="53076" y="8482"/>
                  <a:pt x="57794" y="5757"/>
                </a:cubicBezTo>
                <a:cubicBezTo>
                  <a:pt x="65009" y="1535"/>
                  <a:pt x="73049" y="0"/>
                  <a:pt x="81916" y="1152"/>
                </a:cubicBezTo>
                <a:cubicBezTo>
                  <a:pt x="90783" y="2303"/>
                  <a:pt x="99183" y="6846"/>
                  <a:pt x="107117" y="14780"/>
                </a:cubicBezTo>
                <a:cubicBezTo>
                  <a:pt x="113237" y="20899"/>
                  <a:pt x="117270" y="27157"/>
                  <a:pt x="119217" y="33551"/>
                </a:cubicBezTo>
                <a:cubicBezTo>
                  <a:pt x="121165" y="39946"/>
                  <a:pt x="121615" y="46047"/>
                  <a:pt x="120568" y="51853"/>
                </a:cubicBezTo>
                <a:cubicBezTo>
                  <a:pt x="119522" y="57659"/>
                  <a:pt x="117614" y="62718"/>
                  <a:pt x="114846" y="67030"/>
                </a:cubicBezTo>
                <a:cubicBezTo>
                  <a:pt x="110987" y="72792"/>
                  <a:pt x="104496" y="80234"/>
                  <a:pt x="95374" y="89356"/>
                </a:cubicBezTo>
                <a:lnTo>
                  <a:pt x="82235" y="102495"/>
                </a:lnTo>
                <a:lnTo>
                  <a:pt x="119949" y="140209"/>
                </a:lnTo>
                <a:lnTo>
                  <a:pt x="99799" y="160359"/>
                </a:lnTo>
                <a:moveTo>
                  <a:pt x="37033" y="57293"/>
                </a:moveTo>
                <a:lnTo>
                  <a:pt x="65353" y="85612"/>
                </a:lnTo>
                <a:lnTo>
                  <a:pt x="76381" y="74584"/>
                </a:lnTo>
                <a:cubicBezTo>
                  <a:pt x="84323" y="66642"/>
                  <a:pt x="89111" y="60810"/>
                  <a:pt x="90745" y="57089"/>
                </a:cubicBezTo>
                <a:cubicBezTo>
                  <a:pt x="92379" y="53367"/>
                  <a:pt x="92844" y="49634"/>
                  <a:pt x="92140" y="45890"/>
                </a:cubicBezTo>
                <a:cubicBezTo>
                  <a:pt x="91437" y="42146"/>
                  <a:pt x="89610" y="38799"/>
                  <a:pt x="86660" y="35849"/>
                </a:cubicBezTo>
                <a:cubicBezTo>
                  <a:pt x="83030" y="32218"/>
                  <a:pt x="78968" y="30289"/>
                  <a:pt x="74475" y="30062"/>
                </a:cubicBezTo>
                <a:cubicBezTo>
                  <a:pt x="69982" y="29836"/>
                  <a:pt x="65806" y="31061"/>
                  <a:pt x="61949" y="33739"/>
                </a:cubicBezTo>
                <a:cubicBezTo>
                  <a:pt x="59090" y="35690"/>
                  <a:pt x="54029" y="40297"/>
                  <a:pt x="46768" y="47558"/>
                </a:cubicBezTo>
                <a:lnTo>
                  <a:pt x="37033" y="57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T">
            <a:extLst xmlns:a="http://schemas.openxmlformats.org/drawingml/2006/main">
              <a:ext uri="{FF2B5EF4-FFF2-40B4-BE49-F238E27FC236}">
                <a16:creationId xmlns:a16="http://schemas.microsoft.com/office/drawing/2014/main" id="{5A1A6F0D-F43B-40A0-8B94-763AF6AB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049" y="3824740"/>
            <a:ext cx="149562" cy="149494"/>
          </a:xfrm>
          <a:custGeom xmlns:a="http://schemas.openxmlformats.org/drawingml/2006/main">
            <a:pathLst>
              <a:path w="149562" h="149494">
                <a:moveTo>
                  <a:pt x="129412" y="149494"/>
                </a:moveTo>
                <a:lnTo>
                  <a:pt x="46496" y="66578"/>
                </a:lnTo>
                <a:lnTo>
                  <a:pt x="16883" y="96191"/>
                </a:lnTo>
                <a:lnTo>
                  <a:pt x="0" y="79308"/>
                </a:lnTo>
                <a:lnTo>
                  <a:pt x="79308" y="0"/>
                </a:lnTo>
                <a:lnTo>
                  <a:pt x="96191" y="16883"/>
                </a:lnTo>
                <a:lnTo>
                  <a:pt x="66646" y="46428"/>
                </a:lnTo>
                <a:lnTo>
                  <a:pt x="149562" y="129344"/>
                </a:lnTo>
                <a:lnTo>
                  <a:pt x="129412" y="149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3">
            <a:extLst xmlns:a="http://schemas.openxmlformats.org/drawingml/2006/main">
              <a:ext uri="{FF2B5EF4-FFF2-40B4-BE49-F238E27FC236}">
                <a16:creationId xmlns:a16="http://schemas.microsoft.com/office/drawing/2014/main" id="{81077ED4-4593-43B3-9DDA-B7A5F7DB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563" y="3770102"/>
            <a:ext cx="132140" cy="130680"/>
          </a:xfrm>
          <a:custGeom xmlns:a="http://schemas.openxmlformats.org/drawingml/2006/main">
            <a:pathLst>
              <a:path w="132140" h="130680">
                <a:moveTo>
                  <a:pt x="56213" y="119854"/>
                </a:moveTo>
                <a:lnTo>
                  <a:pt x="72483" y="99091"/>
                </a:lnTo>
                <a:cubicBezTo>
                  <a:pt x="77793" y="103221"/>
                  <a:pt x="82989" y="105241"/>
                  <a:pt x="88072" y="105150"/>
                </a:cubicBezTo>
                <a:cubicBezTo>
                  <a:pt x="93155" y="105059"/>
                  <a:pt x="97535" y="103176"/>
                  <a:pt x="101211" y="99500"/>
                </a:cubicBezTo>
                <a:cubicBezTo>
                  <a:pt x="105159" y="95551"/>
                  <a:pt x="106986" y="90729"/>
                  <a:pt x="106691" y="85034"/>
                </a:cubicBezTo>
                <a:cubicBezTo>
                  <a:pt x="106396" y="79338"/>
                  <a:pt x="103707" y="73949"/>
                  <a:pt x="98624" y="68866"/>
                </a:cubicBezTo>
                <a:cubicBezTo>
                  <a:pt x="93813" y="64055"/>
                  <a:pt x="88708" y="61536"/>
                  <a:pt x="83307" y="61309"/>
                </a:cubicBezTo>
                <a:cubicBezTo>
                  <a:pt x="77906" y="61082"/>
                  <a:pt x="73345" y="62830"/>
                  <a:pt x="69624" y="66551"/>
                </a:cubicBezTo>
                <a:cubicBezTo>
                  <a:pt x="67173" y="69002"/>
                  <a:pt x="64722" y="72406"/>
                  <a:pt x="62271" y="76762"/>
                </a:cubicBezTo>
                <a:lnTo>
                  <a:pt x="48929" y="59199"/>
                </a:lnTo>
                <a:cubicBezTo>
                  <a:pt x="54239" y="54161"/>
                  <a:pt x="57067" y="49093"/>
                  <a:pt x="57415" y="43995"/>
                </a:cubicBezTo>
                <a:cubicBezTo>
                  <a:pt x="57761" y="38895"/>
                  <a:pt x="55965" y="34376"/>
                  <a:pt x="52028" y="30439"/>
                </a:cubicBezTo>
                <a:cubicBezTo>
                  <a:pt x="48680" y="27091"/>
                  <a:pt x="45011" y="25419"/>
                  <a:pt x="41023" y="25425"/>
                </a:cubicBezTo>
                <a:cubicBezTo>
                  <a:pt x="37035" y="25431"/>
                  <a:pt x="33385" y="27090"/>
                  <a:pt x="30072" y="30403"/>
                </a:cubicBezTo>
                <a:cubicBezTo>
                  <a:pt x="26804" y="33671"/>
                  <a:pt x="25148" y="37596"/>
                  <a:pt x="25102" y="42180"/>
                </a:cubicBezTo>
                <a:cubicBezTo>
                  <a:pt x="25057" y="46764"/>
                  <a:pt x="26963" y="51484"/>
                  <a:pt x="30821" y="56340"/>
                </a:cubicBezTo>
                <a:lnTo>
                  <a:pt x="10194" y="70976"/>
                </a:lnTo>
                <a:cubicBezTo>
                  <a:pt x="5336" y="63668"/>
                  <a:pt x="2326" y="56959"/>
                  <a:pt x="1163" y="50849"/>
                </a:cubicBezTo>
                <a:cubicBezTo>
                  <a:pt x="0" y="44739"/>
                  <a:pt x="591" y="38432"/>
                  <a:pt x="2935" y="31926"/>
                </a:cubicBezTo>
                <a:cubicBezTo>
                  <a:pt x="5278" y="25419"/>
                  <a:pt x="9195" y="19420"/>
                  <a:pt x="14687" y="13929"/>
                </a:cubicBezTo>
                <a:cubicBezTo>
                  <a:pt x="24081" y="4534"/>
                  <a:pt x="34614" y="0"/>
                  <a:pt x="46286" y="326"/>
                </a:cubicBezTo>
                <a:cubicBezTo>
                  <a:pt x="55871" y="562"/>
                  <a:pt x="63754" y="3770"/>
                  <a:pt x="69934" y="9950"/>
                </a:cubicBezTo>
                <a:cubicBezTo>
                  <a:pt x="78706" y="18722"/>
                  <a:pt x="80918" y="30510"/>
                  <a:pt x="76570" y="45314"/>
                </a:cubicBezTo>
                <a:cubicBezTo>
                  <a:pt x="83513" y="40821"/>
                  <a:pt x="90831" y="38994"/>
                  <a:pt x="98524" y="39833"/>
                </a:cubicBezTo>
                <a:cubicBezTo>
                  <a:pt x="106216" y="40673"/>
                  <a:pt x="113081" y="44111"/>
                  <a:pt x="119117" y="50147"/>
                </a:cubicBezTo>
                <a:cubicBezTo>
                  <a:pt x="127874" y="58905"/>
                  <a:pt x="132140" y="69569"/>
                  <a:pt x="131913" y="82140"/>
                </a:cubicBezTo>
                <a:cubicBezTo>
                  <a:pt x="131686" y="94712"/>
                  <a:pt x="126807" y="105763"/>
                  <a:pt x="117277" y="115293"/>
                </a:cubicBezTo>
                <a:cubicBezTo>
                  <a:pt x="108245" y="124325"/>
                  <a:pt x="98152" y="129208"/>
                  <a:pt x="86998" y="129944"/>
                </a:cubicBezTo>
                <a:cubicBezTo>
                  <a:pt x="75843" y="130680"/>
                  <a:pt x="65582" y="127317"/>
                  <a:pt x="56213" y="119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4">
            <a:extLst xmlns:a="http://schemas.openxmlformats.org/drawingml/2006/main">
              <a:ext uri="{FF2B5EF4-FFF2-40B4-BE49-F238E27FC236}">
                <a16:creationId xmlns:a16="http://schemas.microsoft.com/office/drawing/2014/main" id="{19599B0F-BD14-4E27-9613-2D696B78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229" y="3681985"/>
            <a:ext cx="116273" cy="139419"/>
          </a:xfrm>
          <a:custGeom xmlns:a="http://schemas.openxmlformats.org/drawingml/2006/main">
            <a:pathLst>
              <a:path w="116273" h="139419">
                <a:moveTo>
                  <a:pt x="97757" y="118724"/>
                </a:moveTo>
                <a:lnTo>
                  <a:pt x="77606" y="98574"/>
                </a:lnTo>
                <a:lnTo>
                  <a:pt x="36761" y="139419"/>
                </a:lnTo>
                <a:lnTo>
                  <a:pt x="20082" y="122740"/>
                </a:lnTo>
                <a:lnTo>
                  <a:pt x="0" y="16066"/>
                </a:lnTo>
                <a:lnTo>
                  <a:pt x="16066" y="0"/>
                </a:lnTo>
                <a:lnTo>
                  <a:pt x="79376" y="63310"/>
                </a:lnTo>
                <a:lnTo>
                  <a:pt x="91766" y="50921"/>
                </a:lnTo>
                <a:lnTo>
                  <a:pt x="108513" y="67667"/>
                </a:lnTo>
                <a:lnTo>
                  <a:pt x="96123" y="80057"/>
                </a:lnTo>
                <a:lnTo>
                  <a:pt x="116273" y="100207"/>
                </a:lnTo>
                <a:lnTo>
                  <a:pt x="97757" y="118724"/>
                </a:lnTo>
                <a:moveTo>
                  <a:pt x="60860" y="81827"/>
                </a:moveTo>
                <a:lnTo>
                  <a:pt x="26792" y="47759"/>
                </a:lnTo>
                <a:lnTo>
                  <a:pt x="37918" y="104768"/>
                </a:lnTo>
                <a:lnTo>
                  <a:pt x="60860" y="81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M">
            <a:extLst xmlns:a="http://schemas.openxmlformats.org/drawingml/2006/main">
              <a:ext uri="{FF2B5EF4-FFF2-40B4-BE49-F238E27FC236}">
                <a16:creationId xmlns:a16="http://schemas.microsoft.com/office/drawing/2014/main" id="{B6AF8365-2D35-4A19-9889-E70A8198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716" y="4373906"/>
            <a:ext cx="196194" cy="196194"/>
          </a:xfrm>
          <a:custGeom xmlns:a="http://schemas.openxmlformats.org/drawingml/2006/main">
            <a:pathLst>
              <a:path w="196194" h="196194">
                <a:moveTo>
                  <a:pt x="99799" y="196194"/>
                </a:moveTo>
                <a:lnTo>
                  <a:pt x="0" y="96395"/>
                </a:lnTo>
                <a:lnTo>
                  <a:pt x="30158" y="66238"/>
                </a:lnTo>
                <a:lnTo>
                  <a:pt x="116341" y="116205"/>
                </a:lnTo>
                <a:lnTo>
                  <a:pt x="66170" y="30226"/>
                </a:lnTo>
                <a:lnTo>
                  <a:pt x="96395" y="0"/>
                </a:lnTo>
                <a:lnTo>
                  <a:pt x="196194" y="99799"/>
                </a:lnTo>
                <a:lnTo>
                  <a:pt x="177473" y="118520"/>
                </a:lnTo>
                <a:lnTo>
                  <a:pt x="98914" y="39960"/>
                </a:lnTo>
                <a:lnTo>
                  <a:pt x="157663" y="138330"/>
                </a:lnTo>
                <a:lnTo>
                  <a:pt x="138262" y="157731"/>
                </a:lnTo>
                <a:lnTo>
                  <a:pt x="39960" y="98914"/>
                </a:lnTo>
                <a:lnTo>
                  <a:pt x="118520" y="177473"/>
                </a:lnTo>
                <a:lnTo>
                  <a:pt x="99799" y="196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u">
            <a:extLst xmlns:a="http://schemas.openxmlformats.org/drawingml/2006/main">
              <a:ext uri="{FF2B5EF4-FFF2-40B4-BE49-F238E27FC236}">
                <a16:creationId xmlns:a16="http://schemas.microsoft.com/office/drawing/2014/main" id="{30AE35F8-6D3D-482F-A1A6-568027AB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084" y="4316178"/>
            <a:ext cx="138057" cy="127256"/>
          </a:xfrm>
          <a:custGeom xmlns:a="http://schemas.openxmlformats.org/drawingml/2006/main">
            <a:pathLst>
              <a:path w="138057" h="127256">
                <a:moveTo>
                  <a:pt x="120290" y="90064"/>
                </a:moveTo>
                <a:lnTo>
                  <a:pt x="109466" y="79240"/>
                </a:lnTo>
                <a:cubicBezTo>
                  <a:pt x="110691" y="85730"/>
                  <a:pt x="110271" y="92231"/>
                  <a:pt x="108206" y="98744"/>
                </a:cubicBezTo>
                <a:cubicBezTo>
                  <a:pt x="106141" y="105256"/>
                  <a:pt x="102726" y="110895"/>
                  <a:pt x="97961" y="115661"/>
                </a:cubicBezTo>
                <a:cubicBezTo>
                  <a:pt x="93105" y="120517"/>
                  <a:pt x="87681" y="123807"/>
                  <a:pt x="81691" y="125532"/>
                </a:cubicBezTo>
                <a:cubicBezTo>
                  <a:pt x="75700" y="127256"/>
                  <a:pt x="69914" y="127052"/>
                  <a:pt x="64331" y="124919"/>
                </a:cubicBezTo>
                <a:cubicBezTo>
                  <a:pt x="58749" y="122786"/>
                  <a:pt x="52554" y="118315"/>
                  <a:pt x="45747" y="111508"/>
                </a:cubicBezTo>
                <a:lnTo>
                  <a:pt x="0" y="65761"/>
                </a:lnTo>
                <a:lnTo>
                  <a:pt x="19129" y="46632"/>
                </a:lnTo>
                <a:lnTo>
                  <a:pt x="52274" y="79776"/>
                </a:lnTo>
                <a:cubicBezTo>
                  <a:pt x="62417" y="89919"/>
                  <a:pt x="68983" y="95782"/>
                  <a:pt x="71973" y="97365"/>
                </a:cubicBezTo>
                <a:cubicBezTo>
                  <a:pt x="74963" y="98948"/>
                  <a:pt x="78056" y="99477"/>
                  <a:pt x="81253" y="98952"/>
                </a:cubicBezTo>
                <a:cubicBezTo>
                  <a:pt x="84449" y="98427"/>
                  <a:pt x="87477" y="96736"/>
                  <a:pt x="90336" y="93876"/>
                </a:cubicBezTo>
                <a:cubicBezTo>
                  <a:pt x="93604" y="90609"/>
                  <a:pt x="95637" y="86787"/>
                  <a:pt x="96436" y="82412"/>
                </a:cubicBezTo>
                <a:cubicBezTo>
                  <a:pt x="97234" y="78037"/>
                  <a:pt x="96785" y="74048"/>
                  <a:pt x="95089" y="70446"/>
                </a:cubicBezTo>
                <a:cubicBezTo>
                  <a:pt x="93393" y="66843"/>
                  <a:pt x="87383" y="59880"/>
                  <a:pt x="77060" y="49557"/>
                </a:cubicBezTo>
                <a:lnTo>
                  <a:pt x="46632" y="19129"/>
                </a:lnTo>
                <a:lnTo>
                  <a:pt x="65761" y="0"/>
                </a:lnTo>
                <a:lnTo>
                  <a:pt x="138057" y="72296"/>
                </a:lnTo>
                <a:lnTo>
                  <a:pt x="120290" y="900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d">
            <a:extLst xmlns:a="http://schemas.openxmlformats.org/drawingml/2006/main">
              <a:ext uri="{FF2B5EF4-FFF2-40B4-BE49-F238E27FC236}">
                <a16:creationId xmlns:a16="http://schemas.microsoft.com/office/drawing/2014/main" id="{53698D60-796D-4C71-9200-64266A91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330" y="4202560"/>
            <a:ext cx="126927" cy="153874"/>
          </a:xfrm>
          <a:custGeom xmlns:a="http://schemas.openxmlformats.org/drawingml/2006/main">
            <a:pathLst>
              <a:path w="126927" h="153874">
                <a:moveTo>
                  <a:pt x="126927" y="99799"/>
                </a:moveTo>
                <a:lnTo>
                  <a:pt x="109159" y="117567"/>
                </a:lnTo>
                <a:lnTo>
                  <a:pt x="98540" y="106947"/>
                </a:lnTo>
                <a:cubicBezTo>
                  <a:pt x="99719" y="114027"/>
                  <a:pt x="99311" y="120585"/>
                  <a:pt x="97314" y="126621"/>
                </a:cubicBezTo>
                <a:cubicBezTo>
                  <a:pt x="95317" y="132657"/>
                  <a:pt x="92277" y="137717"/>
                  <a:pt x="88192" y="141802"/>
                </a:cubicBezTo>
                <a:cubicBezTo>
                  <a:pt x="79887" y="150107"/>
                  <a:pt x="69426" y="153874"/>
                  <a:pt x="56809" y="153102"/>
                </a:cubicBezTo>
                <a:cubicBezTo>
                  <a:pt x="44192" y="152331"/>
                  <a:pt x="31893" y="145954"/>
                  <a:pt x="19912" y="133973"/>
                </a:cubicBezTo>
                <a:cubicBezTo>
                  <a:pt x="7659" y="121719"/>
                  <a:pt x="1225" y="109522"/>
                  <a:pt x="613" y="97382"/>
                </a:cubicBezTo>
                <a:cubicBezTo>
                  <a:pt x="0" y="85242"/>
                  <a:pt x="4096" y="74770"/>
                  <a:pt x="12900" y="65965"/>
                </a:cubicBezTo>
                <a:cubicBezTo>
                  <a:pt x="20979" y="57887"/>
                  <a:pt x="31326" y="54256"/>
                  <a:pt x="43943" y="55073"/>
                </a:cubicBezTo>
                <a:lnTo>
                  <a:pt x="7999" y="19129"/>
                </a:lnTo>
                <a:lnTo>
                  <a:pt x="27128" y="0"/>
                </a:lnTo>
                <a:lnTo>
                  <a:pt x="126927" y="99799"/>
                </a:lnTo>
                <a:moveTo>
                  <a:pt x="38193" y="113178"/>
                </a:moveTo>
                <a:cubicBezTo>
                  <a:pt x="45896" y="120882"/>
                  <a:pt x="52537" y="125389"/>
                  <a:pt x="58113" y="126699"/>
                </a:cubicBezTo>
                <a:cubicBezTo>
                  <a:pt x="66184" y="128598"/>
                  <a:pt x="72988" y="126780"/>
                  <a:pt x="78525" y="121243"/>
                </a:cubicBezTo>
                <a:cubicBezTo>
                  <a:pt x="82927" y="116841"/>
                  <a:pt x="84802" y="111227"/>
                  <a:pt x="84150" y="104403"/>
                </a:cubicBezTo>
                <a:cubicBezTo>
                  <a:pt x="83498" y="97578"/>
                  <a:pt x="79456" y="90450"/>
                  <a:pt x="72024" y="83018"/>
                </a:cubicBezTo>
                <a:cubicBezTo>
                  <a:pt x="63730" y="74724"/>
                  <a:pt x="56262" y="70251"/>
                  <a:pt x="49619" y="69599"/>
                </a:cubicBezTo>
                <a:cubicBezTo>
                  <a:pt x="42976" y="68946"/>
                  <a:pt x="37317" y="70958"/>
                  <a:pt x="32642" y="75632"/>
                </a:cubicBezTo>
                <a:cubicBezTo>
                  <a:pt x="28104" y="80170"/>
                  <a:pt x="26104" y="85772"/>
                  <a:pt x="26643" y="92438"/>
                </a:cubicBezTo>
                <a:cubicBezTo>
                  <a:pt x="27182" y="99104"/>
                  <a:pt x="31032" y="106017"/>
                  <a:pt x="38193" y="113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d">
            <a:extLst xmlns:a="http://schemas.openxmlformats.org/drawingml/2006/main">
              <a:ext uri="{FF2B5EF4-FFF2-40B4-BE49-F238E27FC236}">
                <a16:creationId xmlns:a16="http://schemas.microsoft.com/office/drawing/2014/main" id="{77D665AE-4695-475D-91EE-026DC4FB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492" y="4117397"/>
            <a:ext cx="126927" cy="153874"/>
          </a:xfrm>
          <a:custGeom xmlns:a="http://schemas.openxmlformats.org/drawingml/2006/main">
            <a:pathLst>
              <a:path w="126927" h="153874">
                <a:moveTo>
                  <a:pt x="126927" y="99799"/>
                </a:moveTo>
                <a:lnTo>
                  <a:pt x="109159" y="117567"/>
                </a:lnTo>
                <a:lnTo>
                  <a:pt x="98540" y="106947"/>
                </a:lnTo>
                <a:cubicBezTo>
                  <a:pt x="99719" y="114027"/>
                  <a:pt x="99311" y="120585"/>
                  <a:pt x="97314" y="126621"/>
                </a:cubicBezTo>
                <a:cubicBezTo>
                  <a:pt x="95317" y="132657"/>
                  <a:pt x="92277" y="137717"/>
                  <a:pt x="88192" y="141802"/>
                </a:cubicBezTo>
                <a:cubicBezTo>
                  <a:pt x="79887" y="150107"/>
                  <a:pt x="69426" y="153874"/>
                  <a:pt x="56809" y="153102"/>
                </a:cubicBezTo>
                <a:cubicBezTo>
                  <a:pt x="44192" y="152331"/>
                  <a:pt x="31893" y="145954"/>
                  <a:pt x="19912" y="133973"/>
                </a:cubicBezTo>
                <a:cubicBezTo>
                  <a:pt x="7659" y="121719"/>
                  <a:pt x="1225" y="109522"/>
                  <a:pt x="613" y="97382"/>
                </a:cubicBezTo>
                <a:cubicBezTo>
                  <a:pt x="0" y="85242"/>
                  <a:pt x="4096" y="74770"/>
                  <a:pt x="12900" y="65965"/>
                </a:cubicBezTo>
                <a:cubicBezTo>
                  <a:pt x="20979" y="57887"/>
                  <a:pt x="31326" y="54256"/>
                  <a:pt x="43943" y="55073"/>
                </a:cubicBezTo>
                <a:lnTo>
                  <a:pt x="7999" y="19129"/>
                </a:lnTo>
                <a:lnTo>
                  <a:pt x="27128" y="0"/>
                </a:lnTo>
                <a:lnTo>
                  <a:pt x="126927" y="99799"/>
                </a:lnTo>
                <a:moveTo>
                  <a:pt x="38193" y="113178"/>
                </a:moveTo>
                <a:cubicBezTo>
                  <a:pt x="45896" y="120882"/>
                  <a:pt x="52537" y="125389"/>
                  <a:pt x="58113" y="126699"/>
                </a:cubicBezTo>
                <a:cubicBezTo>
                  <a:pt x="66184" y="128598"/>
                  <a:pt x="72988" y="126780"/>
                  <a:pt x="78525" y="121243"/>
                </a:cubicBezTo>
                <a:cubicBezTo>
                  <a:pt x="82927" y="116841"/>
                  <a:pt x="84802" y="111227"/>
                  <a:pt x="84150" y="104403"/>
                </a:cubicBezTo>
                <a:cubicBezTo>
                  <a:pt x="83498" y="97578"/>
                  <a:pt x="79456" y="90450"/>
                  <a:pt x="72024" y="83018"/>
                </a:cubicBezTo>
                <a:cubicBezTo>
                  <a:pt x="63730" y="74724"/>
                  <a:pt x="56262" y="70251"/>
                  <a:pt x="49619" y="69599"/>
                </a:cubicBezTo>
                <a:cubicBezTo>
                  <a:pt x="42976" y="68946"/>
                  <a:pt x="37317" y="70958"/>
                  <a:pt x="32642" y="75632"/>
                </a:cubicBezTo>
                <a:cubicBezTo>
                  <a:pt x="28104" y="80170"/>
                  <a:pt x="26104" y="85772"/>
                  <a:pt x="26643" y="92438"/>
                </a:cubicBezTo>
                <a:cubicBezTo>
                  <a:pt x="27182" y="99104"/>
                  <a:pt x="31032" y="106017"/>
                  <a:pt x="38193" y="113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y">
            <a:extLst xmlns:a="http://schemas.openxmlformats.org/drawingml/2006/main">
              <a:ext uri="{FF2B5EF4-FFF2-40B4-BE49-F238E27FC236}">
                <a16:creationId xmlns:a16="http://schemas.microsoft.com/office/drawing/2014/main" id="{D0FBEC0C-F10E-458F-90B6-5349FA68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1926" y="4060758"/>
            <a:ext cx="132112" cy="168555"/>
          </a:xfrm>
          <a:custGeom xmlns:a="http://schemas.openxmlformats.org/drawingml/2006/main">
            <a:pathLst>
              <a:path w="132112" h="168555">
                <a:moveTo>
                  <a:pt x="0" y="74339"/>
                </a:moveTo>
                <a:lnTo>
                  <a:pt x="20355" y="53984"/>
                </a:lnTo>
                <a:lnTo>
                  <a:pt x="89024" y="88071"/>
                </a:lnTo>
                <a:lnTo>
                  <a:pt x="54529" y="19810"/>
                </a:lnTo>
                <a:lnTo>
                  <a:pt x="74339" y="0"/>
                </a:lnTo>
                <a:lnTo>
                  <a:pt x="118407" y="95125"/>
                </a:lnTo>
                <a:lnTo>
                  <a:pt x="126485" y="112325"/>
                </a:lnTo>
                <a:cubicBezTo>
                  <a:pt x="129026" y="118225"/>
                  <a:pt x="130649" y="123047"/>
                  <a:pt x="131352" y="126791"/>
                </a:cubicBezTo>
                <a:cubicBezTo>
                  <a:pt x="132055" y="130535"/>
                  <a:pt x="132112" y="134086"/>
                  <a:pt x="131522" y="137445"/>
                </a:cubicBezTo>
                <a:cubicBezTo>
                  <a:pt x="130932" y="140803"/>
                  <a:pt x="129582" y="144309"/>
                  <a:pt x="127472" y="147962"/>
                </a:cubicBezTo>
                <a:cubicBezTo>
                  <a:pt x="125361" y="151616"/>
                  <a:pt x="122491" y="155258"/>
                  <a:pt x="118860" y="158889"/>
                </a:cubicBezTo>
                <a:cubicBezTo>
                  <a:pt x="115184" y="162565"/>
                  <a:pt x="111190" y="165787"/>
                  <a:pt x="106879" y="168555"/>
                </a:cubicBezTo>
                <a:lnTo>
                  <a:pt x="90200" y="155281"/>
                </a:lnTo>
                <a:cubicBezTo>
                  <a:pt x="93786" y="152875"/>
                  <a:pt x="96781" y="150470"/>
                  <a:pt x="99186" y="148065"/>
                </a:cubicBezTo>
                <a:cubicBezTo>
                  <a:pt x="103634" y="143617"/>
                  <a:pt x="105619" y="139022"/>
                  <a:pt x="105143" y="134279"/>
                </a:cubicBezTo>
                <a:cubicBezTo>
                  <a:pt x="104666" y="129537"/>
                  <a:pt x="102976" y="124578"/>
                  <a:pt x="100071" y="119405"/>
                </a:cubicBezTo>
                <a:lnTo>
                  <a:pt x="0" y="743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w">
            <a:extLst xmlns:a="http://schemas.openxmlformats.org/drawingml/2006/main">
              <a:ext uri="{FF2B5EF4-FFF2-40B4-BE49-F238E27FC236}">
                <a16:creationId xmlns:a16="http://schemas.microsoft.com/office/drawing/2014/main" id="{8FA175B5-0D10-49DC-B320-A37689E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24" y="3950135"/>
            <a:ext cx="156846" cy="157187"/>
          </a:xfrm>
          <a:custGeom xmlns:a="http://schemas.openxmlformats.org/drawingml/2006/main">
            <a:pathLst>
              <a:path w="156846" h="157187">
                <a:moveTo>
                  <a:pt x="95170" y="157187"/>
                </a:moveTo>
                <a:lnTo>
                  <a:pt x="0" y="107764"/>
                </a:lnTo>
                <a:lnTo>
                  <a:pt x="18585" y="89179"/>
                </a:lnTo>
                <a:lnTo>
                  <a:pt x="79512" y="123013"/>
                </a:lnTo>
                <a:lnTo>
                  <a:pt x="44590" y="63174"/>
                </a:lnTo>
                <a:lnTo>
                  <a:pt x="63038" y="44726"/>
                </a:lnTo>
                <a:lnTo>
                  <a:pt x="122468" y="80057"/>
                </a:lnTo>
                <a:lnTo>
                  <a:pt x="88907" y="18857"/>
                </a:lnTo>
                <a:lnTo>
                  <a:pt x="107764" y="0"/>
                </a:lnTo>
                <a:lnTo>
                  <a:pt x="156846" y="95510"/>
                </a:lnTo>
                <a:lnTo>
                  <a:pt x="138466" y="113891"/>
                </a:lnTo>
                <a:lnTo>
                  <a:pt x="79512" y="79853"/>
                </a:lnTo>
                <a:lnTo>
                  <a:pt x="113754" y="138602"/>
                </a:lnTo>
                <a:lnTo>
                  <a:pt x="95170" y="157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a">
            <a:extLst xmlns:a="http://schemas.openxmlformats.org/drawingml/2006/main">
              <a:ext uri="{FF2B5EF4-FFF2-40B4-BE49-F238E27FC236}">
                <a16:creationId xmlns:a16="http://schemas.microsoft.com/office/drawing/2014/main" id="{7A3AECC3-3060-49E0-B26A-A3897416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083" y="3891613"/>
            <a:ext cx="126009" cy="115215"/>
          </a:xfrm>
          <a:custGeom xmlns:a="http://schemas.openxmlformats.org/drawingml/2006/main">
            <a:pathLst>
              <a:path w="126009" h="115215">
                <a:moveTo>
                  <a:pt x="27504" y="56480"/>
                </a:moveTo>
                <a:lnTo>
                  <a:pt x="7013" y="70708"/>
                </a:lnTo>
                <a:cubicBezTo>
                  <a:pt x="1883" y="61675"/>
                  <a:pt x="0" y="53075"/>
                  <a:pt x="1363" y="44907"/>
                </a:cubicBezTo>
                <a:cubicBezTo>
                  <a:pt x="2724" y="36738"/>
                  <a:pt x="8102" y="27956"/>
                  <a:pt x="17497" y="18562"/>
                </a:cubicBezTo>
                <a:cubicBezTo>
                  <a:pt x="26029" y="10030"/>
                  <a:pt x="33393" y="4686"/>
                  <a:pt x="39587" y="2530"/>
                </a:cubicBezTo>
                <a:cubicBezTo>
                  <a:pt x="45782" y="374"/>
                  <a:pt x="51285" y="0"/>
                  <a:pt x="56096" y="1407"/>
                </a:cubicBezTo>
                <a:cubicBezTo>
                  <a:pt x="60906" y="2814"/>
                  <a:pt x="67464" y="7670"/>
                  <a:pt x="75770" y="15975"/>
                </a:cubicBezTo>
                <a:lnTo>
                  <a:pt x="97894" y="38508"/>
                </a:lnTo>
                <a:cubicBezTo>
                  <a:pt x="104248" y="44862"/>
                  <a:pt x="109240" y="49241"/>
                  <a:pt x="112871" y="51647"/>
                </a:cubicBezTo>
                <a:cubicBezTo>
                  <a:pt x="116502" y="54052"/>
                  <a:pt x="120881" y="56140"/>
                  <a:pt x="126009" y="57910"/>
                </a:cubicBezTo>
                <a:lnTo>
                  <a:pt x="107084" y="76835"/>
                </a:lnTo>
                <a:cubicBezTo>
                  <a:pt x="105314" y="76063"/>
                  <a:pt x="102818" y="74792"/>
                  <a:pt x="99596" y="73022"/>
                </a:cubicBezTo>
                <a:cubicBezTo>
                  <a:pt x="98144" y="72206"/>
                  <a:pt x="97168" y="71684"/>
                  <a:pt x="96669" y="71457"/>
                </a:cubicBezTo>
                <a:cubicBezTo>
                  <a:pt x="96578" y="77901"/>
                  <a:pt x="95466" y="83778"/>
                  <a:pt x="93333" y="89088"/>
                </a:cubicBezTo>
                <a:cubicBezTo>
                  <a:pt x="91200" y="94398"/>
                  <a:pt x="88023" y="99164"/>
                  <a:pt x="83803" y="103384"/>
                </a:cubicBezTo>
                <a:cubicBezTo>
                  <a:pt x="76360" y="110827"/>
                  <a:pt x="68483" y="114682"/>
                  <a:pt x="60172" y="114949"/>
                </a:cubicBezTo>
                <a:cubicBezTo>
                  <a:pt x="51861" y="115215"/>
                  <a:pt x="44632" y="112275"/>
                  <a:pt x="38485" y="106129"/>
                </a:cubicBezTo>
                <a:cubicBezTo>
                  <a:pt x="34418" y="102061"/>
                  <a:pt x="31767" y="97459"/>
                  <a:pt x="30533" y="92322"/>
                </a:cubicBezTo>
                <a:cubicBezTo>
                  <a:pt x="29298" y="87184"/>
                  <a:pt x="29592" y="82008"/>
                  <a:pt x="31414" y="76796"/>
                </a:cubicBezTo>
                <a:cubicBezTo>
                  <a:pt x="33237" y="71584"/>
                  <a:pt x="36828" y="65033"/>
                  <a:pt x="42189" y="57142"/>
                </a:cubicBezTo>
                <a:cubicBezTo>
                  <a:pt x="49458" y="46529"/>
                  <a:pt x="54093" y="38775"/>
                  <a:pt x="56096" y="33879"/>
                </a:cubicBezTo>
                <a:lnTo>
                  <a:pt x="54168" y="31952"/>
                </a:lnTo>
                <a:cubicBezTo>
                  <a:pt x="50451" y="28234"/>
                  <a:pt x="46893" y="26492"/>
                  <a:pt x="43495" y="26725"/>
                </a:cubicBezTo>
                <a:cubicBezTo>
                  <a:pt x="40096" y="26956"/>
                  <a:pt x="35877" y="29590"/>
                  <a:pt x="30840" y="34628"/>
                </a:cubicBezTo>
                <a:cubicBezTo>
                  <a:pt x="27436" y="38032"/>
                  <a:pt x="25466" y="41372"/>
                  <a:pt x="24930" y="44648"/>
                </a:cubicBezTo>
                <a:cubicBezTo>
                  <a:pt x="24392" y="47922"/>
                  <a:pt x="25250" y="51867"/>
                  <a:pt x="27504" y="56480"/>
                </a:cubicBezTo>
                <a:moveTo>
                  <a:pt x="68622" y="46405"/>
                </a:moveTo>
                <a:cubicBezTo>
                  <a:pt x="66978" y="49663"/>
                  <a:pt x="64062" y="54507"/>
                  <a:pt x="59874" y="60939"/>
                </a:cubicBezTo>
                <a:cubicBezTo>
                  <a:pt x="55684" y="67369"/>
                  <a:pt x="53311" y="71940"/>
                  <a:pt x="52754" y="74650"/>
                </a:cubicBezTo>
                <a:cubicBezTo>
                  <a:pt x="52006" y="78895"/>
                  <a:pt x="52978" y="82362"/>
                  <a:pt x="55668" y="85053"/>
                </a:cubicBezTo>
                <a:cubicBezTo>
                  <a:pt x="58315" y="87699"/>
                  <a:pt x="61601" y="88988"/>
                  <a:pt x="65526" y="88920"/>
                </a:cubicBezTo>
                <a:cubicBezTo>
                  <a:pt x="69451" y="88851"/>
                  <a:pt x="72956" y="87273"/>
                  <a:pt x="76042" y="84187"/>
                </a:cubicBezTo>
                <a:cubicBezTo>
                  <a:pt x="79491" y="80738"/>
                  <a:pt x="81660" y="76326"/>
                  <a:pt x="82550" y="70953"/>
                </a:cubicBezTo>
                <a:cubicBezTo>
                  <a:pt x="83161" y="66935"/>
                  <a:pt x="82596" y="63329"/>
                  <a:pt x="80854" y="60135"/>
                </a:cubicBezTo>
                <a:cubicBezTo>
                  <a:pt x="79739" y="58022"/>
                  <a:pt x="76918" y="54701"/>
                  <a:pt x="72389" y="50172"/>
                </a:cubicBezTo>
                <a:lnTo>
                  <a:pt x="68622" y="464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t">
            <a:extLst xmlns:a="http://schemas.openxmlformats.org/drawingml/2006/main">
              <a:ext uri="{FF2B5EF4-FFF2-40B4-BE49-F238E27FC236}">
                <a16:creationId xmlns:a16="http://schemas.microsoft.com/office/drawing/2014/main" id="{0C2D2EB2-FEDB-4313-8F8A-D1B6E169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953" y="3816707"/>
            <a:ext cx="119324" cy="109874"/>
          </a:xfrm>
          <a:custGeom xmlns:a="http://schemas.openxmlformats.org/drawingml/2006/main">
            <a:pathLst>
              <a:path w="119324" h="109874">
                <a:moveTo>
                  <a:pt x="46700" y="12662"/>
                </a:moveTo>
                <a:lnTo>
                  <a:pt x="61949" y="27911"/>
                </a:lnTo>
                <a:lnTo>
                  <a:pt x="48878" y="40982"/>
                </a:lnTo>
                <a:lnTo>
                  <a:pt x="77968" y="70071"/>
                </a:lnTo>
                <a:cubicBezTo>
                  <a:pt x="83859" y="75963"/>
                  <a:pt x="87417" y="79271"/>
                  <a:pt x="88641" y="79995"/>
                </a:cubicBezTo>
                <a:cubicBezTo>
                  <a:pt x="89863" y="80719"/>
                  <a:pt x="91235" y="80955"/>
                  <a:pt x="92755" y="80706"/>
                </a:cubicBezTo>
                <a:cubicBezTo>
                  <a:pt x="94274" y="80455"/>
                  <a:pt x="95669" y="79694"/>
                  <a:pt x="96940" y="78423"/>
                </a:cubicBezTo>
                <a:cubicBezTo>
                  <a:pt x="98710" y="76653"/>
                  <a:pt x="100661" y="73476"/>
                  <a:pt x="102794" y="68893"/>
                </a:cubicBezTo>
                <a:lnTo>
                  <a:pt x="119324" y="82155"/>
                </a:lnTo>
                <a:cubicBezTo>
                  <a:pt x="116791" y="88517"/>
                  <a:pt x="112711" y="94512"/>
                  <a:pt x="107083" y="100139"/>
                </a:cubicBezTo>
                <a:cubicBezTo>
                  <a:pt x="103634" y="103588"/>
                  <a:pt x="99946" y="106119"/>
                  <a:pt x="96021" y="107730"/>
                </a:cubicBezTo>
                <a:cubicBezTo>
                  <a:pt x="92095" y="109341"/>
                  <a:pt x="88566" y="109874"/>
                  <a:pt x="85435" y="109329"/>
                </a:cubicBezTo>
                <a:cubicBezTo>
                  <a:pt x="82303" y="108785"/>
                  <a:pt x="78922" y="107196"/>
                  <a:pt x="75292" y="104564"/>
                </a:cubicBezTo>
                <a:cubicBezTo>
                  <a:pt x="72659" y="102749"/>
                  <a:pt x="67962" y="98460"/>
                  <a:pt x="61200" y="91698"/>
                </a:cubicBezTo>
                <a:lnTo>
                  <a:pt x="29681" y="60179"/>
                </a:lnTo>
                <a:lnTo>
                  <a:pt x="20899" y="68961"/>
                </a:lnTo>
                <a:lnTo>
                  <a:pt x="5650" y="53712"/>
                </a:lnTo>
                <a:lnTo>
                  <a:pt x="14432" y="44930"/>
                </a:lnTo>
                <a:lnTo>
                  <a:pt x="0" y="30498"/>
                </a:lnTo>
                <a:lnTo>
                  <a:pt x="7897" y="0"/>
                </a:lnTo>
                <a:lnTo>
                  <a:pt x="33629" y="25733"/>
                </a:lnTo>
                <a:lnTo>
                  <a:pt x="46700" y="126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e">
            <a:extLst xmlns:a="http://schemas.openxmlformats.org/drawingml/2006/main">
              <a:ext uri="{FF2B5EF4-FFF2-40B4-BE49-F238E27FC236}">
                <a16:creationId xmlns:a16="http://schemas.microsoft.com/office/drawing/2014/main" id="{2FB6781C-3552-4AF0-A9B9-D3400102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2762" y="3771198"/>
            <a:ext cx="107599" cy="107117"/>
          </a:xfrm>
          <a:custGeom xmlns:a="http://schemas.openxmlformats.org/drawingml/2006/main">
            <a:pathLst>
              <a:path w="107599" h="107117">
                <a:moveTo>
                  <a:pt x="79319" y="52316"/>
                </a:moveTo>
                <a:lnTo>
                  <a:pt x="101648" y="36523"/>
                </a:lnTo>
                <a:cubicBezTo>
                  <a:pt x="106164" y="45940"/>
                  <a:pt x="107599" y="55113"/>
                  <a:pt x="105954" y="64042"/>
                </a:cubicBezTo>
                <a:cubicBezTo>
                  <a:pt x="104309" y="72971"/>
                  <a:pt x="99515" y="81407"/>
                  <a:pt x="91573" y="89349"/>
                </a:cubicBezTo>
                <a:cubicBezTo>
                  <a:pt x="79002" y="101921"/>
                  <a:pt x="65591" y="107117"/>
                  <a:pt x="51340" y="104939"/>
                </a:cubicBezTo>
                <a:cubicBezTo>
                  <a:pt x="39994" y="103123"/>
                  <a:pt x="29307" y="97201"/>
                  <a:pt x="19277" y="87171"/>
                </a:cubicBezTo>
                <a:cubicBezTo>
                  <a:pt x="7295" y="75190"/>
                  <a:pt x="1044" y="62675"/>
                  <a:pt x="522" y="49627"/>
                </a:cubicBezTo>
                <a:cubicBezTo>
                  <a:pt x="0" y="36579"/>
                  <a:pt x="4527" y="25267"/>
                  <a:pt x="14103" y="15691"/>
                </a:cubicBezTo>
                <a:cubicBezTo>
                  <a:pt x="24859" y="4935"/>
                  <a:pt x="36897" y="0"/>
                  <a:pt x="50217" y="885"/>
                </a:cubicBezTo>
                <a:cubicBezTo>
                  <a:pt x="63537" y="1770"/>
                  <a:pt x="77391" y="9678"/>
                  <a:pt x="91777" y="24609"/>
                </a:cubicBezTo>
                <a:lnTo>
                  <a:pt x="43852" y="72535"/>
                </a:lnTo>
                <a:cubicBezTo>
                  <a:pt x="49661" y="78071"/>
                  <a:pt x="55618" y="80942"/>
                  <a:pt x="61722" y="81146"/>
                </a:cubicBezTo>
                <a:cubicBezTo>
                  <a:pt x="67826" y="81350"/>
                  <a:pt x="73079" y="79251"/>
                  <a:pt x="77481" y="74849"/>
                </a:cubicBezTo>
                <a:cubicBezTo>
                  <a:pt x="80477" y="71854"/>
                  <a:pt x="82179" y="68518"/>
                  <a:pt x="82587" y="64842"/>
                </a:cubicBezTo>
                <a:cubicBezTo>
                  <a:pt x="82996" y="61166"/>
                  <a:pt x="81906" y="56991"/>
                  <a:pt x="79319" y="52316"/>
                </a:cubicBezTo>
                <a:moveTo>
                  <a:pt x="61075" y="31893"/>
                </a:moveTo>
                <a:cubicBezTo>
                  <a:pt x="55425" y="26515"/>
                  <a:pt x="49803" y="23753"/>
                  <a:pt x="44209" y="23605"/>
                </a:cubicBezTo>
                <a:cubicBezTo>
                  <a:pt x="38616" y="23458"/>
                  <a:pt x="33868" y="25335"/>
                  <a:pt x="29965" y="29238"/>
                </a:cubicBezTo>
                <a:cubicBezTo>
                  <a:pt x="25789" y="33414"/>
                  <a:pt x="23854" y="38377"/>
                  <a:pt x="24159" y="44128"/>
                </a:cubicBezTo>
                <a:cubicBezTo>
                  <a:pt x="24465" y="49880"/>
                  <a:pt x="27240" y="55333"/>
                  <a:pt x="32483" y="60485"/>
                </a:cubicBezTo>
                <a:lnTo>
                  <a:pt x="61075" y="3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r">
            <a:extLst xmlns:a="http://schemas.openxmlformats.org/drawingml/2006/main">
              <a:ext uri="{FF2B5EF4-FFF2-40B4-BE49-F238E27FC236}">
                <a16:creationId xmlns:a16="http://schemas.microsoft.com/office/drawing/2014/main" id="{FBA0FDB8-AE66-4E91-A8C6-40D4B2F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650" y="3694511"/>
            <a:ext cx="91426" cy="117158"/>
          </a:xfrm>
          <a:custGeom xmlns:a="http://schemas.openxmlformats.org/drawingml/2006/main">
            <a:pathLst>
              <a:path w="91426" h="117158">
                <a:moveTo>
                  <a:pt x="91426" y="98029"/>
                </a:moveTo>
                <a:lnTo>
                  <a:pt x="72296" y="117158"/>
                </a:lnTo>
                <a:lnTo>
                  <a:pt x="0" y="44862"/>
                </a:lnTo>
                <a:lnTo>
                  <a:pt x="17768" y="27094"/>
                </a:lnTo>
                <a:lnTo>
                  <a:pt x="28047" y="37374"/>
                </a:lnTo>
                <a:cubicBezTo>
                  <a:pt x="26232" y="29477"/>
                  <a:pt x="25767" y="23543"/>
                  <a:pt x="26652" y="19572"/>
                </a:cubicBezTo>
                <a:cubicBezTo>
                  <a:pt x="27537" y="15601"/>
                  <a:pt x="29522" y="12072"/>
                  <a:pt x="32608" y="8986"/>
                </a:cubicBezTo>
                <a:cubicBezTo>
                  <a:pt x="36965" y="4629"/>
                  <a:pt x="42366" y="1634"/>
                  <a:pt x="48810" y="0"/>
                </a:cubicBezTo>
                <a:lnTo>
                  <a:pt x="59566" y="22601"/>
                </a:lnTo>
                <a:cubicBezTo>
                  <a:pt x="54256" y="23736"/>
                  <a:pt x="50217" y="25687"/>
                  <a:pt x="47449" y="28456"/>
                </a:cubicBezTo>
                <a:cubicBezTo>
                  <a:pt x="44771" y="31133"/>
                  <a:pt x="43239" y="34140"/>
                  <a:pt x="42854" y="37476"/>
                </a:cubicBezTo>
                <a:cubicBezTo>
                  <a:pt x="42468" y="40811"/>
                  <a:pt x="43671" y="44941"/>
                  <a:pt x="46462" y="49865"/>
                </a:cubicBezTo>
                <a:cubicBezTo>
                  <a:pt x="49253" y="54790"/>
                  <a:pt x="56798" y="63401"/>
                  <a:pt x="69097" y="75700"/>
                </a:cubicBezTo>
                <a:lnTo>
                  <a:pt x="91426" y="98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F">
            <a:extLst xmlns:a="http://schemas.openxmlformats.org/drawingml/2006/main">
              <a:ext uri="{FF2B5EF4-FFF2-40B4-BE49-F238E27FC236}">
                <a16:creationId xmlns:a16="http://schemas.microsoft.com/office/drawing/2014/main" id="{9D4E638D-823E-4A90-92C6-6C2217AE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293" y="3890229"/>
            <a:ext cx="119949" cy="168215"/>
          </a:xfrm>
          <a:custGeom xmlns:a="http://schemas.openxmlformats.org/drawingml/2006/main">
            <a:pathLst>
              <a:path w="119949" h="168215">
                <a:moveTo>
                  <a:pt x="99799" y="168215"/>
                </a:moveTo>
                <a:lnTo>
                  <a:pt x="0" y="68416"/>
                </a:lnTo>
                <a:lnTo>
                  <a:pt x="68416" y="0"/>
                </a:lnTo>
                <a:lnTo>
                  <a:pt x="85299" y="16883"/>
                </a:lnTo>
                <a:lnTo>
                  <a:pt x="37033" y="65148"/>
                </a:lnTo>
                <a:lnTo>
                  <a:pt x="60587" y="88703"/>
                </a:lnTo>
                <a:lnTo>
                  <a:pt x="102250" y="47040"/>
                </a:lnTo>
                <a:lnTo>
                  <a:pt x="119132" y="63923"/>
                </a:lnTo>
                <a:lnTo>
                  <a:pt x="77470" y="105585"/>
                </a:lnTo>
                <a:lnTo>
                  <a:pt x="119949" y="148065"/>
                </a:lnTo>
                <a:lnTo>
                  <a:pt x="99799" y="168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I">
            <a:extLst xmlns:a="http://schemas.openxmlformats.org/drawingml/2006/main">
              <a:ext uri="{FF2B5EF4-FFF2-40B4-BE49-F238E27FC236}">
                <a16:creationId xmlns:a16="http://schemas.microsoft.com/office/drawing/2014/main" id="{9CE66528-C0FB-43F7-9727-47FF17B9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706" y="3854080"/>
            <a:ext cx="119949" cy="119949"/>
          </a:xfrm>
          <a:custGeom xmlns:a="http://schemas.openxmlformats.org/drawingml/2006/main">
            <a:pathLst>
              <a:path w="119949" h="119949">
                <a:moveTo>
                  <a:pt x="99799" y="119949"/>
                </a:moveTo>
                <a:lnTo>
                  <a:pt x="0" y="20150"/>
                </a:lnTo>
                <a:lnTo>
                  <a:pt x="20150" y="0"/>
                </a:lnTo>
                <a:lnTo>
                  <a:pt x="119949" y="99799"/>
                </a:lnTo>
                <a:lnTo>
                  <a:pt x="99799" y="1199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N">
            <a:extLst xmlns:a="http://schemas.openxmlformats.org/drawingml/2006/main">
              <a:ext uri="{FF2B5EF4-FFF2-40B4-BE49-F238E27FC236}">
                <a16:creationId xmlns:a16="http://schemas.microsoft.com/office/drawing/2014/main" id="{FA535CA1-1EF1-4984-83E3-7BAB4ED1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259" y="3755507"/>
            <a:ext cx="178971" cy="178971"/>
          </a:xfrm>
          <a:custGeom xmlns:a="http://schemas.openxmlformats.org/drawingml/2006/main">
            <a:pathLst>
              <a:path w="178971" h="178971">
                <a:moveTo>
                  <a:pt x="99799" y="178971"/>
                </a:moveTo>
                <a:lnTo>
                  <a:pt x="0" y="79172"/>
                </a:lnTo>
                <a:lnTo>
                  <a:pt x="19606" y="59566"/>
                </a:lnTo>
                <a:lnTo>
                  <a:pt x="127240" y="85509"/>
                </a:lnTo>
                <a:lnTo>
                  <a:pt x="60451" y="18721"/>
                </a:lnTo>
                <a:lnTo>
                  <a:pt x="79172" y="0"/>
                </a:lnTo>
                <a:lnTo>
                  <a:pt x="178971" y="99799"/>
                </a:lnTo>
                <a:lnTo>
                  <a:pt x="158752" y="120017"/>
                </a:lnTo>
                <a:lnTo>
                  <a:pt x="53256" y="94987"/>
                </a:lnTo>
                <a:lnTo>
                  <a:pt x="118520" y="160250"/>
                </a:lnTo>
                <a:lnTo>
                  <a:pt x="99799" y="1789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7">
            <a:extLst xmlns:a="http://schemas.openxmlformats.org/drawingml/2006/main">
              <a:ext uri="{FF2B5EF4-FFF2-40B4-BE49-F238E27FC236}">
                <a16:creationId xmlns:a16="http://schemas.microsoft.com/office/drawing/2014/main" id="{ED9624E1-00B7-4FFA-B5F6-0F41976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743" y="3674225"/>
            <a:ext cx="130433" cy="150583"/>
          </a:xfrm>
          <a:custGeom xmlns:a="http://schemas.openxmlformats.org/drawingml/2006/main">
            <a:pathLst>
              <a:path w="130433" h="150583">
                <a:moveTo>
                  <a:pt x="17836" y="83257"/>
                </a:moveTo>
                <a:lnTo>
                  <a:pt x="0" y="65421"/>
                </a:lnTo>
                <a:lnTo>
                  <a:pt x="65421" y="0"/>
                </a:lnTo>
                <a:lnTo>
                  <a:pt x="79308" y="13887"/>
                </a:lnTo>
                <a:cubicBezTo>
                  <a:pt x="79226" y="24607"/>
                  <a:pt x="81372" y="37735"/>
                  <a:pt x="85746" y="53273"/>
                </a:cubicBezTo>
                <a:cubicBezTo>
                  <a:pt x="90118" y="68810"/>
                  <a:pt x="96443" y="83645"/>
                  <a:pt x="104722" y="97778"/>
                </a:cubicBezTo>
                <a:cubicBezTo>
                  <a:pt x="112998" y="111909"/>
                  <a:pt x="121569" y="123362"/>
                  <a:pt x="130433" y="132135"/>
                </a:cubicBezTo>
                <a:lnTo>
                  <a:pt x="111984" y="150583"/>
                </a:lnTo>
                <a:cubicBezTo>
                  <a:pt x="98494" y="136458"/>
                  <a:pt x="87262" y="119530"/>
                  <a:pt x="78287" y="99799"/>
                </a:cubicBezTo>
                <a:cubicBezTo>
                  <a:pt x="69311" y="80067"/>
                  <a:pt x="63661" y="60053"/>
                  <a:pt x="61336" y="39756"/>
                </a:cubicBezTo>
                <a:lnTo>
                  <a:pt x="17836" y="83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A">
            <a:extLst xmlns:a="http://schemas.openxmlformats.org/drawingml/2006/main">
              <a:ext uri="{FF2B5EF4-FFF2-40B4-BE49-F238E27FC236}">
                <a16:creationId xmlns:a16="http://schemas.microsoft.com/office/drawing/2014/main" id="{2C936E04-B649-4D59-92F8-DFEB8B31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012" y="4040540"/>
            <a:ext cx="161067" cy="159978"/>
          </a:xfrm>
          <a:custGeom xmlns:a="http://schemas.openxmlformats.org/drawingml/2006/main">
            <a:pathLst>
              <a:path w="161067" h="159978">
                <a:moveTo>
                  <a:pt x="161067" y="59839"/>
                </a:moveTo>
                <a:lnTo>
                  <a:pt x="139147" y="81759"/>
                </a:lnTo>
                <a:lnTo>
                  <a:pt x="107696" y="67735"/>
                </a:lnTo>
                <a:lnTo>
                  <a:pt x="67803" y="107628"/>
                </a:lnTo>
                <a:lnTo>
                  <a:pt x="82303" y="138602"/>
                </a:lnTo>
                <a:lnTo>
                  <a:pt x="60928" y="159978"/>
                </a:lnTo>
                <a:lnTo>
                  <a:pt x="0" y="21308"/>
                </a:lnTo>
                <a:lnTo>
                  <a:pt x="21308" y="0"/>
                </a:lnTo>
                <a:lnTo>
                  <a:pt x="161067" y="59839"/>
                </a:lnTo>
                <a:moveTo>
                  <a:pt x="84346" y="57320"/>
                </a:moveTo>
                <a:lnTo>
                  <a:pt x="33697" y="34174"/>
                </a:lnTo>
                <a:lnTo>
                  <a:pt x="57115" y="84550"/>
                </a:lnTo>
                <a:lnTo>
                  <a:pt x="84346" y="5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P">
            <a:extLst xmlns:a="http://schemas.openxmlformats.org/drawingml/2006/main">
              <a:ext uri="{FF2B5EF4-FFF2-40B4-BE49-F238E27FC236}">
                <a16:creationId xmlns:a16="http://schemas.microsoft.com/office/drawing/2014/main" id="{193EC37D-E2DA-4C63-8A9A-6119B23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7968" y="3929331"/>
            <a:ext cx="121615" cy="160359"/>
          </a:xfrm>
          <a:custGeom xmlns:a="http://schemas.openxmlformats.org/drawingml/2006/main">
            <a:pathLst>
              <a:path w="121615" h="160359">
                <a:moveTo>
                  <a:pt x="99799" y="160359"/>
                </a:moveTo>
                <a:lnTo>
                  <a:pt x="0" y="60560"/>
                </a:lnTo>
                <a:lnTo>
                  <a:pt x="32336" y="28224"/>
                </a:lnTo>
                <a:cubicBezTo>
                  <a:pt x="44590" y="15971"/>
                  <a:pt x="53076" y="8482"/>
                  <a:pt x="57794" y="5757"/>
                </a:cubicBezTo>
                <a:cubicBezTo>
                  <a:pt x="65009" y="1535"/>
                  <a:pt x="73049" y="0"/>
                  <a:pt x="81916" y="1152"/>
                </a:cubicBezTo>
                <a:cubicBezTo>
                  <a:pt x="90783" y="2303"/>
                  <a:pt x="99183" y="6846"/>
                  <a:pt x="107117" y="14780"/>
                </a:cubicBezTo>
                <a:cubicBezTo>
                  <a:pt x="113237" y="20899"/>
                  <a:pt x="117270" y="27157"/>
                  <a:pt x="119217" y="33551"/>
                </a:cubicBezTo>
                <a:cubicBezTo>
                  <a:pt x="121165" y="39946"/>
                  <a:pt x="121615" y="46047"/>
                  <a:pt x="120568" y="51853"/>
                </a:cubicBezTo>
                <a:cubicBezTo>
                  <a:pt x="119522" y="57659"/>
                  <a:pt x="117614" y="62718"/>
                  <a:pt x="114846" y="67030"/>
                </a:cubicBezTo>
                <a:cubicBezTo>
                  <a:pt x="110987" y="72792"/>
                  <a:pt x="104496" y="80234"/>
                  <a:pt x="95374" y="89356"/>
                </a:cubicBezTo>
                <a:lnTo>
                  <a:pt x="82235" y="102495"/>
                </a:lnTo>
                <a:lnTo>
                  <a:pt x="119949" y="140209"/>
                </a:lnTo>
                <a:lnTo>
                  <a:pt x="99799" y="160359"/>
                </a:lnTo>
                <a:moveTo>
                  <a:pt x="37033" y="57293"/>
                </a:moveTo>
                <a:lnTo>
                  <a:pt x="65353" y="85612"/>
                </a:lnTo>
                <a:lnTo>
                  <a:pt x="76381" y="74584"/>
                </a:lnTo>
                <a:cubicBezTo>
                  <a:pt x="84323" y="66642"/>
                  <a:pt x="89111" y="60810"/>
                  <a:pt x="90745" y="57089"/>
                </a:cubicBezTo>
                <a:cubicBezTo>
                  <a:pt x="92379" y="53367"/>
                  <a:pt x="92844" y="49634"/>
                  <a:pt x="92140" y="45890"/>
                </a:cubicBezTo>
                <a:cubicBezTo>
                  <a:pt x="91437" y="42146"/>
                  <a:pt x="89610" y="38799"/>
                  <a:pt x="86660" y="35849"/>
                </a:cubicBezTo>
                <a:cubicBezTo>
                  <a:pt x="83030" y="32218"/>
                  <a:pt x="78968" y="30289"/>
                  <a:pt x="74475" y="30062"/>
                </a:cubicBezTo>
                <a:cubicBezTo>
                  <a:pt x="69982" y="29836"/>
                  <a:pt x="65806" y="31061"/>
                  <a:pt x="61949" y="33739"/>
                </a:cubicBezTo>
                <a:cubicBezTo>
                  <a:pt x="59090" y="35690"/>
                  <a:pt x="54029" y="40297"/>
                  <a:pt x="46768" y="47558"/>
                </a:cubicBezTo>
                <a:lnTo>
                  <a:pt x="37033" y="57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T">
            <a:extLst xmlns:a="http://schemas.openxmlformats.org/drawingml/2006/main">
              <a:ext uri="{FF2B5EF4-FFF2-40B4-BE49-F238E27FC236}">
                <a16:creationId xmlns:a16="http://schemas.microsoft.com/office/drawing/2014/main" id="{8F5E404D-81A1-4DEC-A6E1-95CE49FA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3811" y="3824740"/>
            <a:ext cx="149562" cy="149494"/>
          </a:xfrm>
          <a:custGeom xmlns:a="http://schemas.openxmlformats.org/drawingml/2006/main">
            <a:pathLst>
              <a:path w="149562" h="149494">
                <a:moveTo>
                  <a:pt x="129412" y="149494"/>
                </a:moveTo>
                <a:lnTo>
                  <a:pt x="46496" y="66578"/>
                </a:lnTo>
                <a:lnTo>
                  <a:pt x="16883" y="96191"/>
                </a:lnTo>
                <a:lnTo>
                  <a:pt x="0" y="79308"/>
                </a:lnTo>
                <a:lnTo>
                  <a:pt x="79308" y="0"/>
                </a:lnTo>
                <a:lnTo>
                  <a:pt x="96191" y="16883"/>
                </a:lnTo>
                <a:lnTo>
                  <a:pt x="66646" y="46428"/>
                </a:lnTo>
                <a:lnTo>
                  <a:pt x="149562" y="129344"/>
                </a:lnTo>
                <a:lnTo>
                  <a:pt x="129412" y="149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1">
            <a:extLst xmlns:a="http://schemas.openxmlformats.org/drawingml/2006/main">
              <a:ext uri="{FF2B5EF4-FFF2-40B4-BE49-F238E27FC236}">
                <a16:creationId xmlns:a16="http://schemas.microsoft.com/office/drawing/2014/main" id="{1851482C-14E4-443E-AF73-6CDE3C82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1922" y="3766603"/>
            <a:ext cx="118724" cy="119337"/>
          </a:xfrm>
          <a:custGeom xmlns:a="http://schemas.openxmlformats.org/drawingml/2006/main">
            <a:pathLst>
              <a:path w="118724" h="119337">
                <a:moveTo>
                  <a:pt x="118724" y="100207"/>
                </a:moveTo>
                <a:lnTo>
                  <a:pt x="99595" y="119337"/>
                </a:lnTo>
                <a:lnTo>
                  <a:pt x="27581" y="47323"/>
                </a:lnTo>
                <a:cubicBezTo>
                  <a:pt x="27153" y="60873"/>
                  <a:pt x="23768" y="73963"/>
                  <a:pt x="17427" y="86592"/>
                </a:cubicBezTo>
                <a:lnTo>
                  <a:pt x="0" y="69165"/>
                </a:lnTo>
                <a:cubicBezTo>
                  <a:pt x="3354" y="62535"/>
                  <a:pt x="5672" y="54006"/>
                  <a:pt x="6954" y="43579"/>
                </a:cubicBezTo>
                <a:cubicBezTo>
                  <a:pt x="8235" y="33151"/>
                  <a:pt x="6915" y="23798"/>
                  <a:pt x="2995" y="15521"/>
                </a:cubicBezTo>
                <a:lnTo>
                  <a:pt x="18517" y="0"/>
                </a:lnTo>
                <a:lnTo>
                  <a:pt x="118724" y="100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0">
            <a:extLst xmlns:a="http://schemas.openxmlformats.org/drawingml/2006/main">
              <a:ext uri="{FF2B5EF4-FFF2-40B4-BE49-F238E27FC236}">
                <a16:creationId xmlns:a16="http://schemas.microsoft.com/office/drawing/2014/main" id="{305CEB10-8471-4222-A168-83F94BC1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572" y="3691904"/>
            <a:ext cx="129566" cy="129555"/>
          </a:xfrm>
          <a:custGeom xmlns:a="http://schemas.openxmlformats.org/drawingml/2006/main">
            <a:pathLst>
              <a:path w="129566" h="129555">
                <a:moveTo>
                  <a:pt x="13795" y="13772"/>
                </a:moveTo>
                <a:cubicBezTo>
                  <a:pt x="23461" y="4105"/>
                  <a:pt x="34469" y="0"/>
                  <a:pt x="46818" y="1457"/>
                </a:cubicBezTo>
                <a:cubicBezTo>
                  <a:pt x="61482" y="3141"/>
                  <a:pt x="78283" y="13453"/>
                  <a:pt x="97221" y="32391"/>
                </a:cubicBezTo>
                <a:cubicBezTo>
                  <a:pt x="116114" y="51283"/>
                  <a:pt x="126425" y="68130"/>
                  <a:pt x="128155" y="82930"/>
                </a:cubicBezTo>
                <a:cubicBezTo>
                  <a:pt x="129566" y="95143"/>
                  <a:pt x="125439" y="106082"/>
                  <a:pt x="115772" y="115749"/>
                </a:cubicBezTo>
                <a:cubicBezTo>
                  <a:pt x="106060" y="125461"/>
                  <a:pt x="94496" y="129555"/>
                  <a:pt x="81081" y="128030"/>
                </a:cubicBezTo>
                <a:cubicBezTo>
                  <a:pt x="67664" y="126504"/>
                  <a:pt x="51374" y="116159"/>
                  <a:pt x="32209" y="96994"/>
                </a:cubicBezTo>
                <a:cubicBezTo>
                  <a:pt x="13407" y="78193"/>
                  <a:pt x="3141" y="61391"/>
                  <a:pt x="1411" y="46591"/>
                </a:cubicBezTo>
                <a:cubicBezTo>
                  <a:pt x="0" y="34378"/>
                  <a:pt x="4128" y="23439"/>
                  <a:pt x="13795" y="13772"/>
                </a:cubicBezTo>
                <a:moveTo>
                  <a:pt x="29724" y="29702"/>
                </a:moveTo>
                <a:cubicBezTo>
                  <a:pt x="27410" y="32016"/>
                  <a:pt x="26081" y="34818"/>
                  <a:pt x="25740" y="38107"/>
                </a:cubicBezTo>
                <a:cubicBezTo>
                  <a:pt x="25398" y="41396"/>
                  <a:pt x="26632" y="45443"/>
                  <a:pt x="29441" y="50250"/>
                </a:cubicBezTo>
                <a:cubicBezTo>
                  <a:pt x="33068" y="56508"/>
                  <a:pt x="40730" y="65487"/>
                  <a:pt x="52427" y="77184"/>
                </a:cubicBezTo>
                <a:cubicBezTo>
                  <a:pt x="64125" y="88882"/>
                  <a:pt x="72752" y="96328"/>
                  <a:pt x="78307" y="99524"/>
                </a:cubicBezTo>
                <a:cubicBezTo>
                  <a:pt x="83862" y="102719"/>
                  <a:pt x="88262" y="104146"/>
                  <a:pt x="91505" y="103804"/>
                </a:cubicBezTo>
                <a:cubicBezTo>
                  <a:pt x="94749" y="103462"/>
                  <a:pt x="97528" y="102134"/>
                  <a:pt x="99842" y="99819"/>
                </a:cubicBezTo>
                <a:cubicBezTo>
                  <a:pt x="102157" y="97505"/>
                  <a:pt x="103485" y="94703"/>
                  <a:pt x="103827" y="91414"/>
                </a:cubicBezTo>
                <a:cubicBezTo>
                  <a:pt x="104169" y="88125"/>
                  <a:pt x="102935" y="84078"/>
                  <a:pt x="100125" y="79271"/>
                </a:cubicBezTo>
                <a:cubicBezTo>
                  <a:pt x="96544" y="73058"/>
                  <a:pt x="88905" y="64102"/>
                  <a:pt x="77207" y="52405"/>
                </a:cubicBezTo>
                <a:cubicBezTo>
                  <a:pt x="65509" y="40707"/>
                  <a:pt x="56883" y="33261"/>
                  <a:pt x="51328" y="30065"/>
                </a:cubicBezTo>
                <a:cubicBezTo>
                  <a:pt x="45772" y="26870"/>
                  <a:pt x="41362" y="25432"/>
                  <a:pt x="38095" y="25751"/>
                </a:cubicBezTo>
                <a:cubicBezTo>
                  <a:pt x="34829" y="26070"/>
                  <a:pt x="32039" y="27387"/>
                  <a:pt x="29724" y="297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S">
            <a:extLst xmlns:a="http://schemas.openxmlformats.org/drawingml/2006/main">
              <a:ext uri="{FF2B5EF4-FFF2-40B4-BE49-F238E27FC236}">
                <a16:creationId xmlns:a16="http://schemas.microsoft.com/office/drawing/2014/main" id="{72B97DDD-3037-4140-8FFA-5068CD86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4547" y="4311827"/>
            <a:ext cx="146892" cy="144366"/>
          </a:xfrm>
          <a:custGeom xmlns:a="http://schemas.openxmlformats.org/drawingml/2006/main">
            <a:pathLst>
              <a:path w="146892" h="144366">
                <a:moveTo>
                  <a:pt x="49176" y="130019"/>
                </a:moveTo>
                <a:lnTo>
                  <a:pt x="66876" y="108507"/>
                </a:lnTo>
                <a:cubicBezTo>
                  <a:pt x="74661" y="113932"/>
                  <a:pt x="81906" y="116389"/>
                  <a:pt x="88611" y="115878"/>
                </a:cubicBezTo>
                <a:cubicBezTo>
                  <a:pt x="95315" y="115366"/>
                  <a:pt x="101731" y="112047"/>
                  <a:pt x="107857" y="105920"/>
                </a:cubicBezTo>
                <a:cubicBezTo>
                  <a:pt x="114347" y="99430"/>
                  <a:pt x="117860" y="93163"/>
                  <a:pt x="118396" y="87118"/>
                </a:cubicBezTo>
                <a:cubicBezTo>
                  <a:pt x="118932" y="81074"/>
                  <a:pt x="117356" y="76207"/>
                  <a:pt x="113667" y="72518"/>
                </a:cubicBezTo>
                <a:cubicBezTo>
                  <a:pt x="111300" y="70151"/>
                  <a:pt x="108594" y="68829"/>
                  <a:pt x="105549" y="68553"/>
                </a:cubicBezTo>
                <a:cubicBezTo>
                  <a:pt x="102503" y="68275"/>
                  <a:pt x="98640" y="69246"/>
                  <a:pt x="93961" y="71465"/>
                </a:cubicBezTo>
                <a:cubicBezTo>
                  <a:pt x="90783" y="73007"/>
                  <a:pt x="83950" y="76930"/>
                  <a:pt x="73462" y="83234"/>
                </a:cubicBezTo>
                <a:cubicBezTo>
                  <a:pt x="59977" y="91352"/>
                  <a:pt x="49101" y="95634"/>
                  <a:pt x="40833" y="96079"/>
                </a:cubicBezTo>
                <a:cubicBezTo>
                  <a:pt x="29203" y="96703"/>
                  <a:pt x="19432" y="93059"/>
                  <a:pt x="11520" y="85146"/>
                </a:cubicBezTo>
                <a:cubicBezTo>
                  <a:pt x="6427" y="80053"/>
                  <a:pt x="3105" y="73849"/>
                  <a:pt x="1553" y="66534"/>
                </a:cubicBezTo>
                <a:cubicBezTo>
                  <a:pt x="0" y="59217"/>
                  <a:pt x="776" y="51688"/>
                  <a:pt x="3880" y="43946"/>
                </a:cubicBezTo>
                <a:cubicBezTo>
                  <a:pt x="6983" y="36202"/>
                  <a:pt x="12370" y="28495"/>
                  <a:pt x="20040" y="20825"/>
                </a:cubicBezTo>
                <a:cubicBezTo>
                  <a:pt x="32566" y="8300"/>
                  <a:pt x="44753" y="1630"/>
                  <a:pt x="56601" y="815"/>
                </a:cubicBezTo>
                <a:cubicBezTo>
                  <a:pt x="68447" y="0"/>
                  <a:pt x="79134" y="4038"/>
                  <a:pt x="88660" y="12929"/>
                </a:cubicBezTo>
                <a:lnTo>
                  <a:pt x="69327" y="33896"/>
                </a:lnTo>
                <a:cubicBezTo>
                  <a:pt x="63336" y="29630"/>
                  <a:pt x="57799" y="27792"/>
                  <a:pt x="52716" y="28382"/>
                </a:cubicBezTo>
                <a:cubicBezTo>
                  <a:pt x="47633" y="28972"/>
                  <a:pt x="42255" y="32103"/>
                  <a:pt x="36582" y="37776"/>
                </a:cubicBezTo>
                <a:cubicBezTo>
                  <a:pt x="30728" y="43631"/>
                  <a:pt x="27347" y="49418"/>
                  <a:pt x="26441" y="55138"/>
                </a:cubicBezTo>
                <a:cubicBezTo>
                  <a:pt x="25851" y="58814"/>
                  <a:pt x="26850" y="61946"/>
                  <a:pt x="29438" y="64534"/>
                </a:cubicBezTo>
                <a:cubicBezTo>
                  <a:pt x="31800" y="66896"/>
                  <a:pt x="34819" y="67918"/>
                  <a:pt x="38495" y="67600"/>
                </a:cubicBezTo>
                <a:cubicBezTo>
                  <a:pt x="43171" y="67193"/>
                  <a:pt x="51569" y="63247"/>
                  <a:pt x="63691" y="55763"/>
                </a:cubicBezTo>
                <a:cubicBezTo>
                  <a:pt x="75813" y="48279"/>
                  <a:pt x="85462" y="43428"/>
                  <a:pt x="92638" y="41210"/>
                </a:cubicBezTo>
                <a:cubicBezTo>
                  <a:pt x="99813" y="38990"/>
                  <a:pt x="106877" y="38702"/>
                  <a:pt x="113829" y="40344"/>
                </a:cubicBezTo>
                <a:cubicBezTo>
                  <a:pt x="120780" y="41985"/>
                  <a:pt x="127416" y="45966"/>
                  <a:pt x="133737" y="52287"/>
                </a:cubicBezTo>
                <a:cubicBezTo>
                  <a:pt x="139465" y="58015"/>
                  <a:pt x="143242" y="64969"/>
                  <a:pt x="145067" y="73148"/>
                </a:cubicBezTo>
                <a:cubicBezTo>
                  <a:pt x="146892" y="81327"/>
                  <a:pt x="146117" y="89537"/>
                  <a:pt x="142740" y="97779"/>
                </a:cubicBezTo>
                <a:cubicBezTo>
                  <a:pt x="139363" y="106020"/>
                  <a:pt x="133340" y="114475"/>
                  <a:pt x="124672" y="123143"/>
                </a:cubicBezTo>
                <a:cubicBezTo>
                  <a:pt x="112055" y="135760"/>
                  <a:pt x="99444" y="142528"/>
                  <a:pt x="86839" y="143447"/>
                </a:cubicBezTo>
                <a:cubicBezTo>
                  <a:pt x="74234" y="144366"/>
                  <a:pt x="61679" y="139890"/>
                  <a:pt x="49176" y="1300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a">
            <a:extLst xmlns:a="http://schemas.openxmlformats.org/drawingml/2006/main">
              <a:ext uri="{FF2B5EF4-FFF2-40B4-BE49-F238E27FC236}">
                <a16:creationId xmlns:a16="http://schemas.microsoft.com/office/drawing/2014/main" id="{2F5C8A00-48F9-492E-9A2B-650E06D0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0913" y="4255546"/>
            <a:ext cx="126009" cy="115215"/>
          </a:xfrm>
          <a:custGeom xmlns:a="http://schemas.openxmlformats.org/drawingml/2006/main">
            <a:pathLst>
              <a:path w="126009" h="115215">
                <a:moveTo>
                  <a:pt x="27504" y="56480"/>
                </a:moveTo>
                <a:lnTo>
                  <a:pt x="7013" y="70708"/>
                </a:lnTo>
                <a:cubicBezTo>
                  <a:pt x="1883" y="61675"/>
                  <a:pt x="0" y="53075"/>
                  <a:pt x="1363" y="44907"/>
                </a:cubicBezTo>
                <a:cubicBezTo>
                  <a:pt x="2724" y="36738"/>
                  <a:pt x="8102" y="27956"/>
                  <a:pt x="17497" y="18562"/>
                </a:cubicBezTo>
                <a:cubicBezTo>
                  <a:pt x="26029" y="10030"/>
                  <a:pt x="33393" y="4686"/>
                  <a:pt x="39587" y="2530"/>
                </a:cubicBezTo>
                <a:cubicBezTo>
                  <a:pt x="45782" y="374"/>
                  <a:pt x="51285" y="0"/>
                  <a:pt x="56096" y="1407"/>
                </a:cubicBezTo>
                <a:cubicBezTo>
                  <a:pt x="60906" y="2814"/>
                  <a:pt x="67464" y="7670"/>
                  <a:pt x="75770" y="15975"/>
                </a:cubicBezTo>
                <a:lnTo>
                  <a:pt x="97894" y="38508"/>
                </a:lnTo>
                <a:cubicBezTo>
                  <a:pt x="104248" y="44862"/>
                  <a:pt x="109240" y="49241"/>
                  <a:pt x="112871" y="51647"/>
                </a:cubicBezTo>
                <a:cubicBezTo>
                  <a:pt x="116502" y="54052"/>
                  <a:pt x="120881" y="56140"/>
                  <a:pt x="126009" y="57910"/>
                </a:cubicBezTo>
                <a:lnTo>
                  <a:pt x="107084" y="76835"/>
                </a:lnTo>
                <a:cubicBezTo>
                  <a:pt x="105314" y="76063"/>
                  <a:pt x="102818" y="74792"/>
                  <a:pt x="99596" y="73022"/>
                </a:cubicBezTo>
                <a:cubicBezTo>
                  <a:pt x="98144" y="72206"/>
                  <a:pt x="97168" y="71684"/>
                  <a:pt x="96669" y="71457"/>
                </a:cubicBezTo>
                <a:cubicBezTo>
                  <a:pt x="96578" y="77901"/>
                  <a:pt x="95466" y="83778"/>
                  <a:pt x="93333" y="89088"/>
                </a:cubicBezTo>
                <a:cubicBezTo>
                  <a:pt x="91200" y="94398"/>
                  <a:pt x="88023" y="99164"/>
                  <a:pt x="83803" y="103384"/>
                </a:cubicBezTo>
                <a:cubicBezTo>
                  <a:pt x="76360" y="110827"/>
                  <a:pt x="68483" y="114682"/>
                  <a:pt x="60172" y="114949"/>
                </a:cubicBezTo>
                <a:cubicBezTo>
                  <a:pt x="51861" y="115215"/>
                  <a:pt x="44632" y="112275"/>
                  <a:pt x="38485" y="106129"/>
                </a:cubicBezTo>
                <a:cubicBezTo>
                  <a:pt x="34418" y="102061"/>
                  <a:pt x="31767" y="97459"/>
                  <a:pt x="30533" y="92322"/>
                </a:cubicBezTo>
                <a:cubicBezTo>
                  <a:pt x="29298" y="87184"/>
                  <a:pt x="29592" y="82008"/>
                  <a:pt x="31414" y="76796"/>
                </a:cubicBezTo>
                <a:cubicBezTo>
                  <a:pt x="33237" y="71584"/>
                  <a:pt x="36828" y="65033"/>
                  <a:pt x="42189" y="57142"/>
                </a:cubicBezTo>
                <a:cubicBezTo>
                  <a:pt x="49458" y="46529"/>
                  <a:pt x="54093" y="38775"/>
                  <a:pt x="56096" y="33879"/>
                </a:cubicBezTo>
                <a:lnTo>
                  <a:pt x="54168" y="31952"/>
                </a:lnTo>
                <a:cubicBezTo>
                  <a:pt x="50451" y="28234"/>
                  <a:pt x="46893" y="26492"/>
                  <a:pt x="43495" y="26725"/>
                </a:cubicBezTo>
                <a:cubicBezTo>
                  <a:pt x="40096" y="26956"/>
                  <a:pt x="35877" y="29590"/>
                  <a:pt x="30840" y="34628"/>
                </a:cubicBezTo>
                <a:cubicBezTo>
                  <a:pt x="27436" y="38032"/>
                  <a:pt x="25466" y="41372"/>
                  <a:pt x="24930" y="44648"/>
                </a:cubicBezTo>
                <a:cubicBezTo>
                  <a:pt x="24392" y="47922"/>
                  <a:pt x="25250" y="51867"/>
                  <a:pt x="27504" y="56480"/>
                </a:cubicBezTo>
                <a:moveTo>
                  <a:pt x="68622" y="46405"/>
                </a:moveTo>
                <a:cubicBezTo>
                  <a:pt x="66978" y="49663"/>
                  <a:pt x="64062" y="54507"/>
                  <a:pt x="59874" y="60939"/>
                </a:cubicBezTo>
                <a:cubicBezTo>
                  <a:pt x="55684" y="67369"/>
                  <a:pt x="53311" y="71940"/>
                  <a:pt x="52754" y="74650"/>
                </a:cubicBezTo>
                <a:cubicBezTo>
                  <a:pt x="52006" y="78895"/>
                  <a:pt x="52978" y="82362"/>
                  <a:pt x="55668" y="85053"/>
                </a:cubicBezTo>
                <a:cubicBezTo>
                  <a:pt x="58315" y="87699"/>
                  <a:pt x="61601" y="88988"/>
                  <a:pt x="65526" y="88920"/>
                </a:cubicBezTo>
                <a:cubicBezTo>
                  <a:pt x="69451" y="88851"/>
                  <a:pt x="72956" y="87273"/>
                  <a:pt x="76042" y="84187"/>
                </a:cubicBezTo>
                <a:cubicBezTo>
                  <a:pt x="79491" y="80738"/>
                  <a:pt x="81660" y="76326"/>
                  <a:pt x="82550" y="70953"/>
                </a:cubicBezTo>
                <a:cubicBezTo>
                  <a:pt x="83161" y="66935"/>
                  <a:pt x="82596" y="63329"/>
                  <a:pt x="80854" y="60135"/>
                </a:cubicBezTo>
                <a:cubicBezTo>
                  <a:pt x="79739" y="58022"/>
                  <a:pt x="76918" y="54701"/>
                  <a:pt x="72389" y="50172"/>
                </a:cubicBezTo>
                <a:lnTo>
                  <a:pt x="68622" y="464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n">
            <a:extLst xmlns:a="http://schemas.openxmlformats.org/drawingml/2006/main">
              <a:ext uri="{FF2B5EF4-FFF2-40B4-BE49-F238E27FC236}">
                <a16:creationId xmlns:a16="http://schemas.microsoft.com/office/drawing/2014/main" id="{D53119FE-84EF-4E45-A644-ACA0283D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4" y="4171393"/>
            <a:ext cx="138194" cy="127494"/>
          </a:xfrm>
          <a:custGeom xmlns:a="http://schemas.openxmlformats.org/drawingml/2006/main">
            <a:pathLst>
              <a:path w="138194" h="127494">
                <a:moveTo>
                  <a:pt x="138194" y="61597"/>
                </a:moveTo>
                <a:lnTo>
                  <a:pt x="119064" y="80726"/>
                </a:lnTo>
                <a:lnTo>
                  <a:pt x="82210" y="43872"/>
                </a:lnTo>
                <a:cubicBezTo>
                  <a:pt x="74412" y="36074"/>
                  <a:pt x="68961" y="31440"/>
                  <a:pt x="65855" y="29967"/>
                </a:cubicBezTo>
                <a:cubicBezTo>
                  <a:pt x="62749" y="28495"/>
                  <a:pt x="59642" y="28044"/>
                  <a:pt x="56535" y="28612"/>
                </a:cubicBezTo>
                <a:cubicBezTo>
                  <a:pt x="53427" y="29181"/>
                  <a:pt x="50580" y="30759"/>
                  <a:pt x="47993" y="33346"/>
                </a:cubicBezTo>
                <a:cubicBezTo>
                  <a:pt x="44680" y="36659"/>
                  <a:pt x="42615" y="40538"/>
                  <a:pt x="41796" y="44985"/>
                </a:cubicBezTo>
                <a:cubicBezTo>
                  <a:pt x="40977" y="49429"/>
                  <a:pt x="41575" y="53636"/>
                  <a:pt x="43592" y="57604"/>
                </a:cubicBezTo>
                <a:cubicBezTo>
                  <a:pt x="45607" y="61571"/>
                  <a:pt x="50650" y="67589"/>
                  <a:pt x="58720" y="75659"/>
                </a:cubicBezTo>
                <a:lnTo>
                  <a:pt x="91426" y="108365"/>
                </a:lnTo>
                <a:lnTo>
                  <a:pt x="72296" y="127494"/>
                </a:lnTo>
                <a:lnTo>
                  <a:pt x="0" y="55198"/>
                </a:lnTo>
                <a:lnTo>
                  <a:pt x="17768" y="37430"/>
                </a:lnTo>
                <a:lnTo>
                  <a:pt x="28388" y="48050"/>
                </a:lnTo>
                <a:cubicBezTo>
                  <a:pt x="26527" y="33573"/>
                  <a:pt x="30384" y="21546"/>
                  <a:pt x="39960" y="11970"/>
                </a:cubicBezTo>
                <a:cubicBezTo>
                  <a:pt x="44181" y="7749"/>
                  <a:pt x="48799" y="4652"/>
                  <a:pt x="53814" y="2678"/>
                </a:cubicBezTo>
                <a:cubicBezTo>
                  <a:pt x="58829" y="703"/>
                  <a:pt x="63412" y="0"/>
                  <a:pt x="67565" y="567"/>
                </a:cubicBezTo>
                <a:cubicBezTo>
                  <a:pt x="71718" y="1135"/>
                  <a:pt x="75643" y="2564"/>
                  <a:pt x="79342" y="4856"/>
                </a:cubicBezTo>
                <a:cubicBezTo>
                  <a:pt x="83041" y="7148"/>
                  <a:pt x="87681" y="11085"/>
                  <a:pt x="93264" y="16667"/>
                </a:cubicBezTo>
                <a:lnTo>
                  <a:pt x="138194" y="615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d">
            <a:extLst xmlns:a="http://schemas.openxmlformats.org/drawingml/2006/main">
              <a:ext uri="{FF2B5EF4-FFF2-40B4-BE49-F238E27FC236}">
                <a16:creationId xmlns:a16="http://schemas.microsoft.com/office/drawing/2014/main" id="{2265F4C0-A888-4D43-879A-428D4B10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6168" y="4047484"/>
            <a:ext cx="126927" cy="153874"/>
          </a:xfrm>
          <a:custGeom xmlns:a="http://schemas.openxmlformats.org/drawingml/2006/main">
            <a:pathLst>
              <a:path w="126927" h="153874">
                <a:moveTo>
                  <a:pt x="126927" y="99799"/>
                </a:moveTo>
                <a:lnTo>
                  <a:pt x="109159" y="117567"/>
                </a:lnTo>
                <a:lnTo>
                  <a:pt x="98540" y="106947"/>
                </a:lnTo>
                <a:cubicBezTo>
                  <a:pt x="99719" y="114027"/>
                  <a:pt x="99311" y="120585"/>
                  <a:pt x="97314" y="126621"/>
                </a:cubicBezTo>
                <a:cubicBezTo>
                  <a:pt x="95317" y="132657"/>
                  <a:pt x="92277" y="137717"/>
                  <a:pt x="88192" y="141802"/>
                </a:cubicBezTo>
                <a:cubicBezTo>
                  <a:pt x="79887" y="150107"/>
                  <a:pt x="69426" y="153874"/>
                  <a:pt x="56809" y="153102"/>
                </a:cubicBezTo>
                <a:cubicBezTo>
                  <a:pt x="44192" y="152331"/>
                  <a:pt x="31893" y="145954"/>
                  <a:pt x="19912" y="133973"/>
                </a:cubicBezTo>
                <a:cubicBezTo>
                  <a:pt x="7659" y="121719"/>
                  <a:pt x="1225" y="109522"/>
                  <a:pt x="613" y="97382"/>
                </a:cubicBezTo>
                <a:cubicBezTo>
                  <a:pt x="0" y="85242"/>
                  <a:pt x="4096" y="74770"/>
                  <a:pt x="12900" y="65965"/>
                </a:cubicBezTo>
                <a:cubicBezTo>
                  <a:pt x="20979" y="57887"/>
                  <a:pt x="31326" y="54256"/>
                  <a:pt x="43943" y="55073"/>
                </a:cubicBezTo>
                <a:lnTo>
                  <a:pt x="7999" y="19129"/>
                </a:lnTo>
                <a:lnTo>
                  <a:pt x="27128" y="0"/>
                </a:lnTo>
                <a:lnTo>
                  <a:pt x="126927" y="99799"/>
                </a:lnTo>
                <a:moveTo>
                  <a:pt x="38193" y="113178"/>
                </a:moveTo>
                <a:cubicBezTo>
                  <a:pt x="45896" y="120882"/>
                  <a:pt x="52537" y="125389"/>
                  <a:pt x="58113" y="126699"/>
                </a:cubicBezTo>
                <a:cubicBezTo>
                  <a:pt x="66184" y="128598"/>
                  <a:pt x="72988" y="126780"/>
                  <a:pt x="78525" y="121243"/>
                </a:cubicBezTo>
                <a:cubicBezTo>
                  <a:pt x="82927" y="116841"/>
                  <a:pt x="84802" y="111227"/>
                  <a:pt x="84150" y="104403"/>
                </a:cubicBezTo>
                <a:cubicBezTo>
                  <a:pt x="83498" y="97578"/>
                  <a:pt x="79456" y="90450"/>
                  <a:pt x="72024" y="83018"/>
                </a:cubicBezTo>
                <a:cubicBezTo>
                  <a:pt x="63730" y="74724"/>
                  <a:pt x="56262" y="70251"/>
                  <a:pt x="49619" y="69599"/>
                </a:cubicBezTo>
                <a:cubicBezTo>
                  <a:pt x="42976" y="68946"/>
                  <a:pt x="37317" y="70958"/>
                  <a:pt x="32642" y="75632"/>
                </a:cubicBezTo>
                <a:cubicBezTo>
                  <a:pt x="28104" y="80170"/>
                  <a:pt x="26104" y="85772"/>
                  <a:pt x="26643" y="92438"/>
                </a:cubicBezTo>
                <a:cubicBezTo>
                  <a:pt x="27182" y="99104"/>
                  <a:pt x="31032" y="106017"/>
                  <a:pt x="38193" y="113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w">
            <a:extLst xmlns:a="http://schemas.openxmlformats.org/drawingml/2006/main">
              <a:ext uri="{FF2B5EF4-FFF2-40B4-BE49-F238E27FC236}">
                <a16:creationId xmlns:a16="http://schemas.microsoft.com/office/drawing/2014/main" id="{55B68428-DFAF-4225-8E1A-BF43F8E5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0261" y="3957760"/>
            <a:ext cx="156846" cy="157187"/>
          </a:xfrm>
          <a:custGeom xmlns:a="http://schemas.openxmlformats.org/drawingml/2006/main">
            <a:pathLst>
              <a:path w="156846" h="157187">
                <a:moveTo>
                  <a:pt x="95170" y="157187"/>
                </a:moveTo>
                <a:lnTo>
                  <a:pt x="0" y="107764"/>
                </a:lnTo>
                <a:lnTo>
                  <a:pt x="18585" y="89179"/>
                </a:lnTo>
                <a:lnTo>
                  <a:pt x="79512" y="123013"/>
                </a:lnTo>
                <a:lnTo>
                  <a:pt x="44590" y="63174"/>
                </a:lnTo>
                <a:lnTo>
                  <a:pt x="63038" y="44726"/>
                </a:lnTo>
                <a:lnTo>
                  <a:pt x="122468" y="80057"/>
                </a:lnTo>
                <a:lnTo>
                  <a:pt x="88907" y="18857"/>
                </a:lnTo>
                <a:lnTo>
                  <a:pt x="107764" y="0"/>
                </a:lnTo>
                <a:lnTo>
                  <a:pt x="156846" y="95510"/>
                </a:lnTo>
                <a:lnTo>
                  <a:pt x="138466" y="113891"/>
                </a:lnTo>
                <a:lnTo>
                  <a:pt x="79512" y="79853"/>
                </a:lnTo>
                <a:lnTo>
                  <a:pt x="113754" y="138602"/>
                </a:lnTo>
                <a:lnTo>
                  <a:pt x="95170" y="157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o">
            <a:extLst xmlns:a="http://schemas.openxmlformats.org/drawingml/2006/main">
              <a:ext uri="{FF2B5EF4-FFF2-40B4-BE49-F238E27FC236}">
                <a16:creationId xmlns:a16="http://schemas.microsoft.com/office/drawing/2014/main" id="{05707C80-957D-4789-93DC-A6A5E6C1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2135" y="3896889"/>
            <a:ext cx="108842" cy="109443"/>
          </a:xfrm>
          <a:custGeom xmlns:a="http://schemas.openxmlformats.org/drawingml/2006/main">
            <a:pathLst>
              <a:path w="108842" h="109443">
                <a:moveTo>
                  <a:pt x="16667" y="90348"/>
                </a:moveTo>
                <a:cubicBezTo>
                  <a:pt x="10313" y="83994"/>
                  <a:pt x="5730" y="76279"/>
                  <a:pt x="2916" y="67202"/>
                </a:cubicBezTo>
                <a:cubicBezTo>
                  <a:pt x="102" y="58125"/>
                  <a:pt x="0" y="49151"/>
                  <a:pt x="2610" y="40278"/>
                </a:cubicBezTo>
                <a:cubicBezTo>
                  <a:pt x="5219" y="31406"/>
                  <a:pt x="10064" y="23429"/>
                  <a:pt x="17144" y="16350"/>
                </a:cubicBezTo>
                <a:cubicBezTo>
                  <a:pt x="28081" y="5412"/>
                  <a:pt x="40596" y="0"/>
                  <a:pt x="54687" y="113"/>
                </a:cubicBezTo>
                <a:cubicBezTo>
                  <a:pt x="68779" y="227"/>
                  <a:pt x="81248" y="5707"/>
                  <a:pt x="92095" y="16554"/>
                </a:cubicBezTo>
                <a:cubicBezTo>
                  <a:pt x="103033" y="27491"/>
                  <a:pt x="108569" y="40085"/>
                  <a:pt x="108705" y="54336"/>
                </a:cubicBezTo>
                <a:cubicBezTo>
                  <a:pt x="108842" y="68586"/>
                  <a:pt x="103554" y="81067"/>
                  <a:pt x="92844" y="91777"/>
                </a:cubicBezTo>
                <a:cubicBezTo>
                  <a:pt x="86218" y="98403"/>
                  <a:pt x="78400" y="103225"/>
                  <a:pt x="69392" y="106243"/>
                </a:cubicBezTo>
                <a:cubicBezTo>
                  <a:pt x="60383" y="109261"/>
                  <a:pt x="51420" y="109443"/>
                  <a:pt x="42502" y="106788"/>
                </a:cubicBezTo>
                <a:cubicBezTo>
                  <a:pt x="33584" y="104133"/>
                  <a:pt x="24972" y="98653"/>
                  <a:pt x="16667" y="90348"/>
                </a:cubicBezTo>
                <a:moveTo>
                  <a:pt x="37294" y="71763"/>
                </a:moveTo>
                <a:cubicBezTo>
                  <a:pt x="44442" y="78911"/>
                  <a:pt x="51618" y="82684"/>
                  <a:pt x="58823" y="83081"/>
                </a:cubicBezTo>
                <a:cubicBezTo>
                  <a:pt x="66028" y="83478"/>
                  <a:pt x="72126" y="81180"/>
                  <a:pt x="77118" y="76188"/>
                </a:cubicBezTo>
                <a:cubicBezTo>
                  <a:pt x="82111" y="71196"/>
                  <a:pt x="84397" y="65109"/>
                  <a:pt x="83977" y="57927"/>
                </a:cubicBezTo>
                <a:cubicBezTo>
                  <a:pt x="83557" y="50745"/>
                  <a:pt x="79728" y="43534"/>
                  <a:pt x="72489" y="36296"/>
                </a:cubicBezTo>
                <a:cubicBezTo>
                  <a:pt x="65432" y="29238"/>
                  <a:pt x="58312" y="25500"/>
                  <a:pt x="51130" y="25080"/>
                </a:cubicBezTo>
                <a:cubicBezTo>
                  <a:pt x="43949" y="24660"/>
                  <a:pt x="37861" y="26947"/>
                  <a:pt x="32869" y="31939"/>
                </a:cubicBezTo>
                <a:cubicBezTo>
                  <a:pt x="27877" y="36931"/>
                  <a:pt x="25579" y="43029"/>
                  <a:pt x="25977" y="50234"/>
                </a:cubicBezTo>
                <a:cubicBezTo>
                  <a:pt x="26374" y="57439"/>
                  <a:pt x="30146" y="64615"/>
                  <a:pt x="37294" y="717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r">
            <a:extLst xmlns:a="http://schemas.openxmlformats.org/drawingml/2006/main">
              <a:ext uri="{FF2B5EF4-FFF2-40B4-BE49-F238E27FC236}">
                <a16:creationId xmlns:a16="http://schemas.microsoft.com/office/drawing/2014/main" id="{46C74843-6250-4437-8D1F-7B31FC69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2445" y="3818477"/>
            <a:ext cx="91426" cy="117158"/>
          </a:xfrm>
          <a:custGeom xmlns:a="http://schemas.openxmlformats.org/drawingml/2006/main">
            <a:pathLst>
              <a:path w="91426" h="117158">
                <a:moveTo>
                  <a:pt x="91426" y="98029"/>
                </a:moveTo>
                <a:lnTo>
                  <a:pt x="72296" y="117158"/>
                </a:lnTo>
                <a:lnTo>
                  <a:pt x="0" y="44862"/>
                </a:lnTo>
                <a:lnTo>
                  <a:pt x="17768" y="27094"/>
                </a:lnTo>
                <a:lnTo>
                  <a:pt x="28047" y="37374"/>
                </a:lnTo>
                <a:cubicBezTo>
                  <a:pt x="26232" y="29477"/>
                  <a:pt x="25767" y="23543"/>
                  <a:pt x="26652" y="19572"/>
                </a:cubicBezTo>
                <a:cubicBezTo>
                  <a:pt x="27537" y="15601"/>
                  <a:pt x="29522" y="12072"/>
                  <a:pt x="32608" y="8986"/>
                </a:cubicBezTo>
                <a:cubicBezTo>
                  <a:pt x="36965" y="4629"/>
                  <a:pt x="42366" y="1634"/>
                  <a:pt x="48810" y="0"/>
                </a:cubicBezTo>
                <a:lnTo>
                  <a:pt x="59566" y="22601"/>
                </a:lnTo>
                <a:cubicBezTo>
                  <a:pt x="54256" y="23736"/>
                  <a:pt x="50217" y="25687"/>
                  <a:pt x="47449" y="28456"/>
                </a:cubicBezTo>
                <a:cubicBezTo>
                  <a:pt x="44771" y="31133"/>
                  <a:pt x="43239" y="34140"/>
                  <a:pt x="42854" y="37476"/>
                </a:cubicBezTo>
                <a:cubicBezTo>
                  <a:pt x="42468" y="40811"/>
                  <a:pt x="43671" y="44941"/>
                  <a:pt x="46462" y="49865"/>
                </a:cubicBezTo>
                <a:cubicBezTo>
                  <a:pt x="49253" y="54790"/>
                  <a:pt x="56798" y="63401"/>
                  <a:pt x="69097" y="75700"/>
                </a:cubicBezTo>
                <a:lnTo>
                  <a:pt x="91426" y="98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m">
            <a:extLst xmlns:a="http://schemas.openxmlformats.org/drawingml/2006/main">
              <a:ext uri="{FF2B5EF4-FFF2-40B4-BE49-F238E27FC236}">
                <a16:creationId xmlns:a16="http://schemas.microsoft.com/office/drawing/2014/main" id="{B1A52336-046B-4A2C-88C9-46BC6710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6089" y="3713652"/>
            <a:ext cx="178631" cy="168340"/>
          </a:xfrm>
          <a:custGeom xmlns:a="http://schemas.openxmlformats.org/drawingml/2006/main">
            <a:pathLst>
              <a:path w="178631" h="168340">
                <a:moveTo>
                  <a:pt x="0" y="96043"/>
                </a:moveTo>
                <a:lnTo>
                  <a:pt x="17632" y="78412"/>
                </a:lnTo>
                <a:lnTo>
                  <a:pt x="27503" y="88283"/>
                </a:lnTo>
                <a:cubicBezTo>
                  <a:pt x="26141" y="74305"/>
                  <a:pt x="29817" y="62959"/>
                  <a:pt x="38531" y="54245"/>
                </a:cubicBezTo>
                <a:cubicBezTo>
                  <a:pt x="43160" y="49616"/>
                  <a:pt x="48134" y="46557"/>
                  <a:pt x="53452" y="45067"/>
                </a:cubicBezTo>
                <a:cubicBezTo>
                  <a:pt x="58771" y="43578"/>
                  <a:pt x="64457" y="43683"/>
                  <a:pt x="70511" y="45380"/>
                </a:cubicBezTo>
                <a:cubicBezTo>
                  <a:pt x="69812" y="38327"/>
                  <a:pt x="70343" y="32005"/>
                  <a:pt x="72105" y="26415"/>
                </a:cubicBezTo>
                <a:cubicBezTo>
                  <a:pt x="73866" y="20824"/>
                  <a:pt x="76835" y="15941"/>
                  <a:pt x="81010" y="11766"/>
                </a:cubicBezTo>
                <a:cubicBezTo>
                  <a:pt x="86320" y="6456"/>
                  <a:pt x="91891" y="3041"/>
                  <a:pt x="97723" y="1520"/>
                </a:cubicBezTo>
                <a:cubicBezTo>
                  <a:pt x="103554" y="0"/>
                  <a:pt x="109466" y="420"/>
                  <a:pt x="115456" y="2780"/>
                </a:cubicBezTo>
                <a:cubicBezTo>
                  <a:pt x="119859" y="4550"/>
                  <a:pt x="125509" y="8884"/>
                  <a:pt x="132407" y="15782"/>
                </a:cubicBezTo>
                <a:lnTo>
                  <a:pt x="178631" y="62006"/>
                </a:lnTo>
                <a:lnTo>
                  <a:pt x="159501" y="81135"/>
                </a:lnTo>
                <a:lnTo>
                  <a:pt x="118226" y="39860"/>
                </a:lnTo>
                <a:cubicBezTo>
                  <a:pt x="111064" y="32698"/>
                  <a:pt x="105782" y="28732"/>
                  <a:pt x="102382" y="27963"/>
                </a:cubicBezTo>
                <a:cubicBezTo>
                  <a:pt x="97891" y="27013"/>
                  <a:pt x="93808" y="28376"/>
                  <a:pt x="90132" y="32052"/>
                </a:cubicBezTo>
                <a:cubicBezTo>
                  <a:pt x="87455" y="34730"/>
                  <a:pt x="85752" y="38065"/>
                  <a:pt x="85024" y="42057"/>
                </a:cubicBezTo>
                <a:cubicBezTo>
                  <a:pt x="84295" y="46048"/>
                  <a:pt x="84985" y="50141"/>
                  <a:pt x="87092" y="54336"/>
                </a:cubicBezTo>
                <a:cubicBezTo>
                  <a:pt x="89198" y="58530"/>
                  <a:pt x="93652" y="64027"/>
                  <a:pt x="100452" y="70828"/>
                </a:cubicBezTo>
                <a:lnTo>
                  <a:pt x="135130" y="105506"/>
                </a:lnTo>
                <a:lnTo>
                  <a:pt x="116001" y="124635"/>
                </a:lnTo>
                <a:lnTo>
                  <a:pt x="76426" y="85060"/>
                </a:lnTo>
                <a:cubicBezTo>
                  <a:pt x="69400" y="78034"/>
                  <a:pt x="64527" y="73842"/>
                  <a:pt x="61806" y="72483"/>
                </a:cubicBezTo>
                <a:cubicBezTo>
                  <a:pt x="59085" y="71123"/>
                  <a:pt x="56511" y="70659"/>
                  <a:pt x="54084" y="71092"/>
                </a:cubicBezTo>
                <a:cubicBezTo>
                  <a:pt x="51657" y="71524"/>
                  <a:pt x="49219" y="72966"/>
                  <a:pt x="46768" y="75416"/>
                </a:cubicBezTo>
                <a:cubicBezTo>
                  <a:pt x="43818" y="78366"/>
                  <a:pt x="41957" y="81815"/>
                  <a:pt x="41184" y="85762"/>
                </a:cubicBezTo>
                <a:cubicBezTo>
                  <a:pt x="40409" y="89707"/>
                  <a:pt x="41008" y="93687"/>
                  <a:pt x="42979" y="97701"/>
                </a:cubicBezTo>
                <a:cubicBezTo>
                  <a:pt x="44950" y="101714"/>
                  <a:pt x="49404" y="107189"/>
                  <a:pt x="56339" y="114124"/>
                </a:cubicBezTo>
                <a:lnTo>
                  <a:pt x="91426" y="149210"/>
                </a:lnTo>
                <a:lnTo>
                  <a:pt x="72296" y="168340"/>
                </a:lnTo>
                <a:lnTo>
                  <a:pt x="0" y="96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1B9D2-1711-44A3-9E9F-8334E0C2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1486" y="3607768"/>
            <a:ext cx="4929204" cy="10"/>
          </a:xfrm>
          <a:custGeom xmlns:a="http://schemas.openxmlformats.org/drawingml/2006/main">
            <a:pathLst>
              <a:path w="4929204" h="1" fill="none">
                <a:moveTo>
                  <a:pt x="0" y="0"/>
                </a:moveTo>
                <a:lnTo>
                  <a:pt x="4929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34" name="Text ThreatActor">
            <a:extLst xmlns:a="http://schemas.openxmlformats.org/drawingml/2006/main">
              <a:ext uri="{FF2B5EF4-FFF2-40B4-BE49-F238E27FC236}">
                <a16:creationId xmlns:a16="http://schemas.microsoft.com/office/drawing/2014/main" id="{1D305978-C99E-45B3-8515-A1DA7C0B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568" y="4655797"/>
            <a:ext cx="1246260" cy="153694"/>
          </a:xfrm>
          <a:custGeom xmlns:a="http://schemas.openxmlformats.org/drawingml/2006/main">
            <a:pathLst>
              <a:path w="1246260" h="153694">
                <a:moveTo>
                  <a:pt x="44870" y="151218"/>
                </a:moveTo>
                <a:lnTo>
                  <a:pt x="44870" y="25581"/>
                </a:lnTo>
                <a:lnTo>
                  <a:pt x="0" y="25581"/>
                </a:lnTo>
                <a:lnTo>
                  <a:pt x="0" y="0"/>
                </a:lnTo>
                <a:lnTo>
                  <a:pt x="120170" y="0"/>
                </a:lnTo>
                <a:lnTo>
                  <a:pt x="120170" y="25581"/>
                </a:lnTo>
                <a:lnTo>
                  <a:pt x="75403" y="25581"/>
                </a:lnTo>
                <a:lnTo>
                  <a:pt x="75403" y="151218"/>
                </a:lnTo>
                <a:lnTo>
                  <a:pt x="44870" y="151218"/>
                </a:lnTo>
                <a:close/>
                <a:moveTo>
                  <a:pt x="168548" y="0"/>
                </a:moveTo>
                <a:lnTo>
                  <a:pt x="168548" y="55675"/>
                </a:lnTo>
                <a:cubicBezTo>
                  <a:pt x="177900" y="44690"/>
                  <a:pt x="189074" y="39197"/>
                  <a:pt x="202071" y="39197"/>
                </a:cubicBezTo>
                <a:cubicBezTo>
                  <a:pt x="208742" y="39197"/>
                  <a:pt x="214759" y="40435"/>
                  <a:pt x="220123" y="42910"/>
                </a:cubicBezTo>
                <a:cubicBezTo>
                  <a:pt x="225486" y="45386"/>
                  <a:pt x="229526" y="48549"/>
                  <a:pt x="232243" y="52400"/>
                </a:cubicBezTo>
                <a:cubicBezTo>
                  <a:pt x="234959" y="56251"/>
                  <a:pt x="236816" y="60515"/>
                  <a:pt x="237813" y="65191"/>
                </a:cubicBezTo>
                <a:cubicBezTo>
                  <a:pt x="238810" y="69867"/>
                  <a:pt x="239309" y="77122"/>
                  <a:pt x="239309" y="86956"/>
                </a:cubicBezTo>
                <a:lnTo>
                  <a:pt x="239309" y="151218"/>
                </a:lnTo>
                <a:lnTo>
                  <a:pt x="210323" y="151218"/>
                </a:lnTo>
                <a:lnTo>
                  <a:pt x="210323" y="93419"/>
                </a:lnTo>
                <a:cubicBezTo>
                  <a:pt x="210323" y="81947"/>
                  <a:pt x="209773" y="74667"/>
                  <a:pt x="208673" y="71577"/>
                </a:cubicBezTo>
                <a:cubicBezTo>
                  <a:pt x="207573" y="68484"/>
                  <a:pt x="205630" y="66028"/>
                  <a:pt x="202845" y="64208"/>
                </a:cubicBezTo>
                <a:cubicBezTo>
                  <a:pt x="200060" y="62388"/>
                  <a:pt x="196570" y="61478"/>
                  <a:pt x="192375" y="61478"/>
                </a:cubicBezTo>
                <a:cubicBezTo>
                  <a:pt x="187562" y="61478"/>
                  <a:pt x="183264" y="62645"/>
                  <a:pt x="179481" y="64981"/>
                </a:cubicBezTo>
                <a:cubicBezTo>
                  <a:pt x="175699" y="67317"/>
                  <a:pt x="172931" y="70837"/>
                  <a:pt x="171178" y="75541"/>
                </a:cubicBezTo>
                <a:cubicBezTo>
                  <a:pt x="169424" y="80245"/>
                  <a:pt x="168548" y="87201"/>
                  <a:pt x="168548" y="96407"/>
                </a:cubicBezTo>
                <a:lnTo>
                  <a:pt x="168548" y="151218"/>
                </a:lnTo>
                <a:lnTo>
                  <a:pt x="139562" y="151218"/>
                </a:lnTo>
                <a:lnTo>
                  <a:pt x="139562" y="0"/>
                </a:lnTo>
                <a:lnTo>
                  <a:pt x="168548" y="0"/>
                </a:lnTo>
                <a:close/>
                <a:moveTo>
                  <a:pt x="296453" y="151218"/>
                </a:moveTo>
                <a:lnTo>
                  <a:pt x="267468" y="151218"/>
                </a:lnTo>
                <a:lnTo>
                  <a:pt x="267468" y="41673"/>
                </a:lnTo>
                <a:lnTo>
                  <a:pt x="294390" y="41673"/>
                </a:lnTo>
                <a:lnTo>
                  <a:pt x="294390" y="57248"/>
                </a:lnTo>
                <a:cubicBezTo>
                  <a:pt x="298998" y="49890"/>
                  <a:pt x="303141" y="45042"/>
                  <a:pt x="306820" y="42704"/>
                </a:cubicBezTo>
                <a:cubicBezTo>
                  <a:pt x="310499" y="40366"/>
                  <a:pt x="314676" y="39197"/>
                  <a:pt x="319353" y="39197"/>
                </a:cubicBezTo>
                <a:cubicBezTo>
                  <a:pt x="325954" y="39197"/>
                  <a:pt x="332315" y="41019"/>
                  <a:pt x="338435" y="44664"/>
                </a:cubicBezTo>
                <a:lnTo>
                  <a:pt x="329461" y="69936"/>
                </a:lnTo>
                <a:cubicBezTo>
                  <a:pt x="324579" y="66773"/>
                  <a:pt x="320040" y="65191"/>
                  <a:pt x="315846" y="65191"/>
                </a:cubicBezTo>
                <a:cubicBezTo>
                  <a:pt x="311788" y="65191"/>
                  <a:pt x="308350" y="66308"/>
                  <a:pt x="305530" y="68543"/>
                </a:cubicBezTo>
                <a:cubicBezTo>
                  <a:pt x="302711" y="70778"/>
                  <a:pt x="300493" y="74818"/>
                  <a:pt x="298877" y="80663"/>
                </a:cubicBezTo>
                <a:cubicBezTo>
                  <a:pt x="297261" y="86509"/>
                  <a:pt x="296453" y="98749"/>
                  <a:pt x="296453" y="117385"/>
                </a:cubicBezTo>
                <a:lnTo>
                  <a:pt x="296453" y="151218"/>
                </a:lnTo>
                <a:close/>
                <a:moveTo>
                  <a:pt x="414354" y="116353"/>
                </a:moveTo>
                <a:lnTo>
                  <a:pt x="443236" y="121305"/>
                </a:lnTo>
                <a:cubicBezTo>
                  <a:pt x="439523" y="131860"/>
                  <a:pt x="433661" y="139897"/>
                  <a:pt x="425649" y="145416"/>
                </a:cubicBezTo>
                <a:cubicBezTo>
                  <a:pt x="417638" y="150935"/>
                  <a:pt x="407615" y="153694"/>
                  <a:pt x="395581" y="153694"/>
                </a:cubicBezTo>
                <a:cubicBezTo>
                  <a:pt x="376533" y="153694"/>
                  <a:pt x="362435" y="147470"/>
                  <a:pt x="353289" y="135024"/>
                </a:cubicBezTo>
                <a:cubicBezTo>
                  <a:pt x="346069" y="125052"/>
                  <a:pt x="342459" y="112468"/>
                  <a:pt x="342459" y="97271"/>
                </a:cubicBezTo>
                <a:cubicBezTo>
                  <a:pt x="342459" y="79116"/>
                  <a:pt x="347204" y="64899"/>
                  <a:pt x="356693" y="54618"/>
                </a:cubicBezTo>
                <a:cubicBezTo>
                  <a:pt x="366183" y="44337"/>
                  <a:pt x="378183" y="39197"/>
                  <a:pt x="392693" y="39197"/>
                </a:cubicBezTo>
                <a:cubicBezTo>
                  <a:pt x="408991" y="39197"/>
                  <a:pt x="421850" y="44578"/>
                  <a:pt x="431271" y="55340"/>
                </a:cubicBezTo>
                <a:cubicBezTo>
                  <a:pt x="440692" y="66102"/>
                  <a:pt x="445196" y="82589"/>
                  <a:pt x="444784" y="104801"/>
                </a:cubicBezTo>
                <a:lnTo>
                  <a:pt x="372166" y="104801"/>
                </a:lnTo>
                <a:cubicBezTo>
                  <a:pt x="372372" y="113396"/>
                  <a:pt x="374710" y="120084"/>
                  <a:pt x="379180" y="124863"/>
                </a:cubicBezTo>
                <a:cubicBezTo>
                  <a:pt x="383650" y="129643"/>
                  <a:pt x="389220" y="132032"/>
                  <a:pt x="395890" y="132032"/>
                </a:cubicBezTo>
                <a:cubicBezTo>
                  <a:pt x="400429" y="132032"/>
                  <a:pt x="404246" y="130794"/>
                  <a:pt x="407340" y="128319"/>
                </a:cubicBezTo>
                <a:cubicBezTo>
                  <a:pt x="410435" y="125843"/>
                  <a:pt x="412773" y="121855"/>
                  <a:pt x="414354" y="116353"/>
                </a:cubicBezTo>
                <a:moveTo>
                  <a:pt x="416005" y="87059"/>
                </a:moveTo>
                <a:cubicBezTo>
                  <a:pt x="415798" y="78704"/>
                  <a:pt x="413632" y="72351"/>
                  <a:pt x="409506" y="68002"/>
                </a:cubicBezTo>
                <a:cubicBezTo>
                  <a:pt x="405380" y="63652"/>
                  <a:pt x="400360" y="61478"/>
                  <a:pt x="394446" y="61478"/>
                </a:cubicBezTo>
                <a:cubicBezTo>
                  <a:pt x="388120" y="61478"/>
                  <a:pt x="382894" y="63772"/>
                  <a:pt x="378768" y="68360"/>
                </a:cubicBezTo>
                <a:cubicBezTo>
                  <a:pt x="374642" y="72950"/>
                  <a:pt x="372613" y="79183"/>
                  <a:pt x="372682" y="87059"/>
                </a:cubicBezTo>
                <a:lnTo>
                  <a:pt x="416005" y="87059"/>
                </a:lnTo>
                <a:close/>
                <a:moveTo>
                  <a:pt x="490067" y="75506"/>
                </a:moveTo>
                <a:lnTo>
                  <a:pt x="463763" y="70761"/>
                </a:lnTo>
                <a:cubicBezTo>
                  <a:pt x="466720" y="60031"/>
                  <a:pt x="471809" y="52089"/>
                  <a:pt x="479030" y="46933"/>
                </a:cubicBezTo>
                <a:cubicBezTo>
                  <a:pt x="486250" y="41776"/>
                  <a:pt x="496978" y="39197"/>
                  <a:pt x="511212" y="39197"/>
                </a:cubicBezTo>
                <a:cubicBezTo>
                  <a:pt x="524141" y="39197"/>
                  <a:pt x="533768" y="40727"/>
                  <a:pt x="540094" y="43787"/>
                </a:cubicBezTo>
                <a:cubicBezTo>
                  <a:pt x="546421" y="46847"/>
                  <a:pt x="550874" y="50733"/>
                  <a:pt x="553452" y="55443"/>
                </a:cubicBezTo>
                <a:cubicBezTo>
                  <a:pt x="556031" y="60154"/>
                  <a:pt x="557321" y="68801"/>
                  <a:pt x="557321" y="81386"/>
                </a:cubicBezTo>
                <a:lnTo>
                  <a:pt x="557011" y="115219"/>
                </a:lnTo>
                <a:cubicBezTo>
                  <a:pt x="557011" y="124846"/>
                  <a:pt x="557475" y="131946"/>
                  <a:pt x="558404" y="136519"/>
                </a:cubicBezTo>
                <a:cubicBezTo>
                  <a:pt x="559332" y="141092"/>
                  <a:pt x="561068" y="145992"/>
                  <a:pt x="563613" y="151218"/>
                </a:cubicBezTo>
                <a:lnTo>
                  <a:pt x="534937" y="151218"/>
                </a:lnTo>
                <a:cubicBezTo>
                  <a:pt x="534181" y="149293"/>
                  <a:pt x="533252" y="146439"/>
                  <a:pt x="532152" y="142657"/>
                </a:cubicBezTo>
                <a:cubicBezTo>
                  <a:pt x="531671" y="140938"/>
                  <a:pt x="531327" y="139803"/>
                  <a:pt x="531120" y="139253"/>
                </a:cubicBezTo>
                <a:cubicBezTo>
                  <a:pt x="526169" y="144066"/>
                  <a:pt x="520874" y="147677"/>
                  <a:pt x="515235" y="150084"/>
                </a:cubicBezTo>
                <a:cubicBezTo>
                  <a:pt x="509596" y="152490"/>
                  <a:pt x="503579" y="153694"/>
                  <a:pt x="497184" y="153694"/>
                </a:cubicBezTo>
                <a:cubicBezTo>
                  <a:pt x="485906" y="153694"/>
                  <a:pt x="477018" y="150647"/>
                  <a:pt x="470520" y="144552"/>
                </a:cubicBezTo>
                <a:cubicBezTo>
                  <a:pt x="464021" y="138458"/>
                  <a:pt x="460772" y="130754"/>
                  <a:pt x="460772" y="121440"/>
                </a:cubicBezTo>
                <a:cubicBezTo>
                  <a:pt x="460772" y="115277"/>
                  <a:pt x="462250" y="109782"/>
                  <a:pt x="465207" y="104955"/>
                </a:cubicBezTo>
                <a:cubicBezTo>
                  <a:pt x="468164" y="100127"/>
                  <a:pt x="472308" y="96428"/>
                  <a:pt x="477637" y="93860"/>
                </a:cubicBezTo>
                <a:cubicBezTo>
                  <a:pt x="482966" y="91292"/>
                  <a:pt x="490651" y="89050"/>
                  <a:pt x="500691" y="87133"/>
                </a:cubicBezTo>
                <a:cubicBezTo>
                  <a:pt x="514238" y="84599"/>
                  <a:pt x="523625" y="82236"/>
                  <a:pt x="528851" y="80045"/>
                </a:cubicBezTo>
                <a:lnTo>
                  <a:pt x="528851" y="77124"/>
                </a:lnTo>
                <a:cubicBezTo>
                  <a:pt x="528851" y="71492"/>
                  <a:pt x="527476" y="67476"/>
                  <a:pt x="524725" y="65078"/>
                </a:cubicBezTo>
                <a:cubicBezTo>
                  <a:pt x="521974" y="62678"/>
                  <a:pt x="516783" y="61478"/>
                  <a:pt x="509149" y="61478"/>
                </a:cubicBezTo>
                <a:cubicBezTo>
                  <a:pt x="503992" y="61478"/>
                  <a:pt x="499969" y="62515"/>
                  <a:pt x="497081" y="64591"/>
                </a:cubicBezTo>
                <a:cubicBezTo>
                  <a:pt x="494193" y="66665"/>
                  <a:pt x="491855" y="70303"/>
                  <a:pt x="490067" y="75506"/>
                </a:cubicBezTo>
                <a:moveTo>
                  <a:pt x="528851" y="99024"/>
                </a:moveTo>
                <a:cubicBezTo>
                  <a:pt x="525138" y="100247"/>
                  <a:pt x="519258" y="101708"/>
                  <a:pt x="511212" y="103408"/>
                </a:cubicBezTo>
                <a:cubicBezTo>
                  <a:pt x="503167" y="105106"/>
                  <a:pt x="497906" y="106770"/>
                  <a:pt x="495430" y="108401"/>
                </a:cubicBezTo>
                <a:cubicBezTo>
                  <a:pt x="491648" y="111051"/>
                  <a:pt x="489757" y="114414"/>
                  <a:pt x="489757" y="118491"/>
                </a:cubicBezTo>
                <a:cubicBezTo>
                  <a:pt x="489757" y="122501"/>
                  <a:pt x="491270" y="125967"/>
                  <a:pt x="494296" y="128889"/>
                </a:cubicBezTo>
                <a:cubicBezTo>
                  <a:pt x="497322" y="131810"/>
                  <a:pt x="501172" y="133270"/>
                  <a:pt x="505849" y="133270"/>
                </a:cubicBezTo>
                <a:cubicBezTo>
                  <a:pt x="511075" y="133270"/>
                  <a:pt x="516061" y="131571"/>
                  <a:pt x="520805" y="128174"/>
                </a:cubicBezTo>
                <a:cubicBezTo>
                  <a:pt x="524313" y="125593"/>
                  <a:pt x="526616" y="122433"/>
                  <a:pt x="527716" y="118694"/>
                </a:cubicBezTo>
                <a:cubicBezTo>
                  <a:pt x="528473" y="116248"/>
                  <a:pt x="528851" y="111595"/>
                  <a:pt x="528851" y="104733"/>
                </a:cubicBezTo>
                <a:lnTo>
                  <a:pt x="528851" y="99024"/>
                </a:lnTo>
                <a:close/>
                <a:moveTo>
                  <a:pt x="636128" y="41673"/>
                </a:moveTo>
                <a:lnTo>
                  <a:pt x="636128" y="64778"/>
                </a:lnTo>
                <a:lnTo>
                  <a:pt x="616323" y="64778"/>
                </a:lnTo>
                <a:lnTo>
                  <a:pt x="616323" y="108856"/>
                </a:lnTo>
                <a:cubicBezTo>
                  <a:pt x="616323" y="117782"/>
                  <a:pt x="616512" y="122984"/>
                  <a:pt x="616890" y="124460"/>
                </a:cubicBezTo>
                <a:cubicBezTo>
                  <a:pt x="617268" y="125935"/>
                  <a:pt x="618128" y="127153"/>
                  <a:pt x="619469" y="128116"/>
                </a:cubicBezTo>
                <a:cubicBezTo>
                  <a:pt x="620810" y="129076"/>
                  <a:pt x="622443" y="129557"/>
                  <a:pt x="624369" y="129557"/>
                </a:cubicBezTo>
                <a:cubicBezTo>
                  <a:pt x="627050" y="129557"/>
                  <a:pt x="630936" y="128628"/>
                  <a:pt x="636025" y="126772"/>
                </a:cubicBezTo>
                <a:lnTo>
                  <a:pt x="638500" y="149342"/>
                </a:lnTo>
                <a:cubicBezTo>
                  <a:pt x="631761" y="152243"/>
                  <a:pt x="624128" y="153694"/>
                  <a:pt x="615601" y="153694"/>
                </a:cubicBezTo>
                <a:cubicBezTo>
                  <a:pt x="610374" y="153694"/>
                  <a:pt x="605664" y="152817"/>
                  <a:pt x="601469" y="151063"/>
                </a:cubicBezTo>
                <a:cubicBezTo>
                  <a:pt x="597274" y="149310"/>
                  <a:pt x="594197" y="147041"/>
                  <a:pt x="592237" y="144256"/>
                </a:cubicBezTo>
                <a:cubicBezTo>
                  <a:pt x="590277" y="141470"/>
                  <a:pt x="588919" y="137706"/>
                  <a:pt x="588163" y="132961"/>
                </a:cubicBezTo>
                <a:cubicBezTo>
                  <a:pt x="587544" y="129591"/>
                  <a:pt x="587234" y="122783"/>
                  <a:pt x="587234" y="112537"/>
                </a:cubicBezTo>
                <a:lnTo>
                  <a:pt x="587234" y="64778"/>
                </a:lnTo>
                <a:lnTo>
                  <a:pt x="573928" y="64778"/>
                </a:lnTo>
                <a:lnTo>
                  <a:pt x="573928" y="41673"/>
                </a:lnTo>
                <a:lnTo>
                  <a:pt x="587234" y="41673"/>
                </a:lnTo>
                <a:lnTo>
                  <a:pt x="587234" y="19805"/>
                </a:lnTo>
                <a:lnTo>
                  <a:pt x="616323" y="2682"/>
                </a:lnTo>
                <a:lnTo>
                  <a:pt x="616323" y="41673"/>
                </a:lnTo>
                <a:lnTo>
                  <a:pt x="636128" y="41673"/>
                </a:lnTo>
                <a:close/>
                <a:moveTo>
                  <a:pt x="843666" y="151218"/>
                </a:moveTo>
                <a:lnTo>
                  <a:pt x="810451" y="151218"/>
                </a:lnTo>
                <a:lnTo>
                  <a:pt x="797248" y="116766"/>
                </a:lnTo>
                <a:lnTo>
                  <a:pt x="736802" y="116766"/>
                </a:lnTo>
                <a:lnTo>
                  <a:pt x="724321" y="151218"/>
                </a:lnTo>
                <a:lnTo>
                  <a:pt x="691932" y="151218"/>
                </a:lnTo>
                <a:lnTo>
                  <a:pt x="750830" y="0"/>
                </a:lnTo>
                <a:lnTo>
                  <a:pt x="783116" y="0"/>
                </a:lnTo>
                <a:lnTo>
                  <a:pt x="843666" y="151218"/>
                </a:lnTo>
                <a:moveTo>
                  <a:pt x="787449" y="91185"/>
                </a:moveTo>
                <a:lnTo>
                  <a:pt x="766612" y="35277"/>
                </a:lnTo>
                <a:lnTo>
                  <a:pt x="746189" y="91185"/>
                </a:lnTo>
                <a:lnTo>
                  <a:pt x="787449" y="91185"/>
                </a:lnTo>
                <a:close/>
                <a:moveTo>
                  <a:pt x="955171" y="74062"/>
                </a:moveTo>
                <a:lnTo>
                  <a:pt x="926598" y="79219"/>
                </a:lnTo>
                <a:cubicBezTo>
                  <a:pt x="925635" y="73546"/>
                  <a:pt x="923452" y="69274"/>
                  <a:pt x="920048" y="66403"/>
                </a:cubicBezTo>
                <a:cubicBezTo>
                  <a:pt x="916644" y="63532"/>
                  <a:pt x="912226" y="62096"/>
                  <a:pt x="906793" y="62096"/>
                </a:cubicBezTo>
                <a:cubicBezTo>
                  <a:pt x="899573" y="62096"/>
                  <a:pt x="893814" y="64582"/>
                  <a:pt x="889516" y="69552"/>
                </a:cubicBezTo>
                <a:cubicBezTo>
                  <a:pt x="885218" y="74523"/>
                  <a:pt x="883069" y="82835"/>
                  <a:pt x="883069" y="94489"/>
                </a:cubicBezTo>
                <a:cubicBezTo>
                  <a:pt x="883069" y="107447"/>
                  <a:pt x="885252" y="116601"/>
                  <a:pt x="889619" y="121949"/>
                </a:cubicBezTo>
                <a:cubicBezTo>
                  <a:pt x="893986" y="127296"/>
                  <a:pt x="899848" y="129969"/>
                  <a:pt x="907206" y="129969"/>
                </a:cubicBezTo>
                <a:cubicBezTo>
                  <a:pt x="912707" y="129969"/>
                  <a:pt x="917212" y="128405"/>
                  <a:pt x="920719" y="125276"/>
                </a:cubicBezTo>
                <a:cubicBezTo>
                  <a:pt x="924226" y="122147"/>
                  <a:pt x="926701" y="116766"/>
                  <a:pt x="928145" y="109133"/>
                </a:cubicBezTo>
                <a:lnTo>
                  <a:pt x="956615" y="114084"/>
                </a:lnTo>
                <a:cubicBezTo>
                  <a:pt x="953658" y="127150"/>
                  <a:pt x="947985" y="137018"/>
                  <a:pt x="939595" y="143688"/>
                </a:cubicBezTo>
                <a:cubicBezTo>
                  <a:pt x="931206" y="150359"/>
                  <a:pt x="919962" y="153694"/>
                  <a:pt x="905865" y="153694"/>
                </a:cubicBezTo>
                <a:cubicBezTo>
                  <a:pt x="889842" y="153694"/>
                  <a:pt x="877069" y="148639"/>
                  <a:pt x="867545" y="138531"/>
                </a:cubicBezTo>
                <a:cubicBezTo>
                  <a:pt x="858021" y="128422"/>
                  <a:pt x="853258" y="114428"/>
                  <a:pt x="853258" y="96549"/>
                </a:cubicBezTo>
                <a:cubicBezTo>
                  <a:pt x="853258" y="78463"/>
                  <a:pt x="858038" y="64383"/>
                  <a:pt x="867596" y="54309"/>
                </a:cubicBezTo>
                <a:cubicBezTo>
                  <a:pt x="877155" y="44234"/>
                  <a:pt x="890083" y="39197"/>
                  <a:pt x="906381" y="39197"/>
                </a:cubicBezTo>
                <a:cubicBezTo>
                  <a:pt x="919722" y="39197"/>
                  <a:pt x="930329" y="42068"/>
                  <a:pt x="938203" y="47810"/>
                </a:cubicBezTo>
                <a:cubicBezTo>
                  <a:pt x="946076" y="53552"/>
                  <a:pt x="951732" y="62303"/>
                  <a:pt x="955171" y="74062"/>
                </a:cubicBezTo>
                <a:close/>
                <a:moveTo>
                  <a:pt x="1027376" y="41673"/>
                </a:moveTo>
                <a:lnTo>
                  <a:pt x="1027376" y="64778"/>
                </a:lnTo>
                <a:lnTo>
                  <a:pt x="1007571" y="64778"/>
                </a:lnTo>
                <a:lnTo>
                  <a:pt x="1007571" y="108856"/>
                </a:lnTo>
                <a:cubicBezTo>
                  <a:pt x="1007571" y="117782"/>
                  <a:pt x="1007760" y="122984"/>
                  <a:pt x="1008138" y="124460"/>
                </a:cubicBezTo>
                <a:cubicBezTo>
                  <a:pt x="1008517" y="125935"/>
                  <a:pt x="1009376" y="127153"/>
                  <a:pt x="1010717" y="128116"/>
                </a:cubicBezTo>
                <a:cubicBezTo>
                  <a:pt x="1012058" y="129076"/>
                  <a:pt x="1013691" y="129557"/>
                  <a:pt x="1015617" y="129557"/>
                </a:cubicBezTo>
                <a:cubicBezTo>
                  <a:pt x="1018299" y="129557"/>
                  <a:pt x="1022184" y="128628"/>
                  <a:pt x="1027273" y="126772"/>
                </a:cubicBezTo>
                <a:lnTo>
                  <a:pt x="1029748" y="149342"/>
                </a:lnTo>
                <a:cubicBezTo>
                  <a:pt x="1023009" y="152243"/>
                  <a:pt x="1015376" y="153694"/>
                  <a:pt x="1006849" y="153694"/>
                </a:cubicBezTo>
                <a:cubicBezTo>
                  <a:pt x="1001623" y="153694"/>
                  <a:pt x="996912" y="152817"/>
                  <a:pt x="992718" y="151063"/>
                </a:cubicBezTo>
                <a:cubicBezTo>
                  <a:pt x="988523" y="149310"/>
                  <a:pt x="985445" y="147041"/>
                  <a:pt x="983486" y="144256"/>
                </a:cubicBezTo>
                <a:cubicBezTo>
                  <a:pt x="981526" y="141470"/>
                  <a:pt x="980168" y="137706"/>
                  <a:pt x="979411" y="132961"/>
                </a:cubicBezTo>
                <a:cubicBezTo>
                  <a:pt x="978792" y="129591"/>
                  <a:pt x="978483" y="122783"/>
                  <a:pt x="978483" y="112537"/>
                </a:cubicBezTo>
                <a:lnTo>
                  <a:pt x="978483" y="64778"/>
                </a:lnTo>
                <a:lnTo>
                  <a:pt x="965176" y="64778"/>
                </a:lnTo>
                <a:lnTo>
                  <a:pt x="965176" y="41673"/>
                </a:lnTo>
                <a:lnTo>
                  <a:pt x="978483" y="41673"/>
                </a:lnTo>
                <a:lnTo>
                  <a:pt x="978483" y="19805"/>
                </a:lnTo>
                <a:lnTo>
                  <a:pt x="1007571" y="2682"/>
                </a:lnTo>
                <a:lnTo>
                  <a:pt x="1007571" y="41673"/>
                </a:lnTo>
                <a:lnTo>
                  <a:pt x="1027376" y="41673"/>
                </a:lnTo>
                <a:close/>
                <a:moveTo>
                  <a:pt x="1040786" y="94898"/>
                </a:moveTo>
                <a:cubicBezTo>
                  <a:pt x="1040786" y="85271"/>
                  <a:pt x="1043158" y="75953"/>
                  <a:pt x="1047903" y="66944"/>
                </a:cubicBezTo>
                <a:cubicBezTo>
                  <a:pt x="1052648" y="57936"/>
                  <a:pt x="1059370" y="51059"/>
                  <a:pt x="1068069" y="46314"/>
                </a:cubicBezTo>
                <a:cubicBezTo>
                  <a:pt x="1076768" y="41570"/>
                  <a:pt x="1086481" y="39197"/>
                  <a:pt x="1097209" y="39197"/>
                </a:cubicBezTo>
                <a:cubicBezTo>
                  <a:pt x="1113782" y="39197"/>
                  <a:pt x="1127363" y="44578"/>
                  <a:pt x="1137953" y="55340"/>
                </a:cubicBezTo>
                <a:cubicBezTo>
                  <a:pt x="1148543" y="66102"/>
                  <a:pt x="1153838" y="79701"/>
                  <a:pt x="1153838" y="96136"/>
                </a:cubicBezTo>
                <a:cubicBezTo>
                  <a:pt x="1153838" y="112709"/>
                  <a:pt x="1148492" y="126445"/>
                  <a:pt x="1137798" y="137344"/>
                </a:cubicBezTo>
                <a:cubicBezTo>
                  <a:pt x="1127105" y="148244"/>
                  <a:pt x="1113644" y="153694"/>
                  <a:pt x="1097415" y="153694"/>
                </a:cubicBezTo>
                <a:cubicBezTo>
                  <a:pt x="1087375" y="153694"/>
                  <a:pt x="1077799" y="151424"/>
                  <a:pt x="1068688" y="146886"/>
                </a:cubicBezTo>
                <a:cubicBezTo>
                  <a:pt x="1059576" y="142347"/>
                  <a:pt x="1052648" y="135694"/>
                  <a:pt x="1047903" y="126926"/>
                </a:cubicBezTo>
                <a:cubicBezTo>
                  <a:pt x="1043158" y="118159"/>
                  <a:pt x="1040786" y="107483"/>
                  <a:pt x="1040786" y="94898"/>
                </a:cubicBezTo>
                <a:moveTo>
                  <a:pt x="1070493" y="96445"/>
                </a:moveTo>
                <a:cubicBezTo>
                  <a:pt x="1070493" y="107276"/>
                  <a:pt x="1073072" y="115571"/>
                  <a:pt x="1078229" y="121330"/>
                </a:cubicBezTo>
                <a:cubicBezTo>
                  <a:pt x="1083387" y="127090"/>
                  <a:pt x="1089748" y="129969"/>
                  <a:pt x="1097312" y="129969"/>
                </a:cubicBezTo>
                <a:cubicBezTo>
                  <a:pt x="1104876" y="129969"/>
                  <a:pt x="1111220" y="127090"/>
                  <a:pt x="1116343" y="121330"/>
                </a:cubicBezTo>
                <a:cubicBezTo>
                  <a:pt x="1121466" y="115571"/>
                  <a:pt x="1124028" y="107207"/>
                  <a:pt x="1124028" y="96239"/>
                </a:cubicBezTo>
                <a:cubicBezTo>
                  <a:pt x="1124028" y="85546"/>
                  <a:pt x="1121466" y="77320"/>
                  <a:pt x="1116343" y="71560"/>
                </a:cubicBezTo>
                <a:cubicBezTo>
                  <a:pt x="1111220" y="65801"/>
                  <a:pt x="1104876" y="62922"/>
                  <a:pt x="1097312" y="62922"/>
                </a:cubicBezTo>
                <a:cubicBezTo>
                  <a:pt x="1089748" y="62922"/>
                  <a:pt x="1083387" y="65801"/>
                  <a:pt x="1078229" y="71560"/>
                </a:cubicBezTo>
                <a:cubicBezTo>
                  <a:pt x="1073072" y="77320"/>
                  <a:pt x="1070493" y="85615"/>
                  <a:pt x="1070493" y="96445"/>
                </a:cubicBezTo>
                <a:close/>
                <a:moveTo>
                  <a:pt x="1204278" y="151218"/>
                </a:moveTo>
                <a:lnTo>
                  <a:pt x="1175293" y="151218"/>
                </a:lnTo>
                <a:lnTo>
                  <a:pt x="1175293" y="41673"/>
                </a:lnTo>
                <a:lnTo>
                  <a:pt x="1202215" y="41673"/>
                </a:lnTo>
                <a:lnTo>
                  <a:pt x="1202215" y="57248"/>
                </a:lnTo>
                <a:cubicBezTo>
                  <a:pt x="1206823" y="49890"/>
                  <a:pt x="1210966" y="45042"/>
                  <a:pt x="1214645" y="42704"/>
                </a:cubicBezTo>
                <a:cubicBezTo>
                  <a:pt x="1218324" y="40366"/>
                  <a:pt x="1222501" y="39197"/>
                  <a:pt x="1227178" y="39197"/>
                </a:cubicBezTo>
                <a:cubicBezTo>
                  <a:pt x="1233779" y="39197"/>
                  <a:pt x="1240140" y="41019"/>
                  <a:pt x="1246260" y="44664"/>
                </a:cubicBezTo>
                <a:lnTo>
                  <a:pt x="1237286" y="69936"/>
                </a:lnTo>
                <a:cubicBezTo>
                  <a:pt x="1232404" y="66773"/>
                  <a:pt x="1227865" y="65191"/>
                  <a:pt x="1223670" y="65191"/>
                </a:cubicBezTo>
                <a:cubicBezTo>
                  <a:pt x="1219613" y="65191"/>
                  <a:pt x="1216175" y="66308"/>
                  <a:pt x="1213355" y="68543"/>
                </a:cubicBezTo>
                <a:cubicBezTo>
                  <a:pt x="1210536" y="70778"/>
                  <a:pt x="1208318" y="74818"/>
                  <a:pt x="1206702" y="80663"/>
                </a:cubicBezTo>
                <a:cubicBezTo>
                  <a:pt x="1205086" y="86509"/>
                  <a:pt x="1204278" y="98749"/>
                  <a:pt x="1204278" y="117385"/>
                </a:cubicBezTo>
                <a:lnTo>
                  <a:pt x="1204278" y="151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E0BF4-CC1D-4863-89C1-1ACF1018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403785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C5800-D72B-4ADF-AA68-FA150D1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727704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8A1C9-75E0-4E24-9B10-D45198F5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1044582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36D54-0168-4493-BB4B-90035521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1368501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FF44E-F63C-4592-821B-418291B3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1685378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BADA3-39A0-49CC-9914-0F9DEAB4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2009297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D8657-B3F5-4170-9C6A-F548A86C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2326175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4AAED-91BC-41FD-86C6-5BEC8783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2650094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F5E0D-69AE-4661-85EE-85141D5D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2966972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84159-FAE8-4D2C-83F0-843B6D8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278" y="3290890"/>
            <a:ext cx="35209" cy="10"/>
          </a:xfrm>
          <a:custGeom xmlns:a="http://schemas.openxmlformats.org/drawingml/2006/main">
            <a:pathLst>
              <a:path w="35209" h="1" fill="none">
                <a:moveTo>
                  <a:pt x="352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45" name="Text 2014">
            <a:extLst xmlns:a="http://schemas.openxmlformats.org/drawingml/2006/main">
              <a:ext uri="{FF2B5EF4-FFF2-40B4-BE49-F238E27FC236}">
                <a16:creationId xmlns:a16="http://schemas.microsoft.com/office/drawing/2014/main" id="{A6CAA237-A872-4D30-98EA-3D4EC396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321605"/>
            <a:ext cx="429187" cy="144218"/>
          </a:xfrm>
          <a:custGeom xmlns:a="http://schemas.openxmlformats.org/drawingml/2006/main">
            <a:pathLst>
              <a:path w="429187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8" y="33497"/>
                  <a:pt x="244727" y="29106"/>
                  <a:pt x="253007" y="22639"/>
                </a:cubicBezTo>
                <a:cubicBezTo>
                  <a:pt x="261286" y="16171"/>
                  <a:pt x="266967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85479" y="141715"/>
                </a:moveTo>
                <a:lnTo>
                  <a:pt x="385479" y="113218"/>
                </a:lnTo>
                <a:lnTo>
                  <a:pt x="327715" y="113218"/>
                </a:lnTo>
                <a:lnTo>
                  <a:pt x="327715" y="89631"/>
                </a:lnTo>
                <a:lnTo>
                  <a:pt x="388945" y="0"/>
                </a:lnTo>
                <a:lnTo>
                  <a:pt x="411665" y="0"/>
                </a:lnTo>
                <a:lnTo>
                  <a:pt x="411665" y="89534"/>
                </a:lnTo>
                <a:lnTo>
                  <a:pt x="429187" y="89534"/>
                </a:lnTo>
                <a:lnTo>
                  <a:pt x="429187" y="113218"/>
                </a:lnTo>
                <a:lnTo>
                  <a:pt x="411665" y="113218"/>
                </a:lnTo>
                <a:lnTo>
                  <a:pt x="411665" y="141715"/>
                </a:lnTo>
                <a:lnTo>
                  <a:pt x="385479" y="141715"/>
                </a:lnTo>
                <a:moveTo>
                  <a:pt x="385479" y="89534"/>
                </a:moveTo>
                <a:lnTo>
                  <a:pt x="385479" y="41355"/>
                </a:lnTo>
                <a:lnTo>
                  <a:pt x="353035" y="89534"/>
                </a:lnTo>
                <a:lnTo>
                  <a:pt x="385479" y="89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2015">
            <a:extLst xmlns:a="http://schemas.openxmlformats.org/drawingml/2006/main">
              <a:ext uri="{FF2B5EF4-FFF2-40B4-BE49-F238E27FC236}">
                <a16:creationId xmlns:a16="http://schemas.microsoft.com/office/drawing/2014/main" id="{3BD50BEA-9F50-4C99-B50D-05936CE2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641683"/>
            <a:ext cx="427743" cy="144218"/>
          </a:xfrm>
          <a:custGeom xmlns:a="http://schemas.openxmlformats.org/drawingml/2006/main">
            <a:pathLst>
              <a:path w="427743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8" y="33497"/>
                  <a:pt x="244727" y="29106"/>
                  <a:pt x="253007" y="22639"/>
                </a:cubicBezTo>
                <a:cubicBezTo>
                  <a:pt x="261286" y="16171"/>
                  <a:pt x="266967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32817" y="105419"/>
                </a:moveTo>
                <a:lnTo>
                  <a:pt x="359774" y="102628"/>
                </a:lnTo>
                <a:cubicBezTo>
                  <a:pt x="360544" y="108725"/>
                  <a:pt x="362823" y="113555"/>
                  <a:pt x="366609" y="117117"/>
                </a:cubicBezTo>
                <a:cubicBezTo>
                  <a:pt x="370396" y="120679"/>
                  <a:pt x="374761" y="122460"/>
                  <a:pt x="379703" y="122460"/>
                </a:cubicBezTo>
                <a:cubicBezTo>
                  <a:pt x="385351" y="122460"/>
                  <a:pt x="390132" y="120161"/>
                  <a:pt x="394047" y="115564"/>
                </a:cubicBezTo>
                <a:cubicBezTo>
                  <a:pt x="397963" y="110967"/>
                  <a:pt x="399920" y="104040"/>
                  <a:pt x="399920" y="94781"/>
                </a:cubicBezTo>
                <a:cubicBezTo>
                  <a:pt x="399920" y="86101"/>
                  <a:pt x="397979" y="79590"/>
                  <a:pt x="394096" y="75250"/>
                </a:cubicBezTo>
                <a:cubicBezTo>
                  <a:pt x="390213" y="70909"/>
                  <a:pt x="385158" y="68739"/>
                  <a:pt x="378932" y="68739"/>
                </a:cubicBezTo>
                <a:cubicBezTo>
                  <a:pt x="371166" y="68739"/>
                  <a:pt x="364203" y="72205"/>
                  <a:pt x="358041" y="79137"/>
                </a:cubicBezTo>
                <a:lnTo>
                  <a:pt x="336091" y="75930"/>
                </a:lnTo>
                <a:lnTo>
                  <a:pt x="349954" y="2311"/>
                </a:lnTo>
                <a:lnTo>
                  <a:pt x="421485" y="2311"/>
                </a:lnTo>
                <a:lnTo>
                  <a:pt x="421485" y="27727"/>
                </a:lnTo>
                <a:lnTo>
                  <a:pt x="370460" y="27727"/>
                </a:lnTo>
                <a:lnTo>
                  <a:pt x="366224" y="51684"/>
                </a:lnTo>
                <a:cubicBezTo>
                  <a:pt x="372258" y="48677"/>
                  <a:pt x="378419" y="47174"/>
                  <a:pt x="384709" y="47174"/>
                </a:cubicBezTo>
                <a:cubicBezTo>
                  <a:pt x="396711" y="47174"/>
                  <a:pt x="406884" y="51547"/>
                  <a:pt x="415228" y="60294"/>
                </a:cubicBezTo>
                <a:cubicBezTo>
                  <a:pt x="423571" y="69039"/>
                  <a:pt x="427743" y="80389"/>
                  <a:pt x="427743" y="94345"/>
                </a:cubicBezTo>
                <a:cubicBezTo>
                  <a:pt x="427743" y="105986"/>
                  <a:pt x="424374" y="116373"/>
                  <a:pt x="417634" y="125505"/>
                </a:cubicBezTo>
                <a:cubicBezTo>
                  <a:pt x="408456" y="137980"/>
                  <a:pt x="395716" y="144218"/>
                  <a:pt x="379414" y="144218"/>
                </a:cubicBezTo>
                <a:cubicBezTo>
                  <a:pt x="366385" y="144218"/>
                  <a:pt x="355763" y="140712"/>
                  <a:pt x="347547" y="133700"/>
                </a:cubicBezTo>
                <a:cubicBezTo>
                  <a:pt x="339332" y="126686"/>
                  <a:pt x="334422" y="117259"/>
                  <a:pt x="332817" y="1054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2016">
            <a:extLst xmlns:a="http://schemas.openxmlformats.org/drawingml/2006/main">
              <a:ext uri="{FF2B5EF4-FFF2-40B4-BE49-F238E27FC236}">
                <a16:creationId xmlns:a16="http://schemas.microsoft.com/office/drawing/2014/main" id="{93347F96-9A55-497A-BAA8-35A692D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961762"/>
            <a:ext cx="426684" cy="144218"/>
          </a:xfrm>
          <a:custGeom xmlns:a="http://schemas.openxmlformats.org/drawingml/2006/main">
            <a:pathLst>
              <a:path w="426684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8" y="33497"/>
                  <a:pt x="244727" y="29106"/>
                  <a:pt x="253007" y="22639"/>
                </a:cubicBezTo>
                <a:cubicBezTo>
                  <a:pt x="261286" y="16171"/>
                  <a:pt x="266967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424085" y="35429"/>
                </a:moveTo>
                <a:lnTo>
                  <a:pt x="397898" y="38317"/>
                </a:lnTo>
                <a:cubicBezTo>
                  <a:pt x="397257" y="32926"/>
                  <a:pt x="395588" y="28946"/>
                  <a:pt x="392892" y="26379"/>
                </a:cubicBezTo>
                <a:cubicBezTo>
                  <a:pt x="390197" y="23812"/>
                  <a:pt x="386699" y="22528"/>
                  <a:pt x="382398" y="22528"/>
                </a:cubicBezTo>
                <a:cubicBezTo>
                  <a:pt x="376686" y="22528"/>
                  <a:pt x="371856" y="25104"/>
                  <a:pt x="367909" y="30257"/>
                </a:cubicBezTo>
                <a:cubicBezTo>
                  <a:pt x="363962" y="35410"/>
                  <a:pt x="361475" y="46119"/>
                  <a:pt x="360448" y="62385"/>
                </a:cubicBezTo>
                <a:cubicBezTo>
                  <a:pt x="367187" y="54427"/>
                  <a:pt x="375563" y="50447"/>
                  <a:pt x="385575" y="50447"/>
                </a:cubicBezTo>
                <a:cubicBezTo>
                  <a:pt x="396871" y="50447"/>
                  <a:pt x="406547" y="54734"/>
                  <a:pt x="414602" y="63309"/>
                </a:cubicBezTo>
                <a:cubicBezTo>
                  <a:pt x="422657" y="71883"/>
                  <a:pt x="426684" y="82953"/>
                  <a:pt x="426684" y="96517"/>
                </a:cubicBezTo>
                <a:cubicBezTo>
                  <a:pt x="426684" y="110914"/>
                  <a:pt x="422448" y="122464"/>
                  <a:pt x="413976" y="131167"/>
                </a:cubicBezTo>
                <a:cubicBezTo>
                  <a:pt x="405504" y="139867"/>
                  <a:pt x="394625" y="144218"/>
                  <a:pt x="381339" y="144218"/>
                </a:cubicBezTo>
                <a:cubicBezTo>
                  <a:pt x="367091" y="144218"/>
                  <a:pt x="355378" y="138679"/>
                  <a:pt x="346200" y="127602"/>
                </a:cubicBezTo>
                <a:cubicBezTo>
                  <a:pt x="337021" y="116522"/>
                  <a:pt x="332432" y="98361"/>
                  <a:pt x="332432" y="73120"/>
                </a:cubicBezTo>
                <a:cubicBezTo>
                  <a:pt x="332432" y="47238"/>
                  <a:pt x="337214" y="28581"/>
                  <a:pt x="346777" y="17149"/>
                </a:cubicBezTo>
                <a:cubicBezTo>
                  <a:pt x="356340" y="5716"/>
                  <a:pt x="368760" y="0"/>
                  <a:pt x="384035" y="0"/>
                </a:cubicBezTo>
                <a:cubicBezTo>
                  <a:pt x="394753" y="0"/>
                  <a:pt x="403627" y="3026"/>
                  <a:pt x="410655" y="9077"/>
                </a:cubicBezTo>
                <a:cubicBezTo>
                  <a:pt x="417683" y="15126"/>
                  <a:pt x="422159" y="23910"/>
                  <a:pt x="424085" y="35429"/>
                </a:cubicBezTo>
                <a:moveTo>
                  <a:pt x="362759" y="94411"/>
                </a:moveTo>
                <a:cubicBezTo>
                  <a:pt x="362759" y="103122"/>
                  <a:pt x="364780" y="109846"/>
                  <a:pt x="368824" y="114584"/>
                </a:cubicBezTo>
                <a:cubicBezTo>
                  <a:pt x="372867" y="119321"/>
                  <a:pt x="377488" y="121690"/>
                  <a:pt x="382687" y="121690"/>
                </a:cubicBezTo>
                <a:cubicBezTo>
                  <a:pt x="387693" y="121690"/>
                  <a:pt x="391865" y="119750"/>
                  <a:pt x="395203" y="115871"/>
                </a:cubicBezTo>
                <a:cubicBezTo>
                  <a:pt x="398540" y="111992"/>
                  <a:pt x="400209" y="105634"/>
                  <a:pt x="400209" y="96797"/>
                </a:cubicBezTo>
                <a:cubicBezTo>
                  <a:pt x="400209" y="87703"/>
                  <a:pt x="398412" y="81042"/>
                  <a:pt x="394818" y="76814"/>
                </a:cubicBezTo>
                <a:cubicBezTo>
                  <a:pt x="391223" y="72586"/>
                  <a:pt x="386731" y="70472"/>
                  <a:pt x="381339" y="70472"/>
                </a:cubicBezTo>
                <a:cubicBezTo>
                  <a:pt x="376141" y="70472"/>
                  <a:pt x="371744" y="72491"/>
                  <a:pt x="368150" y="76528"/>
                </a:cubicBezTo>
                <a:cubicBezTo>
                  <a:pt x="364556" y="80566"/>
                  <a:pt x="362759" y="86527"/>
                  <a:pt x="362759" y="944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2017">
            <a:extLst xmlns:a="http://schemas.openxmlformats.org/drawingml/2006/main">
              <a:ext uri="{FF2B5EF4-FFF2-40B4-BE49-F238E27FC236}">
                <a16:creationId xmlns:a16="http://schemas.microsoft.com/office/drawing/2014/main" id="{4BC5B8B2-5AD3-4E48-8D15-F70D0F25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1281840"/>
            <a:ext cx="424951" cy="144218"/>
          </a:xfrm>
          <a:custGeom xmlns:a="http://schemas.openxmlformats.org/drawingml/2006/main">
            <a:pathLst>
              <a:path w="424951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8" y="33497"/>
                  <a:pt x="244727" y="29106"/>
                  <a:pt x="253007" y="22639"/>
                </a:cubicBezTo>
                <a:cubicBezTo>
                  <a:pt x="261286" y="16171"/>
                  <a:pt x="266967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32432" y="27534"/>
                </a:moveTo>
                <a:lnTo>
                  <a:pt x="332432" y="2311"/>
                </a:lnTo>
                <a:lnTo>
                  <a:pt x="424951" y="2311"/>
                </a:lnTo>
                <a:lnTo>
                  <a:pt x="424951" y="21950"/>
                </a:lnTo>
                <a:cubicBezTo>
                  <a:pt x="417314" y="29472"/>
                  <a:pt x="409547" y="40272"/>
                  <a:pt x="401653" y="54352"/>
                </a:cubicBezTo>
                <a:cubicBezTo>
                  <a:pt x="393759" y="68430"/>
                  <a:pt x="387742" y="83393"/>
                  <a:pt x="383602" y="99240"/>
                </a:cubicBezTo>
                <a:cubicBezTo>
                  <a:pt x="379462" y="115085"/>
                  <a:pt x="377424" y="129243"/>
                  <a:pt x="377488" y="141715"/>
                </a:cubicBezTo>
                <a:lnTo>
                  <a:pt x="351398" y="141715"/>
                </a:lnTo>
                <a:cubicBezTo>
                  <a:pt x="351848" y="122187"/>
                  <a:pt x="355875" y="102275"/>
                  <a:pt x="363481" y="81977"/>
                </a:cubicBezTo>
                <a:cubicBezTo>
                  <a:pt x="371086" y="61677"/>
                  <a:pt x="381243" y="43530"/>
                  <a:pt x="393951" y="27534"/>
                </a:cubicBezTo>
                <a:lnTo>
                  <a:pt x="332432" y="27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2018">
            <a:extLst xmlns:a="http://schemas.openxmlformats.org/drawingml/2006/main">
              <a:ext uri="{FF2B5EF4-FFF2-40B4-BE49-F238E27FC236}">
                <a16:creationId xmlns:a16="http://schemas.microsoft.com/office/drawing/2014/main" id="{CED16462-3916-407F-97FF-BA942F49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1601918"/>
            <a:ext cx="424855" cy="144410"/>
          </a:xfrm>
          <a:custGeom xmlns:a="http://schemas.openxmlformats.org/drawingml/2006/main">
            <a:pathLst>
              <a:path w="424855" h="144410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8" y="33497"/>
                  <a:pt x="244727" y="29106"/>
                  <a:pt x="253007" y="22639"/>
                </a:cubicBezTo>
                <a:cubicBezTo>
                  <a:pt x="261286" y="16171"/>
                  <a:pt x="266967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55634" y="65517"/>
                </a:moveTo>
                <a:cubicBezTo>
                  <a:pt x="348638" y="62567"/>
                  <a:pt x="343552" y="58510"/>
                  <a:pt x="340375" y="53348"/>
                </a:cubicBezTo>
                <a:cubicBezTo>
                  <a:pt x="337198" y="48185"/>
                  <a:pt x="335609" y="42525"/>
                  <a:pt x="335609" y="36367"/>
                </a:cubicBezTo>
                <a:cubicBezTo>
                  <a:pt x="335609" y="25847"/>
                  <a:pt x="339284" y="17157"/>
                  <a:pt x="346633" y="10295"/>
                </a:cubicBezTo>
                <a:cubicBezTo>
                  <a:pt x="353982" y="3432"/>
                  <a:pt x="364427" y="0"/>
                  <a:pt x="377970" y="0"/>
                </a:cubicBezTo>
                <a:cubicBezTo>
                  <a:pt x="391384" y="0"/>
                  <a:pt x="401797" y="3432"/>
                  <a:pt x="409211" y="10295"/>
                </a:cubicBezTo>
                <a:cubicBezTo>
                  <a:pt x="416624" y="17157"/>
                  <a:pt x="420330" y="25847"/>
                  <a:pt x="420330" y="36367"/>
                </a:cubicBezTo>
                <a:cubicBezTo>
                  <a:pt x="420330" y="42908"/>
                  <a:pt x="418629" y="48728"/>
                  <a:pt x="415228" y="53829"/>
                </a:cubicBezTo>
                <a:cubicBezTo>
                  <a:pt x="411826" y="58927"/>
                  <a:pt x="407044" y="62823"/>
                  <a:pt x="400883" y="65517"/>
                </a:cubicBezTo>
                <a:cubicBezTo>
                  <a:pt x="408713" y="68672"/>
                  <a:pt x="414666" y="73275"/>
                  <a:pt x="418742" y="79326"/>
                </a:cubicBezTo>
                <a:cubicBezTo>
                  <a:pt x="422817" y="85378"/>
                  <a:pt x="424855" y="92362"/>
                  <a:pt x="424855" y="100281"/>
                </a:cubicBezTo>
                <a:cubicBezTo>
                  <a:pt x="424855" y="113348"/>
                  <a:pt x="420699" y="123970"/>
                  <a:pt x="412388" y="132147"/>
                </a:cubicBezTo>
                <a:cubicBezTo>
                  <a:pt x="404076" y="140323"/>
                  <a:pt x="393021" y="144410"/>
                  <a:pt x="379221" y="144410"/>
                </a:cubicBezTo>
                <a:cubicBezTo>
                  <a:pt x="366385" y="144410"/>
                  <a:pt x="355698" y="141031"/>
                  <a:pt x="347162" y="134271"/>
                </a:cubicBezTo>
                <a:cubicBezTo>
                  <a:pt x="337086" y="126289"/>
                  <a:pt x="332047" y="115345"/>
                  <a:pt x="332047" y="101439"/>
                </a:cubicBezTo>
                <a:cubicBezTo>
                  <a:pt x="332047" y="93777"/>
                  <a:pt x="333941" y="86744"/>
                  <a:pt x="337727" y="80340"/>
                </a:cubicBezTo>
                <a:cubicBezTo>
                  <a:pt x="341514" y="73934"/>
                  <a:pt x="347483" y="68993"/>
                  <a:pt x="355634" y="65517"/>
                </a:cubicBezTo>
                <a:moveTo>
                  <a:pt x="361218" y="38365"/>
                </a:moveTo>
                <a:cubicBezTo>
                  <a:pt x="361218" y="43742"/>
                  <a:pt x="362743" y="47935"/>
                  <a:pt x="365791" y="50944"/>
                </a:cubicBezTo>
                <a:cubicBezTo>
                  <a:pt x="368840" y="53950"/>
                  <a:pt x="372899" y="55454"/>
                  <a:pt x="377970" y="55454"/>
                </a:cubicBezTo>
                <a:cubicBezTo>
                  <a:pt x="383104" y="55454"/>
                  <a:pt x="387212" y="53934"/>
                  <a:pt x="390293" y="50896"/>
                </a:cubicBezTo>
                <a:cubicBezTo>
                  <a:pt x="393374" y="47855"/>
                  <a:pt x="394914" y="43646"/>
                  <a:pt x="394914" y="38269"/>
                </a:cubicBezTo>
                <a:cubicBezTo>
                  <a:pt x="394914" y="33212"/>
                  <a:pt x="393390" y="29165"/>
                  <a:pt x="390341" y="26126"/>
                </a:cubicBezTo>
                <a:cubicBezTo>
                  <a:pt x="387292" y="23086"/>
                  <a:pt x="383265" y="21565"/>
                  <a:pt x="378259" y="21565"/>
                </a:cubicBezTo>
                <a:cubicBezTo>
                  <a:pt x="373060" y="21565"/>
                  <a:pt x="368920" y="23102"/>
                  <a:pt x="365839" y="26174"/>
                </a:cubicBezTo>
                <a:cubicBezTo>
                  <a:pt x="362759" y="29245"/>
                  <a:pt x="361218" y="33309"/>
                  <a:pt x="361218" y="38365"/>
                </a:cubicBezTo>
                <a:moveTo>
                  <a:pt x="358715" y="98819"/>
                </a:moveTo>
                <a:cubicBezTo>
                  <a:pt x="358715" y="106312"/>
                  <a:pt x="360624" y="112158"/>
                  <a:pt x="364443" y="116356"/>
                </a:cubicBezTo>
                <a:cubicBezTo>
                  <a:pt x="368262" y="120553"/>
                  <a:pt x="373028" y="122652"/>
                  <a:pt x="378740" y="122652"/>
                </a:cubicBezTo>
                <a:cubicBezTo>
                  <a:pt x="384324" y="122652"/>
                  <a:pt x="388945" y="120635"/>
                  <a:pt x="392603" y="116599"/>
                </a:cubicBezTo>
                <a:cubicBezTo>
                  <a:pt x="396262" y="112562"/>
                  <a:pt x="398091" y="106731"/>
                  <a:pt x="398091" y="99108"/>
                </a:cubicBezTo>
                <a:cubicBezTo>
                  <a:pt x="398091" y="92455"/>
                  <a:pt x="396230" y="87110"/>
                  <a:pt x="392507" y="83075"/>
                </a:cubicBezTo>
                <a:cubicBezTo>
                  <a:pt x="388784" y="79038"/>
                  <a:pt x="384067" y="77019"/>
                  <a:pt x="378355" y="77019"/>
                </a:cubicBezTo>
                <a:cubicBezTo>
                  <a:pt x="371744" y="77019"/>
                  <a:pt x="366818" y="79312"/>
                  <a:pt x="363577" y="83899"/>
                </a:cubicBezTo>
                <a:cubicBezTo>
                  <a:pt x="360336" y="88484"/>
                  <a:pt x="358715" y="93458"/>
                  <a:pt x="358715" y="988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2019">
            <a:extLst xmlns:a="http://schemas.openxmlformats.org/drawingml/2006/main">
              <a:ext uri="{FF2B5EF4-FFF2-40B4-BE49-F238E27FC236}">
                <a16:creationId xmlns:a16="http://schemas.microsoft.com/office/drawing/2014/main" id="{55190C0F-53E0-4162-A2AC-D5C104E0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1921996"/>
            <a:ext cx="424566" cy="144410"/>
          </a:xfrm>
          <a:custGeom xmlns:a="http://schemas.openxmlformats.org/drawingml/2006/main">
            <a:pathLst>
              <a:path w="424566" h="144410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291998" y="141715"/>
                </a:moveTo>
                <a:lnTo>
                  <a:pt x="264945" y="141715"/>
                </a:lnTo>
                <a:lnTo>
                  <a:pt x="264945" y="39872"/>
                </a:lnTo>
                <a:cubicBezTo>
                  <a:pt x="255061" y="49151"/>
                  <a:pt x="243412" y="56013"/>
                  <a:pt x="229997" y="60460"/>
                </a:cubicBezTo>
                <a:lnTo>
                  <a:pt x="229997" y="35814"/>
                </a:lnTo>
                <a:cubicBezTo>
                  <a:pt x="237058" y="33497"/>
                  <a:pt x="244727" y="29106"/>
                  <a:pt x="253007" y="22639"/>
                </a:cubicBezTo>
                <a:cubicBezTo>
                  <a:pt x="261286" y="16171"/>
                  <a:pt x="266967" y="8625"/>
                  <a:pt x="270047" y="0"/>
                </a:cubicBezTo>
                <a:lnTo>
                  <a:pt x="291998" y="0"/>
                </a:lnTo>
                <a:lnTo>
                  <a:pt x="291998" y="141715"/>
                </a:lnTo>
                <a:close/>
                <a:moveTo>
                  <a:pt x="333010" y="109000"/>
                </a:moveTo>
                <a:lnTo>
                  <a:pt x="359196" y="106093"/>
                </a:lnTo>
                <a:cubicBezTo>
                  <a:pt x="359838" y="111453"/>
                  <a:pt x="361507" y="115424"/>
                  <a:pt x="364203" y="118007"/>
                </a:cubicBezTo>
                <a:cubicBezTo>
                  <a:pt x="366898" y="120591"/>
                  <a:pt x="370460" y="121882"/>
                  <a:pt x="374889" y="121882"/>
                </a:cubicBezTo>
                <a:cubicBezTo>
                  <a:pt x="380473" y="121882"/>
                  <a:pt x="385222" y="119306"/>
                  <a:pt x="389137" y="114153"/>
                </a:cubicBezTo>
                <a:cubicBezTo>
                  <a:pt x="393053" y="109001"/>
                  <a:pt x="395556" y="98323"/>
                  <a:pt x="396647" y="82121"/>
                </a:cubicBezTo>
                <a:cubicBezTo>
                  <a:pt x="389843" y="90016"/>
                  <a:pt x="381339" y="93963"/>
                  <a:pt x="371134" y="93963"/>
                </a:cubicBezTo>
                <a:cubicBezTo>
                  <a:pt x="360031" y="93963"/>
                  <a:pt x="350452" y="89684"/>
                  <a:pt x="342397" y="81125"/>
                </a:cubicBezTo>
                <a:cubicBezTo>
                  <a:pt x="334342" y="72565"/>
                  <a:pt x="330314" y="61425"/>
                  <a:pt x="330314" y="47704"/>
                </a:cubicBezTo>
                <a:cubicBezTo>
                  <a:pt x="330314" y="33405"/>
                  <a:pt x="334566" y="21880"/>
                  <a:pt x="343071" y="13129"/>
                </a:cubicBezTo>
                <a:cubicBezTo>
                  <a:pt x="351575" y="4376"/>
                  <a:pt x="362406" y="0"/>
                  <a:pt x="375563" y="0"/>
                </a:cubicBezTo>
                <a:cubicBezTo>
                  <a:pt x="389876" y="0"/>
                  <a:pt x="401621" y="5544"/>
                  <a:pt x="410799" y="16631"/>
                </a:cubicBezTo>
                <a:cubicBezTo>
                  <a:pt x="419977" y="27717"/>
                  <a:pt x="424566" y="45953"/>
                  <a:pt x="424566" y="71339"/>
                </a:cubicBezTo>
                <a:cubicBezTo>
                  <a:pt x="424566" y="97174"/>
                  <a:pt x="419785" y="115812"/>
                  <a:pt x="410221" y="127253"/>
                </a:cubicBezTo>
                <a:cubicBezTo>
                  <a:pt x="400658" y="138691"/>
                  <a:pt x="388207" y="144410"/>
                  <a:pt x="372867" y="144410"/>
                </a:cubicBezTo>
                <a:cubicBezTo>
                  <a:pt x="361828" y="144410"/>
                  <a:pt x="352907" y="141452"/>
                  <a:pt x="346103" y="135535"/>
                </a:cubicBezTo>
                <a:cubicBezTo>
                  <a:pt x="339300" y="129616"/>
                  <a:pt x="334936" y="120771"/>
                  <a:pt x="333010" y="109000"/>
                </a:cubicBezTo>
                <a:moveTo>
                  <a:pt x="394240" y="49960"/>
                </a:moveTo>
                <a:cubicBezTo>
                  <a:pt x="394240" y="41263"/>
                  <a:pt x="392234" y="34517"/>
                  <a:pt x="388223" y="29721"/>
                </a:cubicBezTo>
                <a:cubicBezTo>
                  <a:pt x="384211" y="24926"/>
                  <a:pt x="379574" y="22528"/>
                  <a:pt x="374311" y="22528"/>
                </a:cubicBezTo>
                <a:cubicBezTo>
                  <a:pt x="369305" y="22528"/>
                  <a:pt x="365149" y="24495"/>
                  <a:pt x="361844" y="28428"/>
                </a:cubicBezTo>
                <a:cubicBezTo>
                  <a:pt x="358539" y="32359"/>
                  <a:pt x="356886" y="38801"/>
                  <a:pt x="356886" y="47755"/>
                </a:cubicBezTo>
                <a:cubicBezTo>
                  <a:pt x="356886" y="56834"/>
                  <a:pt x="358683" y="63500"/>
                  <a:pt x="362277" y="67752"/>
                </a:cubicBezTo>
                <a:cubicBezTo>
                  <a:pt x="365871" y="72005"/>
                  <a:pt x="370364" y="74131"/>
                  <a:pt x="375755" y="74131"/>
                </a:cubicBezTo>
                <a:cubicBezTo>
                  <a:pt x="380954" y="74131"/>
                  <a:pt x="385335" y="72085"/>
                  <a:pt x="388897" y="67993"/>
                </a:cubicBezTo>
                <a:cubicBezTo>
                  <a:pt x="392459" y="63900"/>
                  <a:pt x="394240" y="57888"/>
                  <a:pt x="394240" y="49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2020">
            <a:extLst xmlns:a="http://schemas.openxmlformats.org/drawingml/2006/main">
              <a:ext uri="{FF2B5EF4-FFF2-40B4-BE49-F238E27FC236}">
                <a16:creationId xmlns:a16="http://schemas.microsoft.com/office/drawing/2014/main" id="{66AE5350-785F-48B3-B0FD-91185BD2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2242074"/>
            <a:ext cx="423989" cy="144218"/>
          </a:xfrm>
          <a:custGeom xmlns:a="http://schemas.openxmlformats.org/drawingml/2006/main">
            <a:pathLst>
              <a:path w="423989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314141" y="116491"/>
                </a:moveTo>
                <a:lnTo>
                  <a:pt x="314141" y="141715"/>
                </a:lnTo>
                <a:lnTo>
                  <a:pt x="219311" y="141715"/>
                </a:lnTo>
                <a:cubicBezTo>
                  <a:pt x="220338" y="132224"/>
                  <a:pt x="223419" y="123230"/>
                  <a:pt x="228553" y="114734"/>
                </a:cubicBezTo>
                <a:cubicBezTo>
                  <a:pt x="233688" y="106236"/>
                  <a:pt x="243829" y="94964"/>
                  <a:pt x="258976" y="80918"/>
                </a:cubicBezTo>
                <a:cubicBezTo>
                  <a:pt x="271170" y="69568"/>
                  <a:pt x="278648" y="61873"/>
                  <a:pt x="281408" y="57833"/>
                </a:cubicBezTo>
                <a:cubicBezTo>
                  <a:pt x="285130" y="52253"/>
                  <a:pt x="286991" y="46738"/>
                  <a:pt x="286991" y="41286"/>
                </a:cubicBezTo>
                <a:cubicBezTo>
                  <a:pt x="286991" y="35257"/>
                  <a:pt x="285371" y="30624"/>
                  <a:pt x="282130" y="27387"/>
                </a:cubicBezTo>
                <a:cubicBezTo>
                  <a:pt x="278888" y="24148"/>
                  <a:pt x="274412" y="22528"/>
                  <a:pt x="268699" y="22528"/>
                </a:cubicBezTo>
                <a:cubicBezTo>
                  <a:pt x="263051" y="22528"/>
                  <a:pt x="258559" y="24237"/>
                  <a:pt x="255221" y="27655"/>
                </a:cubicBezTo>
                <a:cubicBezTo>
                  <a:pt x="251884" y="31070"/>
                  <a:pt x="249958" y="36742"/>
                  <a:pt x="249445" y="44671"/>
                </a:cubicBezTo>
                <a:lnTo>
                  <a:pt x="222488" y="41963"/>
                </a:lnTo>
                <a:cubicBezTo>
                  <a:pt x="224093" y="27009"/>
                  <a:pt x="229131" y="16276"/>
                  <a:pt x="237603" y="9766"/>
                </a:cubicBezTo>
                <a:cubicBezTo>
                  <a:pt x="246075" y="3255"/>
                  <a:pt x="256665" y="0"/>
                  <a:pt x="269373" y="0"/>
                </a:cubicBezTo>
                <a:cubicBezTo>
                  <a:pt x="283301" y="0"/>
                  <a:pt x="294244" y="3752"/>
                  <a:pt x="302203" y="11255"/>
                </a:cubicBezTo>
                <a:cubicBezTo>
                  <a:pt x="310161" y="18758"/>
                  <a:pt x="314141" y="28089"/>
                  <a:pt x="314141" y="39246"/>
                </a:cubicBezTo>
                <a:cubicBezTo>
                  <a:pt x="314141" y="45597"/>
                  <a:pt x="313001" y="51642"/>
                  <a:pt x="310723" y="57382"/>
                </a:cubicBezTo>
                <a:cubicBezTo>
                  <a:pt x="308444" y="63120"/>
                  <a:pt x="304834" y="69131"/>
                  <a:pt x="299892" y="75415"/>
                </a:cubicBezTo>
                <a:cubicBezTo>
                  <a:pt x="296619" y="79585"/>
                  <a:pt x="290714" y="85582"/>
                  <a:pt x="282178" y="93406"/>
                </a:cubicBezTo>
                <a:cubicBezTo>
                  <a:pt x="273641" y="101229"/>
                  <a:pt x="268234" y="106422"/>
                  <a:pt x="265956" y="108988"/>
                </a:cubicBezTo>
                <a:cubicBezTo>
                  <a:pt x="263677" y="111553"/>
                  <a:pt x="261832" y="114054"/>
                  <a:pt x="260420" y="116491"/>
                </a:cubicBezTo>
                <a:lnTo>
                  <a:pt x="314141" y="116491"/>
                </a:lnTo>
                <a:close/>
                <a:moveTo>
                  <a:pt x="378162" y="0"/>
                </a:moveTo>
                <a:cubicBezTo>
                  <a:pt x="391833" y="0"/>
                  <a:pt x="402520" y="4881"/>
                  <a:pt x="410221" y="14643"/>
                </a:cubicBezTo>
                <a:cubicBezTo>
                  <a:pt x="419399" y="26203"/>
                  <a:pt x="423989" y="45375"/>
                  <a:pt x="423989" y="72157"/>
                </a:cubicBezTo>
                <a:cubicBezTo>
                  <a:pt x="423989" y="98875"/>
                  <a:pt x="419367" y="118078"/>
                  <a:pt x="410125" y="129768"/>
                </a:cubicBezTo>
                <a:cubicBezTo>
                  <a:pt x="402487" y="139401"/>
                  <a:pt x="391833" y="144218"/>
                  <a:pt x="378162" y="144218"/>
                </a:cubicBezTo>
                <a:cubicBezTo>
                  <a:pt x="364427" y="144218"/>
                  <a:pt x="353356" y="138936"/>
                  <a:pt x="344948" y="128372"/>
                </a:cubicBezTo>
                <a:cubicBezTo>
                  <a:pt x="336540" y="117806"/>
                  <a:pt x="332336" y="98971"/>
                  <a:pt x="332336" y="71868"/>
                </a:cubicBezTo>
                <a:cubicBezTo>
                  <a:pt x="332336" y="45279"/>
                  <a:pt x="336957" y="26139"/>
                  <a:pt x="346200" y="14450"/>
                </a:cubicBezTo>
                <a:cubicBezTo>
                  <a:pt x="353837" y="4817"/>
                  <a:pt x="364491" y="0"/>
                  <a:pt x="378162" y="0"/>
                </a:cubicBezTo>
                <a:moveTo>
                  <a:pt x="378162" y="22528"/>
                </a:moveTo>
                <a:cubicBezTo>
                  <a:pt x="374889" y="22528"/>
                  <a:pt x="371969" y="23570"/>
                  <a:pt x="369401" y="25654"/>
                </a:cubicBezTo>
                <a:cubicBezTo>
                  <a:pt x="366834" y="27738"/>
                  <a:pt x="364844" y="31472"/>
                  <a:pt x="363432" y="36858"/>
                </a:cubicBezTo>
                <a:cubicBezTo>
                  <a:pt x="361571" y="43848"/>
                  <a:pt x="360641" y="55614"/>
                  <a:pt x="360641" y="72157"/>
                </a:cubicBezTo>
                <a:cubicBezTo>
                  <a:pt x="360641" y="88700"/>
                  <a:pt x="361475" y="100065"/>
                  <a:pt x="363144" y="106253"/>
                </a:cubicBezTo>
                <a:cubicBezTo>
                  <a:pt x="364812" y="112440"/>
                  <a:pt x="366914" y="116560"/>
                  <a:pt x="369450" y="118612"/>
                </a:cubicBezTo>
                <a:cubicBezTo>
                  <a:pt x="371985" y="120664"/>
                  <a:pt x="374889" y="121690"/>
                  <a:pt x="378162" y="121690"/>
                </a:cubicBezTo>
                <a:cubicBezTo>
                  <a:pt x="381436" y="121690"/>
                  <a:pt x="384356" y="120648"/>
                  <a:pt x="386923" y="118564"/>
                </a:cubicBezTo>
                <a:cubicBezTo>
                  <a:pt x="389490" y="116480"/>
                  <a:pt x="391480" y="112745"/>
                  <a:pt x="392892" y="107360"/>
                </a:cubicBezTo>
                <a:cubicBezTo>
                  <a:pt x="394753" y="100434"/>
                  <a:pt x="395684" y="88700"/>
                  <a:pt x="395684" y="72157"/>
                </a:cubicBezTo>
                <a:cubicBezTo>
                  <a:pt x="395684" y="55614"/>
                  <a:pt x="394850" y="44249"/>
                  <a:pt x="393181" y="38061"/>
                </a:cubicBezTo>
                <a:cubicBezTo>
                  <a:pt x="391512" y="31874"/>
                  <a:pt x="389410" y="27738"/>
                  <a:pt x="386875" y="25654"/>
                </a:cubicBezTo>
                <a:cubicBezTo>
                  <a:pt x="384340" y="23570"/>
                  <a:pt x="381436" y="22528"/>
                  <a:pt x="378162" y="22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2021">
            <a:extLst xmlns:a="http://schemas.openxmlformats.org/drawingml/2006/main">
              <a:ext uri="{FF2B5EF4-FFF2-40B4-BE49-F238E27FC236}">
                <a16:creationId xmlns:a16="http://schemas.microsoft.com/office/drawing/2014/main" id="{22E95891-217C-4874-9E64-AF2FF78A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2562152"/>
            <a:ext cx="401653" cy="144218"/>
          </a:xfrm>
          <a:custGeom xmlns:a="http://schemas.openxmlformats.org/drawingml/2006/main">
            <a:pathLst>
              <a:path w="401653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314141" y="116491"/>
                </a:moveTo>
                <a:lnTo>
                  <a:pt x="314141" y="141715"/>
                </a:lnTo>
                <a:lnTo>
                  <a:pt x="219311" y="141715"/>
                </a:lnTo>
                <a:cubicBezTo>
                  <a:pt x="220338" y="132224"/>
                  <a:pt x="223419" y="123230"/>
                  <a:pt x="228553" y="114734"/>
                </a:cubicBezTo>
                <a:cubicBezTo>
                  <a:pt x="233688" y="106236"/>
                  <a:pt x="243829" y="94964"/>
                  <a:pt x="258976" y="80918"/>
                </a:cubicBezTo>
                <a:cubicBezTo>
                  <a:pt x="271170" y="69568"/>
                  <a:pt x="278648" y="61873"/>
                  <a:pt x="281408" y="57833"/>
                </a:cubicBezTo>
                <a:cubicBezTo>
                  <a:pt x="285130" y="52253"/>
                  <a:pt x="286991" y="46738"/>
                  <a:pt x="286991" y="41286"/>
                </a:cubicBezTo>
                <a:cubicBezTo>
                  <a:pt x="286991" y="35257"/>
                  <a:pt x="285371" y="30624"/>
                  <a:pt x="282130" y="27387"/>
                </a:cubicBezTo>
                <a:cubicBezTo>
                  <a:pt x="278888" y="24148"/>
                  <a:pt x="274412" y="22528"/>
                  <a:pt x="268699" y="22528"/>
                </a:cubicBezTo>
                <a:cubicBezTo>
                  <a:pt x="263051" y="22528"/>
                  <a:pt x="258559" y="24237"/>
                  <a:pt x="255221" y="27655"/>
                </a:cubicBezTo>
                <a:cubicBezTo>
                  <a:pt x="251884" y="31070"/>
                  <a:pt x="249958" y="36742"/>
                  <a:pt x="249445" y="44671"/>
                </a:cubicBezTo>
                <a:lnTo>
                  <a:pt x="222488" y="41963"/>
                </a:lnTo>
                <a:cubicBezTo>
                  <a:pt x="224093" y="27009"/>
                  <a:pt x="229131" y="16276"/>
                  <a:pt x="237603" y="9766"/>
                </a:cubicBezTo>
                <a:cubicBezTo>
                  <a:pt x="246075" y="3255"/>
                  <a:pt x="256665" y="0"/>
                  <a:pt x="269373" y="0"/>
                </a:cubicBezTo>
                <a:cubicBezTo>
                  <a:pt x="283301" y="0"/>
                  <a:pt x="294244" y="3752"/>
                  <a:pt x="302203" y="11255"/>
                </a:cubicBezTo>
                <a:cubicBezTo>
                  <a:pt x="310161" y="18758"/>
                  <a:pt x="314141" y="28089"/>
                  <a:pt x="314141" y="39246"/>
                </a:cubicBezTo>
                <a:cubicBezTo>
                  <a:pt x="314141" y="45597"/>
                  <a:pt x="313001" y="51642"/>
                  <a:pt x="310723" y="57382"/>
                </a:cubicBezTo>
                <a:cubicBezTo>
                  <a:pt x="308444" y="63120"/>
                  <a:pt x="304834" y="69131"/>
                  <a:pt x="299892" y="75415"/>
                </a:cubicBezTo>
                <a:cubicBezTo>
                  <a:pt x="296619" y="79585"/>
                  <a:pt x="290714" y="85582"/>
                  <a:pt x="282178" y="93406"/>
                </a:cubicBezTo>
                <a:cubicBezTo>
                  <a:pt x="273641" y="101229"/>
                  <a:pt x="268234" y="106422"/>
                  <a:pt x="265956" y="108988"/>
                </a:cubicBezTo>
                <a:cubicBezTo>
                  <a:pt x="263677" y="111553"/>
                  <a:pt x="261832" y="114054"/>
                  <a:pt x="260420" y="116491"/>
                </a:cubicBezTo>
                <a:lnTo>
                  <a:pt x="314141" y="116491"/>
                </a:lnTo>
                <a:close/>
                <a:moveTo>
                  <a:pt x="401653" y="141715"/>
                </a:moveTo>
                <a:lnTo>
                  <a:pt x="374600" y="141715"/>
                </a:lnTo>
                <a:lnTo>
                  <a:pt x="374600" y="39872"/>
                </a:lnTo>
                <a:cubicBezTo>
                  <a:pt x="364716" y="49151"/>
                  <a:pt x="353067" y="56013"/>
                  <a:pt x="339653" y="60460"/>
                </a:cubicBezTo>
                <a:lnTo>
                  <a:pt x="339653" y="35814"/>
                </a:lnTo>
                <a:cubicBezTo>
                  <a:pt x="346713" y="33497"/>
                  <a:pt x="354383" y="29106"/>
                  <a:pt x="362662" y="22639"/>
                </a:cubicBezTo>
                <a:cubicBezTo>
                  <a:pt x="370942" y="16171"/>
                  <a:pt x="376622" y="8625"/>
                  <a:pt x="379703" y="0"/>
                </a:cubicBezTo>
                <a:lnTo>
                  <a:pt x="401653" y="0"/>
                </a:lnTo>
                <a:lnTo>
                  <a:pt x="401653" y="141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2022">
            <a:extLst xmlns:a="http://schemas.openxmlformats.org/drawingml/2006/main">
              <a:ext uri="{FF2B5EF4-FFF2-40B4-BE49-F238E27FC236}">
                <a16:creationId xmlns:a16="http://schemas.microsoft.com/office/drawing/2014/main" id="{7C683CB1-F38D-4C51-A3E8-068D8E9E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2882231"/>
            <a:ext cx="423796" cy="144218"/>
          </a:xfrm>
          <a:custGeom xmlns:a="http://schemas.openxmlformats.org/drawingml/2006/main">
            <a:pathLst>
              <a:path w="423796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314141" y="116491"/>
                </a:moveTo>
                <a:lnTo>
                  <a:pt x="314141" y="141715"/>
                </a:lnTo>
                <a:lnTo>
                  <a:pt x="219311" y="141715"/>
                </a:lnTo>
                <a:cubicBezTo>
                  <a:pt x="220338" y="132224"/>
                  <a:pt x="223419" y="123230"/>
                  <a:pt x="228553" y="114734"/>
                </a:cubicBezTo>
                <a:cubicBezTo>
                  <a:pt x="233688" y="106236"/>
                  <a:pt x="243829" y="94964"/>
                  <a:pt x="258976" y="80918"/>
                </a:cubicBezTo>
                <a:cubicBezTo>
                  <a:pt x="271170" y="69568"/>
                  <a:pt x="278648" y="61873"/>
                  <a:pt x="281408" y="57833"/>
                </a:cubicBezTo>
                <a:cubicBezTo>
                  <a:pt x="285130" y="52253"/>
                  <a:pt x="286991" y="46738"/>
                  <a:pt x="286991" y="41286"/>
                </a:cubicBezTo>
                <a:cubicBezTo>
                  <a:pt x="286991" y="35257"/>
                  <a:pt x="285371" y="30624"/>
                  <a:pt x="282130" y="27387"/>
                </a:cubicBezTo>
                <a:cubicBezTo>
                  <a:pt x="278888" y="24148"/>
                  <a:pt x="274412" y="22528"/>
                  <a:pt x="268699" y="22528"/>
                </a:cubicBezTo>
                <a:cubicBezTo>
                  <a:pt x="263051" y="22528"/>
                  <a:pt x="258559" y="24237"/>
                  <a:pt x="255221" y="27655"/>
                </a:cubicBezTo>
                <a:cubicBezTo>
                  <a:pt x="251884" y="31070"/>
                  <a:pt x="249958" y="36742"/>
                  <a:pt x="249445" y="44671"/>
                </a:cubicBezTo>
                <a:lnTo>
                  <a:pt x="222488" y="41963"/>
                </a:lnTo>
                <a:cubicBezTo>
                  <a:pt x="224093" y="27009"/>
                  <a:pt x="229131" y="16276"/>
                  <a:pt x="237603" y="9766"/>
                </a:cubicBezTo>
                <a:cubicBezTo>
                  <a:pt x="246075" y="3255"/>
                  <a:pt x="256665" y="0"/>
                  <a:pt x="269373" y="0"/>
                </a:cubicBezTo>
                <a:cubicBezTo>
                  <a:pt x="283301" y="0"/>
                  <a:pt x="294244" y="3752"/>
                  <a:pt x="302203" y="11255"/>
                </a:cubicBezTo>
                <a:cubicBezTo>
                  <a:pt x="310161" y="18758"/>
                  <a:pt x="314141" y="28089"/>
                  <a:pt x="314141" y="39246"/>
                </a:cubicBezTo>
                <a:cubicBezTo>
                  <a:pt x="314141" y="45597"/>
                  <a:pt x="313001" y="51642"/>
                  <a:pt x="310723" y="57382"/>
                </a:cubicBezTo>
                <a:cubicBezTo>
                  <a:pt x="308444" y="63120"/>
                  <a:pt x="304834" y="69131"/>
                  <a:pt x="299892" y="75415"/>
                </a:cubicBezTo>
                <a:cubicBezTo>
                  <a:pt x="296619" y="79585"/>
                  <a:pt x="290714" y="85582"/>
                  <a:pt x="282178" y="93406"/>
                </a:cubicBezTo>
                <a:cubicBezTo>
                  <a:pt x="273641" y="101229"/>
                  <a:pt x="268234" y="106422"/>
                  <a:pt x="265956" y="108988"/>
                </a:cubicBezTo>
                <a:cubicBezTo>
                  <a:pt x="263677" y="111553"/>
                  <a:pt x="261832" y="114054"/>
                  <a:pt x="260420" y="116491"/>
                </a:cubicBezTo>
                <a:lnTo>
                  <a:pt x="314141" y="116491"/>
                </a:lnTo>
                <a:close/>
                <a:moveTo>
                  <a:pt x="423796" y="116491"/>
                </a:moveTo>
                <a:lnTo>
                  <a:pt x="423796" y="141715"/>
                </a:lnTo>
                <a:lnTo>
                  <a:pt x="328967" y="141715"/>
                </a:lnTo>
                <a:cubicBezTo>
                  <a:pt x="329993" y="132224"/>
                  <a:pt x="333074" y="123230"/>
                  <a:pt x="338209" y="114734"/>
                </a:cubicBezTo>
                <a:cubicBezTo>
                  <a:pt x="343343" y="106236"/>
                  <a:pt x="353484" y="94964"/>
                  <a:pt x="368631" y="80918"/>
                </a:cubicBezTo>
                <a:cubicBezTo>
                  <a:pt x="380826" y="69568"/>
                  <a:pt x="388303" y="61873"/>
                  <a:pt x="391063" y="57833"/>
                </a:cubicBezTo>
                <a:cubicBezTo>
                  <a:pt x="394786" y="52253"/>
                  <a:pt x="396647" y="46738"/>
                  <a:pt x="396647" y="41286"/>
                </a:cubicBezTo>
                <a:cubicBezTo>
                  <a:pt x="396647" y="35257"/>
                  <a:pt x="395026" y="30624"/>
                  <a:pt x="391785" y="27387"/>
                </a:cubicBezTo>
                <a:cubicBezTo>
                  <a:pt x="388544" y="24148"/>
                  <a:pt x="384067" y="22528"/>
                  <a:pt x="378355" y="22528"/>
                </a:cubicBezTo>
                <a:cubicBezTo>
                  <a:pt x="372707" y="22528"/>
                  <a:pt x="368214" y="24237"/>
                  <a:pt x="364877" y="27655"/>
                </a:cubicBezTo>
                <a:cubicBezTo>
                  <a:pt x="361539" y="31070"/>
                  <a:pt x="359614" y="36742"/>
                  <a:pt x="359100" y="44671"/>
                </a:cubicBezTo>
                <a:lnTo>
                  <a:pt x="332144" y="41963"/>
                </a:lnTo>
                <a:cubicBezTo>
                  <a:pt x="333748" y="27009"/>
                  <a:pt x="338786" y="16276"/>
                  <a:pt x="347259" y="9766"/>
                </a:cubicBezTo>
                <a:cubicBezTo>
                  <a:pt x="355731" y="3255"/>
                  <a:pt x="366321" y="0"/>
                  <a:pt x="379029" y="0"/>
                </a:cubicBezTo>
                <a:cubicBezTo>
                  <a:pt x="392956" y="0"/>
                  <a:pt x="403899" y="3752"/>
                  <a:pt x="411858" y="11255"/>
                </a:cubicBezTo>
                <a:cubicBezTo>
                  <a:pt x="419817" y="18758"/>
                  <a:pt x="423796" y="28089"/>
                  <a:pt x="423796" y="39246"/>
                </a:cubicBezTo>
                <a:cubicBezTo>
                  <a:pt x="423796" y="45597"/>
                  <a:pt x="422657" y="51642"/>
                  <a:pt x="420378" y="57382"/>
                </a:cubicBezTo>
                <a:cubicBezTo>
                  <a:pt x="418100" y="63120"/>
                  <a:pt x="414490" y="69131"/>
                  <a:pt x="409547" y="75415"/>
                </a:cubicBezTo>
                <a:cubicBezTo>
                  <a:pt x="406274" y="79585"/>
                  <a:pt x="400369" y="85582"/>
                  <a:pt x="391833" y="93406"/>
                </a:cubicBezTo>
                <a:cubicBezTo>
                  <a:pt x="383297" y="101229"/>
                  <a:pt x="377890" y="106422"/>
                  <a:pt x="375611" y="108988"/>
                </a:cubicBezTo>
                <a:cubicBezTo>
                  <a:pt x="373333" y="111553"/>
                  <a:pt x="371487" y="114054"/>
                  <a:pt x="370075" y="116491"/>
                </a:cubicBezTo>
                <a:lnTo>
                  <a:pt x="423796" y="1164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2023">
            <a:extLst xmlns:a="http://schemas.openxmlformats.org/drawingml/2006/main">
              <a:ext uri="{FF2B5EF4-FFF2-40B4-BE49-F238E27FC236}">
                <a16:creationId xmlns:a16="http://schemas.microsoft.com/office/drawing/2014/main" id="{B3D5E70F-E002-4B59-AEDE-99469E78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82" y="3202309"/>
            <a:ext cx="425240" cy="144218"/>
          </a:xfrm>
          <a:custGeom xmlns:a="http://schemas.openxmlformats.org/drawingml/2006/main">
            <a:pathLst>
              <a:path w="425240" h="144218">
                <a:moveTo>
                  <a:pt x="94829" y="116491"/>
                </a:moveTo>
                <a:lnTo>
                  <a:pt x="94829" y="141715"/>
                </a:lnTo>
                <a:lnTo>
                  <a:pt x="0" y="141715"/>
                </a:lnTo>
                <a:cubicBezTo>
                  <a:pt x="1027" y="132224"/>
                  <a:pt x="4108" y="123230"/>
                  <a:pt x="9242" y="114734"/>
                </a:cubicBezTo>
                <a:cubicBezTo>
                  <a:pt x="14377" y="106236"/>
                  <a:pt x="24518" y="94964"/>
                  <a:pt x="39665" y="80918"/>
                </a:cubicBezTo>
                <a:cubicBezTo>
                  <a:pt x="51859" y="69568"/>
                  <a:pt x="59337" y="61873"/>
                  <a:pt x="62096" y="57833"/>
                </a:cubicBezTo>
                <a:cubicBezTo>
                  <a:pt x="65819" y="52253"/>
                  <a:pt x="67680" y="46738"/>
                  <a:pt x="67680" y="41286"/>
                </a:cubicBezTo>
                <a:cubicBezTo>
                  <a:pt x="67680" y="35257"/>
                  <a:pt x="66060" y="30624"/>
                  <a:pt x="62818" y="27387"/>
                </a:cubicBezTo>
                <a:cubicBezTo>
                  <a:pt x="59577" y="24148"/>
                  <a:pt x="55101" y="22528"/>
                  <a:pt x="49388" y="22528"/>
                </a:cubicBezTo>
                <a:cubicBezTo>
                  <a:pt x="43740" y="22528"/>
                  <a:pt x="39248" y="24237"/>
                  <a:pt x="35910" y="27655"/>
                </a:cubicBezTo>
                <a:cubicBezTo>
                  <a:pt x="32573" y="31070"/>
                  <a:pt x="30647" y="36742"/>
                  <a:pt x="30134" y="44671"/>
                </a:cubicBezTo>
                <a:lnTo>
                  <a:pt x="3177" y="41963"/>
                </a:lnTo>
                <a:cubicBezTo>
                  <a:pt x="4782" y="27009"/>
                  <a:pt x="9820" y="16276"/>
                  <a:pt x="18292" y="9766"/>
                </a:cubicBezTo>
                <a:cubicBezTo>
                  <a:pt x="26764" y="3255"/>
                  <a:pt x="37354" y="0"/>
                  <a:pt x="50062" y="0"/>
                </a:cubicBezTo>
                <a:cubicBezTo>
                  <a:pt x="63990" y="0"/>
                  <a:pt x="74933" y="3752"/>
                  <a:pt x="82891" y="11255"/>
                </a:cubicBezTo>
                <a:cubicBezTo>
                  <a:pt x="90850" y="18758"/>
                  <a:pt x="94829" y="28089"/>
                  <a:pt x="94829" y="39246"/>
                </a:cubicBezTo>
                <a:cubicBezTo>
                  <a:pt x="94829" y="45597"/>
                  <a:pt x="93690" y="51642"/>
                  <a:pt x="91412" y="57382"/>
                </a:cubicBezTo>
                <a:cubicBezTo>
                  <a:pt x="89133" y="63120"/>
                  <a:pt x="85523" y="69131"/>
                  <a:pt x="80581" y="75415"/>
                </a:cubicBezTo>
                <a:cubicBezTo>
                  <a:pt x="77308" y="79585"/>
                  <a:pt x="71403" y="85582"/>
                  <a:pt x="62867" y="93406"/>
                </a:cubicBezTo>
                <a:cubicBezTo>
                  <a:pt x="54330" y="101229"/>
                  <a:pt x="48923" y="106422"/>
                  <a:pt x="46645" y="108988"/>
                </a:cubicBezTo>
                <a:cubicBezTo>
                  <a:pt x="44366" y="111553"/>
                  <a:pt x="42521" y="114054"/>
                  <a:pt x="41109" y="116491"/>
                </a:cubicBezTo>
                <a:lnTo>
                  <a:pt x="94829" y="116491"/>
                </a:lnTo>
                <a:close/>
                <a:moveTo>
                  <a:pt x="158851" y="0"/>
                </a:moveTo>
                <a:cubicBezTo>
                  <a:pt x="172522" y="0"/>
                  <a:pt x="183208" y="4881"/>
                  <a:pt x="190910" y="14643"/>
                </a:cubicBezTo>
                <a:cubicBezTo>
                  <a:pt x="200088" y="26203"/>
                  <a:pt x="204677" y="45375"/>
                  <a:pt x="204677" y="72157"/>
                </a:cubicBezTo>
                <a:cubicBezTo>
                  <a:pt x="204677" y="98875"/>
                  <a:pt x="200056" y="118078"/>
                  <a:pt x="190814" y="129768"/>
                </a:cubicBezTo>
                <a:cubicBezTo>
                  <a:pt x="183176" y="139401"/>
                  <a:pt x="172522" y="144218"/>
                  <a:pt x="158851" y="144218"/>
                </a:cubicBezTo>
                <a:cubicBezTo>
                  <a:pt x="145116" y="144218"/>
                  <a:pt x="134045" y="138936"/>
                  <a:pt x="125637" y="128372"/>
                </a:cubicBezTo>
                <a:cubicBezTo>
                  <a:pt x="117229" y="117806"/>
                  <a:pt x="113025" y="98971"/>
                  <a:pt x="113025" y="71868"/>
                </a:cubicBezTo>
                <a:cubicBezTo>
                  <a:pt x="113025" y="45279"/>
                  <a:pt x="117646" y="26139"/>
                  <a:pt x="126888" y="14450"/>
                </a:cubicBezTo>
                <a:cubicBezTo>
                  <a:pt x="134526" y="4817"/>
                  <a:pt x="145180" y="0"/>
                  <a:pt x="158851" y="0"/>
                </a:cubicBezTo>
                <a:moveTo>
                  <a:pt x="158851" y="22528"/>
                </a:moveTo>
                <a:cubicBezTo>
                  <a:pt x="155578" y="22528"/>
                  <a:pt x="152658" y="23570"/>
                  <a:pt x="150090" y="25654"/>
                </a:cubicBezTo>
                <a:cubicBezTo>
                  <a:pt x="147523" y="27738"/>
                  <a:pt x="145533" y="31472"/>
                  <a:pt x="144121" y="36858"/>
                </a:cubicBezTo>
                <a:cubicBezTo>
                  <a:pt x="142260" y="43848"/>
                  <a:pt x="141329" y="55614"/>
                  <a:pt x="141329" y="72157"/>
                </a:cubicBezTo>
                <a:cubicBezTo>
                  <a:pt x="141329" y="88700"/>
                  <a:pt x="142164" y="100065"/>
                  <a:pt x="143833" y="106253"/>
                </a:cubicBezTo>
                <a:cubicBezTo>
                  <a:pt x="145501" y="112440"/>
                  <a:pt x="147603" y="116560"/>
                  <a:pt x="150138" y="118612"/>
                </a:cubicBezTo>
                <a:cubicBezTo>
                  <a:pt x="152674" y="120664"/>
                  <a:pt x="155578" y="121690"/>
                  <a:pt x="158851" y="121690"/>
                </a:cubicBezTo>
                <a:cubicBezTo>
                  <a:pt x="162124" y="121690"/>
                  <a:pt x="165045" y="120648"/>
                  <a:pt x="167612" y="118564"/>
                </a:cubicBezTo>
                <a:cubicBezTo>
                  <a:pt x="170179" y="116480"/>
                  <a:pt x="172169" y="112745"/>
                  <a:pt x="173581" y="107360"/>
                </a:cubicBezTo>
                <a:cubicBezTo>
                  <a:pt x="175442" y="100434"/>
                  <a:pt x="176373" y="88700"/>
                  <a:pt x="176373" y="72157"/>
                </a:cubicBezTo>
                <a:cubicBezTo>
                  <a:pt x="176373" y="55614"/>
                  <a:pt x="175539" y="44249"/>
                  <a:pt x="173870" y="38061"/>
                </a:cubicBezTo>
                <a:cubicBezTo>
                  <a:pt x="172201" y="31874"/>
                  <a:pt x="170099" y="27738"/>
                  <a:pt x="167564" y="25654"/>
                </a:cubicBezTo>
                <a:cubicBezTo>
                  <a:pt x="165029" y="23570"/>
                  <a:pt x="162124" y="22528"/>
                  <a:pt x="158851" y="22528"/>
                </a:cubicBezTo>
                <a:close/>
                <a:moveTo>
                  <a:pt x="314141" y="116491"/>
                </a:moveTo>
                <a:lnTo>
                  <a:pt x="314141" y="141715"/>
                </a:lnTo>
                <a:lnTo>
                  <a:pt x="219311" y="141715"/>
                </a:lnTo>
                <a:cubicBezTo>
                  <a:pt x="220338" y="132224"/>
                  <a:pt x="223419" y="123230"/>
                  <a:pt x="228553" y="114734"/>
                </a:cubicBezTo>
                <a:cubicBezTo>
                  <a:pt x="233688" y="106236"/>
                  <a:pt x="243829" y="94964"/>
                  <a:pt x="258976" y="80918"/>
                </a:cubicBezTo>
                <a:cubicBezTo>
                  <a:pt x="271170" y="69568"/>
                  <a:pt x="278648" y="61873"/>
                  <a:pt x="281408" y="57833"/>
                </a:cubicBezTo>
                <a:cubicBezTo>
                  <a:pt x="285130" y="52253"/>
                  <a:pt x="286991" y="46738"/>
                  <a:pt x="286991" y="41286"/>
                </a:cubicBezTo>
                <a:cubicBezTo>
                  <a:pt x="286991" y="35257"/>
                  <a:pt x="285371" y="30624"/>
                  <a:pt x="282130" y="27387"/>
                </a:cubicBezTo>
                <a:cubicBezTo>
                  <a:pt x="278888" y="24148"/>
                  <a:pt x="274412" y="22528"/>
                  <a:pt x="268699" y="22528"/>
                </a:cubicBezTo>
                <a:cubicBezTo>
                  <a:pt x="263051" y="22528"/>
                  <a:pt x="258559" y="24237"/>
                  <a:pt x="255221" y="27655"/>
                </a:cubicBezTo>
                <a:cubicBezTo>
                  <a:pt x="251884" y="31070"/>
                  <a:pt x="249958" y="36742"/>
                  <a:pt x="249445" y="44671"/>
                </a:cubicBezTo>
                <a:lnTo>
                  <a:pt x="222488" y="41963"/>
                </a:lnTo>
                <a:cubicBezTo>
                  <a:pt x="224093" y="27009"/>
                  <a:pt x="229131" y="16276"/>
                  <a:pt x="237603" y="9766"/>
                </a:cubicBezTo>
                <a:cubicBezTo>
                  <a:pt x="246075" y="3255"/>
                  <a:pt x="256665" y="0"/>
                  <a:pt x="269373" y="0"/>
                </a:cubicBezTo>
                <a:cubicBezTo>
                  <a:pt x="283301" y="0"/>
                  <a:pt x="294244" y="3752"/>
                  <a:pt x="302203" y="11255"/>
                </a:cubicBezTo>
                <a:cubicBezTo>
                  <a:pt x="310161" y="18758"/>
                  <a:pt x="314141" y="28089"/>
                  <a:pt x="314141" y="39246"/>
                </a:cubicBezTo>
                <a:cubicBezTo>
                  <a:pt x="314141" y="45597"/>
                  <a:pt x="313001" y="51642"/>
                  <a:pt x="310723" y="57382"/>
                </a:cubicBezTo>
                <a:cubicBezTo>
                  <a:pt x="308444" y="63120"/>
                  <a:pt x="304834" y="69131"/>
                  <a:pt x="299892" y="75415"/>
                </a:cubicBezTo>
                <a:cubicBezTo>
                  <a:pt x="296619" y="79585"/>
                  <a:pt x="290714" y="85582"/>
                  <a:pt x="282178" y="93406"/>
                </a:cubicBezTo>
                <a:cubicBezTo>
                  <a:pt x="273641" y="101229"/>
                  <a:pt x="268234" y="106422"/>
                  <a:pt x="265956" y="108988"/>
                </a:cubicBezTo>
                <a:cubicBezTo>
                  <a:pt x="263677" y="111553"/>
                  <a:pt x="261832" y="114054"/>
                  <a:pt x="260420" y="116491"/>
                </a:cubicBezTo>
                <a:lnTo>
                  <a:pt x="314141" y="116491"/>
                </a:lnTo>
                <a:close/>
                <a:moveTo>
                  <a:pt x="331470" y="104264"/>
                </a:moveTo>
                <a:lnTo>
                  <a:pt x="357656" y="101087"/>
                </a:lnTo>
                <a:cubicBezTo>
                  <a:pt x="358490" y="107762"/>
                  <a:pt x="360737" y="112865"/>
                  <a:pt x="364395" y="116395"/>
                </a:cubicBezTo>
                <a:cubicBezTo>
                  <a:pt x="368054" y="119925"/>
                  <a:pt x="372482" y="121690"/>
                  <a:pt x="377681" y="121690"/>
                </a:cubicBezTo>
                <a:cubicBezTo>
                  <a:pt x="383265" y="121690"/>
                  <a:pt x="387966" y="119572"/>
                  <a:pt x="391785" y="115336"/>
                </a:cubicBezTo>
                <a:cubicBezTo>
                  <a:pt x="395604" y="111100"/>
                  <a:pt x="397513" y="105387"/>
                  <a:pt x="397513" y="98199"/>
                </a:cubicBezTo>
                <a:cubicBezTo>
                  <a:pt x="397513" y="91396"/>
                  <a:pt x="395684" y="86004"/>
                  <a:pt x="392026" y="82025"/>
                </a:cubicBezTo>
                <a:cubicBezTo>
                  <a:pt x="388367" y="78046"/>
                  <a:pt x="383907" y="76056"/>
                  <a:pt x="378644" y="76056"/>
                </a:cubicBezTo>
                <a:cubicBezTo>
                  <a:pt x="375178" y="76056"/>
                  <a:pt x="371038" y="76730"/>
                  <a:pt x="366224" y="78078"/>
                </a:cubicBezTo>
                <a:lnTo>
                  <a:pt x="369209" y="56224"/>
                </a:lnTo>
                <a:cubicBezTo>
                  <a:pt x="376526" y="56416"/>
                  <a:pt x="382110" y="54833"/>
                  <a:pt x="385960" y="51473"/>
                </a:cubicBezTo>
                <a:cubicBezTo>
                  <a:pt x="389811" y="48112"/>
                  <a:pt x="391737" y="43647"/>
                  <a:pt x="391737" y="38079"/>
                </a:cubicBezTo>
                <a:cubicBezTo>
                  <a:pt x="391737" y="33344"/>
                  <a:pt x="390325" y="29568"/>
                  <a:pt x="387501" y="26752"/>
                </a:cubicBezTo>
                <a:cubicBezTo>
                  <a:pt x="384677" y="23936"/>
                  <a:pt x="380922" y="22528"/>
                  <a:pt x="376237" y="22528"/>
                </a:cubicBezTo>
                <a:cubicBezTo>
                  <a:pt x="371616" y="22528"/>
                  <a:pt x="367668" y="24133"/>
                  <a:pt x="364395" y="27342"/>
                </a:cubicBezTo>
                <a:cubicBezTo>
                  <a:pt x="361122" y="30551"/>
                  <a:pt x="359132" y="35236"/>
                  <a:pt x="358426" y="41398"/>
                </a:cubicBezTo>
                <a:lnTo>
                  <a:pt x="333491" y="37162"/>
                </a:lnTo>
                <a:cubicBezTo>
                  <a:pt x="335224" y="28559"/>
                  <a:pt x="337840" y="21687"/>
                  <a:pt x="341338" y="16544"/>
                </a:cubicBezTo>
                <a:cubicBezTo>
                  <a:pt x="344836" y="11401"/>
                  <a:pt x="349713" y="7359"/>
                  <a:pt x="355971" y="4417"/>
                </a:cubicBezTo>
                <a:cubicBezTo>
                  <a:pt x="362229" y="1472"/>
                  <a:pt x="369241" y="0"/>
                  <a:pt x="377007" y="0"/>
                </a:cubicBezTo>
                <a:cubicBezTo>
                  <a:pt x="390293" y="0"/>
                  <a:pt x="400947" y="4242"/>
                  <a:pt x="408970" y="12726"/>
                </a:cubicBezTo>
                <a:cubicBezTo>
                  <a:pt x="415581" y="19670"/>
                  <a:pt x="418886" y="27512"/>
                  <a:pt x="418886" y="36253"/>
                </a:cubicBezTo>
                <a:cubicBezTo>
                  <a:pt x="418886" y="48658"/>
                  <a:pt x="412115" y="58557"/>
                  <a:pt x="398572" y="65950"/>
                </a:cubicBezTo>
                <a:cubicBezTo>
                  <a:pt x="406659" y="67683"/>
                  <a:pt x="413126" y="71566"/>
                  <a:pt x="417971" y="77599"/>
                </a:cubicBezTo>
                <a:cubicBezTo>
                  <a:pt x="422817" y="83633"/>
                  <a:pt x="425240" y="90917"/>
                  <a:pt x="425240" y="99454"/>
                </a:cubicBezTo>
                <a:cubicBezTo>
                  <a:pt x="425240" y="111839"/>
                  <a:pt x="420715" y="122396"/>
                  <a:pt x="411665" y="131125"/>
                </a:cubicBezTo>
                <a:cubicBezTo>
                  <a:pt x="402616" y="139853"/>
                  <a:pt x="391352" y="144218"/>
                  <a:pt x="377873" y="144218"/>
                </a:cubicBezTo>
                <a:cubicBezTo>
                  <a:pt x="365101" y="144218"/>
                  <a:pt x="354511" y="140534"/>
                  <a:pt x="346103" y="133167"/>
                </a:cubicBezTo>
                <a:cubicBezTo>
                  <a:pt x="337695" y="125800"/>
                  <a:pt x="332817" y="116166"/>
                  <a:pt x="331470" y="104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DED19-C6D1-4E42-8BAD-FE254237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1486" y="86908"/>
            <a:ext cx="10" cy="3520860"/>
          </a:xfrm>
          <a:custGeom xmlns:a="http://schemas.openxmlformats.org/drawingml/2006/main">
            <a:pathLst>
              <a:path w="1" h="3520860" fill="none">
                <a:moveTo>
                  <a:pt x="0" y="0"/>
                </a:moveTo>
                <a:lnTo>
                  <a:pt x="0" y="3520860"/>
                </a:lnTo>
              </a:path>
            </a:pathLst>
          </a:custGeom>
          <a:noFill xmlns:a="http://schemas.openxmlformats.org/drawingml/2006/main"/>
          <a:ln xmlns:a="http://schemas.openxmlformats.org/drawingml/2006/main" w="7042" cap="flat">
            <a:solidFill>
              <a:srgbClr val="888888"/>
            </a:solidFill>
            <a:miter/>
          </a:ln>
        </p:spPr>
      </p:sp>
      <p:sp>
        <p:nvSpPr>
          <p:cNvPr id="256" name="Text Y">
            <a:extLst xmlns:a="http://schemas.openxmlformats.org/drawingml/2006/main">
              <a:ext uri="{FF2B5EF4-FFF2-40B4-BE49-F238E27FC236}">
                <a16:creationId xmlns:a16="http://schemas.microsoft.com/office/drawing/2014/main" id="{95300323-AAEF-4261-98F1-9F805932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937" y="1929446"/>
            <a:ext cx="151218" cy="141419"/>
          </a:xfrm>
          <a:custGeom xmlns:a="http://schemas.openxmlformats.org/drawingml/2006/main">
            <a:pathLst>
              <a:path w="151218" h="141419">
                <a:moveTo>
                  <a:pt x="151218" y="86027"/>
                </a:moveTo>
                <a:lnTo>
                  <a:pt x="87575" y="86027"/>
                </a:lnTo>
                <a:lnTo>
                  <a:pt x="0" y="141419"/>
                </a:lnTo>
                <a:lnTo>
                  <a:pt x="0" y="105626"/>
                </a:lnTo>
                <a:lnTo>
                  <a:pt x="59914" y="70039"/>
                </a:lnTo>
                <a:lnTo>
                  <a:pt x="0" y="35174"/>
                </a:lnTo>
                <a:lnTo>
                  <a:pt x="0" y="0"/>
                </a:lnTo>
                <a:lnTo>
                  <a:pt x="87781" y="55598"/>
                </a:lnTo>
                <a:lnTo>
                  <a:pt x="151218" y="55598"/>
                </a:lnTo>
                <a:lnTo>
                  <a:pt x="151218" y="860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e">
            <a:extLst xmlns:a="http://schemas.openxmlformats.org/drawingml/2006/main">
              <a:ext uri="{FF2B5EF4-FFF2-40B4-BE49-F238E27FC236}">
                <a16:creationId xmlns:a16="http://schemas.microsoft.com/office/drawing/2014/main" id="{4B46B9DB-08F9-406C-B1BF-26E0379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134" y="1831865"/>
            <a:ext cx="114497" cy="102738"/>
          </a:xfrm>
          <a:custGeom xmlns:a="http://schemas.openxmlformats.org/drawingml/2006/main">
            <a:pathLst>
              <a:path w="114497" h="102738">
                <a:moveTo>
                  <a:pt x="77156" y="30842"/>
                </a:moveTo>
                <a:lnTo>
                  <a:pt x="82108" y="1960"/>
                </a:lnTo>
                <a:cubicBezTo>
                  <a:pt x="92663" y="5673"/>
                  <a:pt x="100700" y="11536"/>
                  <a:pt x="106219" y="19547"/>
                </a:cubicBezTo>
                <a:cubicBezTo>
                  <a:pt x="111737" y="27558"/>
                  <a:pt x="114497" y="37581"/>
                  <a:pt x="114497" y="49615"/>
                </a:cubicBezTo>
                <a:cubicBezTo>
                  <a:pt x="114497" y="68664"/>
                  <a:pt x="108273" y="82761"/>
                  <a:pt x="95827" y="91907"/>
                </a:cubicBezTo>
                <a:cubicBezTo>
                  <a:pt x="85855" y="99127"/>
                  <a:pt x="73271" y="102738"/>
                  <a:pt x="58074" y="102738"/>
                </a:cubicBezTo>
                <a:cubicBezTo>
                  <a:pt x="39919" y="102738"/>
                  <a:pt x="25702" y="97993"/>
                  <a:pt x="15421" y="88503"/>
                </a:cubicBezTo>
                <a:cubicBezTo>
                  <a:pt x="5140" y="79013"/>
                  <a:pt x="0" y="67013"/>
                  <a:pt x="0" y="52503"/>
                </a:cubicBezTo>
                <a:cubicBezTo>
                  <a:pt x="0" y="36206"/>
                  <a:pt x="5381" y="23346"/>
                  <a:pt x="16143" y="13925"/>
                </a:cubicBezTo>
                <a:cubicBezTo>
                  <a:pt x="26905" y="4504"/>
                  <a:pt x="43392" y="0"/>
                  <a:pt x="65604" y="413"/>
                </a:cubicBezTo>
                <a:lnTo>
                  <a:pt x="65604" y="73030"/>
                </a:lnTo>
                <a:cubicBezTo>
                  <a:pt x="74199" y="72824"/>
                  <a:pt x="80887" y="70486"/>
                  <a:pt x="85666" y="66016"/>
                </a:cubicBezTo>
                <a:cubicBezTo>
                  <a:pt x="90446" y="61546"/>
                  <a:pt x="92835" y="55976"/>
                  <a:pt x="92835" y="49306"/>
                </a:cubicBezTo>
                <a:cubicBezTo>
                  <a:pt x="92835" y="44767"/>
                  <a:pt x="91597" y="40951"/>
                  <a:pt x="89122" y="37856"/>
                </a:cubicBezTo>
                <a:cubicBezTo>
                  <a:pt x="86646" y="34762"/>
                  <a:pt x="82658" y="32424"/>
                  <a:pt x="77156" y="30842"/>
                </a:cubicBezTo>
                <a:moveTo>
                  <a:pt x="47862" y="29192"/>
                </a:moveTo>
                <a:cubicBezTo>
                  <a:pt x="39507" y="29398"/>
                  <a:pt x="33154" y="31564"/>
                  <a:pt x="28805" y="35690"/>
                </a:cubicBezTo>
                <a:cubicBezTo>
                  <a:pt x="24455" y="39816"/>
                  <a:pt x="22280" y="44836"/>
                  <a:pt x="22280" y="50750"/>
                </a:cubicBezTo>
                <a:cubicBezTo>
                  <a:pt x="22280" y="57076"/>
                  <a:pt x="24574" y="62303"/>
                  <a:pt x="29162" y="66429"/>
                </a:cubicBezTo>
                <a:cubicBezTo>
                  <a:pt x="33753" y="70555"/>
                  <a:pt x="39986" y="72583"/>
                  <a:pt x="47862" y="72515"/>
                </a:cubicBezTo>
                <a:lnTo>
                  <a:pt x="47862" y="29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a">
            <a:extLst xmlns:a="http://schemas.openxmlformats.org/drawingml/2006/main">
              <a:ext uri="{FF2B5EF4-FFF2-40B4-BE49-F238E27FC236}">
                <a16:creationId xmlns:a16="http://schemas.microsoft.com/office/drawing/2014/main" id="{DEF2F379-F4D3-4473-B450-6667F67B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134" y="1713449"/>
            <a:ext cx="114497" cy="102841"/>
          </a:xfrm>
          <a:custGeom xmlns:a="http://schemas.openxmlformats.org/drawingml/2006/main">
            <a:pathLst>
              <a:path w="114497" h="102841">
                <a:moveTo>
                  <a:pt x="36309" y="73546"/>
                </a:moveTo>
                <a:lnTo>
                  <a:pt x="31564" y="99849"/>
                </a:lnTo>
                <a:cubicBezTo>
                  <a:pt x="20834" y="96892"/>
                  <a:pt x="12892" y="91804"/>
                  <a:pt x="7736" y="84583"/>
                </a:cubicBezTo>
                <a:cubicBezTo>
                  <a:pt x="2579" y="77363"/>
                  <a:pt x="0" y="66635"/>
                  <a:pt x="0" y="52400"/>
                </a:cubicBezTo>
                <a:cubicBezTo>
                  <a:pt x="0" y="39472"/>
                  <a:pt x="1530" y="29845"/>
                  <a:pt x="4590" y="23518"/>
                </a:cubicBezTo>
                <a:cubicBezTo>
                  <a:pt x="7650" y="17192"/>
                  <a:pt x="11536" y="12739"/>
                  <a:pt x="16246" y="10160"/>
                </a:cubicBezTo>
                <a:cubicBezTo>
                  <a:pt x="20957" y="7582"/>
                  <a:pt x="29604" y="6292"/>
                  <a:pt x="42188" y="6292"/>
                </a:cubicBezTo>
                <a:lnTo>
                  <a:pt x="76022" y="6602"/>
                </a:lnTo>
                <a:cubicBezTo>
                  <a:pt x="85649" y="6602"/>
                  <a:pt x="92749" y="6137"/>
                  <a:pt x="97322" y="5209"/>
                </a:cubicBezTo>
                <a:cubicBezTo>
                  <a:pt x="101895" y="4281"/>
                  <a:pt x="106795" y="2544"/>
                  <a:pt x="112021" y="0"/>
                </a:cubicBezTo>
                <a:lnTo>
                  <a:pt x="112021" y="28676"/>
                </a:lnTo>
                <a:cubicBezTo>
                  <a:pt x="110096" y="29432"/>
                  <a:pt x="107242" y="30361"/>
                  <a:pt x="103460" y="31461"/>
                </a:cubicBezTo>
                <a:cubicBezTo>
                  <a:pt x="101740" y="31942"/>
                  <a:pt x="100606" y="32286"/>
                  <a:pt x="100056" y="32492"/>
                </a:cubicBezTo>
                <a:cubicBezTo>
                  <a:pt x="104869" y="37444"/>
                  <a:pt x="108480" y="42739"/>
                  <a:pt x="110886" y="48377"/>
                </a:cubicBezTo>
                <a:cubicBezTo>
                  <a:pt x="113293" y="54016"/>
                  <a:pt x="114497" y="60033"/>
                  <a:pt x="114497" y="66429"/>
                </a:cubicBezTo>
                <a:cubicBezTo>
                  <a:pt x="114497" y="77706"/>
                  <a:pt x="111449" y="86595"/>
                  <a:pt x="105355" y="93093"/>
                </a:cubicBezTo>
                <a:cubicBezTo>
                  <a:pt x="99261" y="99592"/>
                  <a:pt x="91557" y="102841"/>
                  <a:pt x="82243" y="102841"/>
                </a:cubicBezTo>
                <a:cubicBezTo>
                  <a:pt x="76080" y="102841"/>
                  <a:pt x="70585" y="101362"/>
                  <a:pt x="65758" y="98405"/>
                </a:cubicBezTo>
                <a:cubicBezTo>
                  <a:pt x="60930" y="95448"/>
                  <a:pt x="57231" y="91305"/>
                  <a:pt x="54663" y="85976"/>
                </a:cubicBezTo>
                <a:cubicBezTo>
                  <a:pt x="52095" y="80646"/>
                  <a:pt x="49853" y="72962"/>
                  <a:pt x="47936" y="62922"/>
                </a:cubicBezTo>
                <a:cubicBezTo>
                  <a:pt x="45402" y="49375"/>
                  <a:pt x="43039" y="39988"/>
                  <a:pt x="40847" y="34762"/>
                </a:cubicBezTo>
                <a:lnTo>
                  <a:pt x="37927" y="34762"/>
                </a:lnTo>
                <a:cubicBezTo>
                  <a:pt x="32295" y="34762"/>
                  <a:pt x="28279" y="36137"/>
                  <a:pt x="25881" y="38888"/>
                </a:cubicBezTo>
                <a:cubicBezTo>
                  <a:pt x="23481" y="41638"/>
                  <a:pt x="22280" y="46830"/>
                  <a:pt x="22280" y="54463"/>
                </a:cubicBezTo>
                <a:cubicBezTo>
                  <a:pt x="22280" y="59621"/>
                  <a:pt x="23318" y="63644"/>
                  <a:pt x="25394" y="66532"/>
                </a:cubicBezTo>
                <a:cubicBezTo>
                  <a:pt x="27468" y="69420"/>
                  <a:pt x="31106" y="71758"/>
                  <a:pt x="36309" y="73546"/>
                </a:cubicBezTo>
                <a:moveTo>
                  <a:pt x="59827" y="34762"/>
                </a:moveTo>
                <a:cubicBezTo>
                  <a:pt x="61050" y="38475"/>
                  <a:pt x="62511" y="44355"/>
                  <a:pt x="64211" y="52400"/>
                </a:cubicBezTo>
                <a:cubicBezTo>
                  <a:pt x="65909" y="60446"/>
                  <a:pt x="67573" y="65707"/>
                  <a:pt x="69204" y="68182"/>
                </a:cubicBezTo>
                <a:cubicBezTo>
                  <a:pt x="71854" y="71964"/>
                  <a:pt x="75217" y="73856"/>
                  <a:pt x="79293" y="73856"/>
                </a:cubicBezTo>
                <a:cubicBezTo>
                  <a:pt x="83303" y="73856"/>
                  <a:pt x="86770" y="72343"/>
                  <a:pt x="89692" y="69317"/>
                </a:cubicBezTo>
                <a:cubicBezTo>
                  <a:pt x="92613" y="66291"/>
                  <a:pt x="94073" y="62440"/>
                  <a:pt x="94073" y="57764"/>
                </a:cubicBezTo>
                <a:cubicBezTo>
                  <a:pt x="94073" y="52538"/>
                  <a:pt x="92374" y="47552"/>
                  <a:pt x="88977" y="42807"/>
                </a:cubicBezTo>
                <a:cubicBezTo>
                  <a:pt x="86396" y="39300"/>
                  <a:pt x="83236" y="36997"/>
                  <a:pt x="79497" y="35896"/>
                </a:cubicBezTo>
                <a:cubicBezTo>
                  <a:pt x="77051" y="35140"/>
                  <a:pt x="72397" y="34762"/>
                  <a:pt x="65536" y="34762"/>
                </a:cubicBezTo>
                <a:lnTo>
                  <a:pt x="59827" y="34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r">
            <a:extLst xmlns:a="http://schemas.openxmlformats.org/drawingml/2006/main">
              <a:ext uri="{FF2B5EF4-FFF2-40B4-BE49-F238E27FC236}">
                <a16:creationId xmlns:a16="http://schemas.microsoft.com/office/drawing/2014/main" id="{377FA242-812F-46CE-A89F-5CD3E73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134" y="1621439"/>
            <a:ext cx="112021" cy="70967"/>
          </a:xfrm>
          <a:custGeom xmlns:a="http://schemas.openxmlformats.org/drawingml/2006/main">
            <a:pathLst>
              <a:path w="112021" h="70967">
                <a:moveTo>
                  <a:pt x="112021" y="41982"/>
                </a:moveTo>
                <a:lnTo>
                  <a:pt x="112021" y="70967"/>
                </a:lnTo>
                <a:lnTo>
                  <a:pt x="2476" y="70967"/>
                </a:lnTo>
                <a:lnTo>
                  <a:pt x="2476" y="44045"/>
                </a:lnTo>
                <a:lnTo>
                  <a:pt x="18051" y="44045"/>
                </a:lnTo>
                <a:cubicBezTo>
                  <a:pt x="10693" y="39438"/>
                  <a:pt x="5845" y="35295"/>
                  <a:pt x="3507" y="31616"/>
                </a:cubicBezTo>
                <a:cubicBezTo>
                  <a:pt x="1169" y="27937"/>
                  <a:pt x="0" y="23759"/>
                  <a:pt x="0" y="19083"/>
                </a:cubicBezTo>
                <a:cubicBezTo>
                  <a:pt x="0" y="12481"/>
                  <a:pt x="1822" y="6120"/>
                  <a:pt x="5467" y="0"/>
                </a:cubicBezTo>
                <a:lnTo>
                  <a:pt x="30739" y="8974"/>
                </a:lnTo>
                <a:cubicBezTo>
                  <a:pt x="27575" y="13857"/>
                  <a:pt x="25994" y="18395"/>
                  <a:pt x="25994" y="22590"/>
                </a:cubicBezTo>
                <a:cubicBezTo>
                  <a:pt x="25994" y="26647"/>
                  <a:pt x="27111" y="30085"/>
                  <a:pt x="29346" y="32905"/>
                </a:cubicBezTo>
                <a:cubicBezTo>
                  <a:pt x="31581" y="35724"/>
                  <a:pt x="35621" y="37942"/>
                  <a:pt x="41466" y="39558"/>
                </a:cubicBezTo>
                <a:cubicBezTo>
                  <a:pt x="47312" y="41174"/>
                  <a:pt x="59552" y="41982"/>
                  <a:pt x="78188" y="41982"/>
                </a:cubicBezTo>
                <a:lnTo>
                  <a:pt x="112021" y="419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BD7BA-6E73-4184-8A62-F332640D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957" y="337076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FEBA5-E36F-49AD-AE5F-0C31A033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206" y="342484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B5391-2218-4E44-9980-64AC4052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887" y="342484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CBA9B-A6D4-48B5-847C-5A6F1642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445" y="342484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C028A-1CEF-447C-8033-6100F4A0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652" y="327408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B7F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AC00B-E240-4697-B59E-4124C2DD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649" y="323007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B7F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E58BD-8ADA-4E4F-8A70-C00DD9BC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6808" y="662562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C660D-D855-412D-88CE-41DE8BBB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283" y="627480"/>
            <a:ext cx="192126" cy="192126"/>
          </a:xfrm>
          <a:custGeom xmlns:a="http://schemas.openxmlformats.org/drawingml/2006/main">
            <a:pathLst>
              <a:path w="192126" h="192126">
                <a:moveTo>
                  <a:pt x="192126" y="96063"/>
                </a:moveTo>
                <a:cubicBezTo>
                  <a:pt x="192126" y="149117"/>
                  <a:pt x="149117" y="192126"/>
                  <a:pt x="96063" y="192126"/>
                </a:cubicBezTo>
                <a:cubicBezTo>
                  <a:pt x="43009" y="192126"/>
                  <a:pt x="0" y="149117"/>
                  <a:pt x="0" y="96063"/>
                </a:cubicBezTo>
                <a:cubicBezTo>
                  <a:pt x="0" y="43009"/>
                  <a:pt x="43009" y="0"/>
                  <a:pt x="96063" y="0"/>
                </a:cubicBezTo>
                <a:cubicBezTo>
                  <a:pt x="149117" y="0"/>
                  <a:pt x="192126" y="43009"/>
                  <a:pt x="192126" y="96063"/>
                </a:cubicBezTo>
              </a:path>
            </a:pathLst>
          </a:custGeom>
          <a:solidFill xmlns:a="http://schemas.openxmlformats.org/drawingml/2006/main">
            <a:srgbClr val="970B1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CD384-662D-4164-B2A3-633C63C6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808" y="643085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011DA-B3ED-49EE-BDD0-E5D2D78E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480" y="652154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3B6A3-B817-46CD-9D71-63F7780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719" y="657154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804AE-B3BE-4E9F-B49E-941E4511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74" y="926849"/>
            <a:ext cx="233546" cy="233546"/>
          </a:xfrm>
          <a:custGeom xmlns:a="http://schemas.openxmlformats.org/drawingml/2006/main">
            <a:pathLst>
              <a:path w="233546" h="233546">
                <a:moveTo>
                  <a:pt x="233546" y="116773"/>
                </a:moveTo>
                <a:cubicBezTo>
                  <a:pt x="233546" y="181265"/>
                  <a:pt x="181265" y="233546"/>
                  <a:pt x="116773" y="233546"/>
                </a:cubicBezTo>
                <a:cubicBezTo>
                  <a:pt x="52281" y="233546"/>
                  <a:pt x="0" y="181265"/>
                  <a:pt x="0" y="116773"/>
                </a:cubicBezTo>
                <a:cubicBezTo>
                  <a:pt x="0" y="52281"/>
                  <a:pt x="52281" y="0"/>
                  <a:pt x="116773" y="0"/>
                </a:cubicBezTo>
                <a:cubicBezTo>
                  <a:pt x="181265" y="0"/>
                  <a:pt x="233546" y="52281"/>
                  <a:pt x="233546" y="116773"/>
                </a:cubicBezTo>
              </a:path>
            </a:pathLst>
          </a:custGeom>
          <a:solidFill xmlns:a="http://schemas.openxmlformats.org/drawingml/2006/main">
            <a:srgbClr val="C1181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B3060-D241-442D-8BF8-B31B5BED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8878" y="972233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7E45E-2F98-4940-8D35-7F80B5F5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811" y="967564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B6AE8-7759-4EF9-BE4E-38A158CC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017" y="951213"/>
            <a:ext cx="184817" cy="184817"/>
          </a:xfrm>
          <a:custGeom xmlns:a="http://schemas.openxmlformats.org/drawingml/2006/main">
            <a:pathLst>
              <a:path w="184817" h="184817">
                <a:moveTo>
                  <a:pt x="184817" y="92408"/>
                </a:moveTo>
                <a:cubicBezTo>
                  <a:pt x="184817" y="143444"/>
                  <a:pt x="143444" y="184817"/>
                  <a:pt x="92408" y="184817"/>
                </a:cubicBezTo>
                <a:cubicBezTo>
                  <a:pt x="41373" y="184817"/>
                  <a:pt x="0" y="143444"/>
                  <a:pt x="0" y="92408"/>
                </a:cubicBezTo>
                <a:cubicBezTo>
                  <a:pt x="0" y="41373"/>
                  <a:pt x="41373" y="0"/>
                  <a:pt x="92408" y="0"/>
                </a:cubicBezTo>
                <a:cubicBezTo>
                  <a:pt x="143444" y="0"/>
                  <a:pt x="184817" y="41373"/>
                  <a:pt x="184817" y="92408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937A6-5C95-4B61-B617-23E98CEE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320" y="977232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762F3-039B-4C0D-A449-867387A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719" y="977232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CCC87-605F-486E-92DE-88F49D67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6400" y="1292311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35AC5-A26F-4E0F-9C7E-7B91972F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721" y="1258074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CD53A-9D69-449C-BAD2-20CF14B5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878" y="1297310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99FAD-952C-4DA4-A471-129A7D9E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4394" y="1279065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EC2F3-52C3-4231-9A0E-5B12A030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798" y="1292311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EF769-66FC-4DC1-A58A-AB6EC9A5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480" y="1292311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A929B-A094-49DA-B013-1E894506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779" y="1261053"/>
            <a:ext cx="205294" cy="205294"/>
          </a:xfrm>
          <a:custGeom xmlns:a="http://schemas.openxmlformats.org/drawingml/2006/main">
            <a:pathLst>
              <a:path w="205294" h="205294">
                <a:moveTo>
                  <a:pt x="205294" y="102647"/>
                </a:moveTo>
                <a:cubicBezTo>
                  <a:pt x="205294" y="159338"/>
                  <a:pt x="159338" y="205294"/>
                  <a:pt x="102647" y="205294"/>
                </a:cubicBezTo>
                <a:cubicBezTo>
                  <a:pt x="45957" y="205294"/>
                  <a:pt x="0" y="159338"/>
                  <a:pt x="0" y="102647"/>
                </a:cubicBezTo>
                <a:cubicBezTo>
                  <a:pt x="0" y="45957"/>
                  <a:pt x="45957" y="0"/>
                  <a:pt x="102647" y="0"/>
                </a:cubicBezTo>
                <a:cubicBezTo>
                  <a:pt x="159338" y="0"/>
                  <a:pt x="205294" y="45957"/>
                  <a:pt x="205294" y="102647"/>
                </a:cubicBezTo>
              </a:path>
            </a:pathLst>
          </a:custGeom>
          <a:solidFill xmlns:a="http://schemas.openxmlformats.org/drawingml/2006/main">
            <a:srgbClr val="FB7F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CBF13-DCCF-4146-9720-92C4B3BC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967" y="1302718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5457B-0066-4762-A6CC-1FFCD775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9728" y="1302718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A4FEF-7C3B-4E6C-B558-273E28D4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474" y="1279065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23392-7CED-4C26-BED5-FE6C0E81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1731" y="1607720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494D6-62E5-45E4-80D6-B005D87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938" y="1591369"/>
            <a:ext cx="184817" cy="184817"/>
          </a:xfrm>
          <a:custGeom xmlns:a="http://schemas.openxmlformats.org/drawingml/2006/main">
            <a:pathLst>
              <a:path w="184817" h="184817">
                <a:moveTo>
                  <a:pt x="184817" y="92408"/>
                </a:moveTo>
                <a:cubicBezTo>
                  <a:pt x="184817" y="143444"/>
                  <a:pt x="143444" y="184817"/>
                  <a:pt x="92408" y="184817"/>
                </a:cubicBezTo>
                <a:cubicBezTo>
                  <a:pt x="41373" y="184817"/>
                  <a:pt x="0" y="143444"/>
                  <a:pt x="0" y="92408"/>
                </a:cubicBezTo>
                <a:cubicBezTo>
                  <a:pt x="0" y="41373"/>
                  <a:pt x="41373" y="0"/>
                  <a:pt x="92408" y="0"/>
                </a:cubicBezTo>
                <a:cubicBezTo>
                  <a:pt x="143444" y="0"/>
                  <a:pt x="184817" y="41373"/>
                  <a:pt x="184817" y="92408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50187-5AB6-4ABB-B4DE-6126BC1D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286" y="1622797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78997-9079-412A-8D79-835616F6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639" y="1617389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C510B-9B22-4C6B-8527-2429395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206" y="1622797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81FF4-E47C-4DD4-90E7-0C36D9BE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906" y="1575258"/>
            <a:ext cx="217040" cy="217040"/>
          </a:xfrm>
          <a:custGeom xmlns:a="http://schemas.openxmlformats.org/drawingml/2006/main">
            <a:pathLst>
              <a:path w="217040" h="217040">
                <a:moveTo>
                  <a:pt x="217040" y="108520"/>
                </a:moveTo>
                <a:cubicBezTo>
                  <a:pt x="217040" y="168454"/>
                  <a:pt x="168454" y="217040"/>
                  <a:pt x="108520" y="217040"/>
                </a:cubicBezTo>
                <a:cubicBezTo>
                  <a:pt x="48586" y="217040"/>
                  <a:pt x="0" y="168454"/>
                  <a:pt x="0" y="108520"/>
                </a:cubicBezTo>
                <a:cubicBezTo>
                  <a:pt x="0" y="48586"/>
                  <a:pt x="48586" y="0"/>
                  <a:pt x="108520" y="0"/>
                </a:cubicBezTo>
                <a:cubicBezTo>
                  <a:pt x="168454" y="0"/>
                  <a:pt x="217040" y="48586"/>
                  <a:pt x="217040" y="108520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FA612-496E-4738-8CFB-6D6DBC81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5891" y="1607720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8736F-81CC-446D-8D6E-FC111831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719" y="1617389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167D1-6C8C-446A-826F-E2D87524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330" y="1923397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73155-F5CA-40E9-A7BF-CD7408F3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888" y="1923397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06E4B-95CE-45D7-BD58-A5A6DD0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286" y="1942875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139CE-D9A1-49FB-ABB3-D905069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20" y="1911448"/>
            <a:ext cx="184817" cy="184817"/>
          </a:xfrm>
          <a:custGeom xmlns:a="http://schemas.openxmlformats.org/drawingml/2006/main">
            <a:pathLst>
              <a:path w="184817" h="184817">
                <a:moveTo>
                  <a:pt x="184817" y="92408"/>
                </a:moveTo>
                <a:cubicBezTo>
                  <a:pt x="184817" y="143444"/>
                  <a:pt x="143444" y="184817"/>
                  <a:pt x="92408" y="184817"/>
                </a:cubicBezTo>
                <a:cubicBezTo>
                  <a:pt x="41373" y="184817"/>
                  <a:pt x="0" y="143444"/>
                  <a:pt x="0" y="92408"/>
                </a:cubicBezTo>
                <a:cubicBezTo>
                  <a:pt x="0" y="41373"/>
                  <a:pt x="41373" y="0"/>
                  <a:pt x="92408" y="0"/>
                </a:cubicBezTo>
                <a:cubicBezTo>
                  <a:pt x="143444" y="0"/>
                  <a:pt x="184817" y="41373"/>
                  <a:pt x="184817" y="92408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B942A-5F7A-41A6-B842-901D39EC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28" y="1923397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3CE1C-0660-4E5F-BDDA-E3D36417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234" y="1919222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F8CB2-2603-4241-A9A1-78EDEDD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017" y="1911448"/>
            <a:ext cx="184817" cy="184817"/>
          </a:xfrm>
          <a:custGeom xmlns:a="http://schemas.openxmlformats.org/drawingml/2006/main">
            <a:pathLst>
              <a:path w="184817" h="184817">
                <a:moveTo>
                  <a:pt x="184817" y="92408"/>
                </a:moveTo>
                <a:cubicBezTo>
                  <a:pt x="184817" y="143444"/>
                  <a:pt x="143444" y="184817"/>
                  <a:pt x="92408" y="184817"/>
                </a:cubicBezTo>
                <a:cubicBezTo>
                  <a:pt x="41373" y="184817"/>
                  <a:pt x="0" y="143444"/>
                  <a:pt x="0" y="92408"/>
                </a:cubicBezTo>
                <a:cubicBezTo>
                  <a:pt x="0" y="41373"/>
                  <a:pt x="41373" y="0"/>
                  <a:pt x="92408" y="0"/>
                </a:cubicBezTo>
                <a:cubicBezTo>
                  <a:pt x="143444" y="0"/>
                  <a:pt x="184817" y="41373"/>
                  <a:pt x="184817" y="92408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CFB14-7D88-4CEA-9DBC-CFE61C66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5891" y="1927799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14081-D600-4B0F-8DEC-58CEE365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719" y="1937467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5053B-7CDD-42DA-920F-2F0FD31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6400" y="2252545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D7702-12F0-48D7-BD99-65F8393C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289" y="2247877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8647F-CD30-46E5-B9C1-BB071926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8878" y="2252545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3781B-B8CD-4638-BD26-A0137B4B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971" y="2247877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22814-C051-49EC-A3C3-51057F97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561" y="2218309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B7F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84EB6-5A0C-42B6-A2A2-77E567C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887" y="2262953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55E7A-2443-4D34-A69F-D187CC98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800" y="2218309"/>
            <a:ext cx="211252" cy="211252"/>
          </a:xfrm>
          <a:custGeom xmlns:a="http://schemas.openxmlformats.org/drawingml/2006/main">
            <a:pathLst>
              <a:path w="211252" h="211252">
                <a:moveTo>
                  <a:pt x="211252" y="105626"/>
                </a:moveTo>
                <a:cubicBezTo>
                  <a:pt x="211252" y="163961"/>
                  <a:pt x="163961" y="211252"/>
                  <a:pt x="105626" y="211252"/>
                </a:cubicBezTo>
                <a:cubicBezTo>
                  <a:pt x="47290" y="211252"/>
                  <a:pt x="0" y="163961"/>
                  <a:pt x="0" y="105626"/>
                </a:cubicBezTo>
                <a:cubicBezTo>
                  <a:pt x="0" y="47290"/>
                  <a:pt x="47290" y="0"/>
                  <a:pt x="105626" y="0"/>
                </a:cubicBezTo>
                <a:cubicBezTo>
                  <a:pt x="163961" y="0"/>
                  <a:pt x="211252" y="47290"/>
                  <a:pt x="211252" y="105626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B27BD-AC0E-4D6E-9ACF-88D5A8A1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967" y="2262953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07261-F81B-4E56-8EF8-02D12FC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502" y="2235328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190A3-374F-45A5-B084-DCC59AE4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957" y="2577623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21D62-BD31-4026-8441-F8956F2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661" y="2555406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B7F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18706-0906-4A21-A313-EF23F842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047" y="2583031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2C461-9A6B-4924-A4FB-1410AE8E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553" y="2559378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B7F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1FEE1-0844-480A-A8BC-0D67421E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887" y="2583031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7BED6-33E3-4C93-A603-C0D860B7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363" y="2547949"/>
            <a:ext cx="192126" cy="192126"/>
          </a:xfrm>
          <a:custGeom xmlns:a="http://schemas.openxmlformats.org/drawingml/2006/main">
            <a:pathLst>
              <a:path w="192126" h="192126">
                <a:moveTo>
                  <a:pt x="192126" y="96063"/>
                </a:moveTo>
                <a:cubicBezTo>
                  <a:pt x="192126" y="149117"/>
                  <a:pt x="149117" y="192126"/>
                  <a:pt x="96063" y="192126"/>
                </a:cubicBezTo>
                <a:cubicBezTo>
                  <a:pt x="43009" y="192126"/>
                  <a:pt x="0" y="149117"/>
                  <a:pt x="0" y="96063"/>
                </a:cubicBezTo>
                <a:cubicBezTo>
                  <a:pt x="0" y="43009"/>
                  <a:pt x="43009" y="0"/>
                  <a:pt x="96063" y="0"/>
                </a:cubicBezTo>
                <a:cubicBezTo>
                  <a:pt x="149117" y="0"/>
                  <a:pt x="192126" y="43009"/>
                  <a:pt x="192126" y="96063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C68A9-51FD-4EC8-8087-490D029F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967" y="2583031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F3919-8F30-4D24-9FAB-E0C9964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365" y="2903109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453D7-E390-4E8A-88BC-B2A16408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632" y="2879456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41184-3E0E-45FD-A05B-6252B503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047" y="2903109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70BA3-5892-484E-A5DA-555C8D6E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129" y="2888033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FD379-5EF1-4030-839D-84CFD109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842" y="2864507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72B82-789F-429E-9018-E40B6A0A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7314" y="2879456"/>
            <a:ext cx="169269" cy="169269"/>
          </a:xfrm>
          <a:custGeom xmlns:a="http://schemas.openxmlformats.org/drawingml/2006/main">
            <a:pathLst>
              <a:path w="169269" h="169269">
                <a:moveTo>
                  <a:pt x="169269" y="84634"/>
                </a:moveTo>
                <a:cubicBezTo>
                  <a:pt x="169269" y="131377"/>
                  <a:pt x="131377" y="169269"/>
                  <a:pt x="84634" y="169269"/>
                </a:cubicBezTo>
                <a:cubicBezTo>
                  <a:pt x="37892" y="169269"/>
                  <a:pt x="0" y="131377"/>
                  <a:pt x="0" y="84634"/>
                </a:cubicBezTo>
                <a:cubicBezTo>
                  <a:pt x="0" y="37892"/>
                  <a:pt x="37892" y="0"/>
                  <a:pt x="84634" y="0"/>
                </a:cubicBezTo>
                <a:cubicBezTo>
                  <a:pt x="131377" y="0"/>
                  <a:pt x="169269" y="37892"/>
                  <a:pt x="169269" y="84634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AF887-947F-4EEC-B02F-5FB871C6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652" y="2888033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3EFC6-206B-402A-AAE7-51AEC0C3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888" y="3203710"/>
            <a:ext cx="160917" cy="160917"/>
          </a:xfrm>
          <a:custGeom xmlns:a="http://schemas.openxmlformats.org/drawingml/2006/main">
            <a:pathLst>
              <a:path w="160917" h="160917">
                <a:moveTo>
                  <a:pt x="160917" y="80459"/>
                </a:moveTo>
                <a:cubicBezTo>
                  <a:pt x="160917" y="124895"/>
                  <a:pt x="124895" y="160917"/>
                  <a:pt x="80459" y="160917"/>
                </a:cubicBezTo>
                <a:cubicBezTo>
                  <a:pt x="36023" y="160917"/>
                  <a:pt x="0" y="124895"/>
                  <a:pt x="0" y="80459"/>
                </a:cubicBezTo>
                <a:cubicBezTo>
                  <a:pt x="0" y="36023"/>
                  <a:pt x="36023" y="0"/>
                  <a:pt x="80459" y="0"/>
                </a:cubicBezTo>
                <a:cubicBezTo>
                  <a:pt x="124895" y="0"/>
                  <a:pt x="160917" y="36023"/>
                  <a:pt x="160917" y="80459"/>
                </a:cubicBezTo>
              </a:path>
            </a:pathLst>
          </a:custGeom>
          <a:solidFill xmlns:a="http://schemas.openxmlformats.org/drawingml/2006/main">
            <a:srgbClr val="F657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3C49F-4E8C-4046-97FC-07ED657B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661" y="3195563"/>
            <a:ext cx="177212" cy="177212"/>
          </a:xfrm>
          <a:custGeom xmlns:a="http://schemas.openxmlformats.org/drawingml/2006/main">
            <a:pathLst>
              <a:path w="177212" h="177212">
                <a:moveTo>
                  <a:pt x="177212" y="88606"/>
                </a:moveTo>
                <a:cubicBezTo>
                  <a:pt x="177212" y="137542"/>
                  <a:pt x="137542" y="177212"/>
                  <a:pt x="88606" y="177212"/>
                </a:cubicBezTo>
                <a:cubicBezTo>
                  <a:pt x="39670" y="177212"/>
                  <a:pt x="0" y="137542"/>
                  <a:pt x="0" y="88606"/>
                </a:cubicBezTo>
                <a:cubicBezTo>
                  <a:pt x="0" y="39670"/>
                  <a:pt x="39670" y="0"/>
                  <a:pt x="88606" y="0"/>
                </a:cubicBezTo>
                <a:cubicBezTo>
                  <a:pt x="137542" y="0"/>
                  <a:pt x="177212" y="39670"/>
                  <a:pt x="177212" y="88606"/>
                </a:cubicBezTo>
              </a:path>
            </a:pathLst>
          </a:custGeom>
          <a:solidFill xmlns:a="http://schemas.openxmlformats.org/drawingml/2006/main">
            <a:srgbClr val="FB7F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D092A-EACB-4CA0-AA93-94665B2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7640" y="3212780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55702-9C30-4E88-8EE5-ADAE92D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798" y="3217779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37D1A-A709-4AA3-934A-47DF106D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368" y="3208111"/>
            <a:ext cx="152115" cy="152115"/>
          </a:xfrm>
          <a:custGeom xmlns:a="http://schemas.openxmlformats.org/drawingml/2006/main">
            <a:pathLst>
              <a:path w="152115" h="152115">
                <a:moveTo>
                  <a:pt x="152115" y="76058"/>
                </a:moveTo>
                <a:cubicBezTo>
                  <a:pt x="152115" y="118063"/>
                  <a:pt x="118063" y="152115"/>
                  <a:pt x="76058" y="152115"/>
                </a:cubicBezTo>
                <a:cubicBezTo>
                  <a:pt x="34052" y="152115"/>
                  <a:pt x="0" y="118063"/>
                  <a:pt x="0" y="76058"/>
                </a:cubicBezTo>
                <a:cubicBezTo>
                  <a:pt x="0" y="34052"/>
                  <a:pt x="34052" y="0"/>
                  <a:pt x="76058" y="0"/>
                </a:cubicBezTo>
                <a:cubicBezTo>
                  <a:pt x="118063" y="0"/>
                  <a:pt x="152115" y="34052"/>
                  <a:pt x="152115" y="76058"/>
                </a:cubicBezTo>
              </a:path>
            </a:pathLst>
          </a:custGeom>
          <a:solidFill xmlns:a="http://schemas.openxmlformats.org/drawingml/2006/main">
            <a:srgbClr val="E1312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618ED-574F-4843-BBB6-6E1992ED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559" y="3212780"/>
            <a:ext cx="142778" cy="142778"/>
          </a:xfrm>
          <a:custGeom xmlns:a="http://schemas.openxmlformats.org/drawingml/2006/main">
            <a:pathLst>
              <a:path w="142778" h="142778">
                <a:moveTo>
                  <a:pt x="142778" y="71389"/>
                </a:moveTo>
                <a:cubicBezTo>
                  <a:pt x="142778" y="110816"/>
                  <a:pt x="110816" y="142778"/>
                  <a:pt x="71389" y="142778"/>
                </a:cubicBezTo>
                <a:cubicBezTo>
                  <a:pt x="31962" y="142778"/>
                  <a:pt x="0" y="110816"/>
                  <a:pt x="0" y="71389"/>
                </a:cubicBezTo>
                <a:cubicBezTo>
                  <a:pt x="0" y="31962"/>
                  <a:pt x="31962" y="0"/>
                  <a:pt x="71389" y="0"/>
                </a:cubicBezTo>
                <a:cubicBezTo>
                  <a:pt x="110816" y="0"/>
                  <a:pt x="142778" y="31962"/>
                  <a:pt x="142778" y="71389"/>
                </a:cubicBezTo>
              </a:path>
            </a:pathLst>
          </a:custGeom>
          <a:solidFill xmlns:a="http://schemas.openxmlformats.org/drawingml/2006/main">
            <a:srgbClr val="FDC9B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9857A-8217-41EE-9A0E-D6D24941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320" y="3217779"/>
            <a:ext cx="132779" cy="132779"/>
          </a:xfrm>
          <a:custGeom xmlns:a="http://schemas.openxmlformats.org/drawingml/2006/main">
            <a:pathLst>
              <a:path w="132779" h="132779">
                <a:moveTo>
                  <a:pt x="132779" y="66389"/>
                </a:moveTo>
                <a:cubicBezTo>
                  <a:pt x="132779" y="103055"/>
                  <a:pt x="103055" y="132779"/>
                  <a:pt x="66389" y="132779"/>
                </a:cubicBezTo>
                <a:cubicBezTo>
                  <a:pt x="29724" y="132779"/>
                  <a:pt x="0" y="103055"/>
                  <a:pt x="0" y="66389"/>
                </a:cubicBezTo>
                <a:cubicBezTo>
                  <a:pt x="0" y="29724"/>
                  <a:pt x="29724" y="0"/>
                  <a:pt x="66389" y="0"/>
                </a:cubicBezTo>
                <a:cubicBezTo>
                  <a:pt x="103055" y="0"/>
                  <a:pt x="132779" y="29724"/>
                  <a:pt x="132779" y="66389"/>
                </a:cubicBezTo>
              </a:path>
            </a:pathLst>
          </a:custGeom>
          <a:solidFill xmlns:a="http://schemas.openxmlformats.org/drawingml/2006/main">
            <a:srgbClr val="FCA5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580bf5b334b7c"/>
          <a:stretch xmlns:a="http://schemas.openxmlformats.org/drawingml/2006/main"/>
        </p:blipFill>
        <p:spPr>
          <a:xfrm xmlns:a="http://schemas.openxmlformats.org/drawingml/2006/main">
            <a:off x="13513920" y="298159"/>
            <a:ext cx="112668" cy="1387219"/>
          </a:xfrm>
          <a:prstGeom xmlns:a="http://schemas.openxmlformats.org/drawingml/2006/main" prst="rect">
            <a:avLst/>
          </a:prstGeom>
        </p:spPr>
      </p:pic>
      <p:sp>
        <p:nvSpPr>
          <p:cNvPr id="335" name="Text 0">
            <a:extLst xmlns:a="http://schemas.openxmlformats.org/drawingml/2006/main">
              <a:ext uri="{FF2B5EF4-FFF2-40B4-BE49-F238E27FC236}">
                <a16:creationId xmlns:a16="http://schemas.microsoft.com/office/drawing/2014/main" id="{8F870E0E-AAC8-4BED-9BF4-5268C30A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7686" y="1539263"/>
            <a:ext cx="78889" cy="123450"/>
          </a:xfrm>
          <a:custGeom xmlns:a="http://schemas.openxmlformats.org/drawingml/2006/main">
            <a:pathLst>
              <a:path w="78889" h="123450">
                <a:moveTo>
                  <a:pt x="0" y="61766"/>
                </a:moveTo>
                <a:cubicBezTo>
                  <a:pt x="0" y="47473"/>
                  <a:pt x="1472" y="35969"/>
                  <a:pt x="4415" y="27255"/>
                </a:cubicBezTo>
                <a:cubicBezTo>
                  <a:pt x="7358" y="18540"/>
                  <a:pt x="11732" y="11819"/>
                  <a:pt x="17536" y="7092"/>
                </a:cubicBezTo>
                <a:cubicBezTo>
                  <a:pt x="23339" y="2364"/>
                  <a:pt x="30642" y="0"/>
                  <a:pt x="39445" y="0"/>
                </a:cubicBezTo>
                <a:cubicBezTo>
                  <a:pt x="45936" y="0"/>
                  <a:pt x="51630" y="1306"/>
                  <a:pt x="56526" y="3917"/>
                </a:cubicBezTo>
                <a:cubicBezTo>
                  <a:pt x="61423" y="6529"/>
                  <a:pt x="65466" y="10294"/>
                  <a:pt x="68657" y="15215"/>
                </a:cubicBezTo>
                <a:cubicBezTo>
                  <a:pt x="71848" y="20135"/>
                  <a:pt x="74351" y="26128"/>
                  <a:pt x="76166" y="33194"/>
                </a:cubicBezTo>
                <a:cubicBezTo>
                  <a:pt x="77982" y="40258"/>
                  <a:pt x="78889" y="49782"/>
                  <a:pt x="78889" y="61766"/>
                </a:cubicBezTo>
                <a:cubicBezTo>
                  <a:pt x="78889" y="75949"/>
                  <a:pt x="77431" y="87398"/>
                  <a:pt x="74516" y="96113"/>
                </a:cubicBezTo>
                <a:cubicBezTo>
                  <a:pt x="71600" y="104827"/>
                  <a:pt x="67240" y="111562"/>
                  <a:pt x="61436" y="116317"/>
                </a:cubicBezTo>
                <a:cubicBezTo>
                  <a:pt x="55632" y="121073"/>
                  <a:pt x="48302" y="123450"/>
                  <a:pt x="39445" y="123450"/>
                </a:cubicBezTo>
                <a:cubicBezTo>
                  <a:pt x="27782" y="123450"/>
                  <a:pt x="18622" y="119272"/>
                  <a:pt x="11965" y="110915"/>
                </a:cubicBezTo>
                <a:cubicBezTo>
                  <a:pt x="3988" y="100854"/>
                  <a:pt x="0" y="84471"/>
                  <a:pt x="0" y="61766"/>
                </a:cubicBezTo>
                <a:moveTo>
                  <a:pt x="15266" y="61725"/>
                </a:moveTo>
                <a:cubicBezTo>
                  <a:pt x="15266" y="81518"/>
                  <a:pt x="17591" y="94691"/>
                  <a:pt x="22239" y="101245"/>
                </a:cubicBezTo>
                <a:cubicBezTo>
                  <a:pt x="26888" y="107796"/>
                  <a:pt x="32623" y="111072"/>
                  <a:pt x="39445" y="111072"/>
                </a:cubicBezTo>
                <a:cubicBezTo>
                  <a:pt x="46266" y="111072"/>
                  <a:pt x="52001" y="107783"/>
                  <a:pt x="56650" y="101203"/>
                </a:cubicBezTo>
                <a:cubicBezTo>
                  <a:pt x="61299" y="94624"/>
                  <a:pt x="63623" y="81465"/>
                  <a:pt x="63623" y="61725"/>
                </a:cubicBezTo>
                <a:cubicBezTo>
                  <a:pt x="63623" y="41877"/>
                  <a:pt x="61299" y="28691"/>
                  <a:pt x="56650" y="22167"/>
                </a:cubicBezTo>
                <a:cubicBezTo>
                  <a:pt x="52001" y="15641"/>
                  <a:pt x="46211" y="12378"/>
                  <a:pt x="39280" y="12378"/>
                </a:cubicBezTo>
                <a:cubicBezTo>
                  <a:pt x="32458" y="12378"/>
                  <a:pt x="27012" y="15257"/>
                  <a:pt x="22941" y="21014"/>
                </a:cubicBezTo>
                <a:cubicBezTo>
                  <a:pt x="17824" y="28362"/>
                  <a:pt x="15266" y="41932"/>
                  <a:pt x="15266" y="61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2">
            <a:extLst xmlns:a="http://schemas.openxmlformats.org/drawingml/2006/main">
              <a:ext uri="{FF2B5EF4-FFF2-40B4-BE49-F238E27FC236}">
                <a16:creationId xmlns:a16="http://schemas.microsoft.com/office/drawing/2014/main" id="{3732A0B6-213C-4D8D-877E-AF1AD498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678" y="1154315"/>
            <a:ext cx="80072" cy="121470"/>
          </a:xfrm>
          <a:custGeom xmlns:a="http://schemas.openxmlformats.org/drawingml/2006/main">
            <a:pathLst>
              <a:path w="80072" h="121470">
                <a:moveTo>
                  <a:pt x="80072" y="107194"/>
                </a:moveTo>
                <a:lnTo>
                  <a:pt x="80072" y="121470"/>
                </a:lnTo>
                <a:lnTo>
                  <a:pt x="110" y="121470"/>
                </a:lnTo>
                <a:cubicBezTo>
                  <a:pt x="0" y="117896"/>
                  <a:pt x="578" y="114459"/>
                  <a:pt x="1843" y="111160"/>
                </a:cubicBezTo>
                <a:cubicBezTo>
                  <a:pt x="3878" y="105717"/>
                  <a:pt x="7138" y="100357"/>
                  <a:pt x="11622" y="95079"/>
                </a:cubicBezTo>
                <a:cubicBezTo>
                  <a:pt x="16105" y="89801"/>
                  <a:pt x="22583" y="83698"/>
                  <a:pt x="31055" y="76770"/>
                </a:cubicBezTo>
                <a:cubicBezTo>
                  <a:pt x="44203" y="65997"/>
                  <a:pt x="53088" y="57464"/>
                  <a:pt x="57709" y="51170"/>
                </a:cubicBezTo>
                <a:cubicBezTo>
                  <a:pt x="62330" y="44876"/>
                  <a:pt x="64641" y="38926"/>
                  <a:pt x="64641" y="33320"/>
                </a:cubicBezTo>
                <a:cubicBezTo>
                  <a:pt x="64641" y="27439"/>
                  <a:pt x="62537" y="22478"/>
                  <a:pt x="58328" y="18438"/>
                </a:cubicBezTo>
                <a:cubicBezTo>
                  <a:pt x="54119" y="14398"/>
                  <a:pt x="48632" y="12378"/>
                  <a:pt x="41865" y="12378"/>
                </a:cubicBezTo>
                <a:cubicBezTo>
                  <a:pt x="34713" y="12378"/>
                  <a:pt x="28992" y="14524"/>
                  <a:pt x="24701" y="18815"/>
                </a:cubicBezTo>
                <a:cubicBezTo>
                  <a:pt x="20410" y="23106"/>
                  <a:pt x="18237" y="29047"/>
                  <a:pt x="18182" y="36639"/>
                </a:cubicBezTo>
                <a:lnTo>
                  <a:pt x="2916" y="35068"/>
                </a:lnTo>
                <a:cubicBezTo>
                  <a:pt x="3961" y="23655"/>
                  <a:pt x="7894" y="14957"/>
                  <a:pt x="14716" y="8974"/>
                </a:cubicBezTo>
                <a:cubicBezTo>
                  <a:pt x="21538" y="2991"/>
                  <a:pt x="30697" y="0"/>
                  <a:pt x="42195" y="0"/>
                </a:cubicBezTo>
                <a:cubicBezTo>
                  <a:pt x="53803" y="0"/>
                  <a:pt x="62990" y="3219"/>
                  <a:pt x="69757" y="9657"/>
                </a:cubicBezTo>
                <a:cubicBezTo>
                  <a:pt x="76524" y="16096"/>
                  <a:pt x="79907" y="24075"/>
                  <a:pt x="79907" y="33596"/>
                </a:cubicBezTo>
                <a:cubicBezTo>
                  <a:pt x="79907" y="38439"/>
                  <a:pt x="78917" y="43199"/>
                  <a:pt x="76936" y="47877"/>
                </a:cubicBezTo>
                <a:cubicBezTo>
                  <a:pt x="74956" y="52555"/>
                  <a:pt x="71669" y="57480"/>
                  <a:pt x="67075" y="62653"/>
                </a:cubicBezTo>
                <a:cubicBezTo>
                  <a:pt x="62482" y="67825"/>
                  <a:pt x="54848" y="74923"/>
                  <a:pt x="44176" y="83949"/>
                </a:cubicBezTo>
                <a:cubicBezTo>
                  <a:pt x="35264" y="91422"/>
                  <a:pt x="29542" y="96492"/>
                  <a:pt x="27012" y="99158"/>
                </a:cubicBezTo>
                <a:cubicBezTo>
                  <a:pt x="24481" y="101823"/>
                  <a:pt x="22390" y="104501"/>
                  <a:pt x="20740" y="107194"/>
                </a:cubicBezTo>
                <a:lnTo>
                  <a:pt x="80072" y="107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Text 4">
            <a:extLst xmlns:a="http://schemas.openxmlformats.org/drawingml/2006/main">
              <a:ext uri="{FF2B5EF4-FFF2-40B4-BE49-F238E27FC236}">
                <a16:creationId xmlns:a16="http://schemas.microsoft.com/office/drawing/2014/main" id="{A3769AC4-32CA-442D-8EEE-5524A7B9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2817" y="685362"/>
            <a:ext cx="83675" cy="120975"/>
          </a:xfrm>
          <a:custGeom xmlns:a="http://schemas.openxmlformats.org/drawingml/2006/main">
            <a:pathLst>
              <a:path w="83675" h="120975">
                <a:moveTo>
                  <a:pt x="52483" y="120975"/>
                </a:moveTo>
                <a:lnTo>
                  <a:pt x="52483" y="92010"/>
                </a:lnTo>
                <a:lnTo>
                  <a:pt x="0" y="92010"/>
                </a:lnTo>
                <a:lnTo>
                  <a:pt x="0" y="78394"/>
                </a:lnTo>
                <a:lnTo>
                  <a:pt x="55206" y="0"/>
                </a:lnTo>
                <a:lnTo>
                  <a:pt x="67336" y="0"/>
                </a:lnTo>
                <a:lnTo>
                  <a:pt x="67336" y="78394"/>
                </a:lnTo>
                <a:lnTo>
                  <a:pt x="83675" y="78394"/>
                </a:lnTo>
                <a:lnTo>
                  <a:pt x="83675" y="92010"/>
                </a:lnTo>
                <a:lnTo>
                  <a:pt x="67336" y="92010"/>
                </a:lnTo>
                <a:lnTo>
                  <a:pt x="67336" y="120975"/>
                </a:lnTo>
                <a:lnTo>
                  <a:pt x="52483" y="120975"/>
                </a:lnTo>
                <a:moveTo>
                  <a:pt x="52483" y="78394"/>
                </a:moveTo>
                <a:lnTo>
                  <a:pt x="52483" y="23848"/>
                </a:lnTo>
                <a:lnTo>
                  <a:pt x="14606" y="78394"/>
                </a:lnTo>
                <a:lnTo>
                  <a:pt x="52483" y="78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6">
            <a:extLst xmlns:a="http://schemas.openxmlformats.org/drawingml/2006/main">
              <a:ext uri="{FF2B5EF4-FFF2-40B4-BE49-F238E27FC236}">
                <a16:creationId xmlns:a16="http://schemas.microsoft.com/office/drawing/2014/main" id="{9942C2C9-9E09-4E50-8E9F-90C7358C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7026" y="299920"/>
            <a:ext cx="79880" cy="123450"/>
          </a:xfrm>
          <a:custGeom xmlns:a="http://schemas.openxmlformats.org/drawingml/2006/main">
            <a:pathLst>
              <a:path w="79880" h="123450">
                <a:moveTo>
                  <a:pt x="77734" y="30200"/>
                </a:moveTo>
                <a:lnTo>
                  <a:pt x="62963" y="31358"/>
                </a:lnTo>
                <a:cubicBezTo>
                  <a:pt x="61643" y="25552"/>
                  <a:pt x="59772" y="21334"/>
                  <a:pt x="57352" y="18704"/>
                </a:cubicBezTo>
                <a:cubicBezTo>
                  <a:pt x="53336" y="14487"/>
                  <a:pt x="48384" y="12378"/>
                  <a:pt x="42498" y="12378"/>
                </a:cubicBezTo>
                <a:cubicBezTo>
                  <a:pt x="37767" y="12378"/>
                  <a:pt x="33613" y="13691"/>
                  <a:pt x="30037" y="16318"/>
                </a:cubicBezTo>
                <a:cubicBezTo>
                  <a:pt x="25361" y="19710"/>
                  <a:pt x="21675" y="24662"/>
                  <a:pt x="18980" y="31175"/>
                </a:cubicBezTo>
                <a:cubicBezTo>
                  <a:pt x="16284" y="37687"/>
                  <a:pt x="14881" y="46963"/>
                  <a:pt x="14771" y="59002"/>
                </a:cubicBezTo>
                <a:cubicBezTo>
                  <a:pt x="18347" y="53556"/>
                  <a:pt x="22721" y="49512"/>
                  <a:pt x="27892" y="46871"/>
                </a:cubicBezTo>
                <a:cubicBezTo>
                  <a:pt x="33063" y="44231"/>
                  <a:pt x="38482" y="42910"/>
                  <a:pt x="44148" y="42910"/>
                </a:cubicBezTo>
                <a:cubicBezTo>
                  <a:pt x="54051" y="42910"/>
                  <a:pt x="62482" y="46555"/>
                  <a:pt x="69441" y="53844"/>
                </a:cubicBezTo>
                <a:cubicBezTo>
                  <a:pt x="76400" y="61134"/>
                  <a:pt x="79880" y="70555"/>
                  <a:pt x="79880" y="82108"/>
                </a:cubicBezTo>
                <a:cubicBezTo>
                  <a:pt x="79880" y="89699"/>
                  <a:pt x="78243" y="96755"/>
                  <a:pt x="74970" y="103274"/>
                </a:cubicBezTo>
                <a:cubicBezTo>
                  <a:pt x="71696" y="109793"/>
                  <a:pt x="67199" y="114786"/>
                  <a:pt x="61478" y="118251"/>
                </a:cubicBezTo>
                <a:cubicBezTo>
                  <a:pt x="55756" y="121717"/>
                  <a:pt x="49265" y="123450"/>
                  <a:pt x="42003" y="123450"/>
                </a:cubicBezTo>
                <a:cubicBezTo>
                  <a:pt x="29625" y="123450"/>
                  <a:pt x="19530" y="118901"/>
                  <a:pt x="11718" y="109803"/>
                </a:cubicBezTo>
                <a:cubicBezTo>
                  <a:pt x="3906" y="100704"/>
                  <a:pt x="0" y="85708"/>
                  <a:pt x="0" y="64817"/>
                </a:cubicBezTo>
                <a:cubicBezTo>
                  <a:pt x="0" y="41452"/>
                  <a:pt x="4319" y="24464"/>
                  <a:pt x="12956" y="13853"/>
                </a:cubicBezTo>
                <a:cubicBezTo>
                  <a:pt x="20493" y="4618"/>
                  <a:pt x="30642" y="0"/>
                  <a:pt x="43406" y="0"/>
                </a:cubicBezTo>
                <a:cubicBezTo>
                  <a:pt x="52923" y="0"/>
                  <a:pt x="60721" y="2675"/>
                  <a:pt x="66800" y="8025"/>
                </a:cubicBezTo>
                <a:cubicBezTo>
                  <a:pt x="72879" y="13375"/>
                  <a:pt x="76524" y="20767"/>
                  <a:pt x="77734" y="30200"/>
                </a:cubicBezTo>
                <a:moveTo>
                  <a:pt x="17082" y="82113"/>
                </a:moveTo>
                <a:cubicBezTo>
                  <a:pt x="17082" y="87213"/>
                  <a:pt x="18168" y="92095"/>
                  <a:pt x="20341" y="96757"/>
                </a:cubicBezTo>
                <a:cubicBezTo>
                  <a:pt x="22514" y="101420"/>
                  <a:pt x="25554" y="104972"/>
                  <a:pt x="29460" y="107413"/>
                </a:cubicBezTo>
                <a:cubicBezTo>
                  <a:pt x="33366" y="109852"/>
                  <a:pt x="37464" y="111072"/>
                  <a:pt x="41755" y="111072"/>
                </a:cubicBezTo>
                <a:cubicBezTo>
                  <a:pt x="48027" y="111072"/>
                  <a:pt x="53418" y="108549"/>
                  <a:pt x="57929" y="103503"/>
                </a:cubicBezTo>
                <a:cubicBezTo>
                  <a:pt x="62440" y="98458"/>
                  <a:pt x="64696" y="91602"/>
                  <a:pt x="64696" y="82935"/>
                </a:cubicBezTo>
                <a:cubicBezTo>
                  <a:pt x="64696" y="74597"/>
                  <a:pt x="62468" y="68029"/>
                  <a:pt x="58012" y="63231"/>
                </a:cubicBezTo>
                <a:cubicBezTo>
                  <a:pt x="53556" y="58431"/>
                  <a:pt x="47944" y="56031"/>
                  <a:pt x="41178" y="56031"/>
                </a:cubicBezTo>
                <a:cubicBezTo>
                  <a:pt x="34466" y="56031"/>
                  <a:pt x="28772" y="58431"/>
                  <a:pt x="24096" y="63231"/>
                </a:cubicBezTo>
                <a:cubicBezTo>
                  <a:pt x="19420" y="68029"/>
                  <a:pt x="17082" y="74323"/>
                  <a:pt x="17082" y="821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#of0-days">
            <a:extLst xmlns:a="http://schemas.openxmlformats.org/drawingml/2006/main">
              <a:ext uri="{FF2B5EF4-FFF2-40B4-BE49-F238E27FC236}">
                <a16:creationId xmlns:a16="http://schemas.microsoft.com/office/drawing/2014/main" id="{7365F106-6BD2-42D6-9403-2B3E0A38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406" y="94060"/>
            <a:ext cx="873228" cy="158769"/>
          </a:xfrm>
          <a:custGeom xmlns:a="http://schemas.openxmlformats.org/drawingml/2006/main">
            <a:pathLst>
              <a:path w="873228" h="158769">
                <a:moveTo>
                  <a:pt x="11179" y="93248"/>
                </a:moveTo>
                <a:lnTo>
                  <a:pt x="0" y="93248"/>
                </a:lnTo>
                <a:lnTo>
                  <a:pt x="0" y="74928"/>
                </a:lnTo>
                <a:lnTo>
                  <a:pt x="14885" y="74928"/>
                </a:lnTo>
                <a:lnTo>
                  <a:pt x="19823" y="50502"/>
                </a:lnTo>
                <a:lnTo>
                  <a:pt x="0" y="50502"/>
                </a:lnTo>
                <a:lnTo>
                  <a:pt x="0" y="32183"/>
                </a:lnTo>
                <a:lnTo>
                  <a:pt x="23529" y="32183"/>
                </a:lnTo>
                <a:lnTo>
                  <a:pt x="30037" y="0"/>
                </a:lnTo>
                <a:lnTo>
                  <a:pt x="48522" y="0"/>
                </a:lnTo>
                <a:lnTo>
                  <a:pt x="42054" y="32183"/>
                </a:lnTo>
                <a:lnTo>
                  <a:pt x="60235" y="32183"/>
                </a:lnTo>
                <a:lnTo>
                  <a:pt x="66594" y="0"/>
                </a:lnTo>
                <a:lnTo>
                  <a:pt x="85738" y="0"/>
                </a:lnTo>
                <a:lnTo>
                  <a:pt x="79188" y="32183"/>
                </a:lnTo>
                <a:lnTo>
                  <a:pt x="90525" y="32183"/>
                </a:lnTo>
                <a:lnTo>
                  <a:pt x="90525" y="50502"/>
                </a:lnTo>
                <a:lnTo>
                  <a:pt x="75460" y="50502"/>
                </a:lnTo>
                <a:lnTo>
                  <a:pt x="70485" y="74928"/>
                </a:lnTo>
                <a:lnTo>
                  <a:pt x="90525" y="74928"/>
                </a:lnTo>
                <a:lnTo>
                  <a:pt x="90525" y="93248"/>
                </a:lnTo>
                <a:lnTo>
                  <a:pt x="66756" y="93248"/>
                </a:lnTo>
                <a:lnTo>
                  <a:pt x="60240" y="125266"/>
                </a:lnTo>
                <a:lnTo>
                  <a:pt x="41838" y="125266"/>
                </a:lnTo>
                <a:lnTo>
                  <a:pt x="48166" y="93248"/>
                </a:lnTo>
                <a:lnTo>
                  <a:pt x="29787" y="93248"/>
                </a:lnTo>
                <a:lnTo>
                  <a:pt x="23353" y="125266"/>
                </a:lnTo>
                <a:lnTo>
                  <a:pt x="4704" y="125266"/>
                </a:lnTo>
                <a:lnTo>
                  <a:pt x="11179" y="93248"/>
                </a:lnTo>
                <a:moveTo>
                  <a:pt x="38374" y="50502"/>
                </a:moveTo>
                <a:lnTo>
                  <a:pt x="33467" y="74928"/>
                </a:lnTo>
                <a:lnTo>
                  <a:pt x="51787" y="74928"/>
                </a:lnTo>
                <a:lnTo>
                  <a:pt x="56614" y="50502"/>
                </a:lnTo>
                <a:lnTo>
                  <a:pt x="38374" y="50502"/>
                </a:lnTo>
                <a:close/>
                <a:moveTo>
                  <a:pt x="146226" y="78064"/>
                </a:moveTo>
                <a:cubicBezTo>
                  <a:pt x="146226" y="70362"/>
                  <a:pt x="148124" y="62908"/>
                  <a:pt x="151920" y="55701"/>
                </a:cubicBezTo>
                <a:cubicBezTo>
                  <a:pt x="155716" y="48494"/>
                  <a:pt x="161093" y="42993"/>
                  <a:pt x="168052" y="39197"/>
                </a:cubicBezTo>
                <a:cubicBezTo>
                  <a:pt x="175012" y="35401"/>
                  <a:pt x="182782" y="33503"/>
                  <a:pt x="191364" y="33503"/>
                </a:cubicBezTo>
                <a:cubicBezTo>
                  <a:pt x="204623" y="33503"/>
                  <a:pt x="215488" y="37808"/>
                  <a:pt x="223960" y="46418"/>
                </a:cubicBezTo>
                <a:cubicBezTo>
                  <a:pt x="232432" y="55027"/>
                  <a:pt x="236668" y="65906"/>
                  <a:pt x="236668" y="79054"/>
                </a:cubicBezTo>
                <a:cubicBezTo>
                  <a:pt x="236668" y="92313"/>
                  <a:pt x="232391" y="103301"/>
                  <a:pt x="223836" y="112021"/>
                </a:cubicBezTo>
                <a:cubicBezTo>
                  <a:pt x="215281" y="120741"/>
                  <a:pt x="204513" y="125101"/>
                  <a:pt x="191529" y="125101"/>
                </a:cubicBezTo>
                <a:cubicBezTo>
                  <a:pt x="183497" y="125101"/>
                  <a:pt x="175837" y="123285"/>
                  <a:pt x="168547" y="119654"/>
                </a:cubicBezTo>
                <a:cubicBezTo>
                  <a:pt x="161258" y="116023"/>
                  <a:pt x="155716" y="110701"/>
                  <a:pt x="151920" y="103687"/>
                </a:cubicBezTo>
                <a:cubicBezTo>
                  <a:pt x="148124" y="96672"/>
                  <a:pt x="146226" y="88132"/>
                  <a:pt x="146226" y="78064"/>
                </a:cubicBezTo>
                <a:moveTo>
                  <a:pt x="169992" y="79302"/>
                </a:moveTo>
                <a:cubicBezTo>
                  <a:pt x="169992" y="87966"/>
                  <a:pt x="172055" y="94602"/>
                  <a:pt x="176181" y="99210"/>
                </a:cubicBezTo>
                <a:cubicBezTo>
                  <a:pt x="180307" y="103817"/>
                  <a:pt x="185395" y="106121"/>
                  <a:pt x="191447" y="106121"/>
                </a:cubicBezTo>
                <a:cubicBezTo>
                  <a:pt x="197498" y="106121"/>
                  <a:pt x="202573" y="103817"/>
                  <a:pt x="206672" y="99210"/>
                </a:cubicBezTo>
                <a:cubicBezTo>
                  <a:pt x="210770" y="94602"/>
                  <a:pt x="212820" y="87911"/>
                  <a:pt x="212820" y="79137"/>
                </a:cubicBezTo>
                <a:cubicBezTo>
                  <a:pt x="212820" y="70582"/>
                  <a:pt x="210770" y="64001"/>
                  <a:pt x="206672" y="59394"/>
                </a:cubicBezTo>
                <a:cubicBezTo>
                  <a:pt x="202573" y="54787"/>
                  <a:pt x="197498" y="52483"/>
                  <a:pt x="191447" y="52483"/>
                </a:cubicBezTo>
                <a:cubicBezTo>
                  <a:pt x="185395" y="52483"/>
                  <a:pt x="180307" y="54787"/>
                  <a:pt x="176181" y="59394"/>
                </a:cubicBezTo>
                <a:cubicBezTo>
                  <a:pt x="172055" y="64001"/>
                  <a:pt x="169992" y="70637"/>
                  <a:pt x="169992" y="79302"/>
                </a:cubicBezTo>
                <a:close/>
                <a:moveTo>
                  <a:pt x="244673" y="35484"/>
                </a:moveTo>
                <a:lnTo>
                  <a:pt x="257546" y="35484"/>
                </a:lnTo>
                <a:lnTo>
                  <a:pt x="257546" y="28867"/>
                </a:lnTo>
                <a:cubicBezTo>
                  <a:pt x="257546" y="21478"/>
                  <a:pt x="258330" y="15963"/>
                  <a:pt x="259898" y="12324"/>
                </a:cubicBezTo>
                <a:cubicBezTo>
                  <a:pt x="261466" y="8684"/>
                  <a:pt x="264354" y="5721"/>
                  <a:pt x="268562" y="3432"/>
                </a:cubicBezTo>
                <a:cubicBezTo>
                  <a:pt x="272771" y="1144"/>
                  <a:pt x="278093" y="0"/>
                  <a:pt x="284530" y="0"/>
                </a:cubicBezTo>
                <a:cubicBezTo>
                  <a:pt x="291132" y="0"/>
                  <a:pt x="297596" y="990"/>
                  <a:pt x="303922" y="2971"/>
                </a:cubicBezTo>
                <a:lnTo>
                  <a:pt x="300786" y="19145"/>
                </a:lnTo>
                <a:cubicBezTo>
                  <a:pt x="297101" y="18264"/>
                  <a:pt x="293552" y="17824"/>
                  <a:pt x="290141" y="17824"/>
                </a:cubicBezTo>
                <a:cubicBezTo>
                  <a:pt x="286786" y="17824"/>
                  <a:pt x="284379" y="18613"/>
                  <a:pt x="282921" y="20189"/>
                </a:cubicBezTo>
                <a:cubicBezTo>
                  <a:pt x="281463" y="21764"/>
                  <a:pt x="280734" y="24790"/>
                  <a:pt x="280734" y="29266"/>
                </a:cubicBezTo>
                <a:lnTo>
                  <a:pt x="280734" y="35484"/>
                </a:lnTo>
                <a:lnTo>
                  <a:pt x="298063" y="35484"/>
                </a:lnTo>
                <a:lnTo>
                  <a:pt x="298063" y="53803"/>
                </a:lnTo>
                <a:lnTo>
                  <a:pt x="280734" y="53803"/>
                </a:lnTo>
                <a:lnTo>
                  <a:pt x="280734" y="123120"/>
                </a:lnTo>
                <a:lnTo>
                  <a:pt x="257546" y="123120"/>
                </a:lnTo>
                <a:lnTo>
                  <a:pt x="257546" y="53803"/>
                </a:lnTo>
                <a:lnTo>
                  <a:pt x="244673" y="53803"/>
                </a:lnTo>
                <a:lnTo>
                  <a:pt x="244673" y="35484"/>
                </a:lnTo>
                <a:close/>
                <a:moveTo>
                  <a:pt x="392302" y="1650"/>
                </a:moveTo>
                <a:cubicBezTo>
                  <a:pt x="404019" y="1650"/>
                  <a:pt x="413179" y="5834"/>
                  <a:pt x="419781" y="14201"/>
                </a:cubicBezTo>
                <a:cubicBezTo>
                  <a:pt x="427648" y="24111"/>
                  <a:pt x="431581" y="40543"/>
                  <a:pt x="431581" y="63499"/>
                </a:cubicBezTo>
                <a:cubicBezTo>
                  <a:pt x="431581" y="86400"/>
                  <a:pt x="427620" y="102861"/>
                  <a:pt x="419698" y="112880"/>
                </a:cubicBezTo>
                <a:cubicBezTo>
                  <a:pt x="413152" y="121137"/>
                  <a:pt x="404019" y="125266"/>
                  <a:pt x="392302" y="125266"/>
                </a:cubicBezTo>
                <a:cubicBezTo>
                  <a:pt x="380529" y="125266"/>
                  <a:pt x="371039" y="120738"/>
                  <a:pt x="363832" y="111683"/>
                </a:cubicBezTo>
                <a:cubicBezTo>
                  <a:pt x="356625" y="102627"/>
                  <a:pt x="353022" y="86483"/>
                  <a:pt x="353022" y="63252"/>
                </a:cubicBezTo>
                <a:cubicBezTo>
                  <a:pt x="353022" y="40461"/>
                  <a:pt x="356983" y="24055"/>
                  <a:pt x="364905" y="14036"/>
                </a:cubicBezTo>
                <a:cubicBezTo>
                  <a:pt x="371451" y="5779"/>
                  <a:pt x="380584" y="1650"/>
                  <a:pt x="392302" y="1650"/>
                </a:cubicBezTo>
                <a:moveTo>
                  <a:pt x="392302" y="20960"/>
                </a:moveTo>
                <a:cubicBezTo>
                  <a:pt x="389496" y="20960"/>
                  <a:pt x="386993" y="21853"/>
                  <a:pt x="384792" y="23639"/>
                </a:cubicBezTo>
                <a:cubicBezTo>
                  <a:pt x="382592" y="25426"/>
                  <a:pt x="380886" y="28627"/>
                  <a:pt x="379676" y="33243"/>
                </a:cubicBezTo>
                <a:cubicBezTo>
                  <a:pt x="378081" y="39234"/>
                  <a:pt x="377283" y="49320"/>
                  <a:pt x="377283" y="63499"/>
                </a:cubicBezTo>
                <a:cubicBezTo>
                  <a:pt x="377283" y="77679"/>
                  <a:pt x="377998" y="87421"/>
                  <a:pt x="379428" y="92724"/>
                </a:cubicBezTo>
                <a:cubicBezTo>
                  <a:pt x="380859" y="98028"/>
                  <a:pt x="382660" y="101559"/>
                  <a:pt x="384833" y="103318"/>
                </a:cubicBezTo>
                <a:cubicBezTo>
                  <a:pt x="387006" y="105077"/>
                  <a:pt x="389496" y="105956"/>
                  <a:pt x="392302" y="105956"/>
                </a:cubicBezTo>
                <a:cubicBezTo>
                  <a:pt x="395107" y="105956"/>
                  <a:pt x="397610" y="105063"/>
                  <a:pt x="399811" y="103277"/>
                </a:cubicBezTo>
                <a:cubicBezTo>
                  <a:pt x="402011" y="101490"/>
                  <a:pt x="403717" y="98289"/>
                  <a:pt x="404927" y="93673"/>
                </a:cubicBezTo>
                <a:cubicBezTo>
                  <a:pt x="406523" y="87737"/>
                  <a:pt x="407320" y="77679"/>
                  <a:pt x="407320" y="63499"/>
                </a:cubicBezTo>
                <a:cubicBezTo>
                  <a:pt x="407320" y="49320"/>
                  <a:pt x="406605" y="39578"/>
                  <a:pt x="405175" y="34274"/>
                </a:cubicBezTo>
                <a:cubicBezTo>
                  <a:pt x="403744" y="28971"/>
                  <a:pt x="401943" y="25426"/>
                  <a:pt x="399770" y="23639"/>
                </a:cubicBezTo>
                <a:cubicBezTo>
                  <a:pt x="397597" y="21853"/>
                  <a:pt x="395107" y="20960"/>
                  <a:pt x="392302" y="20960"/>
                </a:cubicBezTo>
                <a:close/>
                <a:moveTo>
                  <a:pt x="449405" y="90772"/>
                </a:moveTo>
                <a:lnTo>
                  <a:pt x="449405" y="67501"/>
                </a:lnTo>
                <a:lnTo>
                  <a:pt x="494956" y="67501"/>
                </a:lnTo>
                <a:lnTo>
                  <a:pt x="494956" y="90772"/>
                </a:lnTo>
                <a:lnTo>
                  <a:pt x="449405" y="90772"/>
                </a:lnTo>
                <a:close/>
                <a:moveTo>
                  <a:pt x="588699" y="123120"/>
                </a:moveTo>
                <a:lnTo>
                  <a:pt x="567161" y="123120"/>
                </a:lnTo>
                <a:lnTo>
                  <a:pt x="567161" y="110247"/>
                </a:lnTo>
                <a:cubicBezTo>
                  <a:pt x="563585" y="115253"/>
                  <a:pt x="559363" y="118980"/>
                  <a:pt x="554494" y="121428"/>
                </a:cubicBezTo>
                <a:cubicBezTo>
                  <a:pt x="549626" y="123877"/>
                  <a:pt x="544716" y="125101"/>
                  <a:pt x="539765" y="125101"/>
                </a:cubicBezTo>
                <a:cubicBezTo>
                  <a:pt x="529697" y="125101"/>
                  <a:pt x="521074" y="121043"/>
                  <a:pt x="513895" y="112929"/>
                </a:cubicBezTo>
                <a:cubicBezTo>
                  <a:pt x="506715" y="104814"/>
                  <a:pt x="503126" y="93495"/>
                  <a:pt x="503126" y="78972"/>
                </a:cubicBezTo>
                <a:cubicBezTo>
                  <a:pt x="503126" y="64118"/>
                  <a:pt x="506619" y="52827"/>
                  <a:pt x="513606" y="45097"/>
                </a:cubicBezTo>
                <a:cubicBezTo>
                  <a:pt x="520592" y="37368"/>
                  <a:pt x="529422" y="33503"/>
                  <a:pt x="540095" y="33503"/>
                </a:cubicBezTo>
                <a:cubicBezTo>
                  <a:pt x="549887" y="33503"/>
                  <a:pt x="558359" y="37574"/>
                  <a:pt x="565511" y="45716"/>
                </a:cubicBezTo>
                <a:lnTo>
                  <a:pt x="565511" y="2146"/>
                </a:lnTo>
                <a:lnTo>
                  <a:pt x="588699" y="2146"/>
                </a:lnTo>
                <a:lnTo>
                  <a:pt x="588699" y="123120"/>
                </a:lnTo>
                <a:moveTo>
                  <a:pt x="526809" y="77448"/>
                </a:moveTo>
                <a:cubicBezTo>
                  <a:pt x="526809" y="86786"/>
                  <a:pt x="528102" y="93543"/>
                  <a:pt x="530687" y="97717"/>
                </a:cubicBezTo>
                <a:cubicBezTo>
                  <a:pt x="534428" y="103760"/>
                  <a:pt x="539655" y="106781"/>
                  <a:pt x="546366" y="106781"/>
                </a:cubicBezTo>
                <a:cubicBezTo>
                  <a:pt x="551703" y="106781"/>
                  <a:pt x="556241" y="104515"/>
                  <a:pt x="559982" y="99983"/>
                </a:cubicBezTo>
                <a:cubicBezTo>
                  <a:pt x="563723" y="95452"/>
                  <a:pt x="565593" y="88682"/>
                  <a:pt x="565593" y="79673"/>
                </a:cubicBezTo>
                <a:cubicBezTo>
                  <a:pt x="565593" y="69620"/>
                  <a:pt x="563778" y="62382"/>
                  <a:pt x="560147" y="57960"/>
                </a:cubicBezTo>
                <a:cubicBezTo>
                  <a:pt x="556516" y="53538"/>
                  <a:pt x="551868" y="51328"/>
                  <a:pt x="546201" y="51328"/>
                </a:cubicBezTo>
                <a:cubicBezTo>
                  <a:pt x="540700" y="51328"/>
                  <a:pt x="536092" y="53511"/>
                  <a:pt x="532379" y="57878"/>
                </a:cubicBezTo>
                <a:cubicBezTo>
                  <a:pt x="528666" y="62244"/>
                  <a:pt x="526809" y="68768"/>
                  <a:pt x="526809" y="77448"/>
                </a:cubicBezTo>
                <a:close/>
                <a:moveTo>
                  <a:pt x="628887" y="62550"/>
                </a:moveTo>
                <a:lnTo>
                  <a:pt x="607844" y="58754"/>
                </a:lnTo>
                <a:cubicBezTo>
                  <a:pt x="610210" y="50171"/>
                  <a:pt x="614281" y="43816"/>
                  <a:pt x="620057" y="39692"/>
                </a:cubicBezTo>
                <a:cubicBezTo>
                  <a:pt x="625833" y="35566"/>
                  <a:pt x="634415" y="33503"/>
                  <a:pt x="645803" y="33503"/>
                </a:cubicBezTo>
                <a:cubicBezTo>
                  <a:pt x="656146" y="33503"/>
                  <a:pt x="663848" y="34727"/>
                  <a:pt x="668909" y="37175"/>
                </a:cubicBezTo>
                <a:cubicBezTo>
                  <a:pt x="673970" y="39623"/>
                  <a:pt x="677532" y="42732"/>
                  <a:pt x="679595" y="46500"/>
                </a:cubicBezTo>
                <a:cubicBezTo>
                  <a:pt x="681658" y="50269"/>
                  <a:pt x="682690" y="57186"/>
                  <a:pt x="682690" y="67254"/>
                </a:cubicBezTo>
                <a:lnTo>
                  <a:pt x="682442" y="94321"/>
                </a:lnTo>
                <a:cubicBezTo>
                  <a:pt x="682442" y="102022"/>
                  <a:pt x="682814" y="107703"/>
                  <a:pt x="683556" y="111361"/>
                </a:cubicBezTo>
                <a:cubicBezTo>
                  <a:pt x="684299" y="115019"/>
                  <a:pt x="685688" y="118939"/>
                  <a:pt x="687723" y="123120"/>
                </a:cubicBezTo>
                <a:lnTo>
                  <a:pt x="664783" y="123120"/>
                </a:lnTo>
                <a:cubicBezTo>
                  <a:pt x="664178" y="121580"/>
                  <a:pt x="663435" y="119297"/>
                  <a:pt x="662555" y="116271"/>
                </a:cubicBezTo>
                <a:cubicBezTo>
                  <a:pt x="662170" y="114896"/>
                  <a:pt x="661895" y="113988"/>
                  <a:pt x="661730" y="113548"/>
                </a:cubicBezTo>
                <a:cubicBezTo>
                  <a:pt x="657769" y="117399"/>
                  <a:pt x="653533" y="120287"/>
                  <a:pt x="649022" y="122212"/>
                </a:cubicBezTo>
                <a:cubicBezTo>
                  <a:pt x="644510" y="124138"/>
                  <a:pt x="639697" y="125101"/>
                  <a:pt x="634580" y="125101"/>
                </a:cubicBezTo>
                <a:cubicBezTo>
                  <a:pt x="625558" y="125101"/>
                  <a:pt x="618448" y="122663"/>
                  <a:pt x="613249" y="117787"/>
                </a:cubicBezTo>
                <a:cubicBezTo>
                  <a:pt x="608050" y="112912"/>
                  <a:pt x="605451" y="106748"/>
                  <a:pt x="605451" y="99298"/>
                </a:cubicBezTo>
                <a:cubicBezTo>
                  <a:pt x="605451" y="94367"/>
                  <a:pt x="606634" y="89971"/>
                  <a:pt x="608999" y="86110"/>
                </a:cubicBezTo>
                <a:cubicBezTo>
                  <a:pt x="611365" y="82247"/>
                  <a:pt x="614679" y="79288"/>
                  <a:pt x="618943" y="77234"/>
                </a:cubicBezTo>
                <a:cubicBezTo>
                  <a:pt x="623206" y="75179"/>
                  <a:pt x="629354" y="73385"/>
                  <a:pt x="637386" y="71852"/>
                </a:cubicBezTo>
                <a:cubicBezTo>
                  <a:pt x="648224" y="69825"/>
                  <a:pt x="655733" y="67935"/>
                  <a:pt x="659914" y="66181"/>
                </a:cubicBezTo>
                <a:lnTo>
                  <a:pt x="659914" y="63845"/>
                </a:lnTo>
                <a:cubicBezTo>
                  <a:pt x="659914" y="59339"/>
                  <a:pt x="658814" y="56127"/>
                  <a:pt x="656613" y="54208"/>
                </a:cubicBezTo>
                <a:cubicBezTo>
                  <a:pt x="654413" y="52288"/>
                  <a:pt x="650259" y="51328"/>
                  <a:pt x="644153" y="51328"/>
                </a:cubicBezTo>
                <a:cubicBezTo>
                  <a:pt x="640027" y="51328"/>
                  <a:pt x="636809" y="52158"/>
                  <a:pt x="634498" y="53819"/>
                </a:cubicBezTo>
                <a:cubicBezTo>
                  <a:pt x="632187" y="55478"/>
                  <a:pt x="630317" y="58388"/>
                  <a:pt x="628887" y="62550"/>
                </a:cubicBezTo>
                <a:moveTo>
                  <a:pt x="659914" y="81365"/>
                </a:moveTo>
                <a:cubicBezTo>
                  <a:pt x="656943" y="82343"/>
                  <a:pt x="652240" y="83512"/>
                  <a:pt x="645803" y="84872"/>
                </a:cubicBezTo>
                <a:cubicBezTo>
                  <a:pt x="639367" y="86230"/>
                  <a:pt x="635158" y="87562"/>
                  <a:pt x="633178" y="88866"/>
                </a:cubicBezTo>
                <a:cubicBezTo>
                  <a:pt x="630152" y="90986"/>
                  <a:pt x="628639" y="93677"/>
                  <a:pt x="628639" y="96938"/>
                </a:cubicBezTo>
                <a:cubicBezTo>
                  <a:pt x="628639" y="100146"/>
                  <a:pt x="629849" y="102919"/>
                  <a:pt x="632270" y="105257"/>
                </a:cubicBezTo>
                <a:cubicBezTo>
                  <a:pt x="634691" y="107593"/>
                  <a:pt x="637771" y="108762"/>
                  <a:pt x="641512" y="108762"/>
                </a:cubicBezTo>
                <a:cubicBezTo>
                  <a:pt x="645693" y="108762"/>
                  <a:pt x="649682" y="107403"/>
                  <a:pt x="653478" y="104685"/>
                </a:cubicBezTo>
                <a:cubicBezTo>
                  <a:pt x="656283" y="102620"/>
                  <a:pt x="658126" y="100092"/>
                  <a:pt x="659006" y="97100"/>
                </a:cubicBezTo>
                <a:cubicBezTo>
                  <a:pt x="659612" y="95144"/>
                  <a:pt x="659914" y="91421"/>
                  <a:pt x="659914" y="85932"/>
                </a:cubicBezTo>
                <a:lnTo>
                  <a:pt x="659914" y="81365"/>
                </a:lnTo>
                <a:close/>
                <a:moveTo>
                  <a:pt x="694572" y="35484"/>
                </a:moveTo>
                <a:lnTo>
                  <a:pt x="719246" y="35484"/>
                </a:lnTo>
                <a:lnTo>
                  <a:pt x="740206" y="97763"/>
                </a:lnTo>
                <a:lnTo>
                  <a:pt x="760671" y="35484"/>
                </a:lnTo>
                <a:lnTo>
                  <a:pt x="784685" y="35484"/>
                </a:lnTo>
                <a:lnTo>
                  <a:pt x="753739" y="119848"/>
                </a:lnTo>
                <a:lnTo>
                  <a:pt x="748211" y="135168"/>
                </a:lnTo>
                <a:cubicBezTo>
                  <a:pt x="746175" y="140284"/>
                  <a:pt x="744236" y="144190"/>
                  <a:pt x="742393" y="146886"/>
                </a:cubicBezTo>
                <a:cubicBezTo>
                  <a:pt x="740550" y="149582"/>
                  <a:pt x="738432" y="151768"/>
                  <a:pt x="736039" y="153446"/>
                </a:cubicBezTo>
                <a:cubicBezTo>
                  <a:pt x="733646" y="155124"/>
                  <a:pt x="730703" y="156431"/>
                  <a:pt x="727209" y="157366"/>
                </a:cubicBezTo>
                <a:cubicBezTo>
                  <a:pt x="723716" y="158301"/>
                  <a:pt x="719769" y="158769"/>
                  <a:pt x="715368" y="158769"/>
                </a:cubicBezTo>
                <a:cubicBezTo>
                  <a:pt x="710911" y="158769"/>
                  <a:pt x="706538" y="158301"/>
                  <a:pt x="702247" y="157366"/>
                </a:cubicBezTo>
                <a:lnTo>
                  <a:pt x="700184" y="139212"/>
                </a:lnTo>
                <a:cubicBezTo>
                  <a:pt x="703815" y="139927"/>
                  <a:pt x="707088" y="140284"/>
                  <a:pt x="710004" y="140284"/>
                </a:cubicBezTo>
                <a:cubicBezTo>
                  <a:pt x="715395" y="140284"/>
                  <a:pt x="719384" y="138703"/>
                  <a:pt x="721969" y="135539"/>
                </a:cubicBezTo>
                <a:cubicBezTo>
                  <a:pt x="724555" y="132376"/>
                  <a:pt x="726535" y="128346"/>
                  <a:pt x="727911" y="123450"/>
                </a:cubicBezTo>
                <a:lnTo>
                  <a:pt x="694572" y="35484"/>
                </a:lnTo>
                <a:close/>
                <a:moveTo>
                  <a:pt x="791368" y="98199"/>
                </a:moveTo>
                <a:lnTo>
                  <a:pt x="814639" y="94568"/>
                </a:lnTo>
                <a:cubicBezTo>
                  <a:pt x="815629" y="99052"/>
                  <a:pt x="817637" y="102456"/>
                  <a:pt x="820663" y="104780"/>
                </a:cubicBezTo>
                <a:cubicBezTo>
                  <a:pt x="823689" y="107104"/>
                  <a:pt x="827925" y="108266"/>
                  <a:pt x="833371" y="108266"/>
                </a:cubicBezTo>
                <a:cubicBezTo>
                  <a:pt x="839368" y="108266"/>
                  <a:pt x="843879" y="107168"/>
                  <a:pt x="846905" y="104971"/>
                </a:cubicBezTo>
                <a:cubicBezTo>
                  <a:pt x="848940" y="103432"/>
                  <a:pt x="849958" y="101372"/>
                  <a:pt x="849958" y="98790"/>
                </a:cubicBezTo>
                <a:cubicBezTo>
                  <a:pt x="849958" y="97031"/>
                  <a:pt x="849408" y="95575"/>
                  <a:pt x="848307" y="94421"/>
                </a:cubicBezTo>
                <a:cubicBezTo>
                  <a:pt x="847152" y="93323"/>
                  <a:pt x="844566" y="92307"/>
                  <a:pt x="840551" y="91373"/>
                </a:cubicBezTo>
                <a:cubicBezTo>
                  <a:pt x="821846" y="87254"/>
                  <a:pt x="809991" y="83491"/>
                  <a:pt x="804984" y="80083"/>
                </a:cubicBezTo>
                <a:cubicBezTo>
                  <a:pt x="798053" y="75356"/>
                  <a:pt x="794587" y="68787"/>
                  <a:pt x="794587" y="60379"/>
                </a:cubicBezTo>
                <a:cubicBezTo>
                  <a:pt x="794587" y="52794"/>
                  <a:pt x="797585" y="46418"/>
                  <a:pt x="803581" y="41252"/>
                </a:cubicBezTo>
                <a:cubicBezTo>
                  <a:pt x="809578" y="36086"/>
                  <a:pt x="818875" y="33503"/>
                  <a:pt x="831473" y="33503"/>
                </a:cubicBezTo>
                <a:cubicBezTo>
                  <a:pt x="843466" y="33503"/>
                  <a:pt x="852378" y="35449"/>
                  <a:pt x="858210" y="39341"/>
                </a:cubicBezTo>
                <a:cubicBezTo>
                  <a:pt x="864041" y="43234"/>
                  <a:pt x="868057" y="48989"/>
                  <a:pt x="870258" y="56609"/>
                </a:cubicBezTo>
                <a:lnTo>
                  <a:pt x="848390" y="60735"/>
                </a:lnTo>
                <a:cubicBezTo>
                  <a:pt x="847455" y="57324"/>
                  <a:pt x="845681" y="54711"/>
                  <a:pt x="843067" y="52895"/>
                </a:cubicBezTo>
                <a:cubicBezTo>
                  <a:pt x="840454" y="51080"/>
                  <a:pt x="836727" y="50172"/>
                  <a:pt x="831886" y="50172"/>
                </a:cubicBezTo>
                <a:cubicBezTo>
                  <a:pt x="825779" y="50172"/>
                  <a:pt x="821406" y="51024"/>
                  <a:pt x="818765" y="52728"/>
                </a:cubicBezTo>
                <a:cubicBezTo>
                  <a:pt x="817005" y="53935"/>
                  <a:pt x="816125" y="55500"/>
                  <a:pt x="816125" y="57424"/>
                </a:cubicBezTo>
                <a:cubicBezTo>
                  <a:pt x="816125" y="59071"/>
                  <a:pt x="816895" y="60471"/>
                  <a:pt x="818435" y="61625"/>
                </a:cubicBezTo>
                <a:cubicBezTo>
                  <a:pt x="820526" y="63163"/>
                  <a:pt x="827746" y="65334"/>
                  <a:pt x="840097" y="68136"/>
                </a:cubicBezTo>
                <a:cubicBezTo>
                  <a:pt x="852447" y="70938"/>
                  <a:pt x="861071" y="74376"/>
                  <a:pt x="865967" y="78448"/>
                </a:cubicBezTo>
                <a:cubicBezTo>
                  <a:pt x="870808" y="82578"/>
                  <a:pt x="873228" y="88330"/>
                  <a:pt x="873228" y="95705"/>
                </a:cubicBezTo>
                <a:cubicBezTo>
                  <a:pt x="873228" y="103742"/>
                  <a:pt x="869873" y="110651"/>
                  <a:pt x="863161" y="116431"/>
                </a:cubicBezTo>
                <a:cubicBezTo>
                  <a:pt x="856449" y="122211"/>
                  <a:pt x="846519" y="125101"/>
                  <a:pt x="833371" y="125101"/>
                </a:cubicBezTo>
                <a:cubicBezTo>
                  <a:pt x="821433" y="125101"/>
                  <a:pt x="811985" y="122688"/>
                  <a:pt x="805026" y="117862"/>
                </a:cubicBezTo>
                <a:cubicBezTo>
                  <a:pt x="798066" y="113035"/>
                  <a:pt x="793514" y="106480"/>
                  <a:pt x="791368" y="98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7382B-3314-442B-9F16-85D043F7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5607" y="2212381"/>
            <a:ext cx="121963" cy="121963"/>
          </a:xfrm>
          <a:custGeom xmlns:a="http://schemas.openxmlformats.org/drawingml/2006/main">
            <a:pathLst>
              <a:path w="121963" h="121963">
                <a:moveTo>
                  <a:pt x="121963" y="60981"/>
                </a:moveTo>
                <a:cubicBezTo>
                  <a:pt x="121963" y="94660"/>
                  <a:pt x="94660" y="121963"/>
                  <a:pt x="60981" y="121963"/>
                </a:cubicBezTo>
                <a:cubicBezTo>
                  <a:pt x="27302" y="121963"/>
                  <a:pt x="0" y="94660"/>
                  <a:pt x="0" y="60981"/>
                </a:cubicBezTo>
                <a:cubicBezTo>
                  <a:pt x="0" y="27302"/>
                  <a:pt x="27302" y="0"/>
                  <a:pt x="60981" y="0"/>
                </a:cubicBezTo>
                <a:cubicBezTo>
                  <a:pt x="94660" y="0"/>
                  <a:pt x="121963" y="27302"/>
                  <a:pt x="121963" y="60981"/>
                </a:cubicBezTo>
              </a:path>
            </a:pathLst>
          </a:custGeom>
          <a:solidFill xmlns:a="http://schemas.openxmlformats.org/drawingml/2006/main">
            <a:srgbClr val="000000">
              <a:alpha val="64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1">
            <a:extLst xmlns:a="http://schemas.openxmlformats.org/drawingml/2006/main">
              <a:ext uri="{FF2B5EF4-FFF2-40B4-BE49-F238E27FC236}">
                <a16:creationId xmlns:a16="http://schemas.microsoft.com/office/drawing/2014/main" id="{01907EE4-34C6-4CF3-A102-486C0CE3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6950" y="2201184"/>
            <a:ext cx="44561" cy="121470"/>
          </a:xfrm>
          <a:custGeom xmlns:a="http://schemas.openxmlformats.org/drawingml/2006/main">
            <a:pathLst>
              <a:path w="44561" h="121470">
                <a:moveTo>
                  <a:pt x="44561" y="121470"/>
                </a:moveTo>
                <a:lnTo>
                  <a:pt x="29707" y="121470"/>
                </a:lnTo>
                <a:lnTo>
                  <a:pt x="29707" y="26819"/>
                </a:lnTo>
                <a:cubicBezTo>
                  <a:pt x="26131" y="30230"/>
                  <a:pt x="21441" y="33641"/>
                  <a:pt x="15638" y="37052"/>
                </a:cubicBezTo>
                <a:cubicBezTo>
                  <a:pt x="9834" y="40462"/>
                  <a:pt x="4621" y="43021"/>
                  <a:pt x="0" y="44726"/>
                </a:cubicBezTo>
                <a:lnTo>
                  <a:pt x="0" y="30367"/>
                </a:lnTo>
                <a:cubicBezTo>
                  <a:pt x="8307" y="26461"/>
                  <a:pt x="15569" y="21730"/>
                  <a:pt x="21785" y="16174"/>
                </a:cubicBezTo>
                <a:cubicBezTo>
                  <a:pt x="28002" y="10618"/>
                  <a:pt x="32403" y="5226"/>
                  <a:pt x="34989" y="0"/>
                </a:cubicBezTo>
                <a:lnTo>
                  <a:pt x="44561" y="0"/>
                </a:lnTo>
                <a:lnTo>
                  <a:pt x="44561" y="1214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E8756-E7AF-4827-871C-102E664D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7004" y="2377988"/>
            <a:ext cx="199168" cy="199168"/>
          </a:xfrm>
          <a:custGeom xmlns:a="http://schemas.openxmlformats.org/drawingml/2006/main">
            <a:pathLst>
              <a:path w="199168" h="199168">
                <a:moveTo>
                  <a:pt x="199168" y="99584"/>
                </a:moveTo>
                <a:cubicBezTo>
                  <a:pt x="199168" y="154583"/>
                  <a:pt x="154583" y="199168"/>
                  <a:pt x="99584" y="199168"/>
                </a:cubicBezTo>
                <a:cubicBezTo>
                  <a:pt x="44585" y="199168"/>
                  <a:pt x="0" y="154583"/>
                  <a:pt x="0" y="99584"/>
                </a:cubicBezTo>
                <a:cubicBezTo>
                  <a:pt x="0" y="44585"/>
                  <a:pt x="44585" y="0"/>
                  <a:pt x="99584" y="0"/>
                </a:cubicBezTo>
                <a:cubicBezTo>
                  <a:pt x="154583" y="0"/>
                  <a:pt x="199168" y="44585"/>
                  <a:pt x="199168" y="99584"/>
                </a:cubicBezTo>
              </a:path>
            </a:pathLst>
          </a:custGeom>
          <a:solidFill xmlns:a="http://schemas.openxmlformats.org/drawingml/2006/main">
            <a:srgbClr val="000000">
              <a:alpha val="64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10">
            <a:extLst xmlns:a="http://schemas.openxmlformats.org/drawingml/2006/main">
              <a:ext uri="{FF2B5EF4-FFF2-40B4-BE49-F238E27FC236}">
                <a16:creationId xmlns:a16="http://schemas.microsoft.com/office/drawing/2014/main" id="{C58AAF89-63A5-4487-8F84-59D617E4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6950" y="2405394"/>
            <a:ext cx="161492" cy="123450"/>
          </a:xfrm>
          <a:custGeom xmlns:a="http://schemas.openxmlformats.org/drawingml/2006/main">
            <a:pathLst>
              <a:path w="161492" h="123450">
                <a:moveTo>
                  <a:pt x="44561" y="121470"/>
                </a:moveTo>
                <a:lnTo>
                  <a:pt x="29707" y="121470"/>
                </a:lnTo>
                <a:lnTo>
                  <a:pt x="29707" y="26819"/>
                </a:lnTo>
                <a:cubicBezTo>
                  <a:pt x="26131" y="30230"/>
                  <a:pt x="21441" y="33641"/>
                  <a:pt x="15638" y="37052"/>
                </a:cubicBezTo>
                <a:cubicBezTo>
                  <a:pt x="9834" y="40462"/>
                  <a:pt x="4621" y="43021"/>
                  <a:pt x="0" y="44726"/>
                </a:cubicBezTo>
                <a:lnTo>
                  <a:pt x="0" y="30367"/>
                </a:lnTo>
                <a:cubicBezTo>
                  <a:pt x="8307" y="26461"/>
                  <a:pt x="15569" y="21730"/>
                  <a:pt x="21785" y="16174"/>
                </a:cubicBezTo>
                <a:cubicBezTo>
                  <a:pt x="28002" y="10618"/>
                  <a:pt x="32403" y="5226"/>
                  <a:pt x="34989" y="0"/>
                </a:cubicBezTo>
                <a:lnTo>
                  <a:pt x="44561" y="0"/>
                </a:lnTo>
                <a:lnTo>
                  <a:pt x="44561" y="121470"/>
                </a:lnTo>
                <a:close/>
                <a:moveTo>
                  <a:pt x="82602" y="61766"/>
                </a:moveTo>
                <a:cubicBezTo>
                  <a:pt x="82602" y="47473"/>
                  <a:pt x="84074" y="35969"/>
                  <a:pt x="87017" y="27255"/>
                </a:cubicBezTo>
                <a:cubicBezTo>
                  <a:pt x="89960" y="18540"/>
                  <a:pt x="94334" y="11819"/>
                  <a:pt x="100138" y="7092"/>
                </a:cubicBezTo>
                <a:cubicBezTo>
                  <a:pt x="105942" y="2364"/>
                  <a:pt x="113245" y="0"/>
                  <a:pt x="122047" y="0"/>
                </a:cubicBezTo>
                <a:cubicBezTo>
                  <a:pt x="128538" y="0"/>
                  <a:pt x="134232" y="1306"/>
                  <a:pt x="139129" y="3917"/>
                </a:cubicBezTo>
                <a:cubicBezTo>
                  <a:pt x="144025" y="6529"/>
                  <a:pt x="148068" y="10294"/>
                  <a:pt x="151259" y="15215"/>
                </a:cubicBezTo>
                <a:cubicBezTo>
                  <a:pt x="154450" y="20135"/>
                  <a:pt x="156953" y="26128"/>
                  <a:pt x="158768" y="33194"/>
                </a:cubicBezTo>
                <a:cubicBezTo>
                  <a:pt x="160584" y="40258"/>
                  <a:pt x="161492" y="49782"/>
                  <a:pt x="161492" y="61766"/>
                </a:cubicBezTo>
                <a:cubicBezTo>
                  <a:pt x="161492" y="75949"/>
                  <a:pt x="160034" y="87398"/>
                  <a:pt x="157118" y="96113"/>
                </a:cubicBezTo>
                <a:cubicBezTo>
                  <a:pt x="154202" y="104827"/>
                  <a:pt x="149842" y="111562"/>
                  <a:pt x="144039" y="116317"/>
                </a:cubicBezTo>
                <a:cubicBezTo>
                  <a:pt x="138235" y="121073"/>
                  <a:pt x="130904" y="123450"/>
                  <a:pt x="122047" y="123450"/>
                </a:cubicBezTo>
                <a:cubicBezTo>
                  <a:pt x="110384" y="123450"/>
                  <a:pt x="101224" y="119272"/>
                  <a:pt x="94568" y="110915"/>
                </a:cubicBezTo>
                <a:cubicBezTo>
                  <a:pt x="86591" y="100854"/>
                  <a:pt x="82602" y="84471"/>
                  <a:pt x="82602" y="61766"/>
                </a:cubicBezTo>
                <a:moveTo>
                  <a:pt x="97868" y="61725"/>
                </a:moveTo>
                <a:cubicBezTo>
                  <a:pt x="97868" y="81518"/>
                  <a:pt x="100193" y="94691"/>
                  <a:pt x="104841" y="101245"/>
                </a:cubicBezTo>
                <a:cubicBezTo>
                  <a:pt x="109490" y="107796"/>
                  <a:pt x="115225" y="111072"/>
                  <a:pt x="122047" y="111072"/>
                </a:cubicBezTo>
                <a:cubicBezTo>
                  <a:pt x="128869" y="111072"/>
                  <a:pt x="134604" y="107783"/>
                  <a:pt x="139252" y="101203"/>
                </a:cubicBezTo>
                <a:cubicBezTo>
                  <a:pt x="143901" y="94624"/>
                  <a:pt x="146225" y="81465"/>
                  <a:pt x="146225" y="61725"/>
                </a:cubicBezTo>
                <a:cubicBezTo>
                  <a:pt x="146225" y="41877"/>
                  <a:pt x="143901" y="28691"/>
                  <a:pt x="139252" y="22167"/>
                </a:cubicBezTo>
                <a:cubicBezTo>
                  <a:pt x="134604" y="15641"/>
                  <a:pt x="128814" y="12378"/>
                  <a:pt x="121882" y="12378"/>
                </a:cubicBezTo>
                <a:cubicBezTo>
                  <a:pt x="115060" y="12378"/>
                  <a:pt x="109614" y="15257"/>
                  <a:pt x="105543" y="21014"/>
                </a:cubicBezTo>
                <a:cubicBezTo>
                  <a:pt x="100427" y="28362"/>
                  <a:pt x="97868" y="41932"/>
                  <a:pt x="97868" y="61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087E2-0937-4644-A0EF-AE12A1C9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640" y="2604126"/>
            <a:ext cx="253896" cy="253896"/>
          </a:xfrm>
          <a:custGeom xmlns:a="http://schemas.openxmlformats.org/drawingml/2006/main">
            <a:pathLst>
              <a:path w="253896" h="253896">
                <a:moveTo>
                  <a:pt x="253896" y="126948"/>
                </a:moveTo>
                <a:cubicBezTo>
                  <a:pt x="253896" y="197060"/>
                  <a:pt x="197060" y="253896"/>
                  <a:pt x="126948" y="253896"/>
                </a:cubicBezTo>
                <a:cubicBezTo>
                  <a:pt x="56837" y="253896"/>
                  <a:pt x="0" y="197060"/>
                  <a:pt x="0" y="126948"/>
                </a:cubicBezTo>
                <a:cubicBezTo>
                  <a:pt x="0" y="56837"/>
                  <a:pt x="56837" y="0"/>
                  <a:pt x="126948" y="0"/>
                </a:cubicBezTo>
                <a:cubicBezTo>
                  <a:pt x="197060" y="0"/>
                  <a:pt x="253896" y="56837"/>
                  <a:pt x="253896" y="126948"/>
                </a:cubicBezTo>
              </a:path>
            </a:pathLst>
          </a:custGeom>
          <a:solidFill xmlns:a="http://schemas.openxmlformats.org/drawingml/2006/main">
            <a:srgbClr val="000000">
              <a:alpha val="64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20">
            <a:extLst xmlns:a="http://schemas.openxmlformats.org/drawingml/2006/main">
              <a:ext uri="{FF2B5EF4-FFF2-40B4-BE49-F238E27FC236}">
                <a16:creationId xmlns:a16="http://schemas.microsoft.com/office/drawing/2014/main" id="{B519B900-819B-4BCA-B209-23D76139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3554" y="2658896"/>
            <a:ext cx="174887" cy="123450"/>
          </a:xfrm>
          <a:custGeom xmlns:a="http://schemas.openxmlformats.org/drawingml/2006/main">
            <a:pathLst>
              <a:path w="174887" h="123450">
                <a:moveTo>
                  <a:pt x="80072" y="107194"/>
                </a:moveTo>
                <a:lnTo>
                  <a:pt x="80072" y="121470"/>
                </a:lnTo>
                <a:lnTo>
                  <a:pt x="110" y="121470"/>
                </a:lnTo>
                <a:cubicBezTo>
                  <a:pt x="0" y="117896"/>
                  <a:pt x="578" y="114459"/>
                  <a:pt x="1843" y="111160"/>
                </a:cubicBezTo>
                <a:cubicBezTo>
                  <a:pt x="3878" y="105717"/>
                  <a:pt x="7138" y="100357"/>
                  <a:pt x="11622" y="95079"/>
                </a:cubicBezTo>
                <a:cubicBezTo>
                  <a:pt x="16105" y="89801"/>
                  <a:pt x="22583" y="83698"/>
                  <a:pt x="31055" y="76770"/>
                </a:cubicBezTo>
                <a:cubicBezTo>
                  <a:pt x="44203" y="65997"/>
                  <a:pt x="53088" y="57464"/>
                  <a:pt x="57709" y="51170"/>
                </a:cubicBezTo>
                <a:cubicBezTo>
                  <a:pt x="62330" y="44876"/>
                  <a:pt x="64641" y="38926"/>
                  <a:pt x="64641" y="33320"/>
                </a:cubicBezTo>
                <a:cubicBezTo>
                  <a:pt x="64641" y="27439"/>
                  <a:pt x="62537" y="22478"/>
                  <a:pt x="58328" y="18438"/>
                </a:cubicBezTo>
                <a:cubicBezTo>
                  <a:pt x="54119" y="14398"/>
                  <a:pt x="48632" y="12378"/>
                  <a:pt x="41865" y="12378"/>
                </a:cubicBezTo>
                <a:cubicBezTo>
                  <a:pt x="34713" y="12378"/>
                  <a:pt x="28992" y="14524"/>
                  <a:pt x="24701" y="18815"/>
                </a:cubicBezTo>
                <a:cubicBezTo>
                  <a:pt x="20410" y="23106"/>
                  <a:pt x="18237" y="29047"/>
                  <a:pt x="18182" y="36639"/>
                </a:cubicBezTo>
                <a:lnTo>
                  <a:pt x="2916" y="35068"/>
                </a:lnTo>
                <a:cubicBezTo>
                  <a:pt x="3961" y="23655"/>
                  <a:pt x="7894" y="14957"/>
                  <a:pt x="14716" y="8974"/>
                </a:cubicBezTo>
                <a:cubicBezTo>
                  <a:pt x="21538" y="2991"/>
                  <a:pt x="30697" y="0"/>
                  <a:pt x="42195" y="0"/>
                </a:cubicBezTo>
                <a:cubicBezTo>
                  <a:pt x="53803" y="0"/>
                  <a:pt x="62990" y="3219"/>
                  <a:pt x="69757" y="9657"/>
                </a:cubicBezTo>
                <a:cubicBezTo>
                  <a:pt x="76524" y="16096"/>
                  <a:pt x="79907" y="24075"/>
                  <a:pt x="79907" y="33596"/>
                </a:cubicBezTo>
                <a:cubicBezTo>
                  <a:pt x="79907" y="38439"/>
                  <a:pt x="78917" y="43199"/>
                  <a:pt x="76936" y="47877"/>
                </a:cubicBezTo>
                <a:cubicBezTo>
                  <a:pt x="74956" y="52555"/>
                  <a:pt x="71669" y="57480"/>
                  <a:pt x="67075" y="62653"/>
                </a:cubicBezTo>
                <a:cubicBezTo>
                  <a:pt x="62482" y="67825"/>
                  <a:pt x="54848" y="74923"/>
                  <a:pt x="44176" y="83949"/>
                </a:cubicBezTo>
                <a:cubicBezTo>
                  <a:pt x="35264" y="91422"/>
                  <a:pt x="29542" y="96492"/>
                  <a:pt x="27012" y="99158"/>
                </a:cubicBezTo>
                <a:cubicBezTo>
                  <a:pt x="24481" y="101823"/>
                  <a:pt x="22390" y="104501"/>
                  <a:pt x="20740" y="107194"/>
                </a:cubicBezTo>
                <a:lnTo>
                  <a:pt x="80072" y="107194"/>
                </a:lnTo>
                <a:close/>
                <a:moveTo>
                  <a:pt x="95998" y="61766"/>
                </a:moveTo>
                <a:cubicBezTo>
                  <a:pt x="95998" y="47473"/>
                  <a:pt x="97470" y="35969"/>
                  <a:pt x="100413" y="27255"/>
                </a:cubicBezTo>
                <a:cubicBezTo>
                  <a:pt x="103356" y="18540"/>
                  <a:pt x="107730" y="11819"/>
                  <a:pt x="113534" y="7092"/>
                </a:cubicBezTo>
                <a:cubicBezTo>
                  <a:pt x="119337" y="2364"/>
                  <a:pt x="126641" y="0"/>
                  <a:pt x="135443" y="0"/>
                </a:cubicBezTo>
                <a:cubicBezTo>
                  <a:pt x="141934" y="0"/>
                  <a:pt x="147628" y="1306"/>
                  <a:pt x="152524" y="3917"/>
                </a:cubicBezTo>
                <a:cubicBezTo>
                  <a:pt x="157421" y="6529"/>
                  <a:pt x="161464" y="10294"/>
                  <a:pt x="164655" y="15215"/>
                </a:cubicBezTo>
                <a:cubicBezTo>
                  <a:pt x="167846" y="20135"/>
                  <a:pt x="170349" y="26128"/>
                  <a:pt x="172164" y="33194"/>
                </a:cubicBezTo>
                <a:cubicBezTo>
                  <a:pt x="173980" y="40258"/>
                  <a:pt x="174887" y="49782"/>
                  <a:pt x="174887" y="61766"/>
                </a:cubicBezTo>
                <a:cubicBezTo>
                  <a:pt x="174887" y="75949"/>
                  <a:pt x="173429" y="87398"/>
                  <a:pt x="170514" y="96113"/>
                </a:cubicBezTo>
                <a:cubicBezTo>
                  <a:pt x="167598" y="104827"/>
                  <a:pt x="163238" y="111562"/>
                  <a:pt x="157434" y="116317"/>
                </a:cubicBezTo>
                <a:cubicBezTo>
                  <a:pt x="151630" y="121073"/>
                  <a:pt x="144300" y="123450"/>
                  <a:pt x="135443" y="123450"/>
                </a:cubicBezTo>
                <a:cubicBezTo>
                  <a:pt x="123780" y="123450"/>
                  <a:pt x="114620" y="119272"/>
                  <a:pt x="107963" y="110915"/>
                </a:cubicBezTo>
                <a:cubicBezTo>
                  <a:pt x="99986" y="100854"/>
                  <a:pt x="95998" y="84471"/>
                  <a:pt x="95998" y="61766"/>
                </a:cubicBezTo>
                <a:moveTo>
                  <a:pt x="111264" y="61725"/>
                </a:moveTo>
                <a:cubicBezTo>
                  <a:pt x="111264" y="81518"/>
                  <a:pt x="113589" y="94691"/>
                  <a:pt x="118237" y="101245"/>
                </a:cubicBezTo>
                <a:cubicBezTo>
                  <a:pt x="122886" y="107796"/>
                  <a:pt x="128621" y="111072"/>
                  <a:pt x="135443" y="111072"/>
                </a:cubicBezTo>
                <a:cubicBezTo>
                  <a:pt x="142264" y="111072"/>
                  <a:pt x="147999" y="107783"/>
                  <a:pt x="152648" y="101203"/>
                </a:cubicBezTo>
                <a:cubicBezTo>
                  <a:pt x="157297" y="94624"/>
                  <a:pt x="159621" y="81465"/>
                  <a:pt x="159621" y="61725"/>
                </a:cubicBezTo>
                <a:cubicBezTo>
                  <a:pt x="159621" y="41877"/>
                  <a:pt x="157297" y="28691"/>
                  <a:pt x="152648" y="22167"/>
                </a:cubicBezTo>
                <a:cubicBezTo>
                  <a:pt x="147999" y="15641"/>
                  <a:pt x="142209" y="12378"/>
                  <a:pt x="135278" y="12378"/>
                </a:cubicBezTo>
                <a:cubicBezTo>
                  <a:pt x="128456" y="12378"/>
                  <a:pt x="123010" y="15257"/>
                  <a:pt x="118939" y="21014"/>
                </a:cubicBezTo>
                <a:cubicBezTo>
                  <a:pt x="113822" y="28362"/>
                  <a:pt x="111264" y="41932"/>
                  <a:pt x="111264" y="617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Text #ofattacks">
            <a:extLst xmlns:a="http://schemas.openxmlformats.org/drawingml/2006/main">
              <a:ext uri="{FF2B5EF4-FFF2-40B4-BE49-F238E27FC236}">
                <a16:creationId xmlns:a16="http://schemas.microsoft.com/office/drawing/2014/main" id="{A5BEA362-804E-47E7-B29A-A9C537CC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4280" y="1995324"/>
            <a:ext cx="920266" cy="125266"/>
          </a:xfrm>
          <a:custGeom xmlns:a="http://schemas.openxmlformats.org/drawingml/2006/main">
            <a:pathLst>
              <a:path w="920266" h="125266">
                <a:moveTo>
                  <a:pt x="11179" y="93248"/>
                </a:moveTo>
                <a:lnTo>
                  <a:pt x="0" y="93248"/>
                </a:lnTo>
                <a:lnTo>
                  <a:pt x="0" y="74928"/>
                </a:lnTo>
                <a:lnTo>
                  <a:pt x="14885" y="74928"/>
                </a:lnTo>
                <a:lnTo>
                  <a:pt x="19823" y="50502"/>
                </a:lnTo>
                <a:lnTo>
                  <a:pt x="0" y="50502"/>
                </a:lnTo>
                <a:lnTo>
                  <a:pt x="0" y="32183"/>
                </a:lnTo>
                <a:lnTo>
                  <a:pt x="23529" y="32183"/>
                </a:lnTo>
                <a:lnTo>
                  <a:pt x="30037" y="0"/>
                </a:lnTo>
                <a:lnTo>
                  <a:pt x="48522" y="0"/>
                </a:lnTo>
                <a:lnTo>
                  <a:pt x="42054" y="32183"/>
                </a:lnTo>
                <a:lnTo>
                  <a:pt x="60235" y="32183"/>
                </a:lnTo>
                <a:lnTo>
                  <a:pt x="66594" y="0"/>
                </a:lnTo>
                <a:lnTo>
                  <a:pt x="85738" y="0"/>
                </a:lnTo>
                <a:lnTo>
                  <a:pt x="79188" y="32183"/>
                </a:lnTo>
                <a:lnTo>
                  <a:pt x="90525" y="32183"/>
                </a:lnTo>
                <a:lnTo>
                  <a:pt x="90525" y="50502"/>
                </a:lnTo>
                <a:lnTo>
                  <a:pt x="75460" y="50502"/>
                </a:lnTo>
                <a:lnTo>
                  <a:pt x="70485" y="74928"/>
                </a:lnTo>
                <a:lnTo>
                  <a:pt x="90525" y="74928"/>
                </a:lnTo>
                <a:lnTo>
                  <a:pt x="90525" y="93248"/>
                </a:lnTo>
                <a:lnTo>
                  <a:pt x="66756" y="93248"/>
                </a:lnTo>
                <a:lnTo>
                  <a:pt x="60240" y="125266"/>
                </a:lnTo>
                <a:lnTo>
                  <a:pt x="41838" y="125266"/>
                </a:lnTo>
                <a:lnTo>
                  <a:pt x="48166" y="93248"/>
                </a:lnTo>
                <a:lnTo>
                  <a:pt x="29787" y="93248"/>
                </a:lnTo>
                <a:lnTo>
                  <a:pt x="23353" y="125266"/>
                </a:lnTo>
                <a:lnTo>
                  <a:pt x="4704" y="125266"/>
                </a:lnTo>
                <a:lnTo>
                  <a:pt x="11179" y="93248"/>
                </a:lnTo>
                <a:moveTo>
                  <a:pt x="38374" y="50502"/>
                </a:moveTo>
                <a:lnTo>
                  <a:pt x="33467" y="74928"/>
                </a:lnTo>
                <a:lnTo>
                  <a:pt x="51787" y="74928"/>
                </a:lnTo>
                <a:lnTo>
                  <a:pt x="56614" y="50502"/>
                </a:lnTo>
                <a:lnTo>
                  <a:pt x="38374" y="50502"/>
                </a:lnTo>
                <a:close/>
                <a:moveTo>
                  <a:pt x="146226" y="78064"/>
                </a:moveTo>
                <a:cubicBezTo>
                  <a:pt x="146226" y="70362"/>
                  <a:pt x="148124" y="62908"/>
                  <a:pt x="151920" y="55701"/>
                </a:cubicBezTo>
                <a:cubicBezTo>
                  <a:pt x="155716" y="48494"/>
                  <a:pt x="161094" y="42993"/>
                  <a:pt x="168053" y="39197"/>
                </a:cubicBezTo>
                <a:cubicBezTo>
                  <a:pt x="175012" y="35401"/>
                  <a:pt x="182783" y="33503"/>
                  <a:pt x="191365" y="33503"/>
                </a:cubicBezTo>
                <a:cubicBezTo>
                  <a:pt x="204623" y="33503"/>
                  <a:pt x="215488" y="37808"/>
                  <a:pt x="223960" y="46418"/>
                </a:cubicBezTo>
                <a:cubicBezTo>
                  <a:pt x="232432" y="55027"/>
                  <a:pt x="236668" y="65906"/>
                  <a:pt x="236668" y="79054"/>
                </a:cubicBezTo>
                <a:cubicBezTo>
                  <a:pt x="236668" y="92313"/>
                  <a:pt x="232391" y="103301"/>
                  <a:pt x="223837" y="112021"/>
                </a:cubicBezTo>
                <a:cubicBezTo>
                  <a:pt x="215282" y="120741"/>
                  <a:pt x="204513" y="125101"/>
                  <a:pt x="191530" y="125101"/>
                </a:cubicBezTo>
                <a:cubicBezTo>
                  <a:pt x="183498" y="125101"/>
                  <a:pt x="175837" y="123285"/>
                  <a:pt x="168548" y="119654"/>
                </a:cubicBezTo>
                <a:cubicBezTo>
                  <a:pt x="161259" y="116023"/>
                  <a:pt x="155716" y="110701"/>
                  <a:pt x="151920" y="103687"/>
                </a:cubicBezTo>
                <a:cubicBezTo>
                  <a:pt x="148124" y="96672"/>
                  <a:pt x="146226" y="88132"/>
                  <a:pt x="146226" y="78064"/>
                </a:cubicBezTo>
                <a:moveTo>
                  <a:pt x="169992" y="79302"/>
                </a:moveTo>
                <a:cubicBezTo>
                  <a:pt x="169992" y="87966"/>
                  <a:pt x="172055" y="94602"/>
                  <a:pt x="176181" y="99210"/>
                </a:cubicBezTo>
                <a:cubicBezTo>
                  <a:pt x="180307" y="103817"/>
                  <a:pt x="185396" y="106121"/>
                  <a:pt x="191447" y="106121"/>
                </a:cubicBezTo>
                <a:cubicBezTo>
                  <a:pt x="197499" y="106121"/>
                  <a:pt x="202574" y="103817"/>
                  <a:pt x="206672" y="99210"/>
                </a:cubicBezTo>
                <a:cubicBezTo>
                  <a:pt x="210771" y="94602"/>
                  <a:pt x="212820" y="87911"/>
                  <a:pt x="212820" y="79137"/>
                </a:cubicBezTo>
                <a:cubicBezTo>
                  <a:pt x="212820" y="70582"/>
                  <a:pt x="210771" y="64001"/>
                  <a:pt x="206672" y="59394"/>
                </a:cubicBezTo>
                <a:cubicBezTo>
                  <a:pt x="202574" y="54787"/>
                  <a:pt x="197499" y="52483"/>
                  <a:pt x="191447" y="52483"/>
                </a:cubicBezTo>
                <a:cubicBezTo>
                  <a:pt x="185396" y="52483"/>
                  <a:pt x="180307" y="54787"/>
                  <a:pt x="176181" y="59394"/>
                </a:cubicBezTo>
                <a:cubicBezTo>
                  <a:pt x="172055" y="64001"/>
                  <a:pt x="169992" y="70637"/>
                  <a:pt x="169992" y="79302"/>
                </a:cubicBezTo>
                <a:close/>
                <a:moveTo>
                  <a:pt x="244673" y="35484"/>
                </a:moveTo>
                <a:lnTo>
                  <a:pt x="257546" y="35484"/>
                </a:lnTo>
                <a:lnTo>
                  <a:pt x="257546" y="28867"/>
                </a:lnTo>
                <a:cubicBezTo>
                  <a:pt x="257546" y="21478"/>
                  <a:pt x="258330" y="15963"/>
                  <a:pt x="259898" y="12324"/>
                </a:cubicBezTo>
                <a:cubicBezTo>
                  <a:pt x="261466" y="8684"/>
                  <a:pt x="264354" y="5721"/>
                  <a:pt x="268563" y="3432"/>
                </a:cubicBezTo>
                <a:cubicBezTo>
                  <a:pt x="272771" y="1144"/>
                  <a:pt x="278094" y="0"/>
                  <a:pt x="284530" y="0"/>
                </a:cubicBezTo>
                <a:cubicBezTo>
                  <a:pt x="291132" y="0"/>
                  <a:pt x="297596" y="990"/>
                  <a:pt x="303923" y="2971"/>
                </a:cubicBezTo>
                <a:lnTo>
                  <a:pt x="300787" y="19145"/>
                </a:lnTo>
                <a:cubicBezTo>
                  <a:pt x="297101" y="18264"/>
                  <a:pt x="293553" y="17824"/>
                  <a:pt x="290142" y="17824"/>
                </a:cubicBezTo>
                <a:cubicBezTo>
                  <a:pt x="286786" y="17824"/>
                  <a:pt x="284379" y="18613"/>
                  <a:pt x="282921" y="20189"/>
                </a:cubicBezTo>
                <a:cubicBezTo>
                  <a:pt x="281463" y="21764"/>
                  <a:pt x="280734" y="24790"/>
                  <a:pt x="280734" y="29266"/>
                </a:cubicBezTo>
                <a:lnTo>
                  <a:pt x="280734" y="35484"/>
                </a:lnTo>
                <a:lnTo>
                  <a:pt x="298064" y="35484"/>
                </a:lnTo>
                <a:lnTo>
                  <a:pt x="298064" y="53803"/>
                </a:lnTo>
                <a:lnTo>
                  <a:pt x="280734" y="53803"/>
                </a:lnTo>
                <a:lnTo>
                  <a:pt x="280734" y="123120"/>
                </a:lnTo>
                <a:lnTo>
                  <a:pt x="257546" y="123120"/>
                </a:lnTo>
                <a:lnTo>
                  <a:pt x="257546" y="53803"/>
                </a:lnTo>
                <a:lnTo>
                  <a:pt x="244673" y="53803"/>
                </a:lnTo>
                <a:lnTo>
                  <a:pt x="244673" y="35484"/>
                </a:lnTo>
                <a:close/>
                <a:moveTo>
                  <a:pt x="375385" y="62550"/>
                </a:moveTo>
                <a:lnTo>
                  <a:pt x="354343" y="58754"/>
                </a:lnTo>
                <a:cubicBezTo>
                  <a:pt x="356708" y="50171"/>
                  <a:pt x="360779" y="43816"/>
                  <a:pt x="366556" y="39692"/>
                </a:cubicBezTo>
                <a:cubicBezTo>
                  <a:pt x="372332" y="35566"/>
                  <a:pt x="380914" y="33503"/>
                  <a:pt x="392302" y="33503"/>
                </a:cubicBezTo>
                <a:cubicBezTo>
                  <a:pt x="402644" y="33503"/>
                  <a:pt x="410346" y="34727"/>
                  <a:pt x="415407" y="37175"/>
                </a:cubicBezTo>
                <a:cubicBezTo>
                  <a:pt x="420469" y="39623"/>
                  <a:pt x="424031" y="42732"/>
                  <a:pt x="426094" y="46500"/>
                </a:cubicBezTo>
                <a:cubicBezTo>
                  <a:pt x="428157" y="50269"/>
                  <a:pt x="429188" y="57186"/>
                  <a:pt x="429188" y="67254"/>
                </a:cubicBezTo>
                <a:lnTo>
                  <a:pt x="428941" y="94321"/>
                </a:lnTo>
                <a:cubicBezTo>
                  <a:pt x="428941" y="102022"/>
                  <a:pt x="429312" y="107703"/>
                  <a:pt x="430055" y="111361"/>
                </a:cubicBezTo>
                <a:cubicBezTo>
                  <a:pt x="430797" y="115019"/>
                  <a:pt x="432187" y="118939"/>
                  <a:pt x="434222" y="123120"/>
                </a:cubicBezTo>
                <a:lnTo>
                  <a:pt x="411281" y="123120"/>
                </a:lnTo>
                <a:cubicBezTo>
                  <a:pt x="410676" y="121580"/>
                  <a:pt x="409934" y="119297"/>
                  <a:pt x="409053" y="116271"/>
                </a:cubicBezTo>
                <a:cubicBezTo>
                  <a:pt x="408668" y="114896"/>
                  <a:pt x="408393" y="113988"/>
                  <a:pt x="408228" y="113548"/>
                </a:cubicBezTo>
                <a:cubicBezTo>
                  <a:pt x="404267" y="117399"/>
                  <a:pt x="400031" y="120287"/>
                  <a:pt x="395520" y="122212"/>
                </a:cubicBezTo>
                <a:cubicBezTo>
                  <a:pt x="391009" y="124138"/>
                  <a:pt x="386195" y="125101"/>
                  <a:pt x="381079" y="125101"/>
                </a:cubicBezTo>
                <a:cubicBezTo>
                  <a:pt x="372057" y="125101"/>
                  <a:pt x="364946" y="122663"/>
                  <a:pt x="359748" y="117787"/>
                </a:cubicBezTo>
                <a:cubicBezTo>
                  <a:pt x="354549" y="112912"/>
                  <a:pt x="351949" y="106748"/>
                  <a:pt x="351949" y="99298"/>
                </a:cubicBezTo>
                <a:cubicBezTo>
                  <a:pt x="351949" y="94367"/>
                  <a:pt x="353132" y="89971"/>
                  <a:pt x="355498" y="86110"/>
                </a:cubicBezTo>
                <a:cubicBezTo>
                  <a:pt x="357863" y="82247"/>
                  <a:pt x="361178" y="79288"/>
                  <a:pt x="365442" y="77234"/>
                </a:cubicBezTo>
                <a:cubicBezTo>
                  <a:pt x="369705" y="75179"/>
                  <a:pt x="375853" y="73385"/>
                  <a:pt x="383885" y="71852"/>
                </a:cubicBezTo>
                <a:cubicBezTo>
                  <a:pt x="394722" y="69825"/>
                  <a:pt x="402232" y="67935"/>
                  <a:pt x="406413" y="66181"/>
                </a:cubicBezTo>
                <a:lnTo>
                  <a:pt x="406413" y="63845"/>
                </a:lnTo>
                <a:cubicBezTo>
                  <a:pt x="406413" y="59339"/>
                  <a:pt x="405312" y="56127"/>
                  <a:pt x="403112" y="54208"/>
                </a:cubicBezTo>
                <a:cubicBezTo>
                  <a:pt x="400911" y="52288"/>
                  <a:pt x="396758" y="51328"/>
                  <a:pt x="390651" y="51328"/>
                </a:cubicBezTo>
                <a:cubicBezTo>
                  <a:pt x="386525" y="51328"/>
                  <a:pt x="383307" y="52158"/>
                  <a:pt x="380997" y="53819"/>
                </a:cubicBezTo>
                <a:cubicBezTo>
                  <a:pt x="378686" y="55478"/>
                  <a:pt x="376816" y="58388"/>
                  <a:pt x="375385" y="62550"/>
                </a:cubicBezTo>
                <a:moveTo>
                  <a:pt x="406413" y="81365"/>
                </a:moveTo>
                <a:cubicBezTo>
                  <a:pt x="403442" y="82343"/>
                  <a:pt x="398738" y="83512"/>
                  <a:pt x="392302" y="84872"/>
                </a:cubicBezTo>
                <a:cubicBezTo>
                  <a:pt x="385865" y="86230"/>
                  <a:pt x="381657" y="87562"/>
                  <a:pt x="379676" y="88866"/>
                </a:cubicBezTo>
                <a:cubicBezTo>
                  <a:pt x="376650" y="90986"/>
                  <a:pt x="375138" y="93677"/>
                  <a:pt x="375138" y="96938"/>
                </a:cubicBezTo>
                <a:cubicBezTo>
                  <a:pt x="375138" y="100146"/>
                  <a:pt x="376348" y="102919"/>
                  <a:pt x="378769" y="105257"/>
                </a:cubicBezTo>
                <a:cubicBezTo>
                  <a:pt x="381189" y="107593"/>
                  <a:pt x="384270" y="108762"/>
                  <a:pt x="388011" y="108762"/>
                </a:cubicBezTo>
                <a:cubicBezTo>
                  <a:pt x="392192" y="108762"/>
                  <a:pt x="396180" y="107403"/>
                  <a:pt x="399976" y="104685"/>
                </a:cubicBezTo>
                <a:cubicBezTo>
                  <a:pt x="402782" y="102620"/>
                  <a:pt x="404625" y="100092"/>
                  <a:pt x="405505" y="97100"/>
                </a:cubicBezTo>
                <a:cubicBezTo>
                  <a:pt x="406110" y="95144"/>
                  <a:pt x="406413" y="91421"/>
                  <a:pt x="406413" y="85932"/>
                </a:cubicBezTo>
                <a:lnTo>
                  <a:pt x="406413" y="81365"/>
                </a:lnTo>
                <a:close/>
                <a:moveTo>
                  <a:pt x="492233" y="35484"/>
                </a:moveTo>
                <a:lnTo>
                  <a:pt x="492233" y="53968"/>
                </a:lnTo>
                <a:lnTo>
                  <a:pt x="476389" y="53968"/>
                </a:lnTo>
                <a:lnTo>
                  <a:pt x="476389" y="89230"/>
                </a:lnTo>
                <a:cubicBezTo>
                  <a:pt x="476389" y="96372"/>
                  <a:pt x="476541" y="100533"/>
                  <a:pt x="476843" y="101714"/>
                </a:cubicBezTo>
                <a:cubicBezTo>
                  <a:pt x="477146" y="102893"/>
                  <a:pt x="477834" y="103868"/>
                  <a:pt x="478906" y="104638"/>
                </a:cubicBezTo>
                <a:cubicBezTo>
                  <a:pt x="479979" y="105407"/>
                  <a:pt x="481286" y="105791"/>
                  <a:pt x="482826" y="105791"/>
                </a:cubicBezTo>
                <a:cubicBezTo>
                  <a:pt x="484972" y="105791"/>
                  <a:pt x="488080" y="105048"/>
                  <a:pt x="492151" y="103563"/>
                </a:cubicBezTo>
                <a:lnTo>
                  <a:pt x="494131" y="121619"/>
                </a:lnTo>
                <a:cubicBezTo>
                  <a:pt x="488740" y="123940"/>
                  <a:pt x="482633" y="125101"/>
                  <a:pt x="475812" y="125101"/>
                </a:cubicBezTo>
                <a:cubicBezTo>
                  <a:pt x="471631" y="125101"/>
                  <a:pt x="467862" y="124399"/>
                  <a:pt x="464507" y="122996"/>
                </a:cubicBezTo>
                <a:cubicBezTo>
                  <a:pt x="461151" y="121593"/>
                  <a:pt x="458689" y="119778"/>
                  <a:pt x="457121" y="117550"/>
                </a:cubicBezTo>
                <a:cubicBezTo>
                  <a:pt x="455553" y="115322"/>
                  <a:pt x="454467" y="112310"/>
                  <a:pt x="453861" y="108514"/>
                </a:cubicBezTo>
                <a:cubicBezTo>
                  <a:pt x="453366" y="105818"/>
                  <a:pt x="453119" y="100372"/>
                  <a:pt x="453119" y="92175"/>
                </a:cubicBezTo>
                <a:lnTo>
                  <a:pt x="453119" y="53968"/>
                </a:lnTo>
                <a:lnTo>
                  <a:pt x="442474" y="53968"/>
                </a:lnTo>
                <a:lnTo>
                  <a:pt x="442474" y="35484"/>
                </a:lnTo>
                <a:lnTo>
                  <a:pt x="453119" y="35484"/>
                </a:lnTo>
                <a:lnTo>
                  <a:pt x="453119" y="17989"/>
                </a:lnTo>
                <a:lnTo>
                  <a:pt x="476389" y="4291"/>
                </a:lnTo>
                <a:lnTo>
                  <a:pt x="476389" y="35484"/>
                </a:lnTo>
                <a:lnTo>
                  <a:pt x="492233" y="35484"/>
                </a:lnTo>
                <a:close/>
                <a:moveTo>
                  <a:pt x="548512" y="35484"/>
                </a:moveTo>
                <a:lnTo>
                  <a:pt x="548512" y="53968"/>
                </a:lnTo>
                <a:lnTo>
                  <a:pt x="532668" y="53968"/>
                </a:lnTo>
                <a:lnTo>
                  <a:pt x="532668" y="89230"/>
                </a:lnTo>
                <a:cubicBezTo>
                  <a:pt x="532668" y="96372"/>
                  <a:pt x="532819" y="100533"/>
                  <a:pt x="533122" y="101714"/>
                </a:cubicBezTo>
                <a:cubicBezTo>
                  <a:pt x="533424" y="102893"/>
                  <a:pt x="534112" y="103868"/>
                  <a:pt x="535185" y="104638"/>
                </a:cubicBezTo>
                <a:cubicBezTo>
                  <a:pt x="536258" y="105407"/>
                  <a:pt x="537564" y="105791"/>
                  <a:pt x="539104" y="105791"/>
                </a:cubicBezTo>
                <a:cubicBezTo>
                  <a:pt x="541250" y="105791"/>
                  <a:pt x="544358" y="105048"/>
                  <a:pt x="548429" y="103563"/>
                </a:cubicBezTo>
                <a:lnTo>
                  <a:pt x="550410" y="121619"/>
                </a:lnTo>
                <a:cubicBezTo>
                  <a:pt x="545018" y="123940"/>
                  <a:pt x="538912" y="125101"/>
                  <a:pt x="532090" y="125101"/>
                </a:cubicBezTo>
                <a:cubicBezTo>
                  <a:pt x="527909" y="125101"/>
                  <a:pt x="524141" y="124399"/>
                  <a:pt x="520785" y="122996"/>
                </a:cubicBezTo>
                <a:cubicBezTo>
                  <a:pt x="517429" y="121593"/>
                  <a:pt x="514967" y="119778"/>
                  <a:pt x="513399" y="117550"/>
                </a:cubicBezTo>
                <a:cubicBezTo>
                  <a:pt x="511832" y="115322"/>
                  <a:pt x="510745" y="112310"/>
                  <a:pt x="510140" y="108514"/>
                </a:cubicBezTo>
                <a:cubicBezTo>
                  <a:pt x="509645" y="105818"/>
                  <a:pt x="509397" y="100372"/>
                  <a:pt x="509397" y="92175"/>
                </a:cubicBezTo>
                <a:lnTo>
                  <a:pt x="509397" y="53968"/>
                </a:lnTo>
                <a:lnTo>
                  <a:pt x="498752" y="53968"/>
                </a:lnTo>
                <a:lnTo>
                  <a:pt x="498752" y="35484"/>
                </a:lnTo>
                <a:lnTo>
                  <a:pt x="509397" y="35484"/>
                </a:lnTo>
                <a:lnTo>
                  <a:pt x="509397" y="17989"/>
                </a:lnTo>
                <a:lnTo>
                  <a:pt x="532668" y="4291"/>
                </a:lnTo>
                <a:lnTo>
                  <a:pt x="532668" y="35484"/>
                </a:lnTo>
                <a:lnTo>
                  <a:pt x="548512" y="35484"/>
                </a:lnTo>
                <a:close/>
                <a:moveTo>
                  <a:pt x="581933" y="62550"/>
                </a:moveTo>
                <a:lnTo>
                  <a:pt x="560890" y="58754"/>
                </a:lnTo>
                <a:cubicBezTo>
                  <a:pt x="563256" y="50171"/>
                  <a:pt x="567327" y="43816"/>
                  <a:pt x="573103" y="39692"/>
                </a:cubicBezTo>
                <a:cubicBezTo>
                  <a:pt x="578880" y="35566"/>
                  <a:pt x="587462" y="33503"/>
                  <a:pt x="598850" y="33503"/>
                </a:cubicBezTo>
                <a:cubicBezTo>
                  <a:pt x="609192" y="33503"/>
                  <a:pt x="616894" y="34727"/>
                  <a:pt x="621955" y="37175"/>
                </a:cubicBezTo>
                <a:cubicBezTo>
                  <a:pt x="627017" y="39623"/>
                  <a:pt x="630579" y="42732"/>
                  <a:pt x="632642" y="46500"/>
                </a:cubicBezTo>
                <a:cubicBezTo>
                  <a:pt x="634705" y="50269"/>
                  <a:pt x="635736" y="57186"/>
                  <a:pt x="635736" y="67254"/>
                </a:cubicBezTo>
                <a:lnTo>
                  <a:pt x="635489" y="94321"/>
                </a:lnTo>
                <a:cubicBezTo>
                  <a:pt x="635489" y="102022"/>
                  <a:pt x="635860" y="107703"/>
                  <a:pt x="636603" y="111361"/>
                </a:cubicBezTo>
                <a:cubicBezTo>
                  <a:pt x="637345" y="115019"/>
                  <a:pt x="638734" y="118939"/>
                  <a:pt x="640770" y="123120"/>
                </a:cubicBezTo>
                <a:lnTo>
                  <a:pt x="617829" y="123120"/>
                </a:lnTo>
                <a:cubicBezTo>
                  <a:pt x="617224" y="121580"/>
                  <a:pt x="616481" y="119297"/>
                  <a:pt x="615601" y="116271"/>
                </a:cubicBezTo>
                <a:cubicBezTo>
                  <a:pt x="615216" y="114896"/>
                  <a:pt x="614941" y="113988"/>
                  <a:pt x="614776" y="113548"/>
                </a:cubicBezTo>
                <a:cubicBezTo>
                  <a:pt x="610815" y="117399"/>
                  <a:pt x="606579" y="120287"/>
                  <a:pt x="602068" y="122212"/>
                </a:cubicBezTo>
                <a:cubicBezTo>
                  <a:pt x="597557" y="124138"/>
                  <a:pt x="592743" y="125101"/>
                  <a:pt x="587627" y="125101"/>
                </a:cubicBezTo>
                <a:cubicBezTo>
                  <a:pt x="578605" y="125101"/>
                  <a:pt x="571494" y="122663"/>
                  <a:pt x="566295" y="117787"/>
                </a:cubicBezTo>
                <a:cubicBezTo>
                  <a:pt x="561097" y="112912"/>
                  <a:pt x="558497" y="106748"/>
                  <a:pt x="558497" y="99298"/>
                </a:cubicBezTo>
                <a:cubicBezTo>
                  <a:pt x="558497" y="94367"/>
                  <a:pt x="559680" y="89971"/>
                  <a:pt x="562046" y="86110"/>
                </a:cubicBezTo>
                <a:cubicBezTo>
                  <a:pt x="564411" y="82247"/>
                  <a:pt x="567726" y="79288"/>
                  <a:pt x="571989" y="77234"/>
                </a:cubicBezTo>
                <a:cubicBezTo>
                  <a:pt x="576253" y="75179"/>
                  <a:pt x="582401" y="73385"/>
                  <a:pt x="590433" y="71852"/>
                </a:cubicBezTo>
                <a:cubicBezTo>
                  <a:pt x="601270" y="69825"/>
                  <a:pt x="608780" y="67935"/>
                  <a:pt x="612961" y="66181"/>
                </a:cubicBezTo>
                <a:lnTo>
                  <a:pt x="612961" y="63845"/>
                </a:lnTo>
                <a:cubicBezTo>
                  <a:pt x="612961" y="59339"/>
                  <a:pt x="611860" y="56127"/>
                  <a:pt x="609660" y="54208"/>
                </a:cubicBezTo>
                <a:cubicBezTo>
                  <a:pt x="607459" y="52288"/>
                  <a:pt x="603306" y="51328"/>
                  <a:pt x="597199" y="51328"/>
                </a:cubicBezTo>
                <a:cubicBezTo>
                  <a:pt x="593073" y="51328"/>
                  <a:pt x="589855" y="52158"/>
                  <a:pt x="587544" y="53819"/>
                </a:cubicBezTo>
                <a:cubicBezTo>
                  <a:pt x="585234" y="55478"/>
                  <a:pt x="583363" y="58388"/>
                  <a:pt x="581933" y="62550"/>
                </a:cubicBezTo>
                <a:moveTo>
                  <a:pt x="612961" y="81365"/>
                </a:moveTo>
                <a:cubicBezTo>
                  <a:pt x="609990" y="82343"/>
                  <a:pt x="605286" y="83512"/>
                  <a:pt x="598850" y="84872"/>
                </a:cubicBezTo>
                <a:cubicBezTo>
                  <a:pt x="592413" y="86230"/>
                  <a:pt x="588205" y="87562"/>
                  <a:pt x="586224" y="88866"/>
                </a:cubicBezTo>
                <a:cubicBezTo>
                  <a:pt x="583198" y="90986"/>
                  <a:pt x="581685" y="93677"/>
                  <a:pt x="581685" y="96938"/>
                </a:cubicBezTo>
                <a:cubicBezTo>
                  <a:pt x="581685" y="100146"/>
                  <a:pt x="582896" y="102919"/>
                  <a:pt x="585316" y="105257"/>
                </a:cubicBezTo>
                <a:cubicBezTo>
                  <a:pt x="587737" y="107593"/>
                  <a:pt x="590818" y="108762"/>
                  <a:pt x="594559" y="108762"/>
                </a:cubicBezTo>
                <a:cubicBezTo>
                  <a:pt x="598740" y="108762"/>
                  <a:pt x="602728" y="107403"/>
                  <a:pt x="606524" y="104685"/>
                </a:cubicBezTo>
                <a:cubicBezTo>
                  <a:pt x="609330" y="102620"/>
                  <a:pt x="611173" y="100092"/>
                  <a:pt x="612053" y="97100"/>
                </a:cubicBezTo>
                <a:cubicBezTo>
                  <a:pt x="612658" y="95144"/>
                  <a:pt x="612961" y="91421"/>
                  <a:pt x="612961" y="85932"/>
                </a:cubicBezTo>
                <a:lnTo>
                  <a:pt x="612961" y="81365"/>
                </a:lnTo>
                <a:close/>
                <a:moveTo>
                  <a:pt x="735008" y="61395"/>
                </a:moveTo>
                <a:lnTo>
                  <a:pt x="712150" y="65521"/>
                </a:lnTo>
                <a:cubicBezTo>
                  <a:pt x="711379" y="60982"/>
                  <a:pt x="709633" y="57565"/>
                  <a:pt x="706910" y="55268"/>
                </a:cubicBezTo>
                <a:cubicBezTo>
                  <a:pt x="704186" y="52971"/>
                  <a:pt x="700652" y="51823"/>
                  <a:pt x="696306" y="51823"/>
                </a:cubicBezTo>
                <a:cubicBezTo>
                  <a:pt x="690529" y="51823"/>
                  <a:pt x="685922" y="53811"/>
                  <a:pt x="682484" y="57787"/>
                </a:cubicBezTo>
                <a:cubicBezTo>
                  <a:pt x="679045" y="61764"/>
                  <a:pt x="677326" y="68414"/>
                  <a:pt x="677326" y="77737"/>
                </a:cubicBezTo>
                <a:cubicBezTo>
                  <a:pt x="677326" y="88103"/>
                  <a:pt x="679073" y="95426"/>
                  <a:pt x="682566" y="99705"/>
                </a:cubicBezTo>
                <a:cubicBezTo>
                  <a:pt x="686060" y="103982"/>
                  <a:pt x="690749" y="106121"/>
                  <a:pt x="696636" y="106121"/>
                </a:cubicBezTo>
                <a:cubicBezTo>
                  <a:pt x="701037" y="106121"/>
                  <a:pt x="704640" y="104869"/>
                  <a:pt x="707446" y="102366"/>
                </a:cubicBezTo>
                <a:cubicBezTo>
                  <a:pt x="710252" y="99863"/>
                  <a:pt x="712232" y="95558"/>
                  <a:pt x="713387" y="89452"/>
                </a:cubicBezTo>
                <a:lnTo>
                  <a:pt x="736163" y="93413"/>
                </a:lnTo>
                <a:cubicBezTo>
                  <a:pt x="733797" y="103865"/>
                  <a:pt x="729259" y="111760"/>
                  <a:pt x="722547" y="117096"/>
                </a:cubicBezTo>
                <a:cubicBezTo>
                  <a:pt x="715836" y="122432"/>
                  <a:pt x="706841" y="125101"/>
                  <a:pt x="695563" y="125101"/>
                </a:cubicBezTo>
                <a:cubicBezTo>
                  <a:pt x="682745" y="125101"/>
                  <a:pt x="672526" y="121057"/>
                  <a:pt x="664907" y="112970"/>
                </a:cubicBezTo>
                <a:cubicBezTo>
                  <a:pt x="657288" y="104883"/>
                  <a:pt x="653478" y="93688"/>
                  <a:pt x="653478" y="79384"/>
                </a:cubicBezTo>
                <a:cubicBezTo>
                  <a:pt x="653478" y="64916"/>
                  <a:pt x="657301" y="53652"/>
                  <a:pt x="664948" y="45592"/>
                </a:cubicBezTo>
                <a:cubicBezTo>
                  <a:pt x="672595" y="37533"/>
                  <a:pt x="682938" y="33503"/>
                  <a:pt x="695976" y="33503"/>
                </a:cubicBezTo>
                <a:cubicBezTo>
                  <a:pt x="706648" y="33503"/>
                  <a:pt x="715134" y="35800"/>
                  <a:pt x="721433" y="40394"/>
                </a:cubicBezTo>
                <a:cubicBezTo>
                  <a:pt x="727732" y="44987"/>
                  <a:pt x="732257" y="51988"/>
                  <a:pt x="735008" y="61395"/>
                </a:cubicBezTo>
                <a:close/>
                <a:moveTo>
                  <a:pt x="751758" y="123120"/>
                </a:moveTo>
                <a:lnTo>
                  <a:pt x="751758" y="2146"/>
                </a:lnTo>
                <a:lnTo>
                  <a:pt x="774947" y="2146"/>
                </a:lnTo>
                <a:lnTo>
                  <a:pt x="774947" y="66346"/>
                </a:lnTo>
                <a:lnTo>
                  <a:pt x="802096" y="35484"/>
                </a:lnTo>
                <a:lnTo>
                  <a:pt x="830648" y="35484"/>
                </a:lnTo>
                <a:lnTo>
                  <a:pt x="800693" y="67514"/>
                </a:lnTo>
                <a:lnTo>
                  <a:pt x="832793" y="123120"/>
                </a:lnTo>
                <a:lnTo>
                  <a:pt x="807790" y="123120"/>
                </a:lnTo>
                <a:lnTo>
                  <a:pt x="785757" y="83748"/>
                </a:lnTo>
                <a:lnTo>
                  <a:pt x="774947" y="95063"/>
                </a:lnTo>
                <a:lnTo>
                  <a:pt x="774947" y="123120"/>
                </a:lnTo>
                <a:lnTo>
                  <a:pt x="751758" y="123120"/>
                </a:lnTo>
                <a:close/>
                <a:moveTo>
                  <a:pt x="838406" y="98199"/>
                </a:moveTo>
                <a:lnTo>
                  <a:pt x="861676" y="94568"/>
                </a:lnTo>
                <a:cubicBezTo>
                  <a:pt x="862667" y="99052"/>
                  <a:pt x="864675" y="102456"/>
                  <a:pt x="867700" y="104780"/>
                </a:cubicBezTo>
                <a:cubicBezTo>
                  <a:pt x="870726" y="107104"/>
                  <a:pt x="874962" y="108266"/>
                  <a:pt x="880409" y="108266"/>
                </a:cubicBezTo>
                <a:cubicBezTo>
                  <a:pt x="886405" y="108266"/>
                  <a:pt x="890916" y="107168"/>
                  <a:pt x="893942" y="104971"/>
                </a:cubicBezTo>
                <a:cubicBezTo>
                  <a:pt x="895977" y="103432"/>
                  <a:pt x="896995" y="101372"/>
                  <a:pt x="896995" y="98790"/>
                </a:cubicBezTo>
                <a:cubicBezTo>
                  <a:pt x="896995" y="97031"/>
                  <a:pt x="896445" y="95575"/>
                  <a:pt x="895345" y="94421"/>
                </a:cubicBezTo>
                <a:cubicBezTo>
                  <a:pt x="894189" y="93323"/>
                  <a:pt x="891604" y="92307"/>
                  <a:pt x="887588" y="91373"/>
                </a:cubicBezTo>
                <a:cubicBezTo>
                  <a:pt x="868883" y="87254"/>
                  <a:pt x="857028" y="83491"/>
                  <a:pt x="852022" y="80083"/>
                </a:cubicBezTo>
                <a:cubicBezTo>
                  <a:pt x="845090" y="75356"/>
                  <a:pt x="841624" y="68787"/>
                  <a:pt x="841624" y="60379"/>
                </a:cubicBezTo>
                <a:cubicBezTo>
                  <a:pt x="841624" y="52794"/>
                  <a:pt x="844622" y="46418"/>
                  <a:pt x="850619" y="41252"/>
                </a:cubicBezTo>
                <a:cubicBezTo>
                  <a:pt x="856615" y="36086"/>
                  <a:pt x="865913" y="33503"/>
                  <a:pt x="878511" y="33503"/>
                </a:cubicBezTo>
                <a:cubicBezTo>
                  <a:pt x="890504" y="33503"/>
                  <a:pt x="899416" y="35449"/>
                  <a:pt x="905247" y="39341"/>
                </a:cubicBezTo>
                <a:cubicBezTo>
                  <a:pt x="911079" y="43234"/>
                  <a:pt x="915095" y="48989"/>
                  <a:pt x="917295" y="56609"/>
                </a:cubicBezTo>
                <a:lnTo>
                  <a:pt x="895427" y="60735"/>
                </a:lnTo>
                <a:cubicBezTo>
                  <a:pt x="894492" y="57324"/>
                  <a:pt x="892718" y="54711"/>
                  <a:pt x="890105" y="52895"/>
                </a:cubicBezTo>
                <a:cubicBezTo>
                  <a:pt x="887492" y="51080"/>
                  <a:pt x="883764" y="50172"/>
                  <a:pt x="878923" y="50172"/>
                </a:cubicBezTo>
                <a:cubicBezTo>
                  <a:pt x="872817" y="50172"/>
                  <a:pt x="868443" y="51024"/>
                  <a:pt x="865802" y="52728"/>
                </a:cubicBezTo>
                <a:cubicBezTo>
                  <a:pt x="864042" y="53935"/>
                  <a:pt x="863162" y="55500"/>
                  <a:pt x="863162" y="57424"/>
                </a:cubicBezTo>
                <a:cubicBezTo>
                  <a:pt x="863162" y="59071"/>
                  <a:pt x="863932" y="60471"/>
                  <a:pt x="865472" y="61625"/>
                </a:cubicBezTo>
                <a:cubicBezTo>
                  <a:pt x="867563" y="63163"/>
                  <a:pt x="874783" y="65334"/>
                  <a:pt x="887134" y="68136"/>
                </a:cubicBezTo>
                <a:cubicBezTo>
                  <a:pt x="899484" y="70938"/>
                  <a:pt x="908108" y="74376"/>
                  <a:pt x="913004" y="78448"/>
                </a:cubicBezTo>
                <a:cubicBezTo>
                  <a:pt x="917845" y="82578"/>
                  <a:pt x="920266" y="88330"/>
                  <a:pt x="920266" y="95705"/>
                </a:cubicBezTo>
                <a:cubicBezTo>
                  <a:pt x="920266" y="103742"/>
                  <a:pt x="916910" y="110651"/>
                  <a:pt x="910198" y="116431"/>
                </a:cubicBezTo>
                <a:cubicBezTo>
                  <a:pt x="903487" y="122211"/>
                  <a:pt x="893557" y="125101"/>
                  <a:pt x="880409" y="125101"/>
                </a:cubicBezTo>
                <a:cubicBezTo>
                  <a:pt x="868471" y="125101"/>
                  <a:pt x="859022" y="122688"/>
                  <a:pt x="852063" y="117862"/>
                </a:cubicBezTo>
                <a:cubicBezTo>
                  <a:pt x="845104" y="113035"/>
                  <a:pt x="840551" y="106480"/>
                  <a:pt x="838406" y="98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Text (b)NumberofAPTcampaignsconductedbythe10mostactive">
            <a:extLst xmlns:a="http://schemas.openxmlformats.org/drawingml/2006/main">
              <a:ext uri="{FF2B5EF4-FFF2-40B4-BE49-F238E27FC236}">
                <a16:creationId xmlns:a16="http://schemas.microsoft.com/office/drawing/2014/main" id="{142FF05E-263B-4101-A1B9-FA4D424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722" y="5091915"/>
            <a:ext cx="6762881" cy="218266"/>
          </a:xfrm>
          <a:custGeom xmlns:a="http://schemas.openxmlformats.org/drawingml/2006/main">
            <a:pathLst>
              <a:path w="6762881" h="218266">
                <a:moveTo>
                  <a:pt x="0" y="106358"/>
                </a:moveTo>
                <a:cubicBezTo>
                  <a:pt x="0" y="116606"/>
                  <a:pt x="1159" y="167846"/>
                  <a:pt x="53892" y="212484"/>
                </a:cubicBezTo>
                <a:lnTo>
                  <a:pt x="60860" y="205196"/>
                </a:lnTo>
                <a:cubicBezTo>
                  <a:pt x="53427" y="196999"/>
                  <a:pt x="26712" y="166481"/>
                  <a:pt x="26712" y="106358"/>
                </a:cubicBezTo>
                <a:cubicBezTo>
                  <a:pt x="26712" y="46232"/>
                  <a:pt x="53892" y="15714"/>
                  <a:pt x="60860" y="7746"/>
                </a:cubicBezTo>
                <a:lnTo>
                  <a:pt x="54356" y="0"/>
                </a:lnTo>
                <a:cubicBezTo>
                  <a:pt x="23926" y="25736"/>
                  <a:pt x="0" y="64908"/>
                  <a:pt x="0" y="106358"/>
                </a:cubicBezTo>
                <a:close/>
                <a:moveTo>
                  <a:pt x="84788" y="135017"/>
                </a:moveTo>
                <a:cubicBezTo>
                  <a:pt x="84788" y="153925"/>
                  <a:pt x="84324" y="156660"/>
                  <a:pt x="83395" y="165313"/>
                </a:cubicBezTo>
                <a:cubicBezTo>
                  <a:pt x="86181" y="166223"/>
                  <a:pt x="88737" y="166908"/>
                  <a:pt x="91292" y="166908"/>
                </a:cubicBezTo>
                <a:cubicBezTo>
                  <a:pt x="94312" y="164402"/>
                  <a:pt x="96638" y="161216"/>
                  <a:pt x="98725" y="157115"/>
                </a:cubicBezTo>
                <a:cubicBezTo>
                  <a:pt x="107785" y="163947"/>
                  <a:pt x="121957" y="166223"/>
                  <a:pt x="132643" y="166223"/>
                </a:cubicBezTo>
                <a:cubicBezTo>
                  <a:pt x="158427" y="166223"/>
                  <a:pt x="185607" y="141168"/>
                  <a:pt x="185607" y="108593"/>
                </a:cubicBezTo>
                <a:cubicBezTo>
                  <a:pt x="185607" y="95606"/>
                  <a:pt x="180495" y="82849"/>
                  <a:pt x="173062" y="74422"/>
                </a:cubicBezTo>
                <a:cubicBezTo>
                  <a:pt x="164701" y="65085"/>
                  <a:pt x="153549" y="62805"/>
                  <a:pt x="141236" y="62805"/>
                </a:cubicBezTo>
                <a:cubicBezTo>
                  <a:pt x="134036" y="62805"/>
                  <a:pt x="121723" y="70777"/>
                  <a:pt x="114988" y="75562"/>
                </a:cubicBezTo>
                <a:lnTo>
                  <a:pt x="114988" y="31105"/>
                </a:lnTo>
                <a:cubicBezTo>
                  <a:pt x="114988" y="16281"/>
                  <a:pt x="115683" y="7899"/>
                  <a:pt x="115683" y="7899"/>
                </a:cubicBezTo>
                <a:cubicBezTo>
                  <a:pt x="115683" y="5880"/>
                  <a:pt x="114059" y="4980"/>
                  <a:pt x="111968" y="4980"/>
                </a:cubicBezTo>
                <a:cubicBezTo>
                  <a:pt x="103372" y="7673"/>
                  <a:pt x="84788" y="10144"/>
                  <a:pt x="68295" y="10814"/>
                </a:cubicBezTo>
                <a:cubicBezTo>
                  <a:pt x="67600" y="13549"/>
                  <a:pt x="67831" y="16055"/>
                  <a:pt x="68993" y="18102"/>
                </a:cubicBezTo>
                <a:cubicBezTo>
                  <a:pt x="83625" y="19245"/>
                  <a:pt x="84788" y="19471"/>
                  <a:pt x="84788" y="35209"/>
                </a:cubicBezTo>
                <a:lnTo>
                  <a:pt x="84788" y="135017"/>
                </a:lnTo>
                <a:moveTo>
                  <a:pt x="114988" y="84670"/>
                </a:moveTo>
                <a:cubicBezTo>
                  <a:pt x="122655" y="79659"/>
                  <a:pt x="127763" y="78978"/>
                  <a:pt x="133108" y="78978"/>
                </a:cubicBezTo>
                <a:cubicBezTo>
                  <a:pt x="144489" y="78978"/>
                  <a:pt x="153085" y="89230"/>
                  <a:pt x="153085" y="111554"/>
                </a:cubicBezTo>
                <a:cubicBezTo>
                  <a:pt x="153085" y="130236"/>
                  <a:pt x="149831" y="156660"/>
                  <a:pt x="131481" y="156660"/>
                </a:cubicBezTo>
                <a:cubicBezTo>
                  <a:pt x="124743" y="156660"/>
                  <a:pt x="119401" y="153925"/>
                  <a:pt x="114988" y="148688"/>
                </a:cubicBezTo>
                <a:lnTo>
                  <a:pt x="114988" y="84670"/>
                </a:lnTo>
                <a:close/>
                <a:moveTo>
                  <a:pt x="258315" y="106796"/>
                </a:moveTo>
                <a:cubicBezTo>
                  <a:pt x="258315" y="96548"/>
                  <a:pt x="257152" y="45305"/>
                  <a:pt x="204423" y="667"/>
                </a:cubicBezTo>
                <a:lnTo>
                  <a:pt x="197454" y="7954"/>
                </a:lnTo>
                <a:cubicBezTo>
                  <a:pt x="204887" y="16156"/>
                  <a:pt x="231599" y="46674"/>
                  <a:pt x="231599" y="106796"/>
                </a:cubicBezTo>
                <a:cubicBezTo>
                  <a:pt x="231599" y="166922"/>
                  <a:pt x="204423" y="197440"/>
                  <a:pt x="197454" y="205408"/>
                </a:cubicBezTo>
                <a:lnTo>
                  <a:pt x="203959" y="213151"/>
                </a:lnTo>
                <a:cubicBezTo>
                  <a:pt x="234389" y="187418"/>
                  <a:pt x="258315" y="148247"/>
                  <a:pt x="258315" y="106796"/>
                </a:cubicBezTo>
                <a:close/>
                <a:moveTo>
                  <a:pt x="491542" y="163989"/>
                </a:moveTo>
                <a:cubicBezTo>
                  <a:pt x="491542" y="163989"/>
                  <a:pt x="490379" y="147816"/>
                  <a:pt x="490379" y="140748"/>
                </a:cubicBezTo>
                <a:lnTo>
                  <a:pt x="490379" y="47306"/>
                </a:lnTo>
                <a:cubicBezTo>
                  <a:pt x="490379" y="27026"/>
                  <a:pt x="494328" y="25886"/>
                  <a:pt x="510590" y="24291"/>
                </a:cubicBezTo>
                <a:cubicBezTo>
                  <a:pt x="511983" y="22925"/>
                  <a:pt x="511983" y="17914"/>
                  <a:pt x="510590" y="16545"/>
                </a:cubicBezTo>
                <a:cubicBezTo>
                  <a:pt x="499205" y="16774"/>
                  <a:pt x="495256" y="17004"/>
                  <a:pt x="485502" y="17004"/>
                </a:cubicBezTo>
                <a:cubicBezTo>
                  <a:pt x="475049" y="17004"/>
                  <a:pt x="470168" y="16774"/>
                  <a:pt x="458556" y="16545"/>
                </a:cubicBezTo>
                <a:cubicBezTo>
                  <a:pt x="457159" y="17914"/>
                  <a:pt x="457159" y="22925"/>
                  <a:pt x="458556" y="24291"/>
                </a:cubicBezTo>
                <a:cubicBezTo>
                  <a:pt x="474815" y="25886"/>
                  <a:pt x="478763" y="26567"/>
                  <a:pt x="478763" y="47306"/>
                </a:cubicBezTo>
                <a:lnTo>
                  <a:pt x="478763" y="111348"/>
                </a:lnTo>
                <a:cubicBezTo>
                  <a:pt x="478763" y="117048"/>
                  <a:pt x="475743" y="115908"/>
                  <a:pt x="472493" y="112033"/>
                </a:cubicBezTo>
                <a:lnTo>
                  <a:pt x="410934" y="40926"/>
                </a:lnTo>
                <a:lnTo>
                  <a:pt x="390259" y="17004"/>
                </a:lnTo>
                <a:lnTo>
                  <a:pt x="352395" y="16545"/>
                </a:lnTo>
                <a:cubicBezTo>
                  <a:pt x="350999" y="17914"/>
                  <a:pt x="350999" y="22925"/>
                  <a:pt x="352395" y="24291"/>
                </a:cubicBezTo>
                <a:cubicBezTo>
                  <a:pt x="362384" y="24972"/>
                  <a:pt x="369353" y="32721"/>
                  <a:pt x="370746" y="38646"/>
                </a:cubicBezTo>
                <a:lnTo>
                  <a:pt x="370746" y="133683"/>
                </a:lnTo>
                <a:cubicBezTo>
                  <a:pt x="370746" y="153967"/>
                  <a:pt x="366797" y="155107"/>
                  <a:pt x="350535" y="156702"/>
                </a:cubicBezTo>
                <a:cubicBezTo>
                  <a:pt x="349142" y="158067"/>
                  <a:pt x="349142" y="163078"/>
                  <a:pt x="350535" y="164444"/>
                </a:cubicBezTo>
                <a:cubicBezTo>
                  <a:pt x="361920" y="164218"/>
                  <a:pt x="366333" y="163989"/>
                  <a:pt x="376552" y="163989"/>
                </a:cubicBezTo>
                <a:cubicBezTo>
                  <a:pt x="386774" y="163989"/>
                  <a:pt x="390957" y="164218"/>
                  <a:pt x="402569" y="164444"/>
                </a:cubicBezTo>
                <a:cubicBezTo>
                  <a:pt x="403966" y="163078"/>
                  <a:pt x="403966" y="158067"/>
                  <a:pt x="402569" y="156702"/>
                </a:cubicBezTo>
                <a:cubicBezTo>
                  <a:pt x="386310" y="155107"/>
                  <a:pt x="382361" y="154422"/>
                  <a:pt x="382361" y="133683"/>
                </a:cubicBezTo>
                <a:lnTo>
                  <a:pt x="382361" y="65995"/>
                </a:lnTo>
                <a:cubicBezTo>
                  <a:pt x="382361" y="63716"/>
                  <a:pt x="382826" y="61439"/>
                  <a:pt x="384219" y="61439"/>
                </a:cubicBezTo>
                <a:cubicBezTo>
                  <a:pt x="385381" y="61439"/>
                  <a:pt x="387239" y="63034"/>
                  <a:pt x="389794" y="65995"/>
                </a:cubicBezTo>
                <a:lnTo>
                  <a:pt x="467616" y="156702"/>
                </a:lnTo>
                <a:cubicBezTo>
                  <a:pt x="472259" y="162342"/>
                  <a:pt x="476906" y="166668"/>
                  <a:pt x="476906" y="166668"/>
                </a:cubicBezTo>
                <a:cubicBezTo>
                  <a:pt x="485037" y="166724"/>
                  <a:pt x="487359" y="166039"/>
                  <a:pt x="491542" y="163989"/>
                </a:cubicBezTo>
                <a:close/>
                <a:moveTo>
                  <a:pt x="635334" y="133690"/>
                </a:moveTo>
                <a:lnTo>
                  <a:pt x="635334" y="94369"/>
                </a:lnTo>
                <a:cubicBezTo>
                  <a:pt x="635334" y="75281"/>
                  <a:pt x="635798" y="78005"/>
                  <a:pt x="635798" y="72553"/>
                </a:cubicBezTo>
                <a:cubicBezTo>
                  <a:pt x="635798" y="68681"/>
                  <a:pt x="634869" y="66176"/>
                  <a:pt x="633476" y="64807"/>
                </a:cubicBezTo>
                <a:cubicBezTo>
                  <a:pt x="629294" y="65036"/>
                  <a:pt x="624647" y="65265"/>
                  <a:pt x="620234" y="65265"/>
                </a:cubicBezTo>
                <a:cubicBezTo>
                  <a:pt x="613729" y="65265"/>
                  <a:pt x="598629" y="65036"/>
                  <a:pt x="589570" y="64807"/>
                </a:cubicBezTo>
                <a:cubicBezTo>
                  <a:pt x="588177" y="66176"/>
                  <a:pt x="588177" y="71187"/>
                  <a:pt x="589570" y="72553"/>
                </a:cubicBezTo>
                <a:cubicBezTo>
                  <a:pt x="601419" y="73689"/>
                  <a:pt x="605134" y="75281"/>
                  <a:pt x="605134" y="94369"/>
                </a:cubicBezTo>
                <a:lnTo>
                  <a:pt x="605134" y="136418"/>
                </a:lnTo>
                <a:cubicBezTo>
                  <a:pt x="605134" y="138690"/>
                  <a:pt x="605134" y="140963"/>
                  <a:pt x="605368" y="143236"/>
                </a:cubicBezTo>
                <a:cubicBezTo>
                  <a:pt x="595843" y="148918"/>
                  <a:pt x="588177" y="149373"/>
                  <a:pt x="583994" y="149373"/>
                </a:cubicBezTo>
                <a:cubicBezTo>
                  <a:pt x="574704" y="149373"/>
                  <a:pt x="567735" y="148236"/>
                  <a:pt x="567735" y="132328"/>
                </a:cubicBezTo>
                <a:lnTo>
                  <a:pt x="567735" y="94369"/>
                </a:lnTo>
                <a:cubicBezTo>
                  <a:pt x="567735" y="75281"/>
                  <a:pt x="568199" y="78005"/>
                  <a:pt x="568199" y="72553"/>
                </a:cubicBezTo>
                <a:cubicBezTo>
                  <a:pt x="568199" y="68681"/>
                  <a:pt x="567271" y="66176"/>
                  <a:pt x="565878" y="64807"/>
                </a:cubicBezTo>
                <a:cubicBezTo>
                  <a:pt x="561695" y="65036"/>
                  <a:pt x="556818" y="65265"/>
                  <a:pt x="552635" y="65265"/>
                </a:cubicBezTo>
                <a:cubicBezTo>
                  <a:pt x="540789" y="65265"/>
                  <a:pt x="531959" y="65036"/>
                  <a:pt x="521971" y="64807"/>
                </a:cubicBezTo>
                <a:cubicBezTo>
                  <a:pt x="520578" y="66176"/>
                  <a:pt x="520578" y="71187"/>
                  <a:pt x="521971" y="72553"/>
                </a:cubicBezTo>
                <a:cubicBezTo>
                  <a:pt x="532658" y="73008"/>
                  <a:pt x="537535" y="75281"/>
                  <a:pt x="537535" y="94369"/>
                </a:cubicBezTo>
                <a:lnTo>
                  <a:pt x="537535" y="129825"/>
                </a:lnTo>
                <a:cubicBezTo>
                  <a:pt x="537535" y="153929"/>
                  <a:pt x="547293" y="166223"/>
                  <a:pt x="567271" y="166223"/>
                </a:cubicBezTo>
                <a:cubicBezTo>
                  <a:pt x="575632" y="166223"/>
                  <a:pt x="592590" y="159621"/>
                  <a:pt x="606062" y="152334"/>
                </a:cubicBezTo>
                <a:cubicBezTo>
                  <a:pt x="606527" y="158026"/>
                  <a:pt x="606995" y="162352"/>
                  <a:pt x="606995" y="162352"/>
                </a:cubicBezTo>
                <a:cubicBezTo>
                  <a:pt x="607225" y="165087"/>
                  <a:pt x="609082" y="166223"/>
                  <a:pt x="612336" y="166223"/>
                </a:cubicBezTo>
                <a:cubicBezTo>
                  <a:pt x="620932" y="163902"/>
                  <a:pt x="634869" y="160712"/>
                  <a:pt x="650898" y="158662"/>
                </a:cubicBezTo>
                <a:cubicBezTo>
                  <a:pt x="651362" y="157296"/>
                  <a:pt x="650898" y="152744"/>
                  <a:pt x="650434" y="151374"/>
                </a:cubicBezTo>
                <a:cubicBezTo>
                  <a:pt x="637889" y="150283"/>
                  <a:pt x="635334" y="146645"/>
                  <a:pt x="635334" y="133690"/>
                </a:cubicBezTo>
                <a:close/>
                <a:moveTo>
                  <a:pt x="708740" y="136188"/>
                </a:moveTo>
                <a:lnTo>
                  <a:pt x="708740" y="90828"/>
                </a:lnTo>
                <a:cubicBezTo>
                  <a:pt x="708740" y="89688"/>
                  <a:pt x="708740" y="88548"/>
                  <a:pt x="708740" y="87409"/>
                </a:cubicBezTo>
                <a:cubicBezTo>
                  <a:pt x="717800" y="81939"/>
                  <a:pt x="725928" y="79659"/>
                  <a:pt x="729880" y="79659"/>
                </a:cubicBezTo>
                <a:cubicBezTo>
                  <a:pt x="739171" y="79659"/>
                  <a:pt x="746139" y="83763"/>
                  <a:pt x="746139" y="96757"/>
                </a:cubicBezTo>
                <a:lnTo>
                  <a:pt x="746139" y="134819"/>
                </a:lnTo>
                <a:cubicBezTo>
                  <a:pt x="746139" y="153967"/>
                  <a:pt x="742421" y="156017"/>
                  <a:pt x="732897" y="156702"/>
                </a:cubicBezTo>
                <a:cubicBezTo>
                  <a:pt x="731504" y="158067"/>
                  <a:pt x="731504" y="163078"/>
                  <a:pt x="732897" y="164444"/>
                </a:cubicBezTo>
                <a:cubicBezTo>
                  <a:pt x="742655" y="164218"/>
                  <a:pt x="750088" y="163989"/>
                  <a:pt x="761239" y="163989"/>
                </a:cubicBezTo>
                <a:cubicBezTo>
                  <a:pt x="772390" y="163989"/>
                  <a:pt x="779590" y="164218"/>
                  <a:pt x="789578" y="164444"/>
                </a:cubicBezTo>
                <a:cubicBezTo>
                  <a:pt x="790975" y="163078"/>
                  <a:pt x="790975" y="158067"/>
                  <a:pt x="789578" y="156702"/>
                </a:cubicBezTo>
                <a:cubicBezTo>
                  <a:pt x="780288" y="156017"/>
                  <a:pt x="776339" y="153967"/>
                  <a:pt x="776339" y="134819"/>
                </a:cubicBezTo>
                <a:lnTo>
                  <a:pt x="776339" y="99262"/>
                </a:lnTo>
                <a:cubicBezTo>
                  <a:pt x="776339" y="93563"/>
                  <a:pt x="776105" y="89007"/>
                  <a:pt x="775410" y="86728"/>
                </a:cubicBezTo>
                <a:cubicBezTo>
                  <a:pt x="784236" y="82394"/>
                  <a:pt x="794225" y="79659"/>
                  <a:pt x="797943" y="79659"/>
                </a:cubicBezTo>
                <a:cubicBezTo>
                  <a:pt x="807234" y="79659"/>
                  <a:pt x="813738" y="83763"/>
                  <a:pt x="813738" y="96757"/>
                </a:cubicBezTo>
                <a:lnTo>
                  <a:pt x="813738" y="134819"/>
                </a:lnTo>
                <a:cubicBezTo>
                  <a:pt x="813738" y="153967"/>
                  <a:pt x="810020" y="156017"/>
                  <a:pt x="800499" y="156702"/>
                </a:cubicBezTo>
                <a:cubicBezTo>
                  <a:pt x="799102" y="158067"/>
                  <a:pt x="799102" y="163078"/>
                  <a:pt x="800499" y="164444"/>
                </a:cubicBezTo>
                <a:cubicBezTo>
                  <a:pt x="810254" y="164218"/>
                  <a:pt x="817687" y="163989"/>
                  <a:pt x="828838" y="163989"/>
                </a:cubicBezTo>
                <a:cubicBezTo>
                  <a:pt x="841613" y="163989"/>
                  <a:pt x="851835" y="164218"/>
                  <a:pt x="861824" y="164444"/>
                </a:cubicBezTo>
                <a:cubicBezTo>
                  <a:pt x="863217" y="163078"/>
                  <a:pt x="863217" y="158067"/>
                  <a:pt x="861824" y="156702"/>
                </a:cubicBezTo>
                <a:cubicBezTo>
                  <a:pt x="847653" y="156017"/>
                  <a:pt x="843938" y="153967"/>
                  <a:pt x="843938" y="134819"/>
                </a:cubicBezTo>
                <a:lnTo>
                  <a:pt x="843938" y="99262"/>
                </a:lnTo>
                <a:cubicBezTo>
                  <a:pt x="843938" y="74193"/>
                  <a:pt x="834644" y="62805"/>
                  <a:pt x="814667" y="62805"/>
                </a:cubicBezTo>
                <a:cubicBezTo>
                  <a:pt x="806071" y="62805"/>
                  <a:pt x="786558" y="71917"/>
                  <a:pt x="773085" y="79433"/>
                </a:cubicBezTo>
                <a:cubicBezTo>
                  <a:pt x="769601" y="69411"/>
                  <a:pt x="760311" y="62805"/>
                  <a:pt x="746604" y="62805"/>
                </a:cubicBezTo>
                <a:cubicBezTo>
                  <a:pt x="738242" y="62805"/>
                  <a:pt x="721515" y="71462"/>
                  <a:pt x="708276" y="78749"/>
                </a:cubicBezTo>
                <a:cubicBezTo>
                  <a:pt x="707578" y="71917"/>
                  <a:pt x="706880" y="66680"/>
                  <a:pt x="706880" y="66680"/>
                </a:cubicBezTo>
                <a:cubicBezTo>
                  <a:pt x="706649" y="63945"/>
                  <a:pt x="704792" y="62805"/>
                  <a:pt x="701538" y="62805"/>
                </a:cubicBezTo>
                <a:cubicBezTo>
                  <a:pt x="692942" y="65130"/>
                  <a:pt x="679005" y="68320"/>
                  <a:pt x="662976" y="70367"/>
                </a:cubicBezTo>
                <a:cubicBezTo>
                  <a:pt x="662512" y="71736"/>
                  <a:pt x="662976" y="76288"/>
                  <a:pt x="663441" y="77658"/>
                </a:cubicBezTo>
                <a:cubicBezTo>
                  <a:pt x="676219" y="78797"/>
                  <a:pt x="678541" y="80618"/>
                  <a:pt x="678541" y="93601"/>
                </a:cubicBezTo>
                <a:lnTo>
                  <a:pt x="678541" y="136202"/>
                </a:lnTo>
                <a:cubicBezTo>
                  <a:pt x="678541" y="155107"/>
                  <a:pt x="675985" y="155565"/>
                  <a:pt x="661814" y="156702"/>
                </a:cubicBezTo>
                <a:cubicBezTo>
                  <a:pt x="660421" y="158067"/>
                  <a:pt x="660421" y="163078"/>
                  <a:pt x="661814" y="164444"/>
                </a:cubicBezTo>
                <a:cubicBezTo>
                  <a:pt x="671572" y="164218"/>
                  <a:pt x="681327" y="163989"/>
                  <a:pt x="693641" y="163989"/>
                </a:cubicBezTo>
                <a:cubicBezTo>
                  <a:pt x="704327" y="163989"/>
                  <a:pt x="710832" y="164218"/>
                  <a:pt x="720820" y="164444"/>
                </a:cubicBezTo>
                <a:cubicBezTo>
                  <a:pt x="722213" y="163078"/>
                  <a:pt x="722213" y="158067"/>
                  <a:pt x="720820" y="156702"/>
                </a:cubicBezTo>
                <a:cubicBezTo>
                  <a:pt x="711062" y="155791"/>
                  <a:pt x="708740" y="155107"/>
                  <a:pt x="708740" y="136188"/>
                </a:cubicBezTo>
                <a:close/>
                <a:moveTo>
                  <a:pt x="883194" y="135017"/>
                </a:moveTo>
                <a:cubicBezTo>
                  <a:pt x="883194" y="153925"/>
                  <a:pt x="882730" y="156660"/>
                  <a:pt x="881801" y="165313"/>
                </a:cubicBezTo>
                <a:cubicBezTo>
                  <a:pt x="884587" y="166223"/>
                  <a:pt x="887143" y="166908"/>
                  <a:pt x="889699" y="166908"/>
                </a:cubicBezTo>
                <a:cubicBezTo>
                  <a:pt x="892719" y="164402"/>
                  <a:pt x="895044" y="161216"/>
                  <a:pt x="897132" y="157115"/>
                </a:cubicBezTo>
                <a:cubicBezTo>
                  <a:pt x="906192" y="163947"/>
                  <a:pt x="920363" y="166223"/>
                  <a:pt x="931050" y="166223"/>
                </a:cubicBezTo>
                <a:cubicBezTo>
                  <a:pt x="956833" y="166223"/>
                  <a:pt x="984013" y="141168"/>
                  <a:pt x="984013" y="108593"/>
                </a:cubicBezTo>
                <a:cubicBezTo>
                  <a:pt x="984013" y="95606"/>
                  <a:pt x="978902" y="82849"/>
                  <a:pt x="971469" y="74422"/>
                </a:cubicBezTo>
                <a:cubicBezTo>
                  <a:pt x="963107" y="65085"/>
                  <a:pt x="951956" y="62805"/>
                  <a:pt x="939642" y="62805"/>
                </a:cubicBezTo>
                <a:cubicBezTo>
                  <a:pt x="932443" y="62805"/>
                  <a:pt x="920129" y="70777"/>
                  <a:pt x="913394" y="75562"/>
                </a:cubicBezTo>
                <a:lnTo>
                  <a:pt x="913394" y="31105"/>
                </a:lnTo>
                <a:cubicBezTo>
                  <a:pt x="913394" y="16281"/>
                  <a:pt x="914089" y="7899"/>
                  <a:pt x="914089" y="7899"/>
                </a:cubicBezTo>
                <a:cubicBezTo>
                  <a:pt x="914089" y="5880"/>
                  <a:pt x="912466" y="4980"/>
                  <a:pt x="910374" y="4980"/>
                </a:cubicBezTo>
                <a:cubicBezTo>
                  <a:pt x="901779" y="7673"/>
                  <a:pt x="883194" y="10144"/>
                  <a:pt x="866701" y="10814"/>
                </a:cubicBezTo>
                <a:cubicBezTo>
                  <a:pt x="866007" y="13549"/>
                  <a:pt x="866237" y="16055"/>
                  <a:pt x="867400" y="18102"/>
                </a:cubicBezTo>
                <a:cubicBezTo>
                  <a:pt x="882032" y="19245"/>
                  <a:pt x="883194" y="19471"/>
                  <a:pt x="883194" y="35209"/>
                </a:cubicBezTo>
                <a:lnTo>
                  <a:pt x="883194" y="135017"/>
                </a:lnTo>
                <a:moveTo>
                  <a:pt x="913394" y="84670"/>
                </a:moveTo>
                <a:cubicBezTo>
                  <a:pt x="921061" y="79659"/>
                  <a:pt x="926169" y="78978"/>
                  <a:pt x="931514" y="78978"/>
                </a:cubicBezTo>
                <a:cubicBezTo>
                  <a:pt x="942896" y="78978"/>
                  <a:pt x="951491" y="89230"/>
                  <a:pt x="951491" y="111554"/>
                </a:cubicBezTo>
                <a:cubicBezTo>
                  <a:pt x="951491" y="130236"/>
                  <a:pt x="948237" y="156660"/>
                  <a:pt x="929887" y="156660"/>
                </a:cubicBezTo>
                <a:cubicBezTo>
                  <a:pt x="923149" y="156660"/>
                  <a:pt x="917807" y="153925"/>
                  <a:pt x="913394" y="148688"/>
                </a:cubicBezTo>
                <a:lnTo>
                  <a:pt x="913394" y="84670"/>
                </a:lnTo>
                <a:close/>
                <a:moveTo>
                  <a:pt x="1035116" y="101292"/>
                </a:moveTo>
                <a:cubicBezTo>
                  <a:pt x="1035350" y="93323"/>
                  <a:pt x="1036512" y="84667"/>
                  <a:pt x="1039763" y="80114"/>
                </a:cubicBezTo>
                <a:cubicBezTo>
                  <a:pt x="1043481" y="74648"/>
                  <a:pt x="1049751" y="72372"/>
                  <a:pt x="1052307" y="72372"/>
                </a:cubicBezTo>
                <a:cubicBezTo>
                  <a:pt x="1058581" y="72372"/>
                  <a:pt x="1067173" y="78294"/>
                  <a:pt x="1067173" y="96510"/>
                </a:cubicBezTo>
                <a:cubicBezTo>
                  <a:pt x="1067173" y="97876"/>
                  <a:pt x="1067173" y="100836"/>
                  <a:pt x="1066709" y="101292"/>
                </a:cubicBezTo>
                <a:lnTo>
                  <a:pt x="1035116" y="101292"/>
                </a:lnTo>
                <a:moveTo>
                  <a:pt x="1094122" y="134559"/>
                </a:moveTo>
                <a:cubicBezTo>
                  <a:pt x="1084598" y="144132"/>
                  <a:pt x="1072054" y="146638"/>
                  <a:pt x="1063224" y="146638"/>
                </a:cubicBezTo>
                <a:cubicBezTo>
                  <a:pt x="1045104" y="146638"/>
                  <a:pt x="1033957" y="136383"/>
                  <a:pt x="1033957" y="114049"/>
                </a:cubicBezTo>
                <a:cubicBezTo>
                  <a:pt x="1033957" y="112454"/>
                  <a:pt x="1034187" y="111540"/>
                  <a:pt x="1034187" y="110400"/>
                </a:cubicBezTo>
                <a:lnTo>
                  <a:pt x="1089940" y="110400"/>
                </a:lnTo>
                <a:cubicBezTo>
                  <a:pt x="1095515" y="110400"/>
                  <a:pt x="1096674" y="106529"/>
                  <a:pt x="1096674" y="103342"/>
                </a:cubicBezTo>
                <a:cubicBezTo>
                  <a:pt x="1096674" y="83986"/>
                  <a:pt x="1089011" y="62805"/>
                  <a:pt x="1054863" y="62805"/>
                </a:cubicBezTo>
                <a:cubicBezTo>
                  <a:pt x="1030472" y="62805"/>
                  <a:pt x="1002594" y="83986"/>
                  <a:pt x="1002594" y="118834"/>
                </a:cubicBezTo>
                <a:cubicBezTo>
                  <a:pt x="1002594" y="132053"/>
                  <a:pt x="1007475" y="145957"/>
                  <a:pt x="1017464" y="154839"/>
                </a:cubicBezTo>
                <a:cubicBezTo>
                  <a:pt x="1026290" y="162582"/>
                  <a:pt x="1037671" y="166223"/>
                  <a:pt x="1054164" y="166223"/>
                </a:cubicBezTo>
                <a:cubicBezTo>
                  <a:pt x="1070193" y="166223"/>
                  <a:pt x="1085991" y="158255"/>
                  <a:pt x="1097607" y="141627"/>
                </a:cubicBezTo>
                <a:cubicBezTo>
                  <a:pt x="1097607" y="138663"/>
                  <a:pt x="1096444" y="134559"/>
                  <a:pt x="1094122" y="134559"/>
                </a:cubicBezTo>
                <a:close/>
                <a:moveTo>
                  <a:pt x="1160559" y="102908"/>
                </a:moveTo>
                <a:cubicBezTo>
                  <a:pt x="1160559" y="94699"/>
                  <a:pt x="1163115" y="91280"/>
                  <a:pt x="1166135" y="87860"/>
                </a:cubicBezTo>
                <a:cubicBezTo>
                  <a:pt x="1167992" y="85581"/>
                  <a:pt x="1170083" y="83986"/>
                  <a:pt x="1173568" y="83986"/>
                </a:cubicBezTo>
                <a:cubicBezTo>
                  <a:pt x="1175659" y="83986"/>
                  <a:pt x="1178211" y="86039"/>
                  <a:pt x="1180072" y="88319"/>
                </a:cubicBezTo>
                <a:cubicBezTo>
                  <a:pt x="1181699" y="90140"/>
                  <a:pt x="1185647" y="91964"/>
                  <a:pt x="1190989" y="91964"/>
                </a:cubicBezTo>
                <a:cubicBezTo>
                  <a:pt x="1197727" y="91964"/>
                  <a:pt x="1204232" y="85126"/>
                  <a:pt x="1204232" y="75562"/>
                </a:cubicBezTo>
                <a:cubicBezTo>
                  <a:pt x="1204232" y="69641"/>
                  <a:pt x="1197260" y="62805"/>
                  <a:pt x="1188898" y="62805"/>
                </a:cubicBezTo>
                <a:cubicBezTo>
                  <a:pt x="1180767" y="62805"/>
                  <a:pt x="1171941" y="69641"/>
                  <a:pt x="1161254" y="84670"/>
                </a:cubicBezTo>
                <a:lnTo>
                  <a:pt x="1160325" y="84670"/>
                </a:lnTo>
                <a:cubicBezTo>
                  <a:pt x="1159861" y="77838"/>
                  <a:pt x="1158698" y="66680"/>
                  <a:pt x="1158698" y="66680"/>
                </a:cubicBezTo>
                <a:cubicBezTo>
                  <a:pt x="1158468" y="64630"/>
                  <a:pt x="1156610" y="62805"/>
                  <a:pt x="1153356" y="62805"/>
                </a:cubicBezTo>
                <a:cubicBezTo>
                  <a:pt x="1142439" y="65585"/>
                  <a:pt x="1130129" y="68775"/>
                  <a:pt x="1114795" y="70367"/>
                </a:cubicBezTo>
                <a:cubicBezTo>
                  <a:pt x="1114331" y="71736"/>
                  <a:pt x="1114795" y="76063"/>
                  <a:pt x="1115259" y="77428"/>
                </a:cubicBezTo>
                <a:cubicBezTo>
                  <a:pt x="1128037" y="78568"/>
                  <a:pt x="1130359" y="80618"/>
                  <a:pt x="1130359" y="93601"/>
                </a:cubicBezTo>
                <a:lnTo>
                  <a:pt x="1130359" y="136202"/>
                </a:lnTo>
                <a:cubicBezTo>
                  <a:pt x="1130359" y="155107"/>
                  <a:pt x="1127803" y="155565"/>
                  <a:pt x="1113632" y="156702"/>
                </a:cubicBezTo>
                <a:cubicBezTo>
                  <a:pt x="1112239" y="158067"/>
                  <a:pt x="1112239" y="163078"/>
                  <a:pt x="1113632" y="164444"/>
                </a:cubicBezTo>
                <a:cubicBezTo>
                  <a:pt x="1123390" y="164218"/>
                  <a:pt x="1133145" y="163989"/>
                  <a:pt x="1145459" y="163989"/>
                </a:cubicBezTo>
                <a:cubicBezTo>
                  <a:pt x="1157769" y="163989"/>
                  <a:pt x="1167294" y="164218"/>
                  <a:pt x="1177282" y="164444"/>
                </a:cubicBezTo>
                <a:cubicBezTo>
                  <a:pt x="1178679" y="163078"/>
                  <a:pt x="1178679" y="158067"/>
                  <a:pt x="1177282" y="156702"/>
                </a:cubicBezTo>
                <a:cubicBezTo>
                  <a:pt x="1163115" y="155791"/>
                  <a:pt x="1160559" y="155107"/>
                  <a:pt x="1160559" y="136202"/>
                </a:cubicBezTo>
                <a:lnTo>
                  <a:pt x="1160559" y="102908"/>
                </a:lnTo>
                <a:close/>
                <a:moveTo>
                  <a:pt x="1345699" y="72372"/>
                </a:moveTo>
                <a:cubicBezTo>
                  <a:pt x="1361494" y="72372"/>
                  <a:pt x="1372181" y="90825"/>
                  <a:pt x="1372181" y="122034"/>
                </a:cubicBezTo>
                <a:cubicBezTo>
                  <a:pt x="1372181" y="149369"/>
                  <a:pt x="1361263" y="156660"/>
                  <a:pt x="1352902" y="156660"/>
                </a:cubicBezTo>
                <a:cubicBezTo>
                  <a:pt x="1333853" y="156660"/>
                  <a:pt x="1326416" y="128640"/>
                  <a:pt x="1326416" y="111783"/>
                </a:cubicBezTo>
                <a:cubicBezTo>
                  <a:pt x="1326416" y="90825"/>
                  <a:pt x="1330135" y="72372"/>
                  <a:pt x="1345699" y="72372"/>
                </a:cubicBezTo>
                <a:moveTo>
                  <a:pt x="1293895" y="116794"/>
                </a:moveTo>
                <a:cubicBezTo>
                  <a:pt x="1293895" y="146638"/>
                  <a:pt x="1318055" y="166223"/>
                  <a:pt x="1349183" y="166223"/>
                </a:cubicBezTo>
                <a:cubicBezTo>
                  <a:pt x="1365676" y="166223"/>
                  <a:pt x="1379383" y="161671"/>
                  <a:pt x="1388907" y="153244"/>
                </a:cubicBezTo>
                <a:cubicBezTo>
                  <a:pt x="1400753" y="142993"/>
                  <a:pt x="1404702" y="127501"/>
                  <a:pt x="1404702" y="114744"/>
                </a:cubicBezTo>
                <a:cubicBezTo>
                  <a:pt x="1404702" y="84903"/>
                  <a:pt x="1384027" y="62805"/>
                  <a:pt x="1349414" y="62805"/>
                </a:cubicBezTo>
                <a:cubicBezTo>
                  <a:pt x="1330135" y="62805"/>
                  <a:pt x="1315733" y="69411"/>
                  <a:pt x="1306673" y="79663"/>
                </a:cubicBezTo>
                <a:cubicBezTo>
                  <a:pt x="1297844" y="89685"/>
                  <a:pt x="1293895" y="103352"/>
                  <a:pt x="1293895" y="116794"/>
                </a:cubicBezTo>
                <a:close/>
                <a:moveTo>
                  <a:pt x="1466726" y="134868"/>
                </a:moveTo>
                <a:lnTo>
                  <a:pt x="1466726" y="76639"/>
                </a:lnTo>
                <a:lnTo>
                  <a:pt x="1486704" y="76639"/>
                </a:lnTo>
                <a:cubicBezTo>
                  <a:pt x="1490886" y="76639"/>
                  <a:pt x="1494835" y="75503"/>
                  <a:pt x="1494835" y="72768"/>
                </a:cubicBezTo>
                <a:lnTo>
                  <a:pt x="1494835" y="67531"/>
                </a:lnTo>
                <a:cubicBezTo>
                  <a:pt x="1494835" y="66165"/>
                  <a:pt x="1494601" y="65252"/>
                  <a:pt x="1490188" y="65252"/>
                </a:cubicBezTo>
                <a:lnTo>
                  <a:pt x="1466726" y="65252"/>
                </a:lnTo>
                <a:lnTo>
                  <a:pt x="1466726" y="53603"/>
                </a:lnTo>
                <a:cubicBezTo>
                  <a:pt x="1466726" y="19572"/>
                  <a:pt x="1476251" y="14547"/>
                  <a:pt x="1481362" y="14547"/>
                </a:cubicBezTo>
                <a:cubicBezTo>
                  <a:pt x="1485311" y="14547"/>
                  <a:pt x="1486239" y="17973"/>
                  <a:pt x="1487866" y="23453"/>
                </a:cubicBezTo>
                <a:cubicBezTo>
                  <a:pt x="1489954" y="30765"/>
                  <a:pt x="1495994" y="36474"/>
                  <a:pt x="1504359" y="36474"/>
                </a:cubicBezTo>
                <a:cubicBezTo>
                  <a:pt x="1512023" y="36474"/>
                  <a:pt x="1517598" y="31679"/>
                  <a:pt x="1517598" y="21855"/>
                </a:cubicBezTo>
                <a:cubicBezTo>
                  <a:pt x="1517598" y="15690"/>
                  <a:pt x="1510399" y="4980"/>
                  <a:pt x="1485775" y="4980"/>
                </a:cubicBezTo>
                <a:cubicBezTo>
                  <a:pt x="1474858" y="4980"/>
                  <a:pt x="1461849" y="8855"/>
                  <a:pt x="1453019" y="18202"/>
                </a:cubicBezTo>
                <a:cubicBezTo>
                  <a:pt x="1444424" y="27338"/>
                  <a:pt x="1436527" y="38758"/>
                  <a:pt x="1436527" y="60685"/>
                </a:cubicBezTo>
                <a:lnTo>
                  <a:pt x="1436527" y="65252"/>
                </a:lnTo>
                <a:lnTo>
                  <a:pt x="1436062" y="65252"/>
                </a:lnTo>
                <a:cubicBezTo>
                  <a:pt x="1428165" y="65252"/>
                  <a:pt x="1418641" y="66391"/>
                  <a:pt x="1418641" y="68212"/>
                </a:cubicBezTo>
                <a:lnTo>
                  <a:pt x="1418641" y="74363"/>
                </a:lnTo>
                <a:cubicBezTo>
                  <a:pt x="1418641" y="75958"/>
                  <a:pt x="1419569" y="76639"/>
                  <a:pt x="1424911" y="76639"/>
                </a:cubicBezTo>
                <a:lnTo>
                  <a:pt x="1436527" y="76639"/>
                </a:lnTo>
                <a:lnTo>
                  <a:pt x="1436527" y="135323"/>
                </a:lnTo>
                <a:cubicBezTo>
                  <a:pt x="1436527" y="153974"/>
                  <a:pt x="1432812" y="156021"/>
                  <a:pt x="1418641" y="156702"/>
                </a:cubicBezTo>
                <a:cubicBezTo>
                  <a:pt x="1417248" y="158067"/>
                  <a:pt x="1417248" y="163078"/>
                  <a:pt x="1418641" y="164444"/>
                </a:cubicBezTo>
                <a:cubicBezTo>
                  <a:pt x="1428395" y="164218"/>
                  <a:pt x="1438848" y="163989"/>
                  <a:pt x="1451626" y="163989"/>
                </a:cubicBezTo>
                <a:cubicBezTo>
                  <a:pt x="1464401" y="163989"/>
                  <a:pt x="1474624" y="164218"/>
                  <a:pt x="1484612" y="164444"/>
                </a:cubicBezTo>
                <a:cubicBezTo>
                  <a:pt x="1486005" y="163078"/>
                  <a:pt x="1486005" y="158067"/>
                  <a:pt x="1484612" y="156702"/>
                </a:cubicBezTo>
                <a:cubicBezTo>
                  <a:pt x="1470441" y="156021"/>
                  <a:pt x="1466726" y="153974"/>
                  <a:pt x="1466726" y="134868"/>
                </a:cubicBezTo>
                <a:close/>
                <a:moveTo>
                  <a:pt x="1645827" y="99502"/>
                </a:moveTo>
                <a:cubicBezTo>
                  <a:pt x="1640716" y="99502"/>
                  <a:pt x="1639089" y="98821"/>
                  <a:pt x="1640018" y="96545"/>
                </a:cubicBezTo>
                <a:lnTo>
                  <a:pt x="1660463" y="45527"/>
                </a:lnTo>
                <a:lnTo>
                  <a:pt x="1662086" y="45527"/>
                </a:lnTo>
                <a:lnTo>
                  <a:pt x="1681135" y="99502"/>
                </a:lnTo>
                <a:lnTo>
                  <a:pt x="1645827" y="99502"/>
                </a:lnTo>
                <a:moveTo>
                  <a:pt x="1620739" y="145992"/>
                </a:moveTo>
                <a:lnTo>
                  <a:pt x="1633049" y="114309"/>
                </a:lnTo>
                <a:cubicBezTo>
                  <a:pt x="1634212" y="111348"/>
                  <a:pt x="1635605" y="110435"/>
                  <a:pt x="1641180" y="110435"/>
                </a:cubicBezTo>
                <a:lnTo>
                  <a:pt x="1685317" y="110435"/>
                </a:lnTo>
                <a:lnTo>
                  <a:pt x="1698326" y="147587"/>
                </a:lnTo>
                <a:cubicBezTo>
                  <a:pt x="1701580" y="156931"/>
                  <a:pt x="1692286" y="156021"/>
                  <a:pt x="1681135" y="156702"/>
                </a:cubicBezTo>
                <a:cubicBezTo>
                  <a:pt x="1679742" y="158067"/>
                  <a:pt x="1679742" y="163078"/>
                  <a:pt x="1681135" y="164444"/>
                </a:cubicBezTo>
                <a:cubicBezTo>
                  <a:pt x="1689730" y="164218"/>
                  <a:pt x="1711799" y="163989"/>
                  <a:pt x="1720859" y="163989"/>
                </a:cubicBezTo>
                <a:cubicBezTo>
                  <a:pt x="1730383" y="163989"/>
                  <a:pt x="1743392" y="164218"/>
                  <a:pt x="1751987" y="164444"/>
                </a:cubicBezTo>
                <a:cubicBezTo>
                  <a:pt x="1753380" y="163078"/>
                  <a:pt x="1753380" y="158067"/>
                  <a:pt x="1751987" y="156702"/>
                </a:cubicBezTo>
                <a:cubicBezTo>
                  <a:pt x="1742927" y="155791"/>
                  <a:pt x="1735261" y="156021"/>
                  <a:pt x="1731081" y="144396"/>
                </a:cubicBezTo>
                <a:lnTo>
                  <a:pt x="1683226" y="14098"/>
                </a:lnTo>
                <a:cubicBezTo>
                  <a:pt x="1679742" y="16149"/>
                  <a:pt x="1665804" y="24121"/>
                  <a:pt x="1657673" y="24121"/>
                </a:cubicBezTo>
                <a:lnTo>
                  <a:pt x="1607266" y="140748"/>
                </a:lnTo>
                <a:cubicBezTo>
                  <a:pt x="1601226" y="154881"/>
                  <a:pt x="1594257" y="156021"/>
                  <a:pt x="1584035" y="156702"/>
                </a:cubicBezTo>
                <a:cubicBezTo>
                  <a:pt x="1582642" y="158067"/>
                  <a:pt x="1582642" y="163078"/>
                  <a:pt x="1584035" y="164444"/>
                </a:cubicBezTo>
                <a:cubicBezTo>
                  <a:pt x="1592630" y="164218"/>
                  <a:pt x="1596813" y="163989"/>
                  <a:pt x="1605873" y="163989"/>
                </a:cubicBezTo>
                <a:cubicBezTo>
                  <a:pt x="1615397" y="163989"/>
                  <a:pt x="1628172" y="164218"/>
                  <a:pt x="1636767" y="164444"/>
                </a:cubicBezTo>
                <a:cubicBezTo>
                  <a:pt x="1638160" y="163078"/>
                  <a:pt x="1638160" y="158067"/>
                  <a:pt x="1636767" y="156702"/>
                </a:cubicBezTo>
                <a:cubicBezTo>
                  <a:pt x="1627941" y="156021"/>
                  <a:pt x="1617020" y="155336"/>
                  <a:pt x="1620739" y="145992"/>
                </a:cubicBezTo>
                <a:close/>
                <a:moveTo>
                  <a:pt x="1834684" y="14953"/>
                </a:moveTo>
                <a:cubicBezTo>
                  <a:pt x="1825394" y="14953"/>
                  <a:pt x="1770804" y="16545"/>
                  <a:pt x="1761510" y="16545"/>
                </a:cubicBezTo>
                <a:cubicBezTo>
                  <a:pt x="1759188" y="17914"/>
                  <a:pt x="1759188" y="22925"/>
                  <a:pt x="1761510" y="24291"/>
                </a:cubicBezTo>
                <a:cubicBezTo>
                  <a:pt x="1774288" y="24975"/>
                  <a:pt x="1780792" y="25886"/>
                  <a:pt x="1780792" y="44797"/>
                </a:cubicBezTo>
                <a:lnTo>
                  <a:pt x="1780792" y="136181"/>
                </a:lnTo>
                <a:cubicBezTo>
                  <a:pt x="1780792" y="155107"/>
                  <a:pt x="1774288" y="156017"/>
                  <a:pt x="1761510" y="156702"/>
                </a:cubicBezTo>
                <a:cubicBezTo>
                  <a:pt x="1759188" y="158067"/>
                  <a:pt x="1759188" y="163078"/>
                  <a:pt x="1761510" y="164444"/>
                </a:cubicBezTo>
                <a:cubicBezTo>
                  <a:pt x="1770804" y="164218"/>
                  <a:pt x="1787992" y="163989"/>
                  <a:pt x="1797285" y="163989"/>
                </a:cubicBezTo>
                <a:cubicBezTo>
                  <a:pt x="1806576" y="163989"/>
                  <a:pt x="1823303" y="164218"/>
                  <a:pt x="1832593" y="164444"/>
                </a:cubicBezTo>
                <a:cubicBezTo>
                  <a:pt x="1834918" y="163078"/>
                  <a:pt x="1834918" y="158067"/>
                  <a:pt x="1832593" y="156702"/>
                </a:cubicBezTo>
                <a:cubicBezTo>
                  <a:pt x="1819818" y="156017"/>
                  <a:pt x="1813314" y="155107"/>
                  <a:pt x="1813314" y="136181"/>
                </a:cubicBezTo>
                <a:lnTo>
                  <a:pt x="1813314" y="44568"/>
                </a:lnTo>
                <a:cubicBezTo>
                  <a:pt x="1813314" y="29111"/>
                  <a:pt x="1814937" y="24326"/>
                  <a:pt x="1827251" y="24326"/>
                </a:cubicBezTo>
                <a:cubicBezTo>
                  <a:pt x="1840724" y="24326"/>
                  <a:pt x="1856288" y="29792"/>
                  <a:pt x="1856288" y="57572"/>
                </a:cubicBezTo>
                <a:cubicBezTo>
                  <a:pt x="1856288" y="81254"/>
                  <a:pt x="1849550" y="91273"/>
                  <a:pt x="1830502" y="91273"/>
                </a:cubicBezTo>
                <a:cubicBezTo>
                  <a:pt x="1827017" y="91273"/>
                  <a:pt x="1822140" y="91047"/>
                  <a:pt x="1818890" y="90592"/>
                </a:cubicBezTo>
                <a:cubicBezTo>
                  <a:pt x="1818890" y="94918"/>
                  <a:pt x="1820283" y="98108"/>
                  <a:pt x="1823533" y="100155"/>
                </a:cubicBezTo>
                <a:cubicBezTo>
                  <a:pt x="1826787" y="100610"/>
                  <a:pt x="1826089" y="100840"/>
                  <a:pt x="1831664" y="100840"/>
                </a:cubicBezTo>
                <a:cubicBezTo>
                  <a:pt x="1852106" y="100840"/>
                  <a:pt x="1866508" y="97424"/>
                  <a:pt x="1875801" y="89907"/>
                </a:cubicBezTo>
                <a:cubicBezTo>
                  <a:pt x="1887417" y="80573"/>
                  <a:pt x="1891366" y="65769"/>
                  <a:pt x="1891366" y="53700"/>
                </a:cubicBezTo>
                <a:cubicBezTo>
                  <a:pt x="1891366" y="44592"/>
                  <a:pt x="1887881" y="30932"/>
                  <a:pt x="1873480" y="22505"/>
                </a:cubicBezTo>
                <a:cubicBezTo>
                  <a:pt x="1864884" y="17459"/>
                  <a:pt x="1852106" y="14953"/>
                  <a:pt x="1834684" y="14953"/>
                </a:cubicBezTo>
                <a:close/>
                <a:moveTo>
                  <a:pt x="1991022" y="135997"/>
                </a:moveTo>
                <a:lnTo>
                  <a:pt x="1991022" y="49534"/>
                </a:lnTo>
                <a:cubicBezTo>
                  <a:pt x="1991022" y="34970"/>
                  <a:pt x="1993344" y="26550"/>
                  <a:pt x="2001705" y="26550"/>
                </a:cubicBezTo>
                <a:lnTo>
                  <a:pt x="2006817" y="26550"/>
                </a:lnTo>
                <a:cubicBezTo>
                  <a:pt x="2024238" y="26550"/>
                  <a:pt x="2033997" y="32242"/>
                  <a:pt x="2037945" y="49760"/>
                </a:cubicBezTo>
                <a:cubicBezTo>
                  <a:pt x="2040501" y="49760"/>
                  <a:pt x="2044914" y="49534"/>
                  <a:pt x="2047005" y="48623"/>
                </a:cubicBezTo>
                <a:cubicBezTo>
                  <a:pt x="2045378" y="38156"/>
                  <a:pt x="2044216" y="26324"/>
                  <a:pt x="2043985" y="16076"/>
                </a:cubicBezTo>
                <a:cubicBezTo>
                  <a:pt x="2043985" y="15846"/>
                  <a:pt x="2043521" y="15391"/>
                  <a:pt x="2043287" y="15391"/>
                </a:cubicBezTo>
                <a:cubicBezTo>
                  <a:pt x="2035390" y="16076"/>
                  <a:pt x="2009606" y="17212"/>
                  <a:pt x="1991253" y="17212"/>
                </a:cubicBezTo>
                <a:lnTo>
                  <a:pt x="1958501" y="17212"/>
                </a:lnTo>
                <a:cubicBezTo>
                  <a:pt x="1940611" y="17212"/>
                  <a:pt x="1913201" y="16076"/>
                  <a:pt x="1904375" y="15391"/>
                </a:cubicBezTo>
                <a:cubicBezTo>
                  <a:pt x="1903911" y="15391"/>
                  <a:pt x="1903446" y="15846"/>
                  <a:pt x="1903446" y="16076"/>
                </a:cubicBezTo>
                <a:cubicBezTo>
                  <a:pt x="1902514" y="26324"/>
                  <a:pt x="1900192" y="38382"/>
                  <a:pt x="1897637" y="49304"/>
                </a:cubicBezTo>
                <a:cubicBezTo>
                  <a:pt x="1899958" y="50215"/>
                  <a:pt x="1903911" y="50444"/>
                  <a:pt x="1906697" y="50444"/>
                </a:cubicBezTo>
                <a:cubicBezTo>
                  <a:pt x="1911344" y="32242"/>
                  <a:pt x="1920868" y="26550"/>
                  <a:pt x="1936198" y="26550"/>
                </a:cubicBezTo>
                <a:lnTo>
                  <a:pt x="1947580" y="26550"/>
                </a:lnTo>
                <a:cubicBezTo>
                  <a:pt x="1956175" y="26550"/>
                  <a:pt x="1958501" y="34970"/>
                  <a:pt x="1958501" y="48849"/>
                </a:cubicBezTo>
                <a:lnTo>
                  <a:pt x="1958501" y="135997"/>
                </a:lnTo>
                <a:cubicBezTo>
                  <a:pt x="1958501" y="154881"/>
                  <a:pt x="1954548" y="156021"/>
                  <a:pt x="1935968" y="156702"/>
                </a:cubicBezTo>
                <a:cubicBezTo>
                  <a:pt x="1934571" y="158067"/>
                  <a:pt x="1934571" y="163078"/>
                  <a:pt x="1935968" y="164444"/>
                </a:cubicBezTo>
                <a:cubicBezTo>
                  <a:pt x="1947349" y="164218"/>
                  <a:pt x="1959429" y="163989"/>
                  <a:pt x="1974295" y="163989"/>
                </a:cubicBezTo>
                <a:cubicBezTo>
                  <a:pt x="1989626" y="163989"/>
                  <a:pt x="2001939" y="164218"/>
                  <a:pt x="2013555" y="164444"/>
                </a:cubicBezTo>
                <a:cubicBezTo>
                  <a:pt x="2014948" y="163078"/>
                  <a:pt x="2014948" y="158067"/>
                  <a:pt x="2013555" y="156702"/>
                </a:cubicBezTo>
                <a:cubicBezTo>
                  <a:pt x="1994971" y="156021"/>
                  <a:pt x="1991022" y="154881"/>
                  <a:pt x="1991022" y="135997"/>
                </a:cubicBezTo>
                <a:close/>
                <a:moveTo>
                  <a:pt x="2224712" y="144132"/>
                </a:moveTo>
                <a:cubicBezTo>
                  <a:pt x="2224712" y="141397"/>
                  <a:pt x="2224248" y="137071"/>
                  <a:pt x="2221692" y="137071"/>
                </a:cubicBezTo>
                <a:cubicBezTo>
                  <a:pt x="2212398" y="145498"/>
                  <a:pt x="2204501" y="149828"/>
                  <a:pt x="2197766" y="149828"/>
                </a:cubicBezTo>
                <a:cubicBezTo>
                  <a:pt x="2180341" y="149828"/>
                  <a:pt x="2166638" y="137526"/>
                  <a:pt x="2166638" y="110188"/>
                </a:cubicBezTo>
                <a:cubicBezTo>
                  <a:pt x="2166638" y="84903"/>
                  <a:pt x="2172444" y="72372"/>
                  <a:pt x="2184758" y="72372"/>
                </a:cubicBezTo>
                <a:cubicBezTo>
                  <a:pt x="2193350" y="72372"/>
                  <a:pt x="2196834" y="81258"/>
                  <a:pt x="2197533" y="88545"/>
                </a:cubicBezTo>
                <a:cubicBezTo>
                  <a:pt x="2198231" y="94696"/>
                  <a:pt x="2204501" y="99255"/>
                  <a:pt x="2211934" y="99255"/>
                </a:cubicBezTo>
                <a:cubicBezTo>
                  <a:pt x="2219367" y="99255"/>
                  <a:pt x="2224712" y="93560"/>
                  <a:pt x="2224712" y="86495"/>
                </a:cubicBezTo>
                <a:cubicBezTo>
                  <a:pt x="2224712" y="76243"/>
                  <a:pt x="2212168" y="62805"/>
                  <a:pt x="2186846" y="62805"/>
                </a:cubicBezTo>
                <a:cubicBezTo>
                  <a:pt x="2159435" y="62805"/>
                  <a:pt x="2135276" y="84444"/>
                  <a:pt x="2135276" y="118163"/>
                </a:cubicBezTo>
                <a:cubicBezTo>
                  <a:pt x="2135276" y="132970"/>
                  <a:pt x="2140621" y="145953"/>
                  <a:pt x="2149681" y="154384"/>
                </a:cubicBezTo>
                <a:cubicBezTo>
                  <a:pt x="2158737" y="162807"/>
                  <a:pt x="2169424" y="166223"/>
                  <a:pt x="2185917" y="166223"/>
                </a:cubicBezTo>
                <a:cubicBezTo>
                  <a:pt x="2199854" y="166223"/>
                  <a:pt x="2215883" y="156660"/>
                  <a:pt x="2224712" y="144132"/>
                </a:cubicBezTo>
                <a:close/>
                <a:moveTo>
                  <a:pt x="2301138" y="152789"/>
                </a:moveTo>
                <a:cubicBezTo>
                  <a:pt x="2302762" y="162126"/>
                  <a:pt x="2309036" y="166223"/>
                  <a:pt x="2319255" y="166223"/>
                </a:cubicBezTo>
                <a:cubicBezTo>
                  <a:pt x="2332033" y="166223"/>
                  <a:pt x="2341093" y="161442"/>
                  <a:pt x="2349688" y="153470"/>
                </a:cubicBezTo>
                <a:cubicBezTo>
                  <a:pt x="2349224" y="150738"/>
                  <a:pt x="2348292" y="148918"/>
                  <a:pt x="2345506" y="147093"/>
                </a:cubicBezTo>
                <a:cubicBezTo>
                  <a:pt x="2342486" y="149373"/>
                  <a:pt x="2340164" y="150283"/>
                  <a:pt x="2335751" y="150283"/>
                </a:cubicBezTo>
                <a:cubicBezTo>
                  <a:pt x="2330640" y="150283"/>
                  <a:pt x="2329247" y="146183"/>
                  <a:pt x="2329247" y="135021"/>
                </a:cubicBezTo>
                <a:lnTo>
                  <a:pt x="2329711" y="102216"/>
                </a:lnTo>
                <a:cubicBezTo>
                  <a:pt x="2329711" y="69411"/>
                  <a:pt x="2309036" y="62805"/>
                  <a:pt x="2289987" y="62805"/>
                </a:cubicBezTo>
                <a:cubicBezTo>
                  <a:pt x="2273030" y="62805"/>
                  <a:pt x="2247013" y="72372"/>
                  <a:pt x="2247013" y="87409"/>
                </a:cubicBezTo>
                <a:cubicBezTo>
                  <a:pt x="2247013" y="93785"/>
                  <a:pt x="2249799" y="98796"/>
                  <a:pt x="2258859" y="98796"/>
                </a:cubicBezTo>
                <a:cubicBezTo>
                  <a:pt x="2267220" y="98796"/>
                  <a:pt x="2273260" y="93785"/>
                  <a:pt x="2273260" y="88319"/>
                </a:cubicBezTo>
                <a:cubicBezTo>
                  <a:pt x="2273260" y="85358"/>
                  <a:pt x="2271637" y="81484"/>
                  <a:pt x="2272332" y="77612"/>
                </a:cubicBezTo>
                <a:cubicBezTo>
                  <a:pt x="2272565" y="75107"/>
                  <a:pt x="2274423" y="72372"/>
                  <a:pt x="2282090" y="72372"/>
                </a:cubicBezTo>
                <a:cubicBezTo>
                  <a:pt x="2291844" y="72372"/>
                  <a:pt x="2299976" y="76473"/>
                  <a:pt x="2299976" y="105406"/>
                </a:cubicBezTo>
                <a:lnTo>
                  <a:pt x="2284411" y="110188"/>
                </a:lnTo>
                <a:cubicBezTo>
                  <a:pt x="2260021" y="117704"/>
                  <a:pt x="2242830" y="124314"/>
                  <a:pt x="2242830" y="142308"/>
                </a:cubicBezTo>
                <a:cubicBezTo>
                  <a:pt x="2242830" y="158026"/>
                  <a:pt x="2251656" y="166223"/>
                  <a:pt x="2271867" y="166223"/>
                </a:cubicBezTo>
                <a:cubicBezTo>
                  <a:pt x="2278605" y="166223"/>
                  <a:pt x="2292078" y="158936"/>
                  <a:pt x="2299742" y="153015"/>
                </a:cubicBezTo>
                <a:lnTo>
                  <a:pt x="2301138" y="152789"/>
                </a:lnTo>
                <a:moveTo>
                  <a:pt x="2299976" y="114288"/>
                </a:moveTo>
                <a:lnTo>
                  <a:pt x="2299976" y="144358"/>
                </a:lnTo>
                <a:cubicBezTo>
                  <a:pt x="2294170" y="148914"/>
                  <a:pt x="2288360" y="152559"/>
                  <a:pt x="2284181" y="152559"/>
                </a:cubicBezTo>
                <a:cubicBezTo>
                  <a:pt x="2274189" y="152559"/>
                  <a:pt x="2270705" y="145953"/>
                  <a:pt x="2270705" y="138892"/>
                </a:cubicBezTo>
                <a:cubicBezTo>
                  <a:pt x="2270705" y="130465"/>
                  <a:pt x="2271403" y="123400"/>
                  <a:pt x="2287896" y="118163"/>
                </a:cubicBezTo>
                <a:lnTo>
                  <a:pt x="2299976" y="114288"/>
                </a:lnTo>
                <a:close/>
                <a:moveTo>
                  <a:pt x="2403116" y="136188"/>
                </a:moveTo>
                <a:lnTo>
                  <a:pt x="2403116" y="90828"/>
                </a:lnTo>
                <a:cubicBezTo>
                  <a:pt x="2403116" y="89688"/>
                  <a:pt x="2403116" y="88548"/>
                  <a:pt x="2403116" y="87409"/>
                </a:cubicBezTo>
                <a:cubicBezTo>
                  <a:pt x="2412176" y="81939"/>
                  <a:pt x="2420304" y="79659"/>
                  <a:pt x="2424256" y="79659"/>
                </a:cubicBezTo>
                <a:cubicBezTo>
                  <a:pt x="2433546" y="79659"/>
                  <a:pt x="2440515" y="83763"/>
                  <a:pt x="2440515" y="96757"/>
                </a:cubicBezTo>
                <a:lnTo>
                  <a:pt x="2440515" y="134819"/>
                </a:lnTo>
                <a:cubicBezTo>
                  <a:pt x="2440515" y="153967"/>
                  <a:pt x="2436797" y="156017"/>
                  <a:pt x="2427273" y="156702"/>
                </a:cubicBezTo>
                <a:cubicBezTo>
                  <a:pt x="2425880" y="158067"/>
                  <a:pt x="2425880" y="163078"/>
                  <a:pt x="2427273" y="164444"/>
                </a:cubicBezTo>
                <a:cubicBezTo>
                  <a:pt x="2437031" y="164218"/>
                  <a:pt x="2444464" y="163989"/>
                  <a:pt x="2455615" y="163989"/>
                </a:cubicBezTo>
                <a:cubicBezTo>
                  <a:pt x="2466766" y="163989"/>
                  <a:pt x="2473965" y="164218"/>
                  <a:pt x="2483954" y="164444"/>
                </a:cubicBezTo>
                <a:cubicBezTo>
                  <a:pt x="2485350" y="163078"/>
                  <a:pt x="2485350" y="158067"/>
                  <a:pt x="2483954" y="156702"/>
                </a:cubicBezTo>
                <a:cubicBezTo>
                  <a:pt x="2474664" y="156017"/>
                  <a:pt x="2470715" y="153967"/>
                  <a:pt x="2470715" y="134819"/>
                </a:cubicBezTo>
                <a:lnTo>
                  <a:pt x="2470715" y="99262"/>
                </a:lnTo>
                <a:cubicBezTo>
                  <a:pt x="2470715" y="93563"/>
                  <a:pt x="2470481" y="89007"/>
                  <a:pt x="2469786" y="86728"/>
                </a:cubicBezTo>
                <a:cubicBezTo>
                  <a:pt x="2478612" y="82394"/>
                  <a:pt x="2488601" y="79659"/>
                  <a:pt x="2492319" y="79659"/>
                </a:cubicBezTo>
                <a:cubicBezTo>
                  <a:pt x="2501609" y="79659"/>
                  <a:pt x="2508114" y="83763"/>
                  <a:pt x="2508114" y="96757"/>
                </a:cubicBezTo>
                <a:lnTo>
                  <a:pt x="2508114" y="134819"/>
                </a:lnTo>
                <a:cubicBezTo>
                  <a:pt x="2508114" y="153967"/>
                  <a:pt x="2504395" y="156017"/>
                  <a:pt x="2494875" y="156702"/>
                </a:cubicBezTo>
                <a:cubicBezTo>
                  <a:pt x="2493478" y="158067"/>
                  <a:pt x="2493478" y="163078"/>
                  <a:pt x="2494875" y="164444"/>
                </a:cubicBezTo>
                <a:cubicBezTo>
                  <a:pt x="2504629" y="164218"/>
                  <a:pt x="2512062" y="163989"/>
                  <a:pt x="2523214" y="163989"/>
                </a:cubicBezTo>
                <a:cubicBezTo>
                  <a:pt x="2535988" y="163989"/>
                  <a:pt x="2546211" y="164218"/>
                  <a:pt x="2556200" y="164444"/>
                </a:cubicBezTo>
                <a:cubicBezTo>
                  <a:pt x="2557593" y="163078"/>
                  <a:pt x="2557593" y="158067"/>
                  <a:pt x="2556200" y="156702"/>
                </a:cubicBezTo>
                <a:cubicBezTo>
                  <a:pt x="2542028" y="156017"/>
                  <a:pt x="2538314" y="153967"/>
                  <a:pt x="2538314" y="134819"/>
                </a:cubicBezTo>
                <a:lnTo>
                  <a:pt x="2538314" y="99262"/>
                </a:lnTo>
                <a:cubicBezTo>
                  <a:pt x="2538314" y="74193"/>
                  <a:pt x="2529020" y="62805"/>
                  <a:pt x="2509042" y="62805"/>
                </a:cubicBezTo>
                <a:cubicBezTo>
                  <a:pt x="2500447" y="62805"/>
                  <a:pt x="2480934" y="71917"/>
                  <a:pt x="2467461" y="79433"/>
                </a:cubicBezTo>
                <a:cubicBezTo>
                  <a:pt x="2463977" y="69411"/>
                  <a:pt x="2454686" y="62805"/>
                  <a:pt x="2440979" y="62805"/>
                </a:cubicBezTo>
                <a:cubicBezTo>
                  <a:pt x="2432618" y="62805"/>
                  <a:pt x="2415891" y="71462"/>
                  <a:pt x="2402652" y="78749"/>
                </a:cubicBezTo>
                <a:cubicBezTo>
                  <a:pt x="2401954" y="71917"/>
                  <a:pt x="2401255" y="66680"/>
                  <a:pt x="2401255" y="66680"/>
                </a:cubicBezTo>
                <a:cubicBezTo>
                  <a:pt x="2401025" y="63945"/>
                  <a:pt x="2399168" y="62805"/>
                  <a:pt x="2395914" y="62805"/>
                </a:cubicBezTo>
                <a:cubicBezTo>
                  <a:pt x="2387318" y="65130"/>
                  <a:pt x="2373381" y="68320"/>
                  <a:pt x="2357352" y="70367"/>
                </a:cubicBezTo>
                <a:cubicBezTo>
                  <a:pt x="2356888" y="71736"/>
                  <a:pt x="2357352" y="76288"/>
                  <a:pt x="2357816" y="77658"/>
                </a:cubicBezTo>
                <a:cubicBezTo>
                  <a:pt x="2370595" y="78797"/>
                  <a:pt x="2372916" y="80618"/>
                  <a:pt x="2372916" y="93601"/>
                </a:cubicBezTo>
                <a:lnTo>
                  <a:pt x="2372916" y="136202"/>
                </a:lnTo>
                <a:cubicBezTo>
                  <a:pt x="2372916" y="155107"/>
                  <a:pt x="2370361" y="155565"/>
                  <a:pt x="2356190" y="156702"/>
                </a:cubicBezTo>
                <a:cubicBezTo>
                  <a:pt x="2354797" y="158067"/>
                  <a:pt x="2354797" y="163078"/>
                  <a:pt x="2356190" y="164444"/>
                </a:cubicBezTo>
                <a:cubicBezTo>
                  <a:pt x="2365948" y="164218"/>
                  <a:pt x="2375702" y="163989"/>
                  <a:pt x="2388016" y="163989"/>
                </a:cubicBezTo>
                <a:cubicBezTo>
                  <a:pt x="2398703" y="163989"/>
                  <a:pt x="2405208" y="164218"/>
                  <a:pt x="2415196" y="164444"/>
                </a:cubicBezTo>
                <a:cubicBezTo>
                  <a:pt x="2416589" y="163078"/>
                  <a:pt x="2416589" y="158067"/>
                  <a:pt x="2415196" y="156702"/>
                </a:cubicBezTo>
                <a:cubicBezTo>
                  <a:pt x="2405438" y="155791"/>
                  <a:pt x="2403116" y="155107"/>
                  <a:pt x="2403116" y="136188"/>
                </a:cubicBezTo>
                <a:close/>
                <a:moveTo>
                  <a:pt x="2582447" y="93556"/>
                </a:moveTo>
                <a:lnTo>
                  <a:pt x="2582447" y="189072"/>
                </a:lnTo>
                <a:cubicBezTo>
                  <a:pt x="2582447" y="208036"/>
                  <a:pt x="2579895" y="208494"/>
                  <a:pt x="2565724" y="209634"/>
                </a:cubicBezTo>
                <a:cubicBezTo>
                  <a:pt x="2564331" y="211000"/>
                  <a:pt x="2564331" y="216011"/>
                  <a:pt x="2565724" y="217377"/>
                </a:cubicBezTo>
                <a:cubicBezTo>
                  <a:pt x="2575479" y="217151"/>
                  <a:pt x="2585237" y="216921"/>
                  <a:pt x="2597547" y="216921"/>
                </a:cubicBezTo>
                <a:cubicBezTo>
                  <a:pt x="2609861" y="216921"/>
                  <a:pt x="2619385" y="217151"/>
                  <a:pt x="2629374" y="217377"/>
                </a:cubicBezTo>
                <a:cubicBezTo>
                  <a:pt x="2630767" y="216011"/>
                  <a:pt x="2630767" y="211000"/>
                  <a:pt x="2629374" y="209634"/>
                </a:cubicBezTo>
                <a:cubicBezTo>
                  <a:pt x="2615203" y="208720"/>
                  <a:pt x="2612647" y="208036"/>
                  <a:pt x="2612647" y="189072"/>
                </a:cubicBezTo>
                <a:lnTo>
                  <a:pt x="2612647" y="162352"/>
                </a:lnTo>
                <a:cubicBezTo>
                  <a:pt x="2617758" y="164858"/>
                  <a:pt x="2622636" y="166223"/>
                  <a:pt x="2628211" y="166223"/>
                </a:cubicBezTo>
                <a:cubicBezTo>
                  <a:pt x="2663522" y="166223"/>
                  <a:pt x="2686520" y="143448"/>
                  <a:pt x="2686520" y="109958"/>
                </a:cubicBezTo>
                <a:cubicBezTo>
                  <a:pt x="2686520" y="97201"/>
                  <a:pt x="2681639" y="83079"/>
                  <a:pt x="2672579" y="74193"/>
                </a:cubicBezTo>
                <a:cubicBezTo>
                  <a:pt x="2664451" y="66225"/>
                  <a:pt x="2652836" y="62805"/>
                  <a:pt x="2640756" y="62805"/>
                </a:cubicBezTo>
                <a:cubicBezTo>
                  <a:pt x="2634017" y="62805"/>
                  <a:pt x="2621477" y="70777"/>
                  <a:pt x="2613345" y="78064"/>
                </a:cubicBezTo>
                <a:lnTo>
                  <a:pt x="2611952" y="78064"/>
                </a:lnTo>
                <a:cubicBezTo>
                  <a:pt x="2611484" y="71687"/>
                  <a:pt x="2610790" y="66680"/>
                  <a:pt x="2610790" y="66680"/>
                </a:cubicBezTo>
                <a:cubicBezTo>
                  <a:pt x="2610556" y="63945"/>
                  <a:pt x="2608698" y="62805"/>
                  <a:pt x="2605448" y="62805"/>
                </a:cubicBezTo>
                <a:cubicBezTo>
                  <a:pt x="2596852" y="65130"/>
                  <a:pt x="2582915" y="68320"/>
                  <a:pt x="2566887" y="70367"/>
                </a:cubicBezTo>
                <a:cubicBezTo>
                  <a:pt x="2566419" y="71736"/>
                  <a:pt x="2566887" y="76288"/>
                  <a:pt x="2567351" y="77658"/>
                </a:cubicBezTo>
                <a:cubicBezTo>
                  <a:pt x="2580126" y="78749"/>
                  <a:pt x="2582447" y="80570"/>
                  <a:pt x="2582447" y="93556"/>
                </a:cubicBezTo>
                <a:moveTo>
                  <a:pt x="2612647" y="149143"/>
                </a:moveTo>
                <a:lnTo>
                  <a:pt x="2612647" y="90821"/>
                </a:lnTo>
                <a:cubicBezTo>
                  <a:pt x="2612647" y="89455"/>
                  <a:pt x="2612647" y="88316"/>
                  <a:pt x="2612647" y="86950"/>
                </a:cubicBezTo>
                <a:cubicBezTo>
                  <a:pt x="2619385" y="81028"/>
                  <a:pt x="2627981" y="78064"/>
                  <a:pt x="2633323" y="78064"/>
                </a:cubicBezTo>
                <a:cubicBezTo>
                  <a:pt x="2642847" y="78064"/>
                  <a:pt x="2653998" y="89455"/>
                  <a:pt x="2653998" y="116109"/>
                </a:cubicBezTo>
                <a:cubicBezTo>
                  <a:pt x="2653998" y="135247"/>
                  <a:pt x="2647026" y="156660"/>
                  <a:pt x="2626818" y="156660"/>
                </a:cubicBezTo>
                <a:cubicBezTo>
                  <a:pt x="2624263" y="156660"/>
                  <a:pt x="2618457" y="155294"/>
                  <a:pt x="2612647" y="149143"/>
                </a:cubicBezTo>
                <a:close/>
                <a:moveTo>
                  <a:pt x="2763875" y="152789"/>
                </a:moveTo>
                <a:cubicBezTo>
                  <a:pt x="2765498" y="162126"/>
                  <a:pt x="2771772" y="166223"/>
                  <a:pt x="2781991" y="166223"/>
                </a:cubicBezTo>
                <a:cubicBezTo>
                  <a:pt x="2794769" y="166223"/>
                  <a:pt x="2803829" y="161442"/>
                  <a:pt x="2812425" y="153470"/>
                </a:cubicBezTo>
                <a:cubicBezTo>
                  <a:pt x="2811961" y="150738"/>
                  <a:pt x="2811028" y="148918"/>
                  <a:pt x="2808242" y="147093"/>
                </a:cubicBezTo>
                <a:cubicBezTo>
                  <a:pt x="2805222" y="149373"/>
                  <a:pt x="2802901" y="150283"/>
                  <a:pt x="2798488" y="150283"/>
                </a:cubicBezTo>
                <a:cubicBezTo>
                  <a:pt x="2793376" y="150283"/>
                  <a:pt x="2791983" y="146183"/>
                  <a:pt x="2791983" y="135021"/>
                </a:cubicBezTo>
                <a:lnTo>
                  <a:pt x="2792448" y="102216"/>
                </a:lnTo>
                <a:cubicBezTo>
                  <a:pt x="2792448" y="69411"/>
                  <a:pt x="2771772" y="62805"/>
                  <a:pt x="2752724" y="62805"/>
                </a:cubicBezTo>
                <a:cubicBezTo>
                  <a:pt x="2735766" y="62805"/>
                  <a:pt x="2709749" y="72372"/>
                  <a:pt x="2709749" y="87409"/>
                </a:cubicBezTo>
                <a:cubicBezTo>
                  <a:pt x="2709749" y="93785"/>
                  <a:pt x="2712535" y="98796"/>
                  <a:pt x="2721595" y="98796"/>
                </a:cubicBezTo>
                <a:cubicBezTo>
                  <a:pt x="2729957" y="98796"/>
                  <a:pt x="2735997" y="93785"/>
                  <a:pt x="2735997" y="88319"/>
                </a:cubicBezTo>
                <a:cubicBezTo>
                  <a:pt x="2735997" y="85358"/>
                  <a:pt x="2734373" y="81484"/>
                  <a:pt x="2735068" y="77612"/>
                </a:cubicBezTo>
                <a:cubicBezTo>
                  <a:pt x="2735302" y="75107"/>
                  <a:pt x="2737159" y="72372"/>
                  <a:pt x="2744826" y="72372"/>
                </a:cubicBezTo>
                <a:cubicBezTo>
                  <a:pt x="2754581" y="72372"/>
                  <a:pt x="2762712" y="76473"/>
                  <a:pt x="2762712" y="105406"/>
                </a:cubicBezTo>
                <a:lnTo>
                  <a:pt x="2747148" y="110188"/>
                </a:lnTo>
                <a:cubicBezTo>
                  <a:pt x="2722758" y="117704"/>
                  <a:pt x="2705566" y="124314"/>
                  <a:pt x="2705566" y="142308"/>
                </a:cubicBezTo>
                <a:cubicBezTo>
                  <a:pt x="2705566" y="158026"/>
                  <a:pt x="2714392" y="166223"/>
                  <a:pt x="2734604" y="166223"/>
                </a:cubicBezTo>
                <a:cubicBezTo>
                  <a:pt x="2741342" y="166223"/>
                  <a:pt x="2754815" y="158936"/>
                  <a:pt x="2762478" y="153015"/>
                </a:cubicBezTo>
                <a:lnTo>
                  <a:pt x="2763875" y="152789"/>
                </a:lnTo>
                <a:moveTo>
                  <a:pt x="2762712" y="114288"/>
                </a:moveTo>
                <a:lnTo>
                  <a:pt x="2762712" y="144358"/>
                </a:lnTo>
                <a:cubicBezTo>
                  <a:pt x="2756906" y="148914"/>
                  <a:pt x="2751097" y="152559"/>
                  <a:pt x="2746917" y="152559"/>
                </a:cubicBezTo>
                <a:cubicBezTo>
                  <a:pt x="2736925" y="152559"/>
                  <a:pt x="2733441" y="145953"/>
                  <a:pt x="2733441" y="138892"/>
                </a:cubicBezTo>
                <a:cubicBezTo>
                  <a:pt x="2733441" y="130465"/>
                  <a:pt x="2734139" y="123400"/>
                  <a:pt x="2750632" y="118163"/>
                </a:cubicBezTo>
                <a:lnTo>
                  <a:pt x="2762712" y="114288"/>
                </a:lnTo>
                <a:close/>
                <a:moveTo>
                  <a:pt x="2866782" y="136209"/>
                </a:moveTo>
                <a:lnTo>
                  <a:pt x="2866782" y="90891"/>
                </a:lnTo>
                <a:cubicBezTo>
                  <a:pt x="2866782" y="79506"/>
                  <a:pt x="2867710" y="66722"/>
                  <a:pt x="2867710" y="66722"/>
                </a:cubicBezTo>
                <a:cubicBezTo>
                  <a:pt x="2867710" y="64188"/>
                  <a:pt x="2865619" y="62805"/>
                  <a:pt x="2862369" y="62805"/>
                </a:cubicBezTo>
                <a:cubicBezTo>
                  <a:pt x="2855864" y="65342"/>
                  <a:pt x="2837046" y="67184"/>
                  <a:pt x="2821018" y="69255"/>
                </a:cubicBezTo>
                <a:cubicBezTo>
                  <a:pt x="2820553" y="70624"/>
                  <a:pt x="2821018" y="75176"/>
                  <a:pt x="2821482" y="76546"/>
                </a:cubicBezTo>
                <a:cubicBezTo>
                  <a:pt x="2834260" y="77682"/>
                  <a:pt x="2836582" y="79506"/>
                  <a:pt x="2836582" y="92486"/>
                </a:cubicBezTo>
                <a:lnTo>
                  <a:pt x="2836582" y="136209"/>
                </a:lnTo>
                <a:cubicBezTo>
                  <a:pt x="2836582" y="155110"/>
                  <a:pt x="2834026" y="155565"/>
                  <a:pt x="2819858" y="156702"/>
                </a:cubicBezTo>
                <a:cubicBezTo>
                  <a:pt x="2818462" y="158067"/>
                  <a:pt x="2818462" y="163078"/>
                  <a:pt x="2819858" y="164444"/>
                </a:cubicBezTo>
                <a:cubicBezTo>
                  <a:pt x="2829613" y="164218"/>
                  <a:pt x="2839371" y="163989"/>
                  <a:pt x="2851682" y="163989"/>
                </a:cubicBezTo>
                <a:cubicBezTo>
                  <a:pt x="2863992" y="163989"/>
                  <a:pt x="2873516" y="164218"/>
                  <a:pt x="2883505" y="164444"/>
                </a:cubicBezTo>
                <a:cubicBezTo>
                  <a:pt x="2884901" y="163078"/>
                  <a:pt x="2884901" y="158067"/>
                  <a:pt x="2883505" y="156702"/>
                </a:cubicBezTo>
                <a:cubicBezTo>
                  <a:pt x="2869337" y="155791"/>
                  <a:pt x="2866782" y="155110"/>
                  <a:pt x="2866782" y="136209"/>
                </a:cubicBezTo>
                <a:moveTo>
                  <a:pt x="2835423" y="28221"/>
                </a:moveTo>
                <a:cubicBezTo>
                  <a:pt x="2835423" y="35734"/>
                  <a:pt x="2840995" y="43251"/>
                  <a:pt x="2850289" y="43251"/>
                </a:cubicBezTo>
                <a:cubicBezTo>
                  <a:pt x="2860742" y="43251"/>
                  <a:pt x="2866782" y="35053"/>
                  <a:pt x="2866782" y="29132"/>
                </a:cubicBezTo>
                <a:cubicBezTo>
                  <a:pt x="2866782" y="22300"/>
                  <a:pt x="2861440" y="14098"/>
                  <a:pt x="2851682" y="14098"/>
                </a:cubicBezTo>
                <a:cubicBezTo>
                  <a:pt x="2840764" y="14098"/>
                  <a:pt x="2835423" y="21389"/>
                  <a:pt x="2835423" y="28221"/>
                </a:cubicBezTo>
                <a:close/>
                <a:moveTo>
                  <a:pt x="2955054" y="98411"/>
                </a:moveTo>
                <a:cubicBezTo>
                  <a:pt x="2955054" y="120339"/>
                  <a:pt x="2948550" y="123077"/>
                  <a:pt x="2942510" y="123077"/>
                </a:cubicBezTo>
                <a:cubicBezTo>
                  <a:pt x="2928109" y="123077"/>
                  <a:pt x="2926248" y="106178"/>
                  <a:pt x="2926248" y="94529"/>
                </a:cubicBezTo>
                <a:cubicBezTo>
                  <a:pt x="2926248" y="77626"/>
                  <a:pt x="2930430" y="71462"/>
                  <a:pt x="2939490" y="71462"/>
                </a:cubicBezTo>
                <a:cubicBezTo>
                  <a:pt x="2950408" y="71462"/>
                  <a:pt x="2955054" y="80368"/>
                  <a:pt x="2955054" y="98411"/>
                </a:cubicBezTo>
                <a:moveTo>
                  <a:pt x="2928339" y="169782"/>
                </a:moveTo>
                <a:cubicBezTo>
                  <a:pt x="2946228" y="169782"/>
                  <a:pt x="2980607" y="170467"/>
                  <a:pt x="2980607" y="182529"/>
                </a:cubicBezTo>
                <a:cubicBezTo>
                  <a:pt x="2980607" y="190723"/>
                  <a:pt x="2976889" y="200053"/>
                  <a:pt x="2969226" y="204150"/>
                </a:cubicBezTo>
                <a:cubicBezTo>
                  <a:pt x="2962023" y="208248"/>
                  <a:pt x="2950177" y="208703"/>
                  <a:pt x="2941348" y="208703"/>
                </a:cubicBezTo>
                <a:cubicBezTo>
                  <a:pt x="2926017" y="208703"/>
                  <a:pt x="2915564" y="197551"/>
                  <a:pt x="2915564" y="185945"/>
                </a:cubicBezTo>
                <a:cubicBezTo>
                  <a:pt x="2915564" y="178206"/>
                  <a:pt x="2915564" y="172969"/>
                  <a:pt x="2918120" y="168416"/>
                </a:cubicBezTo>
                <a:cubicBezTo>
                  <a:pt x="2920442" y="169327"/>
                  <a:pt x="2923462" y="169782"/>
                  <a:pt x="2928339" y="169782"/>
                </a:cubicBezTo>
                <a:moveTo>
                  <a:pt x="2996172" y="74203"/>
                </a:moveTo>
                <a:cubicBezTo>
                  <a:pt x="3002676" y="74203"/>
                  <a:pt x="3006391" y="71462"/>
                  <a:pt x="3006391" y="63034"/>
                </a:cubicBezTo>
                <a:cubicBezTo>
                  <a:pt x="3006391" y="58708"/>
                  <a:pt x="3000354" y="52102"/>
                  <a:pt x="2991525" y="52102"/>
                </a:cubicBezTo>
                <a:cubicBezTo>
                  <a:pt x="2981306" y="52102"/>
                  <a:pt x="2967829" y="59618"/>
                  <a:pt x="2961094" y="65540"/>
                </a:cubicBezTo>
                <a:cubicBezTo>
                  <a:pt x="2956912" y="63264"/>
                  <a:pt x="2952034" y="62805"/>
                  <a:pt x="2941582" y="62805"/>
                </a:cubicBezTo>
                <a:cubicBezTo>
                  <a:pt x="2931593" y="62805"/>
                  <a:pt x="2921835" y="65085"/>
                  <a:pt x="2914171" y="70096"/>
                </a:cubicBezTo>
                <a:cubicBezTo>
                  <a:pt x="2904647" y="76028"/>
                  <a:pt x="2898373" y="84938"/>
                  <a:pt x="2898373" y="96586"/>
                </a:cubicBezTo>
                <a:cubicBezTo>
                  <a:pt x="2898373" y="107776"/>
                  <a:pt x="2905111" y="119880"/>
                  <a:pt x="2916259" y="125812"/>
                </a:cubicBezTo>
                <a:cubicBezTo>
                  <a:pt x="2909060" y="131963"/>
                  <a:pt x="2897909" y="144045"/>
                  <a:pt x="2897909" y="148605"/>
                </a:cubicBezTo>
                <a:cubicBezTo>
                  <a:pt x="2897909" y="152931"/>
                  <a:pt x="2898607" y="155663"/>
                  <a:pt x="2900929" y="159079"/>
                </a:cubicBezTo>
                <a:cubicBezTo>
                  <a:pt x="2903020" y="162269"/>
                  <a:pt x="2905806" y="164090"/>
                  <a:pt x="2910453" y="165455"/>
                </a:cubicBezTo>
                <a:cubicBezTo>
                  <a:pt x="2900464" y="171377"/>
                  <a:pt x="2890242" y="184349"/>
                  <a:pt x="2890242" y="188221"/>
                </a:cubicBezTo>
                <a:cubicBezTo>
                  <a:pt x="2890242" y="196641"/>
                  <a:pt x="2893031" y="206427"/>
                  <a:pt x="2899302" y="210753"/>
                </a:cubicBezTo>
                <a:cubicBezTo>
                  <a:pt x="2908362" y="216901"/>
                  <a:pt x="2923696" y="218266"/>
                  <a:pt x="2934843" y="218266"/>
                </a:cubicBezTo>
                <a:cubicBezTo>
                  <a:pt x="2967134" y="218266"/>
                  <a:pt x="3004069" y="201648"/>
                  <a:pt x="3004069" y="176610"/>
                </a:cubicBezTo>
                <a:cubicBezTo>
                  <a:pt x="3004069" y="171832"/>
                  <a:pt x="3001747" y="162039"/>
                  <a:pt x="2992453" y="155892"/>
                </a:cubicBezTo>
                <a:cubicBezTo>
                  <a:pt x="2983393" y="149970"/>
                  <a:pt x="2948550" y="148375"/>
                  <a:pt x="2931359" y="148375"/>
                </a:cubicBezTo>
                <a:cubicBezTo>
                  <a:pt x="2927180" y="148375"/>
                  <a:pt x="2920906" y="147920"/>
                  <a:pt x="2920906" y="138802"/>
                </a:cubicBezTo>
                <a:cubicBezTo>
                  <a:pt x="2920906" y="135153"/>
                  <a:pt x="2923231" y="131963"/>
                  <a:pt x="2924390" y="129228"/>
                </a:cubicBezTo>
                <a:cubicBezTo>
                  <a:pt x="2929268" y="131504"/>
                  <a:pt x="2934149" y="131733"/>
                  <a:pt x="2941348" y="131733"/>
                </a:cubicBezTo>
                <a:cubicBezTo>
                  <a:pt x="2953197" y="131733"/>
                  <a:pt x="2964114" y="128773"/>
                  <a:pt x="2972012" y="121937"/>
                </a:cubicBezTo>
                <a:cubicBezTo>
                  <a:pt x="2978750" y="115998"/>
                  <a:pt x="2983393" y="108005"/>
                  <a:pt x="2983393" y="97726"/>
                </a:cubicBezTo>
                <a:cubicBezTo>
                  <a:pt x="2983393" y="84938"/>
                  <a:pt x="2976889" y="76486"/>
                  <a:pt x="2968992" y="70096"/>
                </a:cubicBezTo>
                <a:cubicBezTo>
                  <a:pt x="2970849" y="67816"/>
                  <a:pt x="2978516" y="63719"/>
                  <a:pt x="2980838" y="63719"/>
                </a:cubicBezTo>
                <a:cubicBezTo>
                  <a:pt x="2982929" y="63719"/>
                  <a:pt x="2984556" y="65085"/>
                  <a:pt x="2985254" y="66450"/>
                </a:cubicBezTo>
                <a:cubicBezTo>
                  <a:pt x="2986183" y="69411"/>
                  <a:pt x="2990362" y="74203"/>
                  <a:pt x="2996172" y="74203"/>
                </a:cubicBezTo>
                <a:close/>
                <a:moveTo>
                  <a:pt x="3061680" y="136188"/>
                </a:moveTo>
                <a:lnTo>
                  <a:pt x="3061680" y="90828"/>
                </a:lnTo>
                <a:lnTo>
                  <a:pt x="3061680" y="90373"/>
                </a:lnTo>
                <a:cubicBezTo>
                  <a:pt x="3070970" y="84219"/>
                  <a:pt x="3080264" y="79659"/>
                  <a:pt x="3084443" y="79659"/>
                </a:cubicBezTo>
                <a:cubicBezTo>
                  <a:pt x="3093737" y="79659"/>
                  <a:pt x="3100706" y="83763"/>
                  <a:pt x="3100706" y="96757"/>
                </a:cubicBezTo>
                <a:lnTo>
                  <a:pt x="3100706" y="134819"/>
                </a:lnTo>
                <a:cubicBezTo>
                  <a:pt x="3100706" y="153967"/>
                  <a:pt x="3096988" y="156017"/>
                  <a:pt x="3087463" y="156702"/>
                </a:cubicBezTo>
                <a:cubicBezTo>
                  <a:pt x="3086070" y="158067"/>
                  <a:pt x="3086070" y="163078"/>
                  <a:pt x="3087463" y="164444"/>
                </a:cubicBezTo>
                <a:cubicBezTo>
                  <a:pt x="3097221" y="164218"/>
                  <a:pt x="3104654" y="163989"/>
                  <a:pt x="3115806" y="163989"/>
                </a:cubicBezTo>
                <a:cubicBezTo>
                  <a:pt x="3128580" y="163989"/>
                  <a:pt x="3138803" y="164218"/>
                  <a:pt x="3148792" y="164444"/>
                </a:cubicBezTo>
                <a:cubicBezTo>
                  <a:pt x="3150185" y="163078"/>
                  <a:pt x="3150185" y="158067"/>
                  <a:pt x="3148792" y="156702"/>
                </a:cubicBezTo>
                <a:cubicBezTo>
                  <a:pt x="3134620" y="156017"/>
                  <a:pt x="3130906" y="153967"/>
                  <a:pt x="3130906" y="134819"/>
                </a:cubicBezTo>
                <a:lnTo>
                  <a:pt x="3130906" y="99262"/>
                </a:lnTo>
                <a:cubicBezTo>
                  <a:pt x="3130906" y="74193"/>
                  <a:pt x="3119985" y="62805"/>
                  <a:pt x="3100008" y="62805"/>
                </a:cubicBezTo>
                <a:cubicBezTo>
                  <a:pt x="3090717" y="62805"/>
                  <a:pt x="3074224" y="72827"/>
                  <a:pt x="3061446" y="81484"/>
                </a:cubicBezTo>
                <a:cubicBezTo>
                  <a:pt x="3060751" y="73512"/>
                  <a:pt x="3059819" y="66680"/>
                  <a:pt x="3059819" y="66680"/>
                </a:cubicBezTo>
                <a:cubicBezTo>
                  <a:pt x="3059589" y="63945"/>
                  <a:pt x="3057731" y="62805"/>
                  <a:pt x="3054477" y="62805"/>
                </a:cubicBezTo>
                <a:cubicBezTo>
                  <a:pt x="3045882" y="65130"/>
                  <a:pt x="3031944" y="68320"/>
                  <a:pt x="3015916" y="70367"/>
                </a:cubicBezTo>
                <a:cubicBezTo>
                  <a:pt x="3015452" y="71736"/>
                  <a:pt x="3015916" y="76288"/>
                  <a:pt x="3016380" y="77658"/>
                </a:cubicBezTo>
                <a:cubicBezTo>
                  <a:pt x="3029158" y="78797"/>
                  <a:pt x="3031480" y="80618"/>
                  <a:pt x="3031480" y="93601"/>
                </a:cubicBezTo>
                <a:lnTo>
                  <a:pt x="3031480" y="136202"/>
                </a:lnTo>
                <a:cubicBezTo>
                  <a:pt x="3031480" y="155107"/>
                  <a:pt x="3028925" y="155565"/>
                  <a:pt x="3014753" y="156702"/>
                </a:cubicBezTo>
                <a:cubicBezTo>
                  <a:pt x="3013360" y="158067"/>
                  <a:pt x="3013360" y="163078"/>
                  <a:pt x="3014753" y="164444"/>
                </a:cubicBezTo>
                <a:cubicBezTo>
                  <a:pt x="3024512" y="164218"/>
                  <a:pt x="3034266" y="163989"/>
                  <a:pt x="3046580" y="163989"/>
                </a:cubicBezTo>
                <a:cubicBezTo>
                  <a:pt x="3057267" y="163989"/>
                  <a:pt x="3063771" y="164218"/>
                  <a:pt x="3073760" y="164444"/>
                </a:cubicBezTo>
                <a:cubicBezTo>
                  <a:pt x="3075153" y="163078"/>
                  <a:pt x="3075153" y="158067"/>
                  <a:pt x="3073760" y="156702"/>
                </a:cubicBezTo>
                <a:cubicBezTo>
                  <a:pt x="3064002" y="155791"/>
                  <a:pt x="3061680" y="155107"/>
                  <a:pt x="3061680" y="136188"/>
                </a:cubicBezTo>
                <a:close/>
                <a:moveTo>
                  <a:pt x="3162960" y="130691"/>
                </a:moveTo>
                <a:cubicBezTo>
                  <a:pt x="3163889" y="141853"/>
                  <a:pt x="3165051" y="152559"/>
                  <a:pt x="3166909" y="161216"/>
                </a:cubicBezTo>
                <a:cubicBezTo>
                  <a:pt x="3171325" y="162582"/>
                  <a:pt x="3186191" y="166223"/>
                  <a:pt x="3199200" y="166223"/>
                </a:cubicBezTo>
                <a:cubicBezTo>
                  <a:pt x="3217086" y="166223"/>
                  <a:pt x="3239388" y="156660"/>
                  <a:pt x="3239388" y="136842"/>
                </a:cubicBezTo>
                <a:cubicBezTo>
                  <a:pt x="3239388" y="129096"/>
                  <a:pt x="3237527" y="122945"/>
                  <a:pt x="3232186" y="117249"/>
                </a:cubicBezTo>
                <a:cubicBezTo>
                  <a:pt x="3225448" y="109958"/>
                  <a:pt x="3215923" y="104266"/>
                  <a:pt x="3205240" y="99710"/>
                </a:cubicBezTo>
                <a:cubicBezTo>
                  <a:pt x="3195946" y="95836"/>
                  <a:pt x="3192696" y="88545"/>
                  <a:pt x="3192696" y="81939"/>
                </a:cubicBezTo>
                <a:cubicBezTo>
                  <a:pt x="3192696" y="76702"/>
                  <a:pt x="3197109" y="72372"/>
                  <a:pt x="3203847" y="72372"/>
                </a:cubicBezTo>
                <a:cubicBezTo>
                  <a:pt x="3211975" y="72372"/>
                  <a:pt x="3219875" y="79663"/>
                  <a:pt x="3225681" y="93560"/>
                </a:cubicBezTo>
                <a:cubicBezTo>
                  <a:pt x="3229864" y="94241"/>
                  <a:pt x="3232420" y="94015"/>
                  <a:pt x="3234741" y="92420"/>
                </a:cubicBezTo>
                <a:cubicBezTo>
                  <a:pt x="3234741" y="84219"/>
                  <a:pt x="3233813" y="75562"/>
                  <a:pt x="3231721" y="68271"/>
                </a:cubicBezTo>
                <a:cubicBezTo>
                  <a:pt x="3224288" y="65085"/>
                  <a:pt x="3218479" y="62805"/>
                  <a:pt x="3205704" y="62805"/>
                </a:cubicBezTo>
                <a:cubicBezTo>
                  <a:pt x="3193390" y="62805"/>
                  <a:pt x="3181778" y="67361"/>
                  <a:pt x="3174345" y="74652"/>
                </a:cubicBezTo>
                <a:cubicBezTo>
                  <a:pt x="3169000" y="79889"/>
                  <a:pt x="3166444" y="86269"/>
                  <a:pt x="3166444" y="92420"/>
                </a:cubicBezTo>
                <a:cubicBezTo>
                  <a:pt x="3166444" y="99252"/>
                  <a:pt x="3169000" y="104721"/>
                  <a:pt x="3173647" y="109503"/>
                </a:cubicBezTo>
                <a:cubicBezTo>
                  <a:pt x="3180850" y="117249"/>
                  <a:pt x="3193390" y="125224"/>
                  <a:pt x="3200593" y="128411"/>
                </a:cubicBezTo>
                <a:cubicBezTo>
                  <a:pt x="3209887" y="132512"/>
                  <a:pt x="3212439" y="140713"/>
                  <a:pt x="3212439" y="146179"/>
                </a:cubicBezTo>
                <a:cubicBezTo>
                  <a:pt x="3212439" y="153470"/>
                  <a:pt x="3205006" y="157345"/>
                  <a:pt x="3198736" y="157345"/>
                </a:cubicBezTo>
                <a:cubicBezTo>
                  <a:pt x="3188283" y="157345"/>
                  <a:pt x="3177131" y="147093"/>
                  <a:pt x="3172254" y="130236"/>
                </a:cubicBezTo>
                <a:cubicBezTo>
                  <a:pt x="3168536" y="129551"/>
                  <a:pt x="3166678" y="129780"/>
                  <a:pt x="3162960" y="130691"/>
                </a:cubicBezTo>
                <a:close/>
                <a:moveTo>
                  <a:pt x="3427316" y="144132"/>
                </a:moveTo>
                <a:cubicBezTo>
                  <a:pt x="3427316" y="141397"/>
                  <a:pt x="3426851" y="137071"/>
                  <a:pt x="3424296" y="137071"/>
                </a:cubicBezTo>
                <a:cubicBezTo>
                  <a:pt x="3415002" y="145498"/>
                  <a:pt x="3407105" y="149828"/>
                  <a:pt x="3400370" y="149828"/>
                </a:cubicBezTo>
                <a:cubicBezTo>
                  <a:pt x="3382945" y="149828"/>
                  <a:pt x="3369241" y="137526"/>
                  <a:pt x="3369241" y="110188"/>
                </a:cubicBezTo>
                <a:cubicBezTo>
                  <a:pt x="3369241" y="84903"/>
                  <a:pt x="3375047" y="72372"/>
                  <a:pt x="3387361" y="72372"/>
                </a:cubicBezTo>
                <a:cubicBezTo>
                  <a:pt x="3395953" y="72372"/>
                  <a:pt x="3399438" y="81258"/>
                  <a:pt x="3400136" y="88545"/>
                </a:cubicBezTo>
                <a:cubicBezTo>
                  <a:pt x="3400834" y="94696"/>
                  <a:pt x="3407105" y="99255"/>
                  <a:pt x="3414538" y="99255"/>
                </a:cubicBezTo>
                <a:cubicBezTo>
                  <a:pt x="3421971" y="99255"/>
                  <a:pt x="3427316" y="93560"/>
                  <a:pt x="3427316" y="86495"/>
                </a:cubicBezTo>
                <a:cubicBezTo>
                  <a:pt x="3427316" y="76243"/>
                  <a:pt x="3414772" y="62805"/>
                  <a:pt x="3389449" y="62805"/>
                </a:cubicBezTo>
                <a:cubicBezTo>
                  <a:pt x="3362039" y="62805"/>
                  <a:pt x="3337879" y="84444"/>
                  <a:pt x="3337879" y="118163"/>
                </a:cubicBezTo>
                <a:cubicBezTo>
                  <a:pt x="3337879" y="132970"/>
                  <a:pt x="3343224" y="145953"/>
                  <a:pt x="3352284" y="154384"/>
                </a:cubicBezTo>
                <a:cubicBezTo>
                  <a:pt x="3361341" y="162807"/>
                  <a:pt x="3372027" y="166223"/>
                  <a:pt x="3388520" y="166223"/>
                </a:cubicBezTo>
                <a:cubicBezTo>
                  <a:pt x="3402458" y="166223"/>
                  <a:pt x="3418486" y="156660"/>
                  <a:pt x="3427316" y="144132"/>
                </a:cubicBezTo>
                <a:close/>
                <a:moveTo>
                  <a:pt x="3495611" y="72372"/>
                </a:moveTo>
                <a:cubicBezTo>
                  <a:pt x="3511405" y="72372"/>
                  <a:pt x="3522092" y="90825"/>
                  <a:pt x="3522092" y="122034"/>
                </a:cubicBezTo>
                <a:cubicBezTo>
                  <a:pt x="3522092" y="149369"/>
                  <a:pt x="3511175" y="156660"/>
                  <a:pt x="3502813" y="156660"/>
                </a:cubicBezTo>
                <a:cubicBezTo>
                  <a:pt x="3483765" y="156660"/>
                  <a:pt x="3476328" y="128640"/>
                  <a:pt x="3476328" y="111783"/>
                </a:cubicBezTo>
                <a:cubicBezTo>
                  <a:pt x="3476328" y="90825"/>
                  <a:pt x="3480046" y="72372"/>
                  <a:pt x="3495611" y="72372"/>
                </a:cubicBezTo>
                <a:moveTo>
                  <a:pt x="3443807" y="116794"/>
                </a:moveTo>
                <a:cubicBezTo>
                  <a:pt x="3443807" y="146638"/>
                  <a:pt x="3467966" y="166223"/>
                  <a:pt x="3499095" y="166223"/>
                </a:cubicBezTo>
                <a:cubicBezTo>
                  <a:pt x="3515588" y="166223"/>
                  <a:pt x="3529295" y="161671"/>
                  <a:pt x="3538819" y="153244"/>
                </a:cubicBezTo>
                <a:cubicBezTo>
                  <a:pt x="3550665" y="142993"/>
                  <a:pt x="3554614" y="127501"/>
                  <a:pt x="3554614" y="114744"/>
                </a:cubicBezTo>
                <a:cubicBezTo>
                  <a:pt x="3554614" y="84903"/>
                  <a:pt x="3533938" y="62805"/>
                  <a:pt x="3499325" y="62805"/>
                </a:cubicBezTo>
                <a:cubicBezTo>
                  <a:pt x="3480046" y="62805"/>
                  <a:pt x="3465645" y="69411"/>
                  <a:pt x="3456585" y="79663"/>
                </a:cubicBezTo>
                <a:cubicBezTo>
                  <a:pt x="3447755" y="89685"/>
                  <a:pt x="3443807" y="103352"/>
                  <a:pt x="3443807" y="116794"/>
                </a:cubicBezTo>
                <a:close/>
                <a:moveTo>
                  <a:pt x="3616174" y="136188"/>
                </a:moveTo>
                <a:lnTo>
                  <a:pt x="3616174" y="90828"/>
                </a:lnTo>
                <a:lnTo>
                  <a:pt x="3616174" y="90373"/>
                </a:lnTo>
                <a:cubicBezTo>
                  <a:pt x="3625464" y="84219"/>
                  <a:pt x="3634758" y="79659"/>
                  <a:pt x="3638937" y="79659"/>
                </a:cubicBezTo>
                <a:cubicBezTo>
                  <a:pt x="3648231" y="79659"/>
                  <a:pt x="3655199" y="83763"/>
                  <a:pt x="3655199" y="96757"/>
                </a:cubicBezTo>
                <a:lnTo>
                  <a:pt x="3655199" y="134819"/>
                </a:lnTo>
                <a:cubicBezTo>
                  <a:pt x="3655199" y="153967"/>
                  <a:pt x="3651481" y="156017"/>
                  <a:pt x="3641957" y="156702"/>
                </a:cubicBezTo>
                <a:cubicBezTo>
                  <a:pt x="3640564" y="158067"/>
                  <a:pt x="3640564" y="163078"/>
                  <a:pt x="3641957" y="164444"/>
                </a:cubicBezTo>
                <a:cubicBezTo>
                  <a:pt x="3651715" y="164218"/>
                  <a:pt x="3659148" y="163989"/>
                  <a:pt x="3670299" y="163989"/>
                </a:cubicBezTo>
                <a:cubicBezTo>
                  <a:pt x="3683074" y="163989"/>
                  <a:pt x="3693297" y="164218"/>
                  <a:pt x="3703285" y="164444"/>
                </a:cubicBezTo>
                <a:cubicBezTo>
                  <a:pt x="3704678" y="163078"/>
                  <a:pt x="3704678" y="158067"/>
                  <a:pt x="3703285" y="156702"/>
                </a:cubicBezTo>
                <a:cubicBezTo>
                  <a:pt x="3689114" y="156017"/>
                  <a:pt x="3685399" y="153967"/>
                  <a:pt x="3685399" y="134819"/>
                </a:cubicBezTo>
                <a:lnTo>
                  <a:pt x="3685399" y="99262"/>
                </a:lnTo>
                <a:cubicBezTo>
                  <a:pt x="3685399" y="74193"/>
                  <a:pt x="3674478" y="62805"/>
                  <a:pt x="3654501" y="62805"/>
                </a:cubicBezTo>
                <a:cubicBezTo>
                  <a:pt x="3645211" y="62805"/>
                  <a:pt x="3628718" y="72827"/>
                  <a:pt x="3615940" y="81484"/>
                </a:cubicBezTo>
                <a:cubicBezTo>
                  <a:pt x="3615245" y="73512"/>
                  <a:pt x="3614313" y="66680"/>
                  <a:pt x="3614313" y="66680"/>
                </a:cubicBezTo>
                <a:cubicBezTo>
                  <a:pt x="3614082" y="63945"/>
                  <a:pt x="3612225" y="62805"/>
                  <a:pt x="3608971" y="62805"/>
                </a:cubicBezTo>
                <a:cubicBezTo>
                  <a:pt x="3600375" y="65130"/>
                  <a:pt x="3586438" y="68320"/>
                  <a:pt x="3570409" y="70367"/>
                </a:cubicBezTo>
                <a:cubicBezTo>
                  <a:pt x="3569945" y="71736"/>
                  <a:pt x="3570409" y="76288"/>
                  <a:pt x="3570874" y="77658"/>
                </a:cubicBezTo>
                <a:cubicBezTo>
                  <a:pt x="3583652" y="78797"/>
                  <a:pt x="3585974" y="80618"/>
                  <a:pt x="3585974" y="93601"/>
                </a:cubicBezTo>
                <a:lnTo>
                  <a:pt x="3585974" y="136202"/>
                </a:lnTo>
                <a:cubicBezTo>
                  <a:pt x="3585974" y="155107"/>
                  <a:pt x="3583418" y="155565"/>
                  <a:pt x="3569247" y="156702"/>
                </a:cubicBezTo>
                <a:cubicBezTo>
                  <a:pt x="3567854" y="158067"/>
                  <a:pt x="3567854" y="163078"/>
                  <a:pt x="3569247" y="164444"/>
                </a:cubicBezTo>
                <a:cubicBezTo>
                  <a:pt x="3579005" y="164218"/>
                  <a:pt x="3588760" y="163989"/>
                  <a:pt x="3601074" y="163989"/>
                </a:cubicBezTo>
                <a:cubicBezTo>
                  <a:pt x="3611761" y="163989"/>
                  <a:pt x="3618265" y="164218"/>
                  <a:pt x="3628253" y="164444"/>
                </a:cubicBezTo>
                <a:cubicBezTo>
                  <a:pt x="3629647" y="163078"/>
                  <a:pt x="3629647" y="158067"/>
                  <a:pt x="3628253" y="156702"/>
                </a:cubicBezTo>
                <a:cubicBezTo>
                  <a:pt x="3618495" y="155791"/>
                  <a:pt x="3616174" y="155107"/>
                  <a:pt x="3616174" y="136188"/>
                </a:cubicBezTo>
                <a:close/>
                <a:moveTo>
                  <a:pt x="3788073" y="142308"/>
                </a:moveTo>
                <a:cubicBezTo>
                  <a:pt x="3783196" y="146183"/>
                  <a:pt x="3770885" y="151194"/>
                  <a:pt x="3768096" y="151194"/>
                </a:cubicBezTo>
                <a:cubicBezTo>
                  <a:pt x="3756480" y="151194"/>
                  <a:pt x="3747420" y="138437"/>
                  <a:pt x="3747420" y="111783"/>
                </a:cubicBezTo>
                <a:cubicBezTo>
                  <a:pt x="3747420" y="99710"/>
                  <a:pt x="3748817" y="89230"/>
                  <a:pt x="3753230" y="82168"/>
                </a:cubicBezTo>
                <a:cubicBezTo>
                  <a:pt x="3757178" y="76017"/>
                  <a:pt x="3763449" y="72372"/>
                  <a:pt x="3770417" y="72372"/>
                </a:cubicBezTo>
                <a:cubicBezTo>
                  <a:pt x="3776457" y="72372"/>
                  <a:pt x="3782267" y="73057"/>
                  <a:pt x="3787843" y="80573"/>
                </a:cubicBezTo>
                <a:lnTo>
                  <a:pt x="3787843" y="136616"/>
                </a:lnTo>
                <a:cubicBezTo>
                  <a:pt x="3787843" y="138437"/>
                  <a:pt x="3787843" y="140487"/>
                  <a:pt x="3788073" y="142308"/>
                </a:cubicBezTo>
                <a:moveTo>
                  <a:pt x="3788771" y="153015"/>
                </a:moveTo>
                <a:cubicBezTo>
                  <a:pt x="3789236" y="158481"/>
                  <a:pt x="3789700" y="162352"/>
                  <a:pt x="3789700" y="162352"/>
                </a:cubicBezTo>
                <a:cubicBezTo>
                  <a:pt x="3789934" y="165087"/>
                  <a:pt x="3791791" y="166223"/>
                  <a:pt x="3795042" y="166223"/>
                </a:cubicBezTo>
                <a:cubicBezTo>
                  <a:pt x="3803637" y="163902"/>
                  <a:pt x="3817575" y="160712"/>
                  <a:pt x="3833603" y="158662"/>
                </a:cubicBezTo>
                <a:cubicBezTo>
                  <a:pt x="3834067" y="157296"/>
                  <a:pt x="3833603" y="152744"/>
                  <a:pt x="3833139" y="151374"/>
                </a:cubicBezTo>
                <a:cubicBezTo>
                  <a:pt x="3820594" y="150238"/>
                  <a:pt x="3818039" y="146593"/>
                  <a:pt x="3818039" y="133617"/>
                </a:cubicBezTo>
                <a:lnTo>
                  <a:pt x="3818039" y="31227"/>
                </a:lnTo>
                <a:cubicBezTo>
                  <a:pt x="3818039" y="16451"/>
                  <a:pt x="3818737" y="7982"/>
                  <a:pt x="3818737" y="7982"/>
                </a:cubicBezTo>
                <a:cubicBezTo>
                  <a:pt x="3818737" y="5904"/>
                  <a:pt x="3817110" y="4980"/>
                  <a:pt x="3815019" y="4980"/>
                </a:cubicBezTo>
                <a:cubicBezTo>
                  <a:pt x="3806427" y="7753"/>
                  <a:pt x="3787843" y="10293"/>
                  <a:pt x="3771350" y="10985"/>
                </a:cubicBezTo>
                <a:cubicBezTo>
                  <a:pt x="3770651" y="13720"/>
                  <a:pt x="3770885" y="16680"/>
                  <a:pt x="3772044" y="18731"/>
                </a:cubicBezTo>
                <a:cubicBezTo>
                  <a:pt x="3786680" y="19867"/>
                  <a:pt x="3787843" y="20093"/>
                  <a:pt x="3787843" y="35769"/>
                </a:cubicBezTo>
                <a:lnTo>
                  <a:pt x="3787843" y="65311"/>
                </a:lnTo>
                <a:cubicBezTo>
                  <a:pt x="3783426" y="63945"/>
                  <a:pt x="3777854" y="62805"/>
                  <a:pt x="3771116" y="62805"/>
                </a:cubicBezTo>
                <a:cubicBezTo>
                  <a:pt x="3741150" y="62805"/>
                  <a:pt x="3714899" y="88538"/>
                  <a:pt x="3714899" y="118816"/>
                </a:cubicBezTo>
                <a:cubicBezTo>
                  <a:pt x="3714899" y="132477"/>
                  <a:pt x="3719780" y="147962"/>
                  <a:pt x="3731161" y="156615"/>
                </a:cubicBezTo>
                <a:cubicBezTo>
                  <a:pt x="3739523" y="163037"/>
                  <a:pt x="3745332" y="166223"/>
                  <a:pt x="3758341" y="166223"/>
                </a:cubicBezTo>
                <a:cubicBezTo>
                  <a:pt x="3764611" y="166223"/>
                  <a:pt x="3781803" y="156205"/>
                  <a:pt x="3786680" y="153015"/>
                </a:cubicBezTo>
                <a:lnTo>
                  <a:pt x="3788771" y="153015"/>
                </a:lnTo>
                <a:close/>
                <a:moveTo>
                  <a:pt x="3955097" y="133690"/>
                </a:moveTo>
                <a:lnTo>
                  <a:pt x="3955097" y="94369"/>
                </a:lnTo>
                <a:cubicBezTo>
                  <a:pt x="3955097" y="75281"/>
                  <a:pt x="3955561" y="78005"/>
                  <a:pt x="3955561" y="72553"/>
                </a:cubicBezTo>
                <a:cubicBezTo>
                  <a:pt x="3955561" y="68681"/>
                  <a:pt x="3954632" y="66176"/>
                  <a:pt x="3953239" y="64807"/>
                </a:cubicBezTo>
                <a:cubicBezTo>
                  <a:pt x="3949057" y="65036"/>
                  <a:pt x="3944410" y="65265"/>
                  <a:pt x="3939997" y="65265"/>
                </a:cubicBezTo>
                <a:cubicBezTo>
                  <a:pt x="3933492" y="65265"/>
                  <a:pt x="3918392" y="65036"/>
                  <a:pt x="3909332" y="64807"/>
                </a:cubicBezTo>
                <a:cubicBezTo>
                  <a:pt x="3907939" y="66176"/>
                  <a:pt x="3907939" y="71187"/>
                  <a:pt x="3909332" y="72553"/>
                </a:cubicBezTo>
                <a:cubicBezTo>
                  <a:pt x="3921182" y="73689"/>
                  <a:pt x="3924897" y="75281"/>
                  <a:pt x="3924897" y="94369"/>
                </a:cubicBezTo>
                <a:lnTo>
                  <a:pt x="3924897" y="136418"/>
                </a:lnTo>
                <a:cubicBezTo>
                  <a:pt x="3924897" y="138690"/>
                  <a:pt x="3924897" y="140963"/>
                  <a:pt x="3925131" y="143236"/>
                </a:cubicBezTo>
                <a:cubicBezTo>
                  <a:pt x="3915606" y="148918"/>
                  <a:pt x="3907939" y="149373"/>
                  <a:pt x="3903757" y="149373"/>
                </a:cubicBezTo>
                <a:cubicBezTo>
                  <a:pt x="3894466" y="149373"/>
                  <a:pt x="3887498" y="148236"/>
                  <a:pt x="3887498" y="132328"/>
                </a:cubicBezTo>
                <a:lnTo>
                  <a:pt x="3887498" y="94369"/>
                </a:lnTo>
                <a:cubicBezTo>
                  <a:pt x="3887498" y="75281"/>
                  <a:pt x="3887962" y="78005"/>
                  <a:pt x="3887962" y="72553"/>
                </a:cubicBezTo>
                <a:cubicBezTo>
                  <a:pt x="3887962" y="68681"/>
                  <a:pt x="3887034" y="66176"/>
                  <a:pt x="3885640" y="64807"/>
                </a:cubicBezTo>
                <a:cubicBezTo>
                  <a:pt x="3881458" y="65036"/>
                  <a:pt x="3876581" y="65265"/>
                  <a:pt x="3872398" y="65265"/>
                </a:cubicBezTo>
                <a:cubicBezTo>
                  <a:pt x="3860552" y="65265"/>
                  <a:pt x="3851722" y="65036"/>
                  <a:pt x="3841734" y="64807"/>
                </a:cubicBezTo>
                <a:cubicBezTo>
                  <a:pt x="3840341" y="66176"/>
                  <a:pt x="3840341" y="71187"/>
                  <a:pt x="3841734" y="72553"/>
                </a:cubicBezTo>
                <a:cubicBezTo>
                  <a:pt x="3852421" y="73008"/>
                  <a:pt x="3857298" y="75281"/>
                  <a:pt x="3857298" y="94369"/>
                </a:cubicBezTo>
                <a:lnTo>
                  <a:pt x="3857298" y="129825"/>
                </a:lnTo>
                <a:cubicBezTo>
                  <a:pt x="3857298" y="153929"/>
                  <a:pt x="3867056" y="166223"/>
                  <a:pt x="3887034" y="166223"/>
                </a:cubicBezTo>
                <a:cubicBezTo>
                  <a:pt x="3895395" y="166223"/>
                  <a:pt x="3912352" y="159621"/>
                  <a:pt x="3925825" y="152334"/>
                </a:cubicBezTo>
                <a:cubicBezTo>
                  <a:pt x="3926290" y="158026"/>
                  <a:pt x="3926758" y="162352"/>
                  <a:pt x="3926758" y="162352"/>
                </a:cubicBezTo>
                <a:cubicBezTo>
                  <a:pt x="3926988" y="165087"/>
                  <a:pt x="3928845" y="166223"/>
                  <a:pt x="3932099" y="166223"/>
                </a:cubicBezTo>
                <a:cubicBezTo>
                  <a:pt x="3940695" y="163902"/>
                  <a:pt x="3954632" y="160712"/>
                  <a:pt x="3970661" y="158662"/>
                </a:cubicBezTo>
                <a:cubicBezTo>
                  <a:pt x="3971125" y="157296"/>
                  <a:pt x="3970661" y="152744"/>
                  <a:pt x="3970196" y="151374"/>
                </a:cubicBezTo>
                <a:cubicBezTo>
                  <a:pt x="3957652" y="150283"/>
                  <a:pt x="3955097" y="146645"/>
                  <a:pt x="3955097" y="133690"/>
                </a:cubicBezTo>
                <a:close/>
                <a:moveTo>
                  <a:pt x="4073569" y="144132"/>
                </a:moveTo>
                <a:cubicBezTo>
                  <a:pt x="4073569" y="141397"/>
                  <a:pt x="4073105" y="137071"/>
                  <a:pt x="4070549" y="137071"/>
                </a:cubicBezTo>
                <a:cubicBezTo>
                  <a:pt x="4061255" y="145498"/>
                  <a:pt x="4053358" y="149828"/>
                  <a:pt x="4046623" y="149828"/>
                </a:cubicBezTo>
                <a:cubicBezTo>
                  <a:pt x="4029198" y="149828"/>
                  <a:pt x="4015495" y="137526"/>
                  <a:pt x="4015495" y="110188"/>
                </a:cubicBezTo>
                <a:cubicBezTo>
                  <a:pt x="4015495" y="84903"/>
                  <a:pt x="4021301" y="72372"/>
                  <a:pt x="4033615" y="72372"/>
                </a:cubicBezTo>
                <a:cubicBezTo>
                  <a:pt x="4042207" y="72372"/>
                  <a:pt x="4045691" y="81258"/>
                  <a:pt x="4046389" y="88545"/>
                </a:cubicBezTo>
                <a:cubicBezTo>
                  <a:pt x="4047088" y="94696"/>
                  <a:pt x="4053358" y="99255"/>
                  <a:pt x="4060791" y="99255"/>
                </a:cubicBezTo>
                <a:cubicBezTo>
                  <a:pt x="4068224" y="99255"/>
                  <a:pt x="4073569" y="93560"/>
                  <a:pt x="4073569" y="86495"/>
                </a:cubicBezTo>
                <a:cubicBezTo>
                  <a:pt x="4073569" y="76243"/>
                  <a:pt x="4061025" y="62805"/>
                  <a:pt x="4035702" y="62805"/>
                </a:cubicBezTo>
                <a:cubicBezTo>
                  <a:pt x="4008292" y="62805"/>
                  <a:pt x="3984132" y="84444"/>
                  <a:pt x="3984132" y="118163"/>
                </a:cubicBezTo>
                <a:cubicBezTo>
                  <a:pt x="3984132" y="132970"/>
                  <a:pt x="3989478" y="145953"/>
                  <a:pt x="3998537" y="154384"/>
                </a:cubicBezTo>
                <a:cubicBezTo>
                  <a:pt x="4007594" y="162807"/>
                  <a:pt x="4018281" y="166223"/>
                  <a:pt x="4034774" y="166223"/>
                </a:cubicBezTo>
                <a:cubicBezTo>
                  <a:pt x="4048711" y="166223"/>
                  <a:pt x="4064740" y="156660"/>
                  <a:pt x="4073569" y="144132"/>
                </a:cubicBezTo>
                <a:close/>
                <a:moveTo>
                  <a:pt x="4096100" y="65252"/>
                </a:moveTo>
                <a:cubicBezTo>
                  <a:pt x="4092849" y="65252"/>
                  <a:pt x="4089365" y="66165"/>
                  <a:pt x="4086345" y="68671"/>
                </a:cubicBezTo>
                <a:lnTo>
                  <a:pt x="4086345" y="75274"/>
                </a:lnTo>
                <a:cubicBezTo>
                  <a:pt x="4086345" y="76414"/>
                  <a:pt x="4086576" y="76639"/>
                  <a:pt x="4087504" y="76639"/>
                </a:cubicBezTo>
                <a:lnTo>
                  <a:pt x="4102604" y="76639"/>
                </a:lnTo>
                <a:cubicBezTo>
                  <a:pt x="4102140" y="99596"/>
                  <a:pt x="4101909" y="128689"/>
                  <a:pt x="4101909" y="140056"/>
                </a:cubicBezTo>
                <a:cubicBezTo>
                  <a:pt x="4101909" y="148011"/>
                  <a:pt x="4104001" y="155750"/>
                  <a:pt x="4108878" y="159847"/>
                </a:cubicBezTo>
                <a:cubicBezTo>
                  <a:pt x="4114220" y="164177"/>
                  <a:pt x="4122581" y="166223"/>
                  <a:pt x="4128157" y="166223"/>
                </a:cubicBezTo>
                <a:cubicBezTo>
                  <a:pt x="4140935" y="166223"/>
                  <a:pt x="4155103" y="159847"/>
                  <a:pt x="4159750" y="153470"/>
                </a:cubicBezTo>
                <a:cubicBezTo>
                  <a:pt x="4159750" y="150738"/>
                  <a:pt x="4158357" y="149373"/>
                  <a:pt x="4155571" y="147100"/>
                </a:cubicBezTo>
                <a:cubicBezTo>
                  <a:pt x="4152551" y="149373"/>
                  <a:pt x="4146741" y="150283"/>
                  <a:pt x="4142328" y="150283"/>
                </a:cubicBezTo>
                <a:cubicBezTo>
                  <a:pt x="4137217" y="150283"/>
                  <a:pt x="4132106" y="146419"/>
                  <a:pt x="4132106" y="135055"/>
                </a:cubicBezTo>
                <a:cubicBezTo>
                  <a:pt x="4132106" y="123688"/>
                  <a:pt x="4131875" y="99370"/>
                  <a:pt x="4131875" y="76639"/>
                </a:cubicBezTo>
                <a:lnTo>
                  <a:pt x="4155337" y="76639"/>
                </a:lnTo>
                <a:cubicBezTo>
                  <a:pt x="4157659" y="76639"/>
                  <a:pt x="4160912" y="75729"/>
                  <a:pt x="4160912" y="73679"/>
                </a:cubicBezTo>
                <a:lnTo>
                  <a:pt x="4160912" y="66621"/>
                </a:lnTo>
                <a:cubicBezTo>
                  <a:pt x="4160912" y="65710"/>
                  <a:pt x="4160214" y="65252"/>
                  <a:pt x="4159055" y="65252"/>
                </a:cubicBezTo>
                <a:lnTo>
                  <a:pt x="4131875" y="65252"/>
                </a:lnTo>
                <a:lnTo>
                  <a:pt x="4132106" y="57509"/>
                </a:lnTo>
                <a:cubicBezTo>
                  <a:pt x="4132570" y="42250"/>
                  <a:pt x="4133268" y="31776"/>
                  <a:pt x="4133268" y="31776"/>
                </a:cubicBezTo>
                <a:cubicBezTo>
                  <a:pt x="4133268" y="30407"/>
                  <a:pt x="4132570" y="29726"/>
                  <a:pt x="4131411" y="29726"/>
                </a:cubicBezTo>
                <a:cubicBezTo>
                  <a:pt x="4129784" y="29726"/>
                  <a:pt x="4121188" y="32231"/>
                  <a:pt x="4117474" y="33826"/>
                </a:cubicBezTo>
                <a:cubicBezTo>
                  <a:pt x="4113521" y="35418"/>
                  <a:pt x="4106787" y="36784"/>
                  <a:pt x="4105160" y="38834"/>
                </a:cubicBezTo>
                <a:cubicBezTo>
                  <a:pt x="4103533" y="40884"/>
                  <a:pt x="4102604" y="47035"/>
                  <a:pt x="4102604" y="65252"/>
                </a:cubicBezTo>
                <a:lnTo>
                  <a:pt x="4096100" y="65252"/>
                </a:lnTo>
                <a:close/>
                <a:moveTo>
                  <a:pt x="4205744" y="101292"/>
                </a:moveTo>
                <a:cubicBezTo>
                  <a:pt x="4205978" y="93323"/>
                  <a:pt x="4207141" y="84667"/>
                  <a:pt x="4210391" y="80114"/>
                </a:cubicBezTo>
                <a:cubicBezTo>
                  <a:pt x="4214110" y="74648"/>
                  <a:pt x="4220380" y="72372"/>
                  <a:pt x="4222936" y="72372"/>
                </a:cubicBezTo>
                <a:cubicBezTo>
                  <a:pt x="4229209" y="72372"/>
                  <a:pt x="4237802" y="78294"/>
                  <a:pt x="4237802" y="96510"/>
                </a:cubicBezTo>
                <a:cubicBezTo>
                  <a:pt x="4237802" y="97876"/>
                  <a:pt x="4237802" y="100836"/>
                  <a:pt x="4237337" y="101292"/>
                </a:cubicBezTo>
                <a:lnTo>
                  <a:pt x="4205744" y="101292"/>
                </a:lnTo>
                <a:moveTo>
                  <a:pt x="4264751" y="134559"/>
                </a:moveTo>
                <a:cubicBezTo>
                  <a:pt x="4255227" y="144132"/>
                  <a:pt x="4242682" y="146638"/>
                  <a:pt x="4233853" y="146638"/>
                </a:cubicBezTo>
                <a:cubicBezTo>
                  <a:pt x="4215733" y="146638"/>
                  <a:pt x="4204585" y="136383"/>
                  <a:pt x="4204585" y="114049"/>
                </a:cubicBezTo>
                <a:cubicBezTo>
                  <a:pt x="4204585" y="112454"/>
                  <a:pt x="4204816" y="111540"/>
                  <a:pt x="4204816" y="110400"/>
                </a:cubicBezTo>
                <a:lnTo>
                  <a:pt x="4260568" y="110400"/>
                </a:lnTo>
                <a:cubicBezTo>
                  <a:pt x="4266144" y="110400"/>
                  <a:pt x="4267303" y="106529"/>
                  <a:pt x="4267303" y="103342"/>
                </a:cubicBezTo>
                <a:cubicBezTo>
                  <a:pt x="4267303" y="83986"/>
                  <a:pt x="4259640" y="62805"/>
                  <a:pt x="4225491" y="62805"/>
                </a:cubicBezTo>
                <a:cubicBezTo>
                  <a:pt x="4201101" y="62805"/>
                  <a:pt x="4173223" y="83986"/>
                  <a:pt x="4173223" y="118834"/>
                </a:cubicBezTo>
                <a:cubicBezTo>
                  <a:pt x="4173223" y="132053"/>
                  <a:pt x="4178104" y="145957"/>
                  <a:pt x="4188092" y="154839"/>
                </a:cubicBezTo>
                <a:cubicBezTo>
                  <a:pt x="4196918" y="162582"/>
                  <a:pt x="4208300" y="166223"/>
                  <a:pt x="4224793" y="166223"/>
                </a:cubicBezTo>
                <a:cubicBezTo>
                  <a:pt x="4240821" y="166223"/>
                  <a:pt x="4256620" y="158255"/>
                  <a:pt x="4268235" y="141627"/>
                </a:cubicBezTo>
                <a:cubicBezTo>
                  <a:pt x="4268235" y="138663"/>
                  <a:pt x="4267073" y="134559"/>
                  <a:pt x="4264751" y="134559"/>
                </a:cubicBezTo>
                <a:close/>
                <a:moveTo>
                  <a:pt x="4361617" y="142308"/>
                </a:moveTo>
                <a:cubicBezTo>
                  <a:pt x="4356740" y="146183"/>
                  <a:pt x="4344430" y="151194"/>
                  <a:pt x="4341640" y="151194"/>
                </a:cubicBezTo>
                <a:cubicBezTo>
                  <a:pt x="4330024" y="151194"/>
                  <a:pt x="4320964" y="138437"/>
                  <a:pt x="4320964" y="111783"/>
                </a:cubicBezTo>
                <a:cubicBezTo>
                  <a:pt x="4320964" y="99710"/>
                  <a:pt x="4322361" y="89230"/>
                  <a:pt x="4326774" y="82168"/>
                </a:cubicBezTo>
                <a:cubicBezTo>
                  <a:pt x="4330723" y="76017"/>
                  <a:pt x="4336993" y="72372"/>
                  <a:pt x="4343962" y="72372"/>
                </a:cubicBezTo>
                <a:cubicBezTo>
                  <a:pt x="4350002" y="72372"/>
                  <a:pt x="4355811" y="73057"/>
                  <a:pt x="4361387" y="80573"/>
                </a:cubicBezTo>
                <a:lnTo>
                  <a:pt x="4361387" y="136616"/>
                </a:lnTo>
                <a:cubicBezTo>
                  <a:pt x="4361387" y="138437"/>
                  <a:pt x="4361387" y="140487"/>
                  <a:pt x="4361617" y="142308"/>
                </a:cubicBezTo>
                <a:moveTo>
                  <a:pt x="4362316" y="153015"/>
                </a:moveTo>
                <a:cubicBezTo>
                  <a:pt x="4362780" y="158481"/>
                  <a:pt x="4363244" y="162352"/>
                  <a:pt x="4363244" y="162352"/>
                </a:cubicBezTo>
                <a:cubicBezTo>
                  <a:pt x="4363478" y="165087"/>
                  <a:pt x="4365335" y="166223"/>
                  <a:pt x="4368586" y="166223"/>
                </a:cubicBezTo>
                <a:cubicBezTo>
                  <a:pt x="4377181" y="163902"/>
                  <a:pt x="4391119" y="160712"/>
                  <a:pt x="4407147" y="158662"/>
                </a:cubicBezTo>
                <a:cubicBezTo>
                  <a:pt x="4407612" y="157296"/>
                  <a:pt x="4407147" y="152744"/>
                  <a:pt x="4406683" y="151374"/>
                </a:cubicBezTo>
                <a:cubicBezTo>
                  <a:pt x="4394139" y="150238"/>
                  <a:pt x="4391583" y="146593"/>
                  <a:pt x="4391583" y="133617"/>
                </a:cubicBezTo>
                <a:lnTo>
                  <a:pt x="4391583" y="31227"/>
                </a:lnTo>
                <a:cubicBezTo>
                  <a:pt x="4391583" y="16451"/>
                  <a:pt x="4392281" y="7982"/>
                  <a:pt x="4392281" y="7982"/>
                </a:cubicBezTo>
                <a:cubicBezTo>
                  <a:pt x="4392281" y="5904"/>
                  <a:pt x="4390654" y="4980"/>
                  <a:pt x="4388563" y="4980"/>
                </a:cubicBezTo>
                <a:cubicBezTo>
                  <a:pt x="4379971" y="7753"/>
                  <a:pt x="4361387" y="10293"/>
                  <a:pt x="4344894" y="10985"/>
                </a:cubicBezTo>
                <a:cubicBezTo>
                  <a:pt x="4344196" y="13720"/>
                  <a:pt x="4344430" y="16680"/>
                  <a:pt x="4345589" y="18731"/>
                </a:cubicBezTo>
                <a:cubicBezTo>
                  <a:pt x="4360224" y="19867"/>
                  <a:pt x="4361387" y="20093"/>
                  <a:pt x="4361387" y="35769"/>
                </a:cubicBezTo>
                <a:lnTo>
                  <a:pt x="4361387" y="65311"/>
                </a:lnTo>
                <a:cubicBezTo>
                  <a:pt x="4356970" y="63945"/>
                  <a:pt x="4351398" y="62805"/>
                  <a:pt x="4344660" y="62805"/>
                </a:cubicBezTo>
                <a:cubicBezTo>
                  <a:pt x="4314694" y="62805"/>
                  <a:pt x="4288443" y="88538"/>
                  <a:pt x="4288443" y="118816"/>
                </a:cubicBezTo>
                <a:cubicBezTo>
                  <a:pt x="4288443" y="132477"/>
                  <a:pt x="4293324" y="147962"/>
                  <a:pt x="4304705" y="156615"/>
                </a:cubicBezTo>
                <a:cubicBezTo>
                  <a:pt x="4313067" y="163037"/>
                  <a:pt x="4318877" y="166223"/>
                  <a:pt x="4331885" y="166223"/>
                </a:cubicBezTo>
                <a:cubicBezTo>
                  <a:pt x="4338156" y="166223"/>
                  <a:pt x="4355347" y="156205"/>
                  <a:pt x="4360224" y="153015"/>
                </a:cubicBezTo>
                <a:lnTo>
                  <a:pt x="4362316" y="153015"/>
                </a:lnTo>
                <a:close/>
                <a:moveTo>
                  <a:pt x="4505642" y="135017"/>
                </a:moveTo>
                <a:cubicBezTo>
                  <a:pt x="4505642" y="153925"/>
                  <a:pt x="4505177" y="156660"/>
                  <a:pt x="4504249" y="165313"/>
                </a:cubicBezTo>
                <a:cubicBezTo>
                  <a:pt x="4507035" y="166223"/>
                  <a:pt x="4509590" y="166908"/>
                  <a:pt x="4512146" y="166908"/>
                </a:cubicBezTo>
                <a:cubicBezTo>
                  <a:pt x="4515166" y="164402"/>
                  <a:pt x="4517491" y="161216"/>
                  <a:pt x="4519579" y="157115"/>
                </a:cubicBezTo>
                <a:cubicBezTo>
                  <a:pt x="4528639" y="163947"/>
                  <a:pt x="4542810" y="166223"/>
                  <a:pt x="4553497" y="166223"/>
                </a:cubicBezTo>
                <a:cubicBezTo>
                  <a:pt x="4579280" y="166223"/>
                  <a:pt x="4606460" y="141168"/>
                  <a:pt x="4606460" y="108593"/>
                </a:cubicBezTo>
                <a:cubicBezTo>
                  <a:pt x="4606460" y="95606"/>
                  <a:pt x="4601349" y="82849"/>
                  <a:pt x="4593916" y="74422"/>
                </a:cubicBezTo>
                <a:cubicBezTo>
                  <a:pt x="4585554" y="65085"/>
                  <a:pt x="4574403" y="62805"/>
                  <a:pt x="4562089" y="62805"/>
                </a:cubicBezTo>
                <a:cubicBezTo>
                  <a:pt x="4554890" y="62805"/>
                  <a:pt x="4542576" y="70777"/>
                  <a:pt x="4535842" y="75562"/>
                </a:cubicBezTo>
                <a:lnTo>
                  <a:pt x="4535842" y="31105"/>
                </a:lnTo>
                <a:cubicBezTo>
                  <a:pt x="4535842" y="16281"/>
                  <a:pt x="4536536" y="7899"/>
                  <a:pt x="4536536" y="7899"/>
                </a:cubicBezTo>
                <a:cubicBezTo>
                  <a:pt x="4536536" y="5880"/>
                  <a:pt x="4534913" y="4980"/>
                  <a:pt x="4532822" y="4980"/>
                </a:cubicBezTo>
                <a:cubicBezTo>
                  <a:pt x="4524226" y="7673"/>
                  <a:pt x="4505642" y="10144"/>
                  <a:pt x="4489149" y="10814"/>
                </a:cubicBezTo>
                <a:cubicBezTo>
                  <a:pt x="4488454" y="13549"/>
                  <a:pt x="4488684" y="16055"/>
                  <a:pt x="4489847" y="18102"/>
                </a:cubicBezTo>
                <a:cubicBezTo>
                  <a:pt x="4504479" y="19245"/>
                  <a:pt x="4505642" y="19471"/>
                  <a:pt x="4505642" y="35209"/>
                </a:cubicBezTo>
                <a:lnTo>
                  <a:pt x="4505642" y="135017"/>
                </a:lnTo>
                <a:moveTo>
                  <a:pt x="4535842" y="84670"/>
                </a:moveTo>
                <a:cubicBezTo>
                  <a:pt x="4543508" y="79659"/>
                  <a:pt x="4548616" y="78978"/>
                  <a:pt x="4553961" y="78978"/>
                </a:cubicBezTo>
                <a:cubicBezTo>
                  <a:pt x="4565343" y="78978"/>
                  <a:pt x="4573939" y="89230"/>
                  <a:pt x="4573939" y="111554"/>
                </a:cubicBezTo>
                <a:cubicBezTo>
                  <a:pt x="4573939" y="130236"/>
                  <a:pt x="4570685" y="156660"/>
                  <a:pt x="4552334" y="156660"/>
                </a:cubicBezTo>
                <a:cubicBezTo>
                  <a:pt x="4545596" y="156660"/>
                  <a:pt x="4540255" y="153925"/>
                  <a:pt x="4535842" y="148688"/>
                </a:cubicBezTo>
                <a:lnTo>
                  <a:pt x="4535842" y="84670"/>
                </a:lnTo>
                <a:close/>
                <a:moveTo>
                  <a:pt x="4670572" y="202357"/>
                </a:moveTo>
                <a:cubicBezTo>
                  <a:pt x="4674291" y="195981"/>
                  <a:pt x="4677775" y="187783"/>
                  <a:pt x="4680561" y="180951"/>
                </a:cubicBezTo>
                <a:cubicBezTo>
                  <a:pt x="4699145" y="136998"/>
                  <a:pt x="4710527" y="112405"/>
                  <a:pt x="4722841" y="86898"/>
                </a:cubicBezTo>
                <a:cubicBezTo>
                  <a:pt x="4726091" y="80295"/>
                  <a:pt x="4733060" y="73234"/>
                  <a:pt x="4741655" y="72553"/>
                </a:cubicBezTo>
                <a:cubicBezTo>
                  <a:pt x="4743052" y="71187"/>
                  <a:pt x="4743052" y="66176"/>
                  <a:pt x="4741655" y="64807"/>
                </a:cubicBezTo>
                <a:cubicBezTo>
                  <a:pt x="4735849" y="65036"/>
                  <a:pt x="4731667" y="65265"/>
                  <a:pt x="4725163" y="65265"/>
                </a:cubicBezTo>
                <a:cubicBezTo>
                  <a:pt x="4717031" y="65265"/>
                  <a:pt x="4709134" y="65036"/>
                  <a:pt x="4700538" y="64807"/>
                </a:cubicBezTo>
                <a:cubicBezTo>
                  <a:pt x="4699145" y="66176"/>
                  <a:pt x="4699145" y="71187"/>
                  <a:pt x="4700538" y="72553"/>
                </a:cubicBezTo>
                <a:cubicBezTo>
                  <a:pt x="4707975" y="73234"/>
                  <a:pt x="4715408" y="74374"/>
                  <a:pt x="4711690" y="82571"/>
                </a:cubicBezTo>
                <a:lnTo>
                  <a:pt x="4687764" y="135177"/>
                </a:lnTo>
                <a:cubicBezTo>
                  <a:pt x="4687764" y="135406"/>
                  <a:pt x="4687764" y="135406"/>
                  <a:pt x="4687530" y="135632"/>
                </a:cubicBezTo>
                <a:cubicBezTo>
                  <a:pt x="4687530" y="135406"/>
                  <a:pt x="4687530" y="135177"/>
                  <a:pt x="4687299" y="134722"/>
                </a:cubicBezTo>
                <a:lnTo>
                  <a:pt x="4665695" y="87127"/>
                </a:lnTo>
                <a:cubicBezTo>
                  <a:pt x="4661513" y="77790"/>
                  <a:pt x="4659191" y="73689"/>
                  <a:pt x="4673362" y="72553"/>
                </a:cubicBezTo>
                <a:cubicBezTo>
                  <a:pt x="4674755" y="71187"/>
                  <a:pt x="4674755" y="66176"/>
                  <a:pt x="4673362" y="64807"/>
                </a:cubicBezTo>
                <a:cubicBezTo>
                  <a:pt x="4664766" y="65036"/>
                  <a:pt x="4650829" y="65265"/>
                  <a:pt x="4642464" y="65265"/>
                </a:cubicBezTo>
                <a:cubicBezTo>
                  <a:pt x="4634567" y="65265"/>
                  <a:pt x="4621328" y="65036"/>
                  <a:pt x="4616681" y="64807"/>
                </a:cubicBezTo>
                <a:cubicBezTo>
                  <a:pt x="4615288" y="66176"/>
                  <a:pt x="4615288" y="71187"/>
                  <a:pt x="4616681" y="72553"/>
                </a:cubicBezTo>
                <a:cubicBezTo>
                  <a:pt x="4626900" y="73463"/>
                  <a:pt x="4628761" y="75058"/>
                  <a:pt x="4635031" y="89403"/>
                </a:cubicBezTo>
                <a:lnTo>
                  <a:pt x="4664997" y="156813"/>
                </a:lnTo>
                <a:cubicBezTo>
                  <a:pt x="4668945" y="162276"/>
                  <a:pt x="4673362" y="166376"/>
                  <a:pt x="4671501" y="170477"/>
                </a:cubicBezTo>
                <a:lnTo>
                  <a:pt x="4665929" y="183001"/>
                </a:lnTo>
                <a:cubicBezTo>
                  <a:pt x="4662909" y="190059"/>
                  <a:pt x="4660119" y="194160"/>
                  <a:pt x="4653615" y="194160"/>
                </a:cubicBezTo>
                <a:cubicBezTo>
                  <a:pt x="4649433" y="194160"/>
                  <a:pt x="4648738" y="193249"/>
                  <a:pt x="4645484" y="193249"/>
                </a:cubicBezTo>
                <a:cubicBezTo>
                  <a:pt x="4636658" y="193249"/>
                  <a:pt x="4631547" y="199171"/>
                  <a:pt x="4631547" y="203723"/>
                </a:cubicBezTo>
                <a:cubicBezTo>
                  <a:pt x="4631547" y="206684"/>
                  <a:pt x="4632245" y="210329"/>
                  <a:pt x="4634336" y="212835"/>
                </a:cubicBezTo>
                <a:cubicBezTo>
                  <a:pt x="4636424" y="215340"/>
                  <a:pt x="4640376" y="216932"/>
                  <a:pt x="4643396" y="216932"/>
                </a:cubicBezTo>
                <a:cubicBezTo>
                  <a:pt x="4646413" y="216932"/>
                  <a:pt x="4653385" y="216021"/>
                  <a:pt x="4656635" y="214656"/>
                </a:cubicBezTo>
                <a:cubicBezTo>
                  <a:pt x="4661513" y="212379"/>
                  <a:pt x="4668017" y="206913"/>
                  <a:pt x="4670572" y="202357"/>
                </a:cubicBezTo>
                <a:close/>
                <a:moveTo>
                  <a:pt x="4836665" y="65252"/>
                </a:moveTo>
                <a:cubicBezTo>
                  <a:pt x="4833415" y="65252"/>
                  <a:pt x="4829930" y="66165"/>
                  <a:pt x="4826910" y="68671"/>
                </a:cubicBezTo>
                <a:lnTo>
                  <a:pt x="4826910" y="75274"/>
                </a:lnTo>
                <a:cubicBezTo>
                  <a:pt x="4826910" y="76414"/>
                  <a:pt x="4827141" y="76639"/>
                  <a:pt x="4828069" y="76639"/>
                </a:cubicBezTo>
                <a:lnTo>
                  <a:pt x="4843169" y="76639"/>
                </a:lnTo>
                <a:cubicBezTo>
                  <a:pt x="4842705" y="99596"/>
                  <a:pt x="4842475" y="128689"/>
                  <a:pt x="4842475" y="140056"/>
                </a:cubicBezTo>
                <a:cubicBezTo>
                  <a:pt x="4842475" y="148011"/>
                  <a:pt x="4844566" y="155750"/>
                  <a:pt x="4849443" y="159847"/>
                </a:cubicBezTo>
                <a:cubicBezTo>
                  <a:pt x="4854785" y="164177"/>
                  <a:pt x="4863146" y="166223"/>
                  <a:pt x="4868722" y="166223"/>
                </a:cubicBezTo>
                <a:cubicBezTo>
                  <a:pt x="4881500" y="166223"/>
                  <a:pt x="4895668" y="159847"/>
                  <a:pt x="4900315" y="153470"/>
                </a:cubicBezTo>
                <a:cubicBezTo>
                  <a:pt x="4900315" y="150738"/>
                  <a:pt x="4898922" y="149373"/>
                  <a:pt x="4896136" y="147100"/>
                </a:cubicBezTo>
                <a:cubicBezTo>
                  <a:pt x="4893116" y="149373"/>
                  <a:pt x="4887306" y="150283"/>
                  <a:pt x="4882893" y="150283"/>
                </a:cubicBezTo>
                <a:cubicBezTo>
                  <a:pt x="4877782" y="150283"/>
                  <a:pt x="4872671" y="146419"/>
                  <a:pt x="4872671" y="135055"/>
                </a:cubicBezTo>
                <a:cubicBezTo>
                  <a:pt x="4872671" y="123688"/>
                  <a:pt x="4872440" y="99370"/>
                  <a:pt x="4872440" y="76639"/>
                </a:cubicBezTo>
                <a:lnTo>
                  <a:pt x="4895902" y="76639"/>
                </a:lnTo>
                <a:cubicBezTo>
                  <a:pt x="4898224" y="76639"/>
                  <a:pt x="4901478" y="75729"/>
                  <a:pt x="4901478" y="73679"/>
                </a:cubicBezTo>
                <a:lnTo>
                  <a:pt x="4901478" y="66621"/>
                </a:lnTo>
                <a:cubicBezTo>
                  <a:pt x="4901478" y="65710"/>
                  <a:pt x="4900779" y="65252"/>
                  <a:pt x="4899620" y="65252"/>
                </a:cubicBezTo>
                <a:lnTo>
                  <a:pt x="4872440" y="65252"/>
                </a:lnTo>
                <a:lnTo>
                  <a:pt x="4872671" y="57509"/>
                </a:lnTo>
                <a:cubicBezTo>
                  <a:pt x="4873135" y="42250"/>
                  <a:pt x="4873833" y="31776"/>
                  <a:pt x="4873833" y="31776"/>
                </a:cubicBezTo>
                <a:cubicBezTo>
                  <a:pt x="4873833" y="30407"/>
                  <a:pt x="4873135" y="29726"/>
                  <a:pt x="4871976" y="29726"/>
                </a:cubicBezTo>
                <a:cubicBezTo>
                  <a:pt x="4870349" y="29726"/>
                  <a:pt x="4861753" y="32231"/>
                  <a:pt x="4858039" y="33826"/>
                </a:cubicBezTo>
                <a:cubicBezTo>
                  <a:pt x="4854087" y="35418"/>
                  <a:pt x="4847352" y="36784"/>
                  <a:pt x="4845725" y="38834"/>
                </a:cubicBezTo>
                <a:cubicBezTo>
                  <a:pt x="4844098" y="40884"/>
                  <a:pt x="4843169" y="47035"/>
                  <a:pt x="4843169" y="65252"/>
                </a:cubicBezTo>
                <a:lnTo>
                  <a:pt x="4836665" y="65252"/>
                </a:lnTo>
                <a:close/>
                <a:moveTo>
                  <a:pt x="5027848" y="134819"/>
                </a:moveTo>
                <a:lnTo>
                  <a:pt x="5027848" y="99262"/>
                </a:lnTo>
                <a:cubicBezTo>
                  <a:pt x="5027848" y="74193"/>
                  <a:pt x="5016928" y="62805"/>
                  <a:pt x="4996950" y="62805"/>
                </a:cubicBezTo>
                <a:cubicBezTo>
                  <a:pt x="4988355" y="62805"/>
                  <a:pt x="4971862" y="71232"/>
                  <a:pt x="4958623" y="79204"/>
                </a:cubicBezTo>
                <a:lnTo>
                  <a:pt x="4958623" y="31105"/>
                </a:lnTo>
                <a:cubicBezTo>
                  <a:pt x="4958623" y="16281"/>
                  <a:pt x="4959317" y="7899"/>
                  <a:pt x="4959317" y="7899"/>
                </a:cubicBezTo>
                <a:cubicBezTo>
                  <a:pt x="4959317" y="5880"/>
                  <a:pt x="4957694" y="4980"/>
                  <a:pt x="4955603" y="4980"/>
                </a:cubicBezTo>
                <a:cubicBezTo>
                  <a:pt x="4947007" y="7673"/>
                  <a:pt x="4928423" y="10144"/>
                  <a:pt x="4911930" y="10814"/>
                </a:cubicBezTo>
                <a:cubicBezTo>
                  <a:pt x="4911232" y="13549"/>
                  <a:pt x="4911466" y="16055"/>
                  <a:pt x="4912628" y="18102"/>
                </a:cubicBezTo>
                <a:cubicBezTo>
                  <a:pt x="4927260" y="19245"/>
                  <a:pt x="4928423" y="19471"/>
                  <a:pt x="4928423" y="35209"/>
                </a:cubicBezTo>
                <a:lnTo>
                  <a:pt x="4928423" y="135049"/>
                </a:lnTo>
                <a:cubicBezTo>
                  <a:pt x="4928423" y="153967"/>
                  <a:pt x="4924708" y="156017"/>
                  <a:pt x="4910537" y="156702"/>
                </a:cubicBezTo>
                <a:cubicBezTo>
                  <a:pt x="4909144" y="158067"/>
                  <a:pt x="4909144" y="163078"/>
                  <a:pt x="4910537" y="164444"/>
                </a:cubicBezTo>
                <a:cubicBezTo>
                  <a:pt x="4920292" y="164218"/>
                  <a:pt x="4930745" y="163989"/>
                  <a:pt x="4943523" y="163989"/>
                </a:cubicBezTo>
                <a:cubicBezTo>
                  <a:pt x="4954674" y="163989"/>
                  <a:pt x="4961873" y="164218"/>
                  <a:pt x="4971862" y="164444"/>
                </a:cubicBezTo>
                <a:cubicBezTo>
                  <a:pt x="4973258" y="163078"/>
                  <a:pt x="4973258" y="158067"/>
                  <a:pt x="4971862" y="156702"/>
                </a:cubicBezTo>
                <a:cubicBezTo>
                  <a:pt x="4962107" y="156017"/>
                  <a:pt x="4958623" y="153967"/>
                  <a:pt x="4958623" y="135049"/>
                </a:cubicBezTo>
                <a:lnTo>
                  <a:pt x="4958623" y="88323"/>
                </a:lnTo>
                <a:cubicBezTo>
                  <a:pt x="4968377" y="82394"/>
                  <a:pt x="4976044" y="79659"/>
                  <a:pt x="4980227" y="79659"/>
                </a:cubicBezTo>
                <a:cubicBezTo>
                  <a:pt x="4989517" y="79659"/>
                  <a:pt x="4997649" y="83763"/>
                  <a:pt x="4997649" y="96757"/>
                </a:cubicBezTo>
                <a:lnTo>
                  <a:pt x="4997649" y="134819"/>
                </a:lnTo>
                <a:cubicBezTo>
                  <a:pt x="4997649" y="153967"/>
                  <a:pt x="4993930" y="156017"/>
                  <a:pt x="4984406" y="156702"/>
                </a:cubicBezTo>
                <a:cubicBezTo>
                  <a:pt x="4983013" y="158067"/>
                  <a:pt x="4983013" y="163078"/>
                  <a:pt x="4984406" y="164444"/>
                </a:cubicBezTo>
                <a:cubicBezTo>
                  <a:pt x="4994164" y="164218"/>
                  <a:pt x="5001597" y="163989"/>
                  <a:pt x="5012748" y="163989"/>
                </a:cubicBezTo>
                <a:cubicBezTo>
                  <a:pt x="5025523" y="163989"/>
                  <a:pt x="5035746" y="164218"/>
                  <a:pt x="5045734" y="164444"/>
                </a:cubicBezTo>
                <a:cubicBezTo>
                  <a:pt x="5047127" y="163078"/>
                  <a:pt x="5047127" y="158067"/>
                  <a:pt x="5045734" y="156702"/>
                </a:cubicBezTo>
                <a:cubicBezTo>
                  <a:pt x="5031563" y="156017"/>
                  <a:pt x="5027848" y="153967"/>
                  <a:pt x="5027848" y="134819"/>
                </a:cubicBezTo>
                <a:close/>
                <a:moveTo>
                  <a:pt x="5090101" y="101292"/>
                </a:moveTo>
                <a:cubicBezTo>
                  <a:pt x="5090335" y="93323"/>
                  <a:pt x="5091498" y="84667"/>
                  <a:pt x="5094748" y="80114"/>
                </a:cubicBezTo>
                <a:cubicBezTo>
                  <a:pt x="5098466" y="74648"/>
                  <a:pt x="5104737" y="72372"/>
                  <a:pt x="5107292" y="72372"/>
                </a:cubicBezTo>
                <a:cubicBezTo>
                  <a:pt x="5113566" y="72372"/>
                  <a:pt x="5122158" y="78294"/>
                  <a:pt x="5122158" y="96510"/>
                </a:cubicBezTo>
                <a:cubicBezTo>
                  <a:pt x="5122158" y="97876"/>
                  <a:pt x="5122158" y="100836"/>
                  <a:pt x="5121694" y="101292"/>
                </a:cubicBezTo>
                <a:lnTo>
                  <a:pt x="5090101" y="101292"/>
                </a:lnTo>
                <a:moveTo>
                  <a:pt x="5149108" y="134559"/>
                </a:moveTo>
                <a:cubicBezTo>
                  <a:pt x="5139583" y="144132"/>
                  <a:pt x="5127039" y="146638"/>
                  <a:pt x="5118210" y="146638"/>
                </a:cubicBezTo>
                <a:cubicBezTo>
                  <a:pt x="5100090" y="146638"/>
                  <a:pt x="5088942" y="136383"/>
                  <a:pt x="5088942" y="114049"/>
                </a:cubicBezTo>
                <a:cubicBezTo>
                  <a:pt x="5088942" y="112454"/>
                  <a:pt x="5089172" y="111540"/>
                  <a:pt x="5089172" y="110400"/>
                </a:cubicBezTo>
                <a:lnTo>
                  <a:pt x="5144925" y="110400"/>
                </a:lnTo>
                <a:cubicBezTo>
                  <a:pt x="5150501" y="110400"/>
                  <a:pt x="5151660" y="106529"/>
                  <a:pt x="5151660" y="103342"/>
                </a:cubicBezTo>
                <a:cubicBezTo>
                  <a:pt x="5151660" y="83986"/>
                  <a:pt x="5143996" y="62805"/>
                  <a:pt x="5109848" y="62805"/>
                </a:cubicBezTo>
                <a:cubicBezTo>
                  <a:pt x="5085458" y="62805"/>
                  <a:pt x="5057580" y="83986"/>
                  <a:pt x="5057580" y="118834"/>
                </a:cubicBezTo>
                <a:cubicBezTo>
                  <a:pt x="5057580" y="132053"/>
                  <a:pt x="5062461" y="145957"/>
                  <a:pt x="5072449" y="154839"/>
                </a:cubicBezTo>
                <a:cubicBezTo>
                  <a:pt x="5081275" y="162582"/>
                  <a:pt x="5092657" y="166223"/>
                  <a:pt x="5109150" y="166223"/>
                </a:cubicBezTo>
                <a:cubicBezTo>
                  <a:pt x="5125178" y="166223"/>
                  <a:pt x="5140977" y="158255"/>
                  <a:pt x="5152592" y="141627"/>
                </a:cubicBezTo>
                <a:cubicBezTo>
                  <a:pt x="5152592" y="138663"/>
                  <a:pt x="5151429" y="134559"/>
                  <a:pt x="5149108" y="134559"/>
                </a:cubicBezTo>
                <a:close/>
                <a:moveTo>
                  <a:pt x="5326116" y="136213"/>
                </a:moveTo>
                <a:lnTo>
                  <a:pt x="5326116" y="54017"/>
                </a:lnTo>
                <a:cubicBezTo>
                  <a:pt x="5326116" y="41906"/>
                  <a:pt x="5327977" y="28881"/>
                  <a:pt x="5327977" y="28881"/>
                </a:cubicBezTo>
                <a:cubicBezTo>
                  <a:pt x="5327977" y="25910"/>
                  <a:pt x="5326116" y="24996"/>
                  <a:pt x="5324025" y="24996"/>
                </a:cubicBezTo>
                <a:cubicBezTo>
                  <a:pt x="5321703" y="24996"/>
                  <a:pt x="5317755" y="25910"/>
                  <a:pt x="5312413" y="28426"/>
                </a:cubicBezTo>
                <a:cubicBezTo>
                  <a:pt x="5298242" y="34824"/>
                  <a:pt x="5282443" y="40307"/>
                  <a:pt x="5262236" y="48533"/>
                </a:cubicBezTo>
                <a:cubicBezTo>
                  <a:pt x="5262466" y="52418"/>
                  <a:pt x="5264093" y="56074"/>
                  <a:pt x="5267347" y="58357"/>
                </a:cubicBezTo>
                <a:cubicBezTo>
                  <a:pt x="5279891" y="53103"/>
                  <a:pt x="5288253" y="52647"/>
                  <a:pt x="5291503" y="52647"/>
                </a:cubicBezTo>
                <a:cubicBezTo>
                  <a:pt x="5294523" y="52647"/>
                  <a:pt x="5295920" y="53561"/>
                  <a:pt x="5295920" y="64960"/>
                </a:cubicBezTo>
                <a:lnTo>
                  <a:pt x="5295920" y="136213"/>
                </a:lnTo>
                <a:cubicBezTo>
                  <a:pt x="5295920" y="155110"/>
                  <a:pt x="5284769" y="156021"/>
                  <a:pt x="5271991" y="156702"/>
                </a:cubicBezTo>
                <a:cubicBezTo>
                  <a:pt x="5269669" y="158067"/>
                  <a:pt x="5269669" y="163078"/>
                  <a:pt x="5271991" y="164444"/>
                </a:cubicBezTo>
                <a:cubicBezTo>
                  <a:pt x="5271991" y="164444"/>
                  <a:pt x="5301960" y="163989"/>
                  <a:pt x="5311250" y="163989"/>
                </a:cubicBezTo>
                <a:cubicBezTo>
                  <a:pt x="5320541" y="163989"/>
                  <a:pt x="5330997" y="164218"/>
                  <a:pt x="5350042" y="164444"/>
                </a:cubicBezTo>
                <a:cubicBezTo>
                  <a:pt x="5352367" y="163078"/>
                  <a:pt x="5352367" y="158067"/>
                  <a:pt x="5350042" y="156702"/>
                </a:cubicBezTo>
                <a:cubicBezTo>
                  <a:pt x="5337267" y="156021"/>
                  <a:pt x="5326116" y="155110"/>
                  <a:pt x="5326116" y="136213"/>
                </a:cubicBezTo>
                <a:close/>
                <a:moveTo>
                  <a:pt x="5420662" y="34563"/>
                </a:moveTo>
                <a:cubicBezTo>
                  <a:pt x="5429722" y="34563"/>
                  <a:pt x="5439711" y="49141"/>
                  <a:pt x="5439711" y="89462"/>
                </a:cubicBezTo>
                <a:cubicBezTo>
                  <a:pt x="5439711" y="144132"/>
                  <a:pt x="5429024" y="156660"/>
                  <a:pt x="5419734" y="156660"/>
                </a:cubicBezTo>
                <a:cubicBezTo>
                  <a:pt x="5400685" y="156660"/>
                  <a:pt x="5400451" y="117934"/>
                  <a:pt x="5400451" y="98574"/>
                </a:cubicBezTo>
                <a:cubicBezTo>
                  <a:pt x="5400451" y="43220"/>
                  <a:pt x="5411368" y="34563"/>
                  <a:pt x="5420662" y="34563"/>
                </a:cubicBezTo>
                <a:moveTo>
                  <a:pt x="5419500" y="166223"/>
                </a:moveTo>
                <a:cubicBezTo>
                  <a:pt x="5442497" y="166223"/>
                  <a:pt x="5472697" y="148233"/>
                  <a:pt x="5472697" y="94018"/>
                </a:cubicBezTo>
                <a:cubicBezTo>
                  <a:pt x="5472697" y="40259"/>
                  <a:pt x="5444124" y="24996"/>
                  <a:pt x="5420662" y="24996"/>
                </a:cubicBezTo>
                <a:cubicBezTo>
                  <a:pt x="5390696" y="24996"/>
                  <a:pt x="5367235" y="50507"/>
                  <a:pt x="5367235" y="96065"/>
                </a:cubicBezTo>
                <a:cubicBezTo>
                  <a:pt x="5367235" y="133426"/>
                  <a:pt x="5385585" y="166223"/>
                  <a:pt x="5419500" y="166223"/>
                </a:cubicBezTo>
                <a:close/>
                <a:moveTo>
                  <a:pt x="5610914" y="136188"/>
                </a:moveTo>
                <a:lnTo>
                  <a:pt x="5610914" y="90828"/>
                </a:lnTo>
                <a:cubicBezTo>
                  <a:pt x="5610914" y="89688"/>
                  <a:pt x="5610914" y="88548"/>
                  <a:pt x="5610914" y="87409"/>
                </a:cubicBezTo>
                <a:cubicBezTo>
                  <a:pt x="5619974" y="81939"/>
                  <a:pt x="5628102" y="79659"/>
                  <a:pt x="5632054" y="79659"/>
                </a:cubicBezTo>
                <a:cubicBezTo>
                  <a:pt x="5641345" y="79659"/>
                  <a:pt x="5648313" y="83763"/>
                  <a:pt x="5648313" y="96757"/>
                </a:cubicBezTo>
                <a:lnTo>
                  <a:pt x="5648313" y="134819"/>
                </a:lnTo>
                <a:cubicBezTo>
                  <a:pt x="5648313" y="153967"/>
                  <a:pt x="5644595" y="156017"/>
                  <a:pt x="5635071" y="156702"/>
                </a:cubicBezTo>
                <a:cubicBezTo>
                  <a:pt x="5633678" y="158067"/>
                  <a:pt x="5633678" y="163078"/>
                  <a:pt x="5635071" y="164444"/>
                </a:cubicBezTo>
                <a:cubicBezTo>
                  <a:pt x="5644829" y="164218"/>
                  <a:pt x="5652262" y="163989"/>
                  <a:pt x="5663413" y="163989"/>
                </a:cubicBezTo>
                <a:cubicBezTo>
                  <a:pt x="5674564" y="163989"/>
                  <a:pt x="5681763" y="164218"/>
                  <a:pt x="5691752" y="164444"/>
                </a:cubicBezTo>
                <a:cubicBezTo>
                  <a:pt x="5693149" y="163078"/>
                  <a:pt x="5693149" y="158067"/>
                  <a:pt x="5691752" y="156702"/>
                </a:cubicBezTo>
                <a:cubicBezTo>
                  <a:pt x="5682462" y="156017"/>
                  <a:pt x="5678513" y="153967"/>
                  <a:pt x="5678513" y="134819"/>
                </a:cubicBezTo>
                <a:lnTo>
                  <a:pt x="5678513" y="99262"/>
                </a:lnTo>
                <a:cubicBezTo>
                  <a:pt x="5678513" y="93563"/>
                  <a:pt x="5678279" y="89007"/>
                  <a:pt x="5677584" y="86728"/>
                </a:cubicBezTo>
                <a:cubicBezTo>
                  <a:pt x="5686410" y="82394"/>
                  <a:pt x="5696399" y="79659"/>
                  <a:pt x="5700117" y="79659"/>
                </a:cubicBezTo>
                <a:cubicBezTo>
                  <a:pt x="5709408" y="79659"/>
                  <a:pt x="5715912" y="83763"/>
                  <a:pt x="5715912" y="96757"/>
                </a:cubicBezTo>
                <a:lnTo>
                  <a:pt x="5715912" y="134819"/>
                </a:lnTo>
                <a:cubicBezTo>
                  <a:pt x="5715912" y="153967"/>
                  <a:pt x="5712194" y="156017"/>
                  <a:pt x="5702673" y="156702"/>
                </a:cubicBezTo>
                <a:cubicBezTo>
                  <a:pt x="5701276" y="158067"/>
                  <a:pt x="5701276" y="163078"/>
                  <a:pt x="5702673" y="164444"/>
                </a:cubicBezTo>
                <a:cubicBezTo>
                  <a:pt x="5712428" y="164218"/>
                  <a:pt x="5719860" y="163989"/>
                  <a:pt x="5731012" y="163989"/>
                </a:cubicBezTo>
                <a:cubicBezTo>
                  <a:pt x="5743786" y="163989"/>
                  <a:pt x="5754009" y="164218"/>
                  <a:pt x="5763998" y="164444"/>
                </a:cubicBezTo>
                <a:cubicBezTo>
                  <a:pt x="5765391" y="163078"/>
                  <a:pt x="5765391" y="158067"/>
                  <a:pt x="5763998" y="156702"/>
                </a:cubicBezTo>
                <a:cubicBezTo>
                  <a:pt x="5749826" y="156017"/>
                  <a:pt x="5746112" y="153967"/>
                  <a:pt x="5746112" y="134819"/>
                </a:cubicBezTo>
                <a:lnTo>
                  <a:pt x="5746112" y="99262"/>
                </a:lnTo>
                <a:cubicBezTo>
                  <a:pt x="5746112" y="74193"/>
                  <a:pt x="5736818" y="62805"/>
                  <a:pt x="5716841" y="62805"/>
                </a:cubicBezTo>
                <a:cubicBezTo>
                  <a:pt x="5708245" y="62805"/>
                  <a:pt x="5688732" y="71917"/>
                  <a:pt x="5675259" y="79433"/>
                </a:cubicBezTo>
                <a:cubicBezTo>
                  <a:pt x="5671775" y="69411"/>
                  <a:pt x="5662484" y="62805"/>
                  <a:pt x="5648777" y="62805"/>
                </a:cubicBezTo>
                <a:cubicBezTo>
                  <a:pt x="5640416" y="62805"/>
                  <a:pt x="5623689" y="71462"/>
                  <a:pt x="5610450" y="78749"/>
                </a:cubicBezTo>
                <a:cubicBezTo>
                  <a:pt x="5609752" y="71917"/>
                  <a:pt x="5609053" y="66680"/>
                  <a:pt x="5609053" y="66680"/>
                </a:cubicBezTo>
                <a:cubicBezTo>
                  <a:pt x="5608823" y="63945"/>
                  <a:pt x="5606966" y="62805"/>
                  <a:pt x="5603712" y="62805"/>
                </a:cubicBezTo>
                <a:cubicBezTo>
                  <a:pt x="5595116" y="65130"/>
                  <a:pt x="5581179" y="68320"/>
                  <a:pt x="5565150" y="70367"/>
                </a:cubicBezTo>
                <a:cubicBezTo>
                  <a:pt x="5564686" y="71736"/>
                  <a:pt x="5565150" y="76288"/>
                  <a:pt x="5565615" y="77658"/>
                </a:cubicBezTo>
                <a:cubicBezTo>
                  <a:pt x="5578393" y="78797"/>
                  <a:pt x="5580714" y="80618"/>
                  <a:pt x="5580714" y="93601"/>
                </a:cubicBezTo>
                <a:lnTo>
                  <a:pt x="5580714" y="136202"/>
                </a:lnTo>
                <a:cubicBezTo>
                  <a:pt x="5580714" y="155107"/>
                  <a:pt x="5578159" y="155565"/>
                  <a:pt x="5563988" y="156702"/>
                </a:cubicBezTo>
                <a:cubicBezTo>
                  <a:pt x="5562595" y="158067"/>
                  <a:pt x="5562595" y="163078"/>
                  <a:pt x="5563988" y="164444"/>
                </a:cubicBezTo>
                <a:cubicBezTo>
                  <a:pt x="5573746" y="164218"/>
                  <a:pt x="5583501" y="163989"/>
                  <a:pt x="5595814" y="163989"/>
                </a:cubicBezTo>
                <a:cubicBezTo>
                  <a:pt x="5606501" y="163989"/>
                  <a:pt x="5613006" y="164218"/>
                  <a:pt x="5622994" y="164444"/>
                </a:cubicBezTo>
                <a:cubicBezTo>
                  <a:pt x="5624387" y="163078"/>
                  <a:pt x="5624387" y="158067"/>
                  <a:pt x="5622994" y="156702"/>
                </a:cubicBezTo>
                <a:cubicBezTo>
                  <a:pt x="5613236" y="155791"/>
                  <a:pt x="5610914" y="155107"/>
                  <a:pt x="5610914" y="136188"/>
                </a:cubicBezTo>
                <a:close/>
                <a:moveTo>
                  <a:pt x="5828577" y="72372"/>
                </a:moveTo>
                <a:cubicBezTo>
                  <a:pt x="5844372" y="72372"/>
                  <a:pt x="5855059" y="90825"/>
                  <a:pt x="5855059" y="122034"/>
                </a:cubicBezTo>
                <a:cubicBezTo>
                  <a:pt x="5855059" y="149369"/>
                  <a:pt x="5844142" y="156660"/>
                  <a:pt x="5835780" y="156660"/>
                </a:cubicBezTo>
                <a:cubicBezTo>
                  <a:pt x="5816731" y="156660"/>
                  <a:pt x="5809295" y="128640"/>
                  <a:pt x="5809295" y="111783"/>
                </a:cubicBezTo>
                <a:cubicBezTo>
                  <a:pt x="5809295" y="90825"/>
                  <a:pt x="5813013" y="72372"/>
                  <a:pt x="5828577" y="72372"/>
                </a:cubicBezTo>
                <a:moveTo>
                  <a:pt x="5776773" y="116794"/>
                </a:moveTo>
                <a:cubicBezTo>
                  <a:pt x="5776773" y="146638"/>
                  <a:pt x="5800933" y="166223"/>
                  <a:pt x="5832062" y="166223"/>
                </a:cubicBezTo>
                <a:cubicBezTo>
                  <a:pt x="5848555" y="166223"/>
                  <a:pt x="5862261" y="161671"/>
                  <a:pt x="5871786" y="153244"/>
                </a:cubicBezTo>
                <a:cubicBezTo>
                  <a:pt x="5883632" y="142993"/>
                  <a:pt x="5887580" y="127501"/>
                  <a:pt x="5887580" y="114744"/>
                </a:cubicBezTo>
                <a:cubicBezTo>
                  <a:pt x="5887580" y="84903"/>
                  <a:pt x="5866905" y="62805"/>
                  <a:pt x="5832292" y="62805"/>
                </a:cubicBezTo>
                <a:cubicBezTo>
                  <a:pt x="5813013" y="62805"/>
                  <a:pt x="5798611" y="69411"/>
                  <a:pt x="5789551" y="79663"/>
                </a:cubicBezTo>
                <a:cubicBezTo>
                  <a:pt x="5780722" y="89685"/>
                  <a:pt x="5776773" y="103352"/>
                  <a:pt x="5776773" y="116794"/>
                </a:cubicBezTo>
                <a:close/>
                <a:moveTo>
                  <a:pt x="5907325" y="130691"/>
                </a:moveTo>
                <a:cubicBezTo>
                  <a:pt x="5908254" y="141853"/>
                  <a:pt x="5909416" y="152559"/>
                  <a:pt x="5911274" y="161216"/>
                </a:cubicBezTo>
                <a:cubicBezTo>
                  <a:pt x="5915690" y="162582"/>
                  <a:pt x="5930556" y="166223"/>
                  <a:pt x="5943565" y="166223"/>
                </a:cubicBezTo>
                <a:cubicBezTo>
                  <a:pt x="5961451" y="166223"/>
                  <a:pt x="5983753" y="156660"/>
                  <a:pt x="5983753" y="136842"/>
                </a:cubicBezTo>
                <a:cubicBezTo>
                  <a:pt x="5983753" y="129096"/>
                  <a:pt x="5981892" y="122945"/>
                  <a:pt x="5976551" y="117249"/>
                </a:cubicBezTo>
                <a:cubicBezTo>
                  <a:pt x="5969813" y="109958"/>
                  <a:pt x="5960288" y="104266"/>
                  <a:pt x="5949605" y="99710"/>
                </a:cubicBezTo>
                <a:cubicBezTo>
                  <a:pt x="5940311" y="95836"/>
                  <a:pt x="5937061" y="88545"/>
                  <a:pt x="5937061" y="81939"/>
                </a:cubicBezTo>
                <a:cubicBezTo>
                  <a:pt x="5937061" y="76702"/>
                  <a:pt x="5941474" y="72372"/>
                  <a:pt x="5948212" y="72372"/>
                </a:cubicBezTo>
                <a:cubicBezTo>
                  <a:pt x="5956340" y="72372"/>
                  <a:pt x="5964240" y="79663"/>
                  <a:pt x="5970046" y="93560"/>
                </a:cubicBezTo>
                <a:cubicBezTo>
                  <a:pt x="5974229" y="94241"/>
                  <a:pt x="5976785" y="94015"/>
                  <a:pt x="5979106" y="92420"/>
                </a:cubicBezTo>
                <a:cubicBezTo>
                  <a:pt x="5979106" y="84219"/>
                  <a:pt x="5978178" y="75562"/>
                  <a:pt x="5976086" y="68271"/>
                </a:cubicBezTo>
                <a:cubicBezTo>
                  <a:pt x="5968653" y="65085"/>
                  <a:pt x="5962844" y="62805"/>
                  <a:pt x="5950069" y="62805"/>
                </a:cubicBezTo>
                <a:cubicBezTo>
                  <a:pt x="5937755" y="62805"/>
                  <a:pt x="5926143" y="67361"/>
                  <a:pt x="5918710" y="74652"/>
                </a:cubicBezTo>
                <a:cubicBezTo>
                  <a:pt x="5913365" y="79889"/>
                  <a:pt x="5910809" y="86269"/>
                  <a:pt x="5910809" y="92420"/>
                </a:cubicBezTo>
                <a:cubicBezTo>
                  <a:pt x="5910809" y="99252"/>
                  <a:pt x="5913365" y="104721"/>
                  <a:pt x="5918012" y="109503"/>
                </a:cubicBezTo>
                <a:cubicBezTo>
                  <a:pt x="5925215" y="117249"/>
                  <a:pt x="5937755" y="125224"/>
                  <a:pt x="5944958" y="128411"/>
                </a:cubicBezTo>
                <a:cubicBezTo>
                  <a:pt x="5954252" y="132512"/>
                  <a:pt x="5956804" y="140713"/>
                  <a:pt x="5956804" y="146179"/>
                </a:cubicBezTo>
                <a:cubicBezTo>
                  <a:pt x="5956804" y="153470"/>
                  <a:pt x="5949371" y="157345"/>
                  <a:pt x="5943101" y="157345"/>
                </a:cubicBezTo>
                <a:cubicBezTo>
                  <a:pt x="5932648" y="157345"/>
                  <a:pt x="5921496" y="147093"/>
                  <a:pt x="5916619" y="130236"/>
                </a:cubicBezTo>
                <a:cubicBezTo>
                  <a:pt x="5912901" y="129551"/>
                  <a:pt x="5911043" y="129780"/>
                  <a:pt x="5907325" y="130691"/>
                </a:cubicBezTo>
                <a:close/>
                <a:moveTo>
                  <a:pt x="6010000" y="65252"/>
                </a:moveTo>
                <a:cubicBezTo>
                  <a:pt x="6006750" y="65252"/>
                  <a:pt x="6003266" y="66165"/>
                  <a:pt x="6000246" y="68671"/>
                </a:cubicBezTo>
                <a:lnTo>
                  <a:pt x="6000246" y="75274"/>
                </a:lnTo>
                <a:cubicBezTo>
                  <a:pt x="6000246" y="76414"/>
                  <a:pt x="6000476" y="76639"/>
                  <a:pt x="6001405" y="76639"/>
                </a:cubicBezTo>
                <a:lnTo>
                  <a:pt x="6016505" y="76639"/>
                </a:lnTo>
                <a:cubicBezTo>
                  <a:pt x="6016040" y="99596"/>
                  <a:pt x="6015810" y="128689"/>
                  <a:pt x="6015810" y="140056"/>
                </a:cubicBezTo>
                <a:cubicBezTo>
                  <a:pt x="6015810" y="148011"/>
                  <a:pt x="6017901" y="155750"/>
                  <a:pt x="6022779" y="159847"/>
                </a:cubicBezTo>
                <a:cubicBezTo>
                  <a:pt x="6028120" y="164177"/>
                  <a:pt x="6036482" y="166223"/>
                  <a:pt x="6042058" y="166223"/>
                </a:cubicBezTo>
                <a:cubicBezTo>
                  <a:pt x="6054836" y="166223"/>
                  <a:pt x="6069004" y="159847"/>
                  <a:pt x="6073650" y="153470"/>
                </a:cubicBezTo>
                <a:cubicBezTo>
                  <a:pt x="6073650" y="150738"/>
                  <a:pt x="6072257" y="149373"/>
                  <a:pt x="6069471" y="147100"/>
                </a:cubicBezTo>
                <a:cubicBezTo>
                  <a:pt x="6066451" y="149373"/>
                  <a:pt x="6060642" y="150283"/>
                  <a:pt x="6056229" y="150283"/>
                </a:cubicBezTo>
                <a:cubicBezTo>
                  <a:pt x="6051118" y="150283"/>
                  <a:pt x="6046006" y="146419"/>
                  <a:pt x="6046006" y="135055"/>
                </a:cubicBezTo>
                <a:cubicBezTo>
                  <a:pt x="6046006" y="123688"/>
                  <a:pt x="6045776" y="99370"/>
                  <a:pt x="6045776" y="76639"/>
                </a:cubicBezTo>
                <a:lnTo>
                  <a:pt x="6069237" y="76639"/>
                </a:lnTo>
                <a:cubicBezTo>
                  <a:pt x="6071559" y="76639"/>
                  <a:pt x="6074813" y="75729"/>
                  <a:pt x="6074813" y="73679"/>
                </a:cubicBezTo>
                <a:lnTo>
                  <a:pt x="6074813" y="66621"/>
                </a:lnTo>
                <a:cubicBezTo>
                  <a:pt x="6074813" y="65710"/>
                  <a:pt x="6074115" y="65252"/>
                  <a:pt x="6072956" y="65252"/>
                </a:cubicBezTo>
                <a:lnTo>
                  <a:pt x="6045776" y="65252"/>
                </a:lnTo>
                <a:lnTo>
                  <a:pt x="6046006" y="57509"/>
                </a:lnTo>
                <a:cubicBezTo>
                  <a:pt x="6046471" y="42250"/>
                  <a:pt x="6047169" y="31776"/>
                  <a:pt x="6047169" y="31776"/>
                </a:cubicBezTo>
                <a:cubicBezTo>
                  <a:pt x="6047169" y="30407"/>
                  <a:pt x="6046471" y="29726"/>
                  <a:pt x="6045312" y="29726"/>
                </a:cubicBezTo>
                <a:cubicBezTo>
                  <a:pt x="6043685" y="29726"/>
                  <a:pt x="6035089" y="32231"/>
                  <a:pt x="6031374" y="33826"/>
                </a:cubicBezTo>
                <a:cubicBezTo>
                  <a:pt x="6027422" y="35418"/>
                  <a:pt x="6020687" y="36784"/>
                  <a:pt x="6019060" y="38834"/>
                </a:cubicBezTo>
                <a:cubicBezTo>
                  <a:pt x="6017433" y="40884"/>
                  <a:pt x="6016505" y="47035"/>
                  <a:pt x="6016505" y="65252"/>
                </a:cubicBezTo>
                <a:lnTo>
                  <a:pt x="6010000" y="65252"/>
                </a:lnTo>
                <a:close/>
                <a:moveTo>
                  <a:pt x="6225343" y="152789"/>
                </a:moveTo>
                <a:cubicBezTo>
                  <a:pt x="6226967" y="162126"/>
                  <a:pt x="6233241" y="166223"/>
                  <a:pt x="6243460" y="166223"/>
                </a:cubicBezTo>
                <a:cubicBezTo>
                  <a:pt x="6256238" y="166223"/>
                  <a:pt x="6265298" y="161442"/>
                  <a:pt x="6273893" y="153470"/>
                </a:cubicBezTo>
                <a:cubicBezTo>
                  <a:pt x="6273429" y="150738"/>
                  <a:pt x="6272497" y="148918"/>
                  <a:pt x="6269711" y="147093"/>
                </a:cubicBezTo>
                <a:cubicBezTo>
                  <a:pt x="6266691" y="149373"/>
                  <a:pt x="6264369" y="150283"/>
                  <a:pt x="6259956" y="150283"/>
                </a:cubicBezTo>
                <a:cubicBezTo>
                  <a:pt x="6254845" y="150283"/>
                  <a:pt x="6253452" y="146183"/>
                  <a:pt x="6253452" y="135021"/>
                </a:cubicBezTo>
                <a:lnTo>
                  <a:pt x="6253916" y="102216"/>
                </a:lnTo>
                <a:cubicBezTo>
                  <a:pt x="6253916" y="69411"/>
                  <a:pt x="6233241" y="62805"/>
                  <a:pt x="6214192" y="62805"/>
                </a:cubicBezTo>
                <a:cubicBezTo>
                  <a:pt x="6197235" y="62805"/>
                  <a:pt x="6171218" y="72372"/>
                  <a:pt x="6171218" y="87409"/>
                </a:cubicBezTo>
                <a:cubicBezTo>
                  <a:pt x="6171218" y="93785"/>
                  <a:pt x="6174004" y="98796"/>
                  <a:pt x="6183064" y="98796"/>
                </a:cubicBezTo>
                <a:cubicBezTo>
                  <a:pt x="6191425" y="98796"/>
                  <a:pt x="6197465" y="93785"/>
                  <a:pt x="6197465" y="88319"/>
                </a:cubicBezTo>
                <a:cubicBezTo>
                  <a:pt x="6197465" y="85358"/>
                  <a:pt x="6195842" y="81484"/>
                  <a:pt x="6196537" y="77612"/>
                </a:cubicBezTo>
                <a:cubicBezTo>
                  <a:pt x="6196771" y="75107"/>
                  <a:pt x="6198628" y="72372"/>
                  <a:pt x="6206295" y="72372"/>
                </a:cubicBezTo>
                <a:cubicBezTo>
                  <a:pt x="6216050" y="72372"/>
                  <a:pt x="6224181" y="76473"/>
                  <a:pt x="6224181" y="105406"/>
                </a:cubicBezTo>
                <a:lnTo>
                  <a:pt x="6208617" y="110188"/>
                </a:lnTo>
                <a:cubicBezTo>
                  <a:pt x="6184226" y="117704"/>
                  <a:pt x="6167035" y="124314"/>
                  <a:pt x="6167035" y="142308"/>
                </a:cubicBezTo>
                <a:cubicBezTo>
                  <a:pt x="6167035" y="158026"/>
                  <a:pt x="6175861" y="166223"/>
                  <a:pt x="6196072" y="166223"/>
                </a:cubicBezTo>
                <a:cubicBezTo>
                  <a:pt x="6202810" y="166223"/>
                  <a:pt x="6216283" y="158936"/>
                  <a:pt x="6223947" y="153015"/>
                </a:cubicBezTo>
                <a:lnTo>
                  <a:pt x="6225343" y="152789"/>
                </a:lnTo>
                <a:moveTo>
                  <a:pt x="6224181" y="114288"/>
                </a:moveTo>
                <a:lnTo>
                  <a:pt x="6224181" y="144358"/>
                </a:lnTo>
                <a:cubicBezTo>
                  <a:pt x="6218375" y="148914"/>
                  <a:pt x="6212565" y="152559"/>
                  <a:pt x="6208386" y="152559"/>
                </a:cubicBezTo>
                <a:cubicBezTo>
                  <a:pt x="6198394" y="152559"/>
                  <a:pt x="6194910" y="145953"/>
                  <a:pt x="6194910" y="138892"/>
                </a:cubicBezTo>
                <a:cubicBezTo>
                  <a:pt x="6194910" y="130465"/>
                  <a:pt x="6195608" y="123400"/>
                  <a:pt x="6212101" y="118163"/>
                </a:cubicBezTo>
                <a:lnTo>
                  <a:pt x="6224181" y="114288"/>
                </a:lnTo>
                <a:close/>
                <a:moveTo>
                  <a:pt x="6372387" y="144132"/>
                </a:moveTo>
                <a:cubicBezTo>
                  <a:pt x="6372387" y="141397"/>
                  <a:pt x="6371922" y="137071"/>
                  <a:pt x="6369367" y="137071"/>
                </a:cubicBezTo>
                <a:cubicBezTo>
                  <a:pt x="6360073" y="145498"/>
                  <a:pt x="6352176" y="149828"/>
                  <a:pt x="6345441" y="149828"/>
                </a:cubicBezTo>
                <a:cubicBezTo>
                  <a:pt x="6328016" y="149828"/>
                  <a:pt x="6314312" y="137526"/>
                  <a:pt x="6314312" y="110188"/>
                </a:cubicBezTo>
                <a:cubicBezTo>
                  <a:pt x="6314312" y="84903"/>
                  <a:pt x="6320118" y="72372"/>
                  <a:pt x="6332432" y="72372"/>
                </a:cubicBezTo>
                <a:cubicBezTo>
                  <a:pt x="6341024" y="72372"/>
                  <a:pt x="6344509" y="81258"/>
                  <a:pt x="6345207" y="88545"/>
                </a:cubicBezTo>
                <a:cubicBezTo>
                  <a:pt x="6345905" y="94696"/>
                  <a:pt x="6352176" y="99255"/>
                  <a:pt x="6359609" y="99255"/>
                </a:cubicBezTo>
                <a:cubicBezTo>
                  <a:pt x="6367042" y="99255"/>
                  <a:pt x="6372387" y="93560"/>
                  <a:pt x="6372387" y="86495"/>
                </a:cubicBezTo>
                <a:cubicBezTo>
                  <a:pt x="6372387" y="76243"/>
                  <a:pt x="6359842" y="62805"/>
                  <a:pt x="6334520" y="62805"/>
                </a:cubicBezTo>
                <a:cubicBezTo>
                  <a:pt x="6307110" y="62805"/>
                  <a:pt x="6282950" y="84444"/>
                  <a:pt x="6282950" y="118163"/>
                </a:cubicBezTo>
                <a:cubicBezTo>
                  <a:pt x="6282950" y="132970"/>
                  <a:pt x="6288295" y="145953"/>
                  <a:pt x="6297355" y="154384"/>
                </a:cubicBezTo>
                <a:cubicBezTo>
                  <a:pt x="6306411" y="162807"/>
                  <a:pt x="6317098" y="166223"/>
                  <a:pt x="6333591" y="166223"/>
                </a:cubicBezTo>
                <a:cubicBezTo>
                  <a:pt x="6347529" y="166223"/>
                  <a:pt x="6363557" y="156660"/>
                  <a:pt x="6372387" y="144132"/>
                </a:cubicBezTo>
                <a:close/>
                <a:moveTo>
                  <a:pt x="6394919" y="65252"/>
                </a:moveTo>
                <a:cubicBezTo>
                  <a:pt x="6391668" y="65252"/>
                  <a:pt x="6388184" y="66165"/>
                  <a:pt x="6385164" y="68671"/>
                </a:cubicBezTo>
                <a:lnTo>
                  <a:pt x="6385164" y="75274"/>
                </a:lnTo>
                <a:cubicBezTo>
                  <a:pt x="6385164" y="76414"/>
                  <a:pt x="6385395" y="76639"/>
                  <a:pt x="6386323" y="76639"/>
                </a:cubicBezTo>
                <a:lnTo>
                  <a:pt x="6401423" y="76639"/>
                </a:lnTo>
                <a:cubicBezTo>
                  <a:pt x="6400959" y="99596"/>
                  <a:pt x="6400728" y="128689"/>
                  <a:pt x="6400728" y="140056"/>
                </a:cubicBezTo>
                <a:cubicBezTo>
                  <a:pt x="6400728" y="148011"/>
                  <a:pt x="6402820" y="155750"/>
                  <a:pt x="6407697" y="159847"/>
                </a:cubicBezTo>
                <a:cubicBezTo>
                  <a:pt x="6413039" y="164177"/>
                  <a:pt x="6421400" y="166223"/>
                  <a:pt x="6426976" y="166223"/>
                </a:cubicBezTo>
                <a:cubicBezTo>
                  <a:pt x="6439754" y="166223"/>
                  <a:pt x="6453922" y="159847"/>
                  <a:pt x="6458569" y="153470"/>
                </a:cubicBezTo>
                <a:cubicBezTo>
                  <a:pt x="6458569" y="150738"/>
                  <a:pt x="6457176" y="149373"/>
                  <a:pt x="6454390" y="147100"/>
                </a:cubicBezTo>
                <a:cubicBezTo>
                  <a:pt x="6451370" y="149373"/>
                  <a:pt x="6445560" y="150283"/>
                  <a:pt x="6441147" y="150283"/>
                </a:cubicBezTo>
                <a:cubicBezTo>
                  <a:pt x="6436036" y="150283"/>
                  <a:pt x="6430925" y="146419"/>
                  <a:pt x="6430925" y="135055"/>
                </a:cubicBezTo>
                <a:cubicBezTo>
                  <a:pt x="6430925" y="123688"/>
                  <a:pt x="6430694" y="99370"/>
                  <a:pt x="6430694" y="76639"/>
                </a:cubicBezTo>
                <a:lnTo>
                  <a:pt x="6454156" y="76639"/>
                </a:lnTo>
                <a:cubicBezTo>
                  <a:pt x="6456478" y="76639"/>
                  <a:pt x="6459731" y="75729"/>
                  <a:pt x="6459731" y="73679"/>
                </a:cubicBezTo>
                <a:lnTo>
                  <a:pt x="6459731" y="66621"/>
                </a:lnTo>
                <a:cubicBezTo>
                  <a:pt x="6459731" y="65710"/>
                  <a:pt x="6459033" y="65252"/>
                  <a:pt x="6457874" y="65252"/>
                </a:cubicBezTo>
                <a:lnTo>
                  <a:pt x="6430694" y="65252"/>
                </a:lnTo>
                <a:lnTo>
                  <a:pt x="6430925" y="57509"/>
                </a:lnTo>
                <a:cubicBezTo>
                  <a:pt x="6431389" y="42250"/>
                  <a:pt x="6432087" y="31776"/>
                  <a:pt x="6432087" y="31776"/>
                </a:cubicBezTo>
                <a:cubicBezTo>
                  <a:pt x="6432087" y="30407"/>
                  <a:pt x="6431389" y="29726"/>
                  <a:pt x="6430230" y="29726"/>
                </a:cubicBezTo>
                <a:cubicBezTo>
                  <a:pt x="6428603" y="29726"/>
                  <a:pt x="6420007" y="32231"/>
                  <a:pt x="6416293" y="33826"/>
                </a:cubicBezTo>
                <a:cubicBezTo>
                  <a:pt x="6412340" y="35418"/>
                  <a:pt x="6405606" y="36784"/>
                  <a:pt x="6403979" y="38834"/>
                </a:cubicBezTo>
                <a:cubicBezTo>
                  <a:pt x="6402352" y="40884"/>
                  <a:pt x="6401423" y="47035"/>
                  <a:pt x="6401423" y="65252"/>
                </a:cubicBezTo>
                <a:lnTo>
                  <a:pt x="6394919" y="65252"/>
                </a:lnTo>
                <a:close/>
                <a:moveTo>
                  <a:pt x="6517342" y="136209"/>
                </a:moveTo>
                <a:lnTo>
                  <a:pt x="6517342" y="90891"/>
                </a:lnTo>
                <a:cubicBezTo>
                  <a:pt x="6517342" y="79506"/>
                  <a:pt x="6518270" y="66722"/>
                  <a:pt x="6518270" y="66722"/>
                </a:cubicBezTo>
                <a:cubicBezTo>
                  <a:pt x="6518270" y="64188"/>
                  <a:pt x="6516179" y="62805"/>
                  <a:pt x="6512929" y="62805"/>
                </a:cubicBezTo>
                <a:cubicBezTo>
                  <a:pt x="6506424" y="65342"/>
                  <a:pt x="6487606" y="67184"/>
                  <a:pt x="6471578" y="69255"/>
                </a:cubicBezTo>
                <a:cubicBezTo>
                  <a:pt x="6471113" y="70624"/>
                  <a:pt x="6471578" y="75176"/>
                  <a:pt x="6472042" y="76546"/>
                </a:cubicBezTo>
                <a:cubicBezTo>
                  <a:pt x="6484820" y="77682"/>
                  <a:pt x="6487142" y="79506"/>
                  <a:pt x="6487142" y="92486"/>
                </a:cubicBezTo>
                <a:lnTo>
                  <a:pt x="6487142" y="136209"/>
                </a:lnTo>
                <a:cubicBezTo>
                  <a:pt x="6487142" y="155110"/>
                  <a:pt x="6484586" y="155565"/>
                  <a:pt x="6470418" y="156702"/>
                </a:cubicBezTo>
                <a:cubicBezTo>
                  <a:pt x="6469022" y="158067"/>
                  <a:pt x="6469022" y="163078"/>
                  <a:pt x="6470418" y="164444"/>
                </a:cubicBezTo>
                <a:cubicBezTo>
                  <a:pt x="6480173" y="164218"/>
                  <a:pt x="6489931" y="163989"/>
                  <a:pt x="6502242" y="163989"/>
                </a:cubicBezTo>
                <a:cubicBezTo>
                  <a:pt x="6514552" y="163989"/>
                  <a:pt x="6524076" y="164218"/>
                  <a:pt x="6534065" y="164444"/>
                </a:cubicBezTo>
                <a:cubicBezTo>
                  <a:pt x="6535461" y="163078"/>
                  <a:pt x="6535461" y="158067"/>
                  <a:pt x="6534065" y="156702"/>
                </a:cubicBezTo>
                <a:cubicBezTo>
                  <a:pt x="6519897" y="155791"/>
                  <a:pt x="6517342" y="155110"/>
                  <a:pt x="6517342" y="136209"/>
                </a:cubicBezTo>
                <a:moveTo>
                  <a:pt x="6485983" y="28221"/>
                </a:moveTo>
                <a:cubicBezTo>
                  <a:pt x="6485983" y="35734"/>
                  <a:pt x="6491555" y="43251"/>
                  <a:pt x="6500849" y="43251"/>
                </a:cubicBezTo>
                <a:cubicBezTo>
                  <a:pt x="6511302" y="43251"/>
                  <a:pt x="6517342" y="35053"/>
                  <a:pt x="6517342" y="29132"/>
                </a:cubicBezTo>
                <a:cubicBezTo>
                  <a:pt x="6517342" y="22300"/>
                  <a:pt x="6512000" y="14098"/>
                  <a:pt x="6502242" y="14098"/>
                </a:cubicBezTo>
                <a:cubicBezTo>
                  <a:pt x="6491324" y="14098"/>
                  <a:pt x="6485983" y="21389"/>
                  <a:pt x="6485983" y="28221"/>
                </a:cubicBezTo>
                <a:close/>
                <a:moveTo>
                  <a:pt x="6617695" y="72553"/>
                </a:moveTo>
                <a:cubicBezTo>
                  <a:pt x="6630239" y="73460"/>
                  <a:pt x="6631866" y="77098"/>
                  <a:pt x="6626755" y="88691"/>
                </a:cubicBezTo>
                <a:lnTo>
                  <a:pt x="6608401" y="130295"/>
                </a:lnTo>
                <a:cubicBezTo>
                  <a:pt x="6607472" y="132341"/>
                  <a:pt x="6606543" y="130750"/>
                  <a:pt x="6605849" y="129158"/>
                </a:cubicBezTo>
                <a:lnTo>
                  <a:pt x="6591213" y="88691"/>
                </a:lnTo>
                <a:cubicBezTo>
                  <a:pt x="6587264" y="77779"/>
                  <a:pt x="6584011" y="73689"/>
                  <a:pt x="6598412" y="72553"/>
                </a:cubicBezTo>
                <a:cubicBezTo>
                  <a:pt x="6599809" y="71187"/>
                  <a:pt x="6599809" y="66176"/>
                  <a:pt x="6598412" y="64807"/>
                </a:cubicBezTo>
                <a:cubicBezTo>
                  <a:pt x="6589820" y="65036"/>
                  <a:pt x="6580526" y="65265"/>
                  <a:pt x="6569145" y="65265"/>
                </a:cubicBezTo>
                <a:cubicBezTo>
                  <a:pt x="6561013" y="65265"/>
                  <a:pt x="6549167" y="65036"/>
                  <a:pt x="6540572" y="64807"/>
                </a:cubicBezTo>
                <a:cubicBezTo>
                  <a:pt x="6539179" y="66176"/>
                  <a:pt x="6539179" y="71187"/>
                  <a:pt x="6540572" y="72553"/>
                </a:cubicBezTo>
                <a:cubicBezTo>
                  <a:pt x="6554045" y="74144"/>
                  <a:pt x="6554509" y="78690"/>
                  <a:pt x="6559156" y="90057"/>
                </a:cubicBezTo>
                <a:lnTo>
                  <a:pt x="6589586" y="161897"/>
                </a:lnTo>
                <a:cubicBezTo>
                  <a:pt x="6590979" y="165306"/>
                  <a:pt x="6594928" y="166668"/>
                  <a:pt x="6597948" y="166668"/>
                </a:cubicBezTo>
                <a:cubicBezTo>
                  <a:pt x="6600273" y="166668"/>
                  <a:pt x="6604916" y="166216"/>
                  <a:pt x="6607008" y="161442"/>
                </a:cubicBezTo>
                <a:lnTo>
                  <a:pt x="6638835" y="90283"/>
                </a:lnTo>
                <a:cubicBezTo>
                  <a:pt x="6643478" y="80055"/>
                  <a:pt x="6646498" y="73689"/>
                  <a:pt x="6658812" y="72553"/>
                </a:cubicBezTo>
                <a:cubicBezTo>
                  <a:pt x="6660205" y="71187"/>
                  <a:pt x="6660205" y="66176"/>
                  <a:pt x="6658812" y="64807"/>
                </a:cubicBezTo>
                <a:cubicBezTo>
                  <a:pt x="6653700" y="65036"/>
                  <a:pt x="6646268" y="65265"/>
                  <a:pt x="6641156" y="65265"/>
                </a:cubicBezTo>
                <a:cubicBezTo>
                  <a:pt x="6632561" y="65265"/>
                  <a:pt x="6623965" y="65036"/>
                  <a:pt x="6617695" y="64807"/>
                </a:cubicBezTo>
                <a:cubicBezTo>
                  <a:pt x="6616302" y="66176"/>
                  <a:pt x="6616302" y="71187"/>
                  <a:pt x="6617695" y="72553"/>
                </a:cubicBezTo>
                <a:close/>
                <a:moveTo>
                  <a:pt x="6700390" y="101292"/>
                </a:moveTo>
                <a:cubicBezTo>
                  <a:pt x="6700624" y="93323"/>
                  <a:pt x="6701787" y="84667"/>
                  <a:pt x="6705037" y="80114"/>
                </a:cubicBezTo>
                <a:cubicBezTo>
                  <a:pt x="6708756" y="74648"/>
                  <a:pt x="6715026" y="72372"/>
                  <a:pt x="6717582" y="72372"/>
                </a:cubicBezTo>
                <a:cubicBezTo>
                  <a:pt x="6723856" y="72372"/>
                  <a:pt x="6732448" y="78294"/>
                  <a:pt x="6732448" y="96510"/>
                </a:cubicBezTo>
                <a:cubicBezTo>
                  <a:pt x="6732448" y="97876"/>
                  <a:pt x="6732448" y="100836"/>
                  <a:pt x="6731983" y="101292"/>
                </a:cubicBezTo>
                <a:lnTo>
                  <a:pt x="6700390" y="101292"/>
                </a:lnTo>
                <a:moveTo>
                  <a:pt x="6759397" y="134559"/>
                </a:moveTo>
                <a:cubicBezTo>
                  <a:pt x="6749873" y="144132"/>
                  <a:pt x="6737328" y="146638"/>
                  <a:pt x="6728499" y="146638"/>
                </a:cubicBezTo>
                <a:cubicBezTo>
                  <a:pt x="6710379" y="146638"/>
                  <a:pt x="6699231" y="136383"/>
                  <a:pt x="6699231" y="114049"/>
                </a:cubicBezTo>
                <a:cubicBezTo>
                  <a:pt x="6699231" y="112454"/>
                  <a:pt x="6699462" y="111540"/>
                  <a:pt x="6699462" y="110400"/>
                </a:cubicBezTo>
                <a:lnTo>
                  <a:pt x="6755214" y="110400"/>
                </a:lnTo>
                <a:cubicBezTo>
                  <a:pt x="6760790" y="110400"/>
                  <a:pt x="6761949" y="106529"/>
                  <a:pt x="6761949" y="103342"/>
                </a:cubicBezTo>
                <a:cubicBezTo>
                  <a:pt x="6761949" y="83986"/>
                  <a:pt x="6754286" y="62805"/>
                  <a:pt x="6720137" y="62805"/>
                </a:cubicBezTo>
                <a:cubicBezTo>
                  <a:pt x="6695747" y="62805"/>
                  <a:pt x="6667869" y="83986"/>
                  <a:pt x="6667869" y="118834"/>
                </a:cubicBezTo>
                <a:cubicBezTo>
                  <a:pt x="6667869" y="132053"/>
                  <a:pt x="6672750" y="145957"/>
                  <a:pt x="6682738" y="154839"/>
                </a:cubicBezTo>
                <a:cubicBezTo>
                  <a:pt x="6691564" y="162582"/>
                  <a:pt x="6702946" y="166223"/>
                  <a:pt x="6719439" y="166223"/>
                </a:cubicBezTo>
                <a:cubicBezTo>
                  <a:pt x="6735468" y="166223"/>
                  <a:pt x="6751266" y="158255"/>
                  <a:pt x="6762881" y="141627"/>
                </a:cubicBezTo>
                <a:cubicBezTo>
                  <a:pt x="6762881" y="138663"/>
                  <a:pt x="6761719" y="134559"/>
                  <a:pt x="6759397" y="134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Text threatactorsoverthepastdecade.TheLazarusgrouphasbeen">
            <a:extLst xmlns:a="http://schemas.openxmlformats.org/drawingml/2006/main">
              <a:ext uri="{FF2B5EF4-FFF2-40B4-BE49-F238E27FC236}">
                <a16:creationId xmlns:a16="http://schemas.microsoft.com/office/drawing/2014/main" id="{D6BD56F4-AD42-416F-BC4D-489951A2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291" y="5381588"/>
            <a:ext cx="6767760" cy="213286"/>
          </a:xfrm>
          <a:custGeom xmlns:a="http://schemas.openxmlformats.org/drawingml/2006/main">
            <a:pathLst>
              <a:path w="6767760" h="213286">
                <a:moveTo>
                  <a:pt x="9755" y="60272"/>
                </a:moveTo>
                <a:cubicBezTo>
                  <a:pt x="6504" y="60272"/>
                  <a:pt x="3020" y="61186"/>
                  <a:pt x="0" y="63691"/>
                </a:cubicBezTo>
                <a:lnTo>
                  <a:pt x="0" y="70294"/>
                </a:lnTo>
                <a:cubicBezTo>
                  <a:pt x="0" y="71434"/>
                  <a:pt x="230" y="71660"/>
                  <a:pt x="1159" y="71660"/>
                </a:cubicBezTo>
                <a:lnTo>
                  <a:pt x="16259" y="71660"/>
                </a:lnTo>
                <a:cubicBezTo>
                  <a:pt x="15795" y="94616"/>
                  <a:pt x="15564" y="123709"/>
                  <a:pt x="15564" y="135076"/>
                </a:cubicBezTo>
                <a:cubicBezTo>
                  <a:pt x="15564" y="143031"/>
                  <a:pt x="17656" y="150770"/>
                  <a:pt x="22533" y="154867"/>
                </a:cubicBezTo>
                <a:cubicBezTo>
                  <a:pt x="27875" y="159197"/>
                  <a:pt x="36236" y="161244"/>
                  <a:pt x="41812" y="161244"/>
                </a:cubicBezTo>
                <a:cubicBezTo>
                  <a:pt x="54590" y="161244"/>
                  <a:pt x="68758" y="154867"/>
                  <a:pt x="73405" y="148490"/>
                </a:cubicBezTo>
                <a:cubicBezTo>
                  <a:pt x="73405" y="145759"/>
                  <a:pt x="72012" y="144393"/>
                  <a:pt x="69226" y="142120"/>
                </a:cubicBezTo>
                <a:cubicBezTo>
                  <a:pt x="66206" y="144393"/>
                  <a:pt x="60396" y="145303"/>
                  <a:pt x="55983" y="145303"/>
                </a:cubicBezTo>
                <a:cubicBezTo>
                  <a:pt x="50872" y="145303"/>
                  <a:pt x="45761" y="141439"/>
                  <a:pt x="45761" y="130076"/>
                </a:cubicBezTo>
                <a:cubicBezTo>
                  <a:pt x="45761" y="118709"/>
                  <a:pt x="45530" y="94390"/>
                  <a:pt x="45530" y="71660"/>
                </a:cubicBezTo>
                <a:lnTo>
                  <a:pt x="68992" y="71660"/>
                </a:lnTo>
                <a:cubicBezTo>
                  <a:pt x="71313" y="71660"/>
                  <a:pt x="74567" y="70749"/>
                  <a:pt x="74567" y="68699"/>
                </a:cubicBezTo>
                <a:lnTo>
                  <a:pt x="74567" y="61641"/>
                </a:lnTo>
                <a:cubicBezTo>
                  <a:pt x="74567" y="60730"/>
                  <a:pt x="73869" y="60272"/>
                  <a:pt x="72710" y="60272"/>
                </a:cubicBezTo>
                <a:lnTo>
                  <a:pt x="45530" y="60272"/>
                </a:lnTo>
                <a:lnTo>
                  <a:pt x="45761" y="52529"/>
                </a:lnTo>
                <a:cubicBezTo>
                  <a:pt x="46225" y="37270"/>
                  <a:pt x="46923" y="26796"/>
                  <a:pt x="46923" y="26796"/>
                </a:cubicBezTo>
                <a:cubicBezTo>
                  <a:pt x="46923" y="25427"/>
                  <a:pt x="46225" y="24746"/>
                  <a:pt x="45066" y="24746"/>
                </a:cubicBezTo>
                <a:cubicBezTo>
                  <a:pt x="43439" y="24746"/>
                  <a:pt x="34843" y="27252"/>
                  <a:pt x="31128" y="28847"/>
                </a:cubicBezTo>
                <a:cubicBezTo>
                  <a:pt x="27176" y="30438"/>
                  <a:pt x="20442" y="31804"/>
                  <a:pt x="18815" y="33854"/>
                </a:cubicBezTo>
                <a:cubicBezTo>
                  <a:pt x="17188" y="35905"/>
                  <a:pt x="16259" y="42055"/>
                  <a:pt x="16259" y="60272"/>
                </a:cubicBezTo>
                <a:lnTo>
                  <a:pt x="9755" y="60272"/>
                </a:lnTo>
                <a:close/>
                <a:moveTo>
                  <a:pt x="200939" y="129839"/>
                </a:moveTo>
                <a:lnTo>
                  <a:pt x="200939" y="94282"/>
                </a:lnTo>
                <a:cubicBezTo>
                  <a:pt x="200939" y="69213"/>
                  <a:pt x="190018" y="57825"/>
                  <a:pt x="170041" y="57825"/>
                </a:cubicBezTo>
                <a:cubicBezTo>
                  <a:pt x="161445" y="57825"/>
                  <a:pt x="144952" y="66252"/>
                  <a:pt x="131713" y="74224"/>
                </a:cubicBezTo>
                <a:lnTo>
                  <a:pt x="131713" y="26126"/>
                </a:lnTo>
                <a:cubicBezTo>
                  <a:pt x="131713" y="11301"/>
                  <a:pt x="132408" y="2919"/>
                  <a:pt x="132408" y="2919"/>
                </a:cubicBezTo>
                <a:cubicBezTo>
                  <a:pt x="132408" y="900"/>
                  <a:pt x="130784" y="0"/>
                  <a:pt x="128693" y="0"/>
                </a:cubicBezTo>
                <a:cubicBezTo>
                  <a:pt x="120097" y="2693"/>
                  <a:pt x="101513" y="5164"/>
                  <a:pt x="85020" y="5835"/>
                </a:cubicBezTo>
                <a:cubicBezTo>
                  <a:pt x="84322" y="8570"/>
                  <a:pt x="84556" y="11075"/>
                  <a:pt x="85719" y="13122"/>
                </a:cubicBezTo>
                <a:cubicBezTo>
                  <a:pt x="100351" y="14265"/>
                  <a:pt x="101513" y="14491"/>
                  <a:pt x="101513" y="30230"/>
                </a:cubicBezTo>
                <a:lnTo>
                  <a:pt x="101513" y="130069"/>
                </a:lnTo>
                <a:cubicBezTo>
                  <a:pt x="101513" y="148987"/>
                  <a:pt x="97799" y="151037"/>
                  <a:pt x="83627" y="151722"/>
                </a:cubicBezTo>
                <a:cubicBezTo>
                  <a:pt x="82234" y="153088"/>
                  <a:pt x="82234" y="158099"/>
                  <a:pt x="83627" y="159464"/>
                </a:cubicBezTo>
                <a:cubicBezTo>
                  <a:pt x="93382" y="159239"/>
                  <a:pt x="103835" y="159009"/>
                  <a:pt x="116613" y="159009"/>
                </a:cubicBezTo>
                <a:cubicBezTo>
                  <a:pt x="127764" y="159009"/>
                  <a:pt x="134963" y="159239"/>
                  <a:pt x="144952" y="159464"/>
                </a:cubicBezTo>
                <a:cubicBezTo>
                  <a:pt x="146349" y="158099"/>
                  <a:pt x="146349" y="153088"/>
                  <a:pt x="144952" y="151722"/>
                </a:cubicBezTo>
                <a:cubicBezTo>
                  <a:pt x="135197" y="151037"/>
                  <a:pt x="131713" y="148987"/>
                  <a:pt x="131713" y="130069"/>
                </a:cubicBezTo>
                <a:lnTo>
                  <a:pt x="131713" y="83343"/>
                </a:lnTo>
                <a:cubicBezTo>
                  <a:pt x="141468" y="77414"/>
                  <a:pt x="149135" y="74679"/>
                  <a:pt x="153317" y="74679"/>
                </a:cubicBezTo>
                <a:cubicBezTo>
                  <a:pt x="162608" y="74679"/>
                  <a:pt x="170739" y="78784"/>
                  <a:pt x="170739" y="91777"/>
                </a:cubicBezTo>
                <a:lnTo>
                  <a:pt x="170739" y="129839"/>
                </a:lnTo>
                <a:cubicBezTo>
                  <a:pt x="170739" y="148987"/>
                  <a:pt x="167021" y="151037"/>
                  <a:pt x="157496" y="151722"/>
                </a:cubicBezTo>
                <a:cubicBezTo>
                  <a:pt x="156103" y="153088"/>
                  <a:pt x="156103" y="158099"/>
                  <a:pt x="157496" y="159464"/>
                </a:cubicBezTo>
                <a:cubicBezTo>
                  <a:pt x="167255" y="159239"/>
                  <a:pt x="174688" y="159009"/>
                  <a:pt x="185839" y="159009"/>
                </a:cubicBezTo>
                <a:cubicBezTo>
                  <a:pt x="198613" y="159009"/>
                  <a:pt x="208836" y="159239"/>
                  <a:pt x="218825" y="159464"/>
                </a:cubicBezTo>
                <a:cubicBezTo>
                  <a:pt x="220218" y="158099"/>
                  <a:pt x="220218" y="153088"/>
                  <a:pt x="218825" y="151722"/>
                </a:cubicBezTo>
                <a:cubicBezTo>
                  <a:pt x="204653" y="151037"/>
                  <a:pt x="200939" y="148987"/>
                  <a:pt x="200939" y="129839"/>
                </a:cubicBezTo>
                <a:close/>
                <a:moveTo>
                  <a:pt x="275041" y="97928"/>
                </a:moveTo>
                <a:cubicBezTo>
                  <a:pt x="275041" y="89720"/>
                  <a:pt x="277597" y="86300"/>
                  <a:pt x="280617" y="82881"/>
                </a:cubicBezTo>
                <a:cubicBezTo>
                  <a:pt x="282474" y="80601"/>
                  <a:pt x="284565" y="79006"/>
                  <a:pt x="288050" y="79006"/>
                </a:cubicBezTo>
                <a:cubicBezTo>
                  <a:pt x="290141" y="79006"/>
                  <a:pt x="292693" y="81060"/>
                  <a:pt x="294554" y="83339"/>
                </a:cubicBezTo>
                <a:cubicBezTo>
                  <a:pt x="296181" y="85160"/>
                  <a:pt x="300130" y="86985"/>
                  <a:pt x="305471" y="86985"/>
                </a:cubicBezTo>
                <a:cubicBezTo>
                  <a:pt x="312209" y="86985"/>
                  <a:pt x="318714" y="80146"/>
                  <a:pt x="318714" y="70582"/>
                </a:cubicBezTo>
                <a:cubicBezTo>
                  <a:pt x="318714" y="64661"/>
                  <a:pt x="311742" y="57825"/>
                  <a:pt x="303380" y="57825"/>
                </a:cubicBezTo>
                <a:cubicBezTo>
                  <a:pt x="295249" y="57825"/>
                  <a:pt x="286423" y="64661"/>
                  <a:pt x="275736" y="79691"/>
                </a:cubicBezTo>
                <a:lnTo>
                  <a:pt x="274807" y="79691"/>
                </a:lnTo>
                <a:cubicBezTo>
                  <a:pt x="274343" y="72858"/>
                  <a:pt x="273180" y="61700"/>
                  <a:pt x="273180" y="61700"/>
                </a:cubicBezTo>
                <a:cubicBezTo>
                  <a:pt x="272950" y="59650"/>
                  <a:pt x="271092" y="57825"/>
                  <a:pt x="267838" y="57825"/>
                </a:cubicBezTo>
                <a:cubicBezTo>
                  <a:pt x="256921" y="60605"/>
                  <a:pt x="244611" y="63795"/>
                  <a:pt x="229277" y="65387"/>
                </a:cubicBezTo>
                <a:cubicBezTo>
                  <a:pt x="228813" y="66756"/>
                  <a:pt x="229277" y="71083"/>
                  <a:pt x="229741" y="72448"/>
                </a:cubicBezTo>
                <a:cubicBezTo>
                  <a:pt x="242519" y="73588"/>
                  <a:pt x="244841" y="75639"/>
                  <a:pt x="244841" y="88621"/>
                </a:cubicBezTo>
                <a:lnTo>
                  <a:pt x="244841" y="131222"/>
                </a:lnTo>
                <a:cubicBezTo>
                  <a:pt x="244841" y="150127"/>
                  <a:pt x="242286" y="150586"/>
                  <a:pt x="228114" y="151722"/>
                </a:cubicBezTo>
                <a:cubicBezTo>
                  <a:pt x="226721" y="153088"/>
                  <a:pt x="226721" y="158099"/>
                  <a:pt x="228114" y="159464"/>
                </a:cubicBezTo>
                <a:cubicBezTo>
                  <a:pt x="237873" y="159239"/>
                  <a:pt x="247627" y="159009"/>
                  <a:pt x="259941" y="159009"/>
                </a:cubicBezTo>
                <a:cubicBezTo>
                  <a:pt x="272251" y="159009"/>
                  <a:pt x="281776" y="159239"/>
                  <a:pt x="291764" y="159464"/>
                </a:cubicBezTo>
                <a:cubicBezTo>
                  <a:pt x="293161" y="158099"/>
                  <a:pt x="293161" y="153088"/>
                  <a:pt x="291764" y="151722"/>
                </a:cubicBezTo>
                <a:cubicBezTo>
                  <a:pt x="277597" y="150811"/>
                  <a:pt x="275041" y="150127"/>
                  <a:pt x="275041" y="131222"/>
                </a:cubicBezTo>
                <a:lnTo>
                  <a:pt x="275041" y="97928"/>
                </a:lnTo>
                <a:close/>
                <a:moveTo>
                  <a:pt x="360756" y="96312"/>
                </a:moveTo>
                <a:cubicBezTo>
                  <a:pt x="360990" y="88343"/>
                  <a:pt x="362152" y="79687"/>
                  <a:pt x="365403" y="75135"/>
                </a:cubicBezTo>
                <a:cubicBezTo>
                  <a:pt x="369121" y="69668"/>
                  <a:pt x="375391" y="67392"/>
                  <a:pt x="377947" y="67392"/>
                </a:cubicBezTo>
                <a:cubicBezTo>
                  <a:pt x="384221" y="67392"/>
                  <a:pt x="392813" y="73314"/>
                  <a:pt x="392813" y="91530"/>
                </a:cubicBezTo>
                <a:cubicBezTo>
                  <a:pt x="392813" y="92896"/>
                  <a:pt x="392813" y="95857"/>
                  <a:pt x="392348" y="96312"/>
                </a:cubicBezTo>
                <a:lnTo>
                  <a:pt x="360756" y="96312"/>
                </a:lnTo>
                <a:moveTo>
                  <a:pt x="419762" y="129579"/>
                </a:moveTo>
                <a:cubicBezTo>
                  <a:pt x="410238" y="139153"/>
                  <a:pt x="397694" y="141658"/>
                  <a:pt x="388864" y="141658"/>
                </a:cubicBezTo>
                <a:cubicBezTo>
                  <a:pt x="370744" y="141658"/>
                  <a:pt x="359597" y="131403"/>
                  <a:pt x="359597" y="109069"/>
                </a:cubicBezTo>
                <a:cubicBezTo>
                  <a:pt x="359597" y="107474"/>
                  <a:pt x="359827" y="106560"/>
                  <a:pt x="359827" y="105420"/>
                </a:cubicBezTo>
                <a:lnTo>
                  <a:pt x="415580" y="105420"/>
                </a:lnTo>
                <a:cubicBezTo>
                  <a:pt x="421155" y="105420"/>
                  <a:pt x="422314" y="101549"/>
                  <a:pt x="422314" y="98362"/>
                </a:cubicBezTo>
                <a:cubicBezTo>
                  <a:pt x="422314" y="79006"/>
                  <a:pt x="414651" y="57825"/>
                  <a:pt x="380503" y="57825"/>
                </a:cubicBezTo>
                <a:cubicBezTo>
                  <a:pt x="356112" y="57825"/>
                  <a:pt x="328234" y="79006"/>
                  <a:pt x="328234" y="113854"/>
                </a:cubicBezTo>
                <a:cubicBezTo>
                  <a:pt x="328234" y="127073"/>
                  <a:pt x="333115" y="140977"/>
                  <a:pt x="343104" y="149859"/>
                </a:cubicBezTo>
                <a:cubicBezTo>
                  <a:pt x="351930" y="157602"/>
                  <a:pt x="363311" y="161244"/>
                  <a:pt x="379804" y="161244"/>
                </a:cubicBezTo>
                <a:cubicBezTo>
                  <a:pt x="395833" y="161244"/>
                  <a:pt x="411631" y="153275"/>
                  <a:pt x="423247" y="136647"/>
                </a:cubicBezTo>
                <a:cubicBezTo>
                  <a:pt x="423247" y="133683"/>
                  <a:pt x="422084" y="129579"/>
                  <a:pt x="419762" y="129579"/>
                </a:cubicBezTo>
                <a:close/>
                <a:moveTo>
                  <a:pt x="501764" y="147809"/>
                </a:moveTo>
                <a:cubicBezTo>
                  <a:pt x="503387" y="157147"/>
                  <a:pt x="509661" y="161244"/>
                  <a:pt x="519880" y="161244"/>
                </a:cubicBezTo>
                <a:cubicBezTo>
                  <a:pt x="532658" y="161244"/>
                  <a:pt x="541718" y="156462"/>
                  <a:pt x="550314" y="148490"/>
                </a:cubicBezTo>
                <a:cubicBezTo>
                  <a:pt x="549849" y="145759"/>
                  <a:pt x="548917" y="143938"/>
                  <a:pt x="546131" y="142113"/>
                </a:cubicBezTo>
                <a:cubicBezTo>
                  <a:pt x="543111" y="144393"/>
                  <a:pt x="540789" y="145303"/>
                  <a:pt x="536376" y="145303"/>
                </a:cubicBezTo>
                <a:cubicBezTo>
                  <a:pt x="531265" y="145303"/>
                  <a:pt x="529872" y="141203"/>
                  <a:pt x="529872" y="130041"/>
                </a:cubicBezTo>
                <a:lnTo>
                  <a:pt x="530336" y="97236"/>
                </a:lnTo>
                <a:cubicBezTo>
                  <a:pt x="530336" y="64431"/>
                  <a:pt x="509661" y="57825"/>
                  <a:pt x="490612" y="57825"/>
                </a:cubicBezTo>
                <a:cubicBezTo>
                  <a:pt x="473655" y="57825"/>
                  <a:pt x="447638" y="67392"/>
                  <a:pt x="447638" y="82429"/>
                </a:cubicBezTo>
                <a:cubicBezTo>
                  <a:pt x="447638" y="88806"/>
                  <a:pt x="450424" y="93817"/>
                  <a:pt x="459484" y="93817"/>
                </a:cubicBezTo>
                <a:cubicBezTo>
                  <a:pt x="467846" y="93817"/>
                  <a:pt x="473886" y="88806"/>
                  <a:pt x="473886" y="83339"/>
                </a:cubicBezTo>
                <a:cubicBezTo>
                  <a:pt x="473886" y="80379"/>
                  <a:pt x="472262" y="76504"/>
                  <a:pt x="472957" y="72633"/>
                </a:cubicBezTo>
                <a:cubicBezTo>
                  <a:pt x="473191" y="70127"/>
                  <a:pt x="475048" y="67392"/>
                  <a:pt x="482715" y="67392"/>
                </a:cubicBezTo>
                <a:cubicBezTo>
                  <a:pt x="492470" y="67392"/>
                  <a:pt x="500601" y="71493"/>
                  <a:pt x="500601" y="100426"/>
                </a:cubicBezTo>
                <a:lnTo>
                  <a:pt x="485037" y="105208"/>
                </a:lnTo>
                <a:cubicBezTo>
                  <a:pt x="460647" y="112725"/>
                  <a:pt x="443455" y="119334"/>
                  <a:pt x="443455" y="137328"/>
                </a:cubicBezTo>
                <a:cubicBezTo>
                  <a:pt x="443455" y="153046"/>
                  <a:pt x="452281" y="161244"/>
                  <a:pt x="472492" y="161244"/>
                </a:cubicBezTo>
                <a:cubicBezTo>
                  <a:pt x="479231" y="161244"/>
                  <a:pt x="492704" y="153956"/>
                  <a:pt x="500367" y="148035"/>
                </a:cubicBezTo>
                <a:lnTo>
                  <a:pt x="501764" y="147809"/>
                </a:lnTo>
                <a:moveTo>
                  <a:pt x="500601" y="109309"/>
                </a:moveTo>
                <a:lnTo>
                  <a:pt x="500601" y="139378"/>
                </a:lnTo>
                <a:cubicBezTo>
                  <a:pt x="494795" y="143934"/>
                  <a:pt x="488985" y="147580"/>
                  <a:pt x="484806" y="147580"/>
                </a:cubicBezTo>
                <a:cubicBezTo>
                  <a:pt x="474814" y="147580"/>
                  <a:pt x="471330" y="140974"/>
                  <a:pt x="471330" y="133912"/>
                </a:cubicBezTo>
                <a:cubicBezTo>
                  <a:pt x="471330" y="125485"/>
                  <a:pt x="472028" y="118420"/>
                  <a:pt x="488521" y="113183"/>
                </a:cubicBezTo>
                <a:lnTo>
                  <a:pt x="500601" y="109309"/>
                </a:lnTo>
                <a:close/>
                <a:moveTo>
                  <a:pt x="565411" y="60272"/>
                </a:moveTo>
                <a:cubicBezTo>
                  <a:pt x="562160" y="60272"/>
                  <a:pt x="558676" y="61186"/>
                  <a:pt x="555656" y="63691"/>
                </a:cubicBezTo>
                <a:lnTo>
                  <a:pt x="555656" y="70294"/>
                </a:lnTo>
                <a:cubicBezTo>
                  <a:pt x="555656" y="71434"/>
                  <a:pt x="555886" y="71660"/>
                  <a:pt x="556815" y="71660"/>
                </a:cubicBezTo>
                <a:lnTo>
                  <a:pt x="571915" y="71660"/>
                </a:lnTo>
                <a:cubicBezTo>
                  <a:pt x="571451" y="94616"/>
                  <a:pt x="571220" y="123709"/>
                  <a:pt x="571220" y="135076"/>
                </a:cubicBezTo>
                <a:cubicBezTo>
                  <a:pt x="571220" y="143031"/>
                  <a:pt x="573312" y="150770"/>
                  <a:pt x="578189" y="154867"/>
                </a:cubicBezTo>
                <a:cubicBezTo>
                  <a:pt x="583531" y="159197"/>
                  <a:pt x="591892" y="161244"/>
                  <a:pt x="597468" y="161244"/>
                </a:cubicBezTo>
                <a:cubicBezTo>
                  <a:pt x="610246" y="161244"/>
                  <a:pt x="624414" y="154867"/>
                  <a:pt x="629061" y="148490"/>
                </a:cubicBezTo>
                <a:cubicBezTo>
                  <a:pt x="629061" y="145759"/>
                  <a:pt x="627668" y="144393"/>
                  <a:pt x="624882" y="142120"/>
                </a:cubicBezTo>
                <a:cubicBezTo>
                  <a:pt x="621862" y="144393"/>
                  <a:pt x="616052" y="145303"/>
                  <a:pt x="611639" y="145303"/>
                </a:cubicBezTo>
                <a:cubicBezTo>
                  <a:pt x="606528" y="145303"/>
                  <a:pt x="601417" y="141439"/>
                  <a:pt x="601417" y="130076"/>
                </a:cubicBezTo>
                <a:cubicBezTo>
                  <a:pt x="601417" y="118709"/>
                  <a:pt x="601186" y="94390"/>
                  <a:pt x="601186" y="71660"/>
                </a:cubicBezTo>
                <a:lnTo>
                  <a:pt x="624648" y="71660"/>
                </a:lnTo>
                <a:cubicBezTo>
                  <a:pt x="626969" y="71660"/>
                  <a:pt x="630223" y="70749"/>
                  <a:pt x="630223" y="68699"/>
                </a:cubicBezTo>
                <a:lnTo>
                  <a:pt x="630223" y="61641"/>
                </a:lnTo>
                <a:cubicBezTo>
                  <a:pt x="630223" y="60730"/>
                  <a:pt x="629525" y="60272"/>
                  <a:pt x="628366" y="60272"/>
                </a:cubicBezTo>
                <a:lnTo>
                  <a:pt x="601186" y="60272"/>
                </a:lnTo>
                <a:lnTo>
                  <a:pt x="601417" y="52529"/>
                </a:lnTo>
                <a:cubicBezTo>
                  <a:pt x="601881" y="37270"/>
                  <a:pt x="602579" y="26796"/>
                  <a:pt x="602579" y="26796"/>
                </a:cubicBezTo>
                <a:cubicBezTo>
                  <a:pt x="602579" y="25427"/>
                  <a:pt x="601881" y="24746"/>
                  <a:pt x="600722" y="24746"/>
                </a:cubicBezTo>
                <a:cubicBezTo>
                  <a:pt x="599095" y="24746"/>
                  <a:pt x="590499" y="27252"/>
                  <a:pt x="586785" y="28847"/>
                </a:cubicBezTo>
                <a:cubicBezTo>
                  <a:pt x="582832" y="30438"/>
                  <a:pt x="576098" y="31804"/>
                  <a:pt x="574471" y="33854"/>
                </a:cubicBezTo>
                <a:cubicBezTo>
                  <a:pt x="572844" y="35905"/>
                  <a:pt x="571915" y="42055"/>
                  <a:pt x="571915" y="60272"/>
                </a:cubicBezTo>
                <a:lnTo>
                  <a:pt x="565411" y="60272"/>
                </a:lnTo>
                <a:close/>
                <a:moveTo>
                  <a:pt x="782147" y="147809"/>
                </a:moveTo>
                <a:cubicBezTo>
                  <a:pt x="783771" y="157147"/>
                  <a:pt x="790045" y="161244"/>
                  <a:pt x="800264" y="161244"/>
                </a:cubicBezTo>
                <a:cubicBezTo>
                  <a:pt x="813042" y="161244"/>
                  <a:pt x="822102" y="156462"/>
                  <a:pt x="830697" y="148490"/>
                </a:cubicBezTo>
                <a:cubicBezTo>
                  <a:pt x="830233" y="145759"/>
                  <a:pt x="829301" y="143938"/>
                  <a:pt x="826515" y="142113"/>
                </a:cubicBezTo>
                <a:cubicBezTo>
                  <a:pt x="823495" y="144393"/>
                  <a:pt x="821173" y="145303"/>
                  <a:pt x="816760" y="145303"/>
                </a:cubicBezTo>
                <a:cubicBezTo>
                  <a:pt x="811649" y="145303"/>
                  <a:pt x="810256" y="141203"/>
                  <a:pt x="810256" y="130041"/>
                </a:cubicBezTo>
                <a:lnTo>
                  <a:pt x="810720" y="97236"/>
                </a:lnTo>
                <a:cubicBezTo>
                  <a:pt x="810720" y="64431"/>
                  <a:pt x="790045" y="57825"/>
                  <a:pt x="770996" y="57825"/>
                </a:cubicBezTo>
                <a:cubicBezTo>
                  <a:pt x="754039" y="57825"/>
                  <a:pt x="728022" y="67392"/>
                  <a:pt x="728022" y="82429"/>
                </a:cubicBezTo>
                <a:cubicBezTo>
                  <a:pt x="728022" y="88806"/>
                  <a:pt x="730808" y="93817"/>
                  <a:pt x="739867" y="93817"/>
                </a:cubicBezTo>
                <a:cubicBezTo>
                  <a:pt x="748229" y="93817"/>
                  <a:pt x="754269" y="88806"/>
                  <a:pt x="754269" y="83339"/>
                </a:cubicBezTo>
                <a:cubicBezTo>
                  <a:pt x="754269" y="80379"/>
                  <a:pt x="752646" y="76504"/>
                  <a:pt x="753340" y="72633"/>
                </a:cubicBezTo>
                <a:cubicBezTo>
                  <a:pt x="753574" y="70127"/>
                  <a:pt x="755432" y="67392"/>
                  <a:pt x="763099" y="67392"/>
                </a:cubicBezTo>
                <a:cubicBezTo>
                  <a:pt x="772853" y="67392"/>
                  <a:pt x="780985" y="71493"/>
                  <a:pt x="780985" y="100426"/>
                </a:cubicBezTo>
                <a:lnTo>
                  <a:pt x="765420" y="105208"/>
                </a:lnTo>
                <a:cubicBezTo>
                  <a:pt x="741030" y="112725"/>
                  <a:pt x="723839" y="119334"/>
                  <a:pt x="723839" y="137328"/>
                </a:cubicBezTo>
                <a:cubicBezTo>
                  <a:pt x="723839" y="153046"/>
                  <a:pt x="732665" y="161244"/>
                  <a:pt x="752876" y="161244"/>
                </a:cubicBezTo>
                <a:cubicBezTo>
                  <a:pt x="759614" y="161244"/>
                  <a:pt x="773087" y="153956"/>
                  <a:pt x="780751" y="148035"/>
                </a:cubicBezTo>
                <a:lnTo>
                  <a:pt x="782147" y="147809"/>
                </a:lnTo>
                <a:moveTo>
                  <a:pt x="780985" y="109309"/>
                </a:moveTo>
                <a:lnTo>
                  <a:pt x="780985" y="139378"/>
                </a:lnTo>
                <a:cubicBezTo>
                  <a:pt x="775179" y="143934"/>
                  <a:pt x="769369" y="147580"/>
                  <a:pt x="765190" y="147580"/>
                </a:cubicBezTo>
                <a:cubicBezTo>
                  <a:pt x="755198" y="147580"/>
                  <a:pt x="751713" y="140974"/>
                  <a:pt x="751713" y="133912"/>
                </a:cubicBezTo>
                <a:cubicBezTo>
                  <a:pt x="751713" y="125485"/>
                  <a:pt x="752412" y="118420"/>
                  <a:pt x="768905" y="113183"/>
                </a:cubicBezTo>
                <a:lnTo>
                  <a:pt x="780985" y="109309"/>
                </a:lnTo>
                <a:close/>
                <a:moveTo>
                  <a:pt x="929191" y="139153"/>
                </a:moveTo>
                <a:cubicBezTo>
                  <a:pt x="929191" y="136418"/>
                  <a:pt x="928727" y="132091"/>
                  <a:pt x="926171" y="132091"/>
                </a:cubicBezTo>
                <a:cubicBezTo>
                  <a:pt x="916877" y="140518"/>
                  <a:pt x="908980" y="144848"/>
                  <a:pt x="902245" y="144848"/>
                </a:cubicBezTo>
                <a:cubicBezTo>
                  <a:pt x="884820" y="144848"/>
                  <a:pt x="871117" y="132546"/>
                  <a:pt x="871117" y="105208"/>
                </a:cubicBezTo>
                <a:cubicBezTo>
                  <a:pt x="871117" y="79923"/>
                  <a:pt x="876923" y="67392"/>
                  <a:pt x="889236" y="67392"/>
                </a:cubicBezTo>
                <a:cubicBezTo>
                  <a:pt x="897828" y="67392"/>
                  <a:pt x="901313" y="76278"/>
                  <a:pt x="902011" y="83565"/>
                </a:cubicBezTo>
                <a:cubicBezTo>
                  <a:pt x="902709" y="89716"/>
                  <a:pt x="908980" y="94275"/>
                  <a:pt x="916413" y="94275"/>
                </a:cubicBezTo>
                <a:cubicBezTo>
                  <a:pt x="923846" y="94275"/>
                  <a:pt x="929191" y="88580"/>
                  <a:pt x="929191" y="81515"/>
                </a:cubicBezTo>
                <a:cubicBezTo>
                  <a:pt x="929191" y="71263"/>
                  <a:pt x="916647" y="57825"/>
                  <a:pt x="891324" y="57825"/>
                </a:cubicBezTo>
                <a:cubicBezTo>
                  <a:pt x="863914" y="57825"/>
                  <a:pt x="839754" y="79465"/>
                  <a:pt x="839754" y="113183"/>
                </a:cubicBezTo>
                <a:cubicBezTo>
                  <a:pt x="839754" y="127991"/>
                  <a:pt x="845099" y="140974"/>
                  <a:pt x="854159" y="149404"/>
                </a:cubicBezTo>
                <a:cubicBezTo>
                  <a:pt x="863216" y="157828"/>
                  <a:pt x="873903" y="161244"/>
                  <a:pt x="890395" y="161244"/>
                </a:cubicBezTo>
                <a:cubicBezTo>
                  <a:pt x="904333" y="161244"/>
                  <a:pt x="920361" y="151680"/>
                  <a:pt x="929191" y="139153"/>
                </a:cubicBezTo>
                <a:close/>
                <a:moveTo>
                  <a:pt x="951722" y="60272"/>
                </a:moveTo>
                <a:cubicBezTo>
                  <a:pt x="948471" y="60272"/>
                  <a:pt x="944987" y="61186"/>
                  <a:pt x="941967" y="63691"/>
                </a:cubicBezTo>
                <a:lnTo>
                  <a:pt x="941967" y="70294"/>
                </a:lnTo>
                <a:cubicBezTo>
                  <a:pt x="941967" y="71434"/>
                  <a:pt x="942197" y="71660"/>
                  <a:pt x="943126" y="71660"/>
                </a:cubicBezTo>
                <a:lnTo>
                  <a:pt x="958226" y="71660"/>
                </a:lnTo>
                <a:cubicBezTo>
                  <a:pt x="957762" y="94616"/>
                  <a:pt x="957531" y="123709"/>
                  <a:pt x="957531" y="135076"/>
                </a:cubicBezTo>
                <a:cubicBezTo>
                  <a:pt x="957531" y="143031"/>
                  <a:pt x="959622" y="150770"/>
                  <a:pt x="964500" y="154867"/>
                </a:cubicBezTo>
                <a:cubicBezTo>
                  <a:pt x="969841" y="159197"/>
                  <a:pt x="978203" y="161244"/>
                  <a:pt x="983779" y="161244"/>
                </a:cubicBezTo>
                <a:cubicBezTo>
                  <a:pt x="996557" y="161244"/>
                  <a:pt x="1010725" y="154867"/>
                  <a:pt x="1015372" y="148490"/>
                </a:cubicBezTo>
                <a:cubicBezTo>
                  <a:pt x="1015372" y="145759"/>
                  <a:pt x="1013979" y="144393"/>
                  <a:pt x="1011193" y="142120"/>
                </a:cubicBezTo>
                <a:cubicBezTo>
                  <a:pt x="1008173" y="144393"/>
                  <a:pt x="1002363" y="145303"/>
                  <a:pt x="997950" y="145303"/>
                </a:cubicBezTo>
                <a:cubicBezTo>
                  <a:pt x="992839" y="145303"/>
                  <a:pt x="987727" y="141439"/>
                  <a:pt x="987727" y="130076"/>
                </a:cubicBezTo>
                <a:cubicBezTo>
                  <a:pt x="987727" y="118709"/>
                  <a:pt x="987497" y="94390"/>
                  <a:pt x="987497" y="71660"/>
                </a:cubicBezTo>
                <a:lnTo>
                  <a:pt x="1010959" y="71660"/>
                </a:lnTo>
                <a:cubicBezTo>
                  <a:pt x="1013280" y="71660"/>
                  <a:pt x="1016534" y="70749"/>
                  <a:pt x="1016534" y="68699"/>
                </a:cubicBezTo>
                <a:lnTo>
                  <a:pt x="1016534" y="61641"/>
                </a:lnTo>
                <a:cubicBezTo>
                  <a:pt x="1016534" y="60730"/>
                  <a:pt x="1015836" y="60272"/>
                  <a:pt x="1014677" y="60272"/>
                </a:cubicBezTo>
                <a:lnTo>
                  <a:pt x="987497" y="60272"/>
                </a:lnTo>
                <a:lnTo>
                  <a:pt x="987727" y="52529"/>
                </a:lnTo>
                <a:cubicBezTo>
                  <a:pt x="988192" y="37270"/>
                  <a:pt x="988890" y="26796"/>
                  <a:pt x="988890" y="26796"/>
                </a:cubicBezTo>
                <a:cubicBezTo>
                  <a:pt x="988890" y="25427"/>
                  <a:pt x="988192" y="24746"/>
                  <a:pt x="987033" y="24746"/>
                </a:cubicBezTo>
                <a:cubicBezTo>
                  <a:pt x="985406" y="24746"/>
                  <a:pt x="976810" y="27252"/>
                  <a:pt x="973095" y="28847"/>
                </a:cubicBezTo>
                <a:cubicBezTo>
                  <a:pt x="969143" y="30438"/>
                  <a:pt x="962408" y="31804"/>
                  <a:pt x="960782" y="33854"/>
                </a:cubicBezTo>
                <a:cubicBezTo>
                  <a:pt x="959155" y="35905"/>
                  <a:pt x="958226" y="42055"/>
                  <a:pt x="958226" y="60272"/>
                </a:cubicBezTo>
                <a:lnTo>
                  <a:pt x="951722" y="60272"/>
                </a:lnTo>
                <a:close/>
                <a:moveTo>
                  <a:pt x="1080649" y="67392"/>
                </a:moveTo>
                <a:cubicBezTo>
                  <a:pt x="1096443" y="67392"/>
                  <a:pt x="1107130" y="85845"/>
                  <a:pt x="1107130" y="117055"/>
                </a:cubicBezTo>
                <a:cubicBezTo>
                  <a:pt x="1107130" y="144390"/>
                  <a:pt x="1096213" y="151680"/>
                  <a:pt x="1087851" y="151680"/>
                </a:cubicBezTo>
                <a:cubicBezTo>
                  <a:pt x="1068803" y="151680"/>
                  <a:pt x="1061366" y="123661"/>
                  <a:pt x="1061366" y="106803"/>
                </a:cubicBezTo>
                <a:cubicBezTo>
                  <a:pt x="1061366" y="85845"/>
                  <a:pt x="1065084" y="67392"/>
                  <a:pt x="1080649" y="67392"/>
                </a:cubicBezTo>
                <a:moveTo>
                  <a:pt x="1028845" y="111814"/>
                </a:moveTo>
                <a:cubicBezTo>
                  <a:pt x="1028845" y="141658"/>
                  <a:pt x="1053004" y="161244"/>
                  <a:pt x="1084133" y="161244"/>
                </a:cubicBezTo>
                <a:cubicBezTo>
                  <a:pt x="1100626" y="161244"/>
                  <a:pt x="1114333" y="156691"/>
                  <a:pt x="1123857" y="148264"/>
                </a:cubicBezTo>
                <a:cubicBezTo>
                  <a:pt x="1135703" y="138013"/>
                  <a:pt x="1139652" y="122521"/>
                  <a:pt x="1139652" y="109764"/>
                </a:cubicBezTo>
                <a:cubicBezTo>
                  <a:pt x="1139652" y="79923"/>
                  <a:pt x="1118976" y="57825"/>
                  <a:pt x="1084363" y="57825"/>
                </a:cubicBezTo>
                <a:cubicBezTo>
                  <a:pt x="1065084" y="57825"/>
                  <a:pt x="1050683" y="64431"/>
                  <a:pt x="1041623" y="74683"/>
                </a:cubicBezTo>
                <a:cubicBezTo>
                  <a:pt x="1032793" y="84705"/>
                  <a:pt x="1028845" y="98373"/>
                  <a:pt x="1028845" y="111814"/>
                </a:cubicBezTo>
                <a:close/>
                <a:moveTo>
                  <a:pt x="1201212" y="97928"/>
                </a:moveTo>
                <a:cubicBezTo>
                  <a:pt x="1201212" y="89720"/>
                  <a:pt x="1203767" y="86300"/>
                  <a:pt x="1206787" y="82881"/>
                </a:cubicBezTo>
                <a:cubicBezTo>
                  <a:pt x="1208645" y="80601"/>
                  <a:pt x="1210736" y="79006"/>
                  <a:pt x="1214220" y="79006"/>
                </a:cubicBezTo>
                <a:cubicBezTo>
                  <a:pt x="1216312" y="79006"/>
                  <a:pt x="1218864" y="81060"/>
                  <a:pt x="1220725" y="83339"/>
                </a:cubicBezTo>
                <a:cubicBezTo>
                  <a:pt x="1222351" y="85160"/>
                  <a:pt x="1226300" y="86985"/>
                  <a:pt x="1231642" y="86985"/>
                </a:cubicBezTo>
                <a:cubicBezTo>
                  <a:pt x="1238380" y="86985"/>
                  <a:pt x="1244884" y="80146"/>
                  <a:pt x="1244884" y="70582"/>
                </a:cubicBezTo>
                <a:cubicBezTo>
                  <a:pt x="1244884" y="64661"/>
                  <a:pt x="1237912" y="57825"/>
                  <a:pt x="1229551" y="57825"/>
                </a:cubicBezTo>
                <a:cubicBezTo>
                  <a:pt x="1221419" y="57825"/>
                  <a:pt x="1212593" y="64661"/>
                  <a:pt x="1201906" y="79691"/>
                </a:cubicBezTo>
                <a:lnTo>
                  <a:pt x="1200978" y="79691"/>
                </a:lnTo>
                <a:cubicBezTo>
                  <a:pt x="1200513" y="72858"/>
                  <a:pt x="1199351" y="61700"/>
                  <a:pt x="1199351" y="61700"/>
                </a:cubicBezTo>
                <a:cubicBezTo>
                  <a:pt x="1199120" y="59650"/>
                  <a:pt x="1197263" y="57825"/>
                  <a:pt x="1194009" y="57825"/>
                </a:cubicBezTo>
                <a:cubicBezTo>
                  <a:pt x="1183092" y="60605"/>
                  <a:pt x="1170781" y="63795"/>
                  <a:pt x="1155448" y="65387"/>
                </a:cubicBezTo>
                <a:cubicBezTo>
                  <a:pt x="1154983" y="66756"/>
                  <a:pt x="1155448" y="71083"/>
                  <a:pt x="1155912" y="72448"/>
                </a:cubicBezTo>
                <a:cubicBezTo>
                  <a:pt x="1168690" y="73588"/>
                  <a:pt x="1171012" y="75639"/>
                  <a:pt x="1171012" y="88621"/>
                </a:cubicBezTo>
                <a:lnTo>
                  <a:pt x="1171012" y="131222"/>
                </a:lnTo>
                <a:cubicBezTo>
                  <a:pt x="1171012" y="150127"/>
                  <a:pt x="1168456" y="150586"/>
                  <a:pt x="1154285" y="151722"/>
                </a:cubicBezTo>
                <a:cubicBezTo>
                  <a:pt x="1152892" y="153088"/>
                  <a:pt x="1152892" y="158099"/>
                  <a:pt x="1154285" y="159464"/>
                </a:cubicBezTo>
                <a:cubicBezTo>
                  <a:pt x="1164043" y="159239"/>
                  <a:pt x="1173798" y="159009"/>
                  <a:pt x="1186112" y="159009"/>
                </a:cubicBezTo>
                <a:cubicBezTo>
                  <a:pt x="1198422" y="159009"/>
                  <a:pt x="1207946" y="159239"/>
                  <a:pt x="1217935" y="159464"/>
                </a:cubicBezTo>
                <a:cubicBezTo>
                  <a:pt x="1219332" y="158099"/>
                  <a:pt x="1219332" y="153088"/>
                  <a:pt x="1217935" y="151722"/>
                </a:cubicBezTo>
                <a:cubicBezTo>
                  <a:pt x="1203767" y="150811"/>
                  <a:pt x="1201212" y="150127"/>
                  <a:pt x="1201212" y="131222"/>
                </a:cubicBezTo>
                <a:lnTo>
                  <a:pt x="1201212" y="97928"/>
                </a:lnTo>
                <a:close/>
                <a:moveTo>
                  <a:pt x="1258819" y="125711"/>
                </a:moveTo>
                <a:cubicBezTo>
                  <a:pt x="1259748" y="136873"/>
                  <a:pt x="1260911" y="147580"/>
                  <a:pt x="1262768" y="156236"/>
                </a:cubicBezTo>
                <a:cubicBezTo>
                  <a:pt x="1267185" y="157602"/>
                  <a:pt x="1282051" y="161244"/>
                  <a:pt x="1295059" y="161244"/>
                </a:cubicBezTo>
                <a:cubicBezTo>
                  <a:pt x="1312945" y="161244"/>
                  <a:pt x="1335248" y="151680"/>
                  <a:pt x="1335248" y="131862"/>
                </a:cubicBezTo>
                <a:cubicBezTo>
                  <a:pt x="1335248" y="124116"/>
                  <a:pt x="1333387" y="117965"/>
                  <a:pt x="1328045" y="112269"/>
                </a:cubicBezTo>
                <a:cubicBezTo>
                  <a:pt x="1321307" y="104979"/>
                  <a:pt x="1311783" y="99286"/>
                  <a:pt x="1301099" y="94731"/>
                </a:cubicBezTo>
                <a:cubicBezTo>
                  <a:pt x="1291805" y="90856"/>
                  <a:pt x="1288555" y="83565"/>
                  <a:pt x="1288555" y="76959"/>
                </a:cubicBezTo>
                <a:cubicBezTo>
                  <a:pt x="1288555" y="71722"/>
                  <a:pt x="1292968" y="67392"/>
                  <a:pt x="1299706" y="67392"/>
                </a:cubicBezTo>
                <a:cubicBezTo>
                  <a:pt x="1307834" y="67392"/>
                  <a:pt x="1315735" y="74683"/>
                  <a:pt x="1321541" y="88580"/>
                </a:cubicBezTo>
                <a:cubicBezTo>
                  <a:pt x="1325723" y="89261"/>
                  <a:pt x="1328279" y="89035"/>
                  <a:pt x="1330601" y="87440"/>
                </a:cubicBezTo>
                <a:cubicBezTo>
                  <a:pt x="1330601" y="79239"/>
                  <a:pt x="1329672" y="70582"/>
                  <a:pt x="1327581" y="63292"/>
                </a:cubicBezTo>
                <a:cubicBezTo>
                  <a:pt x="1320148" y="60105"/>
                  <a:pt x="1314338" y="57825"/>
                  <a:pt x="1301564" y="57825"/>
                </a:cubicBezTo>
                <a:cubicBezTo>
                  <a:pt x="1289250" y="57825"/>
                  <a:pt x="1277638" y="62381"/>
                  <a:pt x="1270205" y="69672"/>
                </a:cubicBezTo>
                <a:cubicBezTo>
                  <a:pt x="1264859" y="74909"/>
                  <a:pt x="1262304" y="81289"/>
                  <a:pt x="1262304" y="87440"/>
                </a:cubicBezTo>
                <a:cubicBezTo>
                  <a:pt x="1262304" y="94272"/>
                  <a:pt x="1264859" y="99742"/>
                  <a:pt x="1269506" y="104523"/>
                </a:cubicBezTo>
                <a:cubicBezTo>
                  <a:pt x="1276709" y="112269"/>
                  <a:pt x="1289250" y="120245"/>
                  <a:pt x="1296452" y="123431"/>
                </a:cubicBezTo>
                <a:cubicBezTo>
                  <a:pt x="1305746" y="127532"/>
                  <a:pt x="1308298" y="135733"/>
                  <a:pt x="1308298" y="141199"/>
                </a:cubicBezTo>
                <a:cubicBezTo>
                  <a:pt x="1308298" y="148490"/>
                  <a:pt x="1300865" y="152365"/>
                  <a:pt x="1294595" y="152365"/>
                </a:cubicBezTo>
                <a:cubicBezTo>
                  <a:pt x="1284142" y="152365"/>
                  <a:pt x="1272991" y="142113"/>
                  <a:pt x="1268113" y="125256"/>
                </a:cubicBezTo>
                <a:cubicBezTo>
                  <a:pt x="1264395" y="124571"/>
                  <a:pt x="1262538" y="124800"/>
                  <a:pt x="1258819" y="125711"/>
                </a:cubicBezTo>
                <a:close/>
                <a:moveTo>
                  <a:pt x="1487169" y="67392"/>
                </a:moveTo>
                <a:cubicBezTo>
                  <a:pt x="1502964" y="67392"/>
                  <a:pt x="1513651" y="85845"/>
                  <a:pt x="1513651" y="117055"/>
                </a:cubicBezTo>
                <a:cubicBezTo>
                  <a:pt x="1513651" y="144390"/>
                  <a:pt x="1502733" y="151680"/>
                  <a:pt x="1494372" y="151680"/>
                </a:cubicBezTo>
                <a:cubicBezTo>
                  <a:pt x="1475323" y="151680"/>
                  <a:pt x="1467887" y="123661"/>
                  <a:pt x="1467887" y="106803"/>
                </a:cubicBezTo>
                <a:cubicBezTo>
                  <a:pt x="1467887" y="85845"/>
                  <a:pt x="1471605" y="67392"/>
                  <a:pt x="1487169" y="67392"/>
                </a:cubicBezTo>
                <a:moveTo>
                  <a:pt x="1435365" y="111814"/>
                </a:moveTo>
                <a:cubicBezTo>
                  <a:pt x="1435365" y="141658"/>
                  <a:pt x="1459525" y="161244"/>
                  <a:pt x="1490653" y="161244"/>
                </a:cubicBezTo>
                <a:cubicBezTo>
                  <a:pt x="1507146" y="161244"/>
                  <a:pt x="1520853" y="156691"/>
                  <a:pt x="1530378" y="148264"/>
                </a:cubicBezTo>
                <a:cubicBezTo>
                  <a:pt x="1542224" y="138013"/>
                  <a:pt x="1546172" y="122521"/>
                  <a:pt x="1546172" y="109764"/>
                </a:cubicBezTo>
                <a:cubicBezTo>
                  <a:pt x="1546172" y="79923"/>
                  <a:pt x="1525497" y="57825"/>
                  <a:pt x="1490884" y="57825"/>
                </a:cubicBezTo>
                <a:cubicBezTo>
                  <a:pt x="1471605" y="57825"/>
                  <a:pt x="1457203" y="64431"/>
                  <a:pt x="1448143" y="74683"/>
                </a:cubicBezTo>
                <a:cubicBezTo>
                  <a:pt x="1439314" y="84705"/>
                  <a:pt x="1435365" y="98373"/>
                  <a:pt x="1435365" y="111814"/>
                </a:cubicBezTo>
                <a:close/>
                <a:moveTo>
                  <a:pt x="1632587" y="67573"/>
                </a:moveTo>
                <a:cubicBezTo>
                  <a:pt x="1645132" y="68480"/>
                  <a:pt x="1646759" y="72118"/>
                  <a:pt x="1641647" y="83711"/>
                </a:cubicBezTo>
                <a:lnTo>
                  <a:pt x="1623294" y="125315"/>
                </a:lnTo>
                <a:cubicBezTo>
                  <a:pt x="1622365" y="127362"/>
                  <a:pt x="1621436" y="125770"/>
                  <a:pt x="1620741" y="124178"/>
                </a:cubicBezTo>
                <a:lnTo>
                  <a:pt x="1606106" y="83711"/>
                </a:lnTo>
                <a:cubicBezTo>
                  <a:pt x="1602157" y="72799"/>
                  <a:pt x="1598903" y="68709"/>
                  <a:pt x="1613305" y="67573"/>
                </a:cubicBezTo>
                <a:cubicBezTo>
                  <a:pt x="1614702" y="66207"/>
                  <a:pt x="1614702" y="61196"/>
                  <a:pt x="1613305" y="59827"/>
                </a:cubicBezTo>
                <a:cubicBezTo>
                  <a:pt x="1604713" y="60056"/>
                  <a:pt x="1595419" y="60286"/>
                  <a:pt x="1584037" y="60286"/>
                </a:cubicBezTo>
                <a:cubicBezTo>
                  <a:pt x="1575906" y="60286"/>
                  <a:pt x="1564060" y="60056"/>
                  <a:pt x="1555465" y="59827"/>
                </a:cubicBezTo>
                <a:cubicBezTo>
                  <a:pt x="1554071" y="61196"/>
                  <a:pt x="1554071" y="66207"/>
                  <a:pt x="1555465" y="67573"/>
                </a:cubicBezTo>
                <a:cubicBezTo>
                  <a:pt x="1568937" y="69164"/>
                  <a:pt x="1569402" y="73710"/>
                  <a:pt x="1574049" y="85077"/>
                </a:cubicBezTo>
                <a:lnTo>
                  <a:pt x="1604479" y="156917"/>
                </a:lnTo>
                <a:cubicBezTo>
                  <a:pt x="1605872" y="160326"/>
                  <a:pt x="1609821" y="161688"/>
                  <a:pt x="1612841" y="161688"/>
                </a:cubicBezTo>
                <a:cubicBezTo>
                  <a:pt x="1615166" y="161688"/>
                  <a:pt x="1619809" y="161237"/>
                  <a:pt x="1621901" y="156462"/>
                </a:cubicBezTo>
                <a:lnTo>
                  <a:pt x="1653727" y="85303"/>
                </a:lnTo>
                <a:cubicBezTo>
                  <a:pt x="1658371" y="75076"/>
                  <a:pt x="1661391" y="68709"/>
                  <a:pt x="1673705" y="67573"/>
                </a:cubicBezTo>
                <a:cubicBezTo>
                  <a:pt x="1675098" y="66207"/>
                  <a:pt x="1675098" y="61196"/>
                  <a:pt x="1673705" y="59827"/>
                </a:cubicBezTo>
                <a:cubicBezTo>
                  <a:pt x="1668593" y="60056"/>
                  <a:pt x="1661160" y="60286"/>
                  <a:pt x="1656049" y="60286"/>
                </a:cubicBezTo>
                <a:cubicBezTo>
                  <a:pt x="1647453" y="60286"/>
                  <a:pt x="1638858" y="60056"/>
                  <a:pt x="1632587" y="59827"/>
                </a:cubicBezTo>
                <a:cubicBezTo>
                  <a:pt x="1631194" y="61196"/>
                  <a:pt x="1631194" y="66207"/>
                  <a:pt x="1632587" y="67573"/>
                </a:cubicBezTo>
                <a:close/>
                <a:moveTo>
                  <a:pt x="1715284" y="96312"/>
                </a:moveTo>
                <a:cubicBezTo>
                  <a:pt x="1715517" y="88343"/>
                  <a:pt x="1716680" y="79687"/>
                  <a:pt x="1719930" y="75135"/>
                </a:cubicBezTo>
                <a:cubicBezTo>
                  <a:pt x="1723649" y="69668"/>
                  <a:pt x="1729919" y="67392"/>
                  <a:pt x="1732475" y="67392"/>
                </a:cubicBezTo>
                <a:cubicBezTo>
                  <a:pt x="1738749" y="67392"/>
                  <a:pt x="1747341" y="73314"/>
                  <a:pt x="1747341" y="91530"/>
                </a:cubicBezTo>
                <a:cubicBezTo>
                  <a:pt x="1747341" y="92896"/>
                  <a:pt x="1747341" y="95857"/>
                  <a:pt x="1746876" y="96312"/>
                </a:cubicBezTo>
                <a:lnTo>
                  <a:pt x="1715284" y="96312"/>
                </a:lnTo>
                <a:moveTo>
                  <a:pt x="1774290" y="129579"/>
                </a:moveTo>
                <a:cubicBezTo>
                  <a:pt x="1764766" y="139153"/>
                  <a:pt x="1752222" y="141658"/>
                  <a:pt x="1743392" y="141658"/>
                </a:cubicBezTo>
                <a:cubicBezTo>
                  <a:pt x="1725272" y="141658"/>
                  <a:pt x="1714124" y="131403"/>
                  <a:pt x="1714124" y="109069"/>
                </a:cubicBezTo>
                <a:cubicBezTo>
                  <a:pt x="1714124" y="107474"/>
                  <a:pt x="1714355" y="106560"/>
                  <a:pt x="1714355" y="105420"/>
                </a:cubicBezTo>
                <a:lnTo>
                  <a:pt x="1770108" y="105420"/>
                </a:lnTo>
                <a:cubicBezTo>
                  <a:pt x="1775683" y="105420"/>
                  <a:pt x="1776842" y="101549"/>
                  <a:pt x="1776842" y="98362"/>
                </a:cubicBezTo>
                <a:cubicBezTo>
                  <a:pt x="1776842" y="79006"/>
                  <a:pt x="1769179" y="57825"/>
                  <a:pt x="1735030" y="57825"/>
                </a:cubicBezTo>
                <a:cubicBezTo>
                  <a:pt x="1710640" y="57825"/>
                  <a:pt x="1682762" y="79006"/>
                  <a:pt x="1682762" y="113854"/>
                </a:cubicBezTo>
                <a:cubicBezTo>
                  <a:pt x="1682762" y="127073"/>
                  <a:pt x="1687643" y="140977"/>
                  <a:pt x="1697632" y="149859"/>
                </a:cubicBezTo>
                <a:cubicBezTo>
                  <a:pt x="1706458" y="157602"/>
                  <a:pt x="1717839" y="161244"/>
                  <a:pt x="1734332" y="161244"/>
                </a:cubicBezTo>
                <a:cubicBezTo>
                  <a:pt x="1750361" y="161244"/>
                  <a:pt x="1766159" y="153275"/>
                  <a:pt x="1777774" y="136647"/>
                </a:cubicBezTo>
                <a:cubicBezTo>
                  <a:pt x="1777774" y="133683"/>
                  <a:pt x="1776612" y="129579"/>
                  <a:pt x="1774290" y="129579"/>
                </a:cubicBezTo>
                <a:close/>
                <a:moveTo>
                  <a:pt x="1840727" y="97928"/>
                </a:moveTo>
                <a:cubicBezTo>
                  <a:pt x="1840727" y="89720"/>
                  <a:pt x="1843282" y="86300"/>
                  <a:pt x="1846302" y="82881"/>
                </a:cubicBezTo>
                <a:cubicBezTo>
                  <a:pt x="1848160" y="80601"/>
                  <a:pt x="1850251" y="79006"/>
                  <a:pt x="1853735" y="79006"/>
                </a:cubicBezTo>
                <a:cubicBezTo>
                  <a:pt x="1855827" y="79006"/>
                  <a:pt x="1858379" y="81060"/>
                  <a:pt x="1860240" y="83339"/>
                </a:cubicBezTo>
                <a:cubicBezTo>
                  <a:pt x="1861867" y="85160"/>
                  <a:pt x="1865815" y="86985"/>
                  <a:pt x="1871157" y="86985"/>
                </a:cubicBezTo>
                <a:cubicBezTo>
                  <a:pt x="1877895" y="86985"/>
                  <a:pt x="1884399" y="80146"/>
                  <a:pt x="1884399" y="70582"/>
                </a:cubicBezTo>
                <a:cubicBezTo>
                  <a:pt x="1884399" y="64661"/>
                  <a:pt x="1877427" y="57825"/>
                  <a:pt x="1869066" y="57825"/>
                </a:cubicBezTo>
                <a:cubicBezTo>
                  <a:pt x="1860934" y="57825"/>
                  <a:pt x="1852108" y="64661"/>
                  <a:pt x="1841421" y="79691"/>
                </a:cubicBezTo>
                <a:lnTo>
                  <a:pt x="1840493" y="79691"/>
                </a:lnTo>
                <a:cubicBezTo>
                  <a:pt x="1840028" y="72858"/>
                  <a:pt x="1838866" y="61700"/>
                  <a:pt x="1838866" y="61700"/>
                </a:cubicBezTo>
                <a:cubicBezTo>
                  <a:pt x="1838635" y="59650"/>
                  <a:pt x="1836778" y="57825"/>
                  <a:pt x="1833524" y="57825"/>
                </a:cubicBezTo>
                <a:cubicBezTo>
                  <a:pt x="1822607" y="60605"/>
                  <a:pt x="1810296" y="63795"/>
                  <a:pt x="1794963" y="65387"/>
                </a:cubicBezTo>
                <a:cubicBezTo>
                  <a:pt x="1794498" y="66756"/>
                  <a:pt x="1794963" y="71083"/>
                  <a:pt x="1795427" y="72448"/>
                </a:cubicBezTo>
                <a:cubicBezTo>
                  <a:pt x="1808205" y="73588"/>
                  <a:pt x="1810527" y="75639"/>
                  <a:pt x="1810527" y="88621"/>
                </a:cubicBezTo>
                <a:lnTo>
                  <a:pt x="1810527" y="131222"/>
                </a:lnTo>
                <a:cubicBezTo>
                  <a:pt x="1810527" y="150127"/>
                  <a:pt x="1807971" y="150586"/>
                  <a:pt x="1793800" y="151722"/>
                </a:cubicBezTo>
                <a:cubicBezTo>
                  <a:pt x="1792407" y="153088"/>
                  <a:pt x="1792407" y="158099"/>
                  <a:pt x="1793800" y="159464"/>
                </a:cubicBezTo>
                <a:cubicBezTo>
                  <a:pt x="1803558" y="159239"/>
                  <a:pt x="1813313" y="159009"/>
                  <a:pt x="1825627" y="159009"/>
                </a:cubicBezTo>
                <a:cubicBezTo>
                  <a:pt x="1837937" y="159009"/>
                  <a:pt x="1847461" y="159239"/>
                  <a:pt x="1857450" y="159464"/>
                </a:cubicBezTo>
                <a:cubicBezTo>
                  <a:pt x="1858847" y="158099"/>
                  <a:pt x="1858847" y="153088"/>
                  <a:pt x="1857450" y="151722"/>
                </a:cubicBezTo>
                <a:cubicBezTo>
                  <a:pt x="1843282" y="150811"/>
                  <a:pt x="1840727" y="150127"/>
                  <a:pt x="1840727" y="131222"/>
                </a:cubicBezTo>
                <a:lnTo>
                  <a:pt x="1840727" y="97928"/>
                </a:lnTo>
                <a:close/>
                <a:moveTo>
                  <a:pt x="1981497" y="60272"/>
                </a:moveTo>
                <a:cubicBezTo>
                  <a:pt x="1978246" y="60272"/>
                  <a:pt x="1974762" y="61186"/>
                  <a:pt x="1971742" y="63691"/>
                </a:cubicBezTo>
                <a:lnTo>
                  <a:pt x="1971742" y="70294"/>
                </a:lnTo>
                <a:cubicBezTo>
                  <a:pt x="1971742" y="71434"/>
                  <a:pt x="1971973" y="71660"/>
                  <a:pt x="1972901" y="71660"/>
                </a:cubicBezTo>
                <a:lnTo>
                  <a:pt x="1988001" y="71660"/>
                </a:lnTo>
                <a:cubicBezTo>
                  <a:pt x="1987537" y="94616"/>
                  <a:pt x="1987306" y="123709"/>
                  <a:pt x="1987306" y="135076"/>
                </a:cubicBezTo>
                <a:cubicBezTo>
                  <a:pt x="1987306" y="143031"/>
                  <a:pt x="1989398" y="150770"/>
                  <a:pt x="1994275" y="154867"/>
                </a:cubicBezTo>
                <a:cubicBezTo>
                  <a:pt x="1999617" y="159197"/>
                  <a:pt x="2007978" y="161244"/>
                  <a:pt x="2013554" y="161244"/>
                </a:cubicBezTo>
                <a:cubicBezTo>
                  <a:pt x="2026332" y="161244"/>
                  <a:pt x="2040500" y="154867"/>
                  <a:pt x="2045147" y="148490"/>
                </a:cubicBezTo>
                <a:cubicBezTo>
                  <a:pt x="2045147" y="145759"/>
                  <a:pt x="2043754" y="144393"/>
                  <a:pt x="2040968" y="142120"/>
                </a:cubicBezTo>
                <a:cubicBezTo>
                  <a:pt x="2037948" y="144393"/>
                  <a:pt x="2032138" y="145303"/>
                  <a:pt x="2027725" y="145303"/>
                </a:cubicBezTo>
                <a:cubicBezTo>
                  <a:pt x="2022614" y="145303"/>
                  <a:pt x="2017503" y="141439"/>
                  <a:pt x="2017503" y="130076"/>
                </a:cubicBezTo>
                <a:cubicBezTo>
                  <a:pt x="2017503" y="118709"/>
                  <a:pt x="2017272" y="94390"/>
                  <a:pt x="2017272" y="71660"/>
                </a:cubicBezTo>
                <a:lnTo>
                  <a:pt x="2040734" y="71660"/>
                </a:lnTo>
                <a:cubicBezTo>
                  <a:pt x="2043056" y="71660"/>
                  <a:pt x="2046309" y="70749"/>
                  <a:pt x="2046309" y="68699"/>
                </a:cubicBezTo>
                <a:lnTo>
                  <a:pt x="2046309" y="61641"/>
                </a:lnTo>
                <a:cubicBezTo>
                  <a:pt x="2046309" y="60730"/>
                  <a:pt x="2045611" y="60272"/>
                  <a:pt x="2044452" y="60272"/>
                </a:cubicBezTo>
                <a:lnTo>
                  <a:pt x="2017272" y="60272"/>
                </a:lnTo>
                <a:lnTo>
                  <a:pt x="2017503" y="52529"/>
                </a:lnTo>
                <a:cubicBezTo>
                  <a:pt x="2017967" y="37270"/>
                  <a:pt x="2018665" y="26796"/>
                  <a:pt x="2018665" y="26796"/>
                </a:cubicBezTo>
                <a:cubicBezTo>
                  <a:pt x="2018665" y="25427"/>
                  <a:pt x="2017967" y="24746"/>
                  <a:pt x="2016808" y="24746"/>
                </a:cubicBezTo>
                <a:cubicBezTo>
                  <a:pt x="2015181" y="24746"/>
                  <a:pt x="2006585" y="27252"/>
                  <a:pt x="2002871" y="28847"/>
                </a:cubicBezTo>
                <a:cubicBezTo>
                  <a:pt x="1998918" y="30438"/>
                  <a:pt x="1992184" y="31804"/>
                  <a:pt x="1990557" y="33854"/>
                </a:cubicBezTo>
                <a:cubicBezTo>
                  <a:pt x="1988930" y="35905"/>
                  <a:pt x="1988001" y="42055"/>
                  <a:pt x="1988001" y="60272"/>
                </a:cubicBezTo>
                <a:lnTo>
                  <a:pt x="1981497" y="60272"/>
                </a:lnTo>
                <a:close/>
                <a:moveTo>
                  <a:pt x="2172681" y="129839"/>
                </a:moveTo>
                <a:lnTo>
                  <a:pt x="2172681" y="94282"/>
                </a:lnTo>
                <a:cubicBezTo>
                  <a:pt x="2172681" y="69213"/>
                  <a:pt x="2161760" y="57825"/>
                  <a:pt x="2141783" y="57825"/>
                </a:cubicBezTo>
                <a:cubicBezTo>
                  <a:pt x="2133187" y="57825"/>
                  <a:pt x="2116694" y="66252"/>
                  <a:pt x="2103455" y="74224"/>
                </a:cubicBezTo>
                <a:lnTo>
                  <a:pt x="2103455" y="26126"/>
                </a:lnTo>
                <a:cubicBezTo>
                  <a:pt x="2103455" y="11301"/>
                  <a:pt x="2104150" y="2919"/>
                  <a:pt x="2104150" y="2919"/>
                </a:cubicBezTo>
                <a:cubicBezTo>
                  <a:pt x="2104150" y="900"/>
                  <a:pt x="2102527" y="0"/>
                  <a:pt x="2100435" y="0"/>
                </a:cubicBezTo>
                <a:cubicBezTo>
                  <a:pt x="2091840" y="2693"/>
                  <a:pt x="2073255" y="5164"/>
                  <a:pt x="2056762" y="5835"/>
                </a:cubicBezTo>
                <a:cubicBezTo>
                  <a:pt x="2056064" y="8570"/>
                  <a:pt x="2056298" y="11075"/>
                  <a:pt x="2057461" y="13122"/>
                </a:cubicBezTo>
                <a:cubicBezTo>
                  <a:pt x="2072093" y="14265"/>
                  <a:pt x="2073255" y="14491"/>
                  <a:pt x="2073255" y="30230"/>
                </a:cubicBezTo>
                <a:lnTo>
                  <a:pt x="2073255" y="130069"/>
                </a:lnTo>
                <a:cubicBezTo>
                  <a:pt x="2073255" y="148987"/>
                  <a:pt x="2069541" y="151037"/>
                  <a:pt x="2055369" y="151722"/>
                </a:cubicBezTo>
                <a:cubicBezTo>
                  <a:pt x="2053976" y="153088"/>
                  <a:pt x="2053976" y="158099"/>
                  <a:pt x="2055369" y="159464"/>
                </a:cubicBezTo>
                <a:cubicBezTo>
                  <a:pt x="2065124" y="159239"/>
                  <a:pt x="2075577" y="159009"/>
                  <a:pt x="2088355" y="159009"/>
                </a:cubicBezTo>
                <a:cubicBezTo>
                  <a:pt x="2099507" y="159009"/>
                  <a:pt x="2106706" y="159239"/>
                  <a:pt x="2116694" y="159464"/>
                </a:cubicBezTo>
                <a:cubicBezTo>
                  <a:pt x="2118091" y="158099"/>
                  <a:pt x="2118091" y="153088"/>
                  <a:pt x="2116694" y="151722"/>
                </a:cubicBezTo>
                <a:cubicBezTo>
                  <a:pt x="2106940" y="151037"/>
                  <a:pt x="2103455" y="148987"/>
                  <a:pt x="2103455" y="130069"/>
                </a:cubicBezTo>
                <a:lnTo>
                  <a:pt x="2103455" y="83343"/>
                </a:lnTo>
                <a:cubicBezTo>
                  <a:pt x="2113210" y="77414"/>
                  <a:pt x="2120877" y="74679"/>
                  <a:pt x="2125059" y="74679"/>
                </a:cubicBezTo>
                <a:cubicBezTo>
                  <a:pt x="2134350" y="74679"/>
                  <a:pt x="2142481" y="78784"/>
                  <a:pt x="2142481" y="91777"/>
                </a:cubicBezTo>
                <a:lnTo>
                  <a:pt x="2142481" y="129839"/>
                </a:lnTo>
                <a:cubicBezTo>
                  <a:pt x="2142481" y="148987"/>
                  <a:pt x="2138763" y="151037"/>
                  <a:pt x="2129239" y="151722"/>
                </a:cubicBezTo>
                <a:cubicBezTo>
                  <a:pt x="2127845" y="153088"/>
                  <a:pt x="2127845" y="158099"/>
                  <a:pt x="2129239" y="159464"/>
                </a:cubicBezTo>
                <a:cubicBezTo>
                  <a:pt x="2138997" y="159239"/>
                  <a:pt x="2146430" y="159009"/>
                  <a:pt x="2157581" y="159009"/>
                </a:cubicBezTo>
                <a:cubicBezTo>
                  <a:pt x="2170356" y="159009"/>
                  <a:pt x="2180578" y="159239"/>
                  <a:pt x="2190567" y="159464"/>
                </a:cubicBezTo>
                <a:cubicBezTo>
                  <a:pt x="2191960" y="158099"/>
                  <a:pt x="2191960" y="153088"/>
                  <a:pt x="2190567" y="151722"/>
                </a:cubicBezTo>
                <a:cubicBezTo>
                  <a:pt x="2176396" y="151037"/>
                  <a:pt x="2172681" y="148987"/>
                  <a:pt x="2172681" y="129839"/>
                </a:cubicBezTo>
                <a:close/>
                <a:moveTo>
                  <a:pt x="2234934" y="96312"/>
                </a:moveTo>
                <a:cubicBezTo>
                  <a:pt x="2235168" y="88343"/>
                  <a:pt x="2236330" y="79687"/>
                  <a:pt x="2239581" y="75135"/>
                </a:cubicBezTo>
                <a:cubicBezTo>
                  <a:pt x="2243299" y="69668"/>
                  <a:pt x="2249569" y="67392"/>
                  <a:pt x="2252125" y="67392"/>
                </a:cubicBezTo>
                <a:cubicBezTo>
                  <a:pt x="2258399" y="67392"/>
                  <a:pt x="2266991" y="73314"/>
                  <a:pt x="2266991" y="91530"/>
                </a:cubicBezTo>
                <a:cubicBezTo>
                  <a:pt x="2266991" y="92896"/>
                  <a:pt x="2266991" y="95857"/>
                  <a:pt x="2266526" y="96312"/>
                </a:cubicBezTo>
                <a:lnTo>
                  <a:pt x="2234934" y="96312"/>
                </a:lnTo>
                <a:moveTo>
                  <a:pt x="2293940" y="129579"/>
                </a:moveTo>
                <a:cubicBezTo>
                  <a:pt x="2284416" y="139153"/>
                  <a:pt x="2271872" y="141658"/>
                  <a:pt x="2263042" y="141658"/>
                </a:cubicBezTo>
                <a:cubicBezTo>
                  <a:pt x="2244922" y="141658"/>
                  <a:pt x="2233775" y="131403"/>
                  <a:pt x="2233775" y="109069"/>
                </a:cubicBezTo>
                <a:cubicBezTo>
                  <a:pt x="2233775" y="107474"/>
                  <a:pt x="2234005" y="106560"/>
                  <a:pt x="2234005" y="105420"/>
                </a:cubicBezTo>
                <a:lnTo>
                  <a:pt x="2289758" y="105420"/>
                </a:lnTo>
                <a:cubicBezTo>
                  <a:pt x="2295333" y="105420"/>
                  <a:pt x="2296492" y="101549"/>
                  <a:pt x="2296492" y="98362"/>
                </a:cubicBezTo>
                <a:cubicBezTo>
                  <a:pt x="2296492" y="79006"/>
                  <a:pt x="2288829" y="57825"/>
                  <a:pt x="2254680" y="57825"/>
                </a:cubicBezTo>
                <a:cubicBezTo>
                  <a:pt x="2230290" y="57825"/>
                  <a:pt x="2202412" y="79006"/>
                  <a:pt x="2202412" y="113854"/>
                </a:cubicBezTo>
                <a:cubicBezTo>
                  <a:pt x="2202412" y="127073"/>
                  <a:pt x="2207293" y="140977"/>
                  <a:pt x="2217282" y="149859"/>
                </a:cubicBezTo>
                <a:cubicBezTo>
                  <a:pt x="2226108" y="157602"/>
                  <a:pt x="2237489" y="161244"/>
                  <a:pt x="2253982" y="161244"/>
                </a:cubicBezTo>
                <a:cubicBezTo>
                  <a:pt x="2270011" y="161244"/>
                  <a:pt x="2285809" y="153275"/>
                  <a:pt x="2297425" y="136647"/>
                </a:cubicBezTo>
                <a:cubicBezTo>
                  <a:pt x="2297425" y="133683"/>
                  <a:pt x="2296262" y="129579"/>
                  <a:pt x="2293940" y="129579"/>
                </a:cubicBezTo>
                <a:close/>
                <a:moveTo>
                  <a:pt x="2409157" y="88576"/>
                </a:moveTo>
                <a:lnTo>
                  <a:pt x="2409157" y="184092"/>
                </a:lnTo>
                <a:cubicBezTo>
                  <a:pt x="2409157" y="203056"/>
                  <a:pt x="2406605" y="203515"/>
                  <a:pt x="2392434" y="204654"/>
                </a:cubicBezTo>
                <a:cubicBezTo>
                  <a:pt x="2391041" y="206020"/>
                  <a:pt x="2391041" y="211031"/>
                  <a:pt x="2392434" y="212397"/>
                </a:cubicBezTo>
                <a:cubicBezTo>
                  <a:pt x="2402188" y="212171"/>
                  <a:pt x="2411946" y="211942"/>
                  <a:pt x="2424257" y="211942"/>
                </a:cubicBezTo>
                <a:cubicBezTo>
                  <a:pt x="2436571" y="211942"/>
                  <a:pt x="2446095" y="212171"/>
                  <a:pt x="2456084" y="212397"/>
                </a:cubicBezTo>
                <a:cubicBezTo>
                  <a:pt x="2457477" y="211031"/>
                  <a:pt x="2457477" y="206020"/>
                  <a:pt x="2456084" y="204654"/>
                </a:cubicBezTo>
                <a:cubicBezTo>
                  <a:pt x="2441912" y="203740"/>
                  <a:pt x="2439357" y="203056"/>
                  <a:pt x="2439357" y="184092"/>
                </a:cubicBezTo>
                <a:lnTo>
                  <a:pt x="2439357" y="157372"/>
                </a:lnTo>
                <a:cubicBezTo>
                  <a:pt x="2444468" y="159878"/>
                  <a:pt x="2449345" y="161244"/>
                  <a:pt x="2454921" y="161244"/>
                </a:cubicBezTo>
                <a:cubicBezTo>
                  <a:pt x="2490232" y="161244"/>
                  <a:pt x="2513229" y="138468"/>
                  <a:pt x="2513229" y="104979"/>
                </a:cubicBezTo>
                <a:cubicBezTo>
                  <a:pt x="2513229" y="92222"/>
                  <a:pt x="2508348" y="78099"/>
                  <a:pt x="2499288" y="69213"/>
                </a:cubicBezTo>
                <a:cubicBezTo>
                  <a:pt x="2491161" y="61245"/>
                  <a:pt x="2479545" y="57825"/>
                  <a:pt x="2467465" y="57825"/>
                </a:cubicBezTo>
                <a:cubicBezTo>
                  <a:pt x="2460727" y="57825"/>
                  <a:pt x="2448186" y="65797"/>
                  <a:pt x="2440055" y="73084"/>
                </a:cubicBezTo>
                <a:lnTo>
                  <a:pt x="2438662" y="73084"/>
                </a:lnTo>
                <a:cubicBezTo>
                  <a:pt x="2438194" y="66708"/>
                  <a:pt x="2437499" y="61700"/>
                  <a:pt x="2437499" y="61700"/>
                </a:cubicBezTo>
                <a:cubicBezTo>
                  <a:pt x="2437265" y="58965"/>
                  <a:pt x="2435408" y="57825"/>
                  <a:pt x="2432158" y="57825"/>
                </a:cubicBezTo>
                <a:cubicBezTo>
                  <a:pt x="2423562" y="60150"/>
                  <a:pt x="2409625" y="63340"/>
                  <a:pt x="2393596" y="65387"/>
                </a:cubicBezTo>
                <a:cubicBezTo>
                  <a:pt x="2393128" y="66756"/>
                  <a:pt x="2393596" y="71309"/>
                  <a:pt x="2394061" y="72678"/>
                </a:cubicBezTo>
                <a:cubicBezTo>
                  <a:pt x="2406835" y="73769"/>
                  <a:pt x="2409157" y="75590"/>
                  <a:pt x="2409157" y="88576"/>
                </a:cubicBezTo>
                <a:moveTo>
                  <a:pt x="2439357" y="144164"/>
                </a:moveTo>
                <a:lnTo>
                  <a:pt x="2439357" y="85841"/>
                </a:lnTo>
                <a:cubicBezTo>
                  <a:pt x="2439357" y="84476"/>
                  <a:pt x="2439357" y="83336"/>
                  <a:pt x="2439357" y="81970"/>
                </a:cubicBezTo>
                <a:cubicBezTo>
                  <a:pt x="2446095" y="76049"/>
                  <a:pt x="2454691" y="73084"/>
                  <a:pt x="2460032" y="73084"/>
                </a:cubicBezTo>
                <a:cubicBezTo>
                  <a:pt x="2469557" y="73084"/>
                  <a:pt x="2480708" y="84476"/>
                  <a:pt x="2480708" y="111130"/>
                </a:cubicBezTo>
                <a:cubicBezTo>
                  <a:pt x="2480708" y="130267"/>
                  <a:pt x="2473736" y="151680"/>
                  <a:pt x="2453528" y="151680"/>
                </a:cubicBezTo>
                <a:cubicBezTo>
                  <a:pt x="2450972" y="151680"/>
                  <a:pt x="2445166" y="150315"/>
                  <a:pt x="2439357" y="144164"/>
                </a:cubicBezTo>
                <a:close/>
                <a:moveTo>
                  <a:pt x="2590584" y="147809"/>
                </a:moveTo>
                <a:cubicBezTo>
                  <a:pt x="2592208" y="157147"/>
                  <a:pt x="2598481" y="161244"/>
                  <a:pt x="2608700" y="161244"/>
                </a:cubicBezTo>
                <a:cubicBezTo>
                  <a:pt x="2621479" y="161244"/>
                  <a:pt x="2630539" y="156462"/>
                  <a:pt x="2639134" y="148490"/>
                </a:cubicBezTo>
                <a:cubicBezTo>
                  <a:pt x="2638670" y="145759"/>
                  <a:pt x="2637738" y="143938"/>
                  <a:pt x="2634952" y="142113"/>
                </a:cubicBezTo>
                <a:cubicBezTo>
                  <a:pt x="2631932" y="144393"/>
                  <a:pt x="2629610" y="145303"/>
                  <a:pt x="2625197" y="145303"/>
                </a:cubicBezTo>
                <a:cubicBezTo>
                  <a:pt x="2620086" y="145303"/>
                  <a:pt x="2618693" y="141203"/>
                  <a:pt x="2618693" y="130041"/>
                </a:cubicBezTo>
                <a:lnTo>
                  <a:pt x="2619157" y="97236"/>
                </a:lnTo>
                <a:cubicBezTo>
                  <a:pt x="2619157" y="64431"/>
                  <a:pt x="2598481" y="57825"/>
                  <a:pt x="2579433" y="57825"/>
                </a:cubicBezTo>
                <a:cubicBezTo>
                  <a:pt x="2562476" y="57825"/>
                  <a:pt x="2536458" y="67392"/>
                  <a:pt x="2536458" y="82429"/>
                </a:cubicBezTo>
                <a:cubicBezTo>
                  <a:pt x="2536458" y="88806"/>
                  <a:pt x="2539244" y="93817"/>
                  <a:pt x="2548304" y="93817"/>
                </a:cubicBezTo>
                <a:cubicBezTo>
                  <a:pt x="2556666" y="93817"/>
                  <a:pt x="2562706" y="88806"/>
                  <a:pt x="2562706" y="83339"/>
                </a:cubicBezTo>
                <a:cubicBezTo>
                  <a:pt x="2562706" y="80379"/>
                  <a:pt x="2561083" y="76504"/>
                  <a:pt x="2561777" y="72633"/>
                </a:cubicBezTo>
                <a:cubicBezTo>
                  <a:pt x="2562011" y="70127"/>
                  <a:pt x="2563869" y="67392"/>
                  <a:pt x="2571536" y="67392"/>
                </a:cubicBezTo>
                <a:cubicBezTo>
                  <a:pt x="2581290" y="67392"/>
                  <a:pt x="2589422" y="71493"/>
                  <a:pt x="2589422" y="100426"/>
                </a:cubicBezTo>
                <a:lnTo>
                  <a:pt x="2573857" y="105208"/>
                </a:lnTo>
                <a:cubicBezTo>
                  <a:pt x="2549467" y="112725"/>
                  <a:pt x="2532276" y="119334"/>
                  <a:pt x="2532276" y="137328"/>
                </a:cubicBezTo>
                <a:cubicBezTo>
                  <a:pt x="2532276" y="153046"/>
                  <a:pt x="2541102" y="161244"/>
                  <a:pt x="2561313" y="161244"/>
                </a:cubicBezTo>
                <a:cubicBezTo>
                  <a:pt x="2568051" y="161244"/>
                  <a:pt x="2581524" y="153956"/>
                  <a:pt x="2589188" y="148035"/>
                </a:cubicBezTo>
                <a:lnTo>
                  <a:pt x="2590584" y="147809"/>
                </a:lnTo>
                <a:moveTo>
                  <a:pt x="2589422" y="109309"/>
                </a:moveTo>
                <a:lnTo>
                  <a:pt x="2589422" y="139378"/>
                </a:lnTo>
                <a:cubicBezTo>
                  <a:pt x="2583615" y="143934"/>
                  <a:pt x="2577806" y="147580"/>
                  <a:pt x="2573627" y="147580"/>
                </a:cubicBezTo>
                <a:cubicBezTo>
                  <a:pt x="2563635" y="147580"/>
                  <a:pt x="2560150" y="140974"/>
                  <a:pt x="2560150" y="133912"/>
                </a:cubicBezTo>
                <a:cubicBezTo>
                  <a:pt x="2560150" y="125485"/>
                  <a:pt x="2560849" y="118420"/>
                  <a:pt x="2577342" y="113183"/>
                </a:cubicBezTo>
                <a:lnTo>
                  <a:pt x="2589422" y="109309"/>
                </a:lnTo>
                <a:close/>
                <a:moveTo>
                  <a:pt x="2650747" y="125711"/>
                </a:moveTo>
                <a:cubicBezTo>
                  <a:pt x="2651675" y="136873"/>
                  <a:pt x="2652838" y="147580"/>
                  <a:pt x="2654695" y="156236"/>
                </a:cubicBezTo>
                <a:cubicBezTo>
                  <a:pt x="2659112" y="157602"/>
                  <a:pt x="2673978" y="161244"/>
                  <a:pt x="2686986" y="161244"/>
                </a:cubicBezTo>
                <a:cubicBezTo>
                  <a:pt x="2704872" y="161244"/>
                  <a:pt x="2727175" y="151680"/>
                  <a:pt x="2727175" y="131862"/>
                </a:cubicBezTo>
                <a:cubicBezTo>
                  <a:pt x="2727175" y="124116"/>
                  <a:pt x="2725314" y="117965"/>
                  <a:pt x="2719972" y="112269"/>
                </a:cubicBezTo>
                <a:cubicBezTo>
                  <a:pt x="2713234" y="104979"/>
                  <a:pt x="2703710" y="99286"/>
                  <a:pt x="2693026" y="94731"/>
                </a:cubicBezTo>
                <a:cubicBezTo>
                  <a:pt x="2683732" y="90856"/>
                  <a:pt x="2680482" y="83565"/>
                  <a:pt x="2680482" y="76959"/>
                </a:cubicBezTo>
                <a:cubicBezTo>
                  <a:pt x="2680482" y="71722"/>
                  <a:pt x="2684895" y="67392"/>
                  <a:pt x="2691633" y="67392"/>
                </a:cubicBezTo>
                <a:cubicBezTo>
                  <a:pt x="2699761" y="67392"/>
                  <a:pt x="2707662" y="74683"/>
                  <a:pt x="2713468" y="88580"/>
                </a:cubicBezTo>
                <a:cubicBezTo>
                  <a:pt x="2717651" y="89261"/>
                  <a:pt x="2720206" y="89035"/>
                  <a:pt x="2722528" y="87440"/>
                </a:cubicBezTo>
                <a:cubicBezTo>
                  <a:pt x="2722528" y="79239"/>
                  <a:pt x="2721599" y="70582"/>
                  <a:pt x="2719508" y="63292"/>
                </a:cubicBezTo>
                <a:cubicBezTo>
                  <a:pt x="2712075" y="60105"/>
                  <a:pt x="2706265" y="57825"/>
                  <a:pt x="2693491" y="57825"/>
                </a:cubicBezTo>
                <a:cubicBezTo>
                  <a:pt x="2681177" y="57825"/>
                  <a:pt x="2669565" y="62381"/>
                  <a:pt x="2662132" y="69672"/>
                </a:cubicBezTo>
                <a:cubicBezTo>
                  <a:pt x="2656787" y="74909"/>
                  <a:pt x="2654231" y="81289"/>
                  <a:pt x="2654231" y="87440"/>
                </a:cubicBezTo>
                <a:cubicBezTo>
                  <a:pt x="2654231" y="94272"/>
                  <a:pt x="2656787" y="99742"/>
                  <a:pt x="2661434" y="104523"/>
                </a:cubicBezTo>
                <a:cubicBezTo>
                  <a:pt x="2668636" y="112269"/>
                  <a:pt x="2681177" y="120245"/>
                  <a:pt x="2688379" y="123431"/>
                </a:cubicBezTo>
                <a:cubicBezTo>
                  <a:pt x="2697673" y="127532"/>
                  <a:pt x="2700225" y="135733"/>
                  <a:pt x="2700225" y="141199"/>
                </a:cubicBezTo>
                <a:cubicBezTo>
                  <a:pt x="2700225" y="148490"/>
                  <a:pt x="2692792" y="152365"/>
                  <a:pt x="2686522" y="152365"/>
                </a:cubicBezTo>
                <a:cubicBezTo>
                  <a:pt x="2676069" y="152365"/>
                  <a:pt x="2664918" y="142113"/>
                  <a:pt x="2660040" y="125256"/>
                </a:cubicBezTo>
                <a:cubicBezTo>
                  <a:pt x="2656322" y="124571"/>
                  <a:pt x="2654465" y="124800"/>
                  <a:pt x="2650747" y="125711"/>
                </a:cubicBezTo>
                <a:close/>
                <a:moveTo>
                  <a:pt x="2753422" y="60272"/>
                </a:moveTo>
                <a:cubicBezTo>
                  <a:pt x="2750172" y="60272"/>
                  <a:pt x="2746687" y="61186"/>
                  <a:pt x="2743667" y="63691"/>
                </a:cubicBezTo>
                <a:lnTo>
                  <a:pt x="2743667" y="70294"/>
                </a:lnTo>
                <a:cubicBezTo>
                  <a:pt x="2743667" y="71434"/>
                  <a:pt x="2743898" y="71660"/>
                  <a:pt x="2744827" y="71660"/>
                </a:cubicBezTo>
                <a:lnTo>
                  <a:pt x="2759926" y="71660"/>
                </a:lnTo>
                <a:cubicBezTo>
                  <a:pt x="2759462" y="94616"/>
                  <a:pt x="2759232" y="123709"/>
                  <a:pt x="2759232" y="135076"/>
                </a:cubicBezTo>
                <a:cubicBezTo>
                  <a:pt x="2759232" y="143031"/>
                  <a:pt x="2761323" y="150770"/>
                  <a:pt x="2766200" y="154867"/>
                </a:cubicBezTo>
                <a:cubicBezTo>
                  <a:pt x="2771542" y="159197"/>
                  <a:pt x="2779904" y="161244"/>
                  <a:pt x="2785479" y="161244"/>
                </a:cubicBezTo>
                <a:cubicBezTo>
                  <a:pt x="2798258" y="161244"/>
                  <a:pt x="2812425" y="154867"/>
                  <a:pt x="2817072" y="148490"/>
                </a:cubicBezTo>
                <a:cubicBezTo>
                  <a:pt x="2817072" y="145759"/>
                  <a:pt x="2815679" y="144393"/>
                  <a:pt x="2812893" y="142120"/>
                </a:cubicBezTo>
                <a:cubicBezTo>
                  <a:pt x="2809873" y="144393"/>
                  <a:pt x="2804064" y="145303"/>
                  <a:pt x="2799651" y="145303"/>
                </a:cubicBezTo>
                <a:cubicBezTo>
                  <a:pt x="2794539" y="145303"/>
                  <a:pt x="2789428" y="141439"/>
                  <a:pt x="2789428" y="130076"/>
                </a:cubicBezTo>
                <a:cubicBezTo>
                  <a:pt x="2789428" y="118709"/>
                  <a:pt x="2789198" y="94390"/>
                  <a:pt x="2789198" y="71660"/>
                </a:cubicBezTo>
                <a:lnTo>
                  <a:pt x="2812659" y="71660"/>
                </a:lnTo>
                <a:cubicBezTo>
                  <a:pt x="2814981" y="71660"/>
                  <a:pt x="2818235" y="70749"/>
                  <a:pt x="2818235" y="68699"/>
                </a:cubicBezTo>
                <a:lnTo>
                  <a:pt x="2818235" y="61641"/>
                </a:lnTo>
                <a:cubicBezTo>
                  <a:pt x="2818235" y="60730"/>
                  <a:pt x="2817537" y="60272"/>
                  <a:pt x="2816377" y="60272"/>
                </a:cubicBezTo>
                <a:lnTo>
                  <a:pt x="2789198" y="60272"/>
                </a:lnTo>
                <a:lnTo>
                  <a:pt x="2789428" y="52529"/>
                </a:lnTo>
                <a:cubicBezTo>
                  <a:pt x="2789892" y="37270"/>
                  <a:pt x="2790591" y="26796"/>
                  <a:pt x="2790591" y="26796"/>
                </a:cubicBezTo>
                <a:cubicBezTo>
                  <a:pt x="2790591" y="25427"/>
                  <a:pt x="2789892" y="24746"/>
                  <a:pt x="2788733" y="24746"/>
                </a:cubicBezTo>
                <a:cubicBezTo>
                  <a:pt x="2787106" y="24746"/>
                  <a:pt x="2778511" y="27252"/>
                  <a:pt x="2774796" y="28847"/>
                </a:cubicBezTo>
                <a:cubicBezTo>
                  <a:pt x="2770844" y="30438"/>
                  <a:pt x="2764109" y="31804"/>
                  <a:pt x="2762482" y="33854"/>
                </a:cubicBezTo>
                <a:cubicBezTo>
                  <a:pt x="2760855" y="35905"/>
                  <a:pt x="2759926" y="42055"/>
                  <a:pt x="2759926" y="60272"/>
                </a:cubicBezTo>
                <a:lnTo>
                  <a:pt x="2753422" y="60272"/>
                </a:lnTo>
                <a:close/>
                <a:moveTo>
                  <a:pt x="2983398" y="137328"/>
                </a:moveTo>
                <a:cubicBezTo>
                  <a:pt x="2978520" y="141203"/>
                  <a:pt x="2966210" y="146214"/>
                  <a:pt x="2963420" y="146214"/>
                </a:cubicBezTo>
                <a:cubicBezTo>
                  <a:pt x="2951805" y="146214"/>
                  <a:pt x="2942745" y="133457"/>
                  <a:pt x="2942745" y="106803"/>
                </a:cubicBezTo>
                <a:cubicBezTo>
                  <a:pt x="2942745" y="94731"/>
                  <a:pt x="2944142" y="84250"/>
                  <a:pt x="2948555" y="77188"/>
                </a:cubicBezTo>
                <a:cubicBezTo>
                  <a:pt x="2952503" y="71038"/>
                  <a:pt x="2958774" y="67392"/>
                  <a:pt x="2965742" y="67392"/>
                </a:cubicBezTo>
                <a:cubicBezTo>
                  <a:pt x="2971782" y="67392"/>
                  <a:pt x="2977592" y="68077"/>
                  <a:pt x="2983167" y="75593"/>
                </a:cubicBezTo>
                <a:lnTo>
                  <a:pt x="2983167" y="131636"/>
                </a:lnTo>
                <a:cubicBezTo>
                  <a:pt x="2983167" y="133457"/>
                  <a:pt x="2983167" y="135507"/>
                  <a:pt x="2983398" y="137328"/>
                </a:cubicBezTo>
                <a:moveTo>
                  <a:pt x="2984096" y="148035"/>
                </a:moveTo>
                <a:cubicBezTo>
                  <a:pt x="2984560" y="153501"/>
                  <a:pt x="2985025" y="157372"/>
                  <a:pt x="2985025" y="157372"/>
                </a:cubicBezTo>
                <a:cubicBezTo>
                  <a:pt x="2985259" y="160107"/>
                  <a:pt x="2987116" y="161244"/>
                  <a:pt x="2990366" y="161244"/>
                </a:cubicBezTo>
                <a:cubicBezTo>
                  <a:pt x="2998962" y="158922"/>
                  <a:pt x="3012899" y="155732"/>
                  <a:pt x="3028928" y="153682"/>
                </a:cubicBezTo>
                <a:cubicBezTo>
                  <a:pt x="3029392" y="152316"/>
                  <a:pt x="3028928" y="147764"/>
                  <a:pt x="3028464" y="146395"/>
                </a:cubicBezTo>
                <a:cubicBezTo>
                  <a:pt x="3015919" y="145258"/>
                  <a:pt x="3013364" y="141613"/>
                  <a:pt x="3013364" y="128637"/>
                </a:cubicBezTo>
                <a:lnTo>
                  <a:pt x="3013364" y="26247"/>
                </a:lnTo>
                <a:cubicBezTo>
                  <a:pt x="3013364" y="11471"/>
                  <a:pt x="3014062" y="3002"/>
                  <a:pt x="3014062" y="3002"/>
                </a:cubicBezTo>
                <a:cubicBezTo>
                  <a:pt x="3014062" y="924"/>
                  <a:pt x="3012435" y="0"/>
                  <a:pt x="3010344" y="0"/>
                </a:cubicBezTo>
                <a:cubicBezTo>
                  <a:pt x="3001752" y="2773"/>
                  <a:pt x="2983167" y="5313"/>
                  <a:pt x="2966674" y="6005"/>
                </a:cubicBezTo>
                <a:cubicBezTo>
                  <a:pt x="2965976" y="8740"/>
                  <a:pt x="2966210" y="11701"/>
                  <a:pt x="2967369" y="13751"/>
                </a:cubicBezTo>
                <a:cubicBezTo>
                  <a:pt x="2982005" y="14887"/>
                  <a:pt x="2983167" y="15113"/>
                  <a:pt x="2983167" y="30789"/>
                </a:cubicBezTo>
                <a:lnTo>
                  <a:pt x="2983167" y="60331"/>
                </a:lnTo>
                <a:cubicBezTo>
                  <a:pt x="2978751" y="58965"/>
                  <a:pt x="2973179" y="57825"/>
                  <a:pt x="2966440" y="57825"/>
                </a:cubicBezTo>
                <a:cubicBezTo>
                  <a:pt x="2936475" y="57825"/>
                  <a:pt x="2910223" y="83558"/>
                  <a:pt x="2910223" y="113837"/>
                </a:cubicBezTo>
                <a:cubicBezTo>
                  <a:pt x="2910223" y="127497"/>
                  <a:pt x="2915104" y="142982"/>
                  <a:pt x="2926486" y="151635"/>
                </a:cubicBezTo>
                <a:cubicBezTo>
                  <a:pt x="2934848" y="158057"/>
                  <a:pt x="2940657" y="161244"/>
                  <a:pt x="2953666" y="161244"/>
                </a:cubicBezTo>
                <a:cubicBezTo>
                  <a:pt x="2959936" y="161244"/>
                  <a:pt x="2977127" y="151225"/>
                  <a:pt x="2982005" y="148035"/>
                </a:cubicBezTo>
                <a:lnTo>
                  <a:pt x="2984096" y="148035"/>
                </a:lnTo>
                <a:close/>
                <a:moveTo>
                  <a:pt x="3073064" y="96312"/>
                </a:moveTo>
                <a:cubicBezTo>
                  <a:pt x="3073298" y="88343"/>
                  <a:pt x="3074461" y="79687"/>
                  <a:pt x="3077711" y="75135"/>
                </a:cubicBezTo>
                <a:cubicBezTo>
                  <a:pt x="3081429" y="69668"/>
                  <a:pt x="3087700" y="67392"/>
                  <a:pt x="3090255" y="67392"/>
                </a:cubicBezTo>
                <a:cubicBezTo>
                  <a:pt x="3096529" y="67392"/>
                  <a:pt x="3105121" y="73314"/>
                  <a:pt x="3105121" y="91530"/>
                </a:cubicBezTo>
                <a:cubicBezTo>
                  <a:pt x="3105121" y="92896"/>
                  <a:pt x="3105121" y="95857"/>
                  <a:pt x="3104657" y="96312"/>
                </a:cubicBezTo>
                <a:lnTo>
                  <a:pt x="3073064" y="96312"/>
                </a:lnTo>
                <a:moveTo>
                  <a:pt x="3132071" y="129579"/>
                </a:moveTo>
                <a:cubicBezTo>
                  <a:pt x="3122546" y="139153"/>
                  <a:pt x="3110002" y="141658"/>
                  <a:pt x="3101173" y="141658"/>
                </a:cubicBezTo>
                <a:cubicBezTo>
                  <a:pt x="3083053" y="141658"/>
                  <a:pt x="3071905" y="131403"/>
                  <a:pt x="3071905" y="109069"/>
                </a:cubicBezTo>
                <a:cubicBezTo>
                  <a:pt x="3071905" y="107474"/>
                  <a:pt x="3072135" y="106560"/>
                  <a:pt x="3072135" y="105420"/>
                </a:cubicBezTo>
                <a:lnTo>
                  <a:pt x="3127888" y="105420"/>
                </a:lnTo>
                <a:cubicBezTo>
                  <a:pt x="3133464" y="105420"/>
                  <a:pt x="3134623" y="101549"/>
                  <a:pt x="3134623" y="98362"/>
                </a:cubicBezTo>
                <a:cubicBezTo>
                  <a:pt x="3134623" y="79006"/>
                  <a:pt x="3126959" y="57825"/>
                  <a:pt x="3092811" y="57825"/>
                </a:cubicBezTo>
                <a:cubicBezTo>
                  <a:pt x="3068421" y="57825"/>
                  <a:pt x="3040543" y="79006"/>
                  <a:pt x="3040543" y="113854"/>
                </a:cubicBezTo>
                <a:cubicBezTo>
                  <a:pt x="3040543" y="127073"/>
                  <a:pt x="3045423" y="140977"/>
                  <a:pt x="3055412" y="149859"/>
                </a:cubicBezTo>
                <a:cubicBezTo>
                  <a:pt x="3064238" y="157602"/>
                  <a:pt x="3075620" y="161244"/>
                  <a:pt x="3092113" y="161244"/>
                </a:cubicBezTo>
                <a:cubicBezTo>
                  <a:pt x="3108141" y="161244"/>
                  <a:pt x="3123939" y="153275"/>
                  <a:pt x="3135555" y="136647"/>
                </a:cubicBezTo>
                <a:cubicBezTo>
                  <a:pt x="3135555" y="133683"/>
                  <a:pt x="3134392" y="129579"/>
                  <a:pt x="3132071" y="129579"/>
                </a:cubicBezTo>
                <a:close/>
                <a:moveTo>
                  <a:pt x="3245200" y="139153"/>
                </a:moveTo>
                <a:cubicBezTo>
                  <a:pt x="3245200" y="136418"/>
                  <a:pt x="3244735" y="132091"/>
                  <a:pt x="3242180" y="132091"/>
                </a:cubicBezTo>
                <a:cubicBezTo>
                  <a:pt x="3232886" y="140518"/>
                  <a:pt x="3224988" y="144848"/>
                  <a:pt x="3218254" y="144848"/>
                </a:cubicBezTo>
                <a:cubicBezTo>
                  <a:pt x="3200828" y="144848"/>
                  <a:pt x="3187125" y="132546"/>
                  <a:pt x="3187125" y="105208"/>
                </a:cubicBezTo>
                <a:cubicBezTo>
                  <a:pt x="3187125" y="79923"/>
                  <a:pt x="3192931" y="67392"/>
                  <a:pt x="3205245" y="67392"/>
                </a:cubicBezTo>
                <a:cubicBezTo>
                  <a:pt x="3213837" y="67392"/>
                  <a:pt x="3217321" y="76278"/>
                  <a:pt x="3218020" y="83565"/>
                </a:cubicBezTo>
                <a:cubicBezTo>
                  <a:pt x="3218718" y="89716"/>
                  <a:pt x="3224988" y="94275"/>
                  <a:pt x="3232421" y="94275"/>
                </a:cubicBezTo>
                <a:cubicBezTo>
                  <a:pt x="3239854" y="94275"/>
                  <a:pt x="3245200" y="88580"/>
                  <a:pt x="3245200" y="81515"/>
                </a:cubicBezTo>
                <a:cubicBezTo>
                  <a:pt x="3245200" y="71263"/>
                  <a:pt x="3232655" y="57825"/>
                  <a:pt x="3207333" y="57825"/>
                </a:cubicBezTo>
                <a:cubicBezTo>
                  <a:pt x="3179923" y="57825"/>
                  <a:pt x="3155763" y="79465"/>
                  <a:pt x="3155763" y="113183"/>
                </a:cubicBezTo>
                <a:cubicBezTo>
                  <a:pt x="3155763" y="127991"/>
                  <a:pt x="3161108" y="140974"/>
                  <a:pt x="3170168" y="149404"/>
                </a:cubicBezTo>
                <a:cubicBezTo>
                  <a:pt x="3179224" y="157828"/>
                  <a:pt x="3189911" y="161244"/>
                  <a:pt x="3206404" y="161244"/>
                </a:cubicBezTo>
                <a:cubicBezTo>
                  <a:pt x="3220341" y="161244"/>
                  <a:pt x="3236370" y="151680"/>
                  <a:pt x="3245200" y="139153"/>
                </a:cubicBezTo>
                <a:close/>
                <a:moveTo>
                  <a:pt x="3321626" y="147809"/>
                </a:moveTo>
                <a:cubicBezTo>
                  <a:pt x="3323249" y="157147"/>
                  <a:pt x="3329523" y="161244"/>
                  <a:pt x="3339742" y="161244"/>
                </a:cubicBezTo>
                <a:cubicBezTo>
                  <a:pt x="3352520" y="161244"/>
                  <a:pt x="3361580" y="156462"/>
                  <a:pt x="3370176" y="148490"/>
                </a:cubicBezTo>
                <a:cubicBezTo>
                  <a:pt x="3369711" y="145759"/>
                  <a:pt x="3368779" y="143938"/>
                  <a:pt x="3365993" y="142113"/>
                </a:cubicBezTo>
                <a:cubicBezTo>
                  <a:pt x="3362973" y="144393"/>
                  <a:pt x="3360651" y="145303"/>
                  <a:pt x="3356238" y="145303"/>
                </a:cubicBezTo>
                <a:cubicBezTo>
                  <a:pt x="3351127" y="145303"/>
                  <a:pt x="3349734" y="141203"/>
                  <a:pt x="3349734" y="130041"/>
                </a:cubicBezTo>
                <a:lnTo>
                  <a:pt x="3350198" y="97236"/>
                </a:lnTo>
                <a:cubicBezTo>
                  <a:pt x="3350198" y="64431"/>
                  <a:pt x="3329523" y="57825"/>
                  <a:pt x="3310474" y="57825"/>
                </a:cubicBezTo>
                <a:cubicBezTo>
                  <a:pt x="3293517" y="57825"/>
                  <a:pt x="3267500" y="67392"/>
                  <a:pt x="3267500" y="82429"/>
                </a:cubicBezTo>
                <a:cubicBezTo>
                  <a:pt x="3267500" y="88806"/>
                  <a:pt x="3270286" y="93817"/>
                  <a:pt x="3279346" y="93817"/>
                </a:cubicBezTo>
                <a:cubicBezTo>
                  <a:pt x="3287707" y="93817"/>
                  <a:pt x="3293747" y="88806"/>
                  <a:pt x="3293747" y="83339"/>
                </a:cubicBezTo>
                <a:cubicBezTo>
                  <a:pt x="3293747" y="80379"/>
                  <a:pt x="3292124" y="76504"/>
                  <a:pt x="3292819" y="72633"/>
                </a:cubicBezTo>
                <a:cubicBezTo>
                  <a:pt x="3293053" y="70127"/>
                  <a:pt x="3294910" y="67392"/>
                  <a:pt x="3302577" y="67392"/>
                </a:cubicBezTo>
                <a:cubicBezTo>
                  <a:pt x="3312332" y="67392"/>
                  <a:pt x="3320463" y="71493"/>
                  <a:pt x="3320463" y="100426"/>
                </a:cubicBezTo>
                <a:lnTo>
                  <a:pt x="3304899" y="105208"/>
                </a:lnTo>
                <a:cubicBezTo>
                  <a:pt x="3280508" y="112725"/>
                  <a:pt x="3263317" y="119334"/>
                  <a:pt x="3263317" y="137328"/>
                </a:cubicBezTo>
                <a:cubicBezTo>
                  <a:pt x="3263317" y="153046"/>
                  <a:pt x="3272143" y="161244"/>
                  <a:pt x="3292354" y="161244"/>
                </a:cubicBezTo>
                <a:cubicBezTo>
                  <a:pt x="3299093" y="161244"/>
                  <a:pt x="3312566" y="153956"/>
                  <a:pt x="3320229" y="148035"/>
                </a:cubicBezTo>
                <a:lnTo>
                  <a:pt x="3321626" y="147809"/>
                </a:lnTo>
                <a:moveTo>
                  <a:pt x="3320463" y="109309"/>
                </a:moveTo>
                <a:lnTo>
                  <a:pt x="3320463" y="139378"/>
                </a:lnTo>
                <a:cubicBezTo>
                  <a:pt x="3314657" y="143934"/>
                  <a:pt x="3308847" y="147580"/>
                  <a:pt x="3304668" y="147580"/>
                </a:cubicBezTo>
                <a:cubicBezTo>
                  <a:pt x="3294676" y="147580"/>
                  <a:pt x="3291192" y="140974"/>
                  <a:pt x="3291192" y="133912"/>
                </a:cubicBezTo>
                <a:cubicBezTo>
                  <a:pt x="3291192" y="125485"/>
                  <a:pt x="3291890" y="118420"/>
                  <a:pt x="3308383" y="113183"/>
                </a:cubicBezTo>
                <a:lnTo>
                  <a:pt x="3320463" y="109309"/>
                </a:lnTo>
                <a:close/>
                <a:moveTo>
                  <a:pt x="3452407" y="137328"/>
                </a:moveTo>
                <a:cubicBezTo>
                  <a:pt x="3447530" y="141203"/>
                  <a:pt x="3435219" y="146214"/>
                  <a:pt x="3432430" y="146214"/>
                </a:cubicBezTo>
                <a:cubicBezTo>
                  <a:pt x="3420814" y="146214"/>
                  <a:pt x="3411754" y="133457"/>
                  <a:pt x="3411754" y="106803"/>
                </a:cubicBezTo>
                <a:cubicBezTo>
                  <a:pt x="3411754" y="94731"/>
                  <a:pt x="3413151" y="84250"/>
                  <a:pt x="3417564" y="77188"/>
                </a:cubicBezTo>
                <a:cubicBezTo>
                  <a:pt x="3421512" y="71038"/>
                  <a:pt x="3427783" y="67392"/>
                  <a:pt x="3434751" y="67392"/>
                </a:cubicBezTo>
                <a:cubicBezTo>
                  <a:pt x="3440791" y="67392"/>
                  <a:pt x="3446601" y="68077"/>
                  <a:pt x="3452177" y="75593"/>
                </a:cubicBezTo>
                <a:lnTo>
                  <a:pt x="3452177" y="131636"/>
                </a:lnTo>
                <a:cubicBezTo>
                  <a:pt x="3452177" y="133457"/>
                  <a:pt x="3452177" y="135507"/>
                  <a:pt x="3452407" y="137328"/>
                </a:cubicBezTo>
                <a:moveTo>
                  <a:pt x="3453105" y="148035"/>
                </a:moveTo>
                <a:cubicBezTo>
                  <a:pt x="3453570" y="153501"/>
                  <a:pt x="3454034" y="157372"/>
                  <a:pt x="3454034" y="157372"/>
                </a:cubicBezTo>
                <a:cubicBezTo>
                  <a:pt x="3454268" y="160107"/>
                  <a:pt x="3456125" y="161244"/>
                  <a:pt x="3459376" y="161244"/>
                </a:cubicBezTo>
                <a:cubicBezTo>
                  <a:pt x="3467971" y="158922"/>
                  <a:pt x="3481908" y="155732"/>
                  <a:pt x="3497937" y="153682"/>
                </a:cubicBezTo>
                <a:cubicBezTo>
                  <a:pt x="3498401" y="152316"/>
                  <a:pt x="3497937" y="147764"/>
                  <a:pt x="3497473" y="146395"/>
                </a:cubicBezTo>
                <a:cubicBezTo>
                  <a:pt x="3484928" y="145258"/>
                  <a:pt x="3482373" y="141613"/>
                  <a:pt x="3482373" y="128637"/>
                </a:cubicBezTo>
                <a:lnTo>
                  <a:pt x="3482373" y="26247"/>
                </a:lnTo>
                <a:cubicBezTo>
                  <a:pt x="3482373" y="11471"/>
                  <a:pt x="3483071" y="3002"/>
                  <a:pt x="3483071" y="3002"/>
                </a:cubicBezTo>
                <a:cubicBezTo>
                  <a:pt x="3483071" y="924"/>
                  <a:pt x="3481444" y="0"/>
                  <a:pt x="3479353" y="0"/>
                </a:cubicBezTo>
                <a:cubicBezTo>
                  <a:pt x="3470761" y="2773"/>
                  <a:pt x="3452177" y="5313"/>
                  <a:pt x="3435684" y="6005"/>
                </a:cubicBezTo>
                <a:cubicBezTo>
                  <a:pt x="3434985" y="8740"/>
                  <a:pt x="3435219" y="11701"/>
                  <a:pt x="3436378" y="13751"/>
                </a:cubicBezTo>
                <a:cubicBezTo>
                  <a:pt x="3451014" y="14887"/>
                  <a:pt x="3452177" y="15113"/>
                  <a:pt x="3452177" y="30789"/>
                </a:cubicBezTo>
                <a:lnTo>
                  <a:pt x="3452177" y="60331"/>
                </a:lnTo>
                <a:cubicBezTo>
                  <a:pt x="3447760" y="58965"/>
                  <a:pt x="3442188" y="57825"/>
                  <a:pt x="3435450" y="57825"/>
                </a:cubicBezTo>
                <a:cubicBezTo>
                  <a:pt x="3405484" y="57825"/>
                  <a:pt x="3379233" y="83558"/>
                  <a:pt x="3379233" y="113837"/>
                </a:cubicBezTo>
                <a:cubicBezTo>
                  <a:pt x="3379233" y="127497"/>
                  <a:pt x="3384113" y="142982"/>
                  <a:pt x="3395495" y="151635"/>
                </a:cubicBezTo>
                <a:cubicBezTo>
                  <a:pt x="3403857" y="158057"/>
                  <a:pt x="3409666" y="161244"/>
                  <a:pt x="3422675" y="161244"/>
                </a:cubicBezTo>
                <a:cubicBezTo>
                  <a:pt x="3428945" y="161244"/>
                  <a:pt x="3446137" y="151225"/>
                  <a:pt x="3451014" y="148035"/>
                </a:cubicBezTo>
                <a:lnTo>
                  <a:pt x="3453105" y="148035"/>
                </a:lnTo>
                <a:close/>
                <a:moveTo>
                  <a:pt x="3542073" y="96312"/>
                </a:moveTo>
                <a:cubicBezTo>
                  <a:pt x="3542307" y="88343"/>
                  <a:pt x="3543470" y="79687"/>
                  <a:pt x="3546720" y="75135"/>
                </a:cubicBezTo>
                <a:cubicBezTo>
                  <a:pt x="3550438" y="69668"/>
                  <a:pt x="3556709" y="67392"/>
                  <a:pt x="3559264" y="67392"/>
                </a:cubicBezTo>
                <a:cubicBezTo>
                  <a:pt x="3565538" y="67392"/>
                  <a:pt x="3574130" y="73314"/>
                  <a:pt x="3574130" y="91530"/>
                </a:cubicBezTo>
                <a:cubicBezTo>
                  <a:pt x="3574130" y="92896"/>
                  <a:pt x="3574130" y="95857"/>
                  <a:pt x="3573666" y="96312"/>
                </a:cubicBezTo>
                <a:lnTo>
                  <a:pt x="3542073" y="96312"/>
                </a:lnTo>
                <a:moveTo>
                  <a:pt x="3601080" y="129579"/>
                </a:moveTo>
                <a:cubicBezTo>
                  <a:pt x="3591556" y="139153"/>
                  <a:pt x="3579011" y="141658"/>
                  <a:pt x="3570182" y="141658"/>
                </a:cubicBezTo>
                <a:cubicBezTo>
                  <a:pt x="3552062" y="141658"/>
                  <a:pt x="3540914" y="131403"/>
                  <a:pt x="3540914" y="109069"/>
                </a:cubicBezTo>
                <a:cubicBezTo>
                  <a:pt x="3540914" y="107474"/>
                  <a:pt x="3541145" y="106560"/>
                  <a:pt x="3541145" y="105420"/>
                </a:cubicBezTo>
                <a:lnTo>
                  <a:pt x="3596897" y="105420"/>
                </a:lnTo>
                <a:cubicBezTo>
                  <a:pt x="3602473" y="105420"/>
                  <a:pt x="3603632" y="101549"/>
                  <a:pt x="3603632" y="98362"/>
                </a:cubicBezTo>
                <a:cubicBezTo>
                  <a:pt x="3603632" y="79006"/>
                  <a:pt x="3595969" y="57825"/>
                  <a:pt x="3561820" y="57825"/>
                </a:cubicBezTo>
                <a:cubicBezTo>
                  <a:pt x="3537430" y="57825"/>
                  <a:pt x="3509552" y="79006"/>
                  <a:pt x="3509552" y="113854"/>
                </a:cubicBezTo>
                <a:cubicBezTo>
                  <a:pt x="3509552" y="127073"/>
                  <a:pt x="3514433" y="140977"/>
                  <a:pt x="3524421" y="149859"/>
                </a:cubicBezTo>
                <a:cubicBezTo>
                  <a:pt x="3533247" y="157602"/>
                  <a:pt x="3544629" y="161244"/>
                  <a:pt x="3561122" y="161244"/>
                </a:cubicBezTo>
                <a:cubicBezTo>
                  <a:pt x="3577150" y="161244"/>
                  <a:pt x="3592949" y="153275"/>
                  <a:pt x="3604564" y="136647"/>
                </a:cubicBezTo>
                <a:cubicBezTo>
                  <a:pt x="3604564" y="133683"/>
                  <a:pt x="3603402" y="129579"/>
                  <a:pt x="3601080" y="129579"/>
                </a:cubicBezTo>
                <a:close/>
                <a:moveTo>
                  <a:pt x="3623612" y="145759"/>
                </a:moveTo>
                <a:cubicBezTo>
                  <a:pt x="3623612" y="154412"/>
                  <a:pt x="3631045" y="161244"/>
                  <a:pt x="3640335" y="161244"/>
                </a:cubicBezTo>
                <a:cubicBezTo>
                  <a:pt x="3649629" y="161244"/>
                  <a:pt x="3657527" y="153956"/>
                  <a:pt x="3657527" y="145303"/>
                </a:cubicBezTo>
                <a:cubicBezTo>
                  <a:pt x="3657527" y="136421"/>
                  <a:pt x="3650094" y="129589"/>
                  <a:pt x="3640800" y="129589"/>
                </a:cubicBezTo>
                <a:cubicBezTo>
                  <a:pt x="3631509" y="129589"/>
                  <a:pt x="3623612" y="136876"/>
                  <a:pt x="3623612" y="145759"/>
                </a:cubicBezTo>
                <a:close/>
                <a:moveTo>
                  <a:pt x="3842902" y="131017"/>
                </a:moveTo>
                <a:lnTo>
                  <a:pt x="3842902" y="44554"/>
                </a:lnTo>
                <a:cubicBezTo>
                  <a:pt x="3842902" y="29990"/>
                  <a:pt x="3845223" y="21570"/>
                  <a:pt x="3853585" y="21570"/>
                </a:cubicBezTo>
                <a:lnTo>
                  <a:pt x="3858696" y="21570"/>
                </a:lnTo>
                <a:cubicBezTo>
                  <a:pt x="3876118" y="21570"/>
                  <a:pt x="3885876" y="27262"/>
                  <a:pt x="3889825" y="44780"/>
                </a:cubicBezTo>
                <a:cubicBezTo>
                  <a:pt x="3892381" y="44780"/>
                  <a:pt x="3896794" y="44554"/>
                  <a:pt x="3898885" y="43644"/>
                </a:cubicBezTo>
                <a:cubicBezTo>
                  <a:pt x="3897258" y="33177"/>
                  <a:pt x="3896095" y="21344"/>
                  <a:pt x="3895865" y="11096"/>
                </a:cubicBezTo>
                <a:cubicBezTo>
                  <a:pt x="3895865" y="10867"/>
                  <a:pt x="3895401" y="10411"/>
                  <a:pt x="3895167" y="10411"/>
                </a:cubicBezTo>
                <a:cubicBezTo>
                  <a:pt x="3887269" y="11096"/>
                  <a:pt x="3861486" y="12232"/>
                  <a:pt x="3843132" y="12232"/>
                </a:cubicBezTo>
                <a:lnTo>
                  <a:pt x="3810380" y="12232"/>
                </a:lnTo>
                <a:cubicBezTo>
                  <a:pt x="3792491" y="12232"/>
                  <a:pt x="3765081" y="11096"/>
                  <a:pt x="3756255" y="10411"/>
                </a:cubicBezTo>
                <a:cubicBezTo>
                  <a:pt x="3755790" y="10411"/>
                  <a:pt x="3755326" y="10867"/>
                  <a:pt x="3755326" y="11096"/>
                </a:cubicBezTo>
                <a:cubicBezTo>
                  <a:pt x="3754394" y="21344"/>
                  <a:pt x="3752072" y="33402"/>
                  <a:pt x="3749516" y="44325"/>
                </a:cubicBezTo>
                <a:cubicBezTo>
                  <a:pt x="3751838" y="45235"/>
                  <a:pt x="3755790" y="45464"/>
                  <a:pt x="3758576" y="45464"/>
                </a:cubicBezTo>
                <a:cubicBezTo>
                  <a:pt x="3763223" y="27262"/>
                  <a:pt x="3772747" y="21570"/>
                  <a:pt x="3788078" y="21570"/>
                </a:cubicBezTo>
                <a:lnTo>
                  <a:pt x="3799459" y="21570"/>
                </a:lnTo>
                <a:cubicBezTo>
                  <a:pt x="3808055" y="21570"/>
                  <a:pt x="3810380" y="29990"/>
                  <a:pt x="3810380" y="43869"/>
                </a:cubicBezTo>
                <a:lnTo>
                  <a:pt x="3810380" y="131017"/>
                </a:lnTo>
                <a:cubicBezTo>
                  <a:pt x="3810380" y="149901"/>
                  <a:pt x="3806428" y="151041"/>
                  <a:pt x="3787847" y="151722"/>
                </a:cubicBezTo>
                <a:cubicBezTo>
                  <a:pt x="3786451" y="153088"/>
                  <a:pt x="3786451" y="158099"/>
                  <a:pt x="3787847" y="159464"/>
                </a:cubicBezTo>
                <a:cubicBezTo>
                  <a:pt x="3799229" y="159239"/>
                  <a:pt x="3811309" y="159009"/>
                  <a:pt x="3826175" y="159009"/>
                </a:cubicBezTo>
                <a:cubicBezTo>
                  <a:pt x="3841505" y="159009"/>
                  <a:pt x="3853819" y="159239"/>
                  <a:pt x="3865435" y="159464"/>
                </a:cubicBezTo>
                <a:cubicBezTo>
                  <a:pt x="3866828" y="158099"/>
                  <a:pt x="3866828" y="153088"/>
                  <a:pt x="3865435" y="151722"/>
                </a:cubicBezTo>
                <a:cubicBezTo>
                  <a:pt x="3846850" y="151041"/>
                  <a:pt x="3842902" y="149901"/>
                  <a:pt x="3842902" y="131017"/>
                </a:cubicBezTo>
                <a:close/>
                <a:moveTo>
                  <a:pt x="4022932" y="129839"/>
                </a:moveTo>
                <a:lnTo>
                  <a:pt x="4022932" y="94282"/>
                </a:lnTo>
                <a:cubicBezTo>
                  <a:pt x="4022932" y="69213"/>
                  <a:pt x="4012011" y="57825"/>
                  <a:pt x="3992034" y="57825"/>
                </a:cubicBezTo>
                <a:cubicBezTo>
                  <a:pt x="3983438" y="57825"/>
                  <a:pt x="3966945" y="66252"/>
                  <a:pt x="3953706" y="74224"/>
                </a:cubicBezTo>
                <a:lnTo>
                  <a:pt x="3953706" y="26126"/>
                </a:lnTo>
                <a:cubicBezTo>
                  <a:pt x="3953706" y="11301"/>
                  <a:pt x="3954401" y="2919"/>
                  <a:pt x="3954401" y="2919"/>
                </a:cubicBezTo>
                <a:cubicBezTo>
                  <a:pt x="3954401" y="900"/>
                  <a:pt x="3952778" y="0"/>
                  <a:pt x="3950686" y="0"/>
                </a:cubicBezTo>
                <a:cubicBezTo>
                  <a:pt x="3942091" y="2693"/>
                  <a:pt x="3923507" y="5164"/>
                  <a:pt x="3907014" y="5835"/>
                </a:cubicBezTo>
                <a:cubicBezTo>
                  <a:pt x="3906315" y="8570"/>
                  <a:pt x="3906549" y="11075"/>
                  <a:pt x="3907712" y="13122"/>
                </a:cubicBezTo>
                <a:cubicBezTo>
                  <a:pt x="3922344" y="14265"/>
                  <a:pt x="3923507" y="14491"/>
                  <a:pt x="3923507" y="30230"/>
                </a:cubicBezTo>
                <a:lnTo>
                  <a:pt x="3923507" y="130069"/>
                </a:lnTo>
                <a:cubicBezTo>
                  <a:pt x="3923507" y="148987"/>
                  <a:pt x="3919792" y="151037"/>
                  <a:pt x="3905621" y="151722"/>
                </a:cubicBezTo>
                <a:cubicBezTo>
                  <a:pt x="3904228" y="153088"/>
                  <a:pt x="3904228" y="158099"/>
                  <a:pt x="3905621" y="159464"/>
                </a:cubicBezTo>
                <a:cubicBezTo>
                  <a:pt x="3915375" y="159239"/>
                  <a:pt x="3925828" y="159009"/>
                  <a:pt x="3938607" y="159009"/>
                </a:cubicBezTo>
                <a:cubicBezTo>
                  <a:pt x="3949758" y="159009"/>
                  <a:pt x="3956957" y="159239"/>
                  <a:pt x="3966945" y="159464"/>
                </a:cubicBezTo>
                <a:cubicBezTo>
                  <a:pt x="3968342" y="158099"/>
                  <a:pt x="3968342" y="153088"/>
                  <a:pt x="3966945" y="151722"/>
                </a:cubicBezTo>
                <a:cubicBezTo>
                  <a:pt x="3957191" y="151037"/>
                  <a:pt x="3953706" y="148987"/>
                  <a:pt x="3953706" y="130069"/>
                </a:cubicBezTo>
                <a:lnTo>
                  <a:pt x="3953706" y="83343"/>
                </a:lnTo>
                <a:cubicBezTo>
                  <a:pt x="3963461" y="77414"/>
                  <a:pt x="3971128" y="74679"/>
                  <a:pt x="3975311" y="74679"/>
                </a:cubicBezTo>
                <a:cubicBezTo>
                  <a:pt x="3984601" y="74679"/>
                  <a:pt x="3992732" y="78784"/>
                  <a:pt x="3992732" y="91777"/>
                </a:cubicBezTo>
                <a:lnTo>
                  <a:pt x="3992732" y="129839"/>
                </a:lnTo>
                <a:cubicBezTo>
                  <a:pt x="3992732" y="148987"/>
                  <a:pt x="3989014" y="151037"/>
                  <a:pt x="3979490" y="151722"/>
                </a:cubicBezTo>
                <a:cubicBezTo>
                  <a:pt x="3978097" y="153088"/>
                  <a:pt x="3978097" y="158099"/>
                  <a:pt x="3979490" y="159464"/>
                </a:cubicBezTo>
                <a:cubicBezTo>
                  <a:pt x="3989248" y="159239"/>
                  <a:pt x="3996681" y="159009"/>
                  <a:pt x="4007832" y="159009"/>
                </a:cubicBezTo>
                <a:cubicBezTo>
                  <a:pt x="4020607" y="159009"/>
                  <a:pt x="4030829" y="159239"/>
                  <a:pt x="4040818" y="159464"/>
                </a:cubicBezTo>
                <a:cubicBezTo>
                  <a:pt x="4042211" y="158099"/>
                  <a:pt x="4042211" y="153088"/>
                  <a:pt x="4040818" y="151722"/>
                </a:cubicBezTo>
                <a:cubicBezTo>
                  <a:pt x="4026647" y="151037"/>
                  <a:pt x="4022932" y="148987"/>
                  <a:pt x="4022932" y="129839"/>
                </a:cubicBezTo>
                <a:close/>
                <a:moveTo>
                  <a:pt x="4085185" y="96312"/>
                </a:moveTo>
                <a:cubicBezTo>
                  <a:pt x="4085419" y="88343"/>
                  <a:pt x="4086581" y="79687"/>
                  <a:pt x="4089832" y="75135"/>
                </a:cubicBezTo>
                <a:cubicBezTo>
                  <a:pt x="4093550" y="69668"/>
                  <a:pt x="4099820" y="67392"/>
                  <a:pt x="4102376" y="67392"/>
                </a:cubicBezTo>
                <a:cubicBezTo>
                  <a:pt x="4108650" y="67392"/>
                  <a:pt x="4117242" y="73314"/>
                  <a:pt x="4117242" y="91530"/>
                </a:cubicBezTo>
                <a:cubicBezTo>
                  <a:pt x="4117242" y="92896"/>
                  <a:pt x="4117242" y="95857"/>
                  <a:pt x="4116778" y="96312"/>
                </a:cubicBezTo>
                <a:lnTo>
                  <a:pt x="4085185" y="96312"/>
                </a:lnTo>
                <a:moveTo>
                  <a:pt x="4144191" y="129579"/>
                </a:moveTo>
                <a:cubicBezTo>
                  <a:pt x="4134667" y="139153"/>
                  <a:pt x="4122123" y="141658"/>
                  <a:pt x="4113293" y="141658"/>
                </a:cubicBezTo>
                <a:cubicBezTo>
                  <a:pt x="4095173" y="141658"/>
                  <a:pt x="4084026" y="131403"/>
                  <a:pt x="4084026" y="109069"/>
                </a:cubicBezTo>
                <a:cubicBezTo>
                  <a:pt x="4084026" y="107474"/>
                  <a:pt x="4084256" y="106560"/>
                  <a:pt x="4084256" y="105420"/>
                </a:cubicBezTo>
                <a:lnTo>
                  <a:pt x="4140009" y="105420"/>
                </a:lnTo>
                <a:cubicBezTo>
                  <a:pt x="4145585" y="105420"/>
                  <a:pt x="4146744" y="101549"/>
                  <a:pt x="4146744" y="98362"/>
                </a:cubicBezTo>
                <a:cubicBezTo>
                  <a:pt x="4146744" y="79006"/>
                  <a:pt x="4139080" y="57825"/>
                  <a:pt x="4104932" y="57825"/>
                </a:cubicBezTo>
                <a:cubicBezTo>
                  <a:pt x="4080541" y="57825"/>
                  <a:pt x="4052663" y="79006"/>
                  <a:pt x="4052663" y="113854"/>
                </a:cubicBezTo>
                <a:cubicBezTo>
                  <a:pt x="4052663" y="127073"/>
                  <a:pt x="4057544" y="140977"/>
                  <a:pt x="4067533" y="149859"/>
                </a:cubicBezTo>
                <a:cubicBezTo>
                  <a:pt x="4076359" y="157602"/>
                  <a:pt x="4087741" y="161244"/>
                  <a:pt x="4104233" y="161244"/>
                </a:cubicBezTo>
                <a:cubicBezTo>
                  <a:pt x="4120262" y="161244"/>
                  <a:pt x="4136060" y="153275"/>
                  <a:pt x="4147676" y="136647"/>
                </a:cubicBezTo>
                <a:cubicBezTo>
                  <a:pt x="4147676" y="133683"/>
                  <a:pt x="4146513" y="129579"/>
                  <a:pt x="4144191" y="129579"/>
                </a:cubicBezTo>
                <a:close/>
                <a:moveTo>
                  <a:pt x="4318415" y="149456"/>
                </a:moveTo>
                <a:lnTo>
                  <a:pt x="4304474" y="149456"/>
                </a:lnTo>
                <a:cubicBezTo>
                  <a:pt x="4299597" y="149456"/>
                  <a:pt x="4296346" y="145126"/>
                  <a:pt x="4296346" y="131448"/>
                </a:cubicBezTo>
                <a:lnTo>
                  <a:pt x="4296346" y="39824"/>
                </a:lnTo>
                <a:cubicBezTo>
                  <a:pt x="4296346" y="20906"/>
                  <a:pt x="4302851" y="19996"/>
                  <a:pt x="4315625" y="19311"/>
                </a:cubicBezTo>
                <a:cubicBezTo>
                  <a:pt x="4317950" y="17945"/>
                  <a:pt x="4317950" y="12934"/>
                  <a:pt x="4315625" y="11565"/>
                </a:cubicBezTo>
                <a:cubicBezTo>
                  <a:pt x="4296577" y="11794"/>
                  <a:pt x="4289608" y="12024"/>
                  <a:pt x="4280318" y="12024"/>
                </a:cubicBezTo>
                <a:cubicBezTo>
                  <a:pt x="4271024" y="12024"/>
                  <a:pt x="4244542" y="11565"/>
                  <a:pt x="4244542" y="11565"/>
                </a:cubicBezTo>
                <a:cubicBezTo>
                  <a:pt x="4242220" y="12934"/>
                  <a:pt x="4242220" y="17945"/>
                  <a:pt x="4244542" y="19311"/>
                </a:cubicBezTo>
                <a:cubicBezTo>
                  <a:pt x="4257320" y="19996"/>
                  <a:pt x="4263825" y="20906"/>
                  <a:pt x="4263825" y="39824"/>
                </a:cubicBezTo>
                <a:lnTo>
                  <a:pt x="4263825" y="131222"/>
                </a:lnTo>
                <a:cubicBezTo>
                  <a:pt x="4263825" y="150127"/>
                  <a:pt x="4257320" y="151041"/>
                  <a:pt x="4244542" y="151722"/>
                </a:cubicBezTo>
                <a:cubicBezTo>
                  <a:pt x="4242220" y="153088"/>
                  <a:pt x="4242220" y="158099"/>
                  <a:pt x="4244542" y="159464"/>
                </a:cubicBezTo>
                <a:cubicBezTo>
                  <a:pt x="4244542" y="159478"/>
                  <a:pt x="4271258" y="159020"/>
                  <a:pt x="4280318" y="159020"/>
                </a:cubicBezTo>
                <a:lnTo>
                  <a:pt x="4332118" y="159020"/>
                </a:lnTo>
                <a:cubicBezTo>
                  <a:pt x="4338856" y="159009"/>
                  <a:pt x="4359996" y="159464"/>
                  <a:pt x="4359996" y="159464"/>
                </a:cubicBezTo>
                <a:cubicBezTo>
                  <a:pt x="4362318" y="148077"/>
                  <a:pt x="4364640" y="133262"/>
                  <a:pt x="4366036" y="121412"/>
                </a:cubicBezTo>
                <a:cubicBezTo>
                  <a:pt x="4363711" y="120272"/>
                  <a:pt x="4358834" y="119817"/>
                  <a:pt x="4356044" y="120272"/>
                </a:cubicBezTo>
                <a:cubicBezTo>
                  <a:pt x="4351401" y="136692"/>
                  <a:pt x="4342805" y="149456"/>
                  <a:pt x="4318415" y="149456"/>
                </a:cubicBezTo>
                <a:close/>
                <a:moveTo>
                  <a:pt x="4439907" y="147809"/>
                </a:moveTo>
                <a:cubicBezTo>
                  <a:pt x="4441530" y="157147"/>
                  <a:pt x="4447804" y="161244"/>
                  <a:pt x="4458023" y="161244"/>
                </a:cubicBezTo>
                <a:cubicBezTo>
                  <a:pt x="4470801" y="161244"/>
                  <a:pt x="4479861" y="156462"/>
                  <a:pt x="4488457" y="148490"/>
                </a:cubicBezTo>
                <a:cubicBezTo>
                  <a:pt x="4487992" y="145759"/>
                  <a:pt x="4487060" y="143938"/>
                  <a:pt x="4484274" y="142113"/>
                </a:cubicBezTo>
                <a:cubicBezTo>
                  <a:pt x="4481254" y="144393"/>
                  <a:pt x="4478933" y="145303"/>
                  <a:pt x="4474520" y="145303"/>
                </a:cubicBezTo>
                <a:cubicBezTo>
                  <a:pt x="4469408" y="145303"/>
                  <a:pt x="4468015" y="141203"/>
                  <a:pt x="4468015" y="130041"/>
                </a:cubicBezTo>
                <a:lnTo>
                  <a:pt x="4468480" y="97236"/>
                </a:lnTo>
                <a:cubicBezTo>
                  <a:pt x="4468480" y="64431"/>
                  <a:pt x="4447804" y="57825"/>
                  <a:pt x="4428755" y="57825"/>
                </a:cubicBezTo>
                <a:cubicBezTo>
                  <a:pt x="4411798" y="57825"/>
                  <a:pt x="4385781" y="67392"/>
                  <a:pt x="4385781" y="82429"/>
                </a:cubicBezTo>
                <a:cubicBezTo>
                  <a:pt x="4385781" y="88806"/>
                  <a:pt x="4388567" y="93817"/>
                  <a:pt x="4397627" y="93817"/>
                </a:cubicBezTo>
                <a:cubicBezTo>
                  <a:pt x="4405989" y="93817"/>
                  <a:pt x="4412029" y="88806"/>
                  <a:pt x="4412029" y="83339"/>
                </a:cubicBezTo>
                <a:cubicBezTo>
                  <a:pt x="4412029" y="80379"/>
                  <a:pt x="4410405" y="76504"/>
                  <a:pt x="4411100" y="72633"/>
                </a:cubicBezTo>
                <a:cubicBezTo>
                  <a:pt x="4411334" y="70127"/>
                  <a:pt x="4413191" y="67392"/>
                  <a:pt x="4420858" y="67392"/>
                </a:cubicBezTo>
                <a:cubicBezTo>
                  <a:pt x="4430613" y="67392"/>
                  <a:pt x="4438744" y="71493"/>
                  <a:pt x="4438744" y="100426"/>
                </a:cubicBezTo>
                <a:lnTo>
                  <a:pt x="4423180" y="105208"/>
                </a:lnTo>
                <a:cubicBezTo>
                  <a:pt x="4398790" y="112725"/>
                  <a:pt x="4381598" y="119334"/>
                  <a:pt x="4381598" y="137328"/>
                </a:cubicBezTo>
                <a:cubicBezTo>
                  <a:pt x="4381598" y="153046"/>
                  <a:pt x="4390424" y="161244"/>
                  <a:pt x="4410636" y="161244"/>
                </a:cubicBezTo>
                <a:cubicBezTo>
                  <a:pt x="4417374" y="161244"/>
                  <a:pt x="4430847" y="153956"/>
                  <a:pt x="4438510" y="148035"/>
                </a:cubicBezTo>
                <a:lnTo>
                  <a:pt x="4439907" y="147809"/>
                </a:lnTo>
                <a:moveTo>
                  <a:pt x="4438744" y="109309"/>
                </a:moveTo>
                <a:lnTo>
                  <a:pt x="4438744" y="139378"/>
                </a:lnTo>
                <a:cubicBezTo>
                  <a:pt x="4432938" y="143934"/>
                  <a:pt x="4427128" y="147580"/>
                  <a:pt x="4422949" y="147580"/>
                </a:cubicBezTo>
                <a:cubicBezTo>
                  <a:pt x="4412957" y="147580"/>
                  <a:pt x="4409473" y="140974"/>
                  <a:pt x="4409473" y="133912"/>
                </a:cubicBezTo>
                <a:cubicBezTo>
                  <a:pt x="4409473" y="125485"/>
                  <a:pt x="4410171" y="118420"/>
                  <a:pt x="4426664" y="113183"/>
                </a:cubicBezTo>
                <a:lnTo>
                  <a:pt x="4438744" y="109309"/>
                </a:lnTo>
                <a:close/>
                <a:moveTo>
                  <a:pt x="4503089" y="57380"/>
                </a:moveTo>
                <a:cubicBezTo>
                  <a:pt x="4502625" y="57380"/>
                  <a:pt x="4501696" y="58294"/>
                  <a:pt x="4501696" y="58750"/>
                </a:cubicBezTo>
                <a:cubicBezTo>
                  <a:pt x="4501462" y="69005"/>
                  <a:pt x="4500069" y="79260"/>
                  <a:pt x="4498212" y="90428"/>
                </a:cubicBezTo>
                <a:cubicBezTo>
                  <a:pt x="4500303" y="91339"/>
                  <a:pt x="4505414" y="91794"/>
                  <a:pt x="4508200" y="91113"/>
                </a:cubicBezTo>
                <a:cubicBezTo>
                  <a:pt x="4512847" y="74624"/>
                  <a:pt x="4520046" y="69623"/>
                  <a:pt x="4527015" y="69394"/>
                </a:cubicBezTo>
                <a:lnTo>
                  <a:pt x="4550711" y="68709"/>
                </a:lnTo>
                <a:lnTo>
                  <a:pt x="4551175" y="69164"/>
                </a:lnTo>
                <a:cubicBezTo>
                  <a:pt x="4535380" y="94870"/>
                  <a:pt x="4512613" y="128303"/>
                  <a:pt x="4494958" y="151732"/>
                </a:cubicBezTo>
                <a:cubicBezTo>
                  <a:pt x="4492870" y="154467"/>
                  <a:pt x="4492870" y="155148"/>
                  <a:pt x="4492870" y="156288"/>
                </a:cubicBezTo>
                <a:cubicBezTo>
                  <a:pt x="4492870" y="157883"/>
                  <a:pt x="4494727" y="159020"/>
                  <a:pt x="4498212" y="159020"/>
                </a:cubicBezTo>
                <a:lnTo>
                  <a:pt x="4579982" y="159704"/>
                </a:lnTo>
                <a:cubicBezTo>
                  <a:pt x="4582768" y="151962"/>
                  <a:pt x="4585788" y="140133"/>
                  <a:pt x="4587415" y="128759"/>
                </a:cubicBezTo>
                <a:cubicBezTo>
                  <a:pt x="4585788" y="127848"/>
                  <a:pt x="4580910" y="127393"/>
                  <a:pt x="4578121" y="127393"/>
                </a:cubicBezTo>
                <a:lnTo>
                  <a:pt x="4574870" y="133989"/>
                </a:lnTo>
                <a:cubicBezTo>
                  <a:pt x="4568830" y="146044"/>
                  <a:pt x="4564184" y="150141"/>
                  <a:pt x="4552104" y="150141"/>
                </a:cubicBezTo>
                <a:lnTo>
                  <a:pt x="4529805" y="150141"/>
                </a:lnTo>
                <a:lnTo>
                  <a:pt x="4529571" y="149456"/>
                </a:lnTo>
                <a:cubicBezTo>
                  <a:pt x="4546762" y="127848"/>
                  <a:pt x="4569993" y="91912"/>
                  <a:pt x="4583930" y="69394"/>
                </a:cubicBezTo>
                <a:cubicBezTo>
                  <a:pt x="4587415" y="63702"/>
                  <a:pt x="4588109" y="61877"/>
                  <a:pt x="4588109" y="60967"/>
                </a:cubicBezTo>
                <a:cubicBezTo>
                  <a:pt x="4588109" y="60056"/>
                  <a:pt x="4586950" y="59372"/>
                  <a:pt x="4585323" y="59372"/>
                </a:cubicBezTo>
                <a:cubicBezTo>
                  <a:pt x="4584161" y="59372"/>
                  <a:pt x="4568366" y="59827"/>
                  <a:pt x="4561628" y="59827"/>
                </a:cubicBezTo>
                <a:lnTo>
                  <a:pt x="4516796" y="59827"/>
                </a:lnTo>
                <a:cubicBezTo>
                  <a:pt x="4509363" y="59660"/>
                  <a:pt x="4507272" y="58065"/>
                  <a:pt x="4503089" y="57380"/>
                </a:cubicBezTo>
                <a:close/>
                <a:moveTo>
                  <a:pt x="4662448" y="147809"/>
                </a:moveTo>
                <a:cubicBezTo>
                  <a:pt x="4664071" y="157147"/>
                  <a:pt x="4670345" y="161244"/>
                  <a:pt x="4680564" y="161244"/>
                </a:cubicBezTo>
                <a:cubicBezTo>
                  <a:pt x="4693342" y="161244"/>
                  <a:pt x="4702402" y="156462"/>
                  <a:pt x="4710998" y="148490"/>
                </a:cubicBezTo>
                <a:cubicBezTo>
                  <a:pt x="4710533" y="145759"/>
                  <a:pt x="4709601" y="143938"/>
                  <a:pt x="4706815" y="142113"/>
                </a:cubicBezTo>
                <a:cubicBezTo>
                  <a:pt x="4703795" y="144393"/>
                  <a:pt x="4701473" y="145303"/>
                  <a:pt x="4697060" y="145303"/>
                </a:cubicBezTo>
                <a:cubicBezTo>
                  <a:pt x="4691949" y="145303"/>
                  <a:pt x="4690556" y="141203"/>
                  <a:pt x="4690556" y="130041"/>
                </a:cubicBezTo>
                <a:lnTo>
                  <a:pt x="4691021" y="97236"/>
                </a:lnTo>
                <a:cubicBezTo>
                  <a:pt x="4691021" y="64431"/>
                  <a:pt x="4670345" y="57825"/>
                  <a:pt x="4651296" y="57825"/>
                </a:cubicBezTo>
                <a:cubicBezTo>
                  <a:pt x="4634339" y="57825"/>
                  <a:pt x="4608322" y="67392"/>
                  <a:pt x="4608322" y="82429"/>
                </a:cubicBezTo>
                <a:cubicBezTo>
                  <a:pt x="4608322" y="88806"/>
                  <a:pt x="4611108" y="93817"/>
                  <a:pt x="4620168" y="93817"/>
                </a:cubicBezTo>
                <a:cubicBezTo>
                  <a:pt x="4628530" y="93817"/>
                  <a:pt x="4634570" y="88806"/>
                  <a:pt x="4634570" y="83339"/>
                </a:cubicBezTo>
                <a:cubicBezTo>
                  <a:pt x="4634570" y="80379"/>
                  <a:pt x="4632946" y="76504"/>
                  <a:pt x="4633641" y="72633"/>
                </a:cubicBezTo>
                <a:cubicBezTo>
                  <a:pt x="4633875" y="70127"/>
                  <a:pt x="4635732" y="67392"/>
                  <a:pt x="4643399" y="67392"/>
                </a:cubicBezTo>
                <a:cubicBezTo>
                  <a:pt x="4653154" y="67392"/>
                  <a:pt x="4661285" y="71493"/>
                  <a:pt x="4661285" y="100426"/>
                </a:cubicBezTo>
                <a:lnTo>
                  <a:pt x="4645721" y="105208"/>
                </a:lnTo>
                <a:cubicBezTo>
                  <a:pt x="4621331" y="112725"/>
                  <a:pt x="4604139" y="119334"/>
                  <a:pt x="4604139" y="137328"/>
                </a:cubicBezTo>
                <a:cubicBezTo>
                  <a:pt x="4604139" y="153046"/>
                  <a:pt x="4612965" y="161244"/>
                  <a:pt x="4633177" y="161244"/>
                </a:cubicBezTo>
                <a:cubicBezTo>
                  <a:pt x="4639915" y="161244"/>
                  <a:pt x="4653388" y="153956"/>
                  <a:pt x="4661051" y="148035"/>
                </a:cubicBezTo>
                <a:lnTo>
                  <a:pt x="4662448" y="147809"/>
                </a:lnTo>
                <a:moveTo>
                  <a:pt x="4661285" y="109309"/>
                </a:moveTo>
                <a:lnTo>
                  <a:pt x="4661285" y="139378"/>
                </a:lnTo>
                <a:cubicBezTo>
                  <a:pt x="4655479" y="143934"/>
                  <a:pt x="4649669" y="147580"/>
                  <a:pt x="4645490" y="147580"/>
                </a:cubicBezTo>
                <a:cubicBezTo>
                  <a:pt x="4635498" y="147580"/>
                  <a:pt x="4632014" y="140974"/>
                  <a:pt x="4632014" y="133912"/>
                </a:cubicBezTo>
                <a:cubicBezTo>
                  <a:pt x="4632014" y="125485"/>
                  <a:pt x="4632712" y="118420"/>
                  <a:pt x="4649205" y="113183"/>
                </a:cubicBezTo>
                <a:lnTo>
                  <a:pt x="4661285" y="109309"/>
                </a:lnTo>
                <a:close/>
                <a:moveTo>
                  <a:pt x="4764426" y="97928"/>
                </a:moveTo>
                <a:cubicBezTo>
                  <a:pt x="4764426" y="89720"/>
                  <a:pt x="4766981" y="86300"/>
                  <a:pt x="4770001" y="82881"/>
                </a:cubicBezTo>
                <a:cubicBezTo>
                  <a:pt x="4771859" y="80601"/>
                  <a:pt x="4773950" y="79006"/>
                  <a:pt x="4777434" y="79006"/>
                </a:cubicBezTo>
                <a:cubicBezTo>
                  <a:pt x="4779525" y="79006"/>
                  <a:pt x="4782078" y="81060"/>
                  <a:pt x="4783938" y="83339"/>
                </a:cubicBezTo>
                <a:cubicBezTo>
                  <a:pt x="4785565" y="85160"/>
                  <a:pt x="4789514" y="86985"/>
                  <a:pt x="4794856" y="86985"/>
                </a:cubicBezTo>
                <a:cubicBezTo>
                  <a:pt x="4801594" y="86985"/>
                  <a:pt x="4808098" y="80146"/>
                  <a:pt x="4808098" y="70582"/>
                </a:cubicBezTo>
                <a:cubicBezTo>
                  <a:pt x="4808098" y="64661"/>
                  <a:pt x="4801126" y="57825"/>
                  <a:pt x="4792764" y="57825"/>
                </a:cubicBezTo>
                <a:cubicBezTo>
                  <a:pt x="4784633" y="57825"/>
                  <a:pt x="4775807" y="64661"/>
                  <a:pt x="4765120" y="79691"/>
                </a:cubicBezTo>
                <a:lnTo>
                  <a:pt x="4764192" y="79691"/>
                </a:lnTo>
                <a:cubicBezTo>
                  <a:pt x="4763727" y="72858"/>
                  <a:pt x="4762565" y="61700"/>
                  <a:pt x="4762565" y="61700"/>
                </a:cubicBezTo>
                <a:cubicBezTo>
                  <a:pt x="4762334" y="59650"/>
                  <a:pt x="4760477" y="57825"/>
                  <a:pt x="4757223" y="57825"/>
                </a:cubicBezTo>
                <a:cubicBezTo>
                  <a:pt x="4746306" y="60605"/>
                  <a:pt x="4733995" y="63795"/>
                  <a:pt x="4718661" y="65387"/>
                </a:cubicBezTo>
                <a:cubicBezTo>
                  <a:pt x="4718197" y="66756"/>
                  <a:pt x="4718661" y="71083"/>
                  <a:pt x="4719126" y="72448"/>
                </a:cubicBezTo>
                <a:cubicBezTo>
                  <a:pt x="4731904" y="73588"/>
                  <a:pt x="4734226" y="75639"/>
                  <a:pt x="4734226" y="88621"/>
                </a:cubicBezTo>
                <a:lnTo>
                  <a:pt x="4734226" y="131222"/>
                </a:lnTo>
                <a:cubicBezTo>
                  <a:pt x="4734226" y="150127"/>
                  <a:pt x="4731670" y="150586"/>
                  <a:pt x="4717499" y="151722"/>
                </a:cubicBezTo>
                <a:cubicBezTo>
                  <a:pt x="4716106" y="153088"/>
                  <a:pt x="4716106" y="158099"/>
                  <a:pt x="4717499" y="159464"/>
                </a:cubicBezTo>
                <a:cubicBezTo>
                  <a:pt x="4727257" y="159239"/>
                  <a:pt x="4737012" y="159009"/>
                  <a:pt x="4749326" y="159009"/>
                </a:cubicBezTo>
                <a:cubicBezTo>
                  <a:pt x="4761636" y="159009"/>
                  <a:pt x="4771160" y="159239"/>
                  <a:pt x="4781149" y="159464"/>
                </a:cubicBezTo>
                <a:cubicBezTo>
                  <a:pt x="4782545" y="158099"/>
                  <a:pt x="4782545" y="153088"/>
                  <a:pt x="4781149" y="151722"/>
                </a:cubicBezTo>
                <a:cubicBezTo>
                  <a:pt x="4766981" y="150811"/>
                  <a:pt x="4764426" y="150127"/>
                  <a:pt x="4764426" y="131222"/>
                </a:cubicBezTo>
                <a:lnTo>
                  <a:pt x="4764426" y="97928"/>
                </a:lnTo>
                <a:close/>
                <a:moveTo>
                  <a:pt x="4929356" y="128710"/>
                </a:moveTo>
                <a:lnTo>
                  <a:pt x="4929356" y="89389"/>
                </a:lnTo>
                <a:cubicBezTo>
                  <a:pt x="4929356" y="70301"/>
                  <a:pt x="4929821" y="73025"/>
                  <a:pt x="4929821" y="67573"/>
                </a:cubicBezTo>
                <a:cubicBezTo>
                  <a:pt x="4929821" y="63702"/>
                  <a:pt x="4928892" y="61196"/>
                  <a:pt x="4927499" y="59827"/>
                </a:cubicBezTo>
                <a:cubicBezTo>
                  <a:pt x="4923316" y="60056"/>
                  <a:pt x="4918669" y="60286"/>
                  <a:pt x="4914256" y="60286"/>
                </a:cubicBezTo>
                <a:cubicBezTo>
                  <a:pt x="4907752" y="60286"/>
                  <a:pt x="4892652" y="60056"/>
                  <a:pt x="4883592" y="59827"/>
                </a:cubicBezTo>
                <a:cubicBezTo>
                  <a:pt x="4882199" y="61196"/>
                  <a:pt x="4882199" y="66207"/>
                  <a:pt x="4883592" y="67573"/>
                </a:cubicBezTo>
                <a:cubicBezTo>
                  <a:pt x="4895442" y="68709"/>
                  <a:pt x="4899156" y="70301"/>
                  <a:pt x="4899156" y="89389"/>
                </a:cubicBezTo>
                <a:lnTo>
                  <a:pt x="4899156" y="131438"/>
                </a:lnTo>
                <a:cubicBezTo>
                  <a:pt x="4899156" y="133711"/>
                  <a:pt x="4899156" y="135983"/>
                  <a:pt x="4899390" y="138256"/>
                </a:cubicBezTo>
                <a:cubicBezTo>
                  <a:pt x="4889866" y="143938"/>
                  <a:pt x="4882199" y="144393"/>
                  <a:pt x="4878016" y="144393"/>
                </a:cubicBezTo>
                <a:cubicBezTo>
                  <a:pt x="4868726" y="144393"/>
                  <a:pt x="4861758" y="143257"/>
                  <a:pt x="4861758" y="127348"/>
                </a:cubicBezTo>
                <a:lnTo>
                  <a:pt x="4861758" y="89389"/>
                </a:lnTo>
                <a:cubicBezTo>
                  <a:pt x="4861758" y="70301"/>
                  <a:pt x="4862222" y="73025"/>
                  <a:pt x="4862222" y="67573"/>
                </a:cubicBezTo>
                <a:cubicBezTo>
                  <a:pt x="4862222" y="63702"/>
                  <a:pt x="4861293" y="61196"/>
                  <a:pt x="4859900" y="59827"/>
                </a:cubicBezTo>
                <a:cubicBezTo>
                  <a:pt x="4855718" y="60056"/>
                  <a:pt x="4850840" y="60286"/>
                  <a:pt x="4846658" y="60286"/>
                </a:cubicBezTo>
                <a:cubicBezTo>
                  <a:pt x="4834812" y="60286"/>
                  <a:pt x="4825982" y="60056"/>
                  <a:pt x="4815993" y="59827"/>
                </a:cubicBezTo>
                <a:cubicBezTo>
                  <a:pt x="4814600" y="61196"/>
                  <a:pt x="4814600" y="66207"/>
                  <a:pt x="4815993" y="67573"/>
                </a:cubicBezTo>
                <a:cubicBezTo>
                  <a:pt x="4826680" y="68028"/>
                  <a:pt x="4831558" y="70301"/>
                  <a:pt x="4831558" y="89389"/>
                </a:cubicBezTo>
                <a:lnTo>
                  <a:pt x="4831558" y="124846"/>
                </a:lnTo>
                <a:cubicBezTo>
                  <a:pt x="4831558" y="148949"/>
                  <a:pt x="4841316" y="161244"/>
                  <a:pt x="4861293" y="161244"/>
                </a:cubicBezTo>
                <a:cubicBezTo>
                  <a:pt x="4869655" y="161244"/>
                  <a:pt x="4886612" y="154641"/>
                  <a:pt x="4900085" y="147354"/>
                </a:cubicBezTo>
                <a:cubicBezTo>
                  <a:pt x="4900549" y="153046"/>
                  <a:pt x="4901017" y="157372"/>
                  <a:pt x="4901017" y="157372"/>
                </a:cubicBezTo>
                <a:cubicBezTo>
                  <a:pt x="4901248" y="160107"/>
                  <a:pt x="4903105" y="161244"/>
                  <a:pt x="4906359" y="161244"/>
                </a:cubicBezTo>
                <a:cubicBezTo>
                  <a:pt x="4914955" y="158922"/>
                  <a:pt x="4928892" y="155732"/>
                  <a:pt x="4944920" y="153682"/>
                </a:cubicBezTo>
                <a:cubicBezTo>
                  <a:pt x="4945385" y="152316"/>
                  <a:pt x="4944920" y="147764"/>
                  <a:pt x="4944456" y="146395"/>
                </a:cubicBezTo>
                <a:cubicBezTo>
                  <a:pt x="4931912" y="145303"/>
                  <a:pt x="4929356" y="141665"/>
                  <a:pt x="4929356" y="128710"/>
                </a:cubicBezTo>
                <a:close/>
                <a:moveTo>
                  <a:pt x="4960948" y="125711"/>
                </a:moveTo>
                <a:cubicBezTo>
                  <a:pt x="4961876" y="136873"/>
                  <a:pt x="4963039" y="147580"/>
                  <a:pt x="4964896" y="156236"/>
                </a:cubicBezTo>
                <a:cubicBezTo>
                  <a:pt x="4969313" y="157602"/>
                  <a:pt x="4984179" y="161244"/>
                  <a:pt x="4997187" y="161244"/>
                </a:cubicBezTo>
                <a:cubicBezTo>
                  <a:pt x="5015073" y="161244"/>
                  <a:pt x="5037376" y="151680"/>
                  <a:pt x="5037376" y="131862"/>
                </a:cubicBezTo>
                <a:cubicBezTo>
                  <a:pt x="5037376" y="124116"/>
                  <a:pt x="5035515" y="117965"/>
                  <a:pt x="5030173" y="112269"/>
                </a:cubicBezTo>
                <a:cubicBezTo>
                  <a:pt x="5023435" y="104979"/>
                  <a:pt x="5013911" y="99286"/>
                  <a:pt x="5003227" y="94731"/>
                </a:cubicBezTo>
                <a:cubicBezTo>
                  <a:pt x="4993933" y="90856"/>
                  <a:pt x="4990683" y="83565"/>
                  <a:pt x="4990683" y="76959"/>
                </a:cubicBezTo>
                <a:cubicBezTo>
                  <a:pt x="4990683" y="71722"/>
                  <a:pt x="4995096" y="67392"/>
                  <a:pt x="5001834" y="67392"/>
                </a:cubicBezTo>
                <a:cubicBezTo>
                  <a:pt x="5009962" y="67392"/>
                  <a:pt x="5017863" y="74683"/>
                  <a:pt x="5023669" y="88580"/>
                </a:cubicBezTo>
                <a:cubicBezTo>
                  <a:pt x="5027852" y="89261"/>
                  <a:pt x="5030407" y="89035"/>
                  <a:pt x="5032729" y="87440"/>
                </a:cubicBezTo>
                <a:cubicBezTo>
                  <a:pt x="5032729" y="79239"/>
                  <a:pt x="5031800" y="70582"/>
                  <a:pt x="5029709" y="63292"/>
                </a:cubicBezTo>
                <a:cubicBezTo>
                  <a:pt x="5022276" y="60105"/>
                  <a:pt x="5016466" y="57825"/>
                  <a:pt x="5003692" y="57825"/>
                </a:cubicBezTo>
                <a:cubicBezTo>
                  <a:pt x="4991378" y="57825"/>
                  <a:pt x="4979766" y="62381"/>
                  <a:pt x="4972333" y="69672"/>
                </a:cubicBezTo>
                <a:cubicBezTo>
                  <a:pt x="4966988" y="74909"/>
                  <a:pt x="4964432" y="81289"/>
                  <a:pt x="4964432" y="87440"/>
                </a:cubicBezTo>
                <a:cubicBezTo>
                  <a:pt x="4964432" y="94272"/>
                  <a:pt x="4966988" y="99742"/>
                  <a:pt x="4971635" y="104523"/>
                </a:cubicBezTo>
                <a:cubicBezTo>
                  <a:pt x="4978837" y="112269"/>
                  <a:pt x="4991378" y="120245"/>
                  <a:pt x="4998580" y="123431"/>
                </a:cubicBezTo>
                <a:cubicBezTo>
                  <a:pt x="5007874" y="127532"/>
                  <a:pt x="5010426" y="135733"/>
                  <a:pt x="5010426" y="141199"/>
                </a:cubicBezTo>
                <a:cubicBezTo>
                  <a:pt x="5010426" y="148490"/>
                  <a:pt x="5002993" y="152365"/>
                  <a:pt x="4996723" y="152365"/>
                </a:cubicBezTo>
                <a:cubicBezTo>
                  <a:pt x="4986270" y="152365"/>
                  <a:pt x="4975119" y="142113"/>
                  <a:pt x="4970242" y="125256"/>
                </a:cubicBezTo>
                <a:cubicBezTo>
                  <a:pt x="4966523" y="124571"/>
                  <a:pt x="4964666" y="124800"/>
                  <a:pt x="4960948" y="125711"/>
                </a:cubicBezTo>
                <a:close/>
                <a:moveTo>
                  <a:pt x="5196266" y="93431"/>
                </a:moveTo>
                <a:cubicBezTo>
                  <a:pt x="5196266" y="115359"/>
                  <a:pt x="5189762" y="118097"/>
                  <a:pt x="5183722" y="118097"/>
                </a:cubicBezTo>
                <a:cubicBezTo>
                  <a:pt x="5169320" y="118097"/>
                  <a:pt x="5167459" y="101198"/>
                  <a:pt x="5167459" y="89549"/>
                </a:cubicBezTo>
                <a:cubicBezTo>
                  <a:pt x="5167459" y="72647"/>
                  <a:pt x="5171642" y="66482"/>
                  <a:pt x="5180702" y="66482"/>
                </a:cubicBezTo>
                <a:cubicBezTo>
                  <a:pt x="5191619" y="66482"/>
                  <a:pt x="5196266" y="75388"/>
                  <a:pt x="5196266" y="93431"/>
                </a:cubicBezTo>
                <a:moveTo>
                  <a:pt x="5169550" y="164802"/>
                </a:moveTo>
                <a:cubicBezTo>
                  <a:pt x="5187440" y="164802"/>
                  <a:pt x="5221819" y="165487"/>
                  <a:pt x="5221819" y="177549"/>
                </a:cubicBezTo>
                <a:cubicBezTo>
                  <a:pt x="5221819" y="185743"/>
                  <a:pt x="5218101" y="195074"/>
                  <a:pt x="5210437" y="199171"/>
                </a:cubicBezTo>
                <a:cubicBezTo>
                  <a:pt x="5203235" y="203268"/>
                  <a:pt x="5191389" y="203723"/>
                  <a:pt x="5182559" y="203723"/>
                </a:cubicBezTo>
                <a:cubicBezTo>
                  <a:pt x="5167229" y="203723"/>
                  <a:pt x="5156776" y="192571"/>
                  <a:pt x="5156776" y="180965"/>
                </a:cubicBezTo>
                <a:cubicBezTo>
                  <a:pt x="5156776" y="173226"/>
                  <a:pt x="5156776" y="167989"/>
                  <a:pt x="5159331" y="163436"/>
                </a:cubicBezTo>
                <a:cubicBezTo>
                  <a:pt x="5161653" y="164347"/>
                  <a:pt x="5164673" y="164802"/>
                  <a:pt x="5169550" y="164802"/>
                </a:cubicBezTo>
                <a:moveTo>
                  <a:pt x="5237383" y="69224"/>
                </a:moveTo>
                <a:cubicBezTo>
                  <a:pt x="5243887" y="69224"/>
                  <a:pt x="5247602" y="66482"/>
                  <a:pt x="5247602" y="58055"/>
                </a:cubicBezTo>
                <a:cubicBezTo>
                  <a:pt x="5247602" y="53728"/>
                  <a:pt x="5241566" y="47122"/>
                  <a:pt x="5232736" y="47122"/>
                </a:cubicBezTo>
                <a:cubicBezTo>
                  <a:pt x="5222517" y="47122"/>
                  <a:pt x="5209041" y="54639"/>
                  <a:pt x="5202306" y="60560"/>
                </a:cubicBezTo>
                <a:cubicBezTo>
                  <a:pt x="5198123" y="58284"/>
                  <a:pt x="5193246" y="57825"/>
                  <a:pt x="5182793" y="57825"/>
                </a:cubicBezTo>
                <a:cubicBezTo>
                  <a:pt x="5172804" y="57825"/>
                  <a:pt x="5163046" y="60105"/>
                  <a:pt x="5155383" y="65116"/>
                </a:cubicBezTo>
                <a:cubicBezTo>
                  <a:pt x="5145858" y="71048"/>
                  <a:pt x="5139585" y="79958"/>
                  <a:pt x="5139585" y="91607"/>
                </a:cubicBezTo>
                <a:cubicBezTo>
                  <a:pt x="5139585" y="102796"/>
                  <a:pt x="5146323" y="114900"/>
                  <a:pt x="5157470" y="120832"/>
                </a:cubicBezTo>
                <a:cubicBezTo>
                  <a:pt x="5150271" y="126983"/>
                  <a:pt x="5139120" y="139066"/>
                  <a:pt x="5139120" y="143625"/>
                </a:cubicBezTo>
                <a:cubicBezTo>
                  <a:pt x="5139120" y="147951"/>
                  <a:pt x="5139818" y="150683"/>
                  <a:pt x="5142140" y="154099"/>
                </a:cubicBezTo>
                <a:cubicBezTo>
                  <a:pt x="5144231" y="157289"/>
                  <a:pt x="5147018" y="159110"/>
                  <a:pt x="5151664" y="160476"/>
                </a:cubicBezTo>
                <a:cubicBezTo>
                  <a:pt x="5141676" y="166397"/>
                  <a:pt x="5131453" y="179370"/>
                  <a:pt x="5131453" y="183241"/>
                </a:cubicBezTo>
                <a:cubicBezTo>
                  <a:pt x="5131453" y="191661"/>
                  <a:pt x="5134243" y="201447"/>
                  <a:pt x="5140513" y="205773"/>
                </a:cubicBezTo>
                <a:cubicBezTo>
                  <a:pt x="5149573" y="211921"/>
                  <a:pt x="5164907" y="213286"/>
                  <a:pt x="5176055" y="213286"/>
                </a:cubicBezTo>
                <a:cubicBezTo>
                  <a:pt x="5208346" y="213286"/>
                  <a:pt x="5245280" y="196669"/>
                  <a:pt x="5245280" y="171631"/>
                </a:cubicBezTo>
                <a:cubicBezTo>
                  <a:pt x="5245280" y="166852"/>
                  <a:pt x="5242959" y="157060"/>
                  <a:pt x="5233665" y="150912"/>
                </a:cubicBezTo>
                <a:cubicBezTo>
                  <a:pt x="5224605" y="144991"/>
                  <a:pt x="5189762" y="143396"/>
                  <a:pt x="5172570" y="143396"/>
                </a:cubicBezTo>
                <a:cubicBezTo>
                  <a:pt x="5168391" y="143396"/>
                  <a:pt x="5162117" y="142940"/>
                  <a:pt x="5162117" y="133822"/>
                </a:cubicBezTo>
                <a:cubicBezTo>
                  <a:pt x="5162117" y="130173"/>
                  <a:pt x="5164443" y="126983"/>
                  <a:pt x="5165602" y="124248"/>
                </a:cubicBezTo>
                <a:cubicBezTo>
                  <a:pt x="5170479" y="126524"/>
                  <a:pt x="5175360" y="126753"/>
                  <a:pt x="5182559" y="126753"/>
                </a:cubicBezTo>
                <a:cubicBezTo>
                  <a:pt x="5194409" y="126753"/>
                  <a:pt x="5205326" y="123793"/>
                  <a:pt x="5213223" y="116957"/>
                </a:cubicBezTo>
                <a:cubicBezTo>
                  <a:pt x="5219961" y="111018"/>
                  <a:pt x="5224605" y="103026"/>
                  <a:pt x="5224605" y="92746"/>
                </a:cubicBezTo>
                <a:cubicBezTo>
                  <a:pt x="5224605" y="79958"/>
                  <a:pt x="5218101" y="71507"/>
                  <a:pt x="5210203" y="65116"/>
                </a:cubicBezTo>
                <a:cubicBezTo>
                  <a:pt x="5212061" y="62836"/>
                  <a:pt x="5219727" y="58739"/>
                  <a:pt x="5222049" y="58739"/>
                </a:cubicBezTo>
                <a:cubicBezTo>
                  <a:pt x="5224140" y="58739"/>
                  <a:pt x="5225767" y="60105"/>
                  <a:pt x="5226466" y="61471"/>
                </a:cubicBezTo>
                <a:cubicBezTo>
                  <a:pt x="5227394" y="64431"/>
                  <a:pt x="5231573" y="69224"/>
                  <a:pt x="5237383" y="69224"/>
                </a:cubicBezTo>
                <a:close/>
                <a:moveTo>
                  <a:pt x="5302891" y="97928"/>
                </a:moveTo>
                <a:cubicBezTo>
                  <a:pt x="5302891" y="89720"/>
                  <a:pt x="5305447" y="86300"/>
                  <a:pt x="5308467" y="82881"/>
                </a:cubicBezTo>
                <a:cubicBezTo>
                  <a:pt x="5310324" y="80601"/>
                  <a:pt x="5312415" y="79006"/>
                  <a:pt x="5315900" y="79006"/>
                </a:cubicBezTo>
                <a:cubicBezTo>
                  <a:pt x="5317991" y="79006"/>
                  <a:pt x="5320543" y="81060"/>
                  <a:pt x="5322404" y="83339"/>
                </a:cubicBezTo>
                <a:cubicBezTo>
                  <a:pt x="5324031" y="85160"/>
                  <a:pt x="5327980" y="86985"/>
                  <a:pt x="5333321" y="86985"/>
                </a:cubicBezTo>
                <a:cubicBezTo>
                  <a:pt x="5340060" y="86985"/>
                  <a:pt x="5346564" y="80146"/>
                  <a:pt x="5346564" y="70582"/>
                </a:cubicBezTo>
                <a:cubicBezTo>
                  <a:pt x="5346564" y="64661"/>
                  <a:pt x="5339592" y="57825"/>
                  <a:pt x="5331230" y="57825"/>
                </a:cubicBezTo>
                <a:cubicBezTo>
                  <a:pt x="5323099" y="57825"/>
                  <a:pt x="5314273" y="64661"/>
                  <a:pt x="5303586" y="79691"/>
                </a:cubicBezTo>
                <a:lnTo>
                  <a:pt x="5302657" y="79691"/>
                </a:lnTo>
                <a:cubicBezTo>
                  <a:pt x="5302193" y="72858"/>
                  <a:pt x="5301030" y="61700"/>
                  <a:pt x="5301030" y="61700"/>
                </a:cubicBezTo>
                <a:cubicBezTo>
                  <a:pt x="5300800" y="59650"/>
                  <a:pt x="5298942" y="57825"/>
                  <a:pt x="5295689" y="57825"/>
                </a:cubicBezTo>
                <a:cubicBezTo>
                  <a:pt x="5284771" y="60605"/>
                  <a:pt x="5272461" y="63795"/>
                  <a:pt x="5257127" y="65387"/>
                </a:cubicBezTo>
                <a:cubicBezTo>
                  <a:pt x="5256663" y="66756"/>
                  <a:pt x="5257127" y="71083"/>
                  <a:pt x="5257591" y="72448"/>
                </a:cubicBezTo>
                <a:cubicBezTo>
                  <a:pt x="5270370" y="73588"/>
                  <a:pt x="5272691" y="75639"/>
                  <a:pt x="5272691" y="88621"/>
                </a:cubicBezTo>
                <a:lnTo>
                  <a:pt x="5272691" y="131222"/>
                </a:lnTo>
                <a:cubicBezTo>
                  <a:pt x="5272691" y="150127"/>
                  <a:pt x="5270136" y="150586"/>
                  <a:pt x="5255964" y="151722"/>
                </a:cubicBezTo>
                <a:cubicBezTo>
                  <a:pt x="5254571" y="153088"/>
                  <a:pt x="5254571" y="158099"/>
                  <a:pt x="5255964" y="159464"/>
                </a:cubicBezTo>
                <a:cubicBezTo>
                  <a:pt x="5265723" y="159239"/>
                  <a:pt x="5275477" y="159009"/>
                  <a:pt x="5287791" y="159009"/>
                </a:cubicBezTo>
                <a:cubicBezTo>
                  <a:pt x="5300102" y="159009"/>
                  <a:pt x="5309626" y="159239"/>
                  <a:pt x="5319614" y="159464"/>
                </a:cubicBezTo>
                <a:cubicBezTo>
                  <a:pt x="5321011" y="158099"/>
                  <a:pt x="5321011" y="153088"/>
                  <a:pt x="5319614" y="151722"/>
                </a:cubicBezTo>
                <a:cubicBezTo>
                  <a:pt x="5305447" y="150811"/>
                  <a:pt x="5302891" y="150127"/>
                  <a:pt x="5302891" y="131222"/>
                </a:cubicBezTo>
                <a:lnTo>
                  <a:pt x="5302891" y="97928"/>
                </a:lnTo>
                <a:close/>
                <a:moveTo>
                  <a:pt x="5407889" y="67392"/>
                </a:moveTo>
                <a:cubicBezTo>
                  <a:pt x="5423684" y="67392"/>
                  <a:pt x="5434370" y="85845"/>
                  <a:pt x="5434370" y="117055"/>
                </a:cubicBezTo>
                <a:cubicBezTo>
                  <a:pt x="5434370" y="144390"/>
                  <a:pt x="5423453" y="151680"/>
                  <a:pt x="5415091" y="151680"/>
                </a:cubicBezTo>
                <a:cubicBezTo>
                  <a:pt x="5396043" y="151680"/>
                  <a:pt x="5388606" y="123661"/>
                  <a:pt x="5388606" y="106803"/>
                </a:cubicBezTo>
                <a:cubicBezTo>
                  <a:pt x="5388606" y="85845"/>
                  <a:pt x="5392325" y="67392"/>
                  <a:pt x="5407889" y="67392"/>
                </a:cubicBezTo>
                <a:moveTo>
                  <a:pt x="5356085" y="111814"/>
                </a:moveTo>
                <a:cubicBezTo>
                  <a:pt x="5356085" y="141658"/>
                  <a:pt x="5380245" y="161244"/>
                  <a:pt x="5411373" y="161244"/>
                </a:cubicBezTo>
                <a:cubicBezTo>
                  <a:pt x="5427866" y="161244"/>
                  <a:pt x="5441573" y="156691"/>
                  <a:pt x="5451097" y="148264"/>
                </a:cubicBezTo>
                <a:cubicBezTo>
                  <a:pt x="5462943" y="138013"/>
                  <a:pt x="5466892" y="122521"/>
                  <a:pt x="5466892" y="109764"/>
                </a:cubicBezTo>
                <a:cubicBezTo>
                  <a:pt x="5466892" y="79923"/>
                  <a:pt x="5446216" y="57825"/>
                  <a:pt x="5411604" y="57825"/>
                </a:cubicBezTo>
                <a:cubicBezTo>
                  <a:pt x="5392325" y="57825"/>
                  <a:pt x="5377923" y="64431"/>
                  <a:pt x="5368863" y="74683"/>
                </a:cubicBezTo>
                <a:cubicBezTo>
                  <a:pt x="5360033" y="84705"/>
                  <a:pt x="5356085" y="98373"/>
                  <a:pt x="5356085" y="111814"/>
                </a:cubicBezTo>
                <a:close/>
                <a:moveTo>
                  <a:pt x="5593960" y="128710"/>
                </a:moveTo>
                <a:lnTo>
                  <a:pt x="5593960" y="89389"/>
                </a:lnTo>
                <a:cubicBezTo>
                  <a:pt x="5593960" y="70301"/>
                  <a:pt x="5594424" y="73025"/>
                  <a:pt x="5594424" y="67573"/>
                </a:cubicBezTo>
                <a:cubicBezTo>
                  <a:pt x="5594424" y="63702"/>
                  <a:pt x="5593495" y="61196"/>
                  <a:pt x="5592102" y="59827"/>
                </a:cubicBezTo>
                <a:cubicBezTo>
                  <a:pt x="5587920" y="60056"/>
                  <a:pt x="5583273" y="60286"/>
                  <a:pt x="5578860" y="60286"/>
                </a:cubicBezTo>
                <a:cubicBezTo>
                  <a:pt x="5572355" y="60286"/>
                  <a:pt x="5557255" y="60056"/>
                  <a:pt x="5548195" y="59827"/>
                </a:cubicBezTo>
                <a:cubicBezTo>
                  <a:pt x="5546802" y="61196"/>
                  <a:pt x="5546802" y="66207"/>
                  <a:pt x="5548195" y="67573"/>
                </a:cubicBezTo>
                <a:cubicBezTo>
                  <a:pt x="5560045" y="68709"/>
                  <a:pt x="5563760" y="70301"/>
                  <a:pt x="5563760" y="89389"/>
                </a:cubicBezTo>
                <a:lnTo>
                  <a:pt x="5563760" y="131438"/>
                </a:lnTo>
                <a:cubicBezTo>
                  <a:pt x="5563760" y="133711"/>
                  <a:pt x="5563760" y="135983"/>
                  <a:pt x="5563994" y="138256"/>
                </a:cubicBezTo>
                <a:cubicBezTo>
                  <a:pt x="5554469" y="143938"/>
                  <a:pt x="5546802" y="144393"/>
                  <a:pt x="5542620" y="144393"/>
                </a:cubicBezTo>
                <a:cubicBezTo>
                  <a:pt x="5533329" y="144393"/>
                  <a:pt x="5526361" y="143257"/>
                  <a:pt x="5526361" y="127348"/>
                </a:cubicBezTo>
                <a:lnTo>
                  <a:pt x="5526361" y="89389"/>
                </a:lnTo>
                <a:cubicBezTo>
                  <a:pt x="5526361" y="70301"/>
                  <a:pt x="5526825" y="73025"/>
                  <a:pt x="5526825" y="67573"/>
                </a:cubicBezTo>
                <a:cubicBezTo>
                  <a:pt x="5526825" y="63702"/>
                  <a:pt x="5525897" y="61196"/>
                  <a:pt x="5524503" y="59827"/>
                </a:cubicBezTo>
                <a:cubicBezTo>
                  <a:pt x="5520321" y="60056"/>
                  <a:pt x="5515444" y="60286"/>
                  <a:pt x="5511261" y="60286"/>
                </a:cubicBezTo>
                <a:cubicBezTo>
                  <a:pt x="5499415" y="60286"/>
                  <a:pt x="5490585" y="60056"/>
                  <a:pt x="5480597" y="59827"/>
                </a:cubicBezTo>
                <a:cubicBezTo>
                  <a:pt x="5479204" y="61196"/>
                  <a:pt x="5479204" y="66207"/>
                  <a:pt x="5480597" y="67573"/>
                </a:cubicBezTo>
                <a:cubicBezTo>
                  <a:pt x="5491284" y="68028"/>
                  <a:pt x="5496161" y="70301"/>
                  <a:pt x="5496161" y="89389"/>
                </a:cubicBezTo>
                <a:lnTo>
                  <a:pt x="5496161" y="124846"/>
                </a:lnTo>
                <a:cubicBezTo>
                  <a:pt x="5496161" y="148949"/>
                  <a:pt x="5505919" y="161244"/>
                  <a:pt x="5525897" y="161244"/>
                </a:cubicBezTo>
                <a:cubicBezTo>
                  <a:pt x="5534258" y="161244"/>
                  <a:pt x="5551215" y="154641"/>
                  <a:pt x="5564688" y="147354"/>
                </a:cubicBezTo>
                <a:cubicBezTo>
                  <a:pt x="5565153" y="153046"/>
                  <a:pt x="5565621" y="157372"/>
                  <a:pt x="5565621" y="157372"/>
                </a:cubicBezTo>
                <a:cubicBezTo>
                  <a:pt x="5565851" y="160107"/>
                  <a:pt x="5567708" y="161244"/>
                  <a:pt x="5570962" y="161244"/>
                </a:cubicBezTo>
                <a:cubicBezTo>
                  <a:pt x="5579558" y="158922"/>
                  <a:pt x="5593495" y="155732"/>
                  <a:pt x="5609524" y="153682"/>
                </a:cubicBezTo>
                <a:cubicBezTo>
                  <a:pt x="5609988" y="152316"/>
                  <a:pt x="5609524" y="147764"/>
                  <a:pt x="5609059" y="146395"/>
                </a:cubicBezTo>
                <a:cubicBezTo>
                  <a:pt x="5596515" y="145303"/>
                  <a:pt x="5593960" y="141665"/>
                  <a:pt x="5593960" y="128710"/>
                </a:cubicBezTo>
                <a:close/>
                <a:moveTo>
                  <a:pt x="5636468" y="88576"/>
                </a:moveTo>
                <a:lnTo>
                  <a:pt x="5636468" y="184092"/>
                </a:lnTo>
                <a:cubicBezTo>
                  <a:pt x="5636468" y="203056"/>
                  <a:pt x="5633916" y="203515"/>
                  <a:pt x="5619745" y="204654"/>
                </a:cubicBezTo>
                <a:cubicBezTo>
                  <a:pt x="5618352" y="206020"/>
                  <a:pt x="5618352" y="211031"/>
                  <a:pt x="5619745" y="212397"/>
                </a:cubicBezTo>
                <a:cubicBezTo>
                  <a:pt x="5629500" y="212171"/>
                  <a:pt x="5639258" y="211942"/>
                  <a:pt x="5651568" y="211942"/>
                </a:cubicBezTo>
                <a:cubicBezTo>
                  <a:pt x="5663882" y="211942"/>
                  <a:pt x="5673406" y="212171"/>
                  <a:pt x="5683395" y="212397"/>
                </a:cubicBezTo>
                <a:cubicBezTo>
                  <a:pt x="5684788" y="211031"/>
                  <a:pt x="5684788" y="206020"/>
                  <a:pt x="5683395" y="204654"/>
                </a:cubicBezTo>
                <a:cubicBezTo>
                  <a:pt x="5669224" y="203740"/>
                  <a:pt x="5666668" y="203056"/>
                  <a:pt x="5666668" y="184092"/>
                </a:cubicBezTo>
                <a:lnTo>
                  <a:pt x="5666668" y="157372"/>
                </a:lnTo>
                <a:cubicBezTo>
                  <a:pt x="5671779" y="159878"/>
                  <a:pt x="5676657" y="161244"/>
                  <a:pt x="5682232" y="161244"/>
                </a:cubicBezTo>
                <a:cubicBezTo>
                  <a:pt x="5717543" y="161244"/>
                  <a:pt x="5740541" y="138468"/>
                  <a:pt x="5740541" y="104979"/>
                </a:cubicBezTo>
                <a:cubicBezTo>
                  <a:pt x="5740541" y="92222"/>
                  <a:pt x="5735660" y="78099"/>
                  <a:pt x="5726600" y="69213"/>
                </a:cubicBezTo>
                <a:cubicBezTo>
                  <a:pt x="5718472" y="61245"/>
                  <a:pt x="5706857" y="57825"/>
                  <a:pt x="5694777" y="57825"/>
                </a:cubicBezTo>
                <a:cubicBezTo>
                  <a:pt x="5688038" y="57825"/>
                  <a:pt x="5675498" y="65797"/>
                  <a:pt x="5667366" y="73084"/>
                </a:cubicBezTo>
                <a:lnTo>
                  <a:pt x="5665973" y="73084"/>
                </a:lnTo>
                <a:cubicBezTo>
                  <a:pt x="5665505" y="66708"/>
                  <a:pt x="5664811" y="61700"/>
                  <a:pt x="5664811" y="61700"/>
                </a:cubicBezTo>
                <a:cubicBezTo>
                  <a:pt x="5664577" y="58965"/>
                  <a:pt x="5662719" y="57825"/>
                  <a:pt x="5659469" y="57825"/>
                </a:cubicBezTo>
                <a:cubicBezTo>
                  <a:pt x="5650873" y="60150"/>
                  <a:pt x="5636936" y="63340"/>
                  <a:pt x="5620908" y="65387"/>
                </a:cubicBezTo>
                <a:cubicBezTo>
                  <a:pt x="5620440" y="66756"/>
                  <a:pt x="5620908" y="71309"/>
                  <a:pt x="5621372" y="72678"/>
                </a:cubicBezTo>
                <a:cubicBezTo>
                  <a:pt x="5634147" y="73769"/>
                  <a:pt x="5636468" y="75590"/>
                  <a:pt x="5636468" y="88576"/>
                </a:cubicBezTo>
                <a:moveTo>
                  <a:pt x="5666668" y="144164"/>
                </a:moveTo>
                <a:lnTo>
                  <a:pt x="5666668" y="85841"/>
                </a:lnTo>
                <a:cubicBezTo>
                  <a:pt x="5666668" y="84476"/>
                  <a:pt x="5666668" y="83336"/>
                  <a:pt x="5666668" y="81970"/>
                </a:cubicBezTo>
                <a:cubicBezTo>
                  <a:pt x="5673406" y="76049"/>
                  <a:pt x="5682002" y="73084"/>
                  <a:pt x="5687344" y="73084"/>
                </a:cubicBezTo>
                <a:cubicBezTo>
                  <a:pt x="5696868" y="73084"/>
                  <a:pt x="5708019" y="84476"/>
                  <a:pt x="5708019" y="111130"/>
                </a:cubicBezTo>
                <a:cubicBezTo>
                  <a:pt x="5708019" y="130267"/>
                  <a:pt x="5701047" y="151680"/>
                  <a:pt x="5680839" y="151680"/>
                </a:cubicBezTo>
                <a:cubicBezTo>
                  <a:pt x="5678284" y="151680"/>
                  <a:pt x="5672478" y="150315"/>
                  <a:pt x="5666668" y="144164"/>
                </a:cubicBezTo>
                <a:close/>
                <a:moveTo>
                  <a:pt x="5951700" y="129839"/>
                </a:moveTo>
                <a:lnTo>
                  <a:pt x="5951700" y="94282"/>
                </a:lnTo>
                <a:cubicBezTo>
                  <a:pt x="5951700" y="69213"/>
                  <a:pt x="5940779" y="57825"/>
                  <a:pt x="5920802" y="57825"/>
                </a:cubicBezTo>
                <a:cubicBezTo>
                  <a:pt x="5912206" y="57825"/>
                  <a:pt x="5895713" y="66252"/>
                  <a:pt x="5882474" y="74224"/>
                </a:cubicBezTo>
                <a:lnTo>
                  <a:pt x="5882474" y="26126"/>
                </a:lnTo>
                <a:cubicBezTo>
                  <a:pt x="5882474" y="11301"/>
                  <a:pt x="5883169" y="2919"/>
                  <a:pt x="5883169" y="2919"/>
                </a:cubicBezTo>
                <a:cubicBezTo>
                  <a:pt x="5883169" y="900"/>
                  <a:pt x="5881546" y="0"/>
                  <a:pt x="5879454" y="0"/>
                </a:cubicBezTo>
                <a:cubicBezTo>
                  <a:pt x="5870859" y="2693"/>
                  <a:pt x="5852275" y="5164"/>
                  <a:pt x="5835782" y="5835"/>
                </a:cubicBezTo>
                <a:cubicBezTo>
                  <a:pt x="5835083" y="8570"/>
                  <a:pt x="5835317" y="11075"/>
                  <a:pt x="5836480" y="13122"/>
                </a:cubicBezTo>
                <a:cubicBezTo>
                  <a:pt x="5851112" y="14265"/>
                  <a:pt x="5852275" y="14491"/>
                  <a:pt x="5852275" y="30230"/>
                </a:cubicBezTo>
                <a:lnTo>
                  <a:pt x="5852275" y="130069"/>
                </a:lnTo>
                <a:cubicBezTo>
                  <a:pt x="5852275" y="148987"/>
                  <a:pt x="5848560" y="151037"/>
                  <a:pt x="5834389" y="151722"/>
                </a:cubicBezTo>
                <a:cubicBezTo>
                  <a:pt x="5832996" y="153088"/>
                  <a:pt x="5832996" y="158099"/>
                  <a:pt x="5834389" y="159464"/>
                </a:cubicBezTo>
                <a:cubicBezTo>
                  <a:pt x="5844143" y="159239"/>
                  <a:pt x="5854596" y="159009"/>
                  <a:pt x="5867374" y="159009"/>
                </a:cubicBezTo>
                <a:cubicBezTo>
                  <a:pt x="5878526" y="159009"/>
                  <a:pt x="5885725" y="159239"/>
                  <a:pt x="5895713" y="159464"/>
                </a:cubicBezTo>
                <a:cubicBezTo>
                  <a:pt x="5897110" y="158099"/>
                  <a:pt x="5897110" y="153088"/>
                  <a:pt x="5895713" y="151722"/>
                </a:cubicBezTo>
                <a:cubicBezTo>
                  <a:pt x="5885959" y="151037"/>
                  <a:pt x="5882474" y="148987"/>
                  <a:pt x="5882474" y="130069"/>
                </a:cubicBezTo>
                <a:lnTo>
                  <a:pt x="5882474" y="83343"/>
                </a:lnTo>
                <a:cubicBezTo>
                  <a:pt x="5892229" y="77414"/>
                  <a:pt x="5899896" y="74679"/>
                  <a:pt x="5904079" y="74679"/>
                </a:cubicBezTo>
                <a:cubicBezTo>
                  <a:pt x="5913369" y="74679"/>
                  <a:pt x="5921500" y="78784"/>
                  <a:pt x="5921500" y="91777"/>
                </a:cubicBezTo>
                <a:lnTo>
                  <a:pt x="5921500" y="129839"/>
                </a:lnTo>
                <a:cubicBezTo>
                  <a:pt x="5921500" y="148987"/>
                  <a:pt x="5917782" y="151037"/>
                  <a:pt x="5908258" y="151722"/>
                </a:cubicBezTo>
                <a:cubicBezTo>
                  <a:pt x="5906865" y="153088"/>
                  <a:pt x="5906865" y="158099"/>
                  <a:pt x="5908258" y="159464"/>
                </a:cubicBezTo>
                <a:cubicBezTo>
                  <a:pt x="5918016" y="159239"/>
                  <a:pt x="5925449" y="159009"/>
                  <a:pt x="5936600" y="159009"/>
                </a:cubicBezTo>
                <a:cubicBezTo>
                  <a:pt x="5949375" y="159009"/>
                  <a:pt x="5959597" y="159239"/>
                  <a:pt x="5969586" y="159464"/>
                </a:cubicBezTo>
                <a:cubicBezTo>
                  <a:pt x="5970979" y="158099"/>
                  <a:pt x="5970979" y="153088"/>
                  <a:pt x="5969586" y="151722"/>
                </a:cubicBezTo>
                <a:cubicBezTo>
                  <a:pt x="5955415" y="151037"/>
                  <a:pt x="5951700" y="148987"/>
                  <a:pt x="5951700" y="129839"/>
                </a:cubicBezTo>
                <a:close/>
                <a:moveTo>
                  <a:pt x="6041367" y="147809"/>
                </a:moveTo>
                <a:cubicBezTo>
                  <a:pt x="6042990" y="157147"/>
                  <a:pt x="6049264" y="161244"/>
                  <a:pt x="6059483" y="161244"/>
                </a:cubicBezTo>
                <a:cubicBezTo>
                  <a:pt x="6072261" y="161244"/>
                  <a:pt x="6081321" y="156462"/>
                  <a:pt x="6089917" y="148490"/>
                </a:cubicBezTo>
                <a:cubicBezTo>
                  <a:pt x="6089453" y="145759"/>
                  <a:pt x="6088520" y="143938"/>
                  <a:pt x="6085734" y="142113"/>
                </a:cubicBezTo>
                <a:cubicBezTo>
                  <a:pt x="6082714" y="144393"/>
                  <a:pt x="6080393" y="145303"/>
                  <a:pt x="6075980" y="145303"/>
                </a:cubicBezTo>
                <a:cubicBezTo>
                  <a:pt x="6070868" y="145303"/>
                  <a:pt x="6069475" y="141203"/>
                  <a:pt x="6069475" y="130041"/>
                </a:cubicBezTo>
                <a:lnTo>
                  <a:pt x="6069940" y="97236"/>
                </a:lnTo>
                <a:cubicBezTo>
                  <a:pt x="6069940" y="64431"/>
                  <a:pt x="6049264" y="57825"/>
                  <a:pt x="6030216" y="57825"/>
                </a:cubicBezTo>
                <a:cubicBezTo>
                  <a:pt x="6013258" y="57825"/>
                  <a:pt x="5987241" y="67392"/>
                  <a:pt x="5987241" y="82429"/>
                </a:cubicBezTo>
                <a:cubicBezTo>
                  <a:pt x="5987241" y="88806"/>
                  <a:pt x="5990027" y="93817"/>
                  <a:pt x="5999087" y="93817"/>
                </a:cubicBezTo>
                <a:cubicBezTo>
                  <a:pt x="6007449" y="93817"/>
                  <a:pt x="6013489" y="88806"/>
                  <a:pt x="6013489" y="83339"/>
                </a:cubicBezTo>
                <a:cubicBezTo>
                  <a:pt x="6013489" y="80379"/>
                  <a:pt x="6011865" y="76504"/>
                  <a:pt x="6012560" y="72633"/>
                </a:cubicBezTo>
                <a:cubicBezTo>
                  <a:pt x="6012794" y="70127"/>
                  <a:pt x="6014651" y="67392"/>
                  <a:pt x="6022318" y="67392"/>
                </a:cubicBezTo>
                <a:cubicBezTo>
                  <a:pt x="6032073" y="67392"/>
                  <a:pt x="6040204" y="71493"/>
                  <a:pt x="6040204" y="100426"/>
                </a:cubicBezTo>
                <a:lnTo>
                  <a:pt x="6024640" y="105208"/>
                </a:lnTo>
                <a:cubicBezTo>
                  <a:pt x="6000250" y="112725"/>
                  <a:pt x="5983059" y="119334"/>
                  <a:pt x="5983059" y="137328"/>
                </a:cubicBezTo>
                <a:cubicBezTo>
                  <a:pt x="5983059" y="153046"/>
                  <a:pt x="5991885" y="161244"/>
                  <a:pt x="6012096" y="161244"/>
                </a:cubicBezTo>
                <a:cubicBezTo>
                  <a:pt x="6018834" y="161244"/>
                  <a:pt x="6032307" y="153956"/>
                  <a:pt x="6039970" y="148035"/>
                </a:cubicBezTo>
                <a:lnTo>
                  <a:pt x="6041367" y="147809"/>
                </a:lnTo>
                <a:moveTo>
                  <a:pt x="6040204" y="109309"/>
                </a:moveTo>
                <a:lnTo>
                  <a:pt x="6040204" y="139378"/>
                </a:lnTo>
                <a:cubicBezTo>
                  <a:pt x="6034398" y="143934"/>
                  <a:pt x="6028589" y="147580"/>
                  <a:pt x="6024410" y="147580"/>
                </a:cubicBezTo>
                <a:cubicBezTo>
                  <a:pt x="6014417" y="147580"/>
                  <a:pt x="6010933" y="140974"/>
                  <a:pt x="6010933" y="133912"/>
                </a:cubicBezTo>
                <a:cubicBezTo>
                  <a:pt x="6010933" y="125485"/>
                  <a:pt x="6011631" y="118420"/>
                  <a:pt x="6028124" y="113183"/>
                </a:cubicBezTo>
                <a:lnTo>
                  <a:pt x="6040204" y="109309"/>
                </a:lnTo>
                <a:close/>
                <a:moveTo>
                  <a:pt x="6101529" y="125711"/>
                </a:moveTo>
                <a:cubicBezTo>
                  <a:pt x="6102458" y="136873"/>
                  <a:pt x="6103621" y="147580"/>
                  <a:pt x="6105478" y="156236"/>
                </a:cubicBezTo>
                <a:cubicBezTo>
                  <a:pt x="6109895" y="157602"/>
                  <a:pt x="6124760" y="161244"/>
                  <a:pt x="6137769" y="161244"/>
                </a:cubicBezTo>
                <a:cubicBezTo>
                  <a:pt x="6155655" y="161244"/>
                  <a:pt x="6177958" y="151680"/>
                  <a:pt x="6177958" y="131862"/>
                </a:cubicBezTo>
                <a:cubicBezTo>
                  <a:pt x="6177958" y="124116"/>
                  <a:pt x="6176097" y="117965"/>
                  <a:pt x="6170755" y="112269"/>
                </a:cubicBezTo>
                <a:cubicBezTo>
                  <a:pt x="6164017" y="104979"/>
                  <a:pt x="6154492" y="99286"/>
                  <a:pt x="6143809" y="94731"/>
                </a:cubicBezTo>
                <a:cubicBezTo>
                  <a:pt x="6134515" y="90856"/>
                  <a:pt x="6131265" y="83565"/>
                  <a:pt x="6131265" y="76959"/>
                </a:cubicBezTo>
                <a:cubicBezTo>
                  <a:pt x="6131265" y="71722"/>
                  <a:pt x="6135678" y="67392"/>
                  <a:pt x="6142416" y="67392"/>
                </a:cubicBezTo>
                <a:cubicBezTo>
                  <a:pt x="6150544" y="67392"/>
                  <a:pt x="6158445" y="74683"/>
                  <a:pt x="6164251" y="88580"/>
                </a:cubicBezTo>
                <a:cubicBezTo>
                  <a:pt x="6168433" y="89261"/>
                  <a:pt x="6170989" y="89035"/>
                  <a:pt x="6173311" y="87440"/>
                </a:cubicBezTo>
                <a:cubicBezTo>
                  <a:pt x="6173311" y="79239"/>
                  <a:pt x="6172382" y="70582"/>
                  <a:pt x="6170291" y="63292"/>
                </a:cubicBezTo>
                <a:cubicBezTo>
                  <a:pt x="6162858" y="60105"/>
                  <a:pt x="6157048" y="57825"/>
                  <a:pt x="6144273" y="57825"/>
                </a:cubicBezTo>
                <a:cubicBezTo>
                  <a:pt x="6131960" y="57825"/>
                  <a:pt x="6120347" y="62381"/>
                  <a:pt x="6112915" y="69672"/>
                </a:cubicBezTo>
                <a:cubicBezTo>
                  <a:pt x="6107569" y="74909"/>
                  <a:pt x="6105014" y="81289"/>
                  <a:pt x="6105014" y="87440"/>
                </a:cubicBezTo>
                <a:cubicBezTo>
                  <a:pt x="6105014" y="94272"/>
                  <a:pt x="6107569" y="99742"/>
                  <a:pt x="6112216" y="104523"/>
                </a:cubicBezTo>
                <a:cubicBezTo>
                  <a:pt x="6119419" y="112269"/>
                  <a:pt x="6131960" y="120245"/>
                  <a:pt x="6139162" y="123431"/>
                </a:cubicBezTo>
                <a:cubicBezTo>
                  <a:pt x="6148456" y="127532"/>
                  <a:pt x="6151008" y="135733"/>
                  <a:pt x="6151008" y="141199"/>
                </a:cubicBezTo>
                <a:cubicBezTo>
                  <a:pt x="6151008" y="148490"/>
                  <a:pt x="6143575" y="152365"/>
                  <a:pt x="6137305" y="152365"/>
                </a:cubicBezTo>
                <a:cubicBezTo>
                  <a:pt x="6126852" y="152365"/>
                  <a:pt x="6115701" y="142113"/>
                  <a:pt x="6110823" y="125256"/>
                </a:cubicBezTo>
                <a:cubicBezTo>
                  <a:pt x="6107105" y="124571"/>
                  <a:pt x="6105248" y="124800"/>
                  <a:pt x="6101529" y="125711"/>
                </a:cubicBezTo>
                <a:close/>
                <a:moveTo>
                  <a:pt x="6286439" y="130037"/>
                </a:moveTo>
                <a:cubicBezTo>
                  <a:pt x="6286439" y="148945"/>
                  <a:pt x="6285974" y="151680"/>
                  <a:pt x="6285046" y="160333"/>
                </a:cubicBezTo>
                <a:cubicBezTo>
                  <a:pt x="6287832" y="161244"/>
                  <a:pt x="6290387" y="161928"/>
                  <a:pt x="6292943" y="161928"/>
                </a:cubicBezTo>
                <a:cubicBezTo>
                  <a:pt x="6295963" y="159423"/>
                  <a:pt x="6298288" y="156236"/>
                  <a:pt x="6300376" y="152135"/>
                </a:cubicBezTo>
                <a:cubicBezTo>
                  <a:pt x="6309436" y="158967"/>
                  <a:pt x="6323607" y="161244"/>
                  <a:pt x="6334294" y="161244"/>
                </a:cubicBezTo>
                <a:cubicBezTo>
                  <a:pt x="6360077" y="161244"/>
                  <a:pt x="6387257" y="136188"/>
                  <a:pt x="6387257" y="103613"/>
                </a:cubicBezTo>
                <a:cubicBezTo>
                  <a:pt x="6387257" y="90627"/>
                  <a:pt x="6382146" y="77870"/>
                  <a:pt x="6374713" y="69442"/>
                </a:cubicBezTo>
                <a:cubicBezTo>
                  <a:pt x="6366351" y="60105"/>
                  <a:pt x="6355200" y="57825"/>
                  <a:pt x="6342886" y="57825"/>
                </a:cubicBezTo>
                <a:cubicBezTo>
                  <a:pt x="6335687" y="57825"/>
                  <a:pt x="6323373" y="65797"/>
                  <a:pt x="6316639" y="70582"/>
                </a:cubicBezTo>
                <a:lnTo>
                  <a:pt x="6316639" y="26126"/>
                </a:lnTo>
                <a:cubicBezTo>
                  <a:pt x="6316639" y="11301"/>
                  <a:pt x="6317333" y="2919"/>
                  <a:pt x="6317333" y="2919"/>
                </a:cubicBezTo>
                <a:cubicBezTo>
                  <a:pt x="6317333" y="900"/>
                  <a:pt x="6315710" y="0"/>
                  <a:pt x="6313619" y="0"/>
                </a:cubicBezTo>
                <a:cubicBezTo>
                  <a:pt x="6305023" y="2693"/>
                  <a:pt x="6286439" y="5164"/>
                  <a:pt x="6269946" y="5835"/>
                </a:cubicBezTo>
                <a:cubicBezTo>
                  <a:pt x="6269251" y="8570"/>
                  <a:pt x="6269482" y="11075"/>
                  <a:pt x="6270644" y="13122"/>
                </a:cubicBezTo>
                <a:cubicBezTo>
                  <a:pt x="6285276" y="14265"/>
                  <a:pt x="6286439" y="14491"/>
                  <a:pt x="6286439" y="30230"/>
                </a:cubicBezTo>
                <a:lnTo>
                  <a:pt x="6286439" y="130037"/>
                </a:lnTo>
                <a:moveTo>
                  <a:pt x="6316639" y="79691"/>
                </a:moveTo>
                <a:cubicBezTo>
                  <a:pt x="6324306" y="74679"/>
                  <a:pt x="6329413" y="73998"/>
                  <a:pt x="6334758" y="73998"/>
                </a:cubicBezTo>
                <a:cubicBezTo>
                  <a:pt x="6346140" y="73998"/>
                  <a:pt x="6354736" y="84250"/>
                  <a:pt x="6354736" y="106574"/>
                </a:cubicBezTo>
                <a:cubicBezTo>
                  <a:pt x="6354736" y="125256"/>
                  <a:pt x="6351482" y="151680"/>
                  <a:pt x="6333132" y="151680"/>
                </a:cubicBezTo>
                <a:cubicBezTo>
                  <a:pt x="6326393" y="151680"/>
                  <a:pt x="6321052" y="148945"/>
                  <a:pt x="6316639" y="143708"/>
                </a:cubicBezTo>
                <a:lnTo>
                  <a:pt x="6316639" y="79691"/>
                </a:lnTo>
                <a:close/>
                <a:moveTo>
                  <a:pt x="6438592" y="96312"/>
                </a:moveTo>
                <a:cubicBezTo>
                  <a:pt x="6438826" y="88343"/>
                  <a:pt x="6439989" y="79687"/>
                  <a:pt x="6443239" y="75135"/>
                </a:cubicBezTo>
                <a:cubicBezTo>
                  <a:pt x="6446958" y="69668"/>
                  <a:pt x="6453228" y="67392"/>
                  <a:pt x="6455784" y="67392"/>
                </a:cubicBezTo>
                <a:cubicBezTo>
                  <a:pt x="6462058" y="67392"/>
                  <a:pt x="6470650" y="73314"/>
                  <a:pt x="6470650" y="91530"/>
                </a:cubicBezTo>
                <a:cubicBezTo>
                  <a:pt x="6470650" y="92896"/>
                  <a:pt x="6470650" y="95857"/>
                  <a:pt x="6470185" y="96312"/>
                </a:cubicBezTo>
                <a:lnTo>
                  <a:pt x="6438592" y="96312"/>
                </a:lnTo>
                <a:moveTo>
                  <a:pt x="6497599" y="129579"/>
                </a:moveTo>
                <a:cubicBezTo>
                  <a:pt x="6488075" y="139153"/>
                  <a:pt x="6475531" y="141658"/>
                  <a:pt x="6466701" y="141658"/>
                </a:cubicBezTo>
                <a:cubicBezTo>
                  <a:pt x="6448581" y="141658"/>
                  <a:pt x="6437433" y="131403"/>
                  <a:pt x="6437433" y="109069"/>
                </a:cubicBezTo>
                <a:cubicBezTo>
                  <a:pt x="6437433" y="107474"/>
                  <a:pt x="6437664" y="106560"/>
                  <a:pt x="6437664" y="105420"/>
                </a:cubicBezTo>
                <a:lnTo>
                  <a:pt x="6493416" y="105420"/>
                </a:lnTo>
                <a:cubicBezTo>
                  <a:pt x="6498992" y="105420"/>
                  <a:pt x="6500151" y="101549"/>
                  <a:pt x="6500151" y="98362"/>
                </a:cubicBezTo>
                <a:cubicBezTo>
                  <a:pt x="6500151" y="79006"/>
                  <a:pt x="6492488" y="57825"/>
                  <a:pt x="6458339" y="57825"/>
                </a:cubicBezTo>
                <a:cubicBezTo>
                  <a:pt x="6433949" y="57825"/>
                  <a:pt x="6406071" y="79006"/>
                  <a:pt x="6406071" y="113854"/>
                </a:cubicBezTo>
                <a:cubicBezTo>
                  <a:pt x="6406071" y="127073"/>
                  <a:pt x="6410952" y="140977"/>
                  <a:pt x="6420940" y="149859"/>
                </a:cubicBezTo>
                <a:cubicBezTo>
                  <a:pt x="6429766" y="157602"/>
                  <a:pt x="6441148" y="161244"/>
                  <a:pt x="6457641" y="161244"/>
                </a:cubicBezTo>
                <a:cubicBezTo>
                  <a:pt x="6473670" y="161244"/>
                  <a:pt x="6489468" y="153275"/>
                  <a:pt x="6501083" y="136647"/>
                </a:cubicBezTo>
                <a:cubicBezTo>
                  <a:pt x="6501083" y="133683"/>
                  <a:pt x="6499921" y="129579"/>
                  <a:pt x="6497599" y="129579"/>
                </a:cubicBezTo>
                <a:close/>
                <a:moveTo>
                  <a:pt x="6553812" y="96312"/>
                </a:moveTo>
                <a:cubicBezTo>
                  <a:pt x="6554046" y="88343"/>
                  <a:pt x="6555209" y="79687"/>
                  <a:pt x="6558459" y="75135"/>
                </a:cubicBezTo>
                <a:cubicBezTo>
                  <a:pt x="6562177" y="69668"/>
                  <a:pt x="6568448" y="67392"/>
                  <a:pt x="6571003" y="67392"/>
                </a:cubicBezTo>
                <a:cubicBezTo>
                  <a:pt x="6577277" y="67392"/>
                  <a:pt x="6585869" y="73314"/>
                  <a:pt x="6585869" y="91530"/>
                </a:cubicBezTo>
                <a:cubicBezTo>
                  <a:pt x="6585869" y="92896"/>
                  <a:pt x="6585869" y="95857"/>
                  <a:pt x="6585405" y="96312"/>
                </a:cubicBezTo>
                <a:lnTo>
                  <a:pt x="6553812" y="96312"/>
                </a:lnTo>
                <a:moveTo>
                  <a:pt x="6612819" y="129579"/>
                </a:moveTo>
                <a:cubicBezTo>
                  <a:pt x="6603294" y="139153"/>
                  <a:pt x="6590750" y="141658"/>
                  <a:pt x="6581920" y="141658"/>
                </a:cubicBezTo>
                <a:cubicBezTo>
                  <a:pt x="6563801" y="141658"/>
                  <a:pt x="6552653" y="131403"/>
                  <a:pt x="6552653" y="109069"/>
                </a:cubicBezTo>
                <a:cubicBezTo>
                  <a:pt x="6552653" y="107474"/>
                  <a:pt x="6552883" y="106560"/>
                  <a:pt x="6552883" y="105420"/>
                </a:cubicBezTo>
                <a:lnTo>
                  <a:pt x="6608636" y="105420"/>
                </a:lnTo>
                <a:cubicBezTo>
                  <a:pt x="6614212" y="105420"/>
                  <a:pt x="6615371" y="101549"/>
                  <a:pt x="6615371" y="98362"/>
                </a:cubicBezTo>
                <a:cubicBezTo>
                  <a:pt x="6615371" y="79006"/>
                  <a:pt x="6607707" y="57825"/>
                  <a:pt x="6573559" y="57825"/>
                </a:cubicBezTo>
                <a:cubicBezTo>
                  <a:pt x="6549169" y="57825"/>
                  <a:pt x="6521290" y="79006"/>
                  <a:pt x="6521290" y="113854"/>
                </a:cubicBezTo>
                <a:cubicBezTo>
                  <a:pt x="6521290" y="127073"/>
                  <a:pt x="6526171" y="140977"/>
                  <a:pt x="6536160" y="149859"/>
                </a:cubicBezTo>
                <a:cubicBezTo>
                  <a:pt x="6544986" y="157602"/>
                  <a:pt x="6556368" y="161244"/>
                  <a:pt x="6572861" y="161244"/>
                </a:cubicBezTo>
                <a:cubicBezTo>
                  <a:pt x="6588889" y="161244"/>
                  <a:pt x="6604687" y="153275"/>
                  <a:pt x="6616303" y="136647"/>
                </a:cubicBezTo>
                <a:cubicBezTo>
                  <a:pt x="6616303" y="133683"/>
                  <a:pt x="6615140" y="129579"/>
                  <a:pt x="6612819" y="129579"/>
                </a:cubicBezTo>
                <a:close/>
                <a:moveTo>
                  <a:pt x="6679255" y="131209"/>
                </a:moveTo>
                <a:lnTo>
                  <a:pt x="6679255" y="85848"/>
                </a:lnTo>
                <a:lnTo>
                  <a:pt x="6679255" y="85393"/>
                </a:lnTo>
                <a:cubicBezTo>
                  <a:pt x="6688545" y="79239"/>
                  <a:pt x="6697839" y="74679"/>
                  <a:pt x="6702018" y="74679"/>
                </a:cubicBezTo>
                <a:cubicBezTo>
                  <a:pt x="6711312" y="74679"/>
                  <a:pt x="6718281" y="78784"/>
                  <a:pt x="6718281" y="91777"/>
                </a:cubicBezTo>
                <a:lnTo>
                  <a:pt x="6718281" y="129839"/>
                </a:lnTo>
                <a:cubicBezTo>
                  <a:pt x="6718281" y="148987"/>
                  <a:pt x="6714563" y="151037"/>
                  <a:pt x="6705038" y="151722"/>
                </a:cubicBezTo>
                <a:cubicBezTo>
                  <a:pt x="6703645" y="153088"/>
                  <a:pt x="6703645" y="158099"/>
                  <a:pt x="6705038" y="159464"/>
                </a:cubicBezTo>
                <a:cubicBezTo>
                  <a:pt x="6714797" y="159239"/>
                  <a:pt x="6722230" y="159009"/>
                  <a:pt x="6733381" y="159009"/>
                </a:cubicBezTo>
                <a:cubicBezTo>
                  <a:pt x="6746156" y="159009"/>
                  <a:pt x="6756378" y="159239"/>
                  <a:pt x="6766367" y="159464"/>
                </a:cubicBezTo>
                <a:cubicBezTo>
                  <a:pt x="6767760" y="158099"/>
                  <a:pt x="6767760" y="153088"/>
                  <a:pt x="6766367" y="151722"/>
                </a:cubicBezTo>
                <a:cubicBezTo>
                  <a:pt x="6752195" y="151037"/>
                  <a:pt x="6748481" y="148987"/>
                  <a:pt x="6748481" y="129839"/>
                </a:cubicBezTo>
                <a:lnTo>
                  <a:pt x="6748481" y="94282"/>
                </a:lnTo>
                <a:cubicBezTo>
                  <a:pt x="6748481" y="69213"/>
                  <a:pt x="6737560" y="57825"/>
                  <a:pt x="6717583" y="57825"/>
                </a:cubicBezTo>
                <a:cubicBezTo>
                  <a:pt x="6708292" y="57825"/>
                  <a:pt x="6691799" y="67847"/>
                  <a:pt x="6679021" y="76504"/>
                </a:cubicBezTo>
                <a:cubicBezTo>
                  <a:pt x="6678326" y="68532"/>
                  <a:pt x="6677394" y="61700"/>
                  <a:pt x="6677394" y="61700"/>
                </a:cubicBezTo>
                <a:cubicBezTo>
                  <a:pt x="6677164" y="58965"/>
                  <a:pt x="6675306" y="57825"/>
                  <a:pt x="6672053" y="57825"/>
                </a:cubicBezTo>
                <a:cubicBezTo>
                  <a:pt x="6663457" y="60150"/>
                  <a:pt x="6649520" y="63340"/>
                  <a:pt x="6633491" y="65387"/>
                </a:cubicBezTo>
                <a:cubicBezTo>
                  <a:pt x="6633027" y="66756"/>
                  <a:pt x="6633491" y="71309"/>
                  <a:pt x="6633955" y="72678"/>
                </a:cubicBezTo>
                <a:cubicBezTo>
                  <a:pt x="6646734" y="73818"/>
                  <a:pt x="6649055" y="75639"/>
                  <a:pt x="6649055" y="88621"/>
                </a:cubicBezTo>
                <a:lnTo>
                  <a:pt x="6649055" y="131222"/>
                </a:lnTo>
                <a:cubicBezTo>
                  <a:pt x="6649055" y="150127"/>
                  <a:pt x="6646500" y="150586"/>
                  <a:pt x="6632328" y="151722"/>
                </a:cubicBezTo>
                <a:cubicBezTo>
                  <a:pt x="6630935" y="153088"/>
                  <a:pt x="6630935" y="158099"/>
                  <a:pt x="6632328" y="159464"/>
                </a:cubicBezTo>
                <a:cubicBezTo>
                  <a:pt x="6642087" y="159239"/>
                  <a:pt x="6651841" y="159009"/>
                  <a:pt x="6664155" y="159009"/>
                </a:cubicBezTo>
                <a:cubicBezTo>
                  <a:pt x="6674842" y="159009"/>
                  <a:pt x="6681346" y="159239"/>
                  <a:pt x="6691335" y="159464"/>
                </a:cubicBezTo>
                <a:cubicBezTo>
                  <a:pt x="6692728" y="158099"/>
                  <a:pt x="6692728" y="153088"/>
                  <a:pt x="6691335" y="151722"/>
                </a:cubicBezTo>
                <a:cubicBezTo>
                  <a:pt x="6681577" y="150811"/>
                  <a:pt x="6679255" y="150127"/>
                  <a:pt x="6679255" y="1312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Text identifedasthemostactiveAPTgroup,whileAPT28isnotablefor">
            <a:extLst xmlns:a="http://schemas.openxmlformats.org/drawingml/2006/main">
              <a:ext uri="{FF2B5EF4-FFF2-40B4-BE49-F238E27FC236}">
                <a16:creationId xmlns:a16="http://schemas.microsoft.com/office/drawing/2014/main" id="{4AF99F2A-7639-423B-B0E4-398DB2A3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772" y="5666252"/>
            <a:ext cx="6770859" cy="213286"/>
          </a:xfrm>
          <a:custGeom xmlns:a="http://schemas.openxmlformats.org/drawingml/2006/main">
            <a:pathLst>
              <a:path w="6770859" h="213286">
                <a:moveTo>
                  <a:pt x="46425" y="131229"/>
                </a:moveTo>
                <a:lnTo>
                  <a:pt x="46425" y="85911"/>
                </a:lnTo>
                <a:cubicBezTo>
                  <a:pt x="46425" y="74527"/>
                  <a:pt x="47317" y="61742"/>
                  <a:pt x="47317" y="61742"/>
                </a:cubicBezTo>
                <a:cubicBezTo>
                  <a:pt x="47317" y="59208"/>
                  <a:pt x="45308" y="57825"/>
                  <a:pt x="42185" y="57825"/>
                </a:cubicBezTo>
                <a:cubicBezTo>
                  <a:pt x="35936" y="60362"/>
                  <a:pt x="17855" y="62204"/>
                  <a:pt x="2455" y="64275"/>
                </a:cubicBezTo>
                <a:cubicBezTo>
                  <a:pt x="2009" y="65644"/>
                  <a:pt x="2455" y="70197"/>
                  <a:pt x="2902" y="71566"/>
                </a:cubicBezTo>
                <a:cubicBezTo>
                  <a:pt x="15179" y="72702"/>
                  <a:pt x="17409" y="74527"/>
                  <a:pt x="17409" y="87506"/>
                </a:cubicBezTo>
                <a:lnTo>
                  <a:pt x="17409" y="131229"/>
                </a:lnTo>
                <a:cubicBezTo>
                  <a:pt x="17409" y="150130"/>
                  <a:pt x="14954" y="150586"/>
                  <a:pt x="1342" y="151722"/>
                </a:cubicBezTo>
                <a:cubicBezTo>
                  <a:pt x="0" y="153088"/>
                  <a:pt x="0" y="158099"/>
                  <a:pt x="1342" y="159464"/>
                </a:cubicBezTo>
                <a:cubicBezTo>
                  <a:pt x="10714" y="159239"/>
                  <a:pt x="20089" y="159009"/>
                  <a:pt x="31917" y="159009"/>
                </a:cubicBezTo>
                <a:cubicBezTo>
                  <a:pt x="43745" y="159009"/>
                  <a:pt x="52895" y="159239"/>
                  <a:pt x="62492" y="159464"/>
                </a:cubicBezTo>
                <a:cubicBezTo>
                  <a:pt x="63834" y="158099"/>
                  <a:pt x="63834" y="153088"/>
                  <a:pt x="62492" y="151722"/>
                </a:cubicBezTo>
                <a:cubicBezTo>
                  <a:pt x="48880" y="150811"/>
                  <a:pt x="46425" y="150130"/>
                  <a:pt x="46425" y="131229"/>
                </a:cubicBezTo>
                <a:moveTo>
                  <a:pt x="16296" y="23241"/>
                </a:moveTo>
                <a:cubicBezTo>
                  <a:pt x="16296" y="30754"/>
                  <a:pt x="21649" y="38271"/>
                  <a:pt x="30579" y="38271"/>
                </a:cubicBezTo>
                <a:cubicBezTo>
                  <a:pt x="40622" y="38271"/>
                  <a:pt x="46425" y="30073"/>
                  <a:pt x="46425" y="24152"/>
                </a:cubicBezTo>
                <a:cubicBezTo>
                  <a:pt x="46425" y="17320"/>
                  <a:pt x="41293" y="9119"/>
                  <a:pt x="31917" y="9119"/>
                </a:cubicBezTo>
                <a:cubicBezTo>
                  <a:pt x="21428" y="9119"/>
                  <a:pt x="16296" y="16409"/>
                  <a:pt x="16296" y="23241"/>
                </a:cubicBezTo>
                <a:close/>
                <a:moveTo>
                  <a:pt x="145074" y="137328"/>
                </a:moveTo>
                <a:cubicBezTo>
                  <a:pt x="140387" y="141203"/>
                  <a:pt x="128560" y="146214"/>
                  <a:pt x="125880" y="146214"/>
                </a:cubicBezTo>
                <a:cubicBezTo>
                  <a:pt x="114720" y="146214"/>
                  <a:pt x="106015" y="133457"/>
                  <a:pt x="106015" y="106803"/>
                </a:cubicBezTo>
                <a:cubicBezTo>
                  <a:pt x="106015" y="94731"/>
                  <a:pt x="107357" y="84250"/>
                  <a:pt x="111597" y="77188"/>
                </a:cubicBezTo>
                <a:cubicBezTo>
                  <a:pt x="115391" y="71038"/>
                  <a:pt x="121415" y="67392"/>
                  <a:pt x="128110" y="67392"/>
                </a:cubicBezTo>
                <a:cubicBezTo>
                  <a:pt x="133913" y="67392"/>
                  <a:pt x="139495" y="68077"/>
                  <a:pt x="144852" y="75593"/>
                </a:cubicBezTo>
                <a:lnTo>
                  <a:pt x="144852" y="131636"/>
                </a:lnTo>
                <a:cubicBezTo>
                  <a:pt x="144852" y="133457"/>
                  <a:pt x="144852" y="135507"/>
                  <a:pt x="145074" y="137328"/>
                </a:cubicBezTo>
                <a:moveTo>
                  <a:pt x="145744" y="148035"/>
                </a:moveTo>
                <a:cubicBezTo>
                  <a:pt x="146191" y="153501"/>
                  <a:pt x="146637" y="157372"/>
                  <a:pt x="146637" y="157372"/>
                </a:cubicBezTo>
                <a:cubicBezTo>
                  <a:pt x="146861" y="160107"/>
                  <a:pt x="148646" y="161244"/>
                  <a:pt x="151769" y="161244"/>
                </a:cubicBezTo>
                <a:cubicBezTo>
                  <a:pt x="160027" y="158922"/>
                  <a:pt x="173418" y="155732"/>
                  <a:pt x="188818" y="153682"/>
                </a:cubicBezTo>
                <a:cubicBezTo>
                  <a:pt x="189264" y="152316"/>
                  <a:pt x="188818" y="147764"/>
                  <a:pt x="188372" y="146395"/>
                </a:cubicBezTo>
                <a:cubicBezTo>
                  <a:pt x="176320" y="145258"/>
                  <a:pt x="173864" y="141613"/>
                  <a:pt x="173864" y="128637"/>
                </a:cubicBezTo>
                <a:lnTo>
                  <a:pt x="173864" y="26247"/>
                </a:lnTo>
                <a:cubicBezTo>
                  <a:pt x="173864" y="11471"/>
                  <a:pt x="174535" y="3002"/>
                  <a:pt x="174535" y="3002"/>
                </a:cubicBezTo>
                <a:cubicBezTo>
                  <a:pt x="174535" y="924"/>
                  <a:pt x="172972" y="0"/>
                  <a:pt x="170963" y="0"/>
                </a:cubicBezTo>
                <a:cubicBezTo>
                  <a:pt x="162708" y="2773"/>
                  <a:pt x="144852" y="5313"/>
                  <a:pt x="129006" y="6005"/>
                </a:cubicBezTo>
                <a:cubicBezTo>
                  <a:pt x="128335" y="8740"/>
                  <a:pt x="128560" y="11701"/>
                  <a:pt x="129674" y="13751"/>
                </a:cubicBezTo>
                <a:cubicBezTo>
                  <a:pt x="143735" y="14887"/>
                  <a:pt x="144852" y="15113"/>
                  <a:pt x="144852" y="30789"/>
                </a:cubicBezTo>
                <a:lnTo>
                  <a:pt x="144852" y="60331"/>
                </a:lnTo>
                <a:cubicBezTo>
                  <a:pt x="140609" y="58965"/>
                  <a:pt x="135255" y="57825"/>
                  <a:pt x="128781" y="57825"/>
                </a:cubicBezTo>
                <a:cubicBezTo>
                  <a:pt x="99991" y="57825"/>
                  <a:pt x="74769" y="83558"/>
                  <a:pt x="74769" y="113837"/>
                </a:cubicBezTo>
                <a:cubicBezTo>
                  <a:pt x="74769" y="127497"/>
                  <a:pt x="79458" y="142982"/>
                  <a:pt x="90394" y="151635"/>
                </a:cubicBezTo>
                <a:cubicBezTo>
                  <a:pt x="98427" y="158057"/>
                  <a:pt x="104009" y="161244"/>
                  <a:pt x="116508" y="161244"/>
                </a:cubicBezTo>
                <a:cubicBezTo>
                  <a:pt x="122532" y="161244"/>
                  <a:pt x="139049" y="151225"/>
                  <a:pt x="143735" y="148035"/>
                </a:cubicBezTo>
                <a:lnTo>
                  <a:pt x="145744" y="148035"/>
                </a:lnTo>
                <a:close/>
                <a:moveTo>
                  <a:pt x="231223" y="96312"/>
                </a:moveTo>
                <a:cubicBezTo>
                  <a:pt x="231448" y="88343"/>
                  <a:pt x="232565" y="79687"/>
                  <a:pt x="235688" y="75135"/>
                </a:cubicBezTo>
                <a:cubicBezTo>
                  <a:pt x="239260" y="69668"/>
                  <a:pt x="245285" y="67392"/>
                  <a:pt x="247740" y="67392"/>
                </a:cubicBezTo>
                <a:cubicBezTo>
                  <a:pt x="253768" y="67392"/>
                  <a:pt x="262023" y="73314"/>
                  <a:pt x="262023" y="91530"/>
                </a:cubicBezTo>
                <a:cubicBezTo>
                  <a:pt x="262023" y="92896"/>
                  <a:pt x="262023" y="95857"/>
                  <a:pt x="261577" y="96312"/>
                </a:cubicBezTo>
                <a:lnTo>
                  <a:pt x="231223" y="96312"/>
                </a:lnTo>
                <a:moveTo>
                  <a:pt x="287916" y="129579"/>
                </a:moveTo>
                <a:cubicBezTo>
                  <a:pt x="278765" y="139153"/>
                  <a:pt x="266713" y="141658"/>
                  <a:pt x="258229" y="141658"/>
                </a:cubicBezTo>
                <a:cubicBezTo>
                  <a:pt x="240820" y="141658"/>
                  <a:pt x="230110" y="131403"/>
                  <a:pt x="230110" y="109069"/>
                </a:cubicBezTo>
                <a:cubicBezTo>
                  <a:pt x="230110" y="107474"/>
                  <a:pt x="230331" y="106560"/>
                  <a:pt x="230331" y="105420"/>
                </a:cubicBezTo>
                <a:lnTo>
                  <a:pt x="283897" y="105420"/>
                </a:lnTo>
                <a:cubicBezTo>
                  <a:pt x="289254" y="105420"/>
                  <a:pt x="290368" y="101549"/>
                  <a:pt x="290368" y="98362"/>
                </a:cubicBezTo>
                <a:cubicBezTo>
                  <a:pt x="290368" y="79006"/>
                  <a:pt x="283005" y="57825"/>
                  <a:pt x="250196" y="57825"/>
                </a:cubicBezTo>
                <a:cubicBezTo>
                  <a:pt x="226762" y="57825"/>
                  <a:pt x="199977" y="79006"/>
                  <a:pt x="199977" y="113854"/>
                </a:cubicBezTo>
                <a:cubicBezTo>
                  <a:pt x="199977" y="127073"/>
                  <a:pt x="204667" y="140977"/>
                  <a:pt x="214263" y="149859"/>
                </a:cubicBezTo>
                <a:cubicBezTo>
                  <a:pt x="222743" y="157602"/>
                  <a:pt x="233679" y="161244"/>
                  <a:pt x="249525" y="161244"/>
                </a:cubicBezTo>
                <a:cubicBezTo>
                  <a:pt x="264925" y="161244"/>
                  <a:pt x="280103" y="153275"/>
                  <a:pt x="291264" y="136647"/>
                </a:cubicBezTo>
                <a:cubicBezTo>
                  <a:pt x="291264" y="133683"/>
                  <a:pt x="290147" y="129579"/>
                  <a:pt x="287916" y="129579"/>
                </a:cubicBezTo>
                <a:close/>
                <a:moveTo>
                  <a:pt x="351747" y="131209"/>
                </a:moveTo>
                <a:lnTo>
                  <a:pt x="351747" y="85848"/>
                </a:lnTo>
                <a:lnTo>
                  <a:pt x="351747" y="85393"/>
                </a:lnTo>
                <a:cubicBezTo>
                  <a:pt x="360673" y="79239"/>
                  <a:pt x="369603" y="74679"/>
                  <a:pt x="373618" y="74679"/>
                </a:cubicBezTo>
                <a:cubicBezTo>
                  <a:pt x="382547" y="74679"/>
                  <a:pt x="389243" y="78784"/>
                  <a:pt x="389243" y="91777"/>
                </a:cubicBezTo>
                <a:lnTo>
                  <a:pt x="389243" y="129839"/>
                </a:lnTo>
                <a:cubicBezTo>
                  <a:pt x="389243" y="148987"/>
                  <a:pt x="385670" y="151037"/>
                  <a:pt x="376520" y="151722"/>
                </a:cubicBezTo>
                <a:cubicBezTo>
                  <a:pt x="375181" y="153088"/>
                  <a:pt x="375181" y="158099"/>
                  <a:pt x="376520" y="159464"/>
                </a:cubicBezTo>
                <a:cubicBezTo>
                  <a:pt x="385895" y="159239"/>
                  <a:pt x="393037" y="159009"/>
                  <a:pt x="403751" y="159009"/>
                </a:cubicBezTo>
                <a:cubicBezTo>
                  <a:pt x="416024" y="159009"/>
                  <a:pt x="425846" y="159239"/>
                  <a:pt x="435443" y="159464"/>
                </a:cubicBezTo>
                <a:cubicBezTo>
                  <a:pt x="436781" y="158099"/>
                  <a:pt x="436781" y="153088"/>
                  <a:pt x="435443" y="151722"/>
                </a:cubicBezTo>
                <a:cubicBezTo>
                  <a:pt x="421827" y="151037"/>
                  <a:pt x="418258" y="148987"/>
                  <a:pt x="418258" y="129839"/>
                </a:cubicBezTo>
                <a:lnTo>
                  <a:pt x="418258" y="94282"/>
                </a:lnTo>
                <a:cubicBezTo>
                  <a:pt x="418258" y="69213"/>
                  <a:pt x="407766" y="57825"/>
                  <a:pt x="388572" y="57825"/>
                </a:cubicBezTo>
                <a:cubicBezTo>
                  <a:pt x="379646" y="57825"/>
                  <a:pt x="363800" y="67847"/>
                  <a:pt x="351523" y="76504"/>
                </a:cubicBezTo>
                <a:cubicBezTo>
                  <a:pt x="350855" y="68532"/>
                  <a:pt x="349959" y="61700"/>
                  <a:pt x="349959" y="61700"/>
                </a:cubicBezTo>
                <a:cubicBezTo>
                  <a:pt x="349738" y="58965"/>
                  <a:pt x="347954" y="57825"/>
                  <a:pt x="344827" y="57825"/>
                </a:cubicBezTo>
                <a:cubicBezTo>
                  <a:pt x="336569" y="60150"/>
                  <a:pt x="323178" y="63340"/>
                  <a:pt x="307778" y="65387"/>
                </a:cubicBezTo>
                <a:cubicBezTo>
                  <a:pt x="307332" y="66756"/>
                  <a:pt x="307778" y="71309"/>
                  <a:pt x="308224" y="72678"/>
                </a:cubicBezTo>
                <a:cubicBezTo>
                  <a:pt x="320501" y="73818"/>
                  <a:pt x="322732" y="75639"/>
                  <a:pt x="322732" y="88621"/>
                </a:cubicBezTo>
                <a:lnTo>
                  <a:pt x="322732" y="131222"/>
                </a:lnTo>
                <a:cubicBezTo>
                  <a:pt x="322732" y="150127"/>
                  <a:pt x="320276" y="150586"/>
                  <a:pt x="306661" y="151722"/>
                </a:cubicBezTo>
                <a:cubicBezTo>
                  <a:pt x="305323" y="153088"/>
                  <a:pt x="305323" y="158099"/>
                  <a:pt x="306661" y="159464"/>
                </a:cubicBezTo>
                <a:cubicBezTo>
                  <a:pt x="316037" y="159239"/>
                  <a:pt x="325409" y="159009"/>
                  <a:pt x="337240" y="159009"/>
                </a:cubicBezTo>
                <a:cubicBezTo>
                  <a:pt x="347507" y="159009"/>
                  <a:pt x="353757" y="159239"/>
                  <a:pt x="363354" y="159464"/>
                </a:cubicBezTo>
                <a:cubicBezTo>
                  <a:pt x="364692" y="158099"/>
                  <a:pt x="364692" y="153088"/>
                  <a:pt x="363354" y="151722"/>
                </a:cubicBezTo>
                <a:cubicBezTo>
                  <a:pt x="353978" y="150811"/>
                  <a:pt x="351747" y="150127"/>
                  <a:pt x="351747" y="131209"/>
                </a:cubicBezTo>
                <a:close/>
                <a:moveTo>
                  <a:pt x="452403" y="60272"/>
                </a:moveTo>
                <a:cubicBezTo>
                  <a:pt x="449280" y="60272"/>
                  <a:pt x="445932" y="61186"/>
                  <a:pt x="443031" y="63691"/>
                </a:cubicBezTo>
                <a:lnTo>
                  <a:pt x="443031" y="70294"/>
                </a:lnTo>
                <a:cubicBezTo>
                  <a:pt x="443031" y="71434"/>
                  <a:pt x="443252" y="71660"/>
                  <a:pt x="444144" y="71660"/>
                </a:cubicBezTo>
                <a:lnTo>
                  <a:pt x="458652" y="71660"/>
                </a:lnTo>
                <a:cubicBezTo>
                  <a:pt x="458206" y="94616"/>
                  <a:pt x="457985" y="123709"/>
                  <a:pt x="457985" y="135076"/>
                </a:cubicBezTo>
                <a:cubicBezTo>
                  <a:pt x="457985" y="143031"/>
                  <a:pt x="459994" y="150770"/>
                  <a:pt x="464680" y="154867"/>
                </a:cubicBezTo>
                <a:cubicBezTo>
                  <a:pt x="469812" y="159197"/>
                  <a:pt x="477846" y="161244"/>
                  <a:pt x="483203" y="161244"/>
                </a:cubicBezTo>
                <a:cubicBezTo>
                  <a:pt x="495480" y="161244"/>
                  <a:pt x="509092" y="154867"/>
                  <a:pt x="513557" y="148490"/>
                </a:cubicBezTo>
                <a:cubicBezTo>
                  <a:pt x="513557" y="145759"/>
                  <a:pt x="512219" y="144393"/>
                  <a:pt x="509542" y="142120"/>
                </a:cubicBezTo>
                <a:cubicBezTo>
                  <a:pt x="506640" y="144393"/>
                  <a:pt x="501058" y="145303"/>
                  <a:pt x="496819" y="145303"/>
                </a:cubicBezTo>
                <a:cubicBezTo>
                  <a:pt x="491908" y="145303"/>
                  <a:pt x="486997" y="141439"/>
                  <a:pt x="486997" y="130076"/>
                </a:cubicBezTo>
                <a:cubicBezTo>
                  <a:pt x="486997" y="118709"/>
                  <a:pt x="486775" y="94390"/>
                  <a:pt x="486775" y="71660"/>
                </a:cubicBezTo>
                <a:lnTo>
                  <a:pt x="509317" y="71660"/>
                </a:lnTo>
                <a:cubicBezTo>
                  <a:pt x="511548" y="71660"/>
                  <a:pt x="514674" y="70749"/>
                  <a:pt x="514674" y="68699"/>
                </a:cubicBezTo>
                <a:lnTo>
                  <a:pt x="514674" y="61641"/>
                </a:lnTo>
                <a:cubicBezTo>
                  <a:pt x="514674" y="60730"/>
                  <a:pt x="514003" y="60272"/>
                  <a:pt x="512889" y="60272"/>
                </a:cubicBezTo>
                <a:lnTo>
                  <a:pt x="486775" y="60272"/>
                </a:lnTo>
                <a:lnTo>
                  <a:pt x="486997" y="52529"/>
                </a:lnTo>
                <a:cubicBezTo>
                  <a:pt x="487443" y="37270"/>
                  <a:pt x="488114" y="26796"/>
                  <a:pt x="488114" y="26796"/>
                </a:cubicBezTo>
                <a:cubicBezTo>
                  <a:pt x="488114" y="25427"/>
                  <a:pt x="487443" y="24746"/>
                  <a:pt x="486329" y="24746"/>
                </a:cubicBezTo>
                <a:cubicBezTo>
                  <a:pt x="484766" y="24746"/>
                  <a:pt x="476508" y="27252"/>
                  <a:pt x="472939" y="28847"/>
                </a:cubicBezTo>
                <a:cubicBezTo>
                  <a:pt x="469141" y="30438"/>
                  <a:pt x="462671" y="31804"/>
                  <a:pt x="461108" y="33854"/>
                </a:cubicBezTo>
                <a:cubicBezTo>
                  <a:pt x="459544" y="35905"/>
                  <a:pt x="458652" y="42055"/>
                  <a:pt x="458652" y="60272"/>
                </a:cubicBezTo>
                <a:lnTo>
                  <a:pt x="452403" y="60272"/>
                </a:lnTo>
                <a:close/>
                <a:moveTo>
                  <a:pt x="570025" y="131229"/>
                </a:moveTo>
                <a:lnTo>
                  <a:pt x="570025" y="85911"/>
                </a:lnTo>
                <a:cubicBezTo>
                  <a:pt x="570025" y="74527"/>
                  <a:pt x="570917" y="61742"/>
                  <a:pt x="570917" y="61742"/>
                </a:cubicBezTo>
                <a:cubicBezTo>
                  <a:pt x="570917" y="59208"/>
                  <a:pt x="568908" y="57825"/>
                  <a:pt x="565785" y="57825"/>
                </a:cubicBezTo>
                <a:cubicBezTo>
                  <a:pt x="559535" y="60362"/>
                  <a:pt x="541455" y="62204"/>
                  <a:pt x="526055" y="64275"/>
                </a:cubicBezTo>
                <a:cubicBezTo>
                  <a:pt x="525609" y="65644"/>
                  <a:pt x="526055" y="70197"/>
                  <a:pt x="526501" y="71566"/>
                </a:cubicBezTo>
                <a:cubicBezTo>
                  <a:pt x="538778" y="72702"/>
                  <a:pt x="541009" y="74527"/>
                  <a:pt x="541009" y="87506"/>
                </a:cubicBezTo>
                <a:lnTo>
                  <a:pt x="541009" y="131229"/>
                </a:lnTo>
                <a:cubicBezTo>
                  <a:pt x="541009" y="150130"/>
                  <a:pt x="538554" y="150586"/>
                  <a:pt x="524942" y="151722"/>
                </a:cubicBezTo>
                <a:cubicBezTo>
                  <a:pt x="523600" y="153088"/>
                  <a:pt x="523600" y="158099"/>
                  <a:pt x="524942" y="159464"/>
                </a:cubicBezTo>
                <a:cubicBezTo>
                  <a:pt x="534314" y="159239"/>
                  <a:pt x="543689" y="159009"/>
                  <a:pt x="555517" y="159009"/>
                </a:cubicBezTo>
                <a:cubicBezTo>
                  <a:pt x="567344" y="159009"/>
                  <a:pt x="576495" y="159239"/>
                  <a:pt x="586092" y="159464"/>
                </a:cubicBezTo>
                <a:cubicBezTo>
                  <a:pt x="587434" y="158099"/>
                  <a:pt x="587434" y="153088"/>
                  <a:pt x="586092" y="151722"/>
                </a:cubicBezTo>
                <a:cubicBezTo>
                  <a:pt x="572480" y="150811"/>
                  <a:pt x="570025" y="150130"/>
                  <a:pt x="570025" y="131229"/>
                </a:cubicBezTo>
                <a:moveTo>
                  <a:pt x="539895" y="23241"/>
                </a:moveTo>
                <a:cubicBezTo>
                  <a:pt x="539895" y="30754"/>
                  <a:pt x="545249" y="38271"/>
                  <a:pt x="554178" y="38271"/>
                </a:cubicBezTo>
                <a:cubicBezTo>
                  <a:pt x="564221" y="38271"/>
                  <a:pt x="570025" y="30073"/>
                  <a:pt x="570025" y="24152"/>
                </a:cubicBezTo>
                <a:cubicBezTo>
                  <a:pt x="570025" y="17320"/>
                  <a:pt x="564892" y="9119"/>
                  <a:pt x="555517" y="9119"/>
                </a:cubicBezTo>
                <a:cubicBezTo>
                  <a:pt x="545028" y="9119"/>
                  <a:pt x="539895" y="16409"/>
                  <a:pt x="539895" y="23241"/>
                </a:cubicBezTo>
                <a:close/>
                <a:moveTo>
                  <a:pt x="642559" y="129888"/>
                </a:moveTo>
                <a:lnTo>
                  <a:pt x="642559" y="71660"/>
                </a:lnTo>
                <a:lnTo>
                  <a:pt x="671800" y="71660"/>
                </a:lnTo>
                <a:cubicBezTo>
                  <a:pt x="682064" y="72799"/>
                  <a:pt x="684073" y="75301"/>
                  <a:pt x="684073" y="87582"/>
                </a:cubicBezTo>
                <a:lnTo>
                  <a:pt x="684073" y="131254"/>
                </a:lnTo>
                <a:cubicBezTo>
                  <a:pt x="684073" y="150130"/>
                  <a:pt x="681397" y="150586"/>
                  <a:pt x="670236" y="151722"/>
                </a:cubicBezTo>
                <a:cubicBezTo>
                  <a:pt x="668898" y="153088"/>
                  <a:pt x="668898" y="158099"/>
                  <a:pt x="670236" y="159464"/>
                </a:cubicBezTo>
                <a:cubicBezTo>
                  <a:pt x="679609" y="159239"/>
                  <a:pt x="687646" y="159009"/>
                  <a:pt x="698581" y="159009"/>
                </a:cubicBezTo>
                <a:cubicBezTo>
                  <a:pt x="710409" y="159009"/>
                  <a:pt x="719559" y="159239"/>
                  <a:pt x="729160" y="159464"/>
                </a:cubicBezTo>
                <a:cubicBezTo>
                  <a:pt x="730498" y="158099"/>
                  <a:pt x="730498" y="153088"/>
                  <a:pt x="729160" y="151722"/>
                </a:cubicBezTo>
                <a:cubicBezTo>
                  <a:pt x="715544" y="150811"/>
                  <a:pt x="713089" y="150130"/>
                  <a:pt x="713089" y="131254"/>
                </a:cubicBezTo>
                <a:lnTo>
                  <a:pt x="713089" y="85991"/>
                </a:lnTo>
                <a:cubicBezTo>
                  <a:pt x="713089" y="74617"/>
                  <a:pt x="713981" y="61867"/>
                  <a:pt x="713981" y="61867"/>
                </a:cubicBezTo>
                <a:cubicBezTo>
                  <a:pt x="713981" y="59361"/>
                  <a:pt x="711972" y="57989"/>
                  <a:pt x="708849" y="57989"/>
                </a:cubicBezTo>
                <a:cubicBezTo>
                  <a:pt x="705501" y="59361"/>
                  <a:pt x="699027" y="59817"/>
                  <a:pt x="691440" y="60272"/>
                </a:cubicBezTo>
                <a:lnTo>
                  <a:pt x="642559" y="60272"/>
                </a:lnTo>
                <a:lnTo>
                  <a:pt x="642559" y="50222"/>
                </a:lnTo>
                <a:cubicBezTo>
                  <a:pt x="642559" y="16190"/>
                  <a:pt x="657292" y="9567"/>
                  <a:pt x="662203" y="9567"/>
                </a:cubicBezTo>
                <a:cubicBezTo>
                  <a:pt x="669566" y="9567"/>
                  <a:pt x="674255" y="13449"/>
                  <a:pt x="677603" y="22814"/>
                </a:cubicBezTo>
                <a:cubicBezTo>
                  <a:pt x="680279" y="30122"/>
                  <a:pt x="685861" y="37659"/>
                  <a:pt x="694116" y="37659"/>
                </a:cubicBezTo>
                <a:cubicBezTo>
                  <a:pt x="701929" y="37659"/>
                  <a:pt x="708403" y="32634"/>
                  <a:pt x="708403" y="22359"/>
                </a:cubicBezTo>
                <a:cubicBezTo>
                  <a:pt x="708403" y="18248"/>
                  <a:pt x="704159" y="10936"/>
                  <a:pt x="697243" y="7061"/>
                </a:cubicBezTo>
                <a:cubicBezTo>
                  <a:pt x="689876" y="2961"/>
                  <a:pt x="678495" y="0"/>
                  <a:pt x="666443" y="0"/>
                </a:cubicBezTo>
                <a:cubicBezTo>
                  <a:pt x="652606" y="0"/>
                  <a:pt x="640553" y="3419"/>
                  <a:pt x="632295" y="11624"/>
                </a:cubicBezTo>
                <a:cubicBezTo>
                  <a:pt x="622027" y="21900"/>
                  <a:pt x="613547" y="31495"/>
                  <a:pt x="613547" y="57304"/>
                </a:cubicBezTo>
                <a:lnTo>
                  <a:pt x="613547" y="60272"/>
                </a:lnTo>
                <a:lnTo>
                  <a:pt x="610867" y="60272"/>
                </a:lnTo>
                <a:cubicBezTo>
                  <a:pt x="603279" y="60272"/>
                  <a:pt x="595021" y="63691"/>
                  <a:pt x="595021" y="65512"/>
                </a:cubicBezTo>
                <a:lnTo>
                  <a:pt x="595021" y="69383"/>
                </a:lnTo>
                <a:cubicBezTo>
                  <a:pt x="595021" y="70978"/>
                  <a:pt x="595913" y="71660"/>
                  <a:pt x="601049" y="71660"/>
                </a:cubicBezTo>
                <a:lnTo>
                  <a:pt x="613547" y="71660"/>
                </a:lnTo>
                <a:lnTo>
                  <a:pt x="613547" y="130343"/>
                </a:lnTo>
                <a:cubicBezTo>
                  <a:pt x="613547" y="148994"/>
                  <a:pt x="609975" y="151041"/>
                  <a:pt x="596363" y="151722"/>
                </a:cubicBezTo>
                <a:cubicBezTo>
                  <a:pt x="595021" y="153088"/>
                  <a:pt x="595021" y="158099"/>
                  <a:pt x="596363" y="159464"/>
                </a:cubicBezTo>
                <a:cubicBezTo>
                  <a:pt x="605735" y="159239"/>
                  <a:pt x="615778" y="159009"/>
                  <a:pt x="628055" y="159009"/>
                </a:cubicBezTo>
                <a:cubicBezTo>
                  <a:pt x="639661" y="159009"/>
                  <a:pt x="647916" y="159239"/>
                  <a:pt x="657513" y="159464"/>
                </a:cubicBezTo>
                <a:cubicBezTo>
                  <a:pt x="658855" y="158099"/>
                  <a:pt x="658855" y="153088"/>
                  <a:pt x="657513" y="151722"/>
                </a:cubicBezTo>
                <a:cubicBezTo>
                  <a:pt x="645910" y="150811"/>
                  <a:pt x="642559" y="148994"/>
                  <a:pt x="642559" y="129888"/>
                </a:cubicBezTo>
                <a:close/>
                <a:moveTo>
                  <a:pt x="772678" y="96312"/>
                </a:moveTo>
                <a:cubicBezTo>
                  <a:pt x="772903" y="88343"/>
                  <a:pt x="774020" y="79687"/>
                  <a:pt x="777143" y="75135"/>
                </a:cubicBezTo>
                <a:cubicBezTo>
                  <a:pt x="780715" y="69668"/>
                  <a:pt x="786740" y="67392"/>
                  <a:pt x="789195" y="67392"/>
                </a:cubicBezTo>
                <a:cubicBezTo>
                  <a:pt x="795223" y="67392"/>
                  <a:pt x="803478" y="73314"/>
                  <a:pt x="803478" y="91530"/>
                </a:cubicBezTo>
                <a:cubicBezTo>
                  <a:pt x="803478" y="92896"/>
                  <a:pt x="803478" y="95857"/>
                  <a:pt x="803032" y="96312"/>
                </a:cubicBezTo>
                <a:lnTo>
                  <a:pt x="772678" y="96312"/>
                </a:lnTo>
                <a:moveTo>
                  <a:pt x="829371" y="129579"/>
                </a:moveTo>
                <a:cubicBezTo>
                  <a:pt x="820220" y="139153"/>
                  <a:pt x="808168" y="141658"/>
                  <a:pt x="799684" y="141658"/>
                </a:cubicBezTo>
                <a:cubicBezTo>
                  <a:pt x="782275" y="141658"/>
                  <a:pt x="771564" y="131403"/>
                  <a:pt x="771564" y="109069"/>
                </a:cubicBezTo>
                <a:cubicBezTo>
                  <a:pt x="771564" y="107474"/>
                  <a:pt x="771786" y="106560"/>
                  <a:pt x="771786" y="105420"/>
                </a:cubicBezTo>
                <a:lnTo>
                  <a:pt x="825352" y="105420"/>
                </a:lnTo>
                <a:cubicBezTo>
                  <a:pt x="830709" y="105420"/>
                  <a:pt x="831823" y="101549"/>
                  <a:pt x="831823" y="98362"/>
                </a:cubicBezTo>
                <a:cubicBezTo>
                  <a:pt x="831823" y="79006"/>
                  <a:pt x="824460" y="57825"/>
                  <a:pt x="791650" y="57825"/>
                </a:cubicBezTo>
                <a:cubicBezTo>
                  <a:pt x="768217" y="57825"/>
                  <a:pt x="741432" y="79006"/>
                  <a:pt x="741432" y="113854"/>
                </a:cubicBezTo>
                <a:cubicBezTo>
                  <a:pt x="741432" y="127073"/>
                  <a:pt x="746121" y="140977"/>
                  <a:pt x="755718" y="149859"/>
                </a:cubicBezTo>
                <a:cubicBezTo>
                  <a:pt x="764198" y="157602"/>
                  <a:pt x="775133" y="161244"/>
                  <a:pt x="790980" y="161244"/>
                </a:cubicBezTo>
                <a:cubicBezTo>
                  <a:pt x="806380" y="161244"/>
                  <a:pt x="821558" y="153275"/>
                  <a:pt x="832718" y="136647"/>
                </a:cubicBezTo>
                <a:cubicBezTo>
                  <a:pt x="832718" y="133683"/>
                  <a:pt x="831601" y="129579"/>
                  <a:pt x="829371" y="129579"/>
                </a:cubicBezTo>
                <a:close/>
                <a:moveTo>
                  <a:pt x="922438" y="137328"/>
                </a:moveTo>
                <a:cubicBezTo>
                  <a:pt x="917752" y="141203"/>
                  <a:pt x="905924" y="146214"/>
                  <a:pt x="903244" y="146214"/>
                </a:cubicBezTo>
                <a:cubicBezTo>
                  <a:pt x="892084" y="146214"/>
                  <a:pt x="883380" y="133457"/>
                  <a:pt x="883380" y="106803"/>
                </a:cubicBezTo>
                <a:cubicBezTo>
                  <a:pt x="883380" y="94731"/>
                  <a:pt x="884721" y="84250"/>
                  <a:pt x="888961" y="77188"/>
                </a:cubicBezTo>
                <a:cubicBezTo>
                  <a:pt x="892755" y="71038"/>
                  <a:pt x="898780" y="67392"/>
                  <a:pt x="905475" y="67392"/>
                </a:cubicBezTo>
                <a:cubicBezTo>
                  <a:pt x="911278" y="67392"/>
                  <a:pt x="916860" y="68077"/>
                  <a:pt x="922217" y="75593"/>
                </a:cubicBezTo>
                <a:lnTo>
                  <a:pt x="922217" y="131636"/>
                </a:lnTo>
                <a:cubicBezTo>
                  <a:pt x="922217" y="133457"/>
                  <a:pt x="922217" y="135507"/>
                  <a:pt x="922438" y="137328"/>
                </a:cubicBezTo>
                <a:moveTo>
                  <a:pt x="923109" y="148035"/>
                </a:moveTo>
                <a:cubicBezTo>
                  <a:pt x="923555" y="153501"/>
                  <a:pt x="924001" y="157372"/>
                  <a:pt x="924001" y="157372"/>
                </a:cubicBezTo>
                <a:cubicBezTo>
                  <a:pt x="924226" y="160107"/>
                  <a:pt x="926011" y="161244"/>
                  <a:pt x="929134" y="161244"/>
                </a:cubicBezTo>
                <a:cubicBezTo>
                  <a:pt x="937392" y="158922"/>
                  <a:pt x="950783" y="155732"/>
                  <a:pt x="966183" y="153682"/>
                </a:cubicBezTo>
                <a:cubicBezTo>
                  <a:pt x="966629" y="152316"/>
                  <a:pt x="966183" y="147764"/>
                  <a:pt x="965737" y="146395"/>
                </a:cubicBezTo>
                <a:cubicBezTo>
                  <a:pt x="953684" y="145258"/>
                  <a:pt x="951229" y="141613"/>
                  <a:pt x="951229" y="128637"/>
                </a:cubicBezTo>
                <a:lnTo>
                  <a:pt x="951229" y="26247"/>
                </a:lnTo>
                <a:cubicBezTo>
                  <a:pt x="951229" y="11471"/>
                  <a:pt x="951900" y="3002"/>
                  <a:pt x="951900" y="3002"/>
                </a:cubicBezTo>
                <a:cubicBezTo>
                  <a:pt x="951900" y="924"/>
                  <a:pt x="950337" y="0"/>
                  <a:pt x="948327" y="0"/>
                </a:cubicBezTo>
                <a:cubicBezTo>
                  <a:pt x="940072" y="2773"/>
                  <a:pt x="922217" y="5313"/>
                  <a:pt x="906371" y="6005"/>
                </a:cubicBezTo>
                <a:cubicBezTo>
                  <a:pt x="905700" y="8740"/>
                  <a:pt x="905924" y="11701"/>
                  <a:pt x="907038" y="13751"/>
                </a:cubicBezTo>
                <a:cubicBezTo>
                  <a:pt x="921100" y="14887"/>
                  <a:pt x="922217" y="15113"/>
                  <a:pt x="922217" y="30789"/>
                </a:cubicBezTo>
                <a:lnTo>
                  <a:pt x="922217" y="60331"/>
                </a:lnTo>
                <a:cubicBezTo>
                  <a:pt x="917973" y="58965"/>
                  <a:pt x="912620" y="57825"/>
                  <a:pt x="906146" y="57825"/>
                </a:cubicBezTo>
                <a:cubicBezTo>
                  <a:pt x="877355" y="57825"/>
                  <a:pt x="852133" y="83558"/>
                  <a:pt x="852133" y="113837"/>
                </a:cubicBezTo>
                <a:cubicBezTo>
                  <a:pt x="852133" y="127497"/>
                  <a:pt x="856823" y="142982"/>
                  <a:pt x="867758" y="151635"/>
                </a:cubicBezTo>
                <a:cubicBezTo>
                  <a:pt x="875792" y="158057"/>
                  <a:pt x="881374" y="161244"/>
                  <a:pt x="893872" y="161244"/>
                </a:cubicBezTo>
                <a:cubicBezTo>
                  <a:pt x="899897" y="161244"/>
                  <a:pt x="916414" y="151225"/>
                  <a:pt x="921100" y="148035"/>
                </a:cubicBezTo>
                <a:lnTo>
                  <a:pt x="923109" y="148035"/>
                </a:lnTo>
                <a:close/>
                <a:moveTo>
                  <a:pt x="1090500" y="147809"/>
                </a:moveTo>
                <a:cubicBezTo>
                  <a:pt x="1092060" y="157147"/>
                  <a:pt x="1098088" y="161244"/>
                  <a:pt x="1107906" y="161244"/>
                </a:cubicBezTo>
                <a:cubicBezTo>
                  <a:pt x="1120183" y="161244"/>
                  <a:pt x="1128888" y="156462"/>
                  <a:pt x="1137147" y="148490"/>
                </a:cubicBezTo>
                <a:cubicBezTo>
                  <a:pt x="1136700" y="145759"/>
                  <a:pt x="1135805" y="143938"/>
                  <a:pt x="1133128" y="142113"/>
                </a:cubicBezTo>
                <a:cubicBezTo>
                  <a:pt x="1130226" y="144393"/>
                  <a:pt x="1127996" y="145303"/>
                  <a:pt x="1123756" y="145303"/>
                </a:cubicBezTo>
                <a:cubicBezTo>
                  <a:pt x="1118845" y="145303"/>
                  <a:pt x="1117507" y="141203"/>
                  <a:pt x="1117507" y="130041"/>
                </a:cubicBezTo>
                <a:lnTo>
                  <a:pt x="1117953" y="97236"/>
                </a:lnTo>
                <a:cubicBezTo>
                  <a:pt x="1117953" y="64431"/>
                  <a:pt x="1098088" y="57825"/>
                  <a:pt x="1079786" y="57825"/>
                </a:cubicBezTo>
                <a:cubicBezTo>
                  <a:pt x="1063494" y="57825"/>
                  <a:pt x="1038497" y="67392"/>
                  <a:pt x="1038497" y="82429"/>
                </a:cubicBezTo>
                <a:cubicBezTo>
                  <a:pt x="1038497" y="88806"/>
                  <a:pt x="1041174" y="93817"/>
                  <a:pt x="1049879" y="93817"/>
                </a:cubicBezTo>
                <a:cubicBezTo>
                  <a:pt x="1057912" y="93817"/>
                  <a:pt x="1063715" y="88806"/>
                  <a:pt x="1063715" y="83339"/>
                </a:cubicBezTo>
                <a:cubicBezTo>
                  <a:pt x="1063715" y="80379"/>
                  <a:pt x="1062156" y="76504"/>
                  <a:pt x="1062823" y="72633"/>
                </a:cubicBezTo>
                <a:cubicBezTo>
                  <a:pt x="1063048" y="70127"/>
                  <a:pt x="1064832" y="67392"/>
                  <a:pt x="1072199" y="67392"/>
                </a:cubicBezTo>
                <a:cubicBezTo>
                  <a:pt x="1081571" y="67392"/>
                  <a:pt x="1089383" y="71493"/>
                  <a:pt x="1089383" y="100426"/>
                </a:cubicBezTo>
                <a:lnTo>
                  <a:pt x="1074429" y="105208"/>
                </a:lnTo>
                <a:cubicBezTo>
                  <a:pt x="1050996" y="112725"/>
                  <a:pt x="1034479" y="119334"/>
                  <a:pt x="1034479" y="137328"/>
                </a:cubicBezTo>
                <a:cubicBezTo>
                  <a:pt x="1034479" y="153046"/>
                  <a:pt x="1042958" y="161244"/>
                  <a:pt x="1062377" y="161244"/>
                </a:cubicBezTo>
                <a:cubicBezTo>
                  <a:pt x="1068851" y="161244"/>
                  <a:pt x="1081796" y="153956"/>
                  <a:pt x="1089159" y="148035"/>
                </a:cubicBezTo>
                <a:lnTo>
                  <a:pt x="1090500" y="147809"/>
                </a:lnTo>
                <a:moveTo>
                  <a:pt x="1089383" y="109309"/>
                </a:moveTo>
                <a:lnTo>
                  <a:pt x="1089383" y="139378"/>
                </a:lnTo>
                <a:cubicBezTo>
                  <a:pt x="1083805" y="143934"/>
                  <a:pt x="1078223" y="147580"/>
                  <a:pt x="1074208" y="147580"/>
                </a:cubicBezTo>
                <a:cubicBezTo>
                  <a:pt x="1064608" y="147580"/>
                  <a:pt x="1061260" y="140974"/>
                  <a:pt x="1061260" y="133912"/>
                </a:cubicBezTo>
                <a:cubicBezTo>
                  <a:pt x="1061260" y="125485"/>
                  <a:pt x="1061931" y="118420"/>
                  <a:pt x="1077777" y="113183"/>
                </a:cubicBezTo>
                <a:lnTo>
                  <a:pt x="1089383" y="109309"/>
                </a:lnTo>
                <a:close/>
                <a:moveTo>
                  <a:pt x="1148304" y="125711"/>
                </a:moveTo>
                <a:cubicBezTo>
                  <a:pt x="1149197" y="136873"/>
                  <a:pt x="1150314" y="147580"/>
                  <a:pt x="1152098" y="156236"/>
                </a:cubicBezTo>
                <a:cubicBezTo>
                  <a:pt x="1156342" y="157602"/>
                  <a:pt x="1170625" y="161244"/>
                  <a:pt x="1183123" y="161244"/>
                </a:cubicBezTo>
                <a:cubicBezTo>
                  <a:pt x="1200308" y="161244"/>
                  <a:pt x="1221735" y="151680"/>
                  <a:pt x="1221735" y="131862"/>
                </a:cubicBezTo>
                <a:cubicBezTo>
                  <a:pt x="1221735" y="124116"/>
                  <a:pt x="1219948" y="117965"/>
                  <a:pt x="1214815" y="112269"/>
                </a:cubicBezTo>
                <a:cubicBezTo>
                  <a:pt x="1208341" y="104979"/>
                  <a:pt x="1199191" y="99286"/>
                  <a:pt x="1188926" y="94731"/>
                </a:cubicBezTo>
                <a:cubicBezTo>
                  <a:pt x="1179997" y="90856"/>
                  <a:pt x="1176874" y="83565"/>
                  <a:pt x="1176874" y="76959"/>
                </a:cubicBezTo>
                <a:cubicBezTo>
                  <a:pt x="1176874" y="71722"/>
                  <a:pt x="1181114" y="67392"/>
                  <a:pt x="1187588" y="67392"/>
                </a:cubicBezTo>
                <a:cubicBezTo>
                  <a:pt x="1195397" y="67392"/>
                  <a:pt x="1202988" y="74683"/>
                  <a:pt x="1208566" y="88580"/>
                </a:cubicBezTo>
                <a:cubicBezTo>
                  <a:pt x="1212585" y="89261"/>
                  <a:pt x="1215040" y="89035"/>
                  <a:pt x="1217271" y="87440"/>
                </a:cubicBezTo>
                <a:cubicBezTo>
                  <a:pt x="1217271" y="79239"/>
                  <a:pt x="1216378" y="70582"/>
                  <a:pt x="1214369" y="63292"/>
                </a:cubicBezTo>
                <a:cubicBezTo>
                  <a:pt x="1207228" y="60105"/>
                  <a:pt x="1201646" y="57825"/>
                  <a:pt x="1189372" y="57825"/>
                </a:cubicBezTo>
                <a:cubicBezTo>
                  <a:pt x="1177541" y="57825"/>
                  <a:pt x="1166385" y="62381"/>
                  <a:pt x="1159243" y="69672"/>
                </a:cubicBezTo>
                <a:cubicBezTo>
                  <a:pt x="1154107" y="74909"/>
                  <a:pt x="1151652" y="81289"/>
                  <a:pt x="1151652" y="87440"/>
                </a:cubicBezTo>
                <a:cubicBezTo>
                  <a:pt x="1151652" y="94272"/>
                  <a:pt x="1154107" y="99742"/>
                  <a:pt x="1158572" y="104523"/>
                </a:cubicBezTo>
                <a:cubicBezTo>
                  <a:pt x="1165492" y="112269"/>
                  <a:pt x="1177541" y="120245"/>
                  <a:pt x="1184461" y="123431"/>
                </a:cubicBezTo>
                <a:cubicBezTo>
                  <a:pt x="1193391" y="127532"/>
                  <a:pt x="1195843" y="135733"/>
                  <a:pt x="1195843" y="141199"/>
                </a:cubicBezTo>
                <a:cubicBezTo>
                  <a:pt x="1195843" y="148490"/>
                  <a:pt x="1188701" y="152365"/>
                  <a:pt x="1182677" y="152365"/>
                </a:cubicBezTo>
                <a:cubicBezTo>
                  <a:pt x="1172634" y="152365"/>
                  <a:pt x="1161920" y="142113"/>
                  <a:pt x="1157234" y="125256"/>
                </a:cubicBezTo>
                <a:cubicBezTo>
                  <a:pt x="1153661" y="124571"/>
                  <a:pt x="1151877" y="124800"/>
                  <a:pt x="1148304" y="125711"/>
                </a:cubicBezTo>
                <a:close/>
                <a:moveTo>
                  <a:pt x="1302303" y="60272"/>
                </a:moveTo>
                <a:cubicBezTo>
                  <a:pt x="1299181" y="60272"/>
                  <a:pt x="1295833" y="61186"/>
                  <a:pt x="1292931" y="63691"/>
                </a:cubicBezTo>
                <a:lnTo>
                  <a:pt x="1292931" y="70294"/>
                </a:lnTo>
                <a:cubicBezTo>
                  <a:pt x="1292931" y="71434"/>
                  <a:pt x="1293153" y="71660"/>
                  <a:pt x="1294045" y="71660"/>
                </a:cubicBezTo>
                <a:lnTo>
                  <a:pt x="1308553" y="71660"/>
                </a:lnTo>
                <a:cubicBezTo>
                  <a:pt x="1308107" y="94616"/>
                  <a:pt x="1307885" y="123709"/>
                  <a:pt x="1307885" y="135076"/>
                </a:cubicBezTo>
                <a:cubicBezTo>
                  <a:pt x="1307885" y="143031"/>
                  <a:pt x="1309895" y="150770"/>
                  <a:pt x="1314581" y="154867"/>
                </a:cubicBezTo>
                <a:cubicBezTo>
                  <a:pt x="1319713" y="159197"/>
                  <a:pt x="1327747" y="161244"/>
                  <a:pt x="1333104" y="161244"/>
                </a:cubicBezTo>
                <a:cubicBezTo>
                  <a:pt x="1345381" y="161244"/>
                  <a:pt x="1358993" y="154867"/>
                  <a:pt x="1363457" y="148490"/>
                </a:cubicBezTo>
                <a:cubicBezTo>
                  <a:pt x="1363457" y="145759"/>
                  <a:pt x="1362119" y="144393"/>
                  <a:pt x="1359442" y="142120"/>
                </a:cubicBezTo>
                <a:cubicBezTo>
                  <a:pt x="1356541" y="144393"/>
                  <a:pt x="1350959" y="145303"/>
                  <a:pt x="1346719" y="145303"/>
                </a:cubicBezTo>
                <a:cubicBezTo>
                  <a:pt x="1341808" y="145303"/>
                  <a:pt x="1336897" y="141439"/>
                  <a:pt x="1336897" y="130076"/>
                </a:cubicBezTo>
                <a:cubicBezTo>
                  <a:pt x="1336897" y="118709"/>
                  <a:pt x="1336676" y="94390"/>
                  <a:pt x="1336676" y="71660"/>
                </a:cubicBezTo>
                <a:lnTo>
                  <a:pt x="1359217" y="71660"/>
                </a:lnTo>
                <a:cubicBezTo>
                  <a:pt x="1361448" y="71660"/>
                  <a:pt x="1364574" y="70749"/>
                  <a:pt x="1364574" y="68699"/>
                </a:cubicBezTo>
                <a:lnTo>
                  <a:pt x="1364574" y="61641"/>
                </a:lnTo>
                <a:cubicBezTo>
                  <a:pt x="1364574" y="60730"/>
                  <a:pt x="1363904" y="60272"/>
                  <a:pt x="1362790" y="60272"/>
                </a:cubicBezTo>
                <a:lnTo>
                  <a:pt x="1336676" y="60272"/>
                </a:lnTo>
                <a:lnTo>
                  <a:pt x="1336897" y="52529"/>
                </a:lnTo>
                <a:cubicBezTo>
                  <a:pt x="1337343" y="37270"/>
                  <a:pt x="1338014" y="26796"/>
                  <a:pt x="1338014" y="26796"/>
                </a:cubicBezTo>
                <a:cubicBezTo>
                  <a:pt x="1338014" y="25427"/>
                  <a:pt x="1337343" y="24746"/>
                  <a:pt x="1336230" y="24746"/>
                </a:cubicBezTo>
                <a:cubicBezTo>
                  <a:pt x="1334667" y="24746"/>
                  <a:pt x="1326408" y="27252"/>
                  <a:pt x="1322839" y="28847"/>
                </a:cubicBezTo>
                <a:cubicBezTo>
                  <a:pt x="1319042" y="30438"/>
                  <a:pt x="1312571" y="31804"/>
                  <a:pt x="1311008" y="33854"/>
                </a:cubicBezTo>
                <a:cubicBezTo>
                  <a:pt x="1309445" y="35905"/>
                  <a:pt x="1308553" y="42055"/>
                  <a:pt x="1308553" y="60272"/>
                </a:cubicBezTo>
                <a:lnTo>
                  <a:pt x="1302303" y="60272"/>
                </a:lnTo>
                <a:close/>
                <a:moveTo>
                  <a:pt x="1485990" y="129839"/>
                </a:moveTo>
                <a:lnTo>
                  <a:pt x="1485990" y="94282"/>
                </a:lnTo>
                <a:cubicBezTo>
                  <a:pt x="1485990" y="69213"/>
                  <a:pt x="1475497" y="57825"/>
                  <a:pt x="1456303" y="57825"/>
                </a:cubicBezTo>
                <a:cubicBezTo>
                  <a:pt x="1448045" y="57825"/>
                  <a:pt x="1432199" y="66252"/>
                  <a:pt x="1419479" y="74224"/>
                </a:cubicBezTo>
                <a:lnTo>
                  <a:pt x="1419479" y="26126"/>
                </a:lnTo>
                <a:cubicBezTo>
                  <a:pt x="1419479" y="11301"/>
                  <a:pt x="1420146" y="2919"/>
                  <a:pt x="1420146" y="2919"/>
                </a:cubicBezTo>
                <a:cubicBezTo>
                  <a:pt x="1420146" y="900"/>
                  <a:pt x="1418587" y="0"/>
                  <a:pt x="1416577" y="0"/>
                </a:cubicBezTo>
                <a:cubicBezTo>
                  <a:pt x="1408319" y="2693"/>
                  <a:pt x="1390463" y="5164"/>
                  <a:pt x="1374617" y="5835"/>
                </a:cubicBezTo>
                <a:cubicBezTo>
                  <a:pt x="1373946" y="8570"/>
                  <a:pt x="1374171" y="11075"/>
                  <a:pt x="1375288" y="13122"/>
                </a:cubicBezTo>
                <a:cubicBezTo>
                  <a:pt x="1389346" y="14265"/>
                  <a:pt x="1390463" y="14491"/>
                  <a:pt x="1390463" y="30230"/>
                </a:cubicBezTo>
                <a:lnTo>
                  <a:pt x="1390463" y="130069"/>
                </a:lnTo>
                <a:cubicBezTo>
                  <a:pt x="1390463" y="148987"/>
                  <a:pt x="1386894" y="151037"/>
                  <a:pt x="1373279" y="151722"/>
                </a:cubicBezTo>
                <a:cubicBezTo>
                  <a:pt x="1371940" y="153088"/>
                  <a:pt x="1371940" y="158099"/>
                  <a:pt x="1373279" y="159464"/>
                </a:cubicBezTo>
                <a:cubicBezTo>
                  <a:pt x="1382651" y="159239"/>
                  <a:pt x="1392694" y="159009"/>
                  <a:pt x="1404971" y="159009"/>
                </a:cubicBezTo>
                <a:cubicBezTo>
                  <a:pt x="1415685" y="159009"/>
                  <a:pt x="1422602" y="159239"/>
                  <a:pt x="1432199" y="159464"/>
                </a:cubicBezTo>
                <a:cubicBezTo>
                  <a:pt x="1433541" y="158099"/>
                  <a:pt x="1433541" y="153088"/>
                  <a:pt x="1432199" y="151722"/>
                </a:cubicBezTo>
                <a:cubicBezTo>
                  <a:pt x="1422827" y="151037"/>
                  <a:pt x="1419479" y="148987"/>
                  <a:pt x="1419479" y="130069"/>
                </a:cubicBezTo>
                <a:lnTo>
                  <a:pt x="1419479" y="83343"/>
                </a:lnTo>
                <a:cubicBezTo>
                  <a:pt x="1428851" y="77414"/>
                  <a:pt x="1436217" y="74679"/>
                  <a:pt x="1440236" y="74679"/>
                </a:cubicBezTo>
                <a:cubicBezTo>
                  <a:pt x="1449162" y="74679"/>
                  <a:pt x="1456974" y="78784"/>
                  <a:pt x="1456974" y="91777"/>
                </a:cubicBezTo>
                <a:lnTo>
                  <a:pt x="1456974" y="129839"/>
                </a:lnTo>
                <a:cubicBezTo>
                  <a:pt x="1456974" y="148987"/>
                  <a:pt x="1453402" y="151037"/>
                  <a:pt x="1444251" y="151722"/>
                </a:cubicBezTo>
                <a:cubicBezTo>
                  <a:pt x="1442913" y="153088"/>
                  <a:pt x="1442913" y="158099"/>
                  <a:pt x="1444251" y="159464"/>
                </a:cubicBezTo>
                <a:cubicBezTo>
                  <a:pt x="1453627" y="159239"/>
                  <a:pt x="1460768" y="159009"/>
                  <a:pt x="1471482" y="159009"/>
                </a:cubicBezTo>
                <a:cubicBezTo>
                  <a:pt x="1483756" y="159009"/>
                  <a:pt x="1493577" y="159239"/>
                  <a:pt x="1503174" y="159464"/>
                </a:cubicBezTo>
                <a:cubicBezTo>
                  <a:pt x="1504513" y="158099"/>
                  <a:pt x="1504513" y="153088"/>
                  <a:pt x="1503174" y="151722"/>
                </a:cubicBezTo>
                <a:cubicBezTo>
                  <a:pt x="1489559" y="151037"/>
                  <a:pt x="1485990" y="148987"/>
                  <a:pt x="1485990" y="129839"/>
                </a:cubicBezTo>
                <a:close/>
                <a:moveTo>
                  <a:pt x="1545802" y="96312"/>
                </a:moveTo>
                <a:cubicBezTo>
                  <a:pt x="1546026" y="88343"/>
                  <a:pt x="1547143" y="79687"/>
                  <a:pt x="1550266" y="75135"/>
                </a:cubicBezTo>
                <a:cubicBezTo>
                  <a:pt x="1553839" y="69668"/>
                  <a:pt x="1559863" y="67392"/>
                  <a:pt x="1562319" y="67392"/>
                </a:cubicBezTo>
                <a:cubicBezTo>
                  <a:pt x="1568346" y="67392"/>
                  <a:pt x="1576602" y="73314"/>
                  <a:pt x="1576602" y="91530"/>
                </a:cubicBezTo>
                <a:cubicBezTo>
                  <a:pt x="1576602" y="92896"/>
                  <a:pt x="1576602" y="95857"/>
                  <a:pt x="1576155" y="96312"/>
                </a:cubicBezTo>
                <a:lnTo>
                  <a:pt x="1545802" y="96312"/>
                </a:lnTo>
                <a:moveTo>
                  <a:pt x="1602494" y="129579"/>
                </a:moveTo>
                <a:cubicBezTo>
                  <a:pt x="1593343" y="139153"/>
                  <a:pt x="1581291" y="141658"/>
                  <a:pt x="1572808" y="141658"/>
                </a:cubicBezTo>
                <a:cubicBezTo>
                  <a:pt x="1555398" y="141658"/>
                  <a:pt x="1544688" y="131403"/>
                  <a:pt x="1544688" y="109069"/>
                </a:cubicBezTo>
                <a:cubicBezTo>
                  <a:pt x="1544688" y="107474"/>
                  <a:pt x="1544909" y="106560"/>
                  <a:pt x="1544909" y="105420"/>
                </a:cubicBezTo>
                <a:lnTo>
                  <a:pt x="1598476" y="105420"/>
                </a:lnTo>
                <a:cubicBezTo>
                  <a:pt x="1603833" y="105420"/>
                  <a:pt x="1604946" y="101549"/>
                  <a:pt x="1604946" y="98362"/>
                </a:cubicBezTo>
                <a:cubicBezTo>
                  <a:pt x="1604946" y="79006"/>
                  <a:pt x="1597583" y="57825"/>
                  <a:pt x="1564774" y="57825"/>
                </a:cubicBezTo>
                <a:cubicBezTo>
                  <a:pt x="1541340" y="57825"/>
                  <a:pt x="1514555" y="79006"/>
                  <a:pt x="1514555" y="113854"/>
                </a:cubicBezTo>
                <a:cubicBezTo>
                  <a:pt x="1514555" y="127073"/>
                  <a:pt x="1519245" y="140977"/>
                  <a:pt x="1528842" y="149859"/>
                </a:cubicBezTo>
                <a:cubicBezTo>
                  <a:pt x="1537322" y="157602"/>
                  <a:pt x="1548257" y="161244"/>
                  <a:pt x="1564103" y="161244"/>
                </a:cubicBezTo>
                <a:cubicBezTo>
                  <a:pt x="1579503" y="161244"/>
                  <a:pt x="1594682" y="153275"/>
                  <a:pt x="1605842" y="136647"/>
                </a:cubicBezTo>
                <a:cubicBezTo>
                  <a:pt x="1605842" y="133683"/>
                  <a:pt x="1604725" y="129579"/>
                  <a:pt x="1602494" y="129579"/>
                </a:cubicBezTo>
                <a:close/>
                <a:moveTo>
                  <a:pt x="1721899" y="131209"/>
                </a:moveTo>
                <a:lnTo>
                  <a:pt x="1721899" y="85848"/>
                </a:lnTo>
                <a:cubicBezTo>
                  <a:pt x="1721899" y="84709"/>
                  <a:pt x="1721899" y="83569"/>
                  <a:pt x="1721899" y="82429"/>
                </a:cubicBezTo>
                <a:cubicBezTo>
                  <a:pt x="1730604" y="76959"/>
                  <a:pt x="1738413" y="74679"/>
                  <a:pt x="1742210" y="74679"/>
                </a:cubicBezTo>
                <a:cubicBezTo>
                  <a:pt x="1751136" y="74679"/>
                  <a:pt x="1757831" y="78784"/>
                  <a:pt x="1757831" y="91777"/>
                </a:cubicBezTo>
                <a:lnTo>
                  <a:pt x="1757831" y="129839"/>
                </a:lnTo>
                <a:cubicBezTo>
                  <a:pt x="1757831" y="148987"/>
                  <a:pt x="1754259" y="151037"/>
                  <a:pt x="1745108" y="151722"/>
                </a:cubicBezTo>
                <a:cubicBezTo>
                  <a:pt x="1743770" y="153088"/>
                  <a:pt x="1743770" y="158099"/>
                  <a:pt x="1745108" y="159464"/>
                </a:cubicBezTo>
                <a:cubicBezTo>
                  <a:pt x="1754484" y="159239"/>
                  <a:pt x="1761625" y="159009"/>
                  <a:pt x="1772339" y="159009"/>
                </a:cubicBezTo>
                <a:cubicBezTo>
                  <a:pt x="1783053" y="159009"/>
                  <a:pt x="1789970" y="159239"/>
                  <a:pt x="1799567" y="159464"/>
                </a:cubicBezTo>
                <a:cubicBezTo>
                  <a:pt x="1800908" y="158099"/>
                  <a:pt x="1800908" y="153088"/>
                  <a:pt x="1799567" y="151722"/>
                </a:cubicBezTo>
                <a:cubicBezTo>
                  <a:pt x="1790641" y="151037"/>
                  <a:pt x="1786847" y="148987"/>
                  <a:pt x="1786847" y="129839"/>
                </a:cubicBezTo>
                <a:lnTo>
                  <a:pt x="1786847" y="94282"/>
                </a:lnTo>
                <a:cubicBezTo>
                  <a:pt x="1786847" y="88583"/>
                  <a:pt x="1786622" y="84027"/>
                  <a:pt x="1785954" y="81748"/>
                </a:cubicBezTo>
                <a:cubicBezTo>
                  <a:pt x="1794434" y="77414"/>
                  <a:pt x="1804031" y="74679"/>
                  <a:pt x="1807604" y="74679"/>
                </a:cubicBezTo>
                <a:cubicBezTo>
                  <a:pt x="1816530" y="74679"/>
                  <a:pt x="1822779" y="78784"/>
                  <a:pt x="1822779" y="91777"/>
                </a:cubicBezTo>
                <a:lnTo>
                  <a:pt x="1822779" y="129839"/>
                </a:lnTo>
                <a:cubicBezTo>
                  <a:pt x="1822779" y="148987"/>
                  <a:pt x="1819206" y="151037"/>
                  <a:pt x="1810059" y="151722"/>
                </a:cubicBezTo>
                <a:cubicBezTo>
                  <a:pt x="1808717" y="153088"/>
                  <a:pt x="1808717" y="158099"/>
                  <a:pt x="1810059" y="159464"/>
                </a:cubicBezTo>
                <a:cubicBezTo>
                  <a:pt x="1819431" y="159239"/>
                  <a:pt x="1826573" y="159009"/>
                  <a:pt x="1837287" y="159009"/>
                </a:cubicBezTo>
                <a:cubicBezTo>
                  <a:pt x="1849560" y="159009"/>
                  <a:pt x="1859382" y="159239"/>
                  <a:pt x="1868979" y="159464"/>
                </a:cubicBezTo>
                <a:cubicBezTo>
                  <a:pt x="1870317" y="158099"/>
                  <a:pt x="1870317" y="153088"/>
                  <a:pt x="1868979" y="151722"/>
                </a:cubicBezTo>
                <a:cubicBezTo>
                  <a:pt x="1855364" y="151037"/>
                  <a:pt x="1851794" y="148987"/>
                  <a:pt x="1851794" y="129839"/>
                </a:cubicBezTo>
                <a:lnTo>
                  <a:pt x="1851794" y="94282"/>
                </a:lnTo>
                <a:cubicBezTo>
                  <a:pt x="1851794" y="69213"/>
                  <a:pt x="1842865" y="57825"/>
                  <a:pt x="1823671" y="57825"/>
                </a:cubicBezTo>
                <a:cubicBezTo>
                  <a:pt x="1815413" y="57825"/>
                  <a:pt x="1796665" y="66937"/>
                  <a:pt x="1783720" y="74454"/>
                </a:cubicBezTo>
                <a:cubicBezTo>
                  <a:pt x="1780373" y="64431"/>
                  <a:pt x="1771447" y="57825"/>
                  <a:pt x="1758277" y="57825"/>
                </a:cubicBezTo>
                <a:cubicBezTo>
                  <a:pt x="1750244" y="57825"/>
                  <a:pt x="1734173" y="66482"/>
                  <a:pt x="1721453" y="73769"/>
                </a:cubicBezTo>
                <a:cubicBezTo>
                  <a:pt x="1720782" y="66937"/>
                  <a:pt x="1720111" y="61700"/>
                  <a:pt x="1720111" y="61700"/>
                </a:cubicBezTo>
                <a:cubicBezTo>
                  <a:pt x="1719890" y="58965"/>
                  <a:pt x="1718105" y="57825"/>
                  <a:pt x="1714979" y="57825"/>
                </a:cubicBezTo>
                <a:cubicBezTo>
                  <a:pt x="1706720" y="60150"/>
                  <a:pt x="1693330" y="63340"/>
                  <a:pt x="1677930" y="65387"/>
                </a:cubicBezTo>
                <a:cubicBezTo>
                  <a:pt x="1677483" y="66756"/>
                  <a:pt x="1677930" y="71309"/>
                  <a:pt x="1678376" y="72678"/>
                </a:cubicBezTo>
                <a:cubicBezTo>
                  <a:pt x="1690653" y="73818"/>
                  <a:pt x="1692883" y="75639"/>
                  <a:pt x="1692883" y="88621"/>
                </a:cubicBezTo>
                <a:lnTo>
                  <a:pt x="1692883" y="131222"/>
                </a:lnTo>
                <a:cubicBezTo>
                  <a:pt x="1692883" y="150127"/>
                  <a:pt x="1690428" y="150586"/>
                  <a:pt x="1676813" y="151722"/>
                </a:cubicBezTo>
                <a:cubicBezTo>
                  <a:pt x="1675474" y="153088"/>
                  <a:pt x="1675474" y="158099"/>
                  <a:pt x="1676813" y="159464"/>
                </a:cubicBezTo>
                <a:cubicBezTo>
                  <a:pt x="1686188" y="159239"/>
                  <a:pt x="1695560" y="159009"/>
                  <a:pt x="1707391" y="159009"/>
                </a:cubicBezTo>
                <a:cubicBezTo>
                  <a:pt x="1717659" y="159009"/>
                  <a:pt x="1723908" y="159239"/>
                  <a:pt x="1733505" y="159464"/>
                </a:cubicBezTo>
                <a:cubicBezTo>
                  <a:pt x="1734844" y="158099"/>
                  <a:pt x="1734844" y="153088"/>
                  <a:pt x="1733505" y="151722"/>
                </a:cubicBezTo>
                <a:cubicBezTo>
                  <a:pt x="1724130" y="150811"/>
                  <a:pt x="1721899" y="150127"/>
                  <a:pt x="1721899" y="131209"/>
                </a:cubicBezTo>
                <a:close/>
                <a:moveTo>
                  <a:pt x="1931026" y="67392"/>
                </a:moveTo>
                <a:cubicBezTo>
                  <a:pt x="1946201" y="67392"/>
                  <a:pt x="1956469" y="85845"/>
                  <a:pt x="1956469" y="117055"/>
                </a:cubicBezTo>
                <a:cubicBezTo>
                  <a:pt x="1956469" y="144390"/>
                  <a:pt x="1945980" y="151680"/>
                  <a:pt x="1937946" y="151680"/>
                </a:cubicBezTo>
                <a:cubicBezTo>
                  <a:pt x="1919644" y="151680"/>
                  <a:pt x="1912499" y="123661"/>
                  <a:pt x="1912499" y="106803"/>
                </a:cubicBezTo>
                <a:cubicBezTo>
                  <a:pt x="1912499" y="85845"/>
                  <a:pt x="1916072" y="67392"/>
                  <a:pt x="1931026" y="67392"/>
                </a:cubicBezTo>
                <a:moveTo>
                  <a:pt x="1881253" y="111814"/>
                </a:moveTo>
                <a:cubicBezTo>
                  <a:pt x="1881253" y="141658"/>
                  <a:pt x="1904466" y="161244"/>
                  <a:pt x="1934373" y="161244"/>
                </a:cubicBezTo>
                <a:cubicBezTo>
                  <a:pt x="1950220" y="161244"/>
                  <a:pt x="1963389" y="156691"/>
                  <a:pt x="1972540" y="148264"/>
                </a:cubicBezTo>
                <a:cubicBezTo>
                  <a:pt x="1983921" y="138013"/>
                  <a:pt x="1987715" y="122521"/>
                  <a:pt x="1987715" y="109764"/>
                </a:cubicBezTo>
                <a:cubicBezTo>
                  <a:pt x="1987715" y="79923"/>
                  <a:pt x="1967850" y="57825"/>
                  <a:pt x="1934595" y="57825"/>
                </a:cubicBezTo>
                <a:cubicBezTo>
                  <a:pt x="1916072" y="57825"/>
                  <a:pt x="1902235" y="64431"/>
                  <a:pt x="1893530" y="74683"/>
                </a:cubicBezTo>
                <a:cubicBezTo>
                  <a:pt x="1885047" y="84705"/>
                  <a:pt x="1881253" y="98373"/>
                  <a:pt x="1881253" y="111814"/>
                </a:cubicBezTo>
                <a:close/>
                <a:moveTo>
                  <a:pt x="2006685" y="125711"/>
                </a:moveTo>
                <a:cubicBezTo>
                  <a:pt x="2007578" y="136873"/>
                  <a:pt x="2008695" y="147580"/>
                  <a:pt x="2010479" y="156236"/>
                </a:cubicBezTo>
                <a:cubicBezTo>
                  <a:pt x="2014723" y="157602"/>
                  <a:pt x="2029006" y="161244"/>
                  <a:pt x="2041504" y="161244"/>
                </a:cubicBezTo>
                <a:cubicBezTo>
                  <a:pt x="2058689" y="161244"/>
                  <a:pt x="2080116" y="151680"/>
                  <a:pt x="2080116" y="131862"/>
                </a:cubicBezTo>
                <a:cubicBezTo>
                  <a:pt x="2080116" y="124116"/>
                  <a:pt x="2078329" y="117965"/>
                  <a:pt x="2073196" y="112269"/>
                </a:cubicBezTo>
                <a:cubicBezTo>
                  <a:pt x="2066722" y="104979"/>
                  <a:pt x="2057572" y="99286"/>
                  <a:pt x="2047307" y="94731"/>
                </a:cubicBezTo>
                <a:cubicBezTo>
                  <a:pt x="2038378" y="90856"/>
                  <a:pt x="2035255" y="83565"/>
                  <a:pt x="2035255" y="76959"/>
                </a:cubicBezTo>
                <a:cubicBezTo>
                  <a:pt x="2035255" y="71722"/>
                  <a:pt x="2039495" y="67392"/>
                  <a:pt x="2045969" y="67392"/>
                </a:cubicBezTo>
                <a:cubicBezTo>
                  <a:pt x="2053778" y="67392"/>
                  <a:pt x="2061369" y="74683"/>
                  <a:pt x="2066947" y="88580"/>
                </a:cubicBezTo>
                <a:cubicBezTo>
                  <a:pt x="2070966" y="89261"/>
                  <a:pt x="2073421" y="89035"/>
                  <a:pt x="2075652" y="87440"/>
                </a:cubicBezTo>
                <a:cubicBezTo>
                  <a:pt x="2075652" y="79239"/>
                  <a:pt x="2074759" y="70582"/>
                  <a:pt x="2072750" y="63292"/>
                </a:cubicBezTo>
                <a:cubicBezTo>
                  <a:pt x="2065609" y="60105"/>
                  <a:pt x="2060027" y="57825"/>
                  <a:pt x="2047753" y="57825"/>
                </a:cubicBezTo>
                <a:cubicBezTo>
                  <a:pt x="2035922" y="57825"/>
                  <a:pt x="2024766" y="62381"/>
                  <a:pt x="2017624" y="69672"/>
                </a:cubicBezTo>
                <a:cubicBezTo>
                  <a:pt x="2012488" y="74909"/>
                  <a:pt x="2010033" y="81289"/>
                  <a:pt x="2010033" y="87440"/>
                </a:cubicBezTo>
                <a:cubicBezTo>
                  <a:pt x="2010033" y="94272"/>
                  <a:pt x="2012488" y="99742"/>
                  <a:pt x="2016953" y="104523"/>
                </a:cubicBezTo>
                <a:cubicBezTo>
                  <a:pt x="2023873" y="112269"/>
                  <a:pt x="2035922" y="120245"/>
                  <a:pt x="2042842" y="123431"/>
                </a:cubicBezTo>
                <a:cubicBezTo>
                  <a:pt x="2051772" y="127532"/>
                  <a:pt x="2054224" y="135733"/>
                  <a:pt x="2054224" y="141199"/>
                </a:cubicBezTo>
                <a:cubicBezTo>
                  <a:pt x="2054224" y="148490"/>
                  <a:pt x="2047082" y="152365"/>
                  <a:pt x="2041058" y="152365"/>
                </a:cubicBezTo>
                <a:cubicBezTo>
                  <a:pt x="2031015" y="152365"/>
                  <a:pt x="2020301" y="142113"/>
                  <a:pt x="2015615" y="125256"/>
                </a:cubicBezTo>
                <a:cubicBezTo>
                  <a:pt x="2012042" y="124571"/>
                  <a:pt x="2010258" y="124800"/>
                  <a:pt x="2006685" y="125711"/>
                </a:cubicBezTo>
                <a:close/>
                <a:moveTo>
                  <a:pt x="2105334" y="60272"/>
                </a:moveTo>
                <a:cubicBezTo>
                  <a:pt x="2102211" y="60272"/>
                  <a:pt x="2098864" y="61186"/>
                  <a:pt x="2095962" y="63691"/>
                </a:cubicBezTo>
                <a:lnTo>
                  <a:pt x="2095962" y="70294"/>
                </a:lnTo>
                <a:cubicBezTo>
                  <a:pt x="2095962" y="71434"/>
                  <a:pt x="2096183" y="71660"/>
                  <a:pt x="2097076" y="71660"/>
                </a:cubicBezTo>
                <a:lnTo>
                  <a:pt x="2111583" y="71660"/>
                </a:lnTo>
                <a:cubicBezTo>
                  <a:pt x="2111137" y="94616"/>
                  <a:pt x="2110916" y="123709"/>
                  <a:pt x="2110916" y="135076"/>
                </a:cubicBezTo>
                <a:cubicBezTo>
                  <a:pt x="2110916" y="143031"/>
                  <a:pt x="2112925" y="150770"/>
                  <a:pt x="2117611" y="154867"/>
                </a:cubicBezTo>
                <a:cubicBezTo>
                  <a:pt x="2122743" y="159197"/>
                  <a:pt x="2130777" y="161244"/>
                  <a:pt x="2136134" y="161244"/>
                </a:cubicBezTo>
                <a:cubicBezTo>
                  <a:pt x="2148411" y="161244"/>
                  <a:pt x="2162023" y="154867"/>
                  <a:pt x="2166488" y="148490"/>
                </a:cubicBezTo>
                <a:cubicBezTo>
                  <a:pt x="2166488" y="145759"/>
                  <a:pt x="2165150" y="144393"/>
                  <a:pt x="2162473" y="142120"/>
                </a:cubicBezTo>
                <a:cubicBezTo>
                  <a:pt x="2159571" y="144393"/>
                  <a:pt x="2153990" y="145303"/>
                  <a:pt x="2149750" y="145303"/>
                </a:cubicBezTo>
                <a:cubicBezTo>
                  <a:pt x="2144839" y="145303"/>
                  <a:pt x="2139928" y="141439"/>
                  <a:pt x="2139928" y="130076"/>
                </a:cubicBezTo>
                <a:cubicBezTo>
                  <a:pt x="2139928" y="118709"/>
                  <a:pt x="2139707" y="94390"/>
                  <a:pt x="2139707" y="71660"/>
                </a:cubicBezTo>
                <a:lnTo>
                  <a:pt x="2162248" y="71660"/>
                </a:lnTo>
                <a:cubicBezTo>
                  <a:pt x="2164479" y="71660"/>
                  <a:pt x="2167605" y="70749"/>
                  <a:pt x="2167605" y="68699"/>
                </a:cubicBezTo>
                <a:lnTo>
                  <a:pt x="2167605" y="61641"/>
                </a:lnTo>
                <a:cubicBezTo>
                  <a:pt x="2167605" y="60730"/>
                  <a:pt x="2166934" y="60272"/>
                  <a:pt x="2165821" y="60272"/>
                </a:cubicBezTo>
                <a:lnTo>
                  <a:pt x="2139707" y="60272"/>
                </a:lnTo>
                <a:lnTo>
                  <a:pt x="2139928" y="52529"/>
                </a:lnTo>
                <a:cubicBezTo>
                  <a:pt x="2140374" y="37270"/>
                  <a:pt x="2141045" y="26796"/>
                  <a:pt x="2141045" y="26796"/>
                </a:cubicBezTo>
                <a:cubicBezTo>
                  <a:pt x="2141045" y="25427"/>
                  <a:pt x="2140374" y="24746"/>
                  <a:pt x="2139260" y="24746"/>
                </a:cubicBezTo>
                <a:cubicBezTo>
                  <a:pt x="2137697" y="24746"/>
                  <a:pt x="2129439" y="27252"/>
                  <a:pt x="2125870" y="28847"/>
                </a:cubicBezTo>
                <a:cubicBezTo>
                  <a:pt x="2122073" y="30438"/>
                  <a:pt x="2115602" y="31804"/>
                  <a:pt x="2114039" y="33854"/>
                </a:cubicBezTo>
                <a:cubicBezTo>
                  <a:pt x="2112476" y="35905"/>
                  <a:pt x="2111583" y="42055"/>
                  <a:pt x="2111583" y="60272"/>
                </a:cubicBezTo>
                <a:lnTo>
                  <a:pt x="2105334" y="60272"/>
                </a:lnTo>
                <a:close/>
                <a:moveTo>
                  <a:pt x="2292368" y="147809"/>
                </a:moveTo>
                <a:cubicBezTo>
                  <a:pt x="2293928" y="157147"/>
                  <a:pt x="2299956" y="161244"/>
                  <a:pt x="2309774" y="161244"/>
                </a:cubicBezTo>
                <a:cubicBezTo>
                  <a:pt x="2322051" y="161244"/>
                  <a:pt x="2330756" y="156462"/>
                  <a:pt x="2339014" y="148490"/>
                </a:cubicBezTo>
                <a:cubicBezTo>
                  <a:pt x="2338568" y="145759"/>
                  <a:pt x="2337673" y="143938"/>
                  <a:pt x="2334996" y="142113"/>
                </a:cubicBezTo>
                <a:cubicBezTo>
                  <a:pt x="2332094" y="144393"/>
                  <a:pt x="2329864" y="145303"/>
                  <a:pt x="2325624" y="145303"/>
                </a:cubicBezTo>
                <a:cubicBezTo>
                  <a:pt x="2320713" y="145303"/>
                  <a:pt x="2319374" y="141203"/>
                  <a:pt x="2319374" y="130041"/>
                </a:cubicBezTo>
                <a:lnTo>
                  <a:pt x="2319821" y="97236"/>
                </a:lnTo>
                <a:cubicBezTo>
                  <a:pt x="2319821" y="64431"/>
                  <a:pt x="2299956" y="57825"/>
                  <a:pt x="2281654" y="57825"/>
                </a:cubicBezTo>
                <a:cubicBezTo>
                  <a:pt x="2265362" y="57825"/>
                  <a:pt x="2240365" y="67392"/>
                  <a:pt x="2240365" y="82429"/>
                </a:cubicBezTo>
                <a:cubicBezTo>
                  <a:pt x="2240365" y="88806"/>
                  <a:pt x="2243042" y="93817"/>
                  <a:pt x="2251747" y="93817"/>
                </a:cubicBezTo>
                <a:cubicBezTo>
                  <a:pt x="2259780" y="93817"/>
                  <a:pt x="2265583" y="88806"/>
                  <a:pt x="2265583" y="83339"/>
                </a:cubicBezTo>
                <a:cubicBezTo>
                  <a:pt x="2265583" y="80379"/>
                  <a:pt x="2264024" y="76504"/>
                  <a:pt x="2264691" y="72633"/>
                </a:cubicBezTo>
                <a:cubicBezTo>
                  <a:pt x="2264916" y="70127"/>
                  <a:pt x="2266700" y="67392"/>
                  <a:pt x="2274067" y="67392"/>
                </a:cubicBezTo>
                <a:cubicBezTo>
                  <a:pt x="2283439" y="67392"/>
                  <a:pt x="2291251" y="71493"/>
                  <a:pt x="2291251" y="100426"/>
                </a:cubicBezTo>
                <a:lnTo>
                  <a:pt x="2276297" y="105208"/>
                </a:lnTo>
                <a:cubicBezTo>
                  <a:pt x="2252864" y="112725"/>
                  <a:pt x="2236347" y="119334"/>
                  <a:pt x="2236347" y="137328"/>
                </a:cubicBezTo>
                <a:cubicBezTo>
                  <a:pt x="2236347" y="153046"/>
                  <a:pt x="2244826" y="161244"/>
                  <a:pt x="2264245" y="161244"/>
                </a:cubicBezTo>
                <a:cubicBezTo>
                  <a:pt x="2270719" y="161244"/>
                  <a:pt x="2283664" y="153956"/>
                  <a:pt x="2291026" y="148035"/>
                </a:cubicBezTo>
                <a:lnTo>
                  <a:pt x="2292368" y="147809"/>
                </a:lnTo>
                <a:moveTo>
                  <a:pt x="2291251" y="109309"/>
                </a:moveTo>
                <a:lnTo>
                  <a:pt x="2291251" y="139378"/>
                </a:lnTo>
                <a:cubicBezTo>
                  <a:pt x="2285673" y="143934"/>
                  <a:pt x="2280091" y="147580"/>
                  <a:pt x="2276076" y="147580"/>
                </a:cubicBezTo>
                <a:cubicBezTo>
                  <a:pt x="2266476" y="147580"/>
                  <a:pt x="2263128" y="140974"/>
                  <a:pt x="2263128" y="133912"/>
                </a:cubicBezTo>
                <a:cubicBezTo>
                  <a:pt x="2263128" y="125485"/>
                  <a:pt x="2263799" y="118420"/>
                  <a:pt x="2279645" y="113183"/>
                </a:cubicBezTo>
                <a:lnTo>
                  <a:pt x="2291251" y="109309"/>
                </a:lnTo>
                <a:close/>
                <a:moveTo>
                  <a:pt x="2433646" y="139153"/>
                </a:moveTo>
                <a:cubicBezTo>
                  <a:pt x="2433646" y="136418"/>
                  <a:pt x="2433200" y="132091"/>
                  <a:pt x="2430745" y="132091"/>
                </a:cubicBezTo>
                <a:cubicBezTo>
                  <a:pt x="2421815" y="140518"/>
                  <a:pt x="2414228" y="144848"/>
                  <a:pt x="2407757" y="144848"/>
                </a:cubicBezTo>
                <a:cubicBezTo>
                  <a:pt x="2391015" y="144848"/>
                  <a:pt x="2377849" y="132546"/>
                  <a:pt x="2377849" y="105208"/>
                </a:cubicBezTo>
                <a:cubicBezTo>
                  <a:pt x="2377849" y="79923"/>
                  <a:pt x="2383428" y="67392"/>
                  <a:pt x="2395259" y="67392"/>
                </a:cubicBezTo>
                <a:cubicBezTo>
                  <a:pt x="2403514" y="67392"/>
                  <a:pt x="2406862" y="76278"/>
                  <a:pt x="2407532" y="83565"/>
                </a:cubicBezTo>
                <a:cubicBezTo>
                  <a:pt x="2408203" y="89716"/>
                  <a:pt x="2414228" y="94275"/>
                  <a:pt x="2421369" y="94275"/>
                </a:cubicBezTo>
                <a:cubicBezTo>
                  <a:pt x="2428511" y="94275"/>
                  <a:pt x="2433646" y="88580"/>
                  <a:pt x="2433646" y="81515"/>
                </a:cubicBezTo>
                <a:cubicBezTo>
                  <a:pt x="2433646" y="71263"/>
                  <a:pt x="2421594" y="57825"/>
                  <a:pt x="2397265" y="57825"/>
                </a:cubicBezTo>
                <a:cubicBezTo>
                  <a:pt x="2370929" y="57825"/>
                  <a:pt x="2347717" y="79465"/>
                  <a:pt x="2347717" y="113183"/>
                </a:cubicBezTo>
                <a:cubicBezTo>
                  <a:pt x="2347717" y="127991"/>
                  <a:pt x="2352853" y="140974"/>
                  <a:pt x="2361557" y="149404"/>
                </a:cubicBezTo>
                <a:cubicBezTo>
                  <a:pt x="2370258" y="157828"/>
                  <a:pt x="2380526" y="161244"/>
                  <a:pt x="2396372" y="161244"/>
                </a:cubicBezTo>
                <a:cubicBezTo>
                  <a:pt x="2409763" y="161244"/>
                  <a:pt x="2425163" y="151680"/>
                  <a:pt x="2433646" y="139153"/>
                </a:cubicBezTo>
                <a:close/>
                <a:moveTo>
                  <a:pt x="2455294" y="60272"/>
                </a:moveTo>
                <a:cubicBezTo>
                  <a:pt x="2452171" y="60272"/>
                  <a:pt x="2448824" y="61186"/>
                  <a:pt x="2445922" y="63691"/>
                </a:cubicBezTo>
                <a:lnTo>
                  <a:pt x="2445922" y="70294"/>
                </a:lnTo>
                <a:cubicBezTo>
                  <a:pt x="2445922" y="71434"/>
                  <a:pt x="2446143" y="71660"/>
                  <a:pt x="2447036" y="71660"/>
                </a:cubicBezTo>
                <a:lnTo>
                  <a:pt x="2461543" y="71660"/>
                </a:lnTo>
                <a:cubicBezTo>
                  <a:pt x="2461097" y="94616"/>
                  <a:pt x="2460876" y="123709"/>
                  <a:pt x="2460876" y="135076"/>
                </a:cubicBezTo>
                <a:cubicBezTo>
                  <a:pt x="2460876" y="143031"/>
                  <a:pt x="2462885" y="150770"/>
                  <a:pt x="2467571" y="154867"/>
                </a:cubicBezTo>
                <a:cubicBezTo>
                  <a:pt x="2472703" y="159197"/>
                  <a:pt x="2480737" y="161244"/>
                  <a:pt x="2486094" y="161244"/>
                </a:cubicBezTo>
                <a:cubicBezTo>
                  <a:pt x="2498371" y="161244"/>
                  <a:pt x="2511983" y="154867"/>
                  <a:pt x="2516448" y="148490"/>
                </a:cubicBezTo>
                <a:cubicBezTo>
                  <a:pt x="2516448" y="145759"/>
                  <a:pt x="2515110" y="144393"/>
                  <a:pt x="2512433" y="142120"/>
                </a:cubicBezTo>
                <a:cubicBezTo>
                  <a:pt x="2509531" y="144393"/>
                  <a:pt x="2503950" y="145303"/>
                  <a:pt x="2499710" y="145303"/>
                </a:cubicBezTo>
                <a:cubicBezTo>
                  <a:pt x="2494799" y="145303"/>
                  <a:pt x="2489888" y="141439"/>
                  <a:pt x="2489888" y="130076"/>
                </a:cubicBezTo>
                <a:cubicBezTo>
                  <a:pt x="2489888" y="118709"/>
                  <a:pt x="2489667" y="94390"/>
                  <a:pt x="2489667" y="71660"/>
                </a:cubicBezTo>
                <a:lnTo>
                  <a:pt x="2512208" y="71660"/>
                </a:lnTo>
                <a:cubicBezTo>
                  <a:pt x="2514439" y="71660"/>
                  <a:pt x="2517565" y="70749"/>
                  <a:pt x="2517565" y="68699"/>
                </a:cubicBezTo>
                <a:lnTo>
                  <a:pt x="2517565" y="61641"/>
                </a:lnTo>
                <a:cubicBezTo>
                  <a:pt x="2517565" y="60730"/>
                  <a:pt x="2516894" y="60272"/>
                  <a:pt x="2515781" y="60272"/>
                </a:cubicBezTo>
                <a:lnTo>
                  <a:pt x="2489667" y="60272"/>
                </a:lnTo>
                <a:lnTo>
                  <a:pt x="2489888" y="52529"/>
                </a:lnTo>
                <a:cubicBezTo>
                  <a:pt x="2490334" y="37270"/>
                  <a:pt x="2491005" y="26796"/>
                  <a:pt x="2491005" y="26796"/>
                </a:cubicBezTo>
                <a:cubicBezTo>
                  <a:pt x="2491005" y="25427"/>
                  <a:pt x="2490334" y="24746"/>
                  <a:pt x="2489221" y="24746"/>
                </a:cubicBezTo>
                <a:cubicBezTo>
                  <a:pt x="2487657" y="24746"/>
                  <a:pt x="2479399" y="27252"/>
                  <a:pt x="2475830" y="28847"/>
                </a:cubicBezTo>
                <a:cubicBezTo>
                  <a:pt x="2472033" y="30438"/>
                  <a:pt x="2465562" y="31804"/>
                  <a:pt x="2463999" y="33854"/>
                </a:cubicBezTo>
                <a:cubicBezTo>
                  <a:pt x="2462436" y="35905"/>
                  <a:pt x="2461543" y="42055"/>
                  <a:pt x="2461543" y="60272"/>
                </a:cubicBezTo>
                <a:lnTo>
                  <a:pt x="2455294" y="60272"/>
                </a:lnTo>
                <a:close/>
                <a:moveTo>
                  <a:pt x="2572916" y="131229"/>
                </a:moveTo>
                <a:lnTo>
                  <a:pt x="2572916" y="85911"/>
                </a:lnTo>
                <a:cubicBezTo>
                  <a:pt x="2572916" y="74527"/>
                  <a:pt x="2573808" y="61742"/>
                  <a:pt x="2573808" y="61742"/>
                </a:cubicBezTo>
                <a:cubicBezTo>
                  <a:pt x="2573808" y="59208"/>
                  <a:pt x="2571799" y="57825"/>
                  <a:pt x="2568676" y="57825"/>
                </a:cubicBezTo>
                <a:cubicBezTo>
                  <a:pt x="2562427" y="60362"/>
                  <a:pt x="2544346" y="62204"/>
                  <a:pt x="2528946" y="64275"/>
                </a:cubicBezTo>
                <a:cubicBezTo>
                  <a:pt x="2528500" y="65644"/>
                  <a:pt x="2528946" y="70197"/>
                  <a:pt x="2529392" y="71566"/>
                </a:cubicBezTo>
                <a:cubicBezTo>
                  <a:pt x="2541670" y="72702"/>
                  <a:pt x="2543900" y="74527"/>
                  <a:pt x="2543900" y="87506"/>
                </a:cubicBezTo>
                <a:lnTo>
                  <a:pt x="2543900" y="131229"/>
                </a:lnTo>
                <a:cubicBezTo>
                  <a:pt x="2543900" y="150130"/>
                  <a:pt x="2541445" y="150586"/>
                  <a:pt x="2527833" y="151722"/>
                </a:cubicBezTo>
                <a:cubicBezTo>
                  <a:pt x="2526491" y="153088"/>
                  <a:pt x="2526491" y="158099"/>
                  <a:pt x="2527833" y="159464"/>
                </a:cubicBezTo>
                <a:cubicBezTo>
                  <a:pt x="2537205" y="159239"/>
                  <a:pt x="2546580" y="159009"/>
                  <a:pt x="2558408" y="159009"/>
                </a:cubicBezTo>
                <a:cubicBezTo>
                  <a:pt x="2570236" y="159009"/>
                  <a:pt x="2579386" y="159239"/>
                  <a:pt x="2588983" y="159464"/>
                </a:cubicBezTo>
                <a:cubicBezTo>
                  <a:pt x="2590325" y="158099"/>
                  <a:pt x="2590325" y="153088"/>
                  <a:pt x="2588983" y="151722"/>
                </a:cubicBezTo>
                <a:cubicBezTo>
                  <a:pt x="2575371" y="150811"/>
                  <a:pt x="2572916" y="150130"/>
                  <a:pt x="2572916" y="131229"/>
                </a:cubicBezTo>
                <a:moveTo>
                  <a:pt x="2542787" y="23241"/>
                </a:moveTo>
                <a:cubicBezTo>
                  <a:pt x="2542787" y="30754"/>
                  <a:pt x="2548140" y="38271"/>
                  <a:pt x="2557070" y="38271"/>
                </a:cubicBezTo>
                <a:cubicBezTo>
                  <a:pt x="2567113" y="38271"/>
                  <a:pt x="2572916" y="30073"/>
                  <a:pt x="2572916" y="24152"/>
                </a:cubicBezTo>
                <a:cubicBezTo>
                  <a:pt x="2572916" y="17320"/>
                  <a:pt x="2567784" y="9119"/>
                  <a:pt x="2558408" y="9119"/>
                </a:cubicBezTo>
                <a:cubicBezTo>
                  <a:pt x="2547919" y="9119"/>
                  <a:pt x="2542787" y="16409"/>
                  <a:pt x="2542787" y="23241"/>
                </a:cubicBezTo>
                <a:close/>
                <a:moveTo>
                  <a:pt x="2669333" y="67573"/>
                </a:moveTo>
                <a:cubicBezTo>
                  <a:pt x="2681385" y="68480"/>
                  <a:pt x="2682948" y="72118"/>
                  <a:pt x="2678038" y="83711"/>
                </a:cubicBezTo>
                <a:lnTo>
                  <a:pt x="2660404" y="125315"/>
                </a:lnTo>
                <a:cubicBezTo>
                  <a:pt x="2659511" y="127362"/>
                  <a:pt x="2658619" y="125770"/>
                  <a:pt x="2657952" y="124178"/>
                </a:cubicBezTo>
                <a:lnTo>
                  <a:pt x="2643890" y="83711"/>
                </a:lnTo>
                <a:cubicBezTo>
                  <a:pt x="2640096" y="72799"/>
                  <a:pt x="2636970" y="68709"/>
                  <a:pt x="2650807" y="67573"/>
                </a:cubicBezTo>
                <a:cubicBezTo>
                  <a:pt x="2652148" y="66207"/>
                  <a:pt x="2652148" y="61196"/>
                  <a:pt x="2650807" y="59827"/>
                </a:cubicBezTo>
                <a:cubicBezTo>
                  <a:pt x="2642551" y="60056"/>
                  <a:pt x="2633622" y="60286"/>
                  <a:pt x="2622687" y="60286"/>
                </a:cubicBezTo>
                <a:cubicBezTo>
                  <a:pt x="2614874" y="60286"/>
                  <a:pt x="2603493" y="60056"/>
                  <a:pt x="2595234" y="59827"/>
                </a:cubicBezTo>
                <a:cubicBezTo>
                  <a:pt x="2593896" y="61196"/>
                  <a:pt x="2593896" y="66207"/>
                  <a:pt x="2595234" y="67573"/>
                </a:cubicBezTo>
                <a:cubicBezTo>
                  <a:pt x="2608179" y="69164"/>
                  <a:pt x="2608625" y="73710"/>
                  <a:pt x="2613090" y="85077"/>
                </a:cubicBezTo>
                <a:lnTo>
                  <a:pt x="2642327" y="156917"/>
                </a:lnTo>
                <a:cubicBezTo>
                  <a:pt x="2643665" y="160326"/>
                  <a:pt x="2647459" y="161688"/>
                  <a:pt x="2650360" y="161688"/>
                </a:cubicBezTo>
                <a:cubicBezTo>
                  <a:pt x="2652595" y="161688"/>
                  <a:pt x="2657056" y="161237"/>
                  <a:pt x="2659065" y="156462"/>
                </a:cubicBezTo>
                <a:lnTo>
                  <a:pt x="2689644" y="85303"/>
                </a:lnTo>
                <a:cubicBezTo>
                  <a:pt x="2694105" y="75076"/>
                  <a:pt x="2697007" y="68709"/>
                  <a:pt x="2708838" y="67573"/>
                </a:cubicBezTo>
                <a:cubicBezTo>
                  <a:pt x="2710176" y="66207"/>
                  <a:pt x="2710176" y="61196"/>
                  <a:pt x="2708838" y="59827"/>
                </a:cubicBezTo>
                <a:cubicBezTo>
                  <a:pt x="2703927" y="60056"/>
                  <a:pt x="2696785" y="60286"/>
                  <a:pt x="2691874" y="60286"/>
                </a:cubicBezTo>
                <a:cubicBezTo>
                  <a:pt x="2683616" y="60286"/>
                  <a:pt x="2675357" y="60056"/>
                  <a:pt x="2669333" y="59827"/>
                </a:cubicBezTo>
                <a:cubicBezTo>
                  <a:pt x="2667995" y="61196"/>
                  <a:pt x="2667995" y="66207"/>
                  <a:pt x="2669333" y="67573"/>
                </a:cubicBezTo>
                <a:close/>
                <a:moveTo>
                  <a:pt x="2748786" y="96312"/>
                </a:moveTo>
                <a:cubicBezTo>
                  <a:pt x="2749010" y="88343"/>
                  <a:pt x="2750127" y="79687"/>
                  <a:pt x="2753250" y="75135"/>
                </a:cubicBezTo>
                <a:cubicBezTo>
                  <a:pt x="2756823" y="69668"/>
                  <a:pt x="2762847" y="67392"/>
                  <a:pt x="2765303" y="67392"/>
                </a:cubicBezTo>
                <a:cubicBezTo>
                  <a:pt x="2771331" y="67392"/>
                  <a:pt x="2779586" y="73314"/>
                  <a:pt x="2779586" y="91530"/>
                </a:cubicBezTo>
                <a:cubicBezTo>
                  <a:pt x="2779586" y="92896"/>
                  <a:pt x="2779586" y="95857"/>
                  <a:pt x="2779139" y="96312"/>
                </a:cubicBezTo>
                <a:lnTo>
                  <a:pt x="2748786" y="96312"/>
                </a:lnTo>
                <a:moveTo>
                  <a:pt x="2805478" y="129579"/>
                </a:moveTo>
                <a:cubicBezTo>
                  <a:pt x="2796327" y="139153"/>
                  <a:pt x="2784275" y="141658"/>
                  <a:pt x="2775792" y="141658"/>
                </a:cubicBezTo>
                <a:cubicBezTo>
                  <a:pt x="2758382" y="141658"/>
                  <a:pt x="2747672" y="131403"/>
                  <a:pt x="2747672" y="109069"/>
                </a:cubicBezTo>
                <a:cubicBezTo>
                  <a:pt x="2747672" y="107474"/>
                  <a:pt x="2747893" y="106560"/>
                  <a:pt x="2747893" y="105420"/>
                </a:cubicBezTo>
                <a:lnTo>
                  <a:pt x="2801460" y="105420"/>
                </a:lnTo>
                <a:cubicBezTo>
                  <a:pt x="2806817" y="105420"/>
                  <a:pt x="2807930" y="101549"/>
                  <a:pt x="2807930" y="98362"/>
                </a:cubicBezTo>
                <a:cubicBezTo>
                  <a:pt x="2807930" y="79006"/>
                  <a:pt x="2800567" y="57825"/>
                  <a:pt x="2767758" y="57825"/>
                </a:cubicBezTo>
                <a:cubicBezTo>
                  <a:pt x="2744324" y="57825"/>
                  <a:pt x="2717539" y="79006"/>
                  <a:pt x="2717539" y="113854"/>
                </a:cubicBezTo>
                <a:cubicBezTo>
                  <a:pt x="2717539" y="127073"/>
                  <a:pt x="2722229" y="140977"/>
                  <a:pt x="2731826" y="149859"/>
                </a:cubicBezTo>
                <a:cubicBezTo>
                  <a:pt x="2740306" y="157602"/>
                  <a:pt x="2751241" y="161244"/>
                  <a:pt x="2767087" y="161244"/>
                </a:cubicBezTo>
                <a:cubicBezTo>
                  <a:pt x="2782487" y="161244"/>
                  <a:pt x="2797666" y="153275"/>
                  <a:pt x="2808826" y="136647"/>
                </a:cubicBezTo>
                <a:cubicBezTo>
                  <a:pt x="2808826" y="133683"/>
                  <a:pt x="2807709" y="129579"/>
                  <a:pt x="2805478" y="129579"/>
                </a:cubicBezTo>
                <a:close/>
                <a:moveTo>
                  <a:pt x="2934704" y="94522"/>
                </a:moveTo>
                <a:cubicBezTo>
                  <a:pt x="2929793" y="94522"/>
                  <a:pt x="2928230" y="93841"/>
                  <a:pt x="2929122" y="91565"/>
                </a:cubicBezTo>
                <a:lnTo>
                  <a:pt x="2948765" y="40547"/>
                </a:lnTo>
                <a:lnTo>
                  <a:pt x="2950325" y="40547"/>
                </a:lnTo>
                <a:lnTo>
                  <a:pt x="2968627" y="94522"/>
                </a:lnTo>
                <a:lnTo>
                  <a:pt x="2934704" y="94522"/>
                </a:lnTo>
                <a:moveTo>
                  <a:pt x="2910599" y="141012"/>
                </a:moveTo>
                <a:lnTo>
                  <a:pt x="2922427" y="109329"/>
                </a:lnTo>
                <a:cubicBezTo>
                  <a:pt x="2923544" y="106369"/>
                  <a:pt x="2924882" y="105455"/>
                  <a:pt x="2930239" y="105455"/>
                </a:cubicBezTo>
                <a:lnTo>
                  <a:pt x="2972645" y="105455"/>
                </a:lnTo>
                <a:lnTo>
                  <a:pt x="2985144" y="142607"/>
                </a:lnTo>
                <a:cubicBezTo>
                  <a:pt x="2988270" y="151951"/>
                  <a:pt x="2979341" y="151041"/>
                  <a:pt x="2968627" y="151722"/>
                </a:cubicBezTo>
                <a:cubicBezTo>
                  <a:pt x="2967288" y="153088"/>
                  <a:pt x="2967288" y="158099"/>
                  <a:pt x="2968627" y="159464"/>
                </a:cubicBezTo>
                <a:cubicBezTo>
                  <a:pt x="2976885" y="159239"/>
                  <a:pt x="2998088" y="159009"/>
                  <a:pt x="3006793" y="159009"/>
                </a:cubicBezTo>
                <a:cubicBezTo>
                  <a:pt x="3015944" y="159009"/>
                  <a:pt x="3028442" y="159239"/>
                  <a:pt x="3036701" y="159464"/>
                </a:cubicBezTo>
                <a:cubicBezTo>
                  <a:pt x="3038039" y="158099"/>
                  <a:pt x="3038039" y="153088"/>
                  <a:pt x="3036701" y="151722"/>
                </a:cubicBezTo>
                <a:cubicBezTo>
                  <a:pt x="3027996" y="150811"/>
                  <a:pt x="3020630" y="151041"/>
                  <a:pt x="3016615" y="139417"/>
                </a:cubicBezTo>
                <a:lnTo>
                  <a:pt x="2970636" y="9119"/>
                </a:lnTo>
                <a:cubicBezTo>
                  <a:pt x="2967288" y="11169"/>
                  <a:pt x="2953898" y="19141"/>
                  <a:pt x="2946085" y="19141"/>
                </a:cubicBezTo>
                <a:lnTo>
                  <a:pt x="2897654" y="135768"/>
                </a:lnTo>
                <a:cubicBezTo>
                  <a:pt x="2891851" y="149901"/>
                  <a:pt x="2885156" y="151041"/>
                  <a:pt x="2875334" y="151722"/>
                </a:cubicBezTo>
                <a:cubicBezTo>
                  <a:pt x="2873996" y="153088"/>
                  <a:pt x="2873996" y="158099"/>
                  <a:pt x="2875334" y="159464"/>
                </a:cubicBezTo>
                <a:cubicBezTo>
                  <a:pt x="2883593" y="159239"/>
                  <a:pt x="2887611" y="159009"/>
                  <a:pt x="2896316" y="159009"/>
                </a:cubicBezTo>
                <a:cubicBezTo>
                  <a:pt x="2905467" y="159009"/>
                  <a:pt x="2917741" y="159239"/>
                  <a:pt x="2925999" y="159464"/>
                </a:cubicBezTo>
                <a:cubicBezTo>
                  <a:pt x="2927337" y="158099"/>
                  <a:pt x="2927337" y="153088"/>
                  <a:pt x="2925999" y="151722"/>
                </a:cubicBezTo>
                <a:cubicBezTo>
                  <a:pt x="2917519" y="151041"/>
                  <a:pt x="2907027" y="150356"/>
                  <a:pt x="2910599" y="141012"/>
                </a:cubicBezTo>
                <a:close/>
                <a:moveTo>
                  <a:pt x="3116155" y="9973"/>
                </a:moveTo>
                <a:cubicBezTo>
                  <a:pt x="3107229" y="9973"/>
                  <a:pt x="3054780" y="11565"/>
                  <a:pt x="3045850" y="11565"/>
                </a:cubicBezTo>
                <a:cubicBezTo>
                  <a:pt x="3043620" y="12934"/>
                  <a:pt x="3043620" y="17945"/>
                  <a:pt x="3045850" y="19311"/>
                </a:cubicBezTo>
                <a:cubicBezTo>
                  <a:pt x="3058127" y="19996"/>
                  <a:pt x="3064377" y="20906"/>
                  <a:pt x="3064377" y="39817"/>
                </a:cubicBezTo>
                <a:lnTo>
                  <a:pt x="3064377" y="131202"/>
                </a:lnTo>
                <a:cubicBezTo>
                  <a:pt x="3064377" y="150127"/>
                  <a:pt x="3058127" y="151037"/>
                  <a:pt x="3045850" y="151722"/>
                </a:cubicBezTo>
                <a:cubicBezTo>
                  <a:pt x="3043620" y="153088"/>
                  <a:pt x="3043620" y="158099"/>
                  <a:pt x="3045850" y="159464"/>
                </a:cubicBezTo>
                <a:cubicBezTo>
                  <a:pt x="3054780" y="159239"/>
                  <a:pt x="3071293" y="159009"/>
                  <a:pt x="3080223" y="159009"/>
                </a:cubicBezTo>
                <a:cubicBezTo>
                  <a:pt x="3089149" y="159009"/>
                  <a:pt x="3105220" y="159239"/>
                  <a:pt x="3114146" y="159464"/>
                </a:cubicBezTo>
                <a:cubicBezTo>
                  <a:pt x="3116380" y="158099"/>
                  <a:pt x="3116380" y="153088"/>
                  <a:pt x="3114146" y="151722"/>
                </a:cubicBezTo>
                <a:cubicBezTo>
                  <a:pt x="3101872" y="151037"/>
                  <a:pt x="3095623" y="150127"/>
                  <a:pt x="3095623" y="131202"/>
                </a:cubicBezTo>
                <a:lnTo>
                  <a:pt x="3095623" y="39588"/>
                </a:lnTo>
                <a:cubicBezTo>
                  <a:pt x="3095623" y="24131"/>
                  <a:pt x="3097182" y="19346"/>
                  <a:pt x="3109013" y="19346"/>
                </a:cubicBezTo>
                <a:cubicBezTo>
                  <a:pt x="3121958" y="19346"/>
                  <a:pt x="3136912" y="24812"/>
                  <a:pt x="3136912" y="52592"/>
                </a:cubicBezTo>
                <a:cubicBezTo>
                  <a:pt x="3136912" y="76274"/>
                  <a:pt x="3130438" y="86293"/>
                  <a:pt x="3112136" y="86293"/>
                </a:cubicBezTo>
                <a:cubicBezTo>
                  <a:pt x="3108789" y="86293"/>
                  <a:pt x="3104103" y="86067"/>
                  <a:pt x="3100980" y="85612"/>
                </a:cubicBezTo>
                <a:cubicBezTo>
                  <a:pt x="3100980" y="89939"/>
                  <a:pt x="3102318" y="93129"/>
                  <a:pt x="3105441" y="95175"/>
                </a:cubicBezTo>
                <a:cubicBezTo>
                  <a:pt x="3108567" y="95631"/>
                  <a:pt x="3107896" y="95860"/>
                  <a:pt x="3113253" y="95860"/>
                </a:cubicBezTo>
                <a:cubicBezTo>
                  <a:pt x="3132893" y="95860"/>
                  <a:pt x="3146730" y="92444"/>
                  <a:pt x="3155660" y="84927"/>
                </a:cubicBezTo>
                <a:cubicBezTo>
                  <a:pt x="3166820" y="75593"/>
                  <a:pt x="3170614" y="60790"/>
                  <a:pt x="3170614" y="48721"/>
                </a:cubicBezTo>
                <a:cubicBezTo>
                  <a:pt x="3170614" y="39612"/>
                  <a:pt x="3167266" y="25952"/>
                  <a:pt x="3153429" y="17525"/>
                </a:cubicBezTo>
                <a:cubicBezTo>
                  <a:pt x="3145170" y="12479"/>
                  <a:pt x="3132893" y="9973"/>
                  <a:pt x="3116155" y="9973"/>
                </a:cubicBezTo>
                <a:close/>
                <a:moveTo>
                  <a:pt x="3266362" y="131017"/>
                </a:moveTo>
                <a:lnTo>
                  <a:pt x="3266362" y="44554"/>
                </a:lnTo>
                <a:cubicBezTo>
                  <a:pt x="3266362" y="29990"/>
                  <a:pt x="3268593" y="21570"/>
                  <a:pt x="3276626" y="21570"/>
                </a:cubicBezTo>
                <a:lnTo>
                  <a:pt x="3281537" y="21570"/>
                </a:lnTo>
                <a:cubicBezTo>
                  <a:pt x="3298276" y="21570"/>
                  <a:pt x="3307651" y="27262"/>
                  <a:pt x="3311445" y="44780"/>
                </a:cubicBezTo>
                <a:cubicBezTo>
                  <a:pt x="3313900" y="44780"/>
                  <a:pt x="3318140" y="44554"/>
                  <a:pt x="3320150" y="43644"/>
                </a:cubicBezTo>
                <a:cubicBezTo>
                  <a:pt x="3318587" y="33177"/>
                  <a:pt x="3317470" y="21344"/>
                  <a:pt x="3317248" y="11096"/>
                </a:cubicBezTo>
                <a:cubicBezTo>
                  <a:pt x="3317248" y="10867"/>
                  <a:pt x="3316802" y="10411"/>
                  <a:pt x="3316577" y="10411"/>
                </a:cubicBezTo>
                <a:cubicBezTo>
                  <a:pt x="3308990" y="11096"/>
                  <a:pt x="3284217" y="12232"/>
                  <a:pt x="3266583" y="12232"/>
                </a:cubicBezTo>
                <a:lnTo>
                  <a:pt x="3235116" y="12232"/>
                </a:lnTo>
                <a:cubicBezTo>
                  <a:pt x="3217928" y="12232"/>
                  <a:pt x="3191593" y="11096"/>
                  <a:pt x="3183113" y="10411"/>
                </a:cubicBezTo>
                <a:cubicBezTo>
                  <a:pt x="3182667" y="10411"/>
                  <a:pt x="3182220" y="10867"/>
                  <a:pt x="3182220" y="11096"/>
                </a:cubicBezTo>
                <a:cubicBezTo>
                  <a:pt x="3181325" y="21344"/>
                  <a:pt x="3179094" y="33402"/>
                  <a:pt x="3176639" y="44325"/>
                </a:cubicBezTo>
                <a:cubicBezTo>
                  <a:pt x="3178869" y="45235"/>
                  <a:pt x="3182667" y="45464"/>
                  <a:pt x="3185343" y="45464"/>
                </a:cubicBezTo>
                <a:cubicBezTo>
                  <a:pt x="3189808" y="27262"/>
                  <a:pt x="3198959" y="21570"/>
                  <a:pt x="3213688" y="21570"/>
                </a:cubicBezTo>
                <a:lnTo>
                  <a:pt x="3224623" y="21570"/>
                </a:lnTo>
                <a:cubicBezTo>
                  <a:pt x="3232882" y="21570"/>
                  <a:pt x="3235116" y="29990"/>
                  <a:pt x="3235116" y="43869"/>
                </a:cubicBezTo>
                <a:lnTo>
                  <a:pt x="3235116" y="131017"/>
                </a:lnTo>
                <a:cubicBezTo>
                  <a:pt x="3235116" y="149901"/>
                  <a:pt x="3231319" y="151041"/>
                  <a:pt x="3213467" y="151722"/>
                </a:cubicBezTo>
                <a:cubicBezTo>
                  <a:pt x="3212125" y="153088"/>
                  <a:pt x="3212125" y="158099"/>
                  <a:pt x="3213467" y="159464"/>
                </a:cubicBezTo>
                <a:cubicBezTo>
                  <a:pt x="3224402" y="159239"/>
                  <a:pt x="3236008" y="159009"/>
                  <a:pt x="3250291" y="159009"/>
                </a:cubicBezTo>
                <a:cubicBezTo>
                  <a:pt x="3265020" y="159009"/>
                  <a:pt x="3276851" y="159239"/>
                  <a:pt x="3288011" y="159464"/>
                </a:cubicBezTo>
                <a:cubicBezTo>
                  <a:pt x="3289350" y="158099"/>
                  <a:pt x="3289350" y="153088"/>
                  <a:pt x="3288011" y="151722"/>
                </a:cubicBezTo>
                <a:cubicBezTo>
                  <a:pt x="3270156" y="151041"/>
                  <a:pt x="3266362" y="149901"/>
                  <a:pt x="3266362" y="131017"/>
                </a:cubicBezTo>
                <a:close/>
                <a:moveTo>
                  <a:pt x="3441786" y="93431"/>
                </a:moveTo>
                <a:cubicBezTo>
                  <a:pt x="3441786" y="115359"/>
                  <a:pt x="3435536" y="118097"/>
                  <a:pt x="3429733" y="118097"/>
                </a:cubicBezTo>
                <a:cubicBezTo>
                  <a:pt x="3415896" y="118097"/>
                  <a:pt x="3414108" y="101198"/>
                  <a:pt x="3414108" y="89549"/>
                </a:cubicBezTo>
                <a:cubicBezTo>
                  <a:pt x="3414108" y="72647"/>
                  <a:pt x="3418127" y="66482"/>
                  <a:pt x="3426832" y="66482"/>
                </a:cubicBezTo>
                <a:cubicBezTo>
                  <a:pt x="3437321" y="66482"/>
                  <a:pt x="3441786" y="75388"/>
                  <a:pt x="3441786" y="93431"/>
                </a:cubicBezTo>
                <a:moveTo>
                  <a:pt x="3416118" y="164802"/>
                </a:moveTo>
                <a:cubicBezTo>
                  <a:pt x="3433306" y="164802"/>
                  <a:pt x="3466336" y="165487"/>
                  <a:pt x="3466336" y="177549"/>
                </a:cubicBezTo>
                <a:cubicBezTo>
                  <a:pt x="3466336" y="185743"/>
                  <a:pt x="3462764" y="195074"/>
                  <a:pt x="3455401" y="199171"/>
                </a:cubicBezTo>
                <a:cubicBezTo>
                  <a:pt x="3448481" y="203268"/>
                  <a:pt x="3437100" y="203723"/>
                  <a:pt x="3428616" y="203723"/>
                </a:cubicBezTo>
                <a:cubicBezTo>
                  <a:pt x="3413887" y="203723"/>
                  <a:pt x="3403844" y="192571"/>
                  <a:pt x="3403844" y="180965"/>
                </a:cubicBezTo>
                <a:cubicBezTo>
                  <a:pt x="3403844" y="173226"/>
                  <a:pt x="3403844" y="167989"/>
                  <a:pt x="3406299" y="163436"/>
                </a:cubicBezTo>
                <a:cubicBezTo>
                  <a:pt x="3408530" y="164347"/>
                  <a:pt x="3411432" y="164802"/>
                  <a:pt x="3416118" y="164802"/>
                </a:cubicBezTo>
                <a:moveTo>
                  <a:pt x="3481290" y="69224"/>
                </a:moveTo>
                <a:cubicBezTo>
                  <a:pt x="3487540" y="69224"/>
                  <a:pt x="3491109" y="66482"/>
                  <a:pt x="3491109" y="58055"/>
                </a:cubicBezTo>
                <a:cubicBezTo>
                  <a:pt x="3491109" y="53728"/>
                  <a:pt x="3485309" y="47122"/>
                  <a:pt x="3476826" y="47122"/>
                </a:cubicBezTo>
                <a:cubicBezTo>
                  <a:pt x="3467007" y="47122"/>
                  <a:pt x="3454059" y="54639"/>
                  <a:pt x="3447589" y="60560"/>
                </a:cubicBezTo>
                <a:cubicBezTo>
                  <a:pt x="3443570" y="58284"/>
                  <a:pt x="3438884" y="57825"/>
                  <a:pt x="3428841" y="57825"/>
                </a:cubicBezTo>
                <a:cubicBezTo>
                  <a:pt x="3419244" y="57825"/>
                  <a:pt x="3409869" y="60105"/>
                  <a:pt x="3402506" y="65116"/>
                </a:cubicBezTo>
                <a:cubicBezTo>
                  <a:pt x="3393355" y="71048"/>
                  <a:pt x="3387327" y="79958"/>
                  <a:pt x="3387327" y="91607"/>
                </a:cubicBezTo>
                <a:cubicBezTo>
                  <a:pt x="3387327" y="102796"/>
                  <a:pt x="3393801" y="114900"/>
                  <a:pt x="3404512" y="120832"/>
                </a:cubicBezTo>
                <a:cubicBezTo>
                  <a:pt x="3397595" y="126983"/>
                  <a:pt x="3386881" y="139066"/>
                  <a:pt x="3386881" y="143625"/>
                </a:cubicBezTo>
                <a:cubicBezTo>
                  <a:pt x="3386881" y="147951"/>
                  <a:pt x="3387552" y="150683"/>
                  <a:pt x="3389782" y="154099"/>
                </a:cubicBezTo>
                <a:cubicBezTo>
                  <a:pt x="3391792" y="157289"/>
                  <a:pt x="3394469" y="159110"/>
                  <a:pt x="3398933" y="160476"/>
                </a:cubicBezTo>
                <a:cubicBezTo>
                  <a:pt x="3389336" y="166397"/>
                  <a:pt x="3379515" y="179370"/>
                  <a:pt x="3379515" y="183241"/>
                </a:cubicBezTo>
                <a:cubicBezTo>
                  <a:pt x="3379515" y="191661"/>
                  <a:pt x="3382195" y="201447"/>
                  <a:pt x="3388219" y="205773"/>
                </a:cubicBezTo>
                <a:cubicBezTo>
                  <a:pt x="3396924" y="211921"/>
                  <a:pt x="3411656" y="213286"/>
                  <a:pt x="3422367" y="213286"/>
                </a:cubicBezTo>
                <a:cubicBezTo>
                  <a:pt x="3453392" y="213286"/>
                  <a:pt x="3488878" y="196669"/>
                  <a:pt x="3488878" y="171631"/>
                </a:cubicBezTo>
                <a:cubicBezTo>
                  <a:pt x="3488878" y="166852"/>
                  <a:pt x="3486647" y="157060"/>
                  <a:pt x="3477718" y="150912"/>
                </a:cubicBezTo>
                <a:cubicBezTo>
                  <a:pt x="3469013" y="144991"/>
                  <a:pt x="3435536" y="143396"/>
                  <a:pt x="3419019" y="143396"/>
                </a:cubicBezTo>
                <a:cubicBezTo>
                  <a:pt x="3415004" y="143396"/>
                  <a:pt x="3408976" y="142940"/>
                  <a:pt x="3408976" y="133822"/>
                </a:cubicBezTo>
                <a:cubicBezTo>
                  <a:pt x="3408976" y="130173"/>
                  <a:pt x="3411210" y="126983"/>
                  <a:pt x="3412324" y="124248"/>
                </a:cubicBezTo>
                <a:cubicBezTo>
                  <a:pt x="3417010" y="126524"/>
                  <a:pt x="3421700" y="126753"/>
                  <a:pt x="3428616" y="126753"/>
                </a:cubicBezTo>
                <a:cubicBezTo>
                  <a:pt x="3440001" y="126753"/>
                  <a:pt x="3450490" y="123793"/>
                  <a:pt x="3458078" y="116957"/>
                </a:cubicBezTo>
                <a:cubicBezTo>
                  <a:pt x="3464552" y="111018"/>
                  <a:pt x="3469013" y="103026"/>
                  <a:pt x="3469013" y="92746"/>
                </a:cubicBezTo>
                <a:cubicBezTo>
                  <a:pt x="3469013" y="79958"/>
                  <a:pt x="3462764" y="71507"/>
                  <a:pt x="3455176" y="65116"/>
                </a:cubicBezTo>
                <a:cubicBezTo>
                  <a:pt x="3456961" y="62836"/>
                  <a:pt x="3464327" y="58739"/>
                  <a:pt x="3466558" y="58739"/>
                </a:cubicBezTo>
                <a:cubicBezTo>
                  <a:pt x="3468567" y="58739"/>
                  <a:pt x="3470130" y="60105"/>
                  <a:pt x="3470801" y="61471"/>
                </a:cubicBezTo>
                <a:cubicBezTo>
                  <a:pt x="3471693" y="64431"/>
                  <a:pt x="3475709" y="69224"/>
                  <a:pt x="3481290" y="69224"/>
                </a:cubicBezTo>
                <a:close/>
                <a:moveTo>
                  <a:pt x="3544230" y="97928"/>
                </a:moveTo>
                <a:cubicBezTo>
                  <a:pt x="3544230" y="89720"/>
                  <a:pt x="3546685" y="86300"/>
                  <a:pt x="3549587" y="82881"/>
                </a:cubicBezTo>
                <a:cubicBezTo>
                  <a:pt x="3551371" y="80601"/>
                  <a:pt x="3553381" y="79006"/>
                  <a:pt x="3556728" y="79006"/>
                </a:cubicBezTo>
                <a:cubicBezTo>
                  <a:pt x="3558738" y="79006"/>
                  <a:pt x="3561190" y="81060"/>
                  <a:pt x="3562978" y="83339"/>
                </a:cubicBezTo>
                <a:cubicBezTo>
                  <a:pt x="3564541" y="85160"/>
                  <a:pt x="3568335" y="86985"/>
                  <a:pt x="3573467" y="86985"/>
                </a:cubicBezTo>
                <a:cubicBezTo>
                  <a:pt x="3579941" y="86985"/>
                  <a:pt x="3586190" y="80146"/>
                  <a:pt x="3586190" y="70582"/>
                </a:cubicBezTo>
                <a:cubicBezTo>
                  <a:pt x="3586190" y="64661"/>
                  <a:pt x="3579491" y="57825"/>
                  <a:pt x="3571457" y="57825"/>
                </a:cubicBezTo>
                <a:cubicBezTo>
                  <a:pt x="3563645" y="57825"/>
                  <a:pt x="3555165" y="64661"/>
                  <a:pt x="3544897" y="79691"/>
                </a:cubicBezTo>
                <a:lnTo>
                  <a:pt x="3544005" y="79691"/>
                </a:lnTo>
                <a:cubicBezTo>
                  <a:pt x="3543559" y="72858"/>
                  <a:pt x="3542442" y="61700"/>
                  <a:pt x="3542442" y="61700"/>
                </a:cubicBezTo>
                <a:cubicBezTo>
                  <a:pt x="3542221" y="59650"/>
                  <a:pt x="3540436" y="57825"/>
                  <a:pt x="3537310" y="57825"/>
                </a:cubicBezTo>
                <a:cubicBezTo>
                  <a:pt x="3526821" y="60605"/>
                  <a:pt x="3514993" y="63795"/>
                  <a:pt x="3500260" y="65387"/>
                </a:cubicBezTo>
                <a:cubicBezTo>
                  <a:pt x="3499814" y="66756"/>
                  <a:pt x="3500260" y="71083"/>
                  <a:pt x="3500707" y="72448"/>
                </a:cubicBezTo>
                <a:cubicBezTo>
                  <a:pt x="3512984" y="73588"/>
                  <a:pt x="3515214" y="75639"/>
                  <a:pt x="3515214" y="88621"/>
                </a:cubicBezTo>
                <a:lnTo>
                  <a:pt x="3515214" y="131222"/>
                </a:lnTo>
                <a:cubicBezTo>
                  <a:pt x="3515214" y="150127"/>
                  <a:pt x="3512759" y="150586"/>
                  <a:pt x="3499143" y="151722"/>
                </a:cubicBezTo>
                <a:cubicBezTo>
                  <a:pt x="3497805" y="153088"/>
                  <a:pt x="3497805" y="158099"/>
                  <a:pt x="3499143" y="159464"/>
                </a:cubicBezTo>
                <a:cubicBezTo>
                  <a:pt x="3508519" y="159239"/>
                  <a:pt x="3517891" y="159009"/>
                  <a:pt x="3529722" y="159009"/>
                </a:cubicBezTo>
                <a:cubicBezTo>
                  <a:pt x="3541550" y="159009"/>
                  <a:pt x="3550700" y="159239"/>
                  <a:pt x="3560297" y="159464"/>
                </a:cubicBezTo>
                <a:cubicBezTo>
                  <a:pt x="3561639" y="158099"/>
                  <a:pt x="3561639" y="153088"/>
                  <a:pt x="3560297" y="151722"/>
                </a:cubicBezTo>
                <a:cubicBezTo>
                  <a:pt x="3546685" y="150811"/>
                  <a:pt x="3544230" y="150127"/>
                  <a:pt x="3544230" y="131222"/>
                </a:cubicBezTo>
                <a:lnTo>
                  <a:pt x="3544230" y="97928"/>
                </a:lnTo>
                <a:close/>
                <a:moveTo>
                  <a:pt x="3644887" y="67392"/>
                </a:moveTo>
                <a:cubicBezTo>
                  <a:pt x="3660063" y="67392"/>
                  <a:pt x="3670330" y="85845"/>
                  <a:pt x="3670330" y="117055"/>
                </a:cubicBezTo>
                <a:cubicBezTo>
                  <a:pt x="3670330" y="144390"/>
                  <a:pt x="3659841" y="151680"/>
                  <a:pt x="3651807" y="151680"/>
                </a:cubicBezTo>
                <a:cubicBezTo>
                  <a:pt x="3633506" y="151680"/>
                  <a:pt x="3626361" y="123661"/>
                  <a:pt x="3626361" y="106803"/>
                </a:cubicBezTo>
                <a:cubicBezTo>
                  <a:pt x="3626361" y="85845"/>
                  <a:pt x="3629933" y="67392"/>
                  <a:pt x="3644887" y="67392"/>
                </a:cubicBezTo>
                <a:moveTo>
                  <a:pt x="3595115" y="111814"/>
                </a:moveTo>
                <a:cubicBezTo>
                  <a:pt x="3595115" y="141658"/>
                  <a:pt x="3618327" y="161244"/>
                  <a:pt x="3648235" y="161244"/>
                </a:cubicBezTo>
                <a:cubicBezTo>
                  <a:pt x="3664081" y="161244"/>
                  <a:pt x="3677251" y="156691"/>
                  <a:pt x="3686401" y="148264"/>
                </a:cubicBezTo>
                <a:cubicBezTo>
                  <a:pt x="3697783" y="138013"/>
                  <a:pt x="3701577" y="122521"/>
                  <a:pt x="3701577" y="109764"/>
                </a:cubicBezTo>
                <a:cubicBezTo>
                  <a:pt x="3701577" y="79923"/>
                  <a:pt x="3681712" y="57825"/>
                  <a:pt x="3648456" y="57825"/>
                </a:cubicBezTo>
                <a:cubicBezTo>
                  <a:pt x="3629933" y="57825"/>
                  <a:pt x="3616097" y="64431"/>
                  <a:pt x="3607392" y="74683"/>
                </a:cubicBezTo>
                <a:cubicBezTo>
                  <a:pt x="3598909" y="84705"/>
                  <a:pt x="3595115" y="98373"/>
                  <a:pt x="3595115" y="111814"/>
                </a:cubicBezTo>
                <a:close/>
                <a:moveTo>
                  <a:pt x="3823661" y="128710"/>
                </a:moveTo>
                <a:lnTo>
                  <a:pt x="3823661" y="89389"/>
                </a:lnTo>
                <a:cubicBezTo>
                  <a:pt x="3823661" y="70301"/>
                  <a:pt x="3824107" y="73025"/>
                  <a:pt x="3824107" y="67573"/>
                </a:cubicBezTo>
                <a:cubicBezTo>
                  <a:pt x="3824107" y="63702"/>
                  <a:pt x="3823215" y="61196"/>
                  <a:pt x="3821877" y="59827"/>
                </a:cubicBezTo>
                <a:cubicBezTo>
                  <a:pt x="3817858" y="60056"/>
                  <a:pt x="3813393" y="60286"/>
                  <a:pt x="3809153" y="60286"/>
                </a:cubicBezTo>
                <a:cubicBezTo>
                  <a:pt x="3802904" y="60286"/>
                  <a:pt x="3788396" y="60056"/>
                  <a:pt x="3779692" y="59827"/>
                </a:cubicBezTo>
                <a:cubicBezTo>
                  <a:pt x="3778353" y="61196"/>
                  <a:pt x="3778353" y="66207"/>
                  <a:pt x="3779692" y="67573"/>
                </a:cubicBezTo>
                <a:cubicBezTo>
                  <a:pt x="3791077" y="68709"/>
                  <a:pt x="3794646" y="70301"/>
                  <a:pt x="3794646" y="89389"/>
                </a:cubicBezTo>
                <a:lnTo>
                  <a:pt x="3794646" y="131438"/>
                </a:lnTo>
                <a:cubicBezTo>
                  <a:pt x="3794646" y="133711"/>
                  <a:pt x="3794646" y="135983"/>
                  <a:pt x="3794870" y="138256"/>
                </a:cubicBezTo>
                <a:cubicBezTo>
                  <a:pt x="3785720" y="143938"/>
                  <a:pt x="3778353" y="144393"/>
                  <a:pt x="3774335" y="144393"/>
                </a:cubicBezTo>
                <a:cubicBezTo>
                  <a:pt x="3765409" y="144393"/>
                  <a:pt x="3758713" y="143257"/>
                  <a:pt x="3758713" y="127348"/>
                </a:cubicBezTo>
                <a:lnTo>
                  <a:pt x="3758713" y="89389"/>
                </a:lnTo>
                <a:cubicBezTo>
                  <a:pt x="3758713" y="70301"/>
                  <a:pt x="3759159" y="73025"/>
                  <a:pt x="3759159" y="67573"/>
                </a:cubicBezTo>
                <a:cubicBezTo>
                  <a:pt x="3759159" y="63702"/>
                  <a:pt x="3758267" y="61196"/>
                  <a:pt x="3756929" y="59827"/>
                </a:cubicBezTo>
                <a:cubicBezTo>
                  <a:pt x="3752910" y="60056"/>
                  <a:pt x="3748224" y="60286"/>
                  <a:pt x="3744206" y="60286"/>
                </a:cubicBezTo>
                <a:cubicBezTo>
                  <a:pt x="3732824" y="60286"/>
                  <a:pt x="3724341" y="60056"/>
                  <a:pt x="3714744" y="59827"/>
                </a:cubicBezTo>
                <a:cubicBezTo>
                  <a:pt x="3713406" y="61196"/>
                  <a:pt x="3713406" y="66207"/>
                  <a:pt x="3714744" y="67573"/>
                </a:cubicBezTo>
                <a:cubicBezTo>
                  <a:pt x="3725012" y="68028"/>
                  <a:pt x="3729698" y="70301"/>
                  <a:pt x="3729698" y="89389"/>
                </a:cubicBezTo>
                <a:lnTo>
                  <a:pt x="3729698" y="124846"/>
                </a:lnTo>
                <a:cubicBezTo>
                  <a:pt x="3729698" y="148949"/>
                  <a:pt x="3739073" y="161244"/>
                  <a:pt x="3758267" y="161244"/>
                </a:cubicBezTo>
                <a:cubicBezTo>
                  <a:pt x="3766301" y="161244"/>
                  <a:pt x="3782593" y="154641"/>
                  <a:pt x="3795538" y="147354"/>
                </a:cubicBezTo>
                <a:cubicBezTo>
                  <a:pt x="3795984" y="153046"/>
                  <a:pt x="3796434" y="157372"/>
                  <a:pt x="3796434" y="157372"/>
                </a:cubicBezTo>
                <a:cubicBezTo>
                  <a:pt x="3796655" y="160107"/>
                  <a:pt x="3798439" y="161244"/>
                  <a:pt x="3801566" y="161244"/>
                </a:cubicBezTo>
                <a:cubicBezTo>
                  <a:pt x="3809824" y="158922"/>
                  <a:pt x="3823215" y="155732"/>
                  <a:pt x="3838615" y="153682"/>
                </a:cubicBezTo>
                <a:cubicBezTo>
                  <a:pt x="3839061" y="152316"/>
                  <a:pt x="3838615" y="147764"/>
                  <a:pt x="3838169" y="146395"/>
                </a:cubicBezTo>
                <a:cubicBezTo>
                  <a:pt x="3826117" y="145303"/>
                  <a:pt x="3823661" y="141665"/>
                  <a:pt x="3823661" y="128710"/>
                </a:cubicBezTo>
                <a:close/>
                <a:moveTo>
                  <a:pt x="3864503" y="88576"/>
                </a:moveTo>
                <a:lnTo>
                  <a:pt x="3864503" y="184092"/>
                </a:lnTo>
                <a:cubicBezTo>
                  <a:pt x="3864503" y="203056"/>
                  <a:pt x="3862051" y="203515"/>
                  <a:pt x="3848435" y="204654"/>
                </a:cubicBezTo>
                <a:cubicBezTo>
                  <a:pt x="3847097" y="206020"/>
                  <a:pt x="3847097" y="211031"/>
                  <a:pt x="3848435" y="212397"/>
                </a:cubicBezTo>
                <a:cubicBezTo>
                  <a:pt x="3857808" y="212171"/>
                  <a:pt x="3867183" y="211942"/>
                  <a:pt x="3879011" y="211942"/>
                </a:cubicBezTo>
                <a:cubicBezTo>
                  <a:pt x="3890842" y="211942"/>
                  <a:pt x="3899992" y="212171"/>
                  <a:pt x="3909589" y="212397"/>
                </a:cubicBezTo>
                <a:cubicBezTo>
                  <a:pt x="3910928" y="211031"/>
                  <a:pt x="3910928" y="206020"/>
                  <a:pt x="3909589" y="204654"/>
                </a:cubicBezTo>
                <a:cubicBezTo>
                  <a:pt x="3895974" y="203740"/>
                  <a:pt x="3893518" y="203056"/>
                  <a:pt x="3893518" y="184092"/>
                </a:cubicBezTo>
                <a:lnTo>
                  <a:pt x="3893518" y="157372"/>
                </a:lnTo>
                <a:cubicBezTo>
                  <a:pt x="3898429" y="159878"/>
                  <a:pt x="3903115" y="161244"/>
                  <a:pt x="3908472" y="161244"/>
                </a:cubicBezTo>
                <a:cubicBezTo>
                  <a:pt x="3942399" y="161244"/>
                  <a:pt x="3964494" y="138468"/>
                  <a:pt x="3964494" y="104979"/>
                </a:cubicBezTo>
                <a:cubicBezTo>
                  <a:pt x="3964494" y="92222"/>
                  <a:pt x="3959805" y="78099"/>
                  <a:pt x="3951100" y="69213"/>
                </a:cubicBezTo>
                <a:cubicBezTo>
                  <a:pt x="3943291" y="61245"/>
                  <a:pt x="3932131" y="57825"/>
                  <a:pt x="3920525" y="57825"/>
                </a:cubicBezTo>
                <a:cubicBezTo>
                  <a:pt x="3914051" y="57825"/>
                  <a:pt x="3902002" y="65797"/>
                  <a:pt x="3894189" y="73084"/>
                </a:cubicBezTo>
                <a:lnTo>
                  <a:pt x="3892851" y="73084"/>
                </a:lnTo>
                <a:cubicBezTo>
                  <a:pt x="3892401" y="66708"/>
                  <a:pt x="3891734" y="61700"/>
                  <a:pt x="3891734" y="61700"/>
                </a:cubicBezTo>
                <a:cubicBezTo>
                  <a:pt x="3891509" y="58965"/>
                  <a:pt x="3889725" y="57825"/>
                  <a:pt x="3886602" y="57825"/>
                </a:cubicBezTo>
                <a:cubicBezTo>
                  <a:pt x="3878343" y="60150"/>
                  <a:pt x="3864952" y="63340"/>
                  <a:pt x="3849552" y="65387"/>
                </a:cubicBezTo>
                <a:cubicBezTo>
                  <a:pt x="3849103" y="66756"/>
                  <a:pt x="3849552" y="71309"/>
                  <a:pt x="3849999" y="72678"/>
                </a:cubicBezTo>
                <a:cubicBezTo>
                  <a:pt x="3862272" y="73769"/>
                  <a:pt x="3864503" y="75590"/>
                  <a:pt x="3864503" y="88576"/>
                </a:cubicBezTo>
                <a:moveTo>
                  <a:pt x="3893518" y="144164"/>
                </a:moveTo>
                <a:lnTo>
                  <a:pt x="3893518" y="85841"/>
                </a:lnTo>
                <a:cubicBezTo>
                  <a:pt x="3893518" y="84476"/>
                  <a:pt x="3893518" y="83336"/>
                  <a:pt x="3893518" y="81970"/>
                </a:cubicBezTo>
                <a:cubicBezTo>
                  <a:pt x="3899992" y="76049"/>
                  <a:pt x="3908251" y="73084"/>
                  <a:pt x="3913383" y="73084"/>
                </a:cubicBezTo>
                <a:cubicBezTo>
                  <a:pt x="3922534" y="73084"/>
                  <a:pt x="3933248" y="84476"/>
                  <a:pt x="3933248" y="111130"/>
                </a:cubicBezTo>
                <a:cubicBezTo>
                  <a:pt x="3933248" y="130267"/>
                  <a:pt x="3926549" y="151680"/>
                  <a:pt x="3907134" y="151680"/>
                </a:cubicBezTo>
                <a:cubicBezTo>
                  <a:pt x="3904678" y="151680"/>
                  <a:pt x="3899100" y="150315"/>
                  <a:pt x="3893518" y="144164"/>
                </a:cubicBezTo>
                <a:close/>
                <a:moveTo>
                  <a:pt x="3995740" y="130107"/>
                </a:moveTo>
                <a:cubicBezTo>
                  <a:pt x="3989937" y="130107"/>
                  <a:pt x="3981679" y="139219"/>
                  <a:pt x="3981679" y="144456"/>
                </a:cubicBezTo>
                <a:cubicBezTo>
                  <a:pt x="3981679" y="150151"/>
                  <a:pt x="3986365" y="156528"/>
                  <a:pt x="3990605" y="157664"/>
                </a:cubicBezTo>
                <a:cubicBezTo>
                  <a:pt x="3993506" y="158349"/>
                  <a:pt x="3998642" y="160170"/>
                  <a:pt x="3998642" y="165177"/>
                </a:cubicBezTo>
                <a:cubicBezTo>
                  <a:pt x="3998642" y="171095"/>
                  <a:pt x="3987257" y="187262"/>
                  <a:pt x="3977214" y="189993"/>
                </a:cubicBezTo>
                <a:cubicBezTo>
                  <a:pt x="3976097" y="192954"/>
                  <a:pt x="3976322" y="195230"/>
                  <a:pt x="3978777" y="197051"/>
                </a:cubicBezTo>
                <a:cubicBezTo>
                  <a:pt x="3987036" y="195685"/>
                  <a:pt x="3996633" y="189993"/>
                  <a:pt x="4003103" y="183620"/>
                </a:cubicBezTo>
                <a:cubicBezTo>
                  <a:pt x="4009352" y="177243"/>
                  <a:pt x="4015156" y="166088"/>
                  <a:pt x="4015156" y="158120"/>
                </a:cubicBezTo>
                <a:cubicBezTo>
                  <a:pt x="4015156" y="139444"/>
                  <a:pt x="4007789" y="130107"/>
                  <a:pt x="3995740" y="130107"/>
                </a:cubicBezTo>
                <a:close/>
                <a:moveTo>
                  <a:pt x="4188351" y="83711"/>
                </a:moveTo>
                <a:cubicBezTo>
                  <a:pt x="4184111" y="72799"/>
                  <a:pt x="4181430" y="62788"/>
                  <a:pt x="4181430" y="62788"/>
                </a:cubicBezTo>
                <a:cubicBezTo>
                  <a:pt x="4177415" y="63017"/>
                  <a:pt x="4173172" y="63017"/>
                  <a:pt x="4168932" y="62562"/>
                </a:cubicBezTo>
                <a:lnTo>
                  <a:pt x="4147729" y="122587"/>
                </a:lnTo>
                <a:cubicBezTo>
                  <a:pt x="4147061" y="124178"/>
                  <a:pt x="4146169" y="124634"/>
                  <a:pt x="4145273" y="122361"/>
                </a:cubicBezTo>
                <a:lnTo>
                  <a:pt x="4132554" y="83711"/>
                </a:lnTo>
                <a:cubicBezTo>
                  <a:pt x="4128981" y="72799"/>
                  <a:pt x="4126750" y="68709"/>
                  <a:pt x="4140587" y="67573"/>
                </a:cubicBezTo>
                <a:cubicBezTo>
                  <a:pt x="4141926" y="66207"/>
                  <a:pt x="4141926" y="61196"/>
                  <a:pt x="4140587" y="59827"/>
                </a:cubicBezTo>
                <a:cubicBezTo>
                  <a:pt x="4132329" y="60056"/>
                  <a:pt x="4122732" y="60286"/>
                  <a:pt x="4111350" y="60286"/>
                </a:cubicBezTo>
                <a:cubicBezTo>
                  <a:pt x="4103538" y="60286"/>
                  <a:pt x="4092157" y="60056"/>
                  <a:pt x="4083898" y="59827"/>
                </a:cubicBezTo>
                <a:cubicBezTo>
                  <a:pt x="4082560" y="61196"/>
                  <a:pt x="4082560" y="66207"/>
                  <a:pt x="4083898" y="67573"/>
                </a:cubicBezTo>
                <a:cubicBezTo>
                  <a:pt x="4096843" y="69164"/>
                  <a:pt x="4097514" y="73484"/>
                  <a:pt x="4101753" y="85077"/>
                </a:cubicBezTo>
                <a:lnTo>
                  <a:pt x="4128981" y="156917"/>
                </a:lnTo>
                <a:cubicBezTo>
                  <a:pt x="4130544" y="161237"/>
                  <a:pt x="4133446" y="161688"/>
                  <a:pt x="4136347" y="161688"/>
                </a:cubicBezTo>
                <a:cubicBezTo>
                  <a:pt x="4138578" y="161688"/>
                  <a:pt x="4142821" y="161237"/>
                  <a:pt x="4144606" y="156462"/>
                </a:cubicBezTo>
                <a:lnTo>
                  <a:pt x="4165584" y="100308"/>
                </a:lnTo>
                <a:lnTo>
                  <a:pt x="4187012" y="156917"/>
                </a:lnTo>
                <a:cubicBezTo>
                  <a:pt x="4188572" y="161007"/>
                  <a:pt x="4192815" y="161688"/>
                  <a:pt x="4195717" y="161688"/>
                </a:cubicBezTo>
                <a:cubicBezTo>
                  <a:pt x="4197947" y="161688"/>
                  <a:pt x="4201741" y="161007"/>
                  <a:pt x="4203526" y="156462"/>
                </a:cubicBezTo>
                <a:lnTo>
                  <a:pt x="4230978" y="87124"/>
                </a:lnTo>
                <a:cubicBezTo>
                  <a:pt x="4234772" y="77348"/>
                  <a:pt x="4238569" y="68709"/>
                  <a:pt x="4251068" y="67573"/>
                </a:cubicBezTo>
                <a:cubicBezTo>
                  <a:pt x="4252406" y="66207"/>
                  <a:pt x="4252406" y="61196"/>
                  <a:pt x="4251068" y="59827"/>
                </a:cubicBezTo>
                <a:cubicBezTo>
                  <a:pt x="4246157" y="60056"/>
                  <a:pt x="4242138" y="60286"/>
                  <a:pt x="4236335" y="60286"/>
                </a:cubicBezTo>
                <a:cubicBezTo>
                  <a:pt x="4228077" y="60286"/>
                  <a:pt x="4218480" y="60056"/>
                  <a:pt x="4210221" y="59827"/>
                </a:cubicBezTo>
                <a:cubicBezTo>
                  <a:pt x="4208883" y="61196"/>
                  <a:pt x="4208883" y="66207"/>
                  <a:pt x="4210221" y="67573"/>
                </a:cubicBezTo>
                <a:cubicBezTo>
                  <a:pt x="4222273" y="68480"/>
                  <a:pt x="4223390" y="74391"/>
                  <a:pt x="4219151" y="85532"/>
                </a:cubicBezTo>
                <a:lnTo>
                  <a:pt x="4206206" y="121451"/>
                </a:lnTo>
                <a:cubicBezTo>
                  <a:pt x="4205314" y="124178"/>
                  <a:pt x="4203972" y="123953"/>
                  <a:pt x="4203080" y="121680"/>
                </a:cubicBezTo>
                <a:lnTo>
                  <a:pt x="4188351" y="83711"/>
                </a:lnTo>
                <a:close/>
                <a:moveTo>
                  <a:pt x="4372036" y="129839"/>
                </a:moveTo>
                <a:lnTo>
                  <a:pt x="4372036" y="94282"/>
                </a:lnTo>
                <a:cubicBezTo>
                  <a:pt x="4372036" y="69213"/>
                  <a:pt x="4361543" y="57825"/>
                  <a:pt x="4342349" y="57825"/>
                </a:cubicBezTo>
                <a:cubicBezTo>
                  <a:pt x="4334091" y="57825"/>
                  <a:pt x="4318245" y="66252"/>
                  <a:pt x="4305525" y="74224"/>
                </a:cubicBezTo>
                <a:lnTo>
                  <a:pt x="4305525" y="26126"/>
                </a:lnTo>
                <a:cubicBezTo>
                  <a:pt x="4305525" y="11301"/>
                  <a:pt x="4306192" y="2919"/>
                  <a:pt x="4306192" y="2919"/>
                </a:cubicBezTo>
                <a:cubicBezTo>
                  <a:pt x="4306192" y="900"/>
                  <a:pt x="4304633" y="0"/>
                  <a:pt x="4302623" y="0"/>
                </a:cubicBezTo>
                <a:cubicBezTo>
                  <a:pt x="4294365" y="2693"/>
                  <a:pt x="4276509" y="5164"/>
                  <a:pt x="4260663" y="5835"/>
                </a:cubicBezTo>
                <a:cubicBezTo>
                  <a:pt x="4259992" y="8570"/>
                  <a:pt x="4260217" y="11075"/>
                  <a:pt x="4261334" y="13122"/>
                </a:cubicBezTo>
                <a:cubicBezTo>
                  <a:pt x="4275392" y="14265"/>
                  <a:pt x="4276509" y="14491"/>
                  <a:pt x="4276509" y="30230"/>
                </a:cubicBezTo>
                <a:lnTo>
                  <a:pt x="4276509" y="130069"/>
                </a:lnTo>
                <a:cubicBezTo>
                  <a:pt x="4276509" y="148987"/>
                  <a:pt x="4272940" y="151037"/>
                  <a:pt x="4259325" y="151722"/>
                </a:cubicBezTo>
                <a:cubicBezTo>
                  <a:pt x="4257986" y="153088"/>
                  <a:pt x="4257986" y="158099"/>
                  <a:pt x="4259325" y="159464"/>
                </a:cubicBezTo>
                <a:cubicBezTo>
                  <a:pt x="4268697" y="159239"/>
                  <a:pt x="4278740" y="159009"/>
                  <a:pt x="4291017" y="159009"/>
                </a:cubicBezTo>
                <a:cubicBezTo>
                  <a:pt x="4301731" y="159009"/>
                  <a:pt x="4308648" y="159239"/>
                  <a:pt x="4318245" y="159464"/>
                </a:cubicBezTo>
                <a:cubicBezTo>
                  <a:pt x="4319586" y="158099"/>
                  <a:pt x="4319586" y="153088"/>
                  <a:pt x="4318245" y="151722"/>
                </a:cubicBezTo>
                <a:cubicBezTo>
                  <a:pt x="4308872" y="151037"/>
                  <a:pt x="4305525" y="148987"/>
                  <a:pt x="4305525" y="130069"/>
                </a:cubicBezTo>
                <a:lnTo>
                  <a:pt x="4305525" y="83343"/>
                </a:lnTo>
                <a:cubicBezTo>
                  <a:pt x="4314897" y="77414"/>
                  <a:pt x="4322263" y="74679"/>
                  <a:pt x="4326282" y="74679"/>
                </a:cubicBezTo>
                <a:cubicBezTo>
                  <a:pt x="4335208" y="74679"/>
                  <a:pt x="4343020" y="78784"/>
                  <a:pt x="4343020" y="91777"/>
                </a:cubicBezTo>
                <a:lnTo>
                  <a:pt x="4343020" y="129839"/>
                </a:lnTo>
                <a:cubicBezTo>
                  <a:pt x="4343020" y="148987"/>
                  <a:pt x="4339448" y="151037"/>
                  <a:pt x="4330297" y="151722"/>
                </a:cubicBezTo>
                <a:cubicBezTo>
                  <a:pt x="4328959" y="153088"/>
                  <a:pt x="4328959" y="158099"/>
                  <a:pt x="4330297" y="159464"/>
                </a:cubicBezTo>
                <a:cubicBezTo>
                  <a:pt x="4339673" y="159239"/>
                  <a:pt x="4346814" y="159009"/>
                  <a:pt x="4357528" y="159009"/>
                </a:cubicBezTo>
                <a:cubicBezTo>
                  <a:pt x="4369802" y="159009"/>
                  <a:pt x="4379623" y="159239"/>
                  <a:pt x="4389220" y="159464"/>
                </a:cubicBezTo>
                <a:cubicBezTo>
                  <a:pt x="4390559" y="158099"/>
                  <a:pt x="4390559" y="153088"/>
                  <a:pt x="4389220" y="151722"/>
                </a:cubicBezTo>
                <a:cubicBezTo>
                  <a:pt x="4375605" y="151037"/>
                  <a:pt x="4372036" y="148987"/>
                  <a:pt x="4372036" y="129839"/>
                </a:cubicBezTo>
                <a:close/>
                <a:moveTo>
                  <a:pt x="4444124" y="131229"/>
                </a:moveTo>
                <a:lnTo>
                  <a:pt x="4444124" y="85911"/>
                </a:lnTo>
                <a:cubicBezTo>
                  <a:pt x="4444124" y="74527"/>
                  <a:pt x="4445016" y="61742"/>
                  <a:pt x="4445016" y="61742"/>
                </a:cubicBezTo>
                <a:cubicBezTo>
                  <a:pt x="4445016" y="59208"/>
                  <a:pt x="4443007" y="57825"/>
                  <a:pt x="4439884" y="57825"/>
                </a:cubicBezTo>
                <a:cubicBezTo>
                  <a:pt x="4433635" y="60362"/>
                  <a:pt x="4415555" y="62204"/>
                  <a:pt x="4400154" y="64275"/>
                </a:cubicBezTo>
                <a:cubicBezTo>
                  <a:pt x="4399708" y="65644"/>
                  <a:pt x="4400154" y="70197"/>
                  <a:pt x="4400601" y="71566"/>
                </a:cubicBezTo>
                <a:cubicBezTo>
                  <a:pt x="4412878" y="72702"/>
                  <a:pt x="4415108" y="74527"/>
                  <a:pt x="4415108" y="87506"/>
                </a:cubicBezTo>
                <a:lnTo>
                  <a:pt x="4415108" y="131229"/>
                </a:lnTo>
                <a:cubicBezTo>
                  <a:pt x="4415108" y="150130"/>
                  <a:pt x="4412653" y="150586"/>
                  <a:pt x="4399041" y="151722"/>
                </a:cubicBezTo>
                <a:cubicBezTo>
                  <a:pt x="4397699" y="153088"/>
                  <a:pt x="4397699" y="158099"/>
                  <a:pt x="4399041" y="159464"/>
                </a:cubicBezTo>
                <a:cubicBezTo>
                  <a:pt x="4408413" y="159239"/>
                  <a:pt x="4417789" y="159009"/>
                  <a:pt x="4429616" y="159009"/>
                </a:cubicBezTo>
                <a:cubicBezTo>
                  <a:pt x="4441444" y="159009"/>
                  <a:pt x="4450594" y="159239"/>
                  <a:pt x="4460191" y="159464"/>
                </a:cubicBezTo>
                <a:cubicBezTo>
                  <a:pt x="4461533" y="158099"/>
                  <a:pt x="4461533" y="153088"/>
                  <a:pt x="4460191" y="151722"/>
                </a:cubicBezTo>
                <a:cubicBezTo>
                  <a:pt x="4446579" y="150811"/>
                  <a:pt x="4444124" y="150130"/>
                  <a:pt x="4444124" y="131229"/>
                </a:cubicBezTo>
                <a:moveTo>
                  <a:pt x="4413995" y="23241"/>
                </a:moveTo>
                <a:cubicBezTo>
                  <a:pt x="4413995" y="30754"/>
                  <a:pt x="4419348" y="38271"/>
                  <a:pt x="4428278" y="38271"/>
                </a:cubicBezTo>
                <a:cubicBezTo>
                  <a:pt x="4438321" y="38271"/>
                  <a:pt x="4444124" y="30073"/>
                  <a:pt x="4444124" y="24152"/>
                </a:cubicBezTo>
                <a:cubicBezTo>
                  <a:pt x="4444124" y="17320"/>
                  <a:pt x="4438992" y="9119"/>
                  <a:pt x="4429616" y="9119"/>
                </a:cubicBezTo>
                <a:cubicBezTo>
                  <a:pt x="4419127" y="9119"/>
                  <a:pt x="4413995" y="16409"/>
                  <a:pt x="4413995" y="23241"/>
                </a:cubicBezTo>
                <a:close/>
                <a:moveTo>
                  <a:pt x="4486529" y="130093"/>
                </a:moveTo>
                <a:cubicBezTo>
                  <a:pt x="4486529" y="148991"/>
                  <a:pt x="4482960" y="151041"/>
                  <a:pt x="4469344" y="151722"/>
                </a:cubicBezTo>
                <a:cubicBezTo>
                  <a:pt x="4468006" y="153088"/>
                  <a:pt x="4468006" y="158099"/>
                  <a:pt x="4469344" y="159464"/>
                </a:cubicBezTo>
                <a:cubicBezTo>
                  <a:pt x="4478716" y="159239"/>
                  <a:pt x="4488759" y="159009"/>
                  <a:pt x="4501036" y="159009"/>
                </a:cubicBezTo>
                <a:cubicBezTo>
                  <a:pt x="4513310" y="159009"/>
                  <a:pt x="4523132" y="159239"/>
                  <a:pt x="4532729" y="159464"/>
                </a:cubicBezTo>
                <a:cubicBezTo>
                  <a:pt x="4534067" y="158099"/>
                  <a:pt x="4534067" y="153088"/>
                  <a:pt x="4532729" y="151722"/>
                </a:cubicBezTo>
                <a:cubicBezTo>
                  <a:pt x="4519113" y="151041"/>
                  <a:pt x="4515544" y="148991"/>
                  <a:pt x="4515544" y="130093"/>
                </a:cubicBezTo>
                <a:lnTo>
                  <a:pt x="4515544" y="26272"/>
                </a:lnTo>
                <a:cubicBezTo>
                  <a:pt x="4515544" y="11471"/>
                  <a:pt x="4516212" y="3002"/>
                  <a:pt x="4516212" y="3002"/>
                </a:cubicBezTo>
                <a:cubicBezTo>
                  <a:pt x="4516212" y="924"/>
                  <a:pt x="4514652" y="0"/>
                  <a:pt x="4512643" y="0"/>
                </a:cubicBezTo>
                <a:cubicBezTo>
                  <a:pt x="4504384" y="2773"/>
                  <a:pt x="4486529" y="5313"/>
                  <a:pt x="4470683" y="6005"/>
                </a:cubicBezTo>
                <a:cubicBezTo>
                  <a:pt x="4470012" y="8740"/>
                  <a:pt x="4470236" y="11245"/>
                  <a:pt x="4471353" y="13296"/>
                </a:cubicBezTo>
                <a:cubicBezTo>
                  <a:pt x="4485412" y="14432"/>
                  <a:pt x="4486529" y="14661"/>
                  <a:pt x="4486529" y="30369"/>
                </a:cubicBezTo>
                <a:lnTo>
                  <a:pt x="4486529" y="130093"/>
                </a:lnTo>
                <a:close/>
                <a:moveTo>
                  <a:pt x="4576250" y="96312"/>
                </a:moveTo>
                <a:cubicBezTo>
                  <a:pt x="4576474" y="88343"/>
                  <a:pt x="4577591" y="79687"/>
                  <a:pt x="4580714" y="75135"/>
                </a:cubicBezTo>
                <a:cubicBezTo>
                  <a:pt x="4584287" y="69668"/>
                  <a:pt x="4590311" y="67392"/>
                  <a:pt x="4592767" y="67392"/>
                </a:cubicBezTo>
                <a:cubicBezTo>
                  <a:pt x="4598795" y="67392"/>
                  <a:pt x="4607050" y="73314"/>
                  <a:pt x="4607050" y="91530"/>
                </a:cubicBezTo>
                <a:cubicBezTo>
                  <a:pt x="4607050" y="92896"/>
                  <a:pt x="4607050" y="95857"/>
                  <a:pt x="4606604" y="96312"/>
                </a:cubicBezTo>
                <a:lnTo>
                  <a:pt x="4576250" y="96312"/>
                </a:lnTo>
                <a:moveTo>
                  <a:pt x="4632942" y="129579"/>
                </a:moveTo>
                <a:cubicBezTo>
                  <a:pt x="4623792" y="139153"/>
                  <a:pt x="4611739" y="141658"/>
                  <a:pt x="4603256" y="141658"/>
                </a:cubicBezTo>
                <a:cubicBezTo>
                  <a:pt x="4585847" y="141658"/>
                  <a:pt x="4575136" y="131403"/>
                  <a:pt x="4575136" y="109069"/>
                </a:cubicBezTo>
                <a:cubicBezTo>
                  <a:pt x="4575136" y="107474"/>
                  <a:pt x="4575357" y="106560"/>
                  <a:pt x="4575357" y="105420"/>
                </a:cubicBezTo>
                <a:lnTo>
                  <a:pt x="4628924" y="105420"/>
                </a:lnTo>
                <a:cubicBezTo>
                  <a:pt x="4634281" y="105420"/>
                  <a:pt x="4635394" y="101549"/>
                  <a:pt x="4635394" y="98362"/>
                </a:cubicBezTo>
                <a:cubicBezTo>
                  <a:pt x="4635394" y="79006"/>
                  <a:pt x="4628031" y="57825"/>
                  <a:pt x="4595222" y="57825"/>
                </a:cubicBezTo>
                <a:cubicBezTo>
                  <a:pt x="4571788" y="57825"/>
                  <a:pt x="4545004" y="79006"/>
                  <a:pt x="4545004" y="113854"/>
                </a:cubicBezTo>
                <a:cubicBezTo>
                  <a:pt x="4545004" y="127073"/>
                  <a:pt x="4549693" y="140977"/>
                  <a:pt x="4559290" y="149859"/>
                </a:cubicBezTo>
                <a:cubicBezTo>
                  <a:pt x="4567770" y="157602"/>
                  <a:pt x="4578705" y="161244"/>
                  <a:pt x="4594551" y="161244"/>
                </a:cubicBezTo>
                <a:cubicBezTo>
                  <a:pt x="4609951" y="161244"/>
                  <a:pt x="4625130" y="153275"/>
                  <a:pt x="4636290" y="136647"/>
                </a:cubicBezTo>
                <a:cubicBezTo>
                  <a:pt x="4636290" y="133683"/>
                  <a:pt x="4635173" y="129579"/>
                  <a:pt x="4632942" y="129579"/>
                </a:cubicBezTo>
                <a:close/>
                <a:moveTo>
                  <a:pt x="4762168" y="94522"/>
                </a:moveTo>
                <a:cubicBezTo>
                  <a:pt x="4757257" y="94522"/>
                  <a:pt x="4755694" y="93841"/>
                  <a:pt x="4756586" y="91565"/>
                </a:cubicBezTo>
                <a:lnTo>
                  <a:pt x="4776229" y="40547"/>
                </a:lnTo>
                <a:lnTo>
                  <a:pt x="4777789" y="40547"/>
                </a:lnTo>
                <a:lnTo>
                  <a:pt x="4796091" y="94522"/>
                </a:lnTo>
                <a:lnTo>
                  <a:pt x="4762168" y="94522"/>
                </a:lnTo>
                <a:moveTo>
                  <a:pt x="4738063" y="141012"/>
                </a:moveTo>
                <a:lnTo>
                  <a:pt x="4749891" y="109329"/>
                </a:lnTo>
                <a:cubicBezTo>
                  <a:pt x="4751008" y="106369"/>
                  <a:pt x="4752346" y="105455"/>
                  <a:pt x="4757703" y="105455"/>
                </a:cubicBezTo>
                <a:lnTo>
                  <a:pt x="4800109" y="105455"/>
                </a:lnTo>
                <a:lnTo>
                  <a:pt x="4812608" y="142607"/>
                </a:lnTo>
                <a:cubicBezTo>
                  <a:pt x="4815734" y="151951"/>
                  <a:pt x="4806805" y="151041"/>
                  <a:pt x="4796091" y="151722"/>
                </a:cubicBezTo>
                <a:cubicBezTo>
                  <a:pt x="4794752" y="153088"/>
                  <a:pt x="4794752" y="158099"/>
                  <a:pt x="4796091" y="159464"/>
                </a:cubicBezTo>
                <a:cubicBezTo>
                  <a:pt x="4804349" y="159239"/>
                  <a:pt x="4825552" y="159009"/>
                  <a:pt x="4834257" y="159009"/>
                </a:cubicBezTo>
                <a:cubicBezTo>
                  <a:pt x="4843408" y="159009"/>
                  <a:pt x="4855906" y="159239"/>
                  <a:pt x="4864165" y="159464"/>
                </a:cubicBezTo>
                <a:cubicBezTo>
                  <a:pt x="4865503" y="158099"/>
                  <a:pt x="4865503" y="153088"/>
                  <a:pt x="4864165" y="151722"/>
                </a:cubicBezTo>
                <a:cubicBezTo>
                  <a:pt x="4855460" y="150811"/>
                  <a:pt x="4848094" y="151041"/>
                  <a:pt x="4844079" y="139417"/>
                </a:cubicBezTo>
                <a:lnTo>
                  <a:pt x="4798100" y="9119"/>
                </a:lnTo>
                <a:cubicBezTo>
                  <a:pt x="4794752" y="11169"/>
                  <a:pt x="4781362" y="19141"/>
                  <a:pt x="4773549" y="19141"/>
                </a:cubicBezTo>
                <a:lnTo>
                  <a:pt x="4725119" y="135768"/>
                </a:lnTo>
                <a:cubicBezTo>
                  <a:pt x="4719315" y="149901"/>
                  <a:pt x="4712620" y="151041"/>
                  <a:pt x="4702798" y="151722"/>
                </a:cubicBezTo>
                <a:cubicBezTo>
                  <a:pt x="4701460" y="153088"/>
                  <a:pt x="4701460" y="158099"/>
                  <a:pt x="4702798" y="159464"/>
                </a:cubicBezTo>
                <a:cubicBezTo>
                  <a:pt x="4711057" y="159239"/>
                  <a:pt x="4715076" y="159009"/>
                  <a:pt x="4723780" y="159009"/>
                </a:cubicBezTo>
                <a:cubicBezTo>
                  <a:pt x="4732931" y="159009"/>
                  <a:pt x="4745205" y="159239"/>
                  <a:pt x="4753463" y="159464"/>
                </a:cubicBezTo>
                <a:cubicBezTo>
                  <a:pt x="4754802" y="158099"/>
                  <a:pt x="4754802" y="153088"/>
                  <a:pt x="4753463" y="151722"/>
                </a:cubicBezTo>
                <a:cubicBezTo>
                  <a:pt x="4744983" y="151041"/>
                  <a:pt x="4734491" y="150356"/>
                  <a:pt x="4738063" y="141012"/>
                </a:cubicBezTo>
                <a:close/>
                <a:moveTo>
                  <a:pt x="4943619" y="9973"/>
                </a:moveTo>
                <a:cubicBezTo>
                  <a:pt x="4934693" y="9973"/>
                  <a:pt x="4882244" y="11565"/>
                  <a:pt x="4873314" y="11565"/>
                </a:cubicBezTo>
                <a:cubicBezTo>
                  <a:pt x="4871084" y="12934"/>
                  <a:pt x="4871084" y="17945"/>
                  <a:pt x="4873314" y="19311"/>
                </a:cubicBezTo>
                <a:cubicBezTo>
                  <a:pt x="4885591" y="19996"/>
                  <a:pt x="4891841" y="20906"/>
                  <a:pt x="4891841" y="39817"/>
                </a:cubicBezTo>
                <a:lnTo>
                  <a:pt x="4891841" y="131202"/>
                </a:lnTo>
                <a:cubicBezTo>
                  <a:pt x="4891841" y="150127"/>
                  <a:pt x="4885591" y="151037"/>
                  <a:pt x="4873314" y="151722"/>
                </a:cubicBezTo>
                <a:cubicBezTo>
                  <a:pt x="4871084" y="153088"/>
                  <a:pt x="4871084" y="158099"/>
                  <a:pt x="4873314" y="159464"/>
                </a:cubicBezTo>
                <a:cubicBezTo>
                  <a:pt x="4882244" y="159239"/>
                  <a:pt x="4898757" y="159009"/>
                  <a:pt x="4907687" y="159009"/>
                </a:cubicBezTo>
                <a:cubicBezTo>
                  <a:pt x="4916613" y="159009"/>
                  <a:pt x="4932684" y="159239"/>
                  <a:pt x="4941610" y="159464"/>
                </a:cubicBezTo>
                <a:cubicBezTo>
                  <a:pt x="4943844" y="158099"/>
                  <a:pt x="4943844" y="153088"/>
                  <a:pt x="4941610" y="151722"/>
                </a:cubicBezTo>
                <a:cubicBezTo>
                  <a:pt x="4929336" y="151037"/>
                  <a:pt x="4923087" y="150127"/>
                  <a:pt x="4923087" y="131202"/>
                </a:cubicBezTo>
                <a:lnTo>
                  <a:pt x="4923087" y="39588"/>
                </a:lnTo>
                <a:cubicBezTo>
                  <a:pt x="4923087" y="24131"/>
                  <a:pt x="4924647" y="19346"/>
                  <a:pt x="4936478" y="19346"/>
                </a:cubicBezTo>
                <a:cubicBezTo>
                  <a:pt x="4949422" y="19346"/>
                  <a:pt x="4964376" y="24812"/>
                  <a:pt x="4964376" y="52592"/>
                </a:cubicBezTo>
                <a:cubicBezTo>
                  <a:pt x="4964376" y="76274"/>
                  <a:pt x="4957902" y="86293"/>
                  <a:pt x="4939600" y="86293"/>
                </a:cubicBezTo>
                <a:cubicBezTo>
                  <a:pt x="4936253" y="86293"/>
                  <a:pt x="4931567" y="86067"/>
                  <a:pt x="4928444" y="85612"/>
                </a:cubicBezTo>
                <a:cubicBezTo>
                  <a:pt x="4928444" y="89939"/>
                  <a:pt x="4929782" y="93129"/>
                  <a:pt x="4932905" y="95175"/>
                </a:cubicBezTo>
                <a:cubicBezTo>
                  <a:pt x="4936031" y="95631"/>
                  <a:pt x="4935361" y="95860"/>
                  <a:pt x="4940718" y="95860"/>
                </a:cubicBezTo>
                <a:cubicBezTo>
                  <a:pt x="4960357" y="95860"/>
                  <a:pt x="4974194" y="92444"/>
                  <a:pt x="4983124" y="84927"/>
                </a:cubicBezTo>
                <a:cubicBezTo>
                  <a:pt x="4994284" y="75593"/>
                  <a:pt x="4998078" y="60790"/>
                  <a:pt x="4998078" y="48721"/>
                </a:cubicBezTo>
                <a:cubicBezTo>
                  <a:pt x="4998078" y="39612"/>
                  <a:pt x="4994730" y="25952"/>
                  <a:pt x="4980893" y="17525"/>
                </a:cubicBezTo>
                <a:cubicBezTo>
                  <a:pt x="4972635" y="12479"/>
                  <a:pt x="4960357" y="9973"/>
                  <a:pt x="4943619" y="9973"/>
                </a:cubicBezTo>
                <a:close/>
                <a:moveTo>
                  <a:pt x="5093826" y="131017"/>
                </a:moveTo>
                <a:lnTo>
                  <a:pt x="5093826" y="44554"/>
                </a:lnTo>
                <a:cubicBezTo>
                  <a:pt x="5093826" y="29990"/>
                  <a:pt x="5096057" y="21570"/>
                  <a:pt x="5104091" y="21570"/>
                </a:cubicBezTo>
                <a:lnTo>
                  <a:pt x="5109001" y="21570"/>
                </a:lnTo>
                <a:cubicBezTo>
                  <a:pt x="5125740" y="21570"/>
                  <a:pt x="5135115" y="27262"/>
                  <a:pt x="5138909" y="44780"/>
                </a:cubicBezTo>
                <a:cubicBezTo>
                  <a:pt x="5141365" y="44780"/>
                  <a:pt x="5145605" y="44554"/>
                  <a:pt x="5147614" y="43644"/>
                </a:cubicBezTo>
                <a:cubicBezTo>
                  <a:pt x="5146051" y="33177"/>
                  <a:pt x="5144934" y="21344"/>
                  <a:pt x="5144712" y="11096"/>
                </a:cubicBezTo>
                <a:cubicBezTo>
                  <a:pt x="5144712" y="10867"/>
                  <a:pt x="5144266" y="10411"/>
                  <a:pt x="5144041" y="10411"/>
                </a:cubicBezTo>
                <a:cubicBezTo>
                  <a:pt x="5136454" y="11096"/>
                  <a:pt x="5111682" y="12232"/>
                  <a:pt x="5094047" y="12232"/>
                </a:cubicBezTo>
                <a:lnTo>
                  <a:pt x="5062580" y="12232"/>
                </a:lnTo>
                <a:cubicBezTo>
                  <a:pt x="5045392" y="12232"/>
                  <a:pt x="5019057" y="11096"/>
                  <a:pt x="5010577" y="10411"/>
                </a:cubicBezTo>
                <a:cubicBezTo>
                  <a:pt x="5010131" y="10411"/>
                  <a:pt x="5009685" y="10867"/>
                  <a:pt x="5009685" y="11096"/>
                </a:cubicBezTo>
                <a:cubicBezTo>
                  <a:pt x="5008789" y="21344"/>
                  <a:pt x="5006558" y="33402"/>
                  <a:pt x="5004103" y="44325"/>
                </a:cubicBezTo>
                <a:cubicBezTo>
                  <a:pt x="5006333" y="45235"/>
                  <a:pt x="5010131" y="45464"/>
                  <a:pt x="5012807" y="45464"/>
                </a:cubicBezTo>
                <a:cubicBezTo>
                  <a:pt x="5017272" y="27262"/>
                  <a:pt x="5026423" y="21570"/>
                  <a:pt x="5041152" y="21570"/>
                </a:cubicBezTo>
                <a:lnTo>
                  <a:pt x="5052087" y="21570"/>
                </a:lnTo>
                <a:cubicBezTo>
                  <a:pt x="5060346" y="21570"/>
                  <a:pt x="5062580" y="29990"/>
                  <a:pt x="5062580" y="43869"/>
                </a:cubicBezTo>
                <a:lnTo>
                  <a:pt x="5062580" y="131017"/>
                </a:lnTo>
                <a:cubicBezTo>
                  <a:pt x="5062580" y="149901"/>
                  <a:pt x="5058783" y="151041"/>
                  <a:pt x="5040931" y="151722"/>
                </a:cubicBezTo>
                <a:cubicBezTo>
                  <a:pt x="5039589" y="153088"/>
                  <a:pt x="5039589" y="158099"/>
                  <a:pt x="5040931" y="159464"/>
                </a:cubicBezTo>
                <a:cubicBezTo>
                  <a:pt x="5051866" y="159239"/>
                  <a:pt x="5063472" y="159009"/>
                  <a:pt x="5077755" y="159009"/>
                </a:cubicBezTo>
                <a:cubicBezTo>
                  <a:pt x="5092484" y="159009"/>
                  <a:pt x="5104315" y="159239"/>
                  <a:pt x="5115475" y="159464"/>
                </a:cubicBezTo>
                <a:cubicBezTo>
                  <a:pt x="5116814" y="158099"/>
                  <a:pt x="5116814" y="153088"/>
                  <a:pt x="5115475" y="151722"/>
                </a:cubicBezTo>
                <a:cubicBezTo>
                  <a:pt x="5097620" y="151041"/>
                  <a:pt x="5093826" y="149901"/>
                  <a:pt x="5093826" y="131017"/>
                </a:cubicBezTo>
                <a:close/>
                <a:moveTo>
                  <a:pt x="5160110" y="55567"/>
                </a:moveTo>
                <a:cubicBezTo>
                  <a:pt x="5160110" y="61262"/>
                  <a:pt x="5165246" y="67872"/>
                  <a:pt x="5173280" y="67872"/>
                </a:cubicBezTo>
                <a:cubicBezTo>
                  <a:pt x="5179750" y="67872"/>
                  <a:pt x="5186224" y="62857"/>
                  <a:pt x="5186224" y="55792"/>
                </a:cubicBezTo>
                <a:cubicBezTo>
                  <a:pt x="5186224" y="54653"/>
                  <a:pt x="5185778" y="53058"/>
                  <a:pt x="5185107" y="51007"/>
                </a:cubicBezTo>
                <a:cubicBezTo>
                  <a:pt x="5184440" y="49412"/>
                  <a:pt x="5183769" y="47588"/>
                  <a:pt x="5183769" y="45082"/>
                </a:cubicBezTo>
                <a:cubicBezTo>
                  <a:pt x="5183769" y="39838"/>
                  <a:pt x="5191581" y="29354"/>
                  <a:pt x="5202295" y="29354"/>
                </a:cubicBezTo>
                <a:cubicBezTo>
                  <a:pt x="5206981" y="29354"/>
                  <a:pt x="5211446" y="32089"/>
                  <a:pt x="5215686" y="37333"/>
                </a:cubicBezTo>
                <a:cubicBezTo>
                  <a:pt x="5219033" y="41663"/>
                  <a:pt x="5221489" y="49412"/>
                  <a:pt x="5221489" y="57387"/>
                </a:cubicBezTo>
                <a:cubicBezTo>
                  <a:pt x="5221489" y="72657"/>
                  <a:pt x="5220597" y="82457"/>
                  <a:pt x="5208766" y="93851"/>
                </a:cubicBezTo>
                <a:lnTo>
                  <a:pt x="5189797" y="112315"/>
                </a:lnTo>
                <a:cubicBezTo>
                  <a:pt x="5162119" y="139205"/>
                  <a:pt x="5158326" y="145585"/>
                  <a:pt x="5157655" y="151732"/>
                </a:cubicBezTo>
                <a:lnTo>
                  <a:pt x="5158550" y="159020"/>
                </a:lnTo>
                <a:lnTo>
                  <a:pt x="5244701" y="159020"/>
                </a:lnTo>
                <a:cubicBezTo>
                  <a:pt x="5247378" y="150367"/>
                  <a:pt x="5250055" y="134649"/>
                  <a:pt x="5251618" y="121659"/>
                </a:cubicBezTo>
                <a:cubicBezTo>
                  <a:pt x="5248716" y="120290"/>
                  <a:pt x="5246707" y="119379"/>
                  <a:pt x="5241575" y="119379"/>
                </a:cubicBezTo>
                <a:cubicBezTo>
                  <a:pt x="5236664" y="134875"/>
                  <a:pt x="5230194" y="141029"/>
                  <a:pt x="5220150" y="141029"/>
                </a:cubicBezTo>
                <a:lnTo>
                  <a:pt x="5191135" y="141029"/>
                </a:lnTo>
                <a:cubicBezTo>
                  <a:pt x="5191802" y="133735"/>
                  <a:pt x="5194037" y="127584"/>
                  <a:pt x="5201399" y="120745"/>
                </a:cubicBezTo>
                <a:lnTo>
                  <a:pt x="5214569" y="108440"/>
                </a:lnTo>
                <a:cubicBezTo>
                  <a:pt x="5241129" y="83371"/>
                  <a:pt x="5250055" y="77901"/>
                  <a:pt x="5250055" y="56703"/>
                </a:cubicBezTo>
                <a:cubicBezTo>
                  <a:pt x="5250055" y="46903"/>
                  <a:pt x="5246932" y="38473"/>
                  <a:pt x="5240458" y="32318"/>
                </a:cubicBezTo>
                <a:cubicBezTo>
                  <a:pt x="5232424" y="24572"/>
                  <a:pt x="5220597" y="20016"/>
                  <a:pt x="5207427" y="20016"/>
                </a:cubicBezTo>
                <a:cubicBezTo>
                  <a:pt x="5175510" y="20016"/>
                  <a:pt x="5160110" y="41433"/>
                  <a:pt x="5160110" y="55567"/>
                </a:cubicBezTo>
                <a:close/>
                <a:moveTo>
                  <a:pt x="5321699" y="27988"/>
                </a:moveTo>
                <a:cubicBezTo>
                  <a:pt x="5337321" y="27988"/>
                  <a:pt x="5338438" y="40519"/>
                  <a:pt x="5338438" y="49857"/>
                </a:cubicBezTo>
                <a:cubicBezTo>
                  <a:pt x="5338438" y="59653"/>
                  <a:pt x="5336875" y="69905"/>
                  <a:pt x="5329733" y="74461"/>
                </a:cubicBezTo>
                <a:lnTo>
                  <a:pt x="5318573" y="68536"/>
                </a:lnTo>
                <a:cubicBezTo>
                  <a:pt x="5307416" y="62614"/>
                  <a:pt x="5305629" y="54642"/>
                  <a:pt x="5305629" y="47581"/>
                </a:cubicBezTo>
                <a:cubicBezTo>
                  <a:pt x="5305629" y="36874"/>
                  <a:pt x="5307416" y="27988"/>
                  <a:pt x="5321699" y="27988"/>
                </a:cubicBezTo>
                <a:moveTo>
                  <a:pt x="5364327" y="50312"/>
                </a:moveTo>
                <a:cubicBezTo>
                  <a:pt x="5364327" y="33684"/>
                  <a:pt x="5352500" y="20016"/>
                  <a:pt x="5323263" y="20016"/>
                </a:cubicBezTo>
                <a:cubicBezTo>
                  <a:pt x="5291570" y="20016"/>
                  <a:pt x="5278176" y="36419"/>
                  <a:pt x="5278176" y="54187"/>
                </a:cubicBezTo>
                <a:cubicBezTo>
                  <a:pt x="5278176" y="67170"/>
                  <a:pt x="5283312" y="75142"/>
                  <a:pt x="5299604" y="83798"/>
                </a:cubicBezTo>
                <a:lnTo>
                  <a:pt x="5304290" y="86304"/>
                </a:lnTo>
                <a:cubicBezTo>
                  <a:pt x="5283087" y="97010"/>
                  <a:pt x="5271259" y="107943"/>
                  <a:pt x="5271259" y="125485"/>
                </a:cubicBezTo>
                <a:cubicBezTo>
                  <a:pt x="5271259" y="149175"/>
                  <a:pt x="5291121" y="161244"/>
                  <a:pt x="5319469" y="161244"/>
                </a:cubicBezTo>
                <a:cubicBezTo>
                  <a:pt x="5354284" y="161244"/>
                  <a:pt x="5370801" y="139378"/>
                  <a:pt x="5370801" y="121840"/>
                </a:cubicBezTo>
                <a:cubicBezTo>
                  <a:pt x="5370801" y="108398"/>
                  <a:pt x="5364773" y="95189"/>
                  <a:pt x="5351829" y="87443"/>
                </a:cubicBezTo>
                <a:lnTo>
                  <a:pt x="5339330" y="79927"/>
                </a:lnTo>
                <a:cubicBezTo>
                  <a:pt x="5352500" y="76052"/>
                  <a:pt x="5364327" y="64890"/>
                  <a:pt x="5364327" y="50312"/>
                </a:cubicBezTo>
                <a:moveTo>
                  <a:pt x="5319915" y="152135"/>
                </a:moveTo>
                <a:cubicBezTo>
                  <a:pt x="5308084" y="152135"/>
                  <a:pt x="5298712" y="145759"/>
                  <a:pt x="5298712" y="125485"/>
                </a:cubicBezTo>
                <a:cubicBezTo>
                  <a:pt x="5298712" y="118650"/>
                  <a:pt x="5298041" y="102477"/>
                  <a:pt x="5313441" y="91544"/>
                </a:cubicBezTo>
                <a:lnTo>
                  <a:pt x="5325493" y="98150"/>
                </a:lnTo>
                <a:cubicBezTo>
                  <a:pt x="5341564" y="106807"/>
                  <a:pt x="5343124" y="115463"/>
                  <a:pt x="5343124" y="126396"/>
                </a:cubicBezTo>
                <a:cubicBezTo>
                  <a:pt x="5343124" y="148264"/>
                  <a:pt x="5329512" y="152135"/>
                  <a:pt x="5319915" y="152135"/>
                </a:cubicBezTo>
                <a:close/>
                <a:moveTo>
                  <a:pt x="5485742" y="131229"/>
                </a:moveTo>
                <a:lnTo>
                  <a:pt x="5485742" y="85911"/>
                </a:lnTo>
                <a:cubicBezTo>
                  <a:pt x="5485742" y="74527"/>
                  <a:pt x="5486634" y="61742"/>
                  <a:pt x="5486634" y="61742"/>
                </a:cubicBezTo>
                <a:cubicBezTo>
                  <a:pt x="5486634" y="59208"/>
                  <a:pt x="5484625" y="57825"/>
                  <a:pt x="5481502" y="57825"/>
                </a:cubicBezTo>
                <a:cubicBezTo>
                  <a:pt x="5475253" y="60362"/>
                  <a:pt x="5457172" y="62204"/>
                  <a:pt x="5441772" y="64275"/>
                </a:cubicBezTo>
                <a:cubicBezTo>
                  <a:pt x="5441326" y="65644"/>
                  <a:pt x="5441772" y="70197"/>
                  <a:pt x="5442219" y="71566"/>
                </a:cubicBezTo>
                <a:cubicBezTo>
                  <a:pt x="5454496" y="72702"/>
                  <a:pt x="5456726" y="74527"/>
                  <a:pt x="5456726" y="87506"/>
                </a:cubicBezTo>
                <a:lnTo>
                  <a:pt x="5456726" y="131229"/>
                </a:lnTo>
                <a:cubicBezTo>
                  <a:pt x="5456726" y="150130"/>
                  <a:pt x="5454271" y="150586"/>
                  <a:pt x="5440659" y="151722"/>
                </a:cubicBezTo>
                <a:cubicBezTo>
                  <a:pt x="5439317" y="153088"/>
                  <a:pt x="5439317" y="158099"/>
                  <a:pt x="5440659" y="159464"/>
                </a:cubicBezTo>
                <a:cubicBezTo>
                  <a:pt x="5450031" y="159239"/>
                  <a:pt x="5459406" y="159009"/>
                  <a:pt x="5471234" y="159009"/>
                </a:cubicBezTo>
                <a:cubicBezTo>
                  <a:pt x="5483062" y="159009"/>
                  <a:pt x="5492212" y="159239"/>
                  <a:pt x="5501809" y="159464"/>
                </a:cubicBezTo>
                <a:cubicBezTo>
                  <a:pt x="5503151" y="158099"/>
                  <a:pt x="5503151" y="153088"/>
                  <a:pt x="5501809" y="151722"/>
                </a:cubicBezTo>
                <a:cubicBezTo>
                  <a:pt x="5488197" y="150811"/>
                  <a:pt x="5485742" y="150130"/>
                  <a:pt x="5485742" y="131229"/>
                </a:cubicBezTo>
                <a:moveTo>
                  <a:pt x="5455613" y="23241"/>
                </a:moveTo>
                <a:cubicBezTo>
                  <a:pt x="5455613" y="30754"/>
                  <a:pt x="5460966" y="38271"/>
                  <a:pt x="5469896" y="38271"/>
                </a:cubicBezTo>
                <a:cubicBezTo>
                  <a:pt x="5479939" y="38271"/>
                  <a:pt x="5485742" y="30073"/>
                  <a:pt x="5485742" y="24152"/>
                </a:cubicBezTo>
                <a:cubicBezTo>
                  <a:pt x="5485742" y="17320"/>
                  <a:pt x="5480610" y="9119"/>
                  <a:pt x="5471234" y="9119"/>
                </a:cubicBezTo>
                <a:cubicBezTo>
                  <a:pt x="5460745" y="9119"/>
                  <a:pt x="5455613" y="16409"/>
                  <a:pt x="5455613" y="23241"/>
                </a:cubicBezTo>
                <a:close/>
                <a:moveTo>
                  <a:pt x="5516540" y="125711"/>
                </a:moveTo>
                <a:cubicBezTo>
                  <a:pt x="5517432" y="136873"/>
                  <a:pt x="5518549" y="147580"/>
                  <a:pt x="5520334" y="156236"/>
                </a:cubicBezTo>
                <a:cubicBezTo>
                  <a:pt x="5524577" y="157602"/>
                  <a:pt x="5538860" y="161244"/>
                  <a:pt x="5551359" y="161244"/>
                </a:cubicBezTo>
                <a:cubicBezTo>
                  <a:pt x="5568543" y="161244"/>
                  <a:pt x="5589971" y="151680"/>
                  <a:pt x="5589971" y="131862"/>
                </a:cubicBezTo>
                <a:cubicBezTo>
                  <a:pt x="5589971" y="124116"/>
                  <a:pt x="5588183" y="117965"/>
                  <a:pt x="5583051" y="112269"/>
                </a:cubicBezTo>
                <a:cubicBezTo>
                  <a:pt x="5576577" y="104979"/>
                  <a:pt x="5567426" y="99286"/>
                  <a:pt x="5557162" y="94731"/>
                </a:cubicBezTo>
                <a:cubicBezTo>
                  <a:pt x="5548232" y="90856"/>
                  <a:pt x="5545109" y="83565"/>
                  <a:pt x="5545109" y="76959"/>
                </a:cubicBezTo>
                <a:cubicBezTo>
                  <a:pt x="5545109" y="71722"/>
                  <a:pt x="5549349" y="67392"/>
                  <a:pt x="5555823" y="67392"/>
                </a:cubicBezTo>
                <a:cubicBezTo>
                  <a:pt x="5563632" y="67392"/>
                  <a:pt x="5571223" y="74683"/>
                  <a:pt x="5576802" y="88580"/>
                </a:cubicBezTo>
                <a:cubicBezTo>
                  <a:pt x="5580820" y="89261"/>
                  <a:pt x="5583276" y="89035"/>
                  <a:pt x="5585506" y="87440"/>
                </a:cubicBezTo>
                <a:cubicBezTo>
                  <a:pt x="5585506" y="79239"/>
                  <a:pt x="5584614" y="70582"/>
                  <a:pt x="5582605" y="63292"/>
                </a:cubicBezTo>
                <a:cubicBezTo>
                  <a:pt x="5575463" y="60105"/>
                  <a:pt x="5569882" y="57825"/>
                  <a:pt x="5557608" y="57825"/>
                </a:cubicBezTo>
                <a:cubicBezTo>
                  <a:pt x="5545777" y="57825"/>
                  <a:pt x="5534620" y="62381"/>
                  <a:pt x="5527479" y="69672"/>
                </a:cubicBezTo>
                <a:cubicBezTo>
                  <a:pt x="5522343" y="74909"/>
                  <a:pt x="5519888" y="81289"/>
                  <a:pt x="5519888" y="87440"/>
                </a:cubicBezTo>
                <a:cubicBezTo>
                  <a:pt x="5519888" y="94272"/>
                  <a:pt x="5522343" y="99742"/>
                  <a:pt x="5526808" y="104523"/>
                </a:cubicBezTo>
                <a:cubicBezTo>
                  <a:pt x="5533728" y="112269"/>
                  <a:pt x="5545777" y="120245"/>
                  <a:pt x="5552697" y="123431"/>
                </a:cubicBezTo>
                <a:cubicBezTo>
                  <a:pt x="5561627" y="127532"/>
                  <a:pt x="5564079" y="135733"/>
                  <a:pt x="5564079" y="141199"/>
                </a:cubicBezTo>
                <a:cubicBezTo>
                  <a:pt x="5564079" y="148490"/>
                  <a:pt x="5556937" y="152365"/>
                  <a:pt x="5550913" y="152365"/>
                </a:cubicBezTo>
                <a:cubicBezTo>
                  <a:pt x="5540870" y="152365"/>
                  <a:pt x="5530156" y="142113"/>
                  <a:pt x="5525469" y="125256"/>
                </a:cubicBezTo>
                <a:cubicBezTo>
                  <a:pt x="5521897" y="124571"/>
                  <a:pt x="5520113" y="124800"/>
                  <a:pt x="5516540" y="125711"/>
                </a:cubicBezTo>
                <a:close/>
                <a:moveTo>
                  <a:pt x="5707368" y="131209"/>
                </a:moveTo>
                <a:lnTo>
                  <a:pt x="5707368" y="85848"/>
                </a:lnTo>
                <a:lnTo>
                  <a:pt x="5707368" y="85393"/>
                </a:lnTo>
                <a:cubicBezTo>
                  <a:pt x="5716294" y="79239"/>
                  <a:pt x="5725223" y="74679"/>
                  <a:pt x="5729238" y="74679"/>
                </a:cubicBezTo>
                <a:cubicBezTo>
                  <a:pt x="5738168" y="74679"/>
                  <a:pt x="5744863" y="78784"/>
                  <a:pt x="5744863" y="91777"/>
                </a:cubicBezTo>
                <a:lnTo>
                  <a:pt x="5744863" y="129839"/>
                </a:lnTo>
                <a:cubicBezTo>
                  <a:pt x="5744863" y="148987"/>
                  <a:pt x="5741291" y="151037"/>
                  <a:pt x="5732140" y="151722"/>
                </a:cubicBezTo>
                <a:cubicBezTo>
                  <a:pt x="5730801" y="153088"/>
                  <a:pt x="5730801" y="158099"/>
                  <a:pt x="5732140" y="159464"/>
                </a:cubicBezTo>
                <a:cubicBezTo>
                  <a:pt x="5741515" y="159239"/>
                  <a:pt x="5748657" y="159009"/>
                  <a:pt x="5759371" y="159009"/>
                </a:cubicBezTo>
                <a:cubicBezTo>
                  <a:pt x="5771644" y="159009"/>
                  <a:pt x="5781466" y="159239"/>
                  <a:pt x="5791063" y="159464"/>
                </a:cubicBezTo>
                <a:cubicBezTo>
                  <a:pt x="5792401" y="158099"/>
                  <a:pt x="5792401" y="153088"/>
                  <a:pt x="5791063" y="151722"/>
                </a:cubicBezTo>
                <a:cubicBezTo>
                  <a:pt x="5777448" y="151037"/>
                  <a:pt x="5773879" y="148987"/>
                  <a:pt x="5773879" y="129839"/>
                </a:cubicBezTo>
                <a:lnTo>
                  <a:pt x="5773879" y="94282"/>
                </a:lnTo>
                <a:cubicBezTo>
                  <a:pt x="5773879" y="69213"/>
                  <a:pt x="5763386" y="57825"/>
                  <a:pt x="5744192" y="57825"/>
                </a:cubicBezTo>
                <a:cubicBezTo>
                  <a:pt x="5735266" y="57825"/>
                  <a:pt x="5719420" y="67847"/>
                  <a:pt x="5707143" y="76504"/>
                </a:cubicBezTo>
                <a:cubicBezTo>
                  <a:pt x="5706475" y="68532"/>
                  <a:pt x="5705580" y="61700"/>
                  <a:pt x="5705580" y="61700"/>
                </a:cubicBezTo>
                <a:cubicBezTo>
                  <a:pt x="5705358" y="58965"/>
                  <a:pt x="5703574" y="57825"/>
                  <a:pt x="5700448" y="57825"/>
                </a:cubicBezTo>
                <a:cubicBezTo>
                  <a:pt x="5692189" y="60150"/>
                  <a:pt x="5678798" y="63340"/>
                  <a:pt x="5663398" y="65387"/>
                </a:cubicBezTo>
                <a:cubicBezTo>
                  <a:pt x="5662952" y="66756"/>
                  <a:pt x="5663398" y="71309"/>
                  <a:pt x="5663844" y="72678"/>
                </a:cubicBezTo>
                <a:cubicBezTo>
                  <a:pt x="5676121" y="73818"/>
                  <a:pt x="5678352" y="75639"/>
                  <a:pt x="5678352" y="88621"/>
                </a:cubicBezTo>
                <a:lnTo>
                  <a:pt x="5678352" y="131222"/>
                </a:lnTo>
                <a:cubicBezTo>
                  <a:pt x="5678352" y="150127"/>
                  <a:pt x="5675897" y="150586"/>
                  <a:pt x="5662281" y="151722"/>
                </a:cubicBezTo>
                <a:cubicBezTo>
                  <a:pt x="5660943" y="153088"/>
                  <a:pt x="5660943" y="158099"/>
                  <a:pt x="5662281" y="159464"/>
                </a:cubicBezTo>
                <a:cubicBezTo>
                  <a:pt x="5671657" y="159239"/>
                  <a:pt x="5681029" y="159009"/>
                  <a:pt x="5692860" y="159009"/>
                </a:cubicBezTo>
                <a:cubicBezTo>
                  <a:pt x="5703128" y="159009"/>
                  <a:pt x="5709377" y="159239"/>
                  <a:pt x="5718974" y="159464"/>
                </a:cubicBezTo>
                <a:cubicBezTo>
                  <a:pt x="5720312" y="158099"/>
                  <a:pt x="5720312" y="153088"/>
                  <a:pt x="5718974" y="151722"/>
                </a:cubicBezTo>
                <a:cubicBezTo>
                  <a:pt x="5709598" y="150811"/>
                  <a:pt x="5707368" y="150127"/>
                  <a:pt x="5707368" y="131209"/>
                </a:cubicBezTo>
                <a:close/>
                <a:moveTo>
                  <a:pt x="5851993" y="67392"/>
                </a:moveTo>
                <a:cubicBezTo>
                  <a:pt x="5867168" y="67392"/>
                  <a:pt x="5877436" y="85845"/>
                  <a:pt x="5877436" y="117055"/>
                </a:cubicBezTo>
                <a:cubicBezTo>
                  <a:pt x="5877436" y="144390"/>
                  <a:pt x="5866947" y="151680"/>
                  <a:pt x="5858913" y="151680"/>
                </a:cubicBezTo>
                <a:cubicBezTo>
                  <a:pt x="5840612" y="151680"/>
                  <a:pt x="5833467" y="123661"/>
                  <a:pt x="5833467" y="106803"/>
                </a:cubicBezTo>
                <a:cubicBezTo>
                  <a:pt x="5833467" y="85845"/>
                  <a:pt x="5837039" y="67392"/>
                  <a:pt x="5851993" y="67392"/>
                </a:cubicBezTo>
                <a:moveTo>
                  <a:pt x="5802221" y="111814"/>
                </a:moveTo>
                <a:cubicBezTo>
                  <a:pt x="5802221" y="141658"/>
                  <a:pt x="5825433" y="161244"/>
                  <a:pt x="5855341" y="161244"/>
                </a:cubicBezTo>
                <a:cubicBezTo>
                  <a:pt x="5871187" y="161244"/>
                  <a:pt x="5884356" y="156691"/>
                  <a:pt x="5893507" y="148264"/>
                </a:cubicBezTo>
                <a:cubicBezTo>
                  <a:pt x="5904889" y="138013"/>
                  <a:pt x="5908682" y="122521"/>
                  <a:pt x="5908682" y="109764"/>
                </a:cubicBezTo>
                <a:cubicBezTo>
                  <a:pt x="5908682" y="79923"/>
                  <a:pt x="5888818" y="57825"/>
                  <a:pt x="5855562" y="57825"/>
                </a:cubicBezTo>
                <a:cubicBezTo>
                  <a:pt x="5837039" y="57825"/>
                  <a:pt x="5823202" y="64431"/>
                  <a:pt x="5814498" y="74683"/>
                </a:cubicBezTo>
                <a:cubicBezTo>
                  <a:pt x="5806014" y="84705"/>
                  <a:pt x="5802221" y="98373"/>
                  <a:pt x="5802221" y="111814"/>
                </a:cubicBezTo>
                <a:close/>
                <a:moveTo>
                  <a:pt x="5931001" y="60272"/>
                </a:moveTo>
                <a:cubicBezTo>
                  <a:pt x="5927878" y="60272"/>
                  <a:pt x="5924530" y="61186"/>
                  <a:pt x="5921628" y="63691"/>
                </a:cubicBezTo>
                <a:lnTo>
                  <a:pt x="5921628" y="70294"/>
                </a:lnTo>
                <a:cubicBezTo>
                  <a:pt x="5921628" y="71434"/>
                  <a:pt x="5921850" y="71660"/>
                  <a:pt x="5922742" y="71660"/>
                </a:cubicBezTo>
                <a:lnTo>
                  <a:pt x="5937250" y="71660"/>
                </a:lnTo>
                <a:cubicBezTo>
                  <a:pt x="5936804" y="94616"/>
                  <a:pt x="5936582" y="123709"/>
                  <a:pt x="5936582" y="135076"/>
                </a:cubicBezTo>
                <a:cubicBezTo>
                  <a:pt x="5936582" y="143031"/>
                  <a:pt x="5938592" y="150770"/>
                  <a:pt x="5943278" y="154867"/>
                </a:cubicBezTo>
                <a:cubicBezTo>
                  <a:pt x="5948410" y="159197"/>
                  <a:pt x="5956444" y="161244"/>
                  <a:pt x="5961801" y="161244"/>
                </a:cubicBezTo>
                <a:cubicBezTo>
                  <a:pt x="5974078" y="161244"/>
                  <a:pt x="5987690" y="154867"/>
                  <a:pt x="5992155" y="148490"/>
                </a:cubicBezTo>
                <a:cubicBezTo>
                  <a:pt x="5992155" y="145759"/>
                  <a:pt x="5990816" y="144393"/>
                  <a:pt x="5988139" y="142120"/>
                </a:cubicBezTo>
                <a:cubicBezTo>
                  <a:pt x="5985238" y="144393"/>
                  <a:pt x="5979656" y="145303"/>
                  <a:pt x="5975416" y="145303"/>
                </a:cubicBezTo>
                <a:cubicBezTo>
                  <a:pt x="5970505" y="145303"/>
                  <a:pt x="5965594" y="141439"/>
                  <a:pt x="5965594" y="130076"/>
                </a:cubicBezTo>
                <a:cubicBezTo>
                  <a:pt x="5965594" y="118709"/>
                  <a:pt x="5965373" y="94390"/>
                  <a:pt x="5965373" y="71660"/>
                </a:cubicBezTo>
                <a:lnTo>
                  <a:pt x="5987915" y="71660"/>
                </a:lnTo>
                <a:cubicBezTo>
                  <a:pt x="5990145" y="71660"/>
                  <a:pt x="5993272" y="70749"/>
                  <a:pt x="5993272" y="68699"/>
                </a:cubicBezTo>
                <a:lnTo>
                  <a:pt x="5993272" y="61641"/>
                </a:lnTo>
                <a:cubicBezTo>
                  <a:pt x="5993272" y="60730"/>
                  <a:pt x="5992601" y="60272"/>
                  <a:pt x="5991487" y="60272"/>
                </a:cubicBezTo>
                <a:lnTo>
                  <a:pt x="5965373" y="60272"/>
                </a:lnTo>
                <a:lnTo>
                  <a:pt x="5965594" y="52529"/>
                </a:lnTo>
                <a:cubicBezTo>
                  <a:pt x="5966041" y="37270"/>
                  <a:pt x="5966711" y="26796"/>
                  <a:pt x="5966711" y="26796"/>
                </a:cubicBezTo>
                <a:cubicBezTo>
                  <a:pt x="5966711" y="25427"/>
                  <a:pt x="5966041" y="24746"/>
                  <a:pt x="5964927" y="24746"/>
                </a:cubicBezTo>
                <a:cubicBezTo>
                  <a:pt x="5963364" y="24746"/>
                  <a:pt x="5955105" y="27252"/>
                  <a:pt x="5951536" y="28847"/>
                </a:cubicBezTo>
                <a:cubicBezTo>
                  <a:pt x="5947739" y="30438"/>
                  <a:pt x="5941268" y="31804"/>
                  <a:pt x="5939705" y="33854"/>
                </a:cubicBezTo>
                <a:cubicBezTo>
                  <a:pt x="5938142" y="35905"/>
                  <a:pt x="5937250" y="42055"/>
                  <a:pt x="5937250" y="60272"/>
                </a:cubicBezTo>
                <a:lnTo>
                  <a:pt x="5931001" y="60272"/>
                </a:lnTo>
                <a:close/>
                <a:moveTo>
                  <a:pt x="6062684" y="147809"/>
                </a:moveTo>
                <a:cubicBezTo>
                  <a:pt x="6064244" y="157147"/>
                  <a:pt x="6070271" y="161244"/>
                  <a:pt x="6080090" y="161244"/>
                </a:cubicBezTo>
                <a:cubicBezTo>
                  <a:pt x="6092367" y="161244"/>
                  <a:pt x="6101071" y="156462"/>
                  <a:pt x="6109330" y="148490"/>
                </a:cubicBezTo>
                <a:cubicBezTo>
                  <a:pt x="6108884" y="145759"/>
                  <a:pt x="6107988" y="143938"/>
                  <a:pt x="6105311" y="142113"/>
                </a:cubicBezTo>
                <a:cubicBezTo>
                  <a:pt x="6102410" y="144393"/>
                  <a:pt x="6100179" y="145303"/>
                  <a:pt x="6095939" y="145303"/>
                </a:cubicBezTo>
                <a:cubicBezTo>
                  <a:pt x="6091028" y="145303"/>
                  <a:pt x="6089690" y="141203"/>
                  <a:pt x="6089690" y="130041"/>
                </a:cubicBezTo>
                <a:lnTo>
                  <a:pt x="6090136" y="97236"/>
                </a:lnTo>
                <a:cubicBezTo>
                  <a:pt x="6090136" y="64431"/>
                  <a:pt x="6070271" y="57825"/>
                  <a:pt x="6051970" y="57825"/>
                </a:cubicBezTo>
                <a:cubicBezTo>
                  <a:pt x="6035678" y="57825"/>
                  <a:pt x="6010681" y="67392"/>
                  <a:pt x="6010681" y="82429"/>
                </a:cubicBezTo>
                <a:cubicBezTo>
                  <a:pt x="6010681" y="88806"/>
                  <a:pt x="6013357" y="93817"/>
                  <a:pt x="6022062" y="93817"/>
                </a:cubicBezTo>
                <a:cubicBezTo>
                  <a:pt x="6030096" y="93817"/>
                  <a:pt x="6035899" y="88806"/>
                  <a:pt x="6035899" y="83339"/>
                </a:cubicBezTo>
                <a:cubicBezTo>
                  <a:pt x="6035899" y="80379"/>
                  <a:pt x="6034339" y="76504"/>
                  <a:pt x="6035007" y="72633"/>
                </a:cubicBezTo>
                <a:cubicBezTo>
                  <a:pt x="6035231" y="70127"/>
                  <a:pt x="6037016" y="67392"/>
                  <a:pt x="6044382" y="67392"/>
                </a:cubicBezTo>
                <a:cubicBezTo>
                  <a:pt x="6053754" y="67392"/>
                  <a:pt x="6061567" y="71493"/>
                  <a:pt x="6061567" y="100426"/>
                </a:cubicBezTo>
                <a:lnTo>
                  <a:pt x="6046613" y="105208"/>
                </a:lnTo>
                <a:cubicBezTo>
                  <a:pt x="6023179" y="112725"/>
                  <a:pt x="6006662" y="119334"/>
                  <a:pt x="6006662" y="137328"/>
                </a:cubicBezTo>
                <a:cubicBezTo>
                  <a:pt x="6006662" y="153046"/>
                  <a:pt x="6015142" y="161244"/>
                  <a:pt x="6034561" y="161244"/>
                </a:cubicBezTo>
                <a:cubicBezTo>
                  <a:pt x="6041035" y="161244"/>
                  <a:pt x="6053979" y="153956"/>
                  <a:pt x="6061342" y="148035"/>
                </a:cubicBezTo>
                <a:lnTo>
                  <a:pt x="6062684" y="147809"/>
                </a:lnTo>
                <a:moveTo>
                  <a:pt x="6061567" y="109309"/>
                </a:moveTo>
                <a:lnTo>
                  <a:pt x="6061567" y="139378"/>
                </a:lnTo>
                <a:cubicBezTo>
                  <a:pt x="6055988" y="143934"/>
                  <a:pt x="6050407" y="147580"/>
                  <a:pt x="6046391" y="147580"/>
                </a:cubicBezTo>
                <a:cubicBezTo>
                  <a:pt x="6036791" y="147580"/>
                  <a:pt x="6033443" y="140974"/>
                  <a:pt x="6033443" y="133912"/>
                </a:cubicBezTo>
                <a:cubicBezTo>
                  <a:pt x="6033443" y="125485"/>
                  <a:pt x="6034114" y="118420"/>
                  <a:pt x="6049961" y="113183"/>
                </a:cubicBezTo>
                <a:lnTo>
                  <a:pt x="6061567" y="109309"/>
                </a:lnTo>
                <a:close/>
                <a:moveTo>
                  <a:pt x="6126290" y="130037"/>
                </a:moveTo>
                <a:cubicBezTo>
                  <a:pt x="6126290" y="148945"/>
                  <a:pt x="6125844" y="151680"/>
                  <a:pt x="6124952" y="160333"/>
                </a:cubicBezTo>
                <a:cubicBezTo>
                  <a:pt x="6127628" y="161244"/>
                  <a:pt x="6130084" y="161928"/>
                  <a:pt x="6132539" y="161928"/>
                </a:cubicBezTo>
                <a:cubicBezTo>
                  <a:pt x="6135441" y="159423"/>
                  <a:pt x="6137675" y="156236"/>
                  <a:pt x="6139681" y="152135"/>
                </a:cubicBezTo>
                <a:cubicBezTo>
                  <a:pt x="6148385" y="158967"/>
                  <a:pt x="6162001" y="161244"/>
                  <a:pt x="6172269" y="161244"/>
                </a:cubicBezTo>
                <a:cubicBezTo>
                  <a:pt x="6197041" y="161244"/>
                  <a:pt x="6223155" y="136188"/>
                  <a:pt x="6223155" y="103613"/>
                </a:cubicBezTo>
                <a:cubicBezTo>
                  <a:pt x="6223155" y="90627"/>
                  <a:pt x="6218244" y="77870"/>
                  <a:pt x="6211103" y="69442"/>
                </a:cubicBezTo>
                <a:cubicBezTo>
                  <a:pt x="6203069" y="60105"/>
                  <a:pt x="6192355" y="57825"/>
                  <a:pt x="6180524" y="57825"/>
                </a:cubicBezTo>
                <a:cubicBezTo>
                  <a:pt x="6173607" y="57825"/>
                  <a:pt x="6161776" y="65797"/>
                  <a:pt x="6155306" y="70582"/>
                </a:cubicBezTo>
                <a:lnTo>
                  <a:pt x="6155306" y="26126"/>
                </a:lnTo>
                <a:cubicBezTo>
                  <a:pt x="6155306" y="11301"/>
                  <a:pt x="6155973" y="2919"/>
                  <a:pt x="6155973" y="2919"/>
                </a:cubicBezTo>
                <a:cubicBezTo>
                  <a:pt x="6155973" y="900"/>
                  <a:pt x="6154413" y="0"/>
                  <a:pt x="6152404" y="0"/>
                </a:cubicBezTo>
                <a:cubicBezTo>
                  <a:pt x="6144146" y="2693"/>
                  <a:pt x="6126290" y="5164"/>
                  <a:pt x="6110444" y="5835"/>
                </a:cubicBezTo>
                <a:cubicBezTo>
                  <a:pt x="6109776" y="8570"/>
                  <a:pt x="6109998" y="11075"/>
                  <a:pt x="6111115" y="13122"/>
                </a:cubicBezTo>
                <a:cubicBezTo>
                  <a:pt x="6125173" y="14265"/>
                  <a:pt x="6126290" y="14491"/>
                  <a:pt x="6126290" y="30230"/>
                </a:cubicBezTo>
                <a:lnTo>
                  <a:pt x="6126290" y="130037"/>
                </a:lnTo>
                <a:moveTo>
                  <a:pt x="6155306" y="79691"/>
                </a:moveTo>
                <a:cubicBezTo>
                  <a:pt x="6162672" y="74679"/>
                  <a:pt x="6167579" y="73998"/>
                  <a:pt x="6172715" y="73998"/>
                </a:cubicBezTo>
                <a:cubicBezTo>
                  <a:pt x="6183650" y="73998"/>
                  <a:pt x="6191909" y="84250"/>
                  <a:pt x="6191909" y="106574"/>
                </a:cubicBezTo>
                <a:cubicBezTo>
                  <a:pt x="6191909" y="125256"/>
                  <a:pt x="6188782" y="151680"/>
                  <a:pt x="6171152" y="151680"/>
                </a:cubicBezTo>
                <a:cubicBezTo>
                  <a:pt x="6164678" y="151680"/>
                  <a:pt x="6159546" y="148945"/>
                  <a:pt x="6155306" y="143708"/>
                </a:cubicBezTo>
                <a:lnTo>
                  <a:pt x="6155306" y="79691"/>
                </a:lnTo>
                <a:close/>
                <a:moveTo>
                  <a:pt x="6253061" y="130093"/>
                </a:moveTo>
                <a:cubicBezTo>
                  <a:pt x="6253061" y="148991"/>
                  <a:pt x="6249492" y="151041"/>
                  <a:pt x="6235876" y="151722"/>
                </a:cubicBezTo>
                <a:cubicBezTo>
                  <a:pt x="6234538" y="153088"/>
                  <a:pt x="6234538" y="158099"/>
                  <a:pt x="6235876" y="159464"/>
                </a:cubicBezTo>
                <a:cubicBezTo>
                  <a:pt x="6245248" y="159239"/>
                  <a:pt x="6255292" y="159009"/>
                  <a:pt x="6267569" y="159009"/>
                </a:cubicBezTo>
                <a:cubicBezTo>
                  <a:pt x="6279842" y="159009"/>
                  <a:pt x="6289664" y="159239"/>
                  <a:pt x="6299261" y="159464"/>
                </a:cubicBezTo>
                <a:cubicBezTo>
                  <a:pt x="6300599" y="158099"/>
                  <a:pt x="6300599" y="153088"/>
                  <a:pt x="6299261" y="151722"/>
                </a:cubicBezTo>
                <a:cubicBezTo>
                  <a:pt x="6285645" y="151041"/>
                  <a:pt x="6282076" y="148991"/>
                  <a:pt x="6282076" y="130093"/>
                </a:cubicBezTo>
                <a:lnTo>
                  <a:pt x="6282076" y="26272"/>
                </a:lnTo>
                <a:cubicBezTo>
                  <a:pt x="6282076" y="11471"/>
                  <a:pt x="6282744" y="3002"/>
                  <a:pt x="6282744" y="3002"/>
                </a:cubicBezTo>
                <a:cubicBezTo>
                  <a:pt x="6282744" y="924"/>
                  <a:pt x="6281184" y="0"/>
                  <a:pt x="6279175" y="0"/>
                </a:cubicBezTo>
                <a:cubicBezTo>
                  <a:pt x="6270916" y="2773"/>
                  <a:pt x="6253061" y="5313"/>
                  <a:pt x="6237215" y="6005"/>
                </a:cubicBezTo>
                <a:cubicBezTo>
                  <a:pt x="6236544" y="8740"/>
                  <a:pt x="6236769" y="11245"/>
                  <a:pt x="6237886" y="13296"/>
                </a:cubicBezTo>
                <a:cubicBezTo>
                  <a:pt x="6251944" y="14432"/>
                  <a:pt x="6253061" y="14661"/>
                  <a:pt x="6253061" y="30369"/>
                </a:cubicBezTo>
                <a:lnTo>
                  <a:pt x="6253061" y="130093"/>
                </a:lnTo>
                <a:close/>
                <a:moveTo>
                  <a:pt x="6342782" y="96312"/>
                </a:moveTo>
                <a:cubicBezTo>
                  <a:pt x="6343006" y="88343"/>
                  <a:pt x="6344123" y="79687"/>
                  <a:pt x="6347246" y="75135"/>
                </a:cubicBezTo>
                <a:cubicBezTo>
                  <a:pt x="6350819" y="69668"/>
                  <a:pt x="6356843" y="67392"/>
                  <a:pt x="6359299" y="67392"/>
                </a:cubicBezTo>
                <a:cubicBezTo>
                  <a:pt x="6365327" y="67392"/>
                  <a:pt x="6373582" y="73314"/>
                  <a:pt x="6373582" y="91530"/>
                </a:cubicBezTo>
                <a:cubicBezTo>
                  <a:pt x="6373582" y="92896"/>
                  <a:pt x="6373582" y="95857"/>
                  <a:pt x="6373136" y="96312"/>
                </a:cubicBezTo>
                <a:lnTo>
                  <a:pt x="6342782" y="96312"/>
                </a:lnTo>
                <a:moveTo>
                  <a:pt x="6399474" y="129579"/>
                </a:moveTo>
                <a:cubicBezTo>
                  <a:pt x="6390323" y="139153"/>
                  <a:pt x="6378271" y="141658"/>
                  <a:pt x="6369788" y="141658"/>
                </a:cubicBezTo>
                <a:cubicBezTo>
                  <a:pt x="6352379" y="141658"/>
                  <a:pt x="6341668" y="131403"/>
                  <a:pt x="6341668" y="109069"/>
                </a:cubicBezTo>
                <a:cubicBezTo>
                  <a:pt x="6341668" y="107474"/>
                  <a:pt x="6341889" y="106560"/>
                  <a:pt x="6341889" y="105420"/>
                </a:cubicBezTo>
                <a:lnTo>
                  <a:pt x="6395456" y="105420"/>
                </a:lnTo>
                <a:cubicBezTo>
                  <a:pt x="6400813" y="105420"/>
                  <a:pt x="6401926" y="101549"/>
                  <a:pt x="6401926" y="98362"/>
                </a:cubicBezTo>
                <a:cubicBezTo>
                  <a:pt x="6401926" y="79006"/>
                  <a:pt x="6394563" y="57825"/>
                  <a:pt x="6361754" y="57825"/>
                </a:cubicBezTo>
                <a:cubicBezTo>
                  <a:pt x="6338320" y="57825"/>
                  <a:pt x="6311535" y="79006"/>
                  <a:pt x="6311535" y="113854"/>
                </a:cubicBezTo>
                <a:cubicBezTo>
                  <a:pt x="6311535" y="127073"/>
                  <a:pt x="6316225" y="140977"/>
                  <a:pt x="6325822" y="149859"/>
                </a:cubicBezTo>
                <a:cubicBezTo>
                  <a:pt x="6334302" y="157602"/>
                  <a:pt x="6345237" y="161244"/>
                  <a:pt x="6361083" y="161244"/>
                </a:cubicBezTo>
                <a:cubicBezTo>
                  <a:pt x="6376483" y="161244"/>
                  <a:pt x="6391662" y="153275"/>
                  <a:pt x="6402822" y="136647"/>
                </a:cubicBezTo>
                <a:cubicBezTo>
                  <a:pt x="6402822" y="133683"/>
                  <a:pt x="6401705" y="129579"/>
                  <a:pt x="6399474" y="129579"/>
                </a:cubicBezTo>
                <a:close/>
                <a:moveTo>
                  <a:pt x="6519102" y="129888"/>
                </a:moveTo>
                <a:lnTo>
                  <a:pt x="6519102" y="71660"/>
                </a:lnTo>
                <a:lnTo>
                  <a:pt x="6538296" y="71660"/>
                </a:lnTo>
                <a:cubicBezTo>
                  <a:pt x="6542314" y="71660"/>
                  <a:pt x="6546108" y="70523"/>
                  <a:pt x="6546108" y="67788"/>
                </a:cubicBezTo>
                <a:lnTo>
                  <a:pt x="6546108" y="62551"/>
                </a:lnTo>
                <a:cubicBezTo>
                  <a:pt x="6546108" y="61186"/>
                  <a:pt x="6545883" y="60272"/>
                  <a:pt x="6541644" y="60272"/>
                </a:cubicBezTo>
                <a:lnTo>
                  <a:pt x="6519102" y="60272"/>
                </a:lnTo>
                <a:lnTo>
                  <a:pt x="6519102" y="48623"/>
                </a:lnTo>
                <a:cubicBezTo>
                  <a:pt x="6519102" y="14592"/>
                  <a:pt x="6528253" y="9567"/>
                  <a:pt x="6533164" y="9567"/>
                </a:cubicBezTo>
                <a:cubicBezTo>
                  <a:pt x="6536957" y="9567"/>
                  <a:pt x="6537850" y="12993"/>
                  <a:pt x="6539413" y="18474"/>
                </a:cubicBezTo>
                <a:cubicBezTo>
                  <a:pt x="6541419" y="25785"/>
                  <a:pt x="6547222" y="31495"/>
                  <a:pt x="6555259" y="31495"/>
                </a:cubicBezTo>
                <a:cubicBezTo>
                  <a:pt x="6562622" y="31495"/>
                  <a:pt x="6567979" y="26699"/>
                  <a:pt x="6567979" y="16875"/>
                </a:cubicBezTo>
                <a:cubicBezTo>
                  <a:pt x="6567979" y="10710"/>
                  <a:pt x="6561062" y="0"/>
                  <a:pt x="6537404" y="0"/>
                </a:cubicBezTo>
                <a:cubicBezTo>
                  <a:pt x="6526914" y="0"/>
                  <a:pt x="6514416" y="3875"/>
                  <a:pt x="6505933" y="13223"/>
                </a:cubicBezTo>
                <a:cubicBezTo>
                  <a:pt x="6497674" y="22359"/>
                  <a:pt x="6490087" y="33778"/>
                  <a:pt x="6490087" y="55706"/>
                </a:cubicBezTo>
                <a:lnTo>
                  <a:pt x="6490087" y="60272"/>
                </a:lnTo>
                <a:lnTo>
                  <a:pt x="6489640" y="60272"/>
                </a:lnTo>
                <a:cubicBezTo>
                  <a:pt x="6482053" y="60272"/>
                  <a:pt x="6472902" y="61412"/>
                  <a:pt x="6472902" y="63233"/>
                </a:cubicBezTo>
                <a:lnTo>
                  <a:pt x="6472902" y="69383"/>
                </a:lnTo>
                <a:cubicBezTo>
                  <a:pt x="6472902" y="70978"/>
                  <a:pt x="6473794" y="71660"/>
                  <a:pt x="6478926" y="71660"/>
                </a:cubicBezTo>
                <a:lnTo>
                  <a:pt x="6490087" y="71660"/>
                </a:lnTo>
                <a:lnTo>
                  <a:pt x="6490087" y="130343"/>
                </a:lnTo>
                <a:cubicBezTo>
                  <a:pt x="6490087" y="148994"/>
                  <a:pt x="6486517" y="151041"/>
                  <a:pt x="6472902" y="151722"/>
                </a:cubicBezTo>
                <a:cubicBezTo>
                  <a:pt x="6471564" y="153088"/>
                  <a:pt x="6471564" y="158099"/>
                  <a:pt x="6472902" y="159464"/>
                </a:cubicBezTo>
                <a:cubicBezTo>
                  <a:pt x="6482274" y="159239"/>
                  <a:pt x="6492317" y="159009"/>
                  <a:pt x="6504594" y="159009"/>
                </a:cubicBezTo>
                <a:cubicBezTo>
                  <a:pt x="6516868" y="159009"/>
                  <a:pt x="6526690" y="159239"/>
                  <a:pt x="6536287" y="159464"/>
                </a:cubicBezTo>
                <a:cubicBezTo>
                  <a:pt x="6537625" y="158099"/>
                  <a:pt x="6537625" y="153088"/>
                  <a:pt x="6536287" y="151722"/>
                </a:cubicBezTo>
                <a:cubicBezTo>
                  <a:pt x="6522671" y="151041"/>
                  <a:pt x="6519102" y="148994"/>
                  <a:pt x="6519102" y="129888"/>
                </a:cubicBezTo>
                <a:close/>
                <a:moveTo>
                  <a:pt x="6613064" y="67392"/>
                </a:moveTo>
                <a:cubicBezTo>
                  <a:pt x="6628239" y="67392"/>
                  <a:pt x="6638507" y="85845"/>
                  <a:pt x="6638507" y="117055"/>
                </a:cubicBezTo>
                <a:cubicBezTo>
                  <a:pt x="6638507" y="144390"/>
                  <a:pt x="6628018" y="151680"/>
                  <a:pt x="6619984" y="151680"/>
                </a:cubicBezTo>
                <a:cubicBezTo>
                  <a:pt x="6601683" y="151680"/>
                  <a:pt x="6594538" y="123661"/>
                  <a:pt x="6594538" y="106803"/>
                </a:cubicBezTo>
                <a:cubicBezTo>
                  <a:pt x="6594538" y="85845"/>
                  <a:pt x="6598110" y="67392"/>
                  <a:pt x="6613064" y="67392"/>
                </a:cubicBezTo>
                <a:moveTo>
                  <a:pt x="6563291" y="111814"/>
                </a:moveTo>
                <a:cubicBezTo>
                  <a:pt x="6563291" y="141658"/>
                  <a:pt x="6586504" y="161244"/>
                  <a:pt x="6616412" y="161244"/>
                </a:cubicBezTo>
                <a:cubicBezTo>
                  <a:pt x="6632258" y="161244"/>
                  <a:pt x="6645427" y="156691"/>
                  <a:pt x="6654578" y="148264"/>
                </a:cubicBezTo>
                <a:cubicBezTo>
                  <a:pt x="6665959" y="138013"/>
                  <a:pt x="6669753" y="122521"/>
                  <a:pt x="6669753" y="109764"/>
                </a:cubicBezTo>
                <a:cubicBezTo>
                  <a:pt x="6669753" y="79923"/>
                  <a:pt x="6649889" y="57825"/>
                  <a:pt x="6616633" y="57825"/>
                </a:cubicBezTo>
                <a:cubicBezTo>
                  <a:pt x="6598110" y="57825"/>
                  <a:pt x="6584273" y="64431"/>
                  <a:pt x="6575569" y="74683"/>
                </a:cubicBezTo>
                <a:cubicBezTo>
                  <a:pt x="6567085" y="84705"/>
                  <a:pt x="6563291" y="98373"/>
                  <a:pt x="6563291" y="111814"/>
                </a:cubicBezTo>
                <a:close/>
                <a:moveTo>
                  <a:pt x="6728899" y="97928"/>
                </a:moveTo>
                <a:cubicBezTo>
                  <a:pt x="6728899" y="89720"/>
                  <a:pt x="6731355" y="86300"/>
                  <a:pt x="6734256" y="82881"/>
                </a:cubicBezTo>
                <a:cubicBezTo>
                  <a:pt x="6736041" y="80601"/>
                  <a:pt x="6738050" y="79006"/>
                  <a:pt x="6741398" y="79006"/>
                </a:cubicBezTo>
                <a:cubicBezTo>
                  <a:pt x="6743407" y="79006"/>
                  <a:pt x="6745859" y="81060"/>
                  <a:pt x="6747647" y="83339"/>
                </a:cubicBezTo>
                <a:cubicBezTo>
                  <a:pt x="6749210" y="85160"/>
                  <a:pt x="6753004" y="86985"/>
                  <a:pt x="6758136" y="86985"/>
                </a:cubicBezTo>
                <a:cubicBezTo>
                  <a:pt x="6764610" y="86985"/>
                  <a:pt x="6770859" y="80146"/>
                  <a:pt x="6770859" y="70582"/>
                </a:cubicBezTo>
                <a:cubicBezTo>
                  <a:pt x="6770859" y="64661"/>
                  <a:pt x="6764161" y="57825"/>
                  <a:pt x="6756127" y="57825"/>
                </a:cubicBezTo>
                <a:cubicBezTo>
                  <a:pt x="6748315" y="57825"/>
                  <a:pt x="6739835" y="64661"/>
                  <a:pt x="6729567" y="79691"/>
                </a:cubicBezTo>
                <a:lnTo>
                  <a:pt x="6728675" y="79691"/>
                </a:lnTo>
                <a:cubicBezTo>
                  <a:pt x="6728228" y="72858"/>
                  <a:pt x="6727111" y="61700"/>
                  <a:pt x="6727111" y="61700"/>
                </a:cubicBezTo>
                <a:cubicBezTo>
                  <a:pt x="6726890" y="59650"/>
                  <a:pt x="6725105" y="57825"/>
                  <a:pt x="6721979" y="57825"/>
                </a:cubicBezTo>
                <a:cubicBezTo>
                  <a:pt x="6711490" y="60605"/>
                  <a:pt x="6699662" y="63795"/>
                  <a:pt x="6684930" y="65387"/>
                </a:cubicBezTo>
                <a:cubicBezTo>
                  <a:pt x="6684484" y="66756"/>
                  <a:pt x="6684930" y="71083"/>
                  <a:pt x="6685376" y="72448"/>
                </a:cubicBezTo>
                <a:cubicBezTo>
                  <a:pt x="6697653" y="73588"/>
                  <a:pt x="6699884" y="75639"/>
                  <a:pt x="6699884" y="88621"/>
                </a:cubicBezTo>
                <a:lnTo>
                  <a:pt x="6699884" y="131222"/>
                </a:lnTo>
                <a:cubicBezTo>
                  <a:pt x="6699884" y="150127"/>
                  <a:pt x="6697428" y="150586"/>
                  <a:pt x="6683813" y="151722"/>
                </a:cubicBezTo>
                <a:cubicBezTo>
                  <a:pt x="6682474" y="153088"/>
                  <a:pt x="6682474" y="158099"/>
                  <a:pt x="6683813" y="159464"/>
                </a:cubicBezTo>
                <a:cubicBezTo>
                  <a:pt x="6693188" y="159239"/>
                  <a:pt x="6702561" y="159009"/>
                  <a:pt x="6714392" y="159009"/>
                </a:cubicBezTo>
                <a:cubicBezTo>
                  <a:pt x="6726219" y="159009"/>
                  <a:pt x="6735370" y="159239"/>
                  <a:pt x="6744967" y="159464"/>
                </a:cubicBezTo>
                <a:cubicBezTo>
                  <a:pt x="6746309" y="158099"/>
                  <a:pt x="6746309" y="153088"/>
                  <a:pt x="6744967" y="151722"/>
                </a:cubicBezTo>
                <a:cubicBezTo>
                  <a:pt x="6731355" y="150811"/>
                  <a:pt x="6728899" y="150127"/>
                  <a:pt x="6728899" y="131222"/>
                </a:cubicBezTo>
                <a:lnTo>
                  <a:pt x="6728899" y="979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itsf">
            <a:extLst xmlns:a="http://schemas.openxmlformats.org/drawingml/2006/main">
              <a:ext uri="{FF2B5EF4-FFF2-40B4-BE49-F238E27FC236}">
                <a16:creationId xmlns:a16="http://schemas.microsoft.com/office/drawing/2014/main" id="{B98436C4-2300-48B6-BA62-AE3C43F1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881" y="5950944"/>
            <a:ext cx="405839" cy="161244"/>
          </a:xfrm>
          <a:custGeom xmlns:a="http://schemas.openxmlformats.org/drawingml/2006/main">
            <a:pathLst>
              <a:path w="405839" h="161244">
                <a:moveTo>
                  <a:pt x="47372" y="131229"/>
                </a:moveTo>
                <a:lnTo>
                  <a:pt x="47372" y="85911"/>
                </a:lnTo>
                <a:cubicBezTo>
                  <a:pt x="47372" y="74527"/>
                  <a:pt x="48283" y="61742"/>
                  <a:pt x="48283" y="61742"/>
                </a:cubicBezTo>
                <a:cubicBezTo>
                  <a:pt x="48283" y="59208"/>
                  <a:pt x="46232" y="57825"/>
                  <a:pt x="43046" y="57825"/>
                </a:cubicBezTo>
                <a:cubicBezTo>
                  <a:pt x="36669" y="60362"/>
                  <a:pt x="18220" y="62204"/>
                  <a:pt x="2506" y="64275"/>
                </a:cubicBezTo>
                <a:cubicBezTo>
                  <a:pt x="2050" y="65644"/>
                  <a:pt x="2506" y="70197"/>
                  <a:pt x="2961" y="71566"/>
                </a:cubicBezTo>
                <a:cubicBezTo>
                  <a:pt x="15488" y="72702"/>
                  <a:pt x="17765" y="74527"/>
                  <a:pt x="17765" y="87506"/>
                </a:cubicBezTo>
                <a:lnTo>
                  <a:pt x="17765" y="131229"/>
                </a:lnTo>
                <a:cubicBezTo>
                  <a:pt x="17765" y="150130"/>
                  <a:pt x="15259" y="150586"/>
                  <a:pt x="1369" y="151722"/>
                </a:cubicBezTo>
                <a:cubicBezTo>
                  <a:pt x="0" y="153088"/>
                  <a:pt x="0" y="158099"/>
                  <a:pt x="1369" y="159464"/>
                </a:cubicBezTo>
                <a:cubicBezTo>
                  <a:pt x="10933" y="159239"/>
                  <a:pt x="20499" y="159009"/>
                  <a:pt x="32568" y="159009"/>
                </a:cubicBezTo>
                <a:cubicBezTo>
                  <a:pt x="44637" y="159009"/>
                  <a:pt x="53975" y="159239"/>
                  <a:pt x="63768" y="159464"/>
                </a:cubicBezTo>
                <a:cubicBezTo>
                  <a:pt x="65137" y="158099"/>
                  <a:pt x="65137" y="153088"/>
                  <a:pt x="63768" y="151722"/>
                </a:cubicBezTo>
                <a:cubicBezTo>
                  <a:pt x="49878" y="150811"/>
                  <a:pt x="47372" y="150130"/>
                  <a:pt x="47372" y="131229"/>
                </a:cubicBezTo>
                <a:moveTo>
                  <a:pt x="16628" y="23241"/>
                </a:moveTo>
                <a:cubicBezTo>
                  <a:pt x="16628" y="30754"/>
                  <a:pt x="22091" y="38271"/>
                  <a:pt x="31203" y="38271"/>
                </a:cubicBezTo>
                <a:cubicBezTo>
                  <a:pt x="41451" y="38271"/>
                  <a:pt x="47372" y="30073"/>
                  <a:pt x="47372" y="24152"/>
                </a:cubicBezTo>
                <a:cubicBezTo>
                  <a:pt x="47372" y="17320"/>
                  <a:pt x="42135" y="9119"/>
                  <a:pt x="32568" y="9119"/>
                </a:cubicBezTo>
                <a:cubicBezTo>
                  <a:pt x="21865" y="9119"/>
                  <a:pt x="16628" y="16409"/>
                  <a:pt x="16628" y="23241"/>
                </a:cubicBezTo>
                <a:close/>
                <a:moveTo>
                  <a:pt x="82216" y="60272"/>
                </a:moveTo>
                <a:cubicBezTo>
                  <a:pt x="79030" y="60272"/>
                  <a:pt x="75614" y="61186"/>
                  <a:pt x="72653" y="63691"/>
                </a:cubicBezTo>
                <a:lnTo>
                  <a:pt x="72653" y="70294"/>
                </a:lnTo>
                <a:cubicBezTo>
                  <a:pt x="72653" y="71434"/>
                  <a:pt x="72879" y="71660"/>
                  <a:pt x="73789" y="71660"/>
                </a:cubicBezTo>
                <a:lnTo>
                  <a:pt x="88593" y="71660"/>
                </a:lnTo>
                <a:cubicBezTo>
                  <a:pt x="88138" y="94616"/>
                  <a:pt x="87912" y="123709"/>
                  <a:pt x="87912" y="135076"/>
                </a:cubicBezTo>
                <a:cubicBezTo>
                  <a:pt x="87912" y="143031"/>
                  <a:pt x="89962" y="150770"/>
                  <a:pt x="94744" y="154867"/>
                </a:cubicBezTo>
                <a:cubicBezTo>
                  <a:pt x="99981" y="159197"/>
                  <a:pt x="108179" y="161244"/>
                  <a:pt x="113645" y="161244"/>
                </a:cubicBezTo>
                <a:cubicBezTo>
                  <a:pt x="126173" y="161244"/>
                  <a:pt x="140062" y="154867"/>
                  <a:pt x="144618" y="148490"/>
                </a:cubicBezTo>
                <a:cubicBezTo>
                  <a:pt x="144618" y="145759"/>
                  <a:pt x="143253" y="144393"/>
                  <a:pt x="140521" y="142120"/>
                </a:cubicBezTo>
                <a:cubicBezTo>
                  <a:pt x="137560" y="144393"/>
                  <a:pt x="131865" y="145303"/>
                  <a:pt x="127538" y="145303"/>
                </a:cubicBezTo>
                <a:cubicBezTo>
                  <a:pt x="122527" y="145303"/>
                  <a:pt x="117516" y="141439"/>
                  <a:pt x="117516" y="130076"/>
                </a:cubicBezTo>
                <a:cubicBezTo>
                  <a:pt x="117516" y="118709"/>
                  <a:pt x="117290" y="94390"/>
                  <a:pt x="117290" y="71660"/>
                </a:cubicBezTo>
                <a:lnTo>
                  <a:pt x="140292" y="71660"/>
                </a:lnTo>
                <a:cubicBezTo>
                  <a:pt x="142568" y="71660"/>
                  <a:pt x="145758" y="70749"/>
                  <a:pt x="145758" y="68699"/>
                </a:cubicBezTo>
                <a:lnTo>
                  <a:pt x="145758" y="61641"/>
                </a:lnTo>
                <a:cubicBezTo>
                  <a:pt x="145758" y="60730"/>
                  <a:pt x="145074" y="60272"/>
                  <a:pt x="143937" y="60272"/>
                </a:cubicBezTo>
                <a:lnTo>
                  <a:pt x="117290" y="60272"/>
                </a:lnTo>
                <a:lnTo>
                  <a:pt x="117516" y="52529"/>
                </a:lnTo>
                <a:cubicBezTo>
                  <a:pt x="117971" y="37270"/>
                  <a:pt x="118656" y="26796"/>
                  <a:pt x="118656" y="26796"/>
                </a:cubicBezTo>
                <a:cubicBezTo>
                  <a:pt x="118656" y="25427"/>
                  <a:pt x="117971" y="24746"/>
                  <a:pt x="116835" y="24746"/>
                </a:cubicBezTo>
                <a:cubicBezTo>
                  <a:pt x="115240" y="24746"/>
                  <a:pt x="106813" y="27252"/>
                  <a:pt x="103171" y="28847"/>
                </a:cubicBezTo>
                <a:cubicBezTo>
                  <a:pt x="99296" y="30438"/>
                  <a:pt x="92694" y="31804"/>
                  <a:pt x="91099" y="33854"/>
                </a:cubicBezTo>
                <a:cubicBezTo>
                  <a:pt x="89504" y="35905"/>
                  <a:pt x="88593" y="42055"/>
                  <a:pt x="88593" y="60272"/>
                </a:cubicBezTo>
                <a:lnTo>
                  <a:pt x="82216" y="60272"/>
                </a:lnTo>
                <a:close/>
                <a:moveTo>
                  <a:pt x="160333" y="125711"/>
                </a:moveTo>
                <a:cubicBezTo>
                  <a:pt x="161243" y="136873"/>
                  <a:pt x="162383" y="147580"/>
                  <a:pt x="164204" y="156236"/>
                </a:cubicBezTo>
                <a:cubicBezTo>
                  <a:pt x="168534" y="157602"/>
                  <a:pt x="183108" y="161244"/>
                  <a:pt x="195862" y="161244"/>
                </a:cubicBezTo>
                <a:cubicBezTo>
                  <a:pt x="213397" y="161244"/>
                  <a:pt x="235262" y="151680"/>
                  <a:pt x="235262" y="131862"/>
                </a:cubicBezTo>
                <a:cubicBezTo>
                  <a:pt x="235262" y="124116"/>
                  <a:pt x="233438" y="117965"/>
                  <a:pt x="228201" y="112269"/>
                </a:cubicBezTo>
                <a:cubicBezTo>
                  <a:pt x="221595" y="104979"/>
                  <a:pt x="212257" y="99286"/>
                  <a:pt x="201783" y="94731"/>
                </a:cubicBezTo>
                <a:cubicBezTo>
                  <a:pt x="192672" y="90856"/>
                  <a:pt x="189485" y="83565"/>
                  <a:pt x="189485" y="76959"/>
                </a:cubicBezTo>
                <a:cubicBezTo>
                  <a:pt x="189485" y="71722"/>
                  <a:pt x="193811" y="67392"/>
                  <a:pt x="200418" y="67392"/>
                </a:cubicBezTo>
                <a:cubicBezTo>
                  <a:pt x="208386" y="67392"/>
                  <a:pt x="216132" y="74683"/>
                  <a:pt x="221824" y="88580"/>
                </a:cubicBezTo>
                <a:cubicBezTo>
                  <a:pt x="225925" y="89261"/>
                  <a:pt x="228430" y="89035"/>
                  <a:pt x="230706" y="87440"/>
                </a:cubicBezTo>
                <a:cubicBezTo>
                  <a:pt x="230706" y="79239"/>
                  <a:pt x="229796" y="70582"/>
                  <a:pt x="227746" y="63292"/>
                </a:cubicBezTo>
                <a:cubicBezTo>
                  <a:pt x="220458" y="60105"/>
                  <a:pt x="214763" y="57825"/>
                  <a:pt x="202238" y="57825"/>
                </a:cubicBezTo>
                <a:cubicBezTo>
                  <a:pt x="190166" y="57825"/>
                  <a:pt x="178782" y="62381"/>
                  <a:pt x="171494" y="69672"/>
                </a:cubicBezTo>
                <a:cubicBezTo>
                  <a:pt x="166254" y="74909"/>
                  <a:pt x="163749" y="81289"/>
                  <a:pt x="163749" y="87440"/>
                </a:cubicBezTo>
                <a:cubicBezTo>
                  <a:pt x="163749" y="94272"/>
                  <a:pt x="166254" y="99742"/>
                  <a:pt x="170810" y="104523"/>
                </a:cubicBezTo>
                <a:cubicBezTo>
                  <a:pt x="177871" y="112269"/>
                  <a:pt x="190166" y="120245"/>
                  <a:pt x="197227" y="123431"/>
                </a:cubicBezTo>
                <a:cubicBezTo>
                  <a:pt x="206339" y="127532"/>
                  <a:pt x="208841" y="135733"/>
                  <a:pt x="208841" y="141199"/>
                </a:cubicBezTo>
                <a:cubicBezTo>
                  <a:pt x="208841" y="148490"/>
                  <a:pt x="201554" y="152365"/>
                  <a:pt x="195406" y="152365"/>
                </a:cubicBezTo>
                <a:cubicBezTo>
                  <a:pt x="185158" y="152365"/>
                  <a:pt x="174226" y="142113"/>
                  <a:pt x="169444" y="125256"/>
                </a:cubicBezTo>
                <a:cubicBezTo>
                  <a:pt x="165799" y="124571"/>
                  <a:pt x="163978" y="124800"/>
                  <a:pt x="160333" y="125711"/>
                </a:cubicBezTo>
                <a:close/>
                <a:moveTo>
                  <a:pt x="355965" y="129888"/>
                </a:moveTo>
                <a:lnTo>
                  <a:pt x="355965" y="71660"/>
                </a:lnTo>
                <a:lnTo>
                  <a:pt x="375551" y="71660"/>
                </a:lnTo>
                <a:cubicBezTo>
                  <a:pt x="379651" y="71660"/>
                  <a:pt x="383522" y="70523"/>
                  <a:pt x="383522" y="67788"/>
                </a:cubicBezTo>
                <a:lnTo>
                  <a:pt x="383522" y="62551"/>
                </a:lnTo>
                <a:cubicBezTo>
                  <a:pt x="383522" y="61186"/>
                  <a:pt x="383293" y="60272"/>
                  <a:pt x="378967" y="60272"/>
                </a:cubicBezTo>
                <a:lnTo>
                  <a:pt x="355965" y="60272"/>
                </a:lnTo>
                <a:lnTo>
                  <a:pt x="355965" y="48623"/>
                </a:lnTo>
                <a:cubicBezTo>
                  <a:pt x="355965" y="14592"/>
                  <a:pt x="365303" y="9567"/>
                  <a:pt x="370314" y="9567"/>
                </a:cubicBezTo>
                <a:cubicBezTo>
                  <a:pt x="374185" y="9567"/>
                  <a:pt x="375095" y="12993"/>
                  <a:pt x="376690" y="18474"/>
                </a:cubicBezTo>
                <a:cubicBezTo>
                  <a:pt x="378737" y="25785"/>
                  <a:pt x="384659" y="31495"/>
                  <a:pt x="392860" y="31495"/>
                </a:cubicBezTo>
                <a:cubicBezTo>
                  <a:pt x="400373" y="31495"/>
                  <a:pt x="405839" y="26699"/>
                  <a:pt x="405839" y="16875"/>
                </a:cubicBezTo>
                <a:cubicBezTo>
                  <a:pt x="405839" y="10710"/>
                  <a:pt x="398782" y="0"/>
                  <a:pt x="374640" y="0"/>
                </a:cubicBezTo>
                <a:cubicBezTo>
                  <a:pt x="363937" y="0"/>
                  <a:pt x="351183" y="3875"/>
                  <a:pt x="342527" y="13223"/>
                </a:cubicBezTo>
                <a:cubicBezTo>
                  <a:pt x="334100" y="22359"/>
                  <a:pt x="326357" y="33778"/>
                  <a:pt x="326357" y="55706"/>
                </a:cubicBezTo>
                <a:lnTo>
                  <a:pt x="326357" y="60272"/>
                </a:lnTo>
                <a:lnTo>
                  <a:pt x="325902" y="60272"/>
                </a:lnTo>
                <a:cubicBezTo>
                  <a:pt x="318160" y="60272"/>
                  <a:pt x="308822" y="61412"/>
                  <a:pt x="308822" y="63233"/>
                </a:cubicBezTo>
                <a:lnTo>
                  <a:pt x="308822" y="69383"/>
                </a:lnTo>
                <a:cubicBezTo>
                  <a:pt x="308822" y="70978"/>
                  <a:pt x="309733" y="71660"/>
                  <a:pt x="314970" y="71660"/>
                </a:cubicBezTo>
                <a:lnTo>
                  <a:pt x="326357" y="71660"/>
                </a:lnTo>
                <a:lnTo>
                  <a:pt x="326357" y="130343"/>
                </a:lnTo>
                <a:cubicBezTo>
                  <a:pt x="326357" y="148994"/>
                  <a:pt x="322716" y="151041"/>
                  <a:pt x="308822" y="151722"/>
                </a:cubicBezTo>
                <a:cubicBezTo>
                  <a:pt x="307456" y="153088"/>
                  <a:pt x="307456" y="158099"/>
                  <a:pt x="308822" y="159464"/>
                </a:cubicBezTo>
                <a:cubicBezTo>
                  <a:pt x="318386" y="159239"/>
                  <a:pt x="328634" y="159009"/>
                  <a:pt x="341161" y="159009"/>
                </a:cubicBezTo>
                <a:cubicBezTo>
                  <a:pt x="353685" y="159009"/>
                  <a:pt x="363708" y="159239"/>
                  <a:pt x="373500" y="159464"/>
                </a:cubicBezTo>
                <a:cubicBezTo>
                  <a:pt x="374866" y="158099"/>
                  <a:pt x="374866" y="153088"/>
                  <a:pt x="373500" y="151722"/>
                </a:cubicBezTo>
                <a:cubicBezTo>
                  <a:pt x="359607" y="151041"/>
                  <a:pt x="355965" y="148994"/>
                  <a:pt x="355965" y="129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Text requentexploitationofzero-dayvulnerabilities.">
            <a:extLst xmlns:a="http://schemas.openxmlformats.org/drawingml/2006/main">
              <a:ext uri="{FF2B5EF4-FFF2-40B4-BE49-F238E27FC236}">
                <a16:creationId xmlns:a16="http://schemas.microsoft.com/office/drawing/2014/main" id="{62F7DADF-C1BE-4673-8A93-4378C3E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66" y="5950944"/>
            <a:ext cx="4940426" cy="212397"/>
          </a:xfrm>
          <a:custGeom xmlns:a="http://schemas.openxmlformats.org/drawingml/2006/main">
            <a:pathLst>
              <a:path w="4940426" h="212397">
                <a:moveTo>
                  <a:pt x="47372" y="97928"/>
                </a:moveTo>
                <a:cubicBezTo>
                  <a:pt x="47372" y="89720"/>
                  <a:pt x="49878" y="86300"/>
                  <a:pt x="52839" y="82881"/>
                </a:cubicBezTo>
                <a:cubicBezTo>
                  <a:pt x="54660" y="80601"/>
                  <a:pt x="56710" y="79006"/>
                  <a:pt x="60126" y="79006"/>
                </a:cubicBezTo>
                <a:cubicBezTo>
                  <a:pt x="62176" y="79006"/>
                  <a:pt x="64678" y="81060"/>
                  <a:pt x="66503" y="83339"/>
                </a:cubicBezTo>
                <a:cubicBezTo>
                  <a:pt x="68098" y="85160"/>
                  <a:pt x="71969" y="86985"/>
                  <a:pt x="77206" y="86985"/>
                </a:cubicBezTo>
                <a:cubicBezTo>
                  <a:pt x="83812" y="86985"/>
                  <a:pt x="90189" y="80146"/>
                  <a:pt x="90189" y="70582"/>
                </a:cubicBezTo>
                <a:cubicBezTo>
                  <a:pt x="90189" y="64661"/>
                  <a:pt x="83353" y="57825"/>
                  <a:pt x="75156" y="57825"/>
                </a:cubicBezTo>
                <a:cubicBezTo>
                  <a:pt x="67184" y="57825"/>
                  <a:pt x="58531" y="64661"/>
                  <a:pt x="48053" y="79691"/>
                </a:cubicBezTo>
                <a:lnTo>
                  <a:pt x="47143" y="79691"/>
                </a:lnTo>
                <a:cubicBezTo>
                  <a:pt x="46688" y="72858"/>
                  <a:pt x="45548" y="61700"/>
                  <a:pt x="45548" y="61700"/>
                </a:cubicBezTo>
                <a:cubicBezTo>
                  <a:pt x="45322" y="59650"/>
                  <a:pt x="43501" y="57825"/>
                  <a:pt x="40311" y="57825"/>
                </a:cubicBezTo>
                <a:cubicBezTo>
                  <a:pt x="29608" y="60605"/>
                  <a:pt x="17539" y="63795"/>
                  <a:pt x="2506" y="65387"/>
                </a:cubicBezTo>
                <a:cubicBezTo>
                  <a:pt x="2050" y="66756"/>
                  <a:pt x="2506" y="71083"/>
                  <a:pt x="2961" y="72448"/>
                </a:cubicBezTo>
                <a:cubicBezTo>
                  <a:pt x="15488" y="73588"/>
                  <a:pt x="17765" y="75639"/>
                  <a:pt x="17765" y="88621"/>
                </a:cubicBezTo>
                <a:lnTo>
                  <a:pt x="17765" y="131222"/>
                </a:lnTo>
                <a:cubicBezTo>
                  <a:pt x="17765" y="150127"/>
                  <a:pt x="15259" y="150586"/>
                  <a:pt x="1366" y="151722"/>
                </a:cubicBezTo>
                <a:cubicBezTo>
                  <a:pt x="0" y="153088"/>
                  <a:pt x="0" y="158099"/>
                  <a:pt x="1366" y="159464"/>
                </a:cubicBezTo>
                <a:cubicBezTo>
                  <a:pt x="10933" y="159239"/>
                  <a:pt x="20496" y="159009"/>
                  <a:pt x="32568" y="159009"/>
                </a:cubicBezTo>
                <a:cubicBezTo>
                  <a:pt x="44637" y="159009"/>
                  <a:pt x="53975" y="159239"/>
                  <a:pt x="63768" y="159464"/>
                </a:cubicBezTo>
                <a:cubicBezTo>
                  <a:pt x="65137" y="158099"/>
                  <a:pt x="65137" y="153088"/>
                  <a:pt x="63768" y="151722"/>
                </a:cubicBezTo>
                <a:cubicBezTo>
                  <a:pt x="49878" y="150811"/>
                  <a:pt x="47372" y="150127"/>
                  <a:pt x="47372" y="131222"/>
                </a:cubicBezTo>
                <a:lnTo>
                  <a:pt x="47372" y="97928"/>
                </a:lnTo>
                <a:close/>
                <a:moveTo>
                  <a:pt x="131407" y="96312"/>
                </a:moveTo>
                <a:cubicBezTo>
                  <a:pt x="131636" y="88343"/>
                  <a:pt x="132776" y="79687"/>
                  <a:pt x="135963" y="75135"/>
                </a:cubicBezTo>
                <a:cubicBezTo>
                  <a:pt x="139608" y="69668"/>
                  <a:pt x="145756" y="67392"/>
                  <a:pt x="148261" y="67392"/>
                </a:cubicBezTo>
                <a:cubicBezTo>
                  <a:pt x="154412" y="67392"/>
                  <a:pt x="162836" y="73314"/>
                  <a:pt x="162836" y="91530"/>
                </a:cubicBezTo>
                <a:cubicBezTo>
                  <a:pt x="162836" y="92896"/>
                  <a:pt x="162836" y="95857"/>
                  <a:pt x="162380" y="96312"/>
                </a:cubicBezTo>
                <a:lnTo>
                  <a:pt x="131407" y="96312"/>
                </a:lnTo>
                <a:moveTo>
                  <a:pt x="189257" y="129579"/>
                </a:moveTo>
                <a:cubicBezTo>
                  <a:pt x="179919" y="139153"/>
                  <a:pt x="167621" y="141658"/>
                  <a:pt x="158964" y="141658"/>
                </a:cubicBezTo>
                <a:cubicBezTo>
                  <a:pt x="141200" y="141658"/>
                  <a:pt x="130271" y="131403"/>
                  <a:pt x="130271" y="109069"/>
                </a:cubicBezTo>
                <a:cubicBezTo>
                  <a:pt x="130271" y="107474"/>
                  <a:pt x="130497" y="106560"/>
                  <a:pt x="130497" y="105420"/>
                </a:cubicBezTo>
                <a:lnTo>
                  <a:pt x="185156" y="105420"/>
                </a:lnTo>
                <a:cubicBezTo>
                  <a:pt x="190622" y="105420"/>
                  <a:pt x="191759" y="101549"/>
                  <a:pt x="191759" y="98362"/>
                </a:cubicBezTo>
                <a:cubicBezTo>
                  <a:pt x="191759" y="79006"/>
                  <a:pt x="184246" y="57825"/>
                  <a:pt x="150767" y="57825"/>
                </a:cubicBezTo>
                <a:cubicBezTo>
                  <a:pt x="126855" y="57825"/>
                  <a:pt x="99523" y="79006"/>
                  <a:pt x="99523" y="113854"/>
                </a:cubicBezTo>
                <a:cubicBezTo>
                  <a:pt x="99523" y="127073"/>
                  <a:pt x="104308" y="140977"/>
                  <a:pt x="114101" y="149859"/>
                </a:cubicBezTo>
                <a:cubicBezTo>
                  <a:pt x="122754" y="157602"/>
                  <a:pt x="133913" y="161244"/>
                  <a:pt x="150082" y="161244"/>
                </a:cubicBezTo>
                <a:cubicBezTo>
                  <a:pt x="165796" y="161244"/>
                  <a:pt x="181285" y="153275"/>
                  <a:pt x="192673" y="136647"/>
                </a:cubicBezTo>
                <a:cubicBezTo>
                  <a:pt x="192673" y="133683"/>
                  <a:pt x="191533" y="129579"/>
                  <a:pt x="189257" y="129579"/>
                </a:cubicBezTo>
                <a:close/>
                <a:moveTo>
                  <a:pt x="314057" y="184134"/>
                </a:moveTo>
                <a:lnTo>
                  <a:pt x="314057" y="85862"/>
                </a:lnTo>
                <a:cubicBezTo>
                  <a:pt x="314057" y="74461"/>
                  <a:pt x="314971" y="61700"/>
                  <a:pt x="314971" y="61700"/>
                </a:cubicBezTo>
                <a:cubicBezTo>
                  <a:pt x="314971" y="59194"/>
                  <a:pt x="312921" y="57825"/>
                  <a:pt x="309731" y="57825"/>
                </a:cubicBezTo>
                <a:cubicBezTo>
                  <a:pt x="306770" y="57825"/>
                  <a:pt x="298343" y="61700"/>
                  <a:pt x="293335" y="66252"/>
                </a:cubicBezTo>
                <a:cubicBezTo>
                  <a:pt x="288324" y="62381"/>
                  <a:pt x="280582" y="57825"/>
                  <a:pt x="269649" y="57825"/>
                </a:cubicBezTo>
                <a:cubicBezTo>
                  <a:pt x="239360" y="57825"/>
                  <a:pt x="212258" y="81299"/>
                  <a:pt x="212258" y="111626"/>
                </a:cubicBezTo>
                <a:cubicBezTo>
                  <a:pt x="212258" y="125079"/>
                  <a:pt x="216355" y="142409"/>
                  <a:pt x="230478" y="152667"/>
                </a:cubicBezTo>
                <a:cubicBezTo>
                  <a:pt x="238446" y="158370"/>
                  <a:pt x="246192" y="161334"/>
                  <a:pt x="258946" y="161334"/>
                </a:cubicBezTo>
                <a:cubicBezTo>
                  <a:pt x="265093" y="161334"/>
                  <a:pt x="279442" y="154492"/>
                  <a:pt x="283313" y="152667"/>
                </a:cubicBezTo>
                <a:lnTo>
                  <a:pt x="284453" y="152667"/>
                </a:lnTo>
                <a:lnTo>
                  <a:pt x="284453" y="184134"/>
                </a:lnTo>
                <a:cubicBezTo>
                  <a:pt x="284453" y="203059"/>
                  <a:pt x="281948" y="203515"/>
                  <a:pt x="268054" y="204654"/>
                </a:cubicBezTo>
                <a:cubicBezTo>
                  <a:pt x="266688" y="206020"/>
                  <a:pt x="266688" y="211031"/>
                  <a:pt x="268054" y="212397"/>
                </a:cubicBezTo>
                <a:cubicBezTo>
                  <a:pt x="277621" y="212171"/>
                  <a:pt x="287184" y="211942"/>
                  <a:pt x="299257" y="211942"/>
                </a:cubicBezTo>
                <a:cubicBezTo>
                  <a:pt x="311326" y="211942"/>
                  <a:pt x="320663" y="212171"/>
                  <a:pt x="330456" y="212397"/>
                </a:cubicBezTo>
                <a:cubicBezTo>
                  <a:pt x="331822" y="211031"/>
                  <a:pt x="331822" y="206020"/>
                  <a:pt x="330456" y="204654"/>
                </a:cubicBezTo>
                <a:cubicBezTo>
                  <a:pt x="316563" y="203744"/>
                  <a:pt x="314057" y="203059"/>
                  <a:pt x="314057" y="184134"/>
                </a:cubicBezTo>
                <a:moveTo>
                  <a:pt x="284453" y="142864"/>
                </a:moveTo>
                <a:cubicBezTo>
                  <a:pt x="280127" y="146283"/>
                  <a:pt x="272381" y="148563"/>
                  <a:pt x="269649" y="148563"/>
                </a:cubicBezTo>
                <a:cubicBezTo>
                  <a:pt x="258261" y="148563"/>
                  <a:pt x="244142" y="140355"/>
                  <a:pt x="244142" y="106838"/>
                </a:cubicBezTo>
                <a:cubicBezTo>
                  <a:pt x="244142" y="84038"/>
                  <a:pt x="254161" y="67392"/>
                  <a:pt x="268965" y="67392"/>
                </a:cubicBezTo>
                <a:cubicBezTo>
                  <a:pt x="274431" y="67392"/>
                  <a:pt x="279442" y="69446"/>
                  <a:pt x="284453" y="75600"/>
                </a:cubicBezTo>
                <a:lnTo>
                  <a:pt x="284453" y="142864"/>
                </a:lnTo>
                <a:close/>
                <a:moveTo>
                  <a:pt x="450704" y="128710"/>
                </a:moveTo>
                <a:lnTo>
                  <a:pt x="450704" y="89389"/>
                </a:lnTo>
                <a:cubicBezTo>
                  <a:pt x="450704" y="70301"/>
                  <a:pt x="451160" y="73025"/>
                  <a:pt x="451160" y="67573"/>
                </a:cubicBezTo>
                <a:cubicBezTo>
                  <a:pt x="451160" y="63702"/>
                  <a:pt x="450249" y="61196"/>
                  <a:pt x="448883" y="59827"/>
                </a:cubicBezTo>
                <a:cubicBezTo>
                  <a:pt x="444783" y="60056"/>
                  <a:pt x="440227" y="60286"/>
                  <a:pt x="435901" y="60286"/>
                </a:cubicBezTo>
                <a:cubicBezTo>
                  <a:pt x="429524" y="60286"/>
                  <a:pt x="414720" y="60056"/>
                  <a:pt x="405838" y="59827"/>
                </a:cubicBezTo>
                <a:cubicBezTo>
                  <a:pt x="404472" y="61196"/>
                  <a:pt x="404472" y="66207"/>
                  <a:pt x="405838" y="67573"/>
                </a:cubicBezTo>
                <a:cubicBezTo>
                  <a:pt x="417455" y="68709"/>
                  <a:pt x="421097" y="70301"/>
                  <a:pt x="421097" y="89389"/>
                </a:cubicBezTo>
                <a:lnTo>
                  <a:pt x="421097" y="131438"/>
                </a:lnTo>
                <a:cubicBezTo>
                  <a:pt x="421097" y="133711"/>
                  <a:pt x="421097" y="135983"/>
                  <a:pt x="421326" y="138256"/>
                </a:cubicBezTo>
                <a:cubicBezTo>
                  <a:pt x="411989" y="143938"/>
                  <a:pt x="404472" y="144393"/>
                  <a:pt x="400371" y="144393"/>
                </a:cubicBezTo>
                <a:cubicBezTo>
                  <a:pt x="391263" y="144393"/>
                  <a:pt x="384431" y="143257"/>
                  <a:pt x="384431" y="127348"/>
                </a:cubicBezTo>
                <a:lnTo>
                  <a:pt x="384431" y="89389"/>
                </a:lnTo>
                <a:cubicBezTo>
                  <a:pt x="384431" y="70301"/>
                  <a:pt x="384886" y="73025"/>
                  <a:pt x="384886" y="67573"/>
                </a:cubicBezTo>
                <a:cubicBezTo>
                  <a:pt x="384886" y="63702"/>
                  <a:pt x="383976" y="61196"/>
                  <a:pt x="382610" y="59827"/>
                </a:cubicBezTo>
                <a:cubicBezTo>
                  <a:pt x="378510" y="60056"/>
                  <a:pt x="373728" y="60286"/>
                  <a:pt x="369627" y="60286"/>
                </a:cubicBezTo>
                <a:cubicBezTo>
                  <a:pt x="358014" y="60286"/>
                  <a:pt x="349357" y="60056"/>
                  <a:pt x="339564" y="59827"/>
                </a:cubicBezTo>
                <a:cubicBezTo>
                  <a:pt x="338199" y="61196"/>
                  <a:pt x="338199" y="66207"/>
                  <a:pt x="339564" y="67573"/>
                </a:cubicBezTo>
                <a:cubicBezTo>
                  <a:pt x="350042" y="68028"/>
                  <a:pt x="354824" y="70301"/>
                  <a:pt x="354824" y="89389"/>
                </a:cubicBezTo>
                <a:lnTo>
                  <a:pt x="354824" y="124846"/>
                </a:lnTo>
                <a:cubicBezTo>
                  <a:pt x="354824" y="148949"/>
                  <a:pt x="364390" y="161244"/>
                  <a:pt x="383976" y="161244"/>
                </a:cubicBezTo>
                <a:cubicBezTo>
                  <a:pt x="392174" y="161244"/>
                  <a:pt x="408798" y="154641"/>
                  <a:pt x="422007" y="147354"/>
                </a:cubicBezTo>
                <a:cubicBezTo>
                  <a:pt x="422462" y="153046"/>
                  <a:pt x="422921" y="157372"/>
                  <a:pt x="422921" y="157372"/>
                </a:cubicBezTo>
                <a:cubicBezTo>
                  <a:pt x="423147" y="160107"/>
                  <a:pt x="424968" y="161244"/>
                  <a:pt x="428158" y="161244"/>
                </a:cubicBezTo>
                <a:cubicBezTo>
                  <a:pt x="436585" y="158922"/>
                  <a:pt x="450249" y="155732"/>
                  <a:pt x="465964" y="153682"/>
                </a:cubicBezTo>
                <a:cubicBezTo>
                  <a:pt x="466419" y="152316"/>
                  <a:pt x="465964" y="147764"/>
                  <a:pt x="465508" y="146395"/>
                </a:cubicBezTo>
                <a:cubicBezTo>
                  <a:pt x="453210" y="145303"/>
                  <a:pt x="450704" y="141665"/>
                  <a:pt x="450704" y="128710"/>
                </a:cubicBezTo>
                <a:close/>
                <a:moveTo>
                  <a:pt x="511054" y="96312"/>
                </a:moveTo>
                <a:cubicBezTo>
                  <a:pt x="511284" y="88343"/>
                  <a:pt x="512423" y="79687"/>
                  <a:pt x="515610" y="75135"/>
                </a:cubicBezTo>
                <a:cubicBezTo>
                  <a:pt x="519255" y="69668"/>
                  <a:pt x="525403" y="67392"/>
                  <a:pt x="527908" y="67392"/>
                </a:cubicBezTo>
                <a:cubicBezTo>
                  <a:pt x="534059" y="67392"/>
                  <a:pt x="542483" y="73314"/>
                  <a:pt x="542483" y="91530"/>
                </a:cubicBezTo>
                <a:cubicBezTo>
                  <a:pt x="542483" y="92896"/>
                  <a:pt x="542483" y="95857"/>
                  <a:pt x="542028" y="96312"/>
                </a:cubicBezTo>
                <a:lnTo>
                  <a:pt x="511054" y="96312"/>
                </a:lnTo>
                <a:moveTo>
                  <a:pt x="568904" y="129579"/>
                </a:moveTo>
                <a:cubicBezTo>
                  <a:pt x="559566" y="139153"/>
                  <a:pt x="547268" y="141658"/>
                  <a:pt x="538612" y="141658"/>
                </a:cubicBezTo>
                <a:cubicBezTo>
                  <a:pt x="520847" y="141658"/>
                  <a:pt x="509918" y="131403"/>
                  <a:pt x="509918" y="109069"/>
                </a:cubicBezTo>
                <a:cubicBezTo>
                  <a:pt x="509918" y="107474"/>
                  <a:pt x="510144" y="106560"/>
                  <a:pt x="510144" y="105420"/>
                </a:cubicBezTo>
                <a:lnTo>
                  <a:pt x="564803" y="105420"/>
                </a:lnTo>
                <a:cubicBezTo>
                  <a:pt x="570270" y="105420"/>
                  <a:pt x="571406" y="101549"/>
                  <a:pt x="571406" y="98362"/>
                </a:cubicBezTo>
                <a:cubicBezTo>
                  <a:pt x="571406" y="79006"/>
                  <a:pt x="563893" y="57825"/>
                  <a:pt x="530414" y="57825"/>
                </a:cubicBezTo>
                <a:cubicBezTo>
                  <a:pt x="506502" y="57825"/>
                  <a:pt x="479170" y="79006"/>
                  <a:pt x="479170" y="113854"/>
                </a:cubicBezTo>
                <a:cubicBezTo>
                  <a:pt x="479170" y="127073"/>
                  <a:pt x="483956" y="140977"/>
                  <a:pt x="493748" y="149859"/>
                </a:cubicBezTo>
                <a:cubicBezTo>
                  <a:pt x="502401" y="157602"/>
                  <a:pt x="513560" y="161244"/>
                  <a:pt x="529729" y="161244"/>
                </a:cubicBezTo>
                <a:cubicBezTo>
                  <a:pt x="545444" y="161244"/>
                  <a:pt x="560932" y="153275"/>
                  <a:pt x="572320" y="136647"/>
                </a:cubicBezTo>
                <a:cubicBezTo>
                  <a:pt x="572320" y="133683"/>
                  <a:pt x="571180" y="129579"/>
                  <a:pt x="568904" y="129579"/>
                </a:cubicBezTo>
                <a:close/>
                <a:moveTo>
                  <a:pt x="634038" y="131209"/>
                </a:moveTo>
                <a:lnTo>
                  <a:pt x="634038" y="85848"/>
                </a:lnTo>
                <a:lnTo>
                  <a:pt x="634038" y="85393"/>
                </a:lnTo>
                <a:cubicBezTo>
                  <a:pt x="643146" y="79239"/>
                  <a:pt x="652258" y="74679"/>
                  <a:pt x="656355" y="74679"/>
                </a:cubicBezTo>
                <a:cubicBezTo>
                  <a:pt x="665466" y="74679"/>
                  <a:pt x="672298" y="78784"/>
                  <a:pt x="672298" y="91777"/>
                </a:cubicBezTo>
                <a:lnTo>
                  <a:pt x="672298" y="129839"/>
                </a:lnTo>
                <a:cubicBezTo>
                  <a:pt x="672298" y="148987"/>
                  <a:pt x="668653" y="151037"/>
                  <a:pt x="659316" y="151722"/>
                </a:cubicBezTo>
                <a:cubicBezTo>
                  <a:pt x="657950" y="153088"/>
                  <a:pt x="657950" y="158099"/>
                  <a:pt x="659316" y="159464"/>
                </a:cubicBezTo>
                <a:cubicBezTo>
                  <a:pt x="668882" y="159239"/>
                  <a:pt x="676170" y="159009"/>
                  <a:pt x="687102" y="159009"/>
                </a:cubicBezTo>
                <a:cubicBezTo>
                  <a:pt x="699627" y="159009"/>
                  <a:pt x="709649" y="159239"/>
                  <a:pt x="719441" y="159464"/>
                </a:cubicBezTo>
                <a:cubicBezTo>
                  <a:pt x="720807" y="158099"/>
                  <a:pt x="720807" y="153088"/>
                  <a:pt x="719441" y="151722"/>
                </a:cubicBezTo>
                <a:cubicBezTo>
                  <a:pt x="705548" y="151037"/>
                  <a:pt x="701906" y="148987"/>
                  <a:pt x="701906" y="129839"/>
                </a:cubicBezTo>
                <a:lnTo>
                  <a:pt x="701906" y="94282"/>
                </a:lnTo>
                <a:cubicBezTo>
                  <a:pt x="701906" y="69213"/>
                  <a:pt x="691199" y="57825"/>
                  <a:pt x="671614" y="57825"/>
                </a:cubicBezTo>
                <a:cubicBezTo>
                  <a:pt x="662506" y="57825"/>
                  <a:pt x="646336" y="67847"/>
                  <a:pt x="633809" y="76504"/>
                </a:cubicBezTo>
                <a:cubicBezTo>
                  <a:pt x="633127" y="68532"/>
                  <a:pt x="632213" y="61700"/>
                  <a:pt x="632213" y="61700"/>
                </a:cubicBezTo>
                <a:cubicBezTo>
                  <a:pt x="631988" y="58965"/>
                  <a:pt x="630167" y="57825"/>
                  <a:pt x="626977" y="57825"/>
                </a:cubicBezTo>
                <a:cubicBezTo>
                  <a:pt x="618549" y="60150"/>
                  <a:pt x="604885" y="63340"/>
                  <a:pt x="589171" y="65387"/>
                </a:cubicBezTo>
                <a:cubicBezTo>
                  <a:pt x="588716" y="66756"/>
                  <a:pt x="589171" y="71309"/>
                  <a:pt x="589626" y="72678"/>
                </a:cubicBezTo>
                <a:cubicBezTo>
                  <a:pt x="602154" y="73818"/>
                  <a:pt x="604430" y="75639"/>
                  <a:pt x="604430" y="88621"/>
                </a:cubicBezTo>
                <a:lnTo>
                  <a:pt x="604430" y="131222"/>
                </a:lnTo>
                <a:cubicBezTo>
                  <a:pt x="604430" y="150127"/>
                  <a:pt x="601925" y="150586"/>
                  <a:pt x="588031" y="151722"/>
                </a:cubicBezTo>
                <a:cubicBezTo>
                  <a:pt x="586666" y="153088"/>
                  <a:pt x="586666" y="158099"/>
                  <a:pt x="588031" y="159464"/>
                </a:cubicBezTo>
                <a:cubicBezTo>
                  <a:pt x="597598" y="159239"/>
                  <a:pt x="607162" y="159009"/>
                  <a:pt x="619234" y="159009"/>
                </a:cubicBezTo>
                <a:cubicBezTo>
                  <a:pt x="629711" y="159009"/>
                  <a:pt x="636088" y="159239"/>
                  <a:pt x="645881" y="159464"/>
                </a:cubicBezTo>
                <a:cubicBezTo>
                  <a:pt x="647247" y="158099"/>
                  <a:pt x="647247" y="153088"/>
                  <a:pt x="645881" y="151722"/>
                </a:cubicBezTo>
                <a:cubicBezTo>
                  <a:pt x="636314" y="150811"/>
                  <a:pt x="634038" y="150127"/>
                  <a:pt x="634038" y="131209"/>
                </a:cubicBezTo>
                <a:close/>
                <a:moveTo>
                  <a:pt x="736748" y="60272"/>
                </a:moveTo>
                <a:cubicBezTo>
                  <a:pt x="733561" y="60272"/>
                  <a:pt x="730145" y="61186"/>
                  <a:pt x="727184" y="63691"/>
                </a:cubicBezTo>
                <a:lnTo>
                  <a:pt x="727184" y="70294"/>
                </a:lnTo>
                <a:cubicBezTo>
                  <a:pt x="727184" y="71434"/>
                  <a:pt x="727410" y="71660"/>
                  <a:pt x="728321" y="71660"/>
                </a:cubicBezTo>
                <a:lnTo>
                  <a:pt x="743125" y="71660"/>
                </a:lnTo>
                <a:cubicBezTo>
                  <a:pt x="742669" y="94616"/>
                  <a:pt x="742444" y="123709"/>
                  <a:pt x="742444" y="135076"/>
                </a:cubicBezTo>
                <a:cubicBezTo>
                  <a:pt x="742444" y="143031"/>
                  <a:pt x="744494" y="150770"/>
                  <a:pt x="749276" y="154867"/>
                </a:cubicBezTo>
                <a:cubicBezTo>
                  <a:pt x="754513" y="159197"/>
                  <a:pt x="762710" y="161244"/>
                  <a:pt x="768177" y="161244"/>
                </a:cubicBezTo>
                <a:cubicBezTo>
                  <a:pt x="780704" y="161244"/>
                  <a:pt x="794594" y="154867"/>
                  <a:pt x="799150" y="148490"/>
                </a:cubicBezTo>
                <a:cubicBezTo>
                  <a:pt x="799150" y="145759"/>
                  <a:pt x="797784" y="144393"/>
                  <a:pt x="795053" y="142120"/>
                </a:cubicBezTo>
                <a:cubicBezTo>
                  <a:pt x="792092" y="144393"/>
                  <a:pt x="786396" y="145303"/>
                  <a:pt x="782070" y="145303"/>
                </a:cubicBezTo>
                <a:cubicBezTo>
                  <a:pt x="777059" y="145303"/>
                  <a:pt x="772048" y="141439"/>
                  <a:pt x="772048" y="130076"/>
                </a:cubicBezTo>
                <a:cubicBezTo>
                  <a:pt x="772048" y="118709"/>
                  <a:pt x="771822" y="94390"/>
                  <a:pt x="771822" y="71660"/>
                </a:cubicBezTo>
                <a:lnTo>
                  <a:pt x="794823" y="71660"/>
                </a:lnTo>
                <a:cubicBezTo>
                  <a:pt x="797100" y="71660"/>
                  <a:pt x="800290" y="70749"/>
                  <a:pt x="800290" y="68699"/>
                </a:cubicBezTo>
                <a:lnTo>
                  <a:pt x="800290" y="61641"/>
                </a:lnTo>
                <a:cubicBezTo>
                  <a:pt x="800290" y="60730"/>
                  <a:pt x="799605" y="60272"/>
                  <a:pt x="798469" y="60272"/>
                </a:cubicBezTo>
                <a:lnTo>
                  <a:pt x="771822" y="60272"/>
                </a:lnTo>
                <a:lnTo>
                  <a:pt x="772048" y="52529"/>
                </a:lnTo>
                <a:cubicBezTo>
                  <a:pt x="772503" y="37270"/>
                  <a:pt x="773188" y="26796"/>
                  <a:pt x="773188" y="26796"/>
                </a:cubicBezTo>
                <a:cubicBezTo>
                  <a:pt x="773188" y="25427"/>
                  <a:pt x="772503" y="24746"/>
                  <a:pt x="771367" y="24746"/>
                </a:cubicBezTo>
                <a:cubicBezTo>
                  <a:pt x="769772" y="24746"/>
                  <a:pt x="761345" y="27252"/>
                  <a:pt x="757703" y="28847"/>
                </a:cubicBezTo>
                <a:cubicBezTo>
                  <a:pt x="753828" y="30438"/>
                  <a:pt x="747225" y="31804"/>
                  <a:pt x="745630" y="33854"/>
                </a:cubicBezTo>
                <a:cubicBezTo>
                  <a:pt x="744035" y="35905"/>
                  <a:pt x="743125" y="42055"/>
                  <a:pt x="743125" y="60272"/>
                </a:cubicBezTo>
                <a:lnTo>
                  <a:pt x="736748" y="60272"/>
                </a:lnTo>
                <a:close/>
                <a:moveTo>
                  <a:pt x="901178" y="96312"/>
                </a:moveTo>
                <a:cubicBezTo>
                  <a:pt x="901407" y="88343"/>
                  <a:pt x="902547" y="79687"/>
                  <a:pt x="905733" y="75135"/>
                </a:cubicBezTo>
                <a:cubicBezTo>
                  <a:pt x="909379" y="69668"/>
                  <a:pt x="915526" y="67392"/>
                  <a:pt x="918032" y="67392"/>
                </a:cubicBezTo>
                <a:cubicBezTo>
                  <a:pt x="924183" y="67392"/>
                  <a:pt x="932606" y="73314"/>
                  <a:pt x="932606" y="91530"/>
                </a:cubicBezTo>
                <a:cubicBezTo>
                  <a:pt x="932606" y="92896"/>
                  <a:pt x="932606" y="95857"/>
                  <a:pt x="932151" y="96312"/>
                </a:cubicBezTo>
                <a:lnTo>
                  <a:pt x="901178" y="96312"/>
                </a:lnTo>
                <a:moveTo>
                  <a:pt x="959027" y="129579"/>
                </a:moveTo>
                <a:cubicBezTo>
                  <a:pt x="949690" y="139153"/>
                  <a:pt x="937391" y="141658"/>
                  <a:pt x="928735" y="141658"/>
                </a:cubicBezTo>
                <a:cubicBezTo>
                  <a:pt x="910970" y="141658"/>
                  <a:pt x="900041" y="131403"/>
                  <a:pt x="900041" y="109069"/>
                </a:cubicBezTo>
                <a:cubicBezTo>
                  <a:pt x="900041" y="107474"/>
                  <a:pt x="900267" y="106560"/>
                  <a:pt x="900267" y="105420"/>
                </a:cubicBezTo>
                <a:lnTo>
                  <a:pt x="954927" y="105420"/>
                </a:lnTo>
                <a:cubicBezTo>
                  <a:pt x="960393" y="105420"/>
                  <a:pt x="961529" y="101549"/>
                  <a:pt x="961529" y="98362"/>
                </a:cubicBezTo>
                <a:cubicBezTo>
                  <a:pt x="961529" y="79006"/>
                  <a:pt x="954016" y="57825"/>
                  <a:pt x="920537" y="57825"/>
                </a:cubicBezTo>
                <a:cubicBezTo>
                  <a:pt x="896625" y="57825"/>
                  <a:pt x="869294" y="79006"/>
                  <a:pt x="869294" y="113854"/>
                </a:cubicBezTo>
                <a:cubicBezTo>
                  <a:pt x="869294" y="127073"/>
                  <a:pt x="874079" y="140977"/>
                  <a:pt x="883872" y="149859"/>
                </a:cubicBezTo>
                <a:cubicBezTo>
                  <a:pt x="892525" y="157602"/>
                  <a:pt x="903683" y="161244"/>
                  <a:pt x="919853" y="161244"/>
                </a:cubicBezTo>
                <a:cubicBezTo>
                  <a:pt x="935567" y="161244"/>
                  <a:pt x="951055" y="153275"/>
                  <a:pt x="962443" y="136647"/>
                </a:cubicBezTo>
                <a:cubicBezTo>
                  <a:pt x="962443" y="133683"/>
                  <a:pt x="961303" y="129579"/>
                  <a:pt x="959027" y="129579"/>
                </a:cubicBezTo>
                <a:close/>
                <a:moveTo>
                  <a:pt x="1012320" y="142398"/>
                </a:moveTo>
                <a:lnTo>
                  <a:pt x="1026439" y="122611"/>
                </a:lnTo>
                <a:cubicBezTo>
                  <a:pt x="1027349" y="121475"/>
                  <a:pt x="1028034" y="120790"/>
                  <a:pt x="1028715" y="121930"/>
                </a:cubicBezTo>
                <a:lnTo>
                  <a:pt x="1039648" y="142624"/>
                </a:lnTo>
                <a:cubicBezTo>
                  <a:pt x="1043519" y="149904"/>
                  <a:pt x="1041243" y="150586"/>
                  <a:pt x="1033271" y="151722"/>
                </a:cubicBezTo>
                <a:cubicBezTo>
                  <a:pt x="1031905" y="153088"/>
                  <a:pt x="1031905" y="158099"/>
                  <a:pt x="1033271" y="159464"/>
                </a:cubicBezTo>
                <a:cubicBezTo>
                  <a:pt x="1037827" y="159239"/>
                  <a:pt x="1052172" y="159009"/>
                  <a:pt x="1064244" y="159009"/>
                </a:cubicBezTo>
                <a:cubicBezTo>
                  <a:pt x="1076087" y="159009"/>
                  <a:pt x="1090207" y="159239"/>
                  <a:pt x="1094762" y="159464"/>
                </a:cubicBezTo>
                <a:cubicBezTo>
                  <a:pt x="1096128" y="158099"/>
                  <a:pt x="1096128" y="153088"/>
                  <a:pt x="1094762" y="151722"/>
                </a:cubicBezTo>
                <a:cubicBezTo>
                  <a:pt x="1086335" y="150360"/>
                  <a:pt x="1078593" y="147402"/>
                  <a:pt x="1071302" y="136484"/>
                </a:cubicBezTo>
                <a:lnTo>
                  <a:pt x="1051261" y="106692"/>
                </a:lnTo>
                <a:cubicBezTo>
                  <a:pt x="1050125" y="104871"/>
                  <a:pt x="1050125" y="104190"/>
                  <a:pt x="1050806" y="103279"/>
                </a:cubicBezTo>
                <a:lnTo>
                  <a:pt x="1071076" y="78717"/>
                </a:lnTo>
                <a:cubicBezTo>
                  <a:pt x="1077453" y="70982"/>
                  <a:pt x="1085651" y="68254"/>
                  <a:pt x="1092712" y="67573"/>
                </a:cubicBezTo>
                <a:cubicBezTo>
                  <a:pt x="1094078" y="66207"/>
                  <a:pt x="1094078" y="61196"/>
                  <a:pt x="1092712" y="59827"/>
                </a:cubicBezTo>
                <a:cubicBezTo>
                  <a:pt x="1088156" y="60056"/>
                  <a:pt x="1081098" y="60286"/>
                  <a:pt x="1073582" y="60286"/>
                </a:cubicBezTo>
                <a:cubicBezTo>
                  <a:pt x="1064699" y="60286"/>
                  <a:pt x="1055362" y="60056"/>
                  <a:pt x="1050806" y="59827"/>
                </a:cubicBezTo>
                <a:cubicBezTo>
                  <a:pt x="1049440" y="61196"/>
                  <a:pt x="1049440" y="66207"/>
                  <a:pt x="1050806" y="67573"/>
                </a:cubicBezTo>
                <a:cubicBezTo>
                  <a:pt x="1059007" y="68254"/>
                  <a:pt x="1060828" y="70756"/>
                  <a:pt x="1056272" y="77352"/>
                </a:cubicBezTo>
                <a:lnTo>
                  <a:pt x="1043974" y="94863"/>
                </a:lnTo>
                <a:cubicBezTo>
                  <a:pt x="1043293" y="96003"/>
                  <a:pt x="1042153" y="96003"/>
                  <a:pt x="1041243" y="94411"/>
                </a:cubicBezTo>
                <a:lnTo>
                  <a:pt x="1030995" y="77126"/>
                </a:lnTo>
                <a:cubicBezTo>
                  <a:pt x="1026209" y="68935"/>
                  <a:pt x="1029170" y="68483"/>
                  <a:pt x="1037827" y="67573"/>
                </a:cubicBezTo>
                <a:cubicBezTo>
                  <a:pt x="1039192" y="66207"/>
                  <a:pt x="1039192" y="61196"/>
                  <a:pt x="1037827" y="59827"/>
                </a:cubicBezTo>
                <a:cubicBezTo>
                  <a:pt x="1033271" y="60056"/>
                  <a:pt x="1018467" y="60286"/>
                  <a:pt x="1005943" y="60286"/>
                </a:cubicBezTo>
                <a:cubicBezTo>
                  <a:pt x="994781" y="60286"/>
                  <a:pt x="981801" y="60056"/>
                  <a:pt x="977246" y="59827"/>
                </a:cubicBezTo>
                <a:cubicBezTo>
                  <a:pt x="975880" y="61196"/>
                  <a:pt x="975880" y="66207"/>
                  <a:pt x="977246" y="67573"/>
                </a:cubicBezTo>
                <a:cubicBezTo>
                  <a:pt x="987494" y="67573"/>
                  <a:pt x="992049" y="73713"/>
                  <a:pt x="998426" y="82811"/>
                </a:cubicBezTo>
                <a:lnTo>
                  <a:pt x="1018696" y="111696"/>
                </a:lnTo>
                <a:cubicBezTo>
                  <a:pt x="1019377" y="112603"/>
                  <a:pt x="1019377" y="113513"/>
                  <a:pt x="1018012" y="115105"/>
                </a:cubicBezTo>
                <a:lnTo>
                  <a:pt x="997061" y="141033"/>
                </a:lnTo>
                <a:cubicBezTo>
                  <a:pt x="991365" y="148313"/>
                  <a:pt x="981346" y="150811"/>
                  <a:pt x="974514" y="151722"/>
                </a:cubicBezTo>
                <a:cubicBezTo>
                  <a:pt x="973145" y="153088"/>
                  <a:pt x="973145" y="158099"/>
                  <a:pt x="974514" y="159464"/>
                </a:cubicBezTo>
                <a:cubicBezTo>
                  <a:pt x="979067" y="159239"/>
                  <a:pt x="986128" y="159009"/>
                  <a:pt x="993415" y="159009"/>
                </a:cubicBezTo>
                <a:cubicBezTo>
                  <a:pt x="1003208" y="159009"/>
                  <a:pt x="1013911" y="159239"/>
                  <a:pt x="1018467" y="159464"/>
                </a:cubicBezTo>
                <a:cubicBezTo>
                  <a:pt x="1019833" y="158099"/>
                  <a:pt x="1019833" y="153088"/>
                  <a:pt x="1018467" y="151722"/>
                </a:cubicBezTo>
                <a:cubicBezTo>
                  <a:pt x="1014366" y="150811"/>
                  <a:pt x="1007309" y="149449"/>
                  <a:pt x="1012320" y="142398"/>
                </a:cubicBezTo>
                <a:close/>
                <a:moveTo>
                  <a:pt x="1120039" y="88576"/>
                </a:moveTo>
                <a:lnTo>
                  <a:pt x="1120039" y="184092"/>
                </a:lnTo>
                <a:cubicBezTo>
                  <a:pt x="1120039" y="203056"/>
                  <a:pt x="1117537" y="203515"/>
                  <a:pt x="1103643" y="204654"/>
                </a:cubicBezTo>
                <a:cubicBezTo>
                  <a:pt x="1102278" y="206020"/>
                  <a:pt x="1102278" y="211031"/>
                  <a:pt x="1103643" y="212397"/>
                </a:cubicBezTo>
                <a:cubicBezTo>
                  <a:pt x="1113207" y="212171"/>
                  <a:pt x="1122774" y="211942"/>
                  <a:pt x="1134843" y="211942"/>
                </a:cubicBezTo>
                <a:cubicBezTo>
                  <a:pt x="1146915" y="211942"/>
                  <a:pt x="1156253" y="212171"/>
                  <a:pt x="1166045" y="212397"/>
                </a:cubicBezTo>
                <a:cubicBezTo>
                  <a:pt x="1167411" y="211031"/>
                  <a:pt x="1167411" y="206020"/>
                  <a:pt x="1166045" y="204654"/>
                </a:cubicBezTo>
                <a:cubicBezTo>
                  <a:pt x="1152152" y="203740"/>
                  <a:pt x="1149646" y="203056"/>
                  <a:pt x="1149646" y="184092"/>
                </a:cubicBezTo>
                <a:lnTo>
                  <a:pt x="1149646" y="157372"/>
                </a:lnTo>
                <a:cubicBezTo>
                  <a:pt x="1154657" y="159878"/>
                  <a:pt x="1159439" y="161244"/>
                  <a:pt x="1164905" y="161244"/>
                </a:cubicBezTo>
                <a:cubicBezTo>
                  <a:pt x="1199524" y="161244"/>
                  <a:pt x="1222071" y="138468"/>
                  <a:pt x="1222071" y="104979"/>
                </a:cubicBezTo>
                <a:cubicBezTo>
                  <a:pt x="1222071" y="92222"/>
                  <a:pt x="1217285" y="78099"/>
                  <a:pt x="1208403" y="69213"/>
                </a:cubicBezTo>
                <a:cubicBezTo>
                  <a:pt x="1200435" y="61245"/>
                  <a:pt x="1189047" y="57825"/>
                  <a:pt x="1177204" y="57825"/>
                </a:cubicBezTo>
                <a:cubicBezTo>
                  <a:pt x="1170598" y="57825"/>
                  <a:pt x="1158303" y="65797"/>
                  <a:pt x="1150331" y="73084"/>
                </a:cubicBezTo>
                <a:lnTo>
                  <a:pt x="1148965" y="73084"/>
                </a:lnTo>
                <a:cubicBezTo>
                  <a:pt x="1148507" y="66708"/>
                  <a:pt x="1147825" y="61700"/>
                  <a:pt x="1147825" y="61700"/>
                </a:cubicBezTo>
                <a:cubicBezTo>
                  <a:pt x="1147596" y="58965"/>
                  <a:pt x="1145775" y="57825"/>
                  <a:pt x="1142589" y="57825"/>
                </a:cubicBezTo>
                <a:cubicBezTo>
                  <a:pt x="1134161" y="60150"/>
                  <a:pt x="1120497" y="63340"/>
                  <a:pt x="1104783" y="65387"/>
                </a:cubicBezTo>
                <a:cubicBezTo>
                  <a:pt x="1104324" y="66756"/>
                  <a:pt x="1104783" y="71309"/>
                  <a:pt x="1105238" y="72678"/>
                </a:cubicBezTo>
                <a:cubicBezTo>
                  <a:pt x="1117763" y="73769"/>
                  <a:pt x="1120039" y="75590"/>
                  <a:pt x="1120039" y="88576"/>
                </a:cubicBezTo>
                <a:moveTo>
                  <a:pt x="1149646" y="144164"/>
                </a:moveTo>
                <a:lnTo>
                  <a:pt x="1149646" y="85841"/>
                </a:lnTo>
                <a:cubicBezTo>
                  <a:pt x="1149646" y="84476"/>
                  <a:pt x="1149646" y="83336"/>
                  <a:pt x="1149646" y="81970"/>
                </a:cubicBezTo>
                <a:cubicBezTo>
                  <a:pt x="1156253" y="76049"/>
                  <a:pt x="1164680" y="73084"/>
                  <a:pt x="1169917" y="73084"/>
                </a:cubicBezTo>
                <a:cubicBezTo>
                  <a:pt x="1179254" y="73084"/>
                  <a:pt x="1190187" y="84476"/>
                  <a:pt x="1190187" y="111130"/>
                </a:cubicBezTo>
                <a:cubicBezTo>
                  <a:pt x="1190187" y="130267"/>
                  <a:pt x="1183351" y="151680"/>
                  <a:pt x="1163540" y="151680"/>
                </a:cubicBezTo>
                <a:cubicBezTo>
                  <a:pt x="1161034" y="151680"/>
                  <a:pt x="1155342" y="150315"/>
                  <a:pt x="1149646" y="144164"/>
                </a:cubicBezTo>
                <a:close/>
                <a:moveTo>
                  <a:pt x="1253497" y="130093"/>
                </a:moveTo>
                <a:cubicBezTo>
                  <a:pt x="1253497" y="148991"/>
                  <a:pt x="1249855" y="151041"/>
                  <a:pt x="1235962" y="151722"/>
                </a:cubicBezTo>
                <a:cubicBezTo>
                  <a:pt x="1234596" y="153088"/>
                  <a:pt x="1234596" y="158099"/>
                  <a:pt x="1235962" y="159464"/>
                </a:cubicBezTo>
                <a:cubicBezTo>
                  <a:pt x="1245525" y="159239"/>
                  <a:pt x="1255773" y="159009"/>
                  <a:pt x="1268301" y="159009"/>
                </a:cubicBezTo>
                <a:cubicBezTo>
                  <a:pt x="1280825" y="159009"/>
                  <a:pt x="1290847" y="159239"/>
                  <a:pt x="1300640" y="159464"/>
                </a:cubicBezTo>
                <a:cubicBezTo>
                  <a:pt x="1302006" y="158099"/>
                  <a:pt x="1302006" y="153088"/>
                  <a:pt x="1300640" y="151722"/>
                </a:cubicBezTo>
                <a:cubicBezTo>
                  <a:pt x="1286747" y="151041"/>
                  <a:pt x="1283105" y="148991"/>
                  <a:pt x="1283105" y="130093"/>
                </a:cubicBezTo>
                <a:lnTo>
                  <a:pt x="1283105" y="26272"/>
                </a:lnTo>
                <a:cubicBezTo>
                  <a:pt x="1283105" y="11471"/>
                  <a:pt x="1283786" y="3002"/>
                  <a:pt x="1283786" y="3002"/>
                </a:cubicBezTo>
                <a:cubicBezTo>
                  <a:pt x="1283786" y="924"/>
                  <a:pt x="1282194" y="0"/>
                  <a:pt x="1280144" y="0"/>
                </a:cubicBezTo>
                <a:cubicBezTo>
                  <a:pt x="1271717" y="2773"/>
                  <a:pt x="1253497" y="5313"/>
                  <a:pt x="1237328" y="6005"/>
                </a:cubicBezTo>
                <a:cubicBezTo>
                  <a:pt x="1236643" y="8740"/>
                  <a:pt x="1236872" y="11245"/>
                  <a:pt x="1238012" y="13296"/>
                </a:cubicBezTo>
                <a:cubicBezTo>
                  <a:pt x="1252357" y="14432"/>
                  <a:pt x="1253497" y="14661"/>
                  <a:pt x="1253497" y="30369"/>
                </a:cubicBezTo>
                <a:lnTo>
                  <a:pt x="1253497" y="130093"/>
                </a:lnTo>
                <a:close/>
                <a:moveTo>
                  <a:pt x="1363953" y="67392"/>
                </a:moveTo>
                <a:cubicBezTo>
                  <a:pt x="1379438" y="67392"/>
                  <a:pt x="1389915" y="85845"/>
                  <a:pt x="1389915" y="117055"/>
                </a:cubicBezTo>
                <a:cubicBezTo>
                  <a:pt x="1389915" y="144390"/>
                  <a:pt x="1379212" y="151680"/>
                  <a:pt x="1371015" y="151680"/>
                </a:cubicBezTo>
                <a:cubicBezTo>
                  <a:pt x="1352339" y="151680"/>
                  <a:pt x="1345049" y="123661"/>
                  <a:pt x="1345049" y="106803"/>
                </a:cubicBezTo>
                <a:cubicBezTo>
                  <a:pt x="1345049" y="85845"/>
                  <a:pt x="1348694" y="67392"/>
                  <a:pt x="1363953" y="67392"/>
                </a:cubicBezTo>
                <a:moveTo>
                  <a:pt x="1313165" y="111814"/>
                </a:moveTo>
                <a:cubicBezTo>
                  <a:pt x="1313165" y="141658"/>
                  <a:pt x="1336851" y="161244"/>
                  <a:pt x="1367369" y="161244"/>
                </a:cubicBezTo>
                <a:cubicBezTo>
                  <a:pt x="1383539" y="161244"/>
                  <a:pt x="1396977" y="156691"/>
                  <a:pt x="1406314" y="148264"/>
                </a:cubicBezTo>
                <a:cubicBezTo>
                  <a:pt x="1417928" y="138013"/>
                  <a:pt x="1421799" y="122521"/>
                  <a:pt x="1421799" y="109764"/>
                </a:cubicBezTo>
                <a:cubicBezTo>
                  <a:pt x="1421799" y="79923"/>
                  <a:pt x="1401529" y="57825"/>
                  <a:pt x="1367595" y="57825"/>
                </a:cubicBezTo>
                <a:cubicBezTo>
                  <a:pt x="1348694" y="57825"/>
                  <a:pt x="1334575" y="64431"/>
                  <a:pt x="1325693" y="74683"/>
                </a:cubicBezTo>
                <a:cubicBezTo>
                  <a:pt x="1317036" y="84705"/>
                  <a:pt x="1313165" y="98373"/>
                  <a:pt x="1313165" y="111814"/>
                </a:cubicBezTo>
                <a:close/>
                <a:moveTo>
                  <a:pt x="1483063" y="131229"/>
                </a:moveTo>
                <a:lnTo>
                  <a:pt x="1483063" y="85911"/>
                </a:lnTo>
                <a:cubicBezTo>
                  <a:pt x="1483063" y="74527"/>
                  <a:pt x="1483973" y="61742"/>
                  <a:pt x="1483973" y="61742"/>
                </a:cubicBezTo>
                <a:cubicBezTo>
                  <a:pt x="1483973" y="59208"/>
                  <a:pt x="1481923" y="57825"/>
                  <a:pt x="1478736" y="57825"/>
                </a:cubicBezTo>
                <a:cubicBezTo>
                  <a:pt x="1472360" y="60362"/>
                  <a:pt x="1453910" y="62204"/>
                  <a:pt x="1438196" y="64275"/>
                </a:cubicBezTo>
                <a:cubicBezTo>
                  <a:pt x="1437741" y="65644"/>
                  <a:pt x="1438196" y="70197"/>
                  <a:pt x="1438651" y="71566"/>
                </a:cubicBezTo>
                <a:cubicBezTo>
                  <a:pt x="1451179" y="72702"/>
                  <a:pt x="1453455" y="74527"/>
                  <a:pt x="1453455" y="87506"/>
                </a:cubicBezTo>
                <a:lnTo>
                  <a:pt x="1453455" y="131229"/>
                </a:lnTo>
                <a:cubicBezTo>
                  <a:pt x="1453455" y="150130"/>
                  <a:pt x="1450950" y="150586"/>
                  <a:pt x="1437060" y="151722"/>
                </a:cubicBezTo>
                <a:cubicBezTo>
                  <a:pt x="1435691" y="153088"/>
                  <a:pt x="1435691" y="158099"/>
                  <a:pt x="1437060" y="159464"/>
                </a:cubicBezTo>
                <a:cubicBezTo>
                  <a:pt x="1446623" y="159239"/>
                  <a:pt x="1456190" y="159009"/>
                  <a:pt x="1468259" y="159009"/>
                </a:cubicBezTo>
                <a:cubicBezTo>
                  <a:pt x="1480328" y="159009"/>
                  <a:pt x="1489666" y="159239"/>
                  <a:pt x="1499458" y="159464"/>
                </a:cubicBezTo>
                <a:cubicBezTo>
                  <a:pt x="1500828" y="158099"/>
                  <a:pt x="1500828" y="153088"/>
                  <a:pt x="1499458" y="151722"/>
                </a:cubicBezTo>
                <a:cubicBezTo>
                  <a:pt x="1485568" y="150811"/>
                  <a:pt x="1483063" y="150130"/>
                  <a:pt x="1483063" y="131229"/>
                </a:cubicBezTo>
                <a:moveTo>
                  <a:pt x="1452319" y="23241"/>
                </a:moveTo>
                <a:cubicBezTo>
                  <a:pt x="1452319" y="30754"/>
                  <a:pt x="1457782" y="38271"/>
                  <a:pt x="1466893" y="38271"/>
                </a:cubicBezTo>
                <a:cubicBezTo>
                  <a:pt x="1477141" y="38271"/>
                  <a:pt x="1483063" y="30073"/>
                  <a:pt x="1483063" y="24152"/>
                </a:cubicBezTo>
                <a:cubicBezTo>
                  <a:pt x="1483063" y="17320"/>
                  <a:pt x="1477826" y="9119"/>
                  <a:pt x="1468259" y="9119"/>
                </a:cubicBezTo>
                <a:cubicBezTo>
                  <a:pt x="1457556" y="9119"/>
                  <a:pt x="1452319" y="16409"/>
                  <a:pt x="1452319" y="23241"/>
                </a:cubicBezTo>
                <a:close/>
                <a:moveTo>
                  <a:pt x="1517906" y="60272"/>
                </a:moveTo>
                <a:cubicBezTo>
                  <a:pt x="1514720" y="60272"/>
                  <a:pt x="1511304" y="61186"/>
                  <a:pt x="1508343" y="63691"/>
                </a:cubicBezTo>
                <a:lnTo>
                  <a:pt x="1508343" y="70294"/>
                </a:lnTo>
                <a:cubicBezTo>
                  <a:pt x="1508343" y="71434"/>
                  <a:pt x="1508569" y="71660"/>
                  <a:pt x="1509479" y="71660"/>
                </a:cubicBezTo>
                <a:lnTo>
                  <a:pt x="1524283" y="71660"/>
                </a:lnTo>
                <a:cubicBezTo>
                  <a:pt x="1523828" y="94616"/>
                  <a:pt x="1523602" y="123709"/>
                  <a:pt x="1523602" y="135076"/>
                </a:cubicBezTo>
                <a:cubicBezTo>
                  <a:pt x="1523602" y="143031"/>
                  <a:pt x="1525652" y="150770"/>
                  <a:pt x="1530434" y="154867"/>
                </a:cubicBezTo>
                <a:cubicBezTo>
                  <a:pt x="1535671" y="159197"/>
                  <a:pt x="1543869" y="161244"/>
                  <a:pt x="1549335" y="161244"/>
                </a:cubicBezTo>
                <a:cubicBezTo>
                  <a:pt x="1561863" y="161244"/>
                  <a:pt x="1575753" y="154867"/>
                  <a:pt x="1580308" y="148490"/>
                </a:cubicBezTo>
                <a:cubicBezTo>
                  <a:pt x="1580308" y="145759"/>
                  <a:pt x="1578943" y="144393"/>
                  <a:pt x="1576211" y="142120"/>
                </a:cubicBezTo>
                <a:cubicBezTo>
                  <a:pt x="1573251" y="144393"/>
                  <a:pt x="1567555" y="145303"/>
                  <a:pt x="1563228" y="145303"/>
                </a:cubicBezTo>
                <a:cubicBezTo>
                  <a:pt x="1558217" y="145303"/>
                  <a:pt x="1553206" y="141439"/>
                  <a:pt x="1553206" y="130076"/>
                </a:cubicBezTo>
                <a:cubicBezTo>
                  <a:pt x="1553206" y="118709"/>
                  <a:pt x="1552980" y="94390"/>
                  <a:pt x="1552980" y="71660"/>
                </a:cubicBezTo>
                <a:lnTo>
                  <a:pt x="1575982" y="71660"/>
                </a:lnTo>
                <a:cubicBezTo>
                  <a:pt x="1578258" y="71660"/>
                  <a:pt x="1581448" y="70749"/>
                  <a:pt x="1581448" y="68699"/>
                </a:cubicBezTo>
                <a:lnTo>
                  <a:pt x="1581448" y="61641"/>
                </a:lnTo>
                <a:cubicBezTo>
                  <a:pt x="1581448" y="60730"/>
                  <a:pt x="1580764" y="60272"/>
                  <a:pt x="1579627" y="60272"/>
                </a:cubicBezTo>
                <a:lnTo>
                  <a:pt x="1552980" y="60272"/>
                </a:lnTo>
                <a:lnTo>
                  <a:pt x="1553206" y="52529"/>
                </a:lnTo>
                <a:cubicBezTo>
                  <a:pt x="1553661" y="37270"/>
                  <a:pt x="1554346" y="26796"/>
                  <a:pt x="1554346" y="26796"/>
                </a:cubicBezTo>
                <a:cubicBezTo>
                  <a:pt x="1554346" y="25427"/>
                  <a:pt x="1553661" y="24746"/>
                  <a:pt x="1552525" y="24746"/>
                </a:cubicBezTo>
                <a:cubicBezTo>
                  <a:pt x="1550930" y="24746"/>
                  <a:pt x="1542503" y="27252"/>
                  <a:pt x="1538861" y="28847"/>
                </a:cubicBezTo>
                <a:cubicBezTo>
                  <a:pt x="1534986" y="30438"/>
                  <a:pt x="1528384" y="31804"/>
                  <a:pt x="1526789" y="33854"/>
                </a:cubicBezTo>
                <a:cubicBezTo>
                  <a:pt x="1525194" y="35905"/>
                  <a:pt x="1524283" y="42055"/>
                  <a:pt x="1524283" y="60272"/>
                </a:cubicBezTo>
                <a:lnTo>
                  <a:pt x="1517906" y="60272"/>
                </a:lnTo>
                <a:close/>
                <a:moveTo>
                  <a:pt x="1652277" y="147809"/>
                </a:moveTo>
                <a:cubicBezTo>
                  <a:pt x="1653869" y="157147"/>
                  <a:pt x="1660020" y="161244"/>
                  <a:pt x="1670038" y="161244"/>
                </a:cubicBezTo>
                <a:cubicBezTo>
                  <a:pt x="1682566" y="161244"/>
                  <a:pt x="1691448" y="156462"/>
                  <a:pt x="1699875" y="148490"/>
                </a:cubicBezTo>
                <a:cubicBezTo>
                  <a:pt x="1699420" y="145759"/>
                  <a:pt x="1698506" y="143938"/>
                  <a:pt x="1695775" y="142113"/>
                </a:cubicBezTo>
                <a:cubicBezTo>
                  <a:pt x="1692814" y="144393"/>
                  <a:pt x="1690538" y="145303"/>
                  <a:pt x="1686211" y="145303"/>
                </a:cubicBezTo>
                <a:cubicBezTo>
                  <a:pt x="1681200" y="145303"/>
                  <a:pt x="1679835" y="141203"/>
                  <a:pt x="1679835" y="130041"/>
                </a:cubicBezTo>
                <a:lnTo>
                  <a:pt x="1680290" y="97236"/>
                </a:lnTo>
                <a:cubicBezTo>
                  <a:pt x="1680290" y="64431"/>
                  <a:pt x="1660020" y="57825"/>
                  <a:pt x="1641345" y="57825"/>
                </a:cubicBezTo>
                <a:cubicBezTo>
                  <a:pt x="1624720" y="57825"/>
                  <a:pt x="1599213" y="67392"/>
                  <a:pt x="1599213" y="82429"/>
                </a:cubicBezTo>
                <a:cubicBezTo>
                  <a:pt x="1599213" y="88806"/>
                  <a:pt x="1601944" y="93817"/>
                  <a:pt x="1610826" y="93817"/>
                </a:cubicBezTo>
                <a:cubicBezTo>
                  <a:pt x="1619024" y="93817"/>
                  <a:pt x="1624946" y="88806"/>
                  <a:pt x="1624946" y="83339"/>
                </a:cubicBezTo>
                <a:cubicBezTo>
                  <a:pt x="1624946" y="80379"/>
                  <a:pt x="1623354" y="76504"/>
                  <a:pt x="1624035" y="72633"/>
                </a:cubicBezTo>
                <a:cubicBezTo>
                  <a:pt x="1624265" y="70127"/>
                  <a:pt x="1626085" y="67392"/>
                  <a:pt x="1633602" y="67392"/>
                </a:cubicBezTo>
                <a:cubicBezTo>
                  <a:pt x="1643166" y="67392"/>
                  <a:pt x="1651137" y="71493"/>
                  <a:pt x="1651137" y="100426"/>
                </a:cubicBezTo>
                <a:lnTo>
                  <a:pt x="1635878" y="105208"/>
                </a:lnTo>
                <a:cubicBezTo>
                  <a:pt x="1611966" y="112725"/>
                  <a:pt x="1595112" y="119334"/>
                  <a:pt x="1595112" y="137328"/>
                </a:cubicBezTo>
                <a:cubicBezTo>
                  <a:pt x="1595112" y="153046"/>
                  <a:pt x="1603765" y="161244"/>
                  <a:pt x="1623580" y="161244"/>
                </a:cubicBezTo>
                <a:cubicBezTo>
                  <a:pt x="1630186" y="161244"/>
                  <a:pt x="1643395" y="153956"/>
                  <a:pt x="1650908" y="148035"/>
                </a:cubicBezTo>
                <a:lnTo>
                  <a:pt x="1652277" y="147809"/>
                </a:lnTo>
                <a:moveTo>
                  <a:pt x="1651137" y="109309"/>
                </a:moveTo>
                <a:lnTo>
                  <a:pt x="1651137" y="139378"/>
                </a:lnTo>
                <a:cubicBezTo>
                  <a:pt x="1645445" y="143934"/>
                  <a:pt x="1639750" y="147580"/>
                  <a:pt x="1635652" y="147580"/>
                </a:cubicBezTo>
                <a:cubicBezTo>
                  <a:pt x="1625856" y="147580"/>
                  <a:pt x="1622440" y="140974"/>
                  <a:pt x="1622440" y="133912"/>
                </a:cubicBezTo>
                <a:cubicBezTo>
                  <a:pt x="1622440" y="125485"/>
                  <a:pt x="1623125" y="118420"/>
                  <a:pt x="1639294" y="113183"/>
                </a:cubicBezTo>
                <a:lnTo>
                  <a:pt x="1651137" y="109309"/>
                </a:lnTo>
                <a:close/>
                <a:moveTo>
                  <a:pt x="1714676" y="60272"/>
                </a:moveTo>
                <a:cubicBezTo>
                  <a:pt x="1711489" y="60272"/>
                  <a:pt x="1708073" y="61186"/>
                  <a:pt x="1705112" y="63691"/>
                </a:cubicBezTo>
                <a:lnTo>
                  <a:pt x="1705112" y="70294"/>
                </a:lnTo>
                <a:cubicBezTo>
                  <a:pt x="1705112" y="71434"/>
                  <a:pt x="1705338" y="71660"/>
                  <a:pt x="1706249" y="71660"/>
                </a:cubicBezTo>
                <a:lnTo>
                  <a:pt x="1721053" y="71660"/>
                </a:lnTo>
                <a:cubicBezTo>
                  <a:pt x="1720597" y="94616"/>
                  <a:pt x="1720372" y="123709"/>
                  <a:pt x="1720372" y="135076"/>
                </a:cubicBezTo>
                <a:cubicBezTo>
                  <a:pt x="1720372" y="143031"/>
                  <a:pt x="1722422" y="150770"/>
                  <a:pt x="1727204" y="154867"/>
                </a:cubicBezTo>
                <a:cubicBezTo>
                  <a:pt x="1732440" y="159197"/>
                  <a:pt x="1740638" y="161244"/>
                  <a:pt x="1746104" y="161244"/>
                </a:cubicBezTo>
                <a:cubicBezTo>
                  <a:pt x="1758632" y="161244"/>
                  <a:pt x="1772522" y="154867"/>
                  <a:pt x="1777078" y="148490"/>
                </a:cubicBezTo>
                <a:cubicBezTo>
                  <a:pt x="1777078" y="145759"/>
                  <a:pt x="1775712" y="144393"/>
                  <a:pt x="1772981" y="142120"/>
                </a:cubicBezTo>
                <a:cubicBezTo>
                  <a:pt x="1770020" y="144393"/>
                  <a:pt x="1764324" y="145303"/>
                  <a:pt x="1759998" y="145303"/>
                </a:cubicBezTo>
                <a:cubicBezTo>
                  <a:pt x="1754987" y="145303"/>
                  <a:pt x="1749976" y="141439"/>
                  <a:pt x="1749976" y="130076"/>
                </a:cubicBezTo>
                <a:cubicBezTo>
                  <a:pt x="1749976" y="118709"/>
                  <a:pt x="1749750" y="94390"/>
                  <a:pt x="1749750" y="71660"/>
                </a:cubicBezTo>
                <a:lnTo>
                  <a:pt x="1772751" y="71660"/>
                </a:lnTo>
                <a:cubicBezTo>
                  <a:pt x="1775028" y="71660"/>
                  <a:pt x="1778218" y="70749"/>
                  <a:pt x="1778218" y="68699"/>
                </a:cubicBezTo>
                <a:lnTo>
                  <a:pt x="1778218" y="61641"/>
                </a:lnTo>
                <a:cubicBezTo>
                  <a:pt x="1778218" y="60730"/>
                  <a:pt x="1777533" y="60272"/>
                  <a:pt x="1776397" y="60272"/>
                </a:cubicBezTo>
                <a:lnTo>
                  <a:pt x="1749750" y="60272"/>
                </a:lnTo>
                <a:lnTo>
                  <a:pt x="1749976" y="52529"/>
                </a:lnTo>
                <a:cubicBezTo>
                  <a:pt x="1750431" y="37270"/>
                  <a:pt x="1751116" y="26796"/>
                  <a:pt x="1751116" y="26796"/>
                </a:cubicBezTo>
                <a:cubicBezTo>
                  <a:pt x="1751116" y="25427"/>
                  <a:pt x="1750431" y="24746"/>
                  <a:pt x="1749295" y="24746"/>
                </a:cubicBezTo>
                <a:cubicBezTo>
                  <a:pt x="1747700" y="24746"/>
                  <a:pt x="1739272" y="27252"/>
                  <a:pt x="1735631" y="28847"/>
                </a:cubicBezTo>
                <a:cubicBezTo>
                  <a:pt x="1731756" y="30438"/>
                  <a:pt x="1725153" y="31804"/>
                  <a:pt x="1723558" y="33854"/>
                </a:cubicBezTo>
                <a:cubicBezTo>
                  <a:pt x="1721963" y="35905"/>
                  <a:pt x="1721053" y="42055"/>
                  <a:pt x="1721053" y="60272"/>
                </a:cubicBezTo>
                <a:lnTo>
                  <a:pt x="1714676" y="60272"/>
                </a:lnTo>
                <a:close/>
                <a:moveTo>
                  <a:pt x="1834697" y="131229"/>
                </a:moveTo>
                <a:lnTo>
                  <a:pt x="1834697" y="85911"/>
                </a:lnTo>
                <a:cubicBezTo>
                  <a:pt x="1834697" y="74527"/>
                  <a:pt x="1835608" y="61742"/>
                  <a:pt x="1835608" y="61742"/>
                </a:cubicBezTo>
                <a:cubicBezTo>
                  <a:pt x="1835608" y="59208"/>
                  <a:pt x="1833558" y="57825"/>
                  <a:pt x="1830371" y="57825"/>
                </a:cubicBezTo>
                <a:cubicBezTo>
                  <a:pt x="1823994" y="60362"/>
                  <a:pt x="1805545" y="62204"/>
                  <a:pt x="1789831" y="64275"/>
                </a:cubicBezTo>
                <a:cubicBezTo>
                  <a:pt x="1789375" y="65644"/>
                  <a:pt x="1789831" y="70197"/>
                  <a:pt x="1790286" y="71566"/>
                </a:cubicBezTo>
                <a:cubicBezTo>
                  <a:pt x="1802814" y="72702"/>
                  <a:pt x="1805090" y="74527"/>
                  <a:pt x="1805090" y="87506"/>
                </a:cubicBezTo>
                <a:lnTo>
                  <a:pt x="1805090" y="131229"/>
                </a:lnTo>
                <a:cubicBezTo>
                  <a:pt x="1805090" y="150130"/>
                  <a:pt x="1802584" y="150586"/>
                  <a:pt x="1788694" y="151722"/>
                </a:cubicBezTo>
                <a:cubicBezTo>
                  <a:pt x="1787325" y="153088"/>
                  <a:pt x="1787325" y="158099"/>
                  <a:pt x="1788694" y="159464"/>
                </a:cubicBezTo>
                <a:cubicBezTo>
                  <a:pt x="1798258" y="159239"/>
                  <a:pt x="1807825" y="159009"/>
                  <a:pt x="1819894" y="159009"/>
                </a:cubicBezTo>
                <a:cubicBezTo>
                  <a:pt x="1831963" y="159009"/>
                  <a:pt x="1841300" y="159239"/>
                  <a:pt x="1851093" y="159464"/>
                </a:cubicBezTo>
                <a:cubicBezTo>
                  <a:pt x="1852462" y="158099"/>
                  <a:pt x="1852462" y="153088"/>
                  <a:pt x="1851093" y="151722"/>
                </a:cubicBezTo>
                <a:cubicBezTo>
                  <a:pt x="1837203" y="150811"/>
                  <a:pt x="1834697" y="150130"/>
                  <a:pt x="1834697" y="131229"/>
                </a:cubicBezTo>
                <a:moveTo>
                  <a:pt x="1803953" y="23241"/>
                </a:moveTo>
                <a:cubicBezTo>
                  <a:pt x="1803953" y="30754"/>
                  <a:pt x="1809416" y="38271"/>
                  <a:pt x="1818528" y="38271"/>
                </a:cubicBezTo>
                <a:cubicBezTo>
                  <a:pt x="1828776" y="38271"/>
                  <a:pt x="1834697" y="30073"/>
                  <a:pt x="1834697" y="24152"/>
                </a:cubicBezTo>
                <a:cubicBezTo>
                  <a:pt x="1834697" y="17320"/>
                  <a:pt x="1829461" y="9119"/>
                  <a:pt x="1819894" y="9119"/>
                </a:cubicBezTo>
                <a:cubicBezTo>
                  <a:pt x="1809190" y="9119"/>
                  <a:pt x="1803953" y="16409"/>
                  <a:pt x="1803953" y="23241"/>
                </a:cubicBezTo>
                <a:close/>
                <a:moveTo>
                  <a:pt x="1914408" y="67392"/>
                </a:moveTo>
                <a:cubicBezTo>
                  <a:pt x="1929893" y="67392"/>
                  <a:pt x="1940371" y="85845"/>
                  <a:pt x="1940371" y="117055"/>
                </a:cubicBezTo>
                <a:cubicBezTo>
                  <a:pt x="1940371" y="144390"/>
                  <a:pt x="1929667" y="151680"/>
                  <a:pt x="1921470" y="151680"/>
                </a:cubicBezTo>
                <a:cubicBezTo>
                  <a:pt x="1902795" y="151680"/>
                  <a:pt x="1895504" y="123661"/>
                  <a:pt x="1895504" y="106803"/>
                </a:cubicBezTo>
                <a:cubicBezTo>
                  <a:pt x="1895504" y="85845"/>
                  <a:pt x="1899149" y="67392"/>
                  <a:pt x="1914408" y="67392"/>
                </a:cubicBezTo>
                <a:moveTo>
                  <a:pt x="1863620" y="111814"/>
                </a:moveTo>
                <a:cubicBezTo>
                  <a:pt x="1863620" y="141658"/>
                  <a:pt x="1887306" y="161244"/>
                  <a:pt x="1917824" y="161244"/>
                </a:cubicBezTo>
                <a:cubicBezTo>
                  <a:pt x="1933994" y="161244"/>
                  <a:pt x="1947432" y="156691"/>
                  <a:pt x="1956769" y="148264"/>
                </a:cubicBezTo>
                <a:cubicBezTo>
                  <a:pt x="1968383" y="138013"/>
                  <a:pt x="1972254" y="122521"/>
                  <a:pt x="1972254" y="109764"/>
                </a:cubicBezTo>
                <a:cubicBezTo>
                  <a:pt x="1972254" y="79923"/>
                  <a:pt x="1951984" y="57825"/>
                  <a:pt x="1918050" y="57825"/>
                </a:cubicBezTo>
                <a:cubicBezTo>
                  <a:pt x="1899149" y="57825"/>
                  <a:pt x="1885030" y="64431"/>
                  <a:pt x="1876148" y="74683"/>
                </a:cubicBezTo>
                <a:cubicBezTo>
                  <a:pt x="1867491" y="84705"/>
                  <a:pt x="1863620" y="98373"/>
                  <a:pt x="1863620" y="111814"/>
                </a:cubicBezTo>
                <a:close/>
                <a:moveTo>
                  <a:pt x="2032608" y="131209"/>
                </a:moveTo>
                <a:lnTo>
                  <a:pt x="2032608" y="85848"/>
                </a:lnTo>
                <a:lnTo>
                  <a:pt x="2032608" y="85393"/>
                </a:lnTo>
                <a:cubicBezTo>
                  <a:pt x="2041716" y="79239"/>
                  <a:pt x="2050827" y="74679"/>
                  <a:pt x="2054924" y="74679"/>
                </a:cubicBezTo>
                <a:cubicBezTo>
                  <a:pt x="2064036" y="74679"/>
                  <a:pt x="2070868" y="78784"/>
                  <a:pt x="2070868" y="91777"/>
                </a:cubicBezTo>
                <a:lnTo>
                  <a:pt x="2070868" y="129839"/>
                </a:lnTo>
                <a:cubicBezTo>
                  <a:pt x="2070868" y="148987"/>
                  <a:pt x="2067223" y="151037"/>
                  <a:pt x="2057885" y="151722"/>
                </a:cubicBezTo>
                <a:cubicBezTo>
                  <a:pt x="2056520" y="153088"/>
                  <a:pt x="2056520" y="158099"/>
                  <a:pt x="2057885" y="159464"/>
                </a:cubicBezTo>
                <a:cubicBezTo>
                  <a:pt x="2067452" y="159239"/>
                  <a:pt x="2074739" y="159009"/>
                  <a:pt x="2085672" y="159009"/>
                </a:cubicBezTo>
                <a:cubicBezTo>
                  <a:pt x="2098196" y="159009"/>
                  <a:pt x="2108218" y="159239"/>
                  <a:pt x="2118011" y="159464"/>
                </a:cubicBezTo>
                <a:cubicBezTo>
                  <a:pt x="2119377" y="158099"/>
                  <a:pt x="2119377" y="153088"/>
                  <a:pt x="2118011" y="151722"/>
                </a:cubicBezTo>
                <a:cubicBezTo>
                  <a:pt x="2104118" y="151037"/>
                  <a:pt x="2100476" y="148987"/>
                  <a:pt x="2100476" y="129839"/>
                </a:cubicBezTo>
                <a:lnTo>
                  <a:pt x="2100476" y="94282"/>
                </a:lnTo>
                <a:cubicBezTo>
                  <a:pt x="2100476" y="69213"/>
                  <a:pt x="2089769" y="57825"/>
                  <a:pt x="2070184" y="57825"/>
                </a:cubicBezTo>
                <a:cubicBezTo>
                  <a:pt x="2061075" y="57825"/>
                  <a:pt x="2044906" y="67847"/>
                  <a:pt x="2032378" y="76504"/>
                </a:cubicBezTo>
                <a:cubicBezTo>
                  <a:pt x="2031697" y="68532"/>
                  <a:pt x="2030783" y="61700"/>
                  <a:pt x="2030783" y="61700"/>
                </a:cubicBezTo>
                <a:cubicBezTo>
                  <a:pt x="2030557" y="58965"/>
                  <a:pt x="2028736" y="57825"/>
                  <a:pt x="2025546" y="57825"/>
                </a:cubicBezTo>
                <a:cubicBezTo>
                  <a:pt x="2017119" y="60150"/>
                  <a:pt x="2003455" y="63340"/>
                  <a:pt x="1987741" y="65387"/>
                </a:cubicBezTo>
                <a:cubicBezTo>
                  <a:pt x="1987286" y="66756"/>
                  <a:pt x="1987741" y="71309"/>
                  <a:pt x="1988196" y="72678"/>
                </a:cubicBezTo>
                <a:cubicBezTo>
                  <a:pt x="2000724" y="73818"/>
                  <a:pt x="2003000" y="75639"/>
                  <a:pt x="2003000" y="88621"/>
                </a:cubicBezTo>
                <a:lnTo>
                  <a:pt x="2003000" y="131222"/>
                </a:lnTo>
                <a:cubicBezTo>
                  <a:pt x="2003000" y="150127"/>
                  <a:pt x="2000494" y="150586"/>
                  <a:pt x="1986601" y="151722"/>
                </a:cubicBezTo>
                <a:cubicBezTo>
                  <a:pt x="1985235" y="153088"/>
                  <a:pt x="1985235" y="158099"/>
                  <a:pt x="1986601" y="159464"/>
                </a:cubicBezTo>
                <a:cubicBezTo>
                  <a:pt x="1996168" y="159239"/>
                  <a:pt x="2005731" y="159009"/>
                  <a:pt x="2017804" y="159009"/>
                </a:cubicBezTo>
                <a:cubicBezTo>
                  <a:pt x="2028281" y="159009"/>
                  <a:pt x="2034658" y="159239"/>
                  <a:pt x="2044451" y="159464"/>
                </a:cubicBezTo>
                <a:cubicBezTo>
                  <a:pt x="2045816" y="158099"/>
                  <a:pt x="2045816" y="153088"/>
                  <a:pt x="2044451" y="151722"/>
                </a:cubicBezTo>
                <a:cubicBezTo>
                  <a:pt x="2034884" y="150811"/>
                  <a:pt x="2032608" y="150127"/>
                  <a:pt x="2032608" y="131209"/>
                </a:cubicBezTo>
                <a:close/>
                <a:moveTo>
                  <a:pt x="2237120" y="67392"/>
                </a:moveTo>
                <a:cubicBezTo>
                  <a:pt x="2252605" y="67392"/>
                  <a:pt x="2263082" y="85845"/>
                  <a:pt x="2263082" y="117055"/>
                </a:cubicBezTo>
                <a:cubicBezTo>
                  <a:pt x="2263082" y="144390"/>
                  <a:pt x="2252379" y="151680"/>
                  <a:pt x="2244181" y="151680"/>
                </a:cubicBezTo>
                <a:cubicBezTo>
                  <a:pt x="2225506" y="151680"/>
                  <a:pt x="2218215" y="123661"/>
                  <a:pt x="2218215" y="106803"/>
                </a:cubicBezTo>
                <a:cubicBezTo>
                  <a:pt x="2218215" y="85845"/>
                  <a:pt x="2221861" y="67392"/>
                  <a:pt x="2237120" y="67392"/>
                </a:cubicBezTo>
                <a:moveTo>
                  <a:pt x="2186331" y="111814"/>
                </a:moveTo>
                <a:cubicBezTo>
                  <a:pt x="2186331" y="141658"/>
                  <a:pt x="2210018" y="161244"/>
                  <a:pt x="2240536" y="161244"/>
                </a:cubicBezTo>
                <a:cubicBezTo>
                  <a:pt x="2256705" y="161244"/>
                  <a:pt x="2270143" y="156691"/>
                  <a:pt x="2279481" y="148264"/>
                </a:cubicBezTo>
                <a:cubicBezTo>
                  <a:pt x="2291095" y="138013"/>
                  <a:pt x="2294966" y="122521"/>
                  <a:pt x="2294966" y="109764"/>
                </a:cubicBezTo>
                <a:cubicBezTo>
                  <a:pt x="2294966" y="79923"/>
                  <a:pt x="2274696" y="57825"/>
                  <a:pt x="2240762" y="57825"/>
                </a:cubicBezTo>
                <a:cubicBezTo>
                  <a:pt x="2221861" y="57825"/>
                  <a:pt x="2207741" y="64431"/>
                  <a:pt x="2198859" y="74683"/>
                </a:cubicBezTo>
                <a:cubicBezTo>
                  <a:pt x="2190203" y="84705"/>
                  <a:pt x="2186331" y="98373"/>
                  <a:pt x="2186331" y="111814"/>
                </a:cubicBezTo>
                <a:close/>
                <a:moveTo>
                  <a:pt x="2355774" y="129888"/>
                </a:moveTo>
                <a:lnTo>
                  <a:pt x="2355774" y="71660"/>
                </a:lnTo>
                <a:lnTo>
                  <a:pt x="2375360" y="71660"/>
                </a:lnTo>
                <a:cubicBezTo>
                  <a:pt x="2379460" y="71660"/>
                  <a:pt x="2383332" y="70523"/>
                  <a:pt x="2383332" y="67788"/>
                </a:cubicBezTo>
                <a:lnTo>
                  <a:pt x="2383332" y="62551"/>
                </a:lnTo>
                <a:cubicBezTo>
                  <a:pt x="2383332" y="61186"/>
                  <a:pt x="2383102" y="60272"/>
                  <a:pt x="2378776" y="60272"/>
                </a:cubicBezTo>
                <a:lnTo>
                  <a:pt x="2355774" y="60272"/>
                </a:lnTo>
                <a:lnTo>
                  <a:pt x="2355774" y="48623"/>
                </a:lnTo>
                <a:cubicBezTo>
                  <a:pt x="2355774" y="14592"/>
                  <a:pt x="2365112" y="9567"/>
                  <a:pt x="2370123" y="9567"/>
                </a:cubicBezTo>
                <a:cubicBezTo>
                  <a:pt x="2373994" y="9567"/>
                  <a:pt x="2374905" y="12993"/>
                  <a:pt x="2376500" y="18474"/>
                </a:cubicBezTo>
                <a:cubicBezTo>
                  <a:pt x="2378546" y="25785"/>
                  <a:pt x="2384468" y="31495"/>
                  <a:pt x="2392669" y="31495"/>
                </a:cubicBezTo>
                <a:cubicBezTo>
                  <a:pt x="2400182" y="31495"/>
                  <a:pt x="2405649" y="26699"/>
                  <a:pt x="2405649" y="16875"/>
                </a:cubicBezTo>
                <a:cubicBezTo>
                  <a:pt x="2405649" y="10710"/>
                  <a:pt x="2398591" y="0"/>
                  <a:pt x="2374449" y="0"/>
                </a:cubicBezTo>
                <a:cubicBezTo>
                  <a:pt x="2363746" y="0"/>
                  <a:pt x="2350993" y="3875"/>
                  <a:pt x="2342336" y="13223"/>
                </a:cubicBezTo>
                <a:cubicBezTo>
                  <a:pt x="2333909" y="22359"/>
                  <a:pt x="2326167" y="33778"/>
                  <a:pt x="2326167" y="55706"/>
                </a:cubicBezTo>
                <a:lnTo>
                  <a:pt x="2326167" y="60272"/>
                </a:lnTo>
                <a:lnTo>
                  <a:pt x="2325711" y="60272"/>
                </a:lnTo>
                <a:cubicBezTo>
                  <a:pt x="2317969" y="60272"/>
                  <a:pt x="2308631" y="61412"/>
                  <a:pt x="2308631" y="63233"/>
                </a:cubicBezTo>
                <a:lnTo>
                  <a:pt x="2308631" y="69383"/>
                </a:lnTo>
                <a:cubicBezTo>
                  <a:pt x="2308631" y="70978"/>
                  <a:pt x="2309542" y="71660"/>
                  <a:pt x="2314779" y="71660"/>
                </a:cubicBezTo>
                <a:lnTo>
                  <a:pt x="2326167" y="71660"/>
                </a:lnTo>
                <a:lnTo>
                  <a:pt x="2326167" y="130343"/>
                </a:lnTo>
                <a:cubicBezTo>
                  <a:pt x="2326167" y="148994"/>
                  <a:pt x="2322525" y="151041"/>
                  <a:pt x="2308631" y="151722"/>
                </a:cubicBezTo>
                <a:cubicBezTo>
                  <a:pt x="2307266" y="153088"/>
                  <a:pt x="2307266" y="158099"/>
                  <a:pt x="2308631" y="159464"/>
                </a:cubicBezTo>
                <a:cubicBezTo>
                  <a:pt x="2318195" y="159239"/>
                  <a:pt x="2328443" y="159009"/>
                  <a:pt x="2340970" y="159009"/>
                </a:cubicBezTo>
                <a:cubicBezTo>
                  <a:pt x="2353495" y="159009"/>
                  <a:pt x="2363517" y="159239"/>
                  <a:pt x="2373309" y="159464"/>
                </a:cubicBezTo>
                <a:cubicBezTo>
                  <a:pt x="2374675" y="158099"/>
                  <a:pt x="2374675" y="153088"/>
                  <a:pt x="2373309" y="151722"/>
                </a:cubicBezTo>
                <a:cubicBezTo>
                  <a:pt x="2359416" y="151041"/>
                  <a:pt x="2355774" y="148994"/>
                  <a:pt x="2355774" y="129888"/>
                </a:cubicBezTo>
                <a:close/>
                <a:moveTo>
                  <a:pt x="2463267" y="57380"/>
                </a:moveTo>
                <a:cubicBezTo>
                  <a:pt x="2462812" y="57380"/>
                  <a:pt x="2461901" y="58294"/>
                  <a:pt x="2461901" y="58750"/>
                </a:cubicBezTo>
                <a:cubicBezTo>
                  <a:pt x="2461672" y="69005"/>
                  <a:pt x="2460306" y="79260"/>
                  <a:pt x="2458485" y="90428"/>
                </a:cubicBezTo>
                <a:cubicBezTo>
                  <a:pt x="2460536" y="91339"/>
                  <a:pt x="2465547" y="91794"/>
                  <a:pt x="2468278" y="91113"/>
                </a:cubicBezTo>
                <a:cubicBezTo>
                  <a:pt x="2472834" y="74624"/>
                  <a:pt x="2479892" y="69623"/>
                  <a:pt x="2486724" y="69394"/>
                </a:cubicBezTo>
                <a:lnTo>
                  <a:pt x="2509955" y="68709"/>
                </a:lnTo>
                <a:lnTo>
                  <a:pt x="2510410" y="69164"/>
                </a:lnTo>
                <a:cubicBezTo>
                  <a:pt x="2494925" y="94870"/>
                  <a:pt x="2472605" y="128303"/>
                  <a:pt x="2455295" y="151732"/>
                </a:cubicBezTo>
                <a:cubicBezTo>
                  <a:pt x="2453248" y="154467"/>
                  <a:pt x="2453248" y="155148"/>
                  <a:pt x="2453248" y="156288"/>
                </a:cubicBezTo>
                <a:cubicBezTo>
                  <a:pt x="2453248" y="157883"/>
                  <a:pt x="2455069" y="159020"/>
                  <a:pt x="2458485" y="159020"/>
                </a:cubicBezTo>
                <a:lnTo>
                  <a:pt x="2538652" y="159704"/>
                </a:lnTo>
                <a:cubicBezTo>
                  <a:pt x="2541383" y="151962"/>
                  <a:pt x="2544344" y="140133"/>
                  <a:pt x="2545939" y="128759"/>
                </a:cubicBezTo>
                <a:cubicBezTo>
                  <a:pt x="2544344" y="127848"/>
                  <a:pt x="2539562" y="127393"/>
                  <a:pt x="2536828" y="127393"/>
                </a:cubicBezTo>
                <a:lnTo>
                  <a:pt x="2533641" y="133989"/>
                </a:lnTo>
                <a:cubicBezTo>
                  <a:pt x="2527719" y="146044"/>
                  <a:pt x="2523164" y="150141"/>
                  <a:pt x="2511320" y="150141"/>
                </a:cubicBezTo>
                <a:lnTo>
                  <a:pt x="2489459" y="150141"/>
                </a:lnTo>
                <a:lnTo>
                  <a:pt x="2489229" y="149456"/>
                </a:lnTo>
                <a:cubicBezTo>
                  <a:pt x="2506084" y="127848"/>
                  <a:pt x="2528859" y="91912"/>
                  <a:pt x="2542523" y="69394"/>
                </a:cubicBezTo>
                <a:cubicBezTo>
                  <a:pt x="2545939" y="63702"/>
                  <a:pt x="2546620" y="61877"/>
                  <a:pt x="2546620" y="60967"/>
                </a:cubicBezTo>
                <a:cubicBezTo>
                  <a:pt x="2546620" y="60056"/>
                  <a:pt x="2545484" y="59372"/>
                  <a:pt x="2543889" y="59372"/>
                </a:cubicBezTo>
                <a:cubicBezTo>
                  <a:pt x="2542749" y="59372"/>
                  <a:pt x="2527264" y="59827"/>
                  <a:pt x="2520658" y="59827"/>
                </a:cubicBezTo>
                <a:lnTo>
                  <a:pt x="2476705" y="59827"/>
                </a:lnTo>
                <a:cubicBezTo>
                  <a:pt x="2469418" y="59660"/>
                  <a:pt x="2467368" y="58065"/>
                  <a:pt x="2463267" y="57380"/>
                </a:cubicBezTo>
                <a:close/>
                <a:moveTo>
                  <a:pt x="2592625" y="96312"/>
                </a:moveTo>
                <a:cubicBezTo>
                  <a:pt x="2592854" y="88343"/>
                  <a:pt x="2593994" y="79687"/>
                  <a:pt x="2597180" y="75135"/>
                </a:cubicBezTo>
                <a:cubicBezTo>
                  <a:pt x="2600826" y="69668"/>
                  <a:pt x="2606973" y="67392"/>
                  <a:pt x="2609479" y="67392"/>
                </a:cubicBezTo>
                <a:cubicBezTo>
                  <a:pt x="2615630" y="67392"/>
                  <a:pt x="2624053" y="73314"/>
                  <a:pt x="2624053" y="91530"/>
                </a:cubicBezTo>
                <a:cubicBezTo>
                  <a:pt x="2624053" y="92896"/>
                  <a:pt x="2624053" y="95857"/>
                  <a:pt x="2623598" y="96312"/>
                </a:cubicBezTo>
                <a:lnTo>
                  <a:pt x="2592625" y="96312"/>
                </a:lnTo>
                <a:moveTo>
                  <a:pt x="2650474" y="129579"/>
                </a:moveTo>
                <a:cubicBezTo>
                  <a:pt x="2641137" y="139153"/>
                  <a:pt x="2628838" y="141658"/>
                  <a:pt x="2620182" y="141658"/>
                </a:cubicBezTo>
                <a:cubicBezTo>
                  <a:pt x="2602417" y="141658"/>
                  <a:pt x="2591488" y="131403"/>
                  <a:pt x="2591488" y="109069"/>
                </a:cubicBezTo>
                <a:cubicBezTo>
                  <a:pt x="2591488" y="107474"/>
                  <a:pt x="2591714" y="106560"/>
                  <a:pt x="2591714" y="105420"/>
                </a:cubicBezTo>
                <a:lnTo>
                  <a:pt x="2646374" y="105420"/>
                </a:lnTo>
                <a:cubicBezTo>
                  <a:pt x="2651840" y="105420"/>
                  <a:pt x="2652976" y="101549"/>
                  <a:pt x="2652976" y="98362"/>
                </a:cubicBezTo>
                <a:cubicBezTo>
                  <a:pt x="2652976" y="79006"/>
                  <a:pt x="2645463" y="57825"/>
                  <a:pt x="2611984" y="57825"/>
                </a:cubicBezTo>
                <a:cubicBezTo>
                  <a:pt x="2588072" y="57825"/>
                  <a:pt x="2560741" y="79006"/>
                  <a:pt x="2560741" y="113854"/>
                </a:cubicBezTo>
                <a:cubicBezTo>
                  <a:pt x="2560741" y="127073"/>
                  <a:pt x="2565526" y="140977"/>
                  <a:pt x="2575319" y="149859"/>
                </a:cubicBezTo>
                <a:cubicBezTo>
                  <a:pt x="2583972" y="157602"/>
                  <a:pt x="2595130" y="161244"/>
                  <a:pt x="2611300" y="161244"/>
                </a:cubicBezTo>
                <a:cubicBezTo>
                  <a:pt x="2627014" y="161244"/>
                  <a:pt x="2642502" y="153275"/>
                  <a:pt x="2653890" y="136647"/>
                </a:cubicBezTo>
                <a:cubicBezTo>
                  <a:pt x="2653890" y="133683"/>
                  <a:pt x="2652750" y="129579"/>
                  <a:pt x="2650474" y="129579"/>
                </a:cubicBezTo>
                <a:close/>
                <a:moveTo>
                  <a:pt x="2715608" y="97928"/>
                </a:moveTo>
                <a:cubicBezTo>
                  <a:pt x="2715608" y="89720"/>
                  <a:pt x="2718114" y="86300"/>
                  <a:pt x="2721075" y="82881"/>
                </a:cubicBezTo>
                <a:cubicBezTo>
                  <a:pt x="2722896" y="80601"/>
                  <a:pt x="2724946" y="79006"/>
                  <a:pt x="2728362" y="79006"/>
                </a:cubicBezTo>
                <a:cubicBezTo>
                  <a:pt x="2730412" y="79006"/>
                  <a:pt x="2732914" y="81060"/>
                  <a:pt x="2734739" y="83339"/>
                </a:cubicBezTo>
                <a:cubicBezTo>
                  <a:pt x="2736334" y="85160"/>
                  <a:pt x="2740205" y="86985"/>
                  <a:pt x="2745442" y="86985"/>
                </a:cubicBezTo>
                <a:cubicBezTo>
                  <a:pt x="2752048" y="86985"/>
                  <a:pt x="2758425" y="80146"/>
                  <a:pt x="2758425" y="70582"/>
                </a:cubicBezTo>
                <a:cubicBezTo>
                  <a:pt x="2758425" y="64661"/>
                  <a:pt x="2751589" y="57825"/>
                  <a:pt x="2743392" y="57825"/>
                </a:cubicBezTo>
                <a:cubicBezTo>
                  <a:pt x="2735420" y="57825"/>
                  <a:pt x="2726767" y="64661"/>
                  <a:pt x="2716289" y="79691"/>
                </a:cubicBezTo>
                <a:lnTo>
                  <a:pt x="2715379" y="79691"/>
                </a:lnTo>
                <a:cubicBezTo>
                  <a:pt x="2714924" y="72858"/>
                  <a:pt x="2713784" y="61700"/>
                  <a:pt x="2713784" y="61700"/>
                </a:cubicBezTo>
                <a:cubicBezTo>
                  <a:pt x="2713558" y="59650"/>
                  <a:pt x="2711737" y="57825"/>
                  <a:pt x="2708547" y="57825"/>
                </a:cubicBezTo>
                <a:cubicBezTo>
                  <a:pt x="2697844" y="60605"/>
                  <a:pt x="2685775" y="63795"/>
                  <a:pt x="2670742" y="65387"/>
                </a:cubicBezTo>
                <a:cubicBezTo>
                  <a:pt x="2670286" y="66756"/>
                  <a:pt x="2670742" y="71083"/>
                  <a:pt x="2671197" y="72448"/>
                </a:cubicBezTo>
                <a:cubicBezTo>
                  <a:pt x="2683724" y="73588"/>
                  <a:pt x="2686001" y="75639"/>
                  <a:pt x="2686001" y="88621"/>
                </a:cubicBezTo>
                <a:lnTo>
                  <a:pt x="2686001" y="131222"/>
                </a:lnTo>
                <a:cubicBezTo>
                  <a:pt x="2686001" y="150127"/>
                  <a:pt x="2683495" y="150586"/>
                  <a:pt x="2669602" y="151722"/>
                </a:cubicBezTo>
                <a:cubicBezTo>
                  <a:pt x="2668236" y="153088"/>
                  <a:pt x="2668236" y="158099"/>
                  <a:pt x="2669602" y="159464"/>
                </a:cubicBezTo>
                <a:cubicBezTo>
                  <a:pt x="2679169" y="159239"/>
                  <a:pt x="2688732" y="159009"/>
                  <a:pt x="2700804" y="159009"/>
                </a:cubicBezTo>
                <a:cubicBezTo>
                  <a:pt x="2712873" y="159009"/>
                  <a:pt x="2722211" y="159239"/>
                  <a:pt x="2732004" y="159464"/>
                </a:cubicBezTo>
                <a:cubicBezTo>
                  <a:pt x="2733373" y="158099"/>
                  <a:pt x="2733373" y="153088"/>
                  <a:pt x="2732004" y="151722"/>
                </a:cubicBezTo>
                <a:cubicBezTo>
                  <a:pt x="2718114" y="150811"/>
                  <a:pt x="2715608" y="150127"/>
                  <a:pt x="2715608" y="131222"/>
                </a:cubicBezTo>
                <a:lnTo>
                  <a:pt x="2715608" y="97928"/>
                </a:lnTo>
                <a:close/>
                <a:moveTo>
                  <a:pt x="2818548" y="67392"/>
                </a:moveTo>
                <a:cubicBezTo>
                  <a:pt x="2834033" y="67392"/>
                  <a:pt x="2844510" y="85845"/>
                  <a:pt x="2844510" y="117055"/>
                </a:cubicBezTo>
                <a:cubicBezTo>
                  <a:pt x="2844510" y="144390"/>
                  <a:pt x="2833807" y="151680"/>
                  <a:pt x="2825609" y="151680"/>
                </a:cubicBezTo>
                <a:cubicBezTo>
                  <a:pt x="2806934" y="151680"/>
                  <a:pt x="2799643" y="123661"/>
                  <a:pt x="2799643" y="106803"/>
                </a:cubicBezTo>
                <a:cubicBezTo>
                  <a:pt x="2799643" y="85845"/>
                  <a:pt x="2803289" y="67392"/>
                  <a:pt x="2818548" y="67392"/>
                </a:cubicBezTo>
                <a:moveTo>
                  <a:pt x="2767760" y="111814"/>
                </a:moveTo>
                <a:cubicBezTo>
                  <a:pt x="2767760" y="141658"/>
                  <a:pt x="2791446" y="161244"/>
                  <a:pt x="2821964" y="161244"/>
                </a:cubicBezTo>
                <a:cubicBezTo>
                  <a:pt x="2838133" y="161244"/>
                  <a:pt x="2851571" y="156691"/>
                  <a:pt x="2860909" y="148264"/>
                </a:cubicBezTo>
                <a:cubicBezTo>
                  <a:pt x="2872523" y="138013"/>
                  <a:pt x="2876394" y="122521"/>
                  <a:pt x="2876394" y="109764"/>
                </a:cubicBezTo>
                <a:cubicBezTo>
                  <a:pt x="2876394" y="79923"/>
                  <a:pt x="2856124" y="57825"/>
                  <a:pt x="2822190" y="57825"/>
                </a:cubicBezTo>
                <a:cubicBezTo>
                  <a:pt x="2803289" y="57825"/>
                  <a:pt x="2789169" y="64431"/>
                  <a:pt x="2780287" y="74683"/>
                </a:cubicBezTo>
                <a:cubicBezTo>
                  <a:pt x="2771631" y="84705"/>
                  <a:pt x="2767760" y="98373"/>
                  <a:pt x="2767760" y="111814"/>
                </a:cubicBezTo>
                <a:close/>
                <a:moveTo>
                  <a:pt x="2946995" y="110070"/>
                </a:moveTo>
                <a:cubicBezTo>
                  <a:pt x="2952232" y="110070"/>
                  <a:pt x="2957698" y="99822"/>
                  <a:pt x="2957698" y="96861"/>
                </a:cubicBezTo>
                <a:cubicBezTo>
                  <a:pt x="2957698" y="94355"/>
                  <a:pt x="2955877" y="92076"/>
                  <a:pt x="2949501" y="92076"/>
                </a:cubicBezTo>
                <a:lnTo>
                  <a:pt x="2903953" y="92076"/>
                </a:lnTo>
                <a:cubicBezTo>
                  <a:pt x="2899168" y="92076"/>
                  <a:pt x="2893475" y="101413"/>
                  <a:pt x="2893475" y="105288"/>
                </a:cubicBezTo>
                <a:cubicBezTo>
                  <a:pt x="2893475" y="107790"/>
                  <a:pt x="2896436" y="110070"/>
                  <a:pt x="2901902" y="110070"/>
                </a:cubicBezTo>
                <a:lnTo>
                  <a:pt x="2946995" y="110070"/>
                </a:lnTo>
                <a:close/>
                <a:moveTo>
                  <a:pt x="3046518" y="137328"/>
                </a:moveTo>
                <a:cubicBezTo>
                  <a:pt x="3041736" y="141203"/>
                  <a:pt x="3029667" y="146214"/>
                  <a:pt x="3026932" y="146214"/>
                </a:cubicBezTo>
                <a:cubicBezTo>
                  <a:pt x="3015544" y="146214"/>
                  <a:pt x="3006662" y="133457"/>
                  <a:pt x="3006662" y="106803"/>
                </a:cubicBezTo>
                <a:cubicBezTo>
                  <a:pt x="3006662" y="94731"/>
                  <a:pt x="3008031" y="84250"/>
                  <a:pt x="3012358" y="77188"/>
                </a:cubicBezTo>
                <a:cubicBezTo>
                  <a:pt x="3016229" y="71038"/>
                  <a:pt x="3022376" y="67392"/>
                  <a:pt x="3029208" y="67392"/>
                </a:cubicBezTo>
                <a:cubicBezTo>
                  <a:pt x="3035130" y="67392"/>
                  <a:pt x="3040826" y="68077"/>
                  <a:pt x="3046292" y="75593"/>
                </a:cubicBezTo>
                <a:lnTo>
                  <a:pt x="3046292" y="131636"/>
                </a:lnTo>
                <a:cubicBezTo>
                  <a:pt x="3046292" y="133457"/>
                  <a:pt x="3046292" y="135507"/>
                  <a:pt x="3046518" y="137328"/>
                </a:cubicBezTo>
                <a:moveTo>
                  <a:pt x="3047202" y="148035"/>
                </a:moveTo>
                <a:cubicBezTo>
                  <a:pt x="3047658" y="153501"/>
                  <a:pt x="3048113" y="157372"/>
                  <a:pt x="3048113" y="157372"/>
                </a:cubicBezTo>
                <a:cubicBezTo>
                  <a:pt x="3048342" y="160107"/>
                  <a:pt x="3050163" y="161244"/>
                  <a:pt x="3053350" y="161244"/>
                </a:cubicBezTo>
                <a:cubicBezTo>
                  <a:pt x="3061777" y="158922"/>
                  <a:pt x="3075441" y="155732"/>
                  <a:pt x="3091155" y="153682"/>
                </a:cubicBezTo>
                <a:cubicBezTo>
                  <a:pt x="3091610" y="152316"/>
                  <a:pt x="3091155" y="147764"/>
                  <a:pt x="3090700" y="146395"/>
                </a:cubicBezTo>
                <a:cubicBezTo>
                  <a:pt x="3078402" y="145258"/>
                  <a:pt x="3075896" y="141613"/>
                  <a:pt x="3075896" y="128637"/>
                </a:cubicBezTo>
                <a:lnTo>
                  <a:pt x="3075896" y="26247"/>
                </a:lnTo>
                <a:cubicBezTo>
                  <a:pt x="3075896" y="11471"/>
                  <a:pt x="3076581" y="3002"/>
                  <a:pt x="3076581" y="3002"/>
                </a:cubicBezTo>
                <a:cubicBezTo>
                  <a:pt x="3076581" y="924"/>
                  <a:pt x="3074986" y="0"/>
                  <a:pt x="3072935" y="0"/>
                </a:cubicBezTo>
                <a:cubicBezTo>
                  <a:pt x="3064512" y="2773"/>
                  <a:pt x="3046292" y="5313"/>
                  <a:pt x="3030122" y="6005"/>
                </a:cubicBezTo>
                <a:cubicBezTo>
                  <a:pt x="3029438" y="8740"/>
                  <a:pt x="3029667" y="11701"/>
                  <a:pt x="3030803" y="13751"/>
                </a:cubicBezTo>
                <a:cubicBezTo>
                  <a:pt x="3045152" y="14887"/>
                  <a:pt x="3046292" y="15113"/>
                  <a:pt x="3046292" y="30789"/>
                </a:cubicBezTo>
                <a:lnTo>
                  <a:pt x="3046292" y="60331"/>
                </a:lnTo>
                <a:cubicBezTo>
                  <a:pt x="3041962" y="58965"/>
                  <a:pt x="3036499" y="57825"/>
                  <a:pt x="3029893" y="57825"/>
                </a:cubicBezTo>
                <a:cubicBezTo>
                  <a:pt x="3000515" y="57825"/>
                  <a:pt x="2974778" y="83558"/>
                  <a:pt x="2974778" y="113837"/>
                </a:cubicBezTo>
                <a:cubicBezTo>
                  <a:pt x="2974778" y="127497"/>
                  <a:pt x="2979563" y="142982"/>
                  <a:pt x="2990722" y="151635"/>
                </a:cubicBezTo>
                <a:cubicBezTo>
                  <a:pt x="2998920" y="158057"/>
                  <a:pt x="3004615" y="161244"/>
                  <a:pt x="3017369" y="161244"/>
                </a:cubicBezTo>
                <a:cubicBezTo>
                  <a:pt x="3023516" y="161244"/>
                  <a:pt x="3040370" y="151225"/>
                  <a:pt x="3045152" y="148035"/>
                </a:cubicBezTo>
                <a:lnTo>
                  <a:pt x="3047202" y="148035"/>
                </a:lnTo>
                <a:close/>
                <a:moveTo>
                  <a:pt x="3161301" y="147809"/>
                </a:moveTo>
                <a:cubicBezTo>
                  <a:pt x="3162893" y="157147"/>
                  <a:pt x="3169044" y="161244"/>
                  <a:pt x="3179063" y="161244"/>
                </a:cubicBezTo>
                <a:cubicBezTo>
                  <a:pt x="3191590" y="161244"/>
                  <a:pt x="3200473" y="156462"/>
                  <a:pt x="3208900" y="148490"/>
                </a:cubicBezTo>
                <a:cubicBezTo>
                  <a:pt x="3208444" y="145759"/>
                  <a:pt x="3207530" y="143938"/>
                  <a:pt x="3204799" y="142113"/>
                </a:cubicBezTo>
                <a:cubicBezTo>
                  <a:pt x="3201838" y="144393"/>
                  <a:pt x="3199562" y="145303"/>
                  <a:pt x="3195236" y="145303"/>
                </a:cubicBezTo>
                <a:cubicBezTo>
                  <a:pt x="3190225" y="145303"/>
                  <a:pt x="3188859" y="141203"/>
                  <a:pt x="3188859" y="130041"/>
                </a:cubicBezTo>
                <a:lnTo>
                  <a:pt x="3189314" y="97236"/>
                </a:lnTo>
                <a:cubicBezTo>
                  <a:pt x="3189314" y="64431"/>
                  <a:pt x="3169044" y="57825"/>
                  <a:pt x="3150369" y="57825"/>
                </a:cubicBezTo>
                <a:cubicBezTo>
                  <a:pt x="3133744" y="57825"/>
                  <a:pt x="3108237" y="67392"/>
                  <a:pt x="3108237" y="82429"/>
                </a:cubicBezTo>
                <a:cubicBezTo>
                  <a:pt x="3108237" y="88806"/>
                  <a:pt x="3110968" y="93817"/>
                  <a:pt x="3119851" y="93817"/>
                </a:cubicBezTo>
                <a:cubicBezTo>
                  <a:pt x="3128048" y="93817"/>
                  <a:pt x="3133970" y="88806"/>
                  <a:pt x="3133970" y="83339"/>
                </a:cubicBezTo>
                <a:cubicBezTo>
                  <a:pt x="3133970" y="80379"/>
                  <a:pt x="3132378" y="76504"/>
                  <a:pt x="3133060" y="72633"/>
                </a:cubicBezTo>
                <a:cubicBezTo>
                  <a:pt x="3133289" y="70127"/>
                  <a:pt x="3135110" y="67392"/>
                  <a:pt x="3142626" y="67392"/>
                </a:cubicBezTo>
                <a:cubicBezTo>
                  <a:pt x="3152190" y="67392"/>
                  <a:pt x="3160162" y="71493"/>
                  <a:pt x="3160162" y="100426"/>
                </a:cubicBezTo>
                <a:lnTo>
                  <a:pt x="3144903" y="105208"/>
                </a:lnTo>
                <a:cubicBezTo>
                  <a:pt x="3120991" y="112725"/>
                  <a:pt x="3104136" y="119334"/>
                  <a:pt x="3104136" y="137328"/>
                </a:cubicBezTo>
                <a:cubicBezTo>
                  <a:pt x="3104136" y="153046"/>
                  <a:pt x="3112789" y="161244"/>
                  <a:pt x="3132604" y="161244"/>
                </a:cubicBezTo>
                <a:cubicBezTo>
                  <a:pt x="3139210" y="161244"/>
                  <a:pt x="3152419" y="153956"/>
                  <a:pt x="3159932" y="148035"/>
                </a:cubicBezTo>
                <a:lnTo>
                  <a:pt x="3161301" y="147809"/>
                </a:lnTo>
                <a:moveTo>
                  <a:pt x="3160162" y="109309"/>
                </a:moveTo>
                <a:lnTo>
                  <a:pt x="3160162" y="139378"/>
                </a:lnTo>
                <a:cubicBezTo>
                  <a:pt x="3154469" y="143934"/>
                  <a:pt x="3148774" y="147580"/>
                  <a:pt x="3144677" y="147580"/>
                </a:cubicBezTo>
                <a:cubicBezTo>
                  <a:pt x="3134880" y="147580"/>
                  <a:pt x="3131464" y="140974"/>
                  <a:pt x="3131464" y="133912"/>
                </a:cubicBezTo>
                <a:cubicBezTo>
                  <a:pt x="3131464" y="125485"/>
                  <a:pt x="3132149" y="118420"/>
                  <a:pt x="3148319" y="113183"/>
                </a:cubicBezTo>
                <a:lnTo>
                  <a:pt x="3160162" y="109309"/>
                </a:lnTo>
                <a:close/>
                <a:moveTo>
                  <a:pt x="3264466" y="197378"/>
                </a:moveTo>
                <a:cubicBezTo>
                  <a:pt x="3268112" y="191001"/>
                  <a:pt x="3271528" y="182803"/>
                  <a:pt x="3274259" y="175971"/>
                </a:cubicBezTo>
                <a:cubicBezTo>
                  <a:pt x="3292479" y="132018"/>
                  <a:pt x="3303637" y="107425"/>
                  <a:pt x="3315710" y="81918"/>
                </a:cubicBezTo>
                <a:cubicBezTo>
                  <a:pt x="3318896" y="75315"/>
                  <a:pt x="3325728" y="68254"/>
                  <a:pt x="3334156" y="67573"/>
                </a:cubicBezTo>
                <a:cubicBezTo>
                  <a:pt x="3335525" y="66207"/>
                  <a:pt x="3335525" y="61196"/>
                  <a:pt x="3334156" y="59827"/>
                </a:cubicBezTo>
                <a:cubicBezTo>
                  <a:pt x="3328463" y="60056"/>
                  <a:pt x="3324363" y="60286"/>
                  <a:pt x="3317986" y="60286"/>
                </a:cubicBezTo>
                <a:cubicBezTo>
                  <a:pt x="3310014" y="60286"/>
                  <a:pt x="3302272" y="60056"/>
                  <a:pt x="3293845" y="59827"/>
                </a:cubicBezTo>
                <a:cubicBezTo>
                  <a:pt x="3292479" y="61196"/>
                  <a:pt x="3292479" y="66207"/>
                  <a:pt x="3293845" y="67573"/>
                </a:cubicBezTo>
                <a:cubicBezTo>
                  <a:pt x="3301135" y="68254"/>
                  <a:pt x="3308423" y="69394"/>
                  <a:pt x="3304777" y="77592"/>
                </a:cubicBezTo>
                <a:lnTo>
                  <a:pt x="3281320" y="130197"/>
                </a:lnTo>
                <a:cubicBezTo>
                  <a:pt x="3281320" y="130427"/>
                  <a:pt x="3281320" y="130427"/>
                  <a:pt x="3281091" y="130653"/>
                </a:cubicBezTo>
                <a:cubicBezTo>
                  <a:pt x="3281091" y="130427"/>
                  <a:pt x="3281091" y="130197"/>
                  <a:pt x="3280865" y="129742"/>
                </a:cubicBezTo>
                <a:lnTo>
                  <a:pt x="3259685" y="82147"/>
                </a:lnTo>
                <a:cubicBezTo>
                  <a:pt x="3255584" y="72810"/>
                  <a:pt x="3253308" y="68709"/>
                  <a:pt x="3267201" y="67573"/>
                </a:cubicBezTo>
                <a:cubicBezTo>
                  <a:pt x="3268567" y="66207"/>
                  <a:pt x="3268567" y="61196"/>
                  <a:pt x="3267201" y="59827"/>
                </a:cubicBezTo>
                <a:cubicBezTo>
                  <a:pt x="3258774" y="60056"/>
                  <a:pt x="3245110" y="60286"/>
                  <a:pt x="3236909" y="60286"/>
                </a:cubicBezTo>
                <a:cubicBezTo>
                  <a:pt x="3229166" y="60286"/>
                  <a:pt x="3216187" y="60056"/>
                  <a:pt x="3211631" y="59827"/>
                </a:cubicBezTo>
                <a:cubicBezTo>
                  <a:pt x="3210266" y="61196"/>
                  <a:pt x="3210266" y="66207"/>
                  <a:pt x="3211631" y="67573"/>
                </a:cubicBezTo>
                <a:cubicBezTo>
                  <a:pt x="3221650" y="68483"/>
                  <a:pt x="3223474" y="70078"/>
                  <a:pt x="3229622" y="84424"/>
                </a:cubicBezTo>
                <a:lnTo>
                  <a:pt x="3259000" y="151833"/>
                </a:lnTo>
                <a:cubicBezTo>
                  <a:pt x="3262871" y="157296"/>
                  <a:pt x="3267201" y="161397"/>
                  <a:pt x="3265377" y="165497"/>
                </a:cubicBezTo>
                <a:lnTo>
                  <a:pt x="3259914" y="178021"/>
                </a:lnTo>
                <a:cubicBezTo>
                  <a:pt x="3256953" y="185079"/>
                  <a:pt x="3254218" y="189180"/>
                  <a:pt x="3247842" y="189180"/>
                </a:cubicBezTo>
                <a:cubicBezTo>
                  <a:pt x="3243741" y="189180"/>
                  <a:pt x="3243060" y="188269"/>
                  <a:pt x="3239870" y="188269"/>
                </a:cubicBezTo>
                <a:cubicBezTo>
                  <a:pt x="3231217" y="188269"/>
                  <a:pt x="3226206" y="194191"/>
                  <a:pt x="3226206" y="198743"/>
                </a:cubicBezTo>
                <a:cubicBezTo>
                  <a:pt x="3226206" y="201704"/>
                  <a:pt x="3226890" y="205349"/>
                  <a:pt x="3228941" y="207855"/>
                </a:cubicBezTo>
                <a:cubicBezTo>
                  <a:pt x="3230987" y="210360"/>
                  <a:pt x="3234862" y="211952"/>
                  <a:pt x="3237823" y="211952"/>
                </a:cubicBezTo>
                <a:cubicBezTo>
                  <a:pt x="3240780" y="211952"/>
                  <a:pt x="3247616" y="211042"/>
                  <a:pt x="3250802" y="209676"/>
                </a:cubicBezTo>
                <a:cubicBezTo>
                  <a:pt x="3255584" y="207400"/>
                  <a:pt x="3261961" y="201933"/>
                  <a:pt x="3264466" y="197378"/>
                </a:cubicBezTo>
                <a:close/>
                <a:moveTo>
                  <a:pt x="3471259" y="67573"/>
                </a:moveTo>
                <a:cubicBezTo>
                  <a:pt x="3483557" y="68480"/>
                  <a:pt x="3485152" y="72118"/>
                  <a:pt x="3480141" y="83711"/>
                </a:cubicBezTo>
                <a:lnTo>
                  <a:pt x="3462147" y="125315"/>
                </a:lnTo>
                <a:cubicBezTo>
                  <a:pt x="3461237" y="127362"/>
                  <a:pt x="3460326" y="125770"/>
                  <a:pt x="3459645" y="124178"/>
                </a:cubicBezTo>
                <a:lnTo>
                  <a:pt x="3445296" y="83711"/>
                </a:lnTo>
                <a:cubicBezTo>
                  <a:pt x="3441425" y="72799"/>
                  <a:pt x="3438235" y="68709"/>
                  <a:pt x="3452354" y="67573"/>
                </a:cubicBezTo>
                <a:cubicBezTo>
                  <a:pt x="3453723" y="66207"/>
                  <a:pt x="3453723" y="61196"/>
                  <a:pt x="3452354" y="59827"/>
                </a:cubicBezTo>
                <a:cubicBezTo>
                  <a:pt x="3443931" y="60056"/>
                  <a:pt x="3434819" y="60286"/>
                  <a:pt x="3423661" y="60286"/>
                </a:cubicBezTo>
                <a:cubicBezTo>
                  <a:pt x="3415689" y="60286"/>
                  <a:pt x="3404075" y="60056"/>
                  <a:pt x="3395648" y="59827"/>
                </a:cubicBezTo>
                <a:cubicBezTo>
                  <a:pt x="3394282" y="61196"/>
                  <a:pt x="3394282" y="66207"/>
                  <a:pt x="3395648" y="67573"/>
                </a:cubicBezTo>
                <a:cubicBezTo>
                  <a:pt x="3408857" y="69164"/>
                  <a:pt x="3409312" y="73710"/>
                  <a:pt x="3413868" y="85077"/>
                </a:cubicBezTo>
                <a:lnTo>
                  <a:pt x="3443701" y="156917"/>
                </a:lnTo>
                <a:cubicBezTo>
                  <a:pt x="3445067" y="160326"/>
                  <a:pt x="3448938" y="161688"/>
                  <a:pt x="3451899" y="161688"/>
                </a:cubicBezTo>
                <a:cubicBezTo>
                  <a:pt x="3454179" y="161688"/>
                  <a:pt x="3458731" y="161237"/>
                  <a:pt x="3460781" y="156462"/>
                </a:cubicBezTo>
                <a:lnTo>
                  <a:pt x="3491984" y="85303"/>
                </a:lnTo>
                <a:cubicBezTo>
                  <a:pt x="3496536" y="75076"/>
                  <a:pt x="3499497" y="68709"/>
                  <a:pt x="3511570" y="67573"/>
                </a:cubicBezTo>
                <a:cubicBezTo>
                  <a:pt x="3512935" y="66207"/>
                  <a:pt x="3512935" y="61196"/>
                  <a:pt x="3511570" y="59827"/>
                </a:cubicBezTo>
                <a:cubicBezTo>
                  <a:pt x="3506559" y="60056"/>
                  <a:pt x="3499271" y="60286"/>
                  <a:pt x="3494260" y="60286"/>
                </a:cubicBezTo>
                <a:cubicBezTo>
                  <a:pt x="3485833" y="60286"/>
                  <a:pt x="3477406" y="60056"/>
                  <a:pt x="3471259" y="59827"/>
                </a:cubicBezTo>
                <a:cubicBezTo>
                  <a:pt x="3469893" y="61196"/>
                  <a:pt x="3469893" y="66207"/>
                  <a:pt x="3471259" y="67573"/>
                </a:cubicBezTo>
                <a:close/>
                <a:moveTo>
                  <a:pt x="3629995" y="128710"/>
                </a:moveTo>
                <a:lnTo>
                  <a:pt x="3629995" y="89389"/>
                </a:lnTo>
                <a:cubicBezTo>
                  <a:pt x="3629995" y="70301"/>
                  <a:pt x="3630450" y="73025"/>
                  <a:pt x="3630450" y="67573"/>
                </a:cubicBezTo>
                <a:cubicBezTo>
                  <a:pt x="3630450" y="63702"/>
                  <a:pt x="3629540" y="61196"/>
                  <a:pt x="3628174" y="59827"/>
                </a:cubicBezTo>
                <a:cubicBezTo>
                  <a:pt x="3624073" y="60056"/>
                  <a:pt x="3619518" y="60286"/>
                  <a:pt x="3615191" y="60286"/>
                </a:cubicBezTo>
                <a:cubicBezTo>
                  <a:pt x="3608814" y="60286"/>
                  <a:pt x="3594011" y="60056"/>
                  <a:pt x="3585128" y="59827"/>
                </a:cubicBezTo>
                <a:cubicBezTo>
                  <a:pt x="3583763" y="61196"/>
                  <a:pt x="3583763" y="66207"/>
                  <a:pt x="3585128" y="67573"/>
                </a:cubicBezTo>
                <a:cubicBezTo>
                  <a:pt x="3596745" y="68709"/>
                  <a:pt x="3600387" y="70301"/>
                  <a:pt x="3600387" y="89389"/>
                </a:cubicBezTo>
                <a:lnTo>
                  <a:pt x="3600387" y="131438"/>
                </a:lnTo>
                <a:cubicBezTo>
                  <a:pt x="3600387" y="133711"/>
                  <a:pt x="3600387" y="135983"/>
                  <a:pt x="3600617" y="138256"/>
                </a:cubicBezTo>
                <a:cubicBezTo>
                  <a:pt x="3591279" y="143938"/>
                  <a:pt x="3583763" y="144393"/>
                  <a:pt x="3579662" y="144393"/>
                </a:cubicBezTo>
                <a:cubicBezTo>
                  <a:pt x="3570554" y="144393"/>
                  <a:pt x="3563722" y="143257"/>
                  <a:pt x="3563722" y="127348"/>
                </a:cubicBezTo>
                <a:lnTo>
                  <a:pt x="3563722" y="89389"/>
                </a:lnTo>
                <a:cubicBezTo>
                  <a:pt x="3563722" y="70301"/>
                  <a:pt x="3564177" y="73025"/>
                  <a:pt x="3564177" y="67573"/>
                </a:cubicBezTo>
                <a:cubicBezTo>
                  <a:pt x="3564177" y="63702"/>
                  <a:pt x="3563266" y="61196"/>
                  <a:pt x="3561901" y="59827"/>
                </a:cubicBezTo>
                <a:cubicBezTo>
                  <a:pt x="3557800" y="60056"/>
                  <a:pt x="3553018" y="60286"/>
                  <a:pt x="3548918" y="60286"/>
                </a:cubicBezTo>
                <a:cubicBezTo>
                  <a:pt x="3537304" y="60286"/>
                  <a:pt x="3528648" y="60056"/>
                  <a:pt x="3518855" y="59827"/>
                </a:cubicBezTo>
                <a:cubicBezTo>
                  <a:pt x="3517489" y="61196"/>
                  <a:pt x="3517489" y="66207"/>
                  <a:pt x="3518855" y="67573"/>
                </a:cubicBezTo>
                <a:cubicBezTo>
                  <a:pt x="3529332" y="68028"/>
                  <a:pt x="3534114" y="70301"/>
                  <a:pt x="3534114" y="89389"/>
                </a:cubicBezTo>
                <a:lnTo>
                  <a:pt x="3534114" y="124846"/>
                </a:lnTo>
                <a:cubicBezTo>
                  <a:pt x="3534114" y="148949"/>
                  <a:pt x="3543681" y="161244"/>
                  <a:pt x="3563266" y="161244"/>
                </a:cubicBezTo>
                <a:cubicBezTo>
                  <a:pt x="3571464" y="161244"/>
                  <a:pt x="3588089" y="154641"/>
                  <a:pt x="3601298" y="147354"/>
                </a:cubicBezTo>
                <a:cubicBezTo>
                  <a:pt x="3601753" y="153046"/>
                  <a:pt x="3602212" y="157372"/>
                  <a:pt x="3602212" y="157372"/>
                </a:cubicBezTo>
                <a:cubicBezTo>
                  <a:pt x="3602438" y="160107"/>
                  <a:pt x="3604259" y="161244"/>
                  <a:pt x="3607449" y="161244"/>
                </a:cubicBezTo>
                <a:cubicBezTo>
                  <a:pt x="3615876" y="158922"/>
                  <a:pt x="3629540" y="155732"/>
                  <a:pt x="3645254" y="153682"/>
                </a:cubicBezTo>
                <a:cubicBezTo>
                  <a:pt x="3645709" y="152316"/>
                  <a:pt x="3645254" y="147764"/>
                  <a:pt x="3644799" y="146395"/>
                </a:cubicBezTo>
                <a:cubicBezTo>
                  <a:pt x="3632500" y="145303"/>
                  <a:pt x="3629995" y="141665"/>
                  <a:pt x="3629995" y="128710"/>
                </a:cubicBezTo>
                <a:close/>
                <a:moveTo>
                  <a:pt x="3672810" y="130093"/>
                </a:moveTo>
                <a:cubicBezTo>
                  <a:pt x="3672810" y="148991"/>
                  <a:pt x="3669168" y="151041"/>
                  <a:pt x="3655275" y="151722"/>
                </a:cubicBezTo>
                <a:cubicBezTo>
                  <a:pt x="3653909" y="153088"/>
                  <a:pt x="3653909" y="158099"/>
                  <a:pt x="3655275" y="159464"/>
                </a:cubicBezTo>
                <a:cubicBezTo>
                  <a:pt x="3664838" y="159239"/>
                  <a:pt x="3675086" y="159009"/>
                  <a:pt x="3687614" y="159009"/>
                </a:cubicBezTo>
                <a:cubicBezTo>
                  <a:pt x="3700138" y="159009"/>
                  <a:pt x="3710160" y="159239"/>
                  <a:pt x="3719953" y="159464"/>
                </a:cubicBezTo>
                <a:cubicBezTo>
                  <a:pt x="3721318" y="158099"/>
                  <a:pt x="3721318" y="153088"/>
                  <a:pt x="3719953" y="151722"/>
                </a:cubicBezTo>
                <a:cubicBezTo>
                  <a:pt x="3706059" y="151041"/>
                  <a:pt x="3702417" y="148991"/>
                  <a:pt x="3702417" y="130093"/>
                </a:cubicBezTo>
                <a:lnTo>
                  <a:pt x="3702417" y="26272"/>
                </a:lnTo>
                <a:cubicBezTo>
                  <a:pt x="3702417" y="11471"/>
                  <a:pt x="3703099" y="3002"/>
                  <a:pt x="3703099" y="3002"/>
                </a:cubicBezTo>
                <a:cubicBezTo>
                  <a:pt x="3703099" y="924"/>
                  <a:pt x="3701507" y="0"/>
                  <a:pt x="3699457" y="0"/>
                </a:cubicBezTo>
                <a:cubicBezTo>
                  <a:pt x="3691030" y="2773"/>
                  <a:pt x="3672810" y="5313"/>
                  <a:pt x="3656640" y="6005"/>
                </a:cubicBezTo>
                <a:cubicBezTo>
                  <a:pt x="3655956" y="8740"/>
                  <a:pt x="3656185" y="11245"/>
                  <a:pt x="3657325" y="13296"/>
                </a:cubicBezTo>
                <a:cubicBezTo>
                  <a:pt x="3671670" y="14432"/>
                  <a:pt x="3672810" y="14661"/>
                  <a:pt x="3672810" y="30369"/>
                </a:cubicBezTo>
                <a:lnTo>
                  <a:pt x="3672810" y="130093"/>
                </a:lnTo>
                <a:close/>
                <a:moveTo>
                  <a:pt x="3775978" y="131209"/>
                </a:moveTo>
                <a:lnTo>
                  <a:pt x="3775978" y="85848"/>
                </a:lnTo>
                <a:lnTo>
                  <a:pt x="3775978" y="85393"/>
                </a:lnTo>
                <a:cubicBezTo>
                  <a:pt x="3785086" y="79239"/>
                  <a:pt x="3794198" y="74679"/>
                  <a:pt x="3798295" y="74679"/>
                </a:cubicBezTo>
                <a:cubicBezTo>
                  <a:pt x="3807407" y="74679"/>
                  <a:pt x="3814239" y="78784"/>
                  <a:pt x="3814239" y="91777"/>
                </a:cubicBezTo>
                <a:lnTo>
                  <a:pt x="3814239" y="129839"/>
                </a:lnTo>
                <a:cubicBezTo>
                  <a:pt x="3814239" y="148987"/>
                  <a:pt x="3810594" y="151037"/>
                  <a:pt x="3801256" y="151722"/>
                </a:cubicBezTo>
                <a:cubicBezTo>
                  <a:pt x="3799890" y="153088"/>
                  <a:pt x="3799890" y="158099"/>
                  <a:pt x="3801256" y="159464"/>
                </a:cubicBezTo>
                <a:cubicBezTo>
                  <a:pt x="3810823" y="159239"/>
                  <a:pt x="3818110" y="159009"/>
                  <a:pt x="3829043" y="159009"/>
                </a:cubicBezTo>
                <a:cubicBezTo>
                  <a:pt x="3841567" y="159009"/>
                  <a:pt x="3851589" y="159239"/>
                  <a:pt x="3861382" y="159464"/>
                </a:cubicBezTo>
                <a:cubicBezTo>
                  <a:pt x="3862748" y="158099"/>
                  <a:pt x="3862748" y="153088"/>
                  <a:pt x="3861382" y="151722"/>
                </a:cubicBezTo>
                <a:cubicBezTo>
                  <a:pt x="3847488" y="151037"/>
                  <a:pt x="3843847" y="148987"/>
                  <a:pt x="3843847" y="129839"/>
                </a:cubicBezTo>
                <a:lnTo>
                  <a:pt x="3843847" y="94282"/>
                </a:lnTo>
                <a:cubicBezTo>
                  <a:pt x="3843847" y="69213"/>
                  <a:pt x="3833140" y="57825"/>
                  <a:pt x="3813554" y="57825"/>
                </a:cubicBezTo>
                <a:cubicBezTo>
                  <a:pt x="3804446" y="57825"/>
                  <a:pt x="3788277" y="67847"/>
                  <a:pt x="3775749" y="76504"/>
                </a:cubicBezTo>
                <a:cubicBezTo>
                  <a:pt x="3775068" y="68532"/>
                  <a:pt x="3774154" y="61700"/>
                  <a:pt x="3774154" y="61700"/>
                </a:cubicBezTo>
                <a:cubicBezTo>
                  <a:pt x="3773928" y="58965"/>
                  <a:pt x="3772107" y="57825"/>
                  <a:pt x="3768917" y="57825"/>
                </a:cubicBezTo>
                <a:cubicBezTo>
                  <a:pt x="3760490" y="60150"/>
                  <a:pt x="3746826" y="63340"/>
                  <a:pt x="3731112" y="65387"/>
                </a:cubicBezTo>
                <a:cubicBezTo>
                  <a:pt x="3730656" y="66756"/>
                  <a:pt x="3731112" y="71309"/>
                  <a:pt x="3731567" y="72678"/>
                </a:cubicBezTo>
                <a:cubicBezTo>
                  <a:pt x="3744094" y="73818"/>
                  <a:pt x="3746371" y="75639"/>
                  <a:pt x="3746371" y="88621"/>
                </a:cubicBezTo>
                <a:lnTo>
                  <a:pt x="3746371" y="131222"/>
                </a:lnTo>
                <a:cubicBezTo>
                  <a:pt x="3746371" y="150127"/>
                  <a:pt x="3743865" y="150586"/>
                  <a:pt x="3729972" y="151722"/>
                </a:cubicBezTo>
                <a:cubicBezTo>
                  <a:pt x="3728606" y="153088"/>
                  <a:pt x="3728606" y="158099"/>
                  <a:pt x="3729972" y="159464"/>
                </a:cubicBezTo>
                <a:cubicBezTo>
                  <a:pt x="3739539" y="159239"/>
                  <a:pt x="3749102" y="159009"/>
                  <a:pt x="3761174" y="159009"/>
                </a:cubicBezTo>
                <a:cubicBezTo>
                  <a:pt x="3771652" y="159009"/>
                  <a:pt x="3778029" y="159239"/>
                  <a:pt x="3787821" y="159464"/>
                </a:cubicBezTo>
                <a:cubicBezTo>
                  <a:pt x="3789187" y="158099"/>
                  <a:pt x="3789187" y="153088"/>
                  <a:pt x="3787821" y="151722"/>
                </a:cubicBezTo>
                <a:cubicBezTo>
                  <a:pt x="3778254" y="150811"/>
                  <a:pt x="3775978" y="150127"/>
                  <a:pt x="3775978" y="131209"/>
                </a:cubicBezTo>
                <a:close/>
                <a:moveTo>
                  <a:pt x="3904650" y="96312"/>
                </a:moveTo>
                <a:cubicBezTo>
                  <a:pt x="3904879" y="88343"/>
                  <a:pt x="3906019" y="79687"/>
                  <a:pt x="3909206" y="75135"/>
                </a:cubicBezTo>
                <a:cubicBezTo>
                  <a:pt x="3912851" y="69668"/>
                  <a:pt x="3918999" y="67392"/>
                  <a:pt x="3921504" y="67392"/>
                </a:cubicBezTo>
                <a:cubicBezTo>
                  <a:pt x="3927655" y="67392"/>
                  <a:pt x="3936079" y="73314"/>
                  <a:pt x="3936079" y="91530"/>
                </a:cubicBezTo>
                <a:cubicBezTo>
                  <a:pt x="3936079" y="92896"/>
                  <a:pt x="3936079" y="95857"/>
                  <a:pt x="3935623" y="96312"/>
                </a:cubicBezTo>
                <a:lnTo>
                  <a:pt x="3904650" y="96312"/>
                </a:lnTo>
                <a:moveTo>
                  <a:pt x="3962500" y="129579"/>
                </a:moveTo>
                <a:cubicBezTo>
                  <a:pt x="3953162" y="139153"/>
                  <a:pt x="3940864" y="141658"/>
                  <a:pt x="3932207" y="141658"/>
                </a:cubicBezTo>
                <a:cubicBezTo>
                  <a:pt x="3914443" y="141658"/>
                  <a:pt x="3903514" y="131403"/>
                  <a:pt x="3903514" y="109069"/>
                </a:cubicBezTo>
                <a:cubicBezTo>
                  <a:pt x="3903514" y="107474"/>
                  <a:pt x="3903740" y="106560"/>
                  <a:pt x="3903740" y="105420"/>
                </a:cubicBezTo>
                <a:lnTo>
                  <a:pt x="3958399" y="105420"/>
                </a:lnTo>
                <a:cubicBezTo>
                  <a:pt x="3963865" y="105420"/>
                  <a:pt x="3965002" y="101549"/>
                  <a:pt x="3965002" y="98362"/>
                </a:cubicBezTo>
                <a:cubicBezTo>
                  <a:pt x="3965002" y="79006"/>
                  <a:pt x="3957489" y="57825"/>
                  <a:pt x="3924010" y="57825"/>
                </a:cubicBezTo>
                <a:cubicBezTo>
                  <a:pt x="3900098" y="57825"/>
                  <a:pt x="3872766" y="79006"/>
                  <a:pt x="3872766" y="113854"/>
                </a:cubicBezTo>
                <a:cubicBezTo>
                  <a:pt x="3872766" y="127073"/>
                  <a:pt x="3877551" y="140977"/>
                  <a:pt x="3887344" y="149859"/>
                </a:cubicBezTo>
                <a:cubicBezTo>
                  <a:pt x="3895997" y="157602"/>
                  <a:pt x="3907156" y="161244"/>
                  <a:pt x="3923325" y="161244"/>
                </a:cubicBezTo>
                <a:cubicBezTo>
                  <a:pt x="3939039" y="161244"/>
                  <a:pt x="3954528" y="153275"/>
                  <a:pt x="3965916" y="136647"/>
                </a:cubicBezTo>
                <a:cubicBezTo>
                  <a:pt x="3965916" y="133683"/>
                  <a:pt x="3964776" y="129579"/>
                  <a:pt x="3962500" y="129579"/>
                </a:cubicBezTo>
                <a:close/>
                <a:moveTo>
                  <a:pt x="4027634" y="97928"/>
                </a:moveTo>
                <a:cubicBezTo>
                  <a:pt x="4027634" y="89720"/>
                  <a:pt x="4030140" y="86300"/>
                  <a:pt x="4033100" y="82881"/>
                </a:cubicBezTo>
                <a:cubicBezTo>
                  <a:pt x="4034921" y="80601"/>
                  <a:pt x="4036972" y="79006"/>
                  <a:pt x="4040388" y="79006"/>
                </a:cubicBezTo>
                <a:cubicBezTo>
                  <a:pt x="4042438" y="79006"/>
                  <a:pt x="4044940" y="81060"/>
                  <a:pt x="4046764" y="83339"/>
                </a:cubicBezTo>
                <a:cubicBezTo>
                  <a:pt x="4048359" y="85160"/>
                  <a:pt x="4052231" y="86985"/>
                  <a:pt x="4057468" y="86985"/>
                </a:cubicBezTo>
                <a:cubicBezTo>
                  <a:pt x="4064074" y="86985"/>
                  <a:pt x="4070450" y="80146"/>
                  <a:pt x="4070450" y="70582"/>
                </a:cubicBezTo>
                <a:cubicBezTo>
                  <a:pt x="4070450" y="64661"/>
                  <a:pt x="4063615" y="57825"/>
                  <a:pt x="4055417" y="57825"/>
                </a:cubicBezTo>
                <a:cubicBezTo>
                  <a:pt x="4047445" y="57825"/>
                  <a:pt x="4038793" y="64661"/>
                  <a:pt x="4028315" y="79691"/>
                </a:cubicBezTo>
                <a:lnTo>
                  <a:pt x="4027405" y="79691"/>
                </a:lnTo>
                <a:cubicBezTo>
                  <a:pt x="4026949" y="72858"/>
                  <a:pt x="4025810" y="61700"/>
                  <a:pt x="4025810" y="61700"/>
                </a:cubicBezTo>
                <a:cubicBezTo>
                  <a:pt x="4025584" y="59650"/>
                  <a:pt x="4023763" y="57825"/>
                  <a:pt x="4020573" y="57825"/>
                </a:cubicBezTo>
                <a:cubicBezTo>
                  <a:pt x="4009869" y="60605"/>
                  <a:pt x="3997800" y="63795"/>
                  <a:pt x="3982767" y="65387"/>
                </a:cubicBezTo>
                <a:cubicBezTo>
                  <a:pt x="3982312" y="66756"/>
                  <a:pt x="3982767" y="71083"/>
                  <a:pt x="3983223" y="72448"/>
                </a:cubicBezTo>
                <a:cubicBezTo>
                  <a:pt x="3995750" y="73588"/>
                  <a:pt x="3998026" y="75639"/>
                  <a:pt x="3998026" y="88621"/>
                </a:cubicBezTo>
                <a:lnTo>
                  <a:pt x="3998026" y="131222"/>
                </a:lnTo>
                <a:cubicBezTo>
                  <a:pt x="3998026" y="150127"/>
                  <a:pt x="3995521" y="150586"/>
                  <a:pt x="3981627" y="151722"/>
                </a:cubicBezTo>
                <a:cubicBezTo>
                  <a:pt x="3980262" y="153088"/>
                  <a:pt x="3980262" y="158099"/>
                  <a:pt x="3981627" y="159464"/>
                </a:cubicBezTo>
                <a:cubicBezTo>
                  <a:pt x="3991194" y="159239"/>
                  <a:pt x="4000758" y="159009"/>
                  <a:pt x="4012830" y="159009"/>
                </a:cubicBezTo>
                <a:cubicBezTo>
                  <a:pt x="4024899" y="159009"/>
                  <a:pt x="4034237" y="159239"/>
                  <a:pt x="4044029" y="159464"/>
                </a:cubicBezTo>
                <a:cubicBezTo>
                  <a:pt x="4045399" y="158099"/>
                  <a:pt x="4045399" y="153088"/>
                  <a:pt x="4044029" y="151722"/>
                </a:cubicBezTo>
                <a:cubicBezTo>
                  <a:pt x="4030140" y="150811"/>
                  <a:pt x="4027634" y="150127"/>
                  <a:pt x="4027634" y="131222"/>
                </a:cubicBezTo>
                <a:lnTo>
                  <a:pt x="4027634" y="97928"/>
                </a:lnTo>
                <a:close/>
                <a:moveTo>
                  <a:pt x="4140367" y="147809"/>
                </a:moveTo>
                <a:cubicBezTo>
                  <a:pt x="4141958" y="157147"/>
                  <a:pt x="4148109" y="161244"/>
                  <a:pt x="4158128" y="161244"/>
                </a:cubicBezTo>
                <a:cubicBezTo>
                  <a:pt x="4170655" y="161244"/>
                  <a:pt x="4179538" y="156462"/>
                  <a:pt x="4187965" y="148490"/>
                </a:cubicBezTo>
                <a:cubicBezTo>
                  <a:pt x="4187510" y="145759"/>
                  <a:pt x="4186596" y="143938"/>
                  <a:pt x="4183864" y="142113"/>
                </a:cubicBezTo>
                <a:cubicBezTo>
                  <a:pt x="4180904" y="144393"/>
                  <a:pt x="4178627" y="145303"/>
                  <a:pt x="4174301" y="145303"/>
                </a:cubicBezTo>
                <a:cubicBezTo>
                  <a:pt x="4169290" y="145303"/>
                  <a:pt x="4167924" y="141203"/>
                  <a:pt x="4167924" y="130041"/>
                </a:cubicBezTo>
                <a:lnTo>
                  <a:pt x="4168379" y="97236"/>
                </a:lnTo>
                <a:cubicBezTo>
                  <a:pt x="4168379" y="64431"/>
                  <a:pt x="4148109" y="57825"/>
                  <a:pt x="4129434" y="57825"/>
                </a:cubicBezTo>
                <a:cubicBezTo>
                  <a:pt x="4112809" y="57825"/>
                  <a:pt x="4087302" y="67392"/>
                  <a:pt x="4087302" y="82429"/>
                </a:cubicBezTo>
                <a:cubicBezTo>
                  <a:pt x="4087302" y="88806"/>
                  <a:pt x="4090034" y="93817"/>
                  <a:pt x="4098916" y="93817"/>
                </a:cubicBezTo>
                <a:cubicBezTo>
                  <a:pt x="4107114" y="93817"/>
                  <a:pt x="4113035" y="88806"/>
                  <a:pt x="4113035" y="83339"/>
                </a:cubicBezTo>
                <a:cubicBezTo>
                  <a:pt x="4113035" y="80379"/>
                  <a:pt x="4111444" y="76504"/>
                  <a:pt x="4112125" y="72633"/>
                </a:cubicBezTo>
                <a:cubicBezTo>
                  <a:pt x="4112354" y="70127"/>
                  <a:pt x="4114175" y="67392"/>
                  <a:pt x="4121692" y="67392"/>
                </a:cubicBezTo>
                <a:cubicBezTo>
                  <a:pt x="4131255" y="67392"/>
                  <a:pt x="4139227" y="71493"/>
                  <a:pt x="4139227" y="100426"/>
                </a:cubicBezTo>
                <a:lnTo>
                  <a:pt x="4123968" y="105208"/>
                </a:lnTo>
                <a:cubicBezTo>
                  <a:pt x="4100056" y="112725"/>
                  <a:pt x="4083202" y="119334"/>
                  <a:pt x="4083202" y="137328"/>
                </a:cubicBezTo>
                <a:cubicBezTo>
                  <a:pt x="4083202" y="153046"/>
                  <a:pt x="4091855" y="161244"/>
                  <a:pt x="4111670" y="161244"/>
                </a:cubicBezTo>
                <a:cubicBezTo>
                  <a:pt x="4118276" y="161244"/>
                  <a:pt x="4131484" y="153956"/>
                  <a:pt x="4138998" y="148035"/>
                </a:cubicBezTo>
                <a:lnTo>
                  <a:pt x="4140367" y="147809"/>
                </a:lnTo>
                <a:moveTo>
                  <a:pt x="4139227" y="109309"/>
                </a:moveTo>
                <a:lnTo>
                  <a:pt x="4139227" y="139378"/>
                </a:lnTo>
                <a:cubicBezTo>
                  <a:pt x="4133535" y="143934"/>
                  <a:pt x="4127839" y="147580"/>
                  <a:pt x="4123742" y="147580"/>
                </a:cubicBezTo>
                <a:cubicBezTo>
                  <a:pt x="4113946" y="147580"/>
                  <a:pt x="4110530" y="140974"/>
                  <a:pt x="4110530" y="133912"/>
                </a:cubicBezTo>
                <a:cubicBezTo>
                  <a:pt x="4110530" y="125485"/>
                  <a:pt x="4111214" y="118420"/>
                  <a:pt x="4127384" y="113183"/>
                </a:cubicBezTo>
                <a:lnTo>
                  <a:pt x="4139227" y="109309"/>
                </a:lnTo>
                <a:close/>
                <a:moveTo>
                  <a:pt x="4205271" y="130037"/>
                </a:moveTo>
                <a:cubicBezTo>
                  <a:pt x="4205271" y="148945"/>
                  <a:pt x="4204816" y="151680"/>
                  <a:pt x="4203905" y="160333"/>
                </a:cubicBezTo>
                <a:cubicBezTo>
                  <a:pt x="4206637" y="161244"/>
                  <a:pt x="4209142" y="161928"/>
                  <a:pt x="4211648" y="161928"/>
                </a:cubicBezTo>
                <a:cubicBezTo>
                  <a:pt x="4214608" y="159423"/>
                  <a:pt x="4216888" y="156236"/>
                  <a:pt x="4218935" y="152135"/>
                </a:cubicBezTo>
                <a:cubicBezTo>
                  <a:pt x="4227817" y="158967"/>
                  <a:pt x="4241711" y="161244"/>
                  <a:pt x="4252188" y="161244"/>
                </a:cubicBezTo>
                <a:cubicBezTo>
                  <a:pt x="4277466" y="161244"/>
                  <a:pt x="4304113" y="136188"/>
                  <a:pt x="4304113" y="103613"/>
                </a:cubicBezTo>
                <a:cubicBezTo>
                  <a:pt x="4304113" y="90627"/>
                  <a:pt x="4299102" y="77870"/>
                  <a:pt x="4291814" y="69442"/>
                </a:cubicBezTo>
                <a:cubicBezTo>
                  <a:pt x="4283617" y="60105"/>
                  <a:pt x="4272684" y="57825"/>
                  <a:pt x="4260612" y="57825"/>
                </a:cubicBezTo>
                <a:cubicBezTo>
                  <a:pt x="4253554" y="57825"/>
                  <a:pt x="4241481" y="65797"/>
                  <a:pt x="4234879" y="70582"/>
                </a:cubicBezTo>
                <a:lnTo>
                  <a:pt x="4234879" y="26126"/>
                </a:lnTo>
                <a:cubicBezTo>
                  <a:pt x="4234879" y="11301"/>
                  <a:pt x="4235560" y="2919"/>
                  <a:pt x="4235560" y="2919"/>
                </a:cubicBezTo>
                <a:cubicBezTo>
                  <a:pt x="4235560" y="900"/>
                  <a:pt x="4233968" y="0"/>
                  <a:pt x="4231918" y="0"/>
                </a:cubicBezTo>
                <a:cubicBezTo>
                  <a:pt x="4223491" y="2693"/>
                  <a:pt x="4205271" y="5164"/>
                  <a:pt x="4189101" y="5835"/>
                </a:cubicBezTo>
                <a:cubicBezTo>
                  <a:pt x="4188420" y="8570"/>
                  <a:pt x="4188646" y="11075"/>
                  <a:pt x="4189786" y="13122"/>
                </a:cubicBezTo>
                <a:cubicBezTo>
                  <a:pt x="4204131" y="14265"/>
                  <a:pt x="4205271" y="14491"/>
                  <a:pt x="4205271" y="30230"/>
                </a:cubicBezTo>
                <a:lnTo>
                  <a:pt x="4205271" y="130037"/>
                </a:lnTo>
                <a:moveTo>
                  <a:pt x="4234879" y="79691"/>
                </a:moveTo>
                <a:cubicBezTo>
                  <a:pt x="4242395" y="74679"/>
                  <a:pt x="4247403" y="73998"/>
                  <a:pt x="4252643" y="73998"/>
                </a:cubicBezTo>
                <a:cubicBezTo>
                  <a:pt x="4263802" y="73998"/>
                  <a:pt x="4272229" y="84250"/>
                  <a:pt x="4272229" y="106574"/>
                </a:cubicBezTo>
                <a:cubicBezTo>
                  <a:pt x="4272229" y="125256"/>
                  <a:pt x="4269039" y="151680"/>
                  <a:pt x="4251048" y="151680"/>
                </a:cubicBezTo>
                <a:cubicBezTo>
                  <a:pt x="4244442" y="151680"/>
                  <a:pt x="4239205" y="148945"/>
                  <a:pt x="4234879" y="143708"/>
                </a:cubicBezTo>
                <a:lnTo>
                  <a:pt x="4234879" y="79691"/>
                </a:lnTo>
                <a:close/>
                <a:moveTo>
                  <a:pt x="4364692" y="131229"/>
                </a:moveTo>
                <a:lnTo>
                  <a:pt x="4364692" y="85911"/>
                </a:lnTo>
                <a:cubicBezTo>
                  <a:pt x="4364692" y="74527"/>
                  <a:pt x="4365603" y="61742"/>
                  <a:pt x="4365603" y="61742"/>
                </a:cubicBezTo>
                <a:cubicBezTo>
                  <a:pt x="4365603" y="59208"/>
                  <a:pt x="4363552" y="57825"/>
                  <a:pt x="4360366" y="57825"/>
                </a:cubicBezTo>
                <a:cubicBezTo>
                  <a:pt x="4353989" y="60362"/>
                  <a:pt x="4335540" y="62204"/>
                  <a:pt x="4319825" y="64275"/>
                </a:cubicBezTo>
                <a:cubicBezTo>
                  <a:pt x="4319370" y="65644"/>
                  <a:pt x="4319825" y="70197"/>
                  <a:pt x="4320281" y="71566"/>
                </a:cubicBezTo>
                <a:cubicBezTo>
                  <a:pt x="4332808" y="72702"/>
                  <a:pt x="4335085" y="74527"/>
                  <a:pt x="4335085" y="87506"/>
                </a:cubicBezTo>
                <a:lnTo>
                  <a:pt x="4335085" y="131229"/>
                </a:lnTo>
                <a:cubicBezTo>
                  <a:pt x="4335085" y="150130"/>
                  <a:pt x="4332579" y="150586"/>
                  <a:pt x="4318689" y="151722"/>
                </a:cubicBezTo>
                <a:cubicBezTo>
                  <a:pt x="4317320" y="153088"/>
                  <a:pt x="4317320" y="158099"/>
                  <a:pt x="4318689" y="159464"/>
                </a:cubicBezTo>
                <a:cubicBezTo>
                  <a:pt x="4328253" y="159239"/>
                  <a:pt x="4337819" y="159009"/>
                  <a:pt x="4349888" y="159009"/>
                </a:cubicBezTo>
                <a:cubicBezTo>
                  <a:pt x="4361957" y="159009"/>
                  <a:pt x="4371295" y="159239"/>
                  <a:pt x="4381088" y="159464"/>
                </a:cubicBezTo>
                <a:cubicBezTo>
                  <a:pt x="4382457" y="158099"/>
                  <a:pt x="4382457" y="153088"/>
                  <a:pt x="4381088" y="151722"/>
                </a:cubicBezTo>
                <a:cubicBezTo>
                  <a:pt x="4367198" y="150811"/>
                  <a:pt x="4364692" y="150130"/>
                  <a:pt x="4364692" y="131229"/>
                </a:cubicBezTo>
                <a:moveTo>
                  <a:pt x="4333948" y="23241"/>
                </a:moveTo>
                <a:cubicBezTo>
                  <a:pt x="4333948" y="30754"/>
                  <a:pt x="4339411" y="38271"/>
                  <a:pt x="4348523" y="38271"/>
                </a:cubicBezTo>
                <a:cubicBezTo>
                  <a:pt x="4358771" y="38271"/>
                  <a:pt x="4364692" y="30073"/>
                  <a:pt x="4364692" y="24152"/>
                </a:cubicBezTo>
                <a:cubicBezTo>
                  <a:pt x="4364692" y="17320"/>
                  <a:pt x="4359455" y="9119"/>
                  <a:pt x="4349888" y="9119"/>
                </a:cubicBezTo>
                <a:cubicBezTo>
                  <a:pt x="4339185" y="9119"/>
                  <a:pt x="4333948" y="16409"/>
                  <a:pt x="4333948" y="23241"/>
                </a:cubicBezTo>
                <a:close/>
                <a:moveTo>
                  <a:pt x="4407963" y="130093"/>
                </a:moveTo>
                <a:cubicBezTo>
                  <a:pt x="4407963" y="148991"/>
                  <a:pt x="4404321" y="151041"/>
                  <a:pt x="4390428" y="151722"/>
                </a:cubicBezTo>
                <a:cubicBezTo>
                  <a:pt x="4389062" y="153088"/>
                  <a:pt x="4389062" y="158099"/>
                  <a:pt x="4390428" y="159464"/>
                </a:cubicBezTo>
                <a:cubicBezTo>
                  <a:pt x="4399991" y="159239"/>
                  <a:pt x="4410239" y="159009"/>
                  <a:pt x="4422767" y="159009"/>
                </a:cubicBezTo>
                <a:cubicBezTo>
                  <a:pt x="4435291" y="159009"/>
                  <a:pt x="4445313" y="159239"/>
                  <a:pt x="4455106" y="159464"/>
                </a:cubicBezTo>
                <a:cubicBezTo>
                  <a:pt x="4456471" y="158099"/>
                  <a:pt x="4456471" y="153088"/>
                  <a:pt x="4455106" y="151722"/>
                </a:cubicBezTo>
                <a:cubicBezTo>
                  <a:pt x="4441212" y="151041"/>
                  <a:pt x="4437570" y="148991"/>
                  <a:pt x="4437570" y="130093"/>
                </a:cubicBezTo>
                <a:lnTo>
                  <a:pt x="4437570" y="26272"/>
                </a:lnTo>
                <a:cubicBezTo>
                  <a:pt x="4437570" y="11471"/>
                  <a:pt x="4438252" y="3002"/>
                  <a:pt x="4438252" y="3002"/>
                </a:cubicBezTo>
                <a:cubicBezTo>
                  <a:pt x="4438252" y="924"/>
                  <a:pt x="4436660" y="0"/>
                  <a:pt x="4434610" y="0"/>
                </a:cubicBezTo>
                <a:cubicBezTo>
                  <a:pt x="4426183" y="2773"/>
                  <a:pt x="4407963" y="5313"/>
                  <a:pt x="4391793" y="6005"/>
                </a:cubicBezTo>
                <a:cubicBezTo>
                  <a:pt x="4391109" y="8740"/>
                  <a:pt x="4391338" y="11245"/>
                  <a:pt x="4392478" y="13296"/>
                </a:cubicBezTo>
                <a:cubicBezTo>
                  <a:pt x="4406823" y="14432"/>
                  <a:pt x="4407963" y="14661"/>
                  <a:pt x="4407963" y="30369"/>
                </a:cubicBezTo>
                <a:lnTo>
                  <a:pt x="4407963" y="130093"/>
                </a:lnTo>
                <a:close/>
                <a:moveTo>
                  <a:pt x="4512042" y="131229"/>
                </a:moveTo>
                <a:lnTo>
                  <a:pt x="4512042" y="85911"/>
                </a:lnTo>
                <a:cubicBezTo>
                  <a:pt x="4512042" y="74527"/>
                  <a:pt x="4512952" y="61742"/>
                  <a:pt x="4512952" y="61742"/>
                </a:cubicBezTo>
                <a:cubicBezTo>
                  <a:pt x="4512952" y="59208"/>
                  <a:pt x="4510902" y="57825"/>
                  <a:pt x="4507715" y="57825"/>
                </a:cubicBezTo>
                <a:cubicBezTo>
                  <a:pt x="4501339" y="60362"/>
                  <a:pt x="4482889" y="62204"/>
                  <a:pt x="4467175" y="64275"/>
                </a:cubicBezTo>
                <a:cubicBezTo>
                  <a:pt x="4466720" y="65644"/>
                  <a:pt x="4467175" y="70197"/>
                  <a:pt x="4467630" y="71566"/>
                </a:cubicBezTo>
                <a:cubicBezTo>
                  <a:pt x="4480158" y="72702"/>
                  <a:pt x="4482434" y="74527"/>
                  <a:pt x="4482434" y="87506"/>
                </a:cubicBezTo>
                <a:lnTo>
                  <a:pt x="4482434" y="131229"/>
                </a:lnTo>
                <a:cubicBezTo>
                  <a:pt x="4482434" y="150130"/>
                  <a:pt x="4479929" y="150586"/>
                  <a:pt x="4466039" y="151722"/>
                </a:cubicBezTo>
                <a:cubicBezTo>
                  <a:pt x="4464670" y="153088"/>
                  <a:pt x="4464670" y="158099"/>
                  <a:pt x="4466039" y="159464"/>
                </a:cubicBezTo>
                <a:cubicBezTo>
                  <a:pt x="4475602" y="159239"/>
                  <a:pt x="4485169" y="159009"/>
                  <a:pt x="4497238" y="159009"/>
                </a:cubicBezTo>
                <a:cubicBezTo>
                  <a:pt x="4509307" y="159009"/>
                  <a:pt x="4518644" y="159239"/>
                  <a:pt x="4528437" y="159464"/>
                </a:cubicBezTo>
                <a:cubicBezTo>
                  <a:pt x="4529806" y="158099"/>
                  <a:pt x="4529806" y="153088"/>
                  <a:pt x="4528437" y="151722"/>
                </a:cubicBezTo>
                <a:cubicBezTo>
                  <a:pt x="4514547" y="150811"/>
                  <a:pt x="4512042" y="150130"/>
                  <a:pt x="4512042" y="131229"/>
                </a:cubicBezTo>
                <a:moveTo>
                  <a:pt x="4481298" y="23241"/>
                </a:moveTo>
                <a:cubicBezTo>
                  <a:pt x="4481298" y="30754"/>
                  <a:pt x="4486761" y="38271"/>
                  <a:pt x="4495872" y="38271"/>
                </a:cubicBezTo>
                <a:cubicBezTo>
                  <a:pt x="4506120" y="38271"/>
                  <a:pt x="4512042" y="30073"/>
                  <a:pt x="4512042" y="24152"/>
                </a:cubicBezTo>
                <a:cubicBezTo>
                  <a:pt x="4512042" y="17320"/>
                  <a:pt x="4506805" y="9119"/>
                  <a:pt x="4497238" y="9119"/>
                </a:cubicBezTo>
                <a:cubicBezTo>
                  <a:pt x="4486535" y="9119"/>
                  <a:pt x="4481298" y="16409"/>
                  <a:pt x="4481298" y="23241"/>
                </a:cubicBezTo>
                <a:close/>
                <a:moveTo>
                  <a:pt x="4546885" y="60272"/>
                </a:moveTo>
                <a:cubicBezTo>
                  <a:pt x="4543698" y="60272"/>
                  <a:pt x="4540282" y="61186"/>
                  <a:pt x="4537322" y="63691"/>
                </a:cubicBezTo>
                <a:lnTo>
                  <a:pt x="4537322" y="70294"/>
                </a:lnTo>
                <a:cubicBezTo>
                  <a:pt x="4537322" y="71434"/>
                  <a:pt x="4537547" y="71660"/>
                  <a:pt x="4538458" y="71660"/>
                </a:cubicBezTo>
                <a:lnTo>
                  <a:pt x="4553262" y="71660"/>
                </a:lnTo>
                <a:cubicBezTo>
                  <a:pt x="4552807" y="94616"/>
                  <a:pt x="4552581" y="123709"/>
                  <a:pt x="4552581" y="135076"/>
                </a:cubicBezTo>
                <a:cubicBezTo>
                  <a:pt x="4552581" y="143031"/>
                  <a:pt x="4554631" y="150770"/>
                  <a:pt x="4559413" y="154867"/>
                </a:cubicBezTo>
                <a:cubicBezTo>
                  <a:pt x="4564650" y="159197"/>
                  <a:pt x="4572847" y="161244"/>
                  <a:pt x="4578314" y="161244"/>
                </a:cubicBezTo>
                <a:cubicBezTo>
                  <a:pt x="4590841" y="161244"/>
                  <a:pt x="4604731" y="154867"/>
                  <a:pt x="4609287" y="148490"/>
                </a:cubicBezTo>
                <a:cubicBezTo>
                  <a:pt x="4609287" y="145759"/>
                  <a:pt x="4607921" y="144393"/>
                  <a:pt x="4605190" y="142120"/>
                </a:cubicBezTo>
                <a:cubicBezTo>
                  <a:pt x="4602229" y="144393"/>
                  <a:pt x="4596533" y="145303"/>
                  <a:pt x="4592207" y="145303"/>
                </a:cubicBezTo>
                <a:cubicBezTo>
                  <a:pt x="4587196" y="145303"/>
                  <a:pt x="4582185" y="141439"/>
                  <a:pt x="4582185" y="130076"/>
                </a:cubicBezTo>
                <a:cubicBezTo>
                  <a:pt x="4582185" y="118709"/>
                  <a:pt x="4581959" y="94390"/>
                  <a:pt x="4581959" y="71660"/>
                </a:cubicBezTo>
                <a:lnTo>
                  <a:pt x="4604960" y="71660"/>
                </a:lnTo>
                <a:cubicBezTo>
                  <a:pt x="4607237" y="71660"/>
                  <a:pt x="4610427" y="70749"/>
                  <a:pt x="4610427" y="68699"/>
                </a:cubicBezTo>
                <a:lnTo>
                  <a:pt x="4610427" y="61641"/>
                </a:lnTo>
                <a:cubicBezTo>
                  <a:pt x="4610427" y="60730"/>
                  <a:pt x="4609742" y="60272"/>
                  <a:pt x="4608606" y="60272"/>
                </a:cubicBezTo>
                <a:lnTo>
                  <a:pt x="4581959" y="60272"/>
                </a:lnTo>
                <a:lnTo>
                  <a:pt x="4582185" y="52529"/>
                </a:lnTo>
                <a:cubicBezTo>
                  <a:pt x="4582640" y="37270"/>
                  <a:pt x="4583325" y="26796"/>
                  <a:pt x="4583325" y="26796"/>
                </a:cubicBezTo>
                <a:cubicBezTo>
                  <a:pt x="4583325" y="25427"/>
                  <a:pt x="4582640" y="24746"/>
                  <a:pt x="4581504" y="24746"/>
                </a:cubicBezTo>
                <a:cubicBezTo>
                  <a:pt x="4579909" y="24746"/>
                  <a:pt x="4571482" y="27252"/>
                  <a:pt x="4567840" y="28847"/>
                </a:cubicBezTo>
                <a:cubicBezTo>
                  <a:pt x="4563965" y="30438"/>
                  <a:pt x="4557362" y="31804"/>
                  <a:pt x="4555767" y="33854"/>
                </a:cubicBezTo>
                <a:cubicBezTo>
                  <a:pt x="4554172" y="35905"/>
                  <a:pt x="4553262" y="42055"/>
                  <a:pt x="4553262" y="60272"/>
                </a:cubicBezTo>
                <a:lnTo>
                  <a:pt x="4546885" y="60272"/>
                </a:lnTo>
                <a:close/>
                <a:moveTo>
                  <a:pt x="4666907" y="131229"/>
                </a:moveTo>
                <a:lnTo>
                  <a:pt x="4666907" y="85911"/>
                </a:lnTo>
                <a:cubicBezTo>
                  <a:pt x="4666907" y="74527"/>
                  <a:pt x="4667818" y="61742"/>
                  <a:pt x="4667818" y="61742"/>
                </a:cubicBezTo>
                <a:cubicBezTo>
                  <a:pt x="4667818" y="59208"/>
                  <a:pt x="4665767" y="57825"/>
                  <a:pt x="4662581" y="57825"/>
                </a:cubicBezTo>
                <a:cubicBezTo>
                  <a:pt x="4656204" y="60362"/>
                  <a:pt x="4637755" y="62204"/>
                  <a:pt x="4622040" y="64275"/>
                </a:cubicBezTo>
                <a:cubicBezTo>
                  <a:pt x="4621585" y="65644"/>
                  <a:pt x="4622040" y="70197"/>
                  <a:pt x="4622496" y="71566"/>
                </a:cubicBezTo>
                <a:cubicBezTo>
                  <a:pt x="4635023" y="72702"/>
                  <a:pt x="4637299" y="74527"/>
                  <a:pt x="4637299" y="87506"/>
                </a:cubicBezTo>
                <a:lnTo>
                  <a:pt x="4637299" y="131229"/>
                </a:lnTo>
                <a:cubicBezTo>
                  <a:pt x="4637299" y="150130"/>
                  <a:pt x="4634794" y="150586"/>
                  <a:pt x="4620904" y="151722"/>
                </a:cubicBezTo>
                <a:cubicBezTo>
                  <a:pt x="4619535" y="153088"/>
                  <a:pt x="4619535" y="158099"/>
                  <a:pt x="4620904" y="159464"/>
                </a:cubicBezTo>
                <a:cubicBezTo>
                  <a:pt x="4630467" y="159239"/>
                  <a:pt x="4640034" y="159009"/>
                  <a:pt x="4652103" y="159009"/>
                </a:cubicBezTo>
                <a:cubicBezTo>
                  <a:pt x="4664172" y="159009"/>
                  <a:pt x="4673510" y="159239"/>
                  <a:pt x="4683303" y="159464"/>
                </a:cubicBezTo>
                <a:cubicBezTo>
                  <a:pt x="4684672" y="158099"/>
                  <a:pt x="4684672" y="153088"/>
                  <a:pt x="4683303" y="151722"/>
                </a:cubicBezTo>
                <a:cubicBezTo>
                  <a:pt x="4669413" y="150811"/>
                  <a:pt x="4666907" y="150130"/>
                  <a:pt x="4666907" y="131229"/>
                </a:cubicBezTo>
                <a:moveTo>
                  <a:pt x="4636163" y="23241"/>
                </a:moveTo>
                <a:cubicBezTo>
                  <a:pt x="4636163" y="30754"/>
                  <a:pt x="4641626" y="38271"/>
                  <a:pt x="4650738" y="38271"/>
                </a:cubicBezTo>
                <a:cubicBezTo>
                  <a:pt x="4660986" y="38271"/>
                  <a:pt x="4666907" y="30073"/>
                  <a:pt x="4666907" y="24152"/>
                </a:cubicBezTo>
                <a:cubicBezTo>
                  <a:pt x="4666907" y="17320"/>
                  <a:pt x="4661670" y="9119"/>
                  <a:pt x="4652103" y="9119"/>
                </a:cubicBezTo>
                <a:cubicBezTo>
                  <a:pt x="4641400" y="9119"/>
                  <a:pt x="4636163" y="16409"/>
                  <a:pt x="4636163" y="23241"/>
                </a:cubicBezTo>
                <a:close/>
                <a:moveTo>
                  <a:pt x="4727713" y="96312"/>
                </a:moveTo>
                <a:cubicBezTo>
                  <a:pt x="4727942" y="88343"/>
                  <a:pt x="4729082" y="79687"/>
                  <a:pt x="4732269" y="75135"/>
                </a:cubicBezTo>
                <a:cubicBezTo>
                  <a:pt x="4735914" y="69668"/>
                  <a:pt x="4742062" y="67392"/>
                  <a:pt x="4744567" y="67392"/>
                </a:cubicBezTo>
                <a:cubicBezTo>
                  <a:pt x="4750718" y="67392"/>
                  <a:pt x="4759142" y="73314"/>
                  <a:pt x="4759142" y="91530"/>
                </a:cubicBezTo>
                <a:cubicBezTo>
                  <a:pt x="4759142" y="92896"/>
                  <a:pt x="4759142" y="95857"/>
                  <a:pt x="4758686" y="96312"/>
                </a:cubicBezTo>
                <a:lnTo>
                  <a:pt x="4727713" y="96312"/>
                </a:lnTo>
                <a:moveTo>
                  <a:pt x="4785563" y="129579"/>
                </a:moveTo>
                <a:cubicBezTo>
                  <a:pt x="4776225" y="139153"/>
                  <a:pt x="4763927" y="141658"/>
                  <a:pt x="4755270" y="141658"/>
                </a:cubicBezTo>
                <a:cubicBezTo>
                  <a:pt x="4737506" y="141658"/>
                  <a:pt x="4726577" y="131403"/>
                  <a:pt x="4726577" y="109069"/>
                </a:cubicBezTo>
                <a:cubicBezTo>
                  <a:pt x="4726577" y="107474"/>
                  <a:pt x="4726802" y="106560"/>
                  <a:pt x="4726802" y="105420"/>
                </a:cubicBezTo>
                <a:lnTo>
                  <a:pt x="4781462" y="105420"/>
                </a:lnTo>
                <a:cubicBezTo>
                  <a:pt x="4786928" y="105420"/>
                  <a:pt x="4788065" y="101549"/>
                  <a:pt x="4788065" y="98362"/>
                </a:cubicBezTo>
                <a:cubicBezTo>
                  <a:pt x="4788065" y="79006"/>
                  <a:pt x="4780552" y="57825"/>
                  <a:pt x="4747073" y="57825"/>
                </a:cubicBezTo>
                <a:cubicBezTo>
                  <a:pt x="4723161" y="57825"/>
                  <a:pt x="4695829" y="79006"/>
                  <a:pt x="4695829" y="113854"/>
                </a:cubicBezTo>
                <a:cubicBezTo>
                  <a:pt x="4695829" y="127073"/>
                  <a:pt x="4700614" y="140977"/>
                  <a:pt x="4710407" y="149859"/>
                </a:cubicBezTo>
                <a:cubicBezTo>
                  <a:pt x="4719060" y="157602"/>
                  <a:pt x="4730218" y="161244"/>
                  <a:pt x="4746388" y="161244"/>
                </a:cubicBezTo>
                <a:cubicBezTo>
                  <a:pt x="4762102" y="161244"/>
                  <a:pt x="4777591" y="153275"/>
                  <a:pt x="4788979" y="136647"/>
                </a:cubicBezTo>
                <a:cubicBezTo>
                  <a:pt x="4788979" y="133683"/>
                  <a:pt x="4787839" y="129579"/>
                  <a:pt x="4785563" y="129579"/>
                </a:cubicBezTo>
                <a:close/>
                <a:moveTo>
                  <a:pt x="4809701" y="125711"/>
                </a:moveTo>
                <a:cubicBezTo>
                  <a:pt x="4810612" y="136873"/>
                  <a:pt x="4811751" y="147580"/>
                  <a:pt x="4813572" y="156236"/>
                </a:cubicBezTo>
                <a:cubicBezTo>
                  <a:pt x="4817902" y="157602"/>
                  <a:pt x="4832477" y="161244"/>
                  <a:pt x="4845230" y="161244"/>
                </a:cubicBezTo>
                <a:cubicBezTo>
                  <a:pt x="4862766" y="161244"/>
                  <a:pt x="4884631" y="151680"/>
                  <a:pt x="4884631" y="131862"/>
                </a:cubicBezTo>
                <a:cubicBezTo>
                  <a:pt x="4884631" y="124116"/>
                  <a:pt x="4882806" y="117965"/>
                  <a:pt x="4877569" y="112269"/>
                </a:cubicBezTo>
                <a:cubicBezTo>
                  <a:pt x="4870963" y="104979"/>
                  <a:pt x="4861626" y="99286"/>
                  <a:pt x="4851152" y="94731"/>
                </a:cubicBezTo>
                <a:cubicBezTo>
                  <a:pt x="4842040" y="90856"/>
                  <a:pt x="4838854" y="83565"/>
                  <a:pt x="4838854" y="76959"/>
                </a:cubicBezTo>
                <a:cubicBezTo>
                  <a:pt x="4838854" y="71722"/>
                  <a:pt x="4843180" y="67392"/>
                  <a:pt x="4849786" y="67392"/>
                </a:cubicBezTo>
                <a:cubicBezTo>
                  <a:pt x="4857754" y="67392"/>
                  <a:pt x="4865500" y="74683"/>
                  <a:pt x="4871193" y="88580"/>
                </a:cubicBezTo>
                <a:cubicBezTo>
                  <a:pt x="4875293" y="89261"/>
                  <a:pt x="4877799" y="89035"/>
                  <a:pt x="4880075" y="87440"/>
                </a:cubicBezTo>
                <a:cubicBezTo>
                  <a:pt x="4880075" y="79239"/>
                  <a:pt x="4879164" y="70582"/>
                  <a:pt x="4877114" y="63292"/>
                </a:cubicBezTo>
                <a:cubicBezTo>
                  <a:pt x="4869827" y="60105"/>
                  <a:pt x="4864131" y="57825"/>
                  <a:pt x="4851607" y="57825"/>
                </a:cubicBezTo>
                <a:cubicBezTo>
                  <a:pt x="4839535" y="57825"/>
                  <a:pt x="4828150" y="62381"/>
                  <a:pt x="4820863" y="69672"/>
                </a:cubicBezTo>
                <a:cubicBezTo>
                  <a:pt x="4815623" y="74909"/>
                  <a:pt x="4813117" y="81289"/>
                  <a:pt x="4813117" y="87440"/>
                </a:cubicBezTo>
                <a:cubicBezTo>
                  <a:pt x="4813117" y="94272"/>
                  <a:pt x="4815623" y="99742"/>
                  <a:pt x="4820178" y="104523"/>
                </a:cubicBezTo>
                <a:cubicBezTo>
                  <a:pt x="4827240" y="112269"/>
                  <a:pt x="4839535" y="120245"/>
                  <a:pt x="4846596" y="123431"/>
                </a:cubicBezTo>
                <a:cubicBezTo>
                  <a:pt x="4855708" y="127532"/>
                  <a:pt x="4858210" y="135733"/>
                  <a:pt x="4858210" y="141199"/>
                </a:cubicBezTo>
                <a:cubicBezTo>
                  <a:pt x="4858210" y="148490"/>
                  <a:pt x="4850922" y="152365"/>
                  <a:pt x="4844775" y="152365"/>
                </a:cubicBezTo>
                <a:cubicBezTo>
                  <a:pt x="4834527" y="152365"/>
                  <a:pt x="4823594" y="142113"/>
                  <a:pt x="4818813" y="125256"/>
                </a:cubicBezTo>
                <a:cubicBezTo>
                  <a:pt x="4815167" y="124571"/>
                  <a:pt x="4813346" y="124800"/>
                  <a:pt x="4809701" y="125711"/>
                </a:cubicBezTo>
                <a:close/>
                <a:moveTo>
                  <a:pt x="4907177" y="145759"/>
                </a:moveTo>
                <a:cubicBezTo>
                  <a:pt x="4907177" y="154412"/>
                  <a:pt x="4914464" y="161244"/>
                  <a:pt x="4923572" y="161244"/>
                </a:cubicBezTo>
                <a:cubicBezTo>
                  <a:pt x="4932684" y="161244"/>
                  <a:pt x="4940426" y="153956"/>
                  <a:pt x="4940426" y="145303"/>
                </a:cubicBezTo>
                <a:cubicBezTo>
                  <a:pt x="4940426" y="136421"/>
                  <a:pt x="4933139" y="129589"/>
                  <a:pt x="4924028" y="129589"/>
                </a:cubicBezTo>
                <a:cubicBezTo>
                  <a:pt x="4914919" y="129589"/>
                  <a:pt x="4907177" y="136876"/>
                  <a:pt x="4907177" y="145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7578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2026-09-05T17:42:16.9810000Z</dcterms:created>
  <dcterms:modified xsi:type="dcterms:W3CDTF">2026-09-05T17:42:16.9810000Z</dcterms:modified>
</coreProperties>
</file>