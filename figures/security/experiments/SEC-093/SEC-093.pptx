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a1a80131ee44c5" /><Relationship Type="http://schemas.openxmlformats.org/officeDocument/2006/relationships/extended-properties" Target="/docProps/app.xml" Id="Re91118c9dad74776" /><Relationship Type="http://schemas.openxmlformats.org/officeDocument/2006/relationships/officeDocument" Target="/ppt/presentation.xml" Id="R45b8538b16a44c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55da495a3485c"/>
  </p:sldMasterIdLst>
  <p:notesMasterIdLst>
    <p:notesMasterId xmlns:r="http://schemas.openxmlformats.org/officeDocument/2006/relationships" r:id="R9b784f5b0a854bce"/>
  </p:notesMasterIdLst>
  <p:sldIdLst>
    <p:sldId xmlns:r="http://schemas.openxmlformats.org/officeDocument/2006/relationships" id="256" r:id="R290fe8d0068c48bf"/>
  </p:sldIdLst>
  <p:sldSz cx="12773025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6956c32fd04650" /><Relationship Type="http://schemas.openxmlformats.org/officeDocument/2006/relationships/slideMaster" Target="/ppt/slideMasters/slideMaster1.xml" Id="Ra5d55da495a3485c" /><Relationship Type="http://schemas.openxmlformats.org/officeDocument/2006/relationships/notesMaster" Target="/ppt/notesMasters/notesMaster1.xml" Id="R9b784f5b0a854bce" /><Relationship Type="http://schemas.openxmlformats.org/officeDocument/2006/relationships/presProps" Target="/ppt/presProps.xml" Id="R424fb45ed7a74c8f" /><Relationship Type="http://schemas.openxmlformats.org/officeDocument/2006/relationships/tableStyles" Target="/ppt/tableStyles.xml" Id="R23b85b0361eb4f5d" /><Relationship Type="http://schemas.openxmlformats.org/officeDocument/2006/relationships/slide" Target="/ppt/slides/slide1.xml" Id="R290fe8d0068c48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d28b66ef1c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8eabe21774f5d" /><Relationship Type="http://schemas.openxmlformats.org/officeDocument/2006/relationships/notesMaster" Target="/ppt/notesMasters/notesMaster1.xml" Id="R98b37c3070a74c0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素材ID：SEC-093</ns1:t>
            </ns1:r>
          </ns1:p>
          <ns1:p>
            <ns1:r>
              <ns1:t>论文：Spec-o-Scope: Cache Probing at Cache Speed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14，PDF第14页</ns1:t>
            </ns1:r>
          </ns1:p>
          <ns1:p>
            <ns1:r>
              <ns1:t>类型：实验图表</ns1:t>
            </ns1:r>
          </ns1:p>
          <ns1:p>
            <ns1:r>
              <ns1:t>借鉴点：64个候选组排列，淡蓝背景散点与粉色正确候选、红框最佳点对比，保留原图显示的坐标、点位与高亮关系。；复刻边界：按原图可见点位、投影轮廓及色彩区域转写原生对象；未恢复或新增原始实验数值。重叠或遮挡部分不推测。</ns1:t>
            </ns1:r>
          </ns1:p>
          <ns1:p>
            <ns1:r>
              <ns1:t>论文URL：https://eprint.iacr.org/2024/775.pdf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27511a214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f3acb22a514daf" /><Relationship Type="http://schemas.openxmlformats.org/officeDocument/2006/relationships/slideLayout" Target="/ppt/slideLayouts/slideLayout1.xml" Id="R6d3d952c221b40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d952c221b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d1edbca9a4c2b" /><Relationship Type="http://schemas.openxmlformats.org/officeDocument/2006/relationships/notesSlide" Target="/ppt/notesSlides/notesSlide1.xml" Id="R0c5031e1542845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4C979-8914-4508-A47E-7B0B93BB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73025" cy="3429000"/>
          </a:xfrm>
          <a:custGeom xmlns:a="http://schemas.openxmlformats.org/drawingml/2006/main">
            <a:pathLst>
              <a:path w="12773025" h="3429000">
                <a:moveTo>
                  <a:pt x="0" y="3429000"/>
                </a:moveTo>
                <a:lnTo>
                  <a:pt x="12773025" y="3429000"/>
                </a:lnTo>
                <a:lnTo>
                  <a:pt x="12773025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isible source SEC-093 inset-1 region 0">
            <a:extLst xmlns:a="http://schemas.openxmlformats.org/drawingml/2006/main">
              <a:ext uri="{FF2B5EF4-FFF2-40B4-BE49-F238E27FC236}">
                <a16:creationId xmlns:a16="http://schemas.microsoft.com/office/drawing/2014/main" id="{3D16D21E-7D9C-44A6-9178-0763C8B5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" y="102734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isible source SEC-093 inset-1 region 1">
            <a:extLst xmlns:a="http://schemas.openxmlformats.org/drawingml/2006/main">
              <a:ext uri="{FF2B5EF4-FFF2-40B4-BE49-F238E27FC236}">
                <a16:creationId xmlns:a16="http://schemas.microsoft.com/office/drawing/2014/main" id="{7D3B573F-22DB-49CB-A914-DC5C3346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82" y="140680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isible source SEC-093 inset-1 region 2">
            <a:extLst xmlns:a="http://schemas.openxmlformats.org/drawingml/2006/main">
              <a:ext uri="{FF2B5EF4-FFF2-40B4-BE49-F238E27FC236}">
                <a16:creationId xmlns:a16="http://schemas.microsoft.com/office/drawing/2014/main" id="{932E900B-E461-4FF2-821D-97F481DE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90" y="141989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isible source SEC-093 inset-1 region 3">
            <a:extLst xmlns:a="http://schemas.openxmlformats.org/drawingml/2006/main">
              <a:ext uri="{FF2B5EF4-FFF2-40B4-BE49-F238E27FC236}">
                <a16:creationId xmlns:a16="http://schemas.microsoft.com/office/drawing/2014/main" id="{66817DED-8AE9-4BA5-89AD-984B0B8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438" y="1442792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isible source SEC-093 inset-1 region 4">
            <a:extLst xmlns:a="http://schemas.openxmlformats.org/drawingml/2006/main">
              <a:ext uri="{FF2B5EF4-FFF2-40B4-BE49-F238E27FC236}">
                <a16:creationId xmlns:a16="http://schemas.microsoft.com/office/drawing/2014/main" id="{D5A3712E-83D4-4C35-8DF1-4476F86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98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isible source SEC-093 inset-1 region 5">
            <a:extLst xmlns:a="http://schemas.openxmlformats.org/drawingml/2006/main">
              <a:ext uri="{FF2B5EF4-FFF2-40B4-BE49-F238E27FC236}">
                <a16:creationId xmlns:a16="http://schemas.microsoft.com/office/drawing/2014/main" id="{07DFE155-C4C0-4063-B188-BD822763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93" y="1570371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isible source SEC-093 inset-1 region 6">
            <a:extLst xmlns:a="http://schemas.openxmlformats.org/drawingml/2006/main">
              <a:ext uri="{FF2B5EF4-FFF2-40B4-BE49-F238E27FC236}">
                <a16:creationId xmlns:a16="http://schemas.microsoft.com/office/drawing/2014/main" id="{C407FBB4-11C6-4D8E-AE98-89FED985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794" y="1635796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isible source SEC-093 inset-1 region 7">
            <a:extLst xmlns:a="http://schemas.openxmlformats.org/drawingml/2006/main">
              <a:ext uri="{FF2B5EF4-FFF2-40B4-BE49-F238E27FC236}">
                <a16:creationId xmlns:a16="http://schemas.microsoft.com/office/drawing/2014/main" id="{ED7FD99A-B208-433B-94C1-5581449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6" y="164888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isible source SEC-093 inset-1 region 8">
            <a:extLst xmlns:a="http://schemas.openxmlformats.org/drawingml/2006/main">
              <a:ext uri="{FF2B5EF4-FFF2-40B4-BE49-F238E27FC236}">
                <a16:creationId xmlns:a16="http://schemas.microsoft.com/office/drawing/2014/main" id="{23069FF7-CB1B-46C1-81BD-376779B7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842" y="1665238"/>
            <a:ext cx="91595" cy="58883"/>
          </a:xfrm>
          <a:custGeom xmlns:a="http://schemas.openxmlformats.org/drawingml/2006/main">
            <a:pathLst>
              <a:path w="91595" h="5888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65425" y="42526"/>
                </a:lnTo>
                <a:lnTo>
                  <a:pt x="65425" y="49069"/>
                </a:lnTo>
                <a:lnTo>
                  <a:pt x="62154" y="49069"/>
                </a:lnTo>
                <a:lnTo>
                  <a:pt x="62154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52340" y="55612"/>
                </a:lnTo>
                <a:lnTo>
                  <a:pt x="52340" y="58883"/>
                </a:lnTo>
                <a:lnTo>
                  <a:pt x="42526" y="58883"/>
                </a:lnTo>
                <a:lnTo>
                  <a:pt x="42526" y="55612"/>
                </a:lnTo>
                <a:lnTo>
                  <a:pt x="35984" y="55612"/>
                </a:lnTo>
                <a:lnTo>
                  <a:pt x="35984" y="52340"/>
                </a:lnTo>
                <a:lnTo>
                  <a:pt x="32713" y="52340"/>
                </a:lnTo>
                <a:lnTo>
                  <a:pt x="32713" y="49069"/>
                </a:lnTo>
                <a:lnTo>
                  <a:pt x="29441" y="49069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isible source SEC-093 inset-1 region 9">
            <a:extLst xmlns:a="http://schemas.openxmlformats.org/drawingml/2006/main">
              <a:ext uri="{FF2B5EF4-FFF2-40B4-BE49-F238E27FC236}">
                <a16:creationId xmlns:a16="http://schemas.microsoft.com/office/drawing/2014/main" id="{38711EBE-0E20-4FDE-A5B9-60EEC7B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62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26170" y="0"/>
                </a:move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isible source SEC-093 inset-1 region 10">
            <a:extLst xmlns:a="http://schemas.openxmlformats.org/drawingml/2006/main">
              <a:ext uri="{FF2B5EF4-FFF2-40B4-BE49-F238E27FC236}">
                <a16:creationId xmlns:a16="http://schemas.microsoft.com/office/drawing/2014/main" id="{1B918F82-94BF-4D3D-91C6-F3701B1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39" y="1845157"/>
            <a:ext cx="88324" cy="75239"/>
          </a:xfrm>
          <a:custGeom xmlns:a="http://schemas.openxmlformats.org/drawingml/2006/main">
            <a:pathLst>
              <a:path w="88324" h="75239">
                <a:moveTo>
                  <a:pt x="9814" y="3271"/>
                </a:move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85053" y="42526"/>
                </a:lnTo>
                <a:lnTo>
                  <a:pt x="85053" y="49069"/>
                </a:lnTo>
                <a:lnTo>
                  <a:pt x="88324" y="49069"/>
                </a:lnTo>
                <a:lnTo>
                  <a:pt x="88324" y="58883"/>
                </a:lnTo>
                <a:lnTo>
                  <a:pt x="85053" y="58883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62154" y="75239"/>
                </a:lnTo>
                <a:lnTo>
                  <a:pt x="62154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26170" y="52340"/>
                </a:lnTo>
                <a:lnTo>
                  <a:pt x="26170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isible source SEC-093 inset-1 region 11">
            <a:extLst xmlns:a="http://schemas.openxmlformats.org/drawingml/2006/main">
              <a:ext uri="{FF2B5EF4-FFF2-40B4-BE49-F238E27FC236}">
                <a16:creationId xmlns:a16="http://schemas.microsoft.com/office/drawing/2014/main" id="{459430F8-8D70-479C-8FF4-1285CF72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31" y="1845157"/>
            <a:ext cx="114494" cy="75239"/>
          </a:xfrm>
          <a:custGeom xmlns:a="http://schemas.openxmlformats.org/drawingml/2006/main">
            <a:pathLst>
              <a:path w="114494" h="75239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8883" y="16356"/>
                </a:lnTo>
                <a:lnTo>
                  <a:pt x="58883" y="19628"/>
                </a:lnTo>
                <a:lnTo>
                  <a:pt x="62154" y="19628"/>
                </a:lnTo>
                <a:lnTo>
                  <a:pt x="62154" y="22899"/>
                </a:lnTo>
                <a:lnTo>
                  <a:pt x="65425" y="22899"/>
                </a:lnTo>
                <a:lnTo>
                  <a:pt x="65425" y="29441"/>
                </a:lnTo>
                <a:lnTo>
                  <a:pt x="68697" y="29441"/>
                </a:lnTo>
                <a:lnTo>
                  <a:pt x="68697" y="39255"/>
                </a:lnTo>
                <a:lnTo>
                  <a:pt x="71968" y="39255"/>
                </a:lnTo>
                <a:lnTo>
                  <a:pt x="71968" y="35984"/>
                </a:lnTo>
                <a:lnTo>
                  <a:pt x="78510" y="35984"/>
                </a:lnTo>
                <a:lnTo>
                  <a:pt x="78510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111223" y="42526"/>
                </a:lnTo>
                <a:lnTo>
                  <a:pt x="111223" y="49069"/>
                </a:lnTo>
                <a:lnTo>
                  <a:pt x="114494" y="49069"/>
                </a:lnTo>
                <a:lnTo>
                  <a:pt x="114494" y="58883"/>
                </a:lnTo>
                <a:lnTo>
                  <a:pt x="111223" y="58883"/>
                </a:lnTo>
                <a:lnTo>
                  <a:pt x="111223" y="65425"/>
                </a:lnTo>
                <a:lnTo>
                  <a:pt x="107952" y="65425"/>
                </a:lnTo>
                <a:lnTo>
                  <a:pt x="107952" y="68697"/>
                </a:lnTo>
                <a:lnTo>
                  <a:pt x="104681" y="68697"/>
                </a:lnTo>
                <a:lnTo>
                  <a:pt x="104681" y="71968"/>
                </a:lnTo>
                <a:lnTo>
                  <a:pt x="98138" y="71968"/>
                </a:lnTo>
                <a:lnTo>
                  <a:pt x="98138" y="75239"/>
                </a:lnTo>
                <a:lnTo>
                  <a:pt x="75239" y="75239"/>
                </a:lnTo>
                <a:lnTo>
                  <a:pt x="75239" y="71968"/>
                </a:lnTo>
                <a:lnTo>
                  <a:pt x="71968" y="71968"/>
                </a:lnTo>
                <a:lnTo>
                  <a:pt x="71968" y="68697"/>
                </a:lnTo>
                <a:lnTo>
                  <a:pt x="68697" y="68697"/>
                </a:lnTo>
                <a:lnTo>
                  <a:pt x="68697" y="65425"/>
                </a:lnTo>
                <a:lnTo>
                  <a:pt x="65425" y="65425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49069"/>
                </a:lnTo>
                <a:lnTo>
                  <a:pt x="58883" y="49069"/>
                </a:lnTo>
                <a:lnTo>
                  <a:pt x="58883" y="52340"/>
                </a:lnTo>
                <a:lnTo>
                  <a:pt x="52340" y="52340"/>
                </a:lnTo>
                <a:lnTo>
                  <a:pt x="52340" y="55612"/>
                </a:lnTo>
                <a:lnTo>
                  <a:pt x="32713" y="55612"/>
                </a:lnTo>
                <a:lnTo>
                  <a:pt x="32713" y="52340"/>
                </a:lnTo>
                <a:lnTo>
                  <a:pt x="26170" y="52340"/>
                </a:lnTo>
                <a:lnTo>
                  <a:pt x="26170" y="49069"/>
                </a:lnTo>
                <a:lnTo>
                  <a:pt x="22899" y="49069"/>
                </a:lnTo>
                <a:lnTo>
                  <a:pt x="22899" y="45798"/>
                </a:lnTo>
                <a:lnTo>
                  <a:pt x="19628" y="45798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isible source SEC-093 inset-1 region 12">
            <a:extLst xmlns:a="http://schemas.openxmlformats.org/drawingml/2006/main">
              <a:ext uri="{FF2B5EF4-FFF2-40B4-BE49-F238E27FC236}">
                <a16:creationId xmlns:a16="http://schemas.microsoft.com/office/drawing/2014/main" id="{553EF449-4C4B-41DA-9D0F-AAD5979C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41" y="1923668"/>
            <a:ext cx="85053" cy="58883"/>
          </a:xfrm>
          <a:custGeom xmlns:a="http://schemas.openxmlformats.org/drawingml/2006/main">
            <a:pathLst>
              <a:path w="85053" h="58883">
                <a:moveTo>
                  <a:pt x="6543" y="22899"/>
                </a:moveTo>
                <a:lnTo>
                  <a:pt x="9814" y="22899"/>
                </a:ln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42526"/>
                </a:lnTo>
                <a:lnTo>
                  <a:pt x="71968" y="42526"/>
                </a:lnTo>
                <a:lnTo>
                  <a:pt x="71968" y="49069"/>
                </a:lnTo>
                <a:lnTo>
                  <a:pt x="68697" y="49069"/>
                </a:lnTo>
                <a:lnTo>
                  <a:pt x="68697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isible source SEC-093 inset-1 region 13">
            <a:extLst xmlns:a="http://schemas.openxmlformats.org/drawingml/2006/main">
              <a:ext uri="{FF2B5EF4-FFF2-40B4-BE49-F238E27FC236}">
                <a16:creationId xmlns:a16="http://schemas.microsoft.com/office/drawing/2014/main" id="{50AEE848-73E9-4AD1-BD6F-EC5C14D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36" y="1995636"/>
            <a:ext cx="153750" cy="71968"/>
          </a:xfrm>
          <a:custGeom xmlns:a="http://schemas.openxmlformats.org/drawingml/2006/main">
            <a:pathLst>
              <a:path w="153750" h="71968">
                <a:moveTo>
                  <a:pt x="0" y="19628"/>
                </a:move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6170" y="3271"/>
                </a:ln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1968" y="13085"/>
                </a:lnTo>
                <a:lnTo>
                  <a:pt x="71968" y="19628"/>
                </a:lnTo>
                <a:lnTo>
                  <a:pt x="75239" y="19628"/>
                </a:lnTo>
                <a:lnTo>
                  <a:pt x="75239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85053" y="32713"/>
                </a:lnTo>
                <a:lnTo>
                  <a:pt x="85053" y="29441"/>
                </a:lnTo>
                <a:lnTo>
                  <a:pt x="94867" y="29441"/>
                </a:lnTo>
                <a:lnTo>
                  <a:pt x="94867" y="32713"/>
                </a:lnTo>
                <a:lnTo>
                  <a:pt x="98138" y="32713"/>
                </a:lnTo>
                <a:lnTo>
                  <a:pt x="98138" y="29441"/>
                </a:lnTo>
                <a:lnTo>
                  <a:pt x="114494" y="29441"/>
                </a:lnTo>
                <a:lnTo>
                  <a:pt x="114494" y="26170"/>
                </a:lnTo>
                <a:lnTo>
                  <a:pt x="111223" y="26170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3271"/>
                </a:lnTo>
                <a:lnTo>
                  <a:pt x="127579" y="3271"/>
                </a:lnTo>
                <a:lnTo>
                  <a:pt x="127579" y="0"/>
                </a:lnTo>
                <a:lnTo>
                  <a:pt x="137393" y="0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9814"/>
                </a:lnTo>
                <a:lnTo>
                  <a:pt x="150478" y="9814"/>
                </a:lnTo>
                <a:lnTo>
                  <a:pt x="150478" y="16356"/>
                </a:lnTo>
                <a:lnTo>
                  <a:pt x="153750" y="16356"/>
                </a:lnTo>
                <a:lnTo>
                  <a:pt x="153750" y="26170"/>
                </a:lnTo>
                <a:lnTo>
                  <a:pt x="150478" y="26170"/>
                </a:lnTo>
                <a:lnTo>
                  <a:pt x="150478" y="32713"/>
                </a:lnTo>
                <a:lnTo>
                  <a:pt x="147207" y="32713"/>
                </a:lnTo>
                <a:lnTo>
                  <a:pt x="147207" y="35984"/>
                </a:lnTo>
                <a:lnTo>
                  <a:pt x="143936" y="35984"/>
                </a:lnTo>
                <a:lnTo>
                  <a:pt x="143936" y="39255"/>
                </a:lnTo>
                <a:lnTo>
                  <a:pt x="137393" y="39255"/>
                </a:lnTo>
                <a:lnTo>
                  <a:pt x="137393" y="42526"/>
                </a:lnTo>
                <a:lnTo>
                  <a:pt x="127579" y="42526"/>
                </a:lnTo>
                <a:lnTo>
                  <a:pt x="127579" y="45798"/>
                </a:lnTo>
                <a:lnTo>
                  <a:pt x="130851" y="45798"/>
                </a:lnTo>
                <a:lnTo>
                  <a:pt x="130851" y="55612"/>
                </a:lnTo>
                <a:lnTo>
                  <a:pt x="127579" y="55612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85053" y="71968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55612" y="68697"/>
                </a:lnTo>
                <a:lnTo>
                  <a:pt x="55612" y="65425"/>
                </a:lnTo>
                <a:lnTo>
                  <a:pt x="52340" y="65425"/>
                </a:lnTo>
                <a:lnTo>
                  <a:pt x="52340" y="62154"/>
                </a:lnTo>
                <a:lnTo>
                  <a:pt x="49069" y="62154"/>
                </a:lnTo>
                <a:lnTo>
                  <a:pt x="49069" y="55612"/>
                </a:lnTo>
                <a:lnTo>
                  <a:pt x="45798" y="55612"/>
                </a:lnTo>
                <a:lnTo>
                  <a:pt x="45798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isible source SEC-093 inset-1 region 14">
            <a:extLst xmlns:a="http://schemas.openxmlformats.org/drawingml/2006/main">
              <a:ext uri="{FF2B5EF4-FFF2-40B4-BE49-F238E27FC236}">
                <a16:creationId xmlns:a16="http://schemas.microsoft.com/office/drawing/2014/main" id="{1E3C7B0E-DCD7-48EA-8786-180C07BF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15" y="1998907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isible source SEC-093 inset-1 region 15">
            <a:extLst xmlns:a="http://schemas.openxmlformats.org/drawingml/2006/main">
              <a:ext uri="{FF2B5EF4-FFF2-40B4-BE49-F238E27FC236}">
                <a16:creationId xmlns:a16="http://schemas.microsoft.com/office/drawing/2014/main" id="{99A13019-52A3-4095-B955-CDAA9BEA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17" y="2051247"/>
            <a:ext cx="127579" cy="81782"/>
          </a:xfrm>
          <a:custGeom xmlns:a="http://schemas.openxmlformats.org/drawingml/2006/main">
            <a:pathLst>
              <a:path w="127579" h="81782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9441"/>
                </a:lnTo>
                <a:lnTo>
                  <a:pt x="85053" y="29441"/>
                </a:lnTo>
                <a:lnTo>
                  <a:pt x="85053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5612"/>
                </a:lnTo>
                <a:lnTo>
                  <a:pt x="127579" y="55612"/>
                </a:lnTo>
                <a:lnTo>
                  <a:pt x="127579" y="65425"/>
                </a:lnTo>
                <a:lnTo>
                  <a:pt x="124308" y="65425"/>
                </a:lnTo>
                <a:lnTo>
                  <a:pt x="124308" y="71968"/>
                </a:lnTo>
                <a:lnTo>
                  <a:pt x="121037" y="71968"/>
                </a:lnTo>
                <a:lnTo>
                  <a:pt x="121037" y="75239"/>
                </a:lnTo>
                <a:lnTo>
                  <a:pt x="117766" y="75239"/>
                </a:lnTo>
                <a:lnTo>
                  <a:pt x="117766" y="78510"/>
                </a:lnTo>
                <a:lnTo>
                  <a:pt x="111223" y="78510"/>
                </a:lnTo>
                <a:lnTo>
                  <a:pt x="111223" y="81782"/>
                </a:lnTo>
                <a:lnTo>
                  <a:pt x="62154" y="81782"/>
                </a:lnTo>
                <a:lnTo>
                  <a:pt x="62154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49069" y="71968"/>
                </a:lnTo>
                <a:lnTo>
                  <a:pt x="49069" y="65425"/>
                </a:lnTo>
                <a:lnTo>
                  <a:pt x="45798" y="65425"/>
                </a:lnTo>
                <a:lnTo>
                  <a:pt x="45798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35984" y="49069"/>
                </a:lnTo>
                <a:lnTo>
                  <a:pt x="35984" y="52340"/>
                </a:lnTo>
                <a:lnTo>
                  <a:pt x="29441" y="52340"/>
                </a:lnTo>
                <a:lnTo>
                  <a:pt x="29441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isible source SEC-093 inset-1 region 16">
            <a:extLst xmlns:a="http://schemas.openxmlformats.org/drawingml/2006/main">
              <a:ext uri="{FF2B5EF4-FFF2-40B4-BE49-F238E27FC236}">
                <a16:creationId xmlns:a16="http://schemas.microsoft.com/office/drawing/2014/main" id="{95ECA4E7-9ED0-4CE0-A794-9ED8FB7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39" y="2051247"/>
            <a:ext cx="166835" cy="114494"/>
          </a:xfrm>
          <a:custGeom xmlns:a="http://schemas.openxmlformats.org/drawingml/2006/main">
            <a:pathLst>
              <a:path w="166835" h="114494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9441"/>
                </a:lnTo>
                <a:lnTo>
                  <a:pt x="85053" y="29441"/>
                </a:lnTo>
                <a:lnTo>
                  <a:pt x="85053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5612"/>
                </a:lnTo>
                <a:lnTo>
                  <a:pt x="124308" y="55612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71968"/>
                </a:lnTo>
                <a:lnTo>
                  <a:pt x="127579" y="71968"/>
                </a:lnTo>
                <a:lnTo>
                  <a:pt x="127579" y="75239"/>
                </a:lnTo>
                <a:lnTo>
                  <a:pt x="130851" y="75239"/>
                </a:lnTo>
                <a:lnTo>
                  <a:pt x="130851" y="71968"/>
                </a:lnTo>
                <a:lnTo>
                  <a:pt x="150478" y="71968"/>
                </a:lnTo>
                <a:lnTo>
                  <a:pt x="150478" y="75239"/>
                </a:lnTo>
                <a:lnTo>
                  <a:pt x="157021" y="75239"/>
                </a:lnTo>
                <a:lnTo>
                  <a:pt x="157021" y="78510"/>
                </a:lnTo>
                <a:lnTo>
                  <a:pt x="160292" y="78510"/>
                </a:lnTo>
                <a:lnTo>
                  <a:pt x="160292" y="81782"/>
                </a:lnTo>
                <a:lnTo>
                  <a:pt x="163563" y="81782"/>
                </a:lnTo>
                <a:lnTo>
                  <a:pt x="163563" y="88324"/>
                </a:lnTo>
                <a:lnTo>
                  <a:pt x="166835" y="88324"/>
                </a:lnTo>
                <a:lnTo>
                  <a:pt x="166835" y="98138"/>
                </a:lnTo>
                <a:lnTo>
                  <a:pt x="163563" y="98138"/>
                </a:lnTo>
                <a:lnTo>
                  <a:pt x="163563" y="104681"/>
                </a:lnTo>
                <a:lnTo>
                  <a:pt x="160292" y="104681"/>
                </a:lnTo>
                <a:lnTo>
                  <a:pt x="160292" y="107952"/>
                </a:lnTo>
                <a:lnTo>
                  <a:pt x="157021" y="107952"/>
                </a:lnTo>
                <a:lnTo>
                  <a:pt x="157021" y="111223"/>
                </a:lnTo>
                <a:lnTo>
                  <a:pt x="150478" y="111223"/>
                </a:lnTo>
                <a:lnTo>
                  <a:pt x="150478" y="114494"/>
                </a:lnTo>
                <a:lnTo>
                  <a:pt x="134122" y="114494"/>
                </a:lnTo>
                <a:lnTo>
                  <a:pt x="134122" y="111223"/>
                </a:lnTo>
                <a:lnTo>
                  <a:pt x="127579" y="111223"/>
                </a:lnTo>
                <a:lnTo>
                  <a:pt x="127579" y="114494"/>
                </a:lnTo>
                <a:lnTo>
                  <a:pt x="104681" y="114494"/>
                </a:lnTo>
                <a:lnTo>
                  <a:pt x="104681" y="111223"/>
                </a:lnTo>
                <a:lnTo>
                  <a:pt x="98138" y="111223"/>
                </a:lnTo>
                <a:lnTo>
                  <a:pt x="98138" y="107952"/>
                </a:lnTo>
                <a:lnTo>
                  <a:pt x="94867" y="107952"/>
                </a:lnTo>
                <a:lnTo>
                  <a:pt x="94867" y="104681"/>
                </a:lnTo>
                <a:lnTo>
                  <a:pt x="91595" y="104681"/>
                </a:lnTo>
                <a:lnTo>
                  <a:pt x="91595" y="98138"/>
                </a:lnTo>
                <a:lnTo>
                  <a:pt x="88324" y="98138"/>
                </a:lnTo>
                <a:lnTo>
                  <a:pt x="88324" y="88324"/>
                </a:lnTo>
                <a:lnTo>
                  <a:pt x="91595" y="88324"/>
                </a:lnTo>
                <a:lnTo>
                  <a:pt x="91595" y="81782"/>
                </a:lnTo>
                <a:lnTo>
                  <a:pt x="81782" y="81782"/>
                </a:lnTo>
                <a:lnTo>
                  <a:pt x="81782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58883" y="81782"/>
                </a:lnTo>
                <a:lnTo>
                  <a:pt x="58883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isible source SEC-093 inset-1 region 17">
            <a:extLst xmlns:a="http://schemas.openxmlformats.org/drawingml/2006/main">
              <a:ext uri="{FF2B5EF4-FFF2-40B4-BE49-F238E27FC236}">
                <a16:creationId xmlns:a16="http://schemas.microsoft.com/office/drawing/2014/main" id="{2AE4C2F1-556D-46E1-A1D9-17D2CA7B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57" y="2182098"/>
            <a:ext cx="121037" cy="71968"/>
          </a:xfrm>
          <a:custGeom xmlns:a="http://schemas.openxmlformats.org/drawingml/2006/main">
            <a:pathLst>
              <a:path w="121037" h="71968">
                <a:moveTo>
                  <a:pt x="45798" y="26170"/>
                </a:moveTo>
                <a:lnTo>
                  <a:pt x="42526" y="26170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9814"/>
                </a:lnTo>
                <a:lnTo>
                  <a:pt x="104681" y="9814"/>
                </a:lnTo>
                <a:lnTo>
                  <a:pt x="104681" y="16356"/>
                </a:lnTo>
                <a:lnTo>
                  <a:pt x="107952" y="16356"/>
                </a:lnTo>
                <a:lnTo>
                  <a:pt x="107952" y="19628"/>
                </a:lnTo>
                <a:lnTo>
                  <a:pt x="111223" y="19628"/>
                </a:lnTo>
                <a:lnTo>
                  <a:pt x="111223" y="22899"/>
                </a:lnTo>
                <a:lnTo>
                  <a:pt x="114494" y="22899"/>
                </a:lnTo>
                <a:lnTo>
                  <a:pt x="114494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42526"/>
                </a:lnTo>
                <a:lnTo>
                  <a:pt x="117766" y="42526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62154" y="68697"/>
                </a:lnTo>
                <a:lnTo>
                  <a:pt x="62154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45798" y="29441"/>
                </a:lnTo>
                <a:lnTo>
                  <a:pt x="45798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isible source SEC-093 inset-1 region 18">
            <a:extLst xmlns:a="http://schemas.openxmlformats.org/drawingml/2006/main">
              <a:ext uri="{FF2B5EF4-FFF2-40B4-BE49-F238E27FC236}">
                <a16:creationId xmlns:a16="http://schemas.microsoft.com/office/drawing/2014/main" id="{2766E9FC-9628-470A-B190-2CF640C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50" y="2211539"/>
            <a:ext cx="160292" cy="55612"/>
          </a:xfrm>
          <a:custGeom xmlns:a="http://schemas.openxmlformats.org/drawingml/2006/main">
            <a:pathLst>
              <a:path w="160292" h="5561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85053" y="16356"/>
                </a:lnTo>
                <a:lnTo>
                  <a:pt x="85053" y="13085"/>
                </a:lnTo>
                <a:lnTo>
                  <a:pt x="88324" y="13085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43936" y="0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26170"/>
                </a:lnTo>
                <a:lnTo>
                  <a:pt x="157021" y="26170"/>
                </a:lnTo>
                <a:lnTo>
                  <a:pt x="157021" y="32713"/>
                </a:lnTo>
                <a:lnTo>
                  <a:pt x="153750" y="32713"/>
                </a:lnTo>
                <a:lnTo>
                  <a:pt x="153750" y="35984"/>
                </a:lnTo>
                <a:lnTo>
                  <a:pt x="150478" y="35984"/>
                </a:lnTo>
                <a:lnTo>
                  <a:pt x="150478" y="39255"/>
                </a:lnTo>
                <a:lnTo>
                  <a:pt x="143936" y="39255"/>
                </a:lnTo>
                <a:lnTo>
                  <a:pt x="143936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07952" y="49069"/>
                </a:lnTo>
                <a:lnTo>
                  <a:pt x="107952" y="52340"/>
                </a:lnTo>
                <a:lnTo>
                  <a:pt x="101409" y="52340"/>
                </a:lnTo>
                <a:lnTo>
                  <a:pt x="101409" y="55612"/>
                </a:lnTo>
                <a:lnTo>
                  <a:pt x="85053" y="55612"/>
                </a:lnTo>
                <a:lnTo>
                  <a:pt x="85053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isible source SEC-093 inset-1 region 19">
            <a:extLst xmlns:a="http://schemas.openxmlformats.org/drawingml/2006/main">
              <a:ext uri="{FF2B5EF4-FFF2-40B4-BE49-F238E27FC236}">
                <a16:creationId xmlns:a16="http://schemas.microsoft.com/office/drawing/2014/main" id="{365A1A0B-0E1F-40DF-9C16-EA1CAE8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17" y="2260608"/>
            <a:ext cx="127579" cy="85053"/>
          </a:xfrm>
          <a:custGeom xmlns:a="http://schemas.openxmlformats.org/drawingml/2006/main">
            <a:pathLst>
              <a:path w="127579" h="85053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24308" y="52340"/>
                </a:lnTo>
                <a:lnTo>
                  <a:pt x="124308" y="55612"/>
                </a:lnTo>
                <a:lnTo>
                  <a:pt x="127579" y="55612"/>
                </a:lnTo>
                <a:lnTo>
                  <a:pt x="127579" y="71968"/>
                </a:lnTo>
                <a:lnTo>
                  <a:pt x="124308" y="71968"/>
                </a:lnTo>
                <a:lnTo>
                  <a:pt x="124308" y="75239"/>
                </a:lnTo>
                <a:lnTo>
                  <a:pt x="121037" y="75239"/>
                </a:lnTo>
                <a:lnTo>
                  <a:pt x="121037" y="78510"/>
                </a:lnTo>
                <a:lnTo>
                  <a:pt x="117766" y="78510"/>
                </a:lnTo>
                <a:lnTo>
                  <a:pt x="117766" y="81782"/>
                </a:lnTo>
                <a:lnTo>
                  <a:pt x="114494" y="81782"/>
                </a:lnTo>
                <a:lnTo>
                  <a:pt x="114494" y="85053"/>
                </a:lnTo>
                <a:lnTo>
                  <a:pt x="55612" y="85053"/>
                </a:lnTo>
                <a:lnTo>
                  <a:pt x="55612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68697"/>
                </a:lnTo>
                <a:lnTo>
                  <a:pt x="42526" y="68697"/>
                </a:lnTo>
                <a:lnTo>
                  <a:pt x="42526" y="58883"/>
                </a:lnTo>
                <a:lnTo>
                  <a:pt x="45798" y="58883"/>
                </a:lnTo>
                <a:lnTo>
                  <a:pt x="45798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isible source SEC-093 inset-1 region 20">
            <a:extLst xmlns:a="http://schemas.openxmlformats.org/drawingml/2006/main">
              <a:ext uri="{FF2B5EF4-FFF2-40B4-BE49-F238E27FC236}">
                <a16:creationId xmlns:a16="http://schemas.microsoft.com/office/drawing/2014/main" id="{EF1E4192-A8D6-470A-BC00-5C9982BE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10" y="2260608"/>
            <a:ext cx="212632" cy="107952"/>
          </a:xfrm>
          <a:custGeom xmlns:a="http://schemas.openxmlformats.org/drawingml/2006/main">
            <a:pathLst>
              <a:path w="212632" h="107952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29441"/>
                </a:lnTo>
                <a:lnTo>
                  <a:pt x="78510" y="29441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24308" y="52340"/>
                </a:lnTo>
                <a:lnTo>
                  <a:pt x="124308" y="58883"/>
                </a:lnTo>
                <a:lnTo>
                  <a:pt x="127579" y="58883"/>
                </a:lnTo>
                <a:lnTo>
                  <a:pt x="127579" y="65425"/>
                </a:lnTo>
                <a:lnTo>
                  <a:pt x="134122" y="65425"/>
                </a:lnTo>
                <a:lnTo>
                  <a:pt x="134122" y="58883"/>
                </a:lnTo>
                <a:lnTo>
                  <a:pt x="130851" y="58883"/>
                </a:lnTo>
                <a:lnTo>
                  <a:pt x="130851" y="49069"/>
                </a:lnTo>
                <a:lnTo>
                  <a:pt x="134122" y="49069"/>
                </a:lnTo>
                <a:lnTo>
                  <a:pt x="134122" y="42526"/>
                </a:lnTo>
                <a:lnTo>
                  <a:pt x="137393" y="42526"/>
                </a:lnTo>
                <a:lnTo>
                  <a:pt x="137393" y="39255"/>
                </a:lnTo>
                <a:lnTo>
                  <a:pt x="140664" y="39255"/>
                </a:lnTo>
                <a:lnTo>
                  <a:pt x="140664" y="35984"/>
                </a:lnTo>
                <a:lnTo>
                  <a:pt x="147207" y="35984"/>
                </a:lnTo>
                <a:lnTo>
                  <a:pt x="147207" y="32713"/>
                </a:lnTo>
                <a:lnTo>
                  <a:pt x="196276" y="32713"/>
                </a:lnTo>
                <a:lnTo>
                  <a:pt x="196276" y="35984"/>
                </a:lnTo>
                <a:lnTo>
                  <a:pt x="202818" y="35984"/>
                </a:lnTo>
                <a:lnTo>
                  <a:pt x="202818" y="39255"/>
                </a:lnTo>
                <a:lnTo>
                  <a:pt x="206090" y="39255"/>
                </a:lnTo>
                <a:lnTo>
                  <a:pt x="206090" y="42526"/>
                </a:lnTo>
                <a:lnTo>
                  <a:pt x="209361" y="42526"/>
                </a:lnTo>
                <a:lnTo>
                  <a:pt x="209361" y="49069"/>
                </a:lnTo>
                <a:lnTo>
                  <a:pt x="212632" y="49069"/>
                </a:lnTo>
                <a:lnTo>
                  <a:pt x="212632" y="58883"/>
                </a:lnTo>
                <a:lnTo>
                  <a:pt x="209361" y="58883"/>
                </a:lnTo>
                <a:lnTo>
                  <a:pt x="209361" y="65425"/>
                </a:lnTo>
                <a:lnTo>
                  <a:pt x="206090" y="65425"/>
                </a:lnTo>
                <a:lnTo>
                  <a:pt x="206090" y="68697"/>
                </a:lnTo>
                <a:lnTo>
                  <a:pt x="202818" y="68697"/>
                </a:lnTo>
                <a:lnTo>
                  <a:pt x="202818" y="71968"/>
                </a:lnTo>
                <a:lnTo>
                  <a:pt x="196276" y="71968"/>
                </a:lnTo>
                <a:lnTo>
                  <a:pt x="196276" y="75239"/>
                </a:lnTo>
                <a:lnTo>
                  <a:pt x="170106" y="75239"/>
                </a:lnTo>
                <a:lnTo>
                  <a:pt x="170106" y="71968"/>
                </a:lnTo>
                <a:lnTo>
                  <a:pt x="166835" y="71968"/>
                </a:lnTo>
                <a:lnTo>
                  <a:pt x="166835" y="81782"/>
                </a:lnTo>
                <a:lnTo>
                  <a:pt x="170106" y="81782"/>
                </a:lnTo>
                <a:lnTo>
                  <a:pt x="170106" y="91595"/>
                </a:lnTo>
                <a:lnTo>
                  <a:pt x="166835" y="91595"/>
                </a:lnTo>
                <a:lnTo>
                  <a:pt x="166835" y="98138"/>
                </a:lnTo>
                <a:lnTo>
                  <a:pt x="163563" y="98138"/>
                </a:lnTo>
                <a:lnTo>
                  <a:pt x="163563" y="101409"/>
                </a:lnTo>
                <a:lnTo>
                  <a:pt x="160292" y="101409"/>
                </a:lnTo>
                <a:lnTo>
                  <a:pt x="160292" y="104681"/>
                </a:lnTo>
                <a:lnTo>
                  <a:pt x="153750" y="104681"/>
                </a:lnTo>
                <a:lnTo>
                  <a:pt x="153750" y="107952"/>
                </a:lnTo>
                <a:lnTo>
                  <a:pt x="101409" y="107952"/>
                </a:lnTo>
                <a:lnTo>
                  <a:pt x="101409" y="104681"/>
                </a:lnTo>
                <a:lnTo>
                  <a:pt x="94867" y="104681"/>
                </a:lnTo>
                <a:lnTo>
                  <a:pt x="94867" y="101409"/>
                </a:lnTo>
                <a:lnTo>
                  <a:pt x="91595" y="101409"/>
                </a:lnTo>
                <a:lnTo>
                  <a:pt x="91595" y="98138"/>
                </a:lnTo>
                <a:lnTo>
                  <a:pt x="88324" y="98138"/>
                </a:lnTo>
                <a:lnTo>
                  <a:pt x="88324" y="91595"/>
                </a:lnTo>
                <a:lnTo>
                  <a:pt x="85053" y="91595"/>
                </a:lnTo>
                <a:lnTo>
                  <a:pt x="85053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68697"/>
                </a:lnTo>
                <a:lnTo>
                  <a:pt x="42526" y="68697"/>
                </a:lnTo>
                <a:lnTo>
                  <a:pt x="42526" y="58883"/>
                </a:lnTo>
                <a:lnTo>
                  <a:pt x="45798" y="58883"/>
                </a:lnTo>
                <a:lnTo>
                  <a:pt x="45798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isible source SEC-093 inset-1 region 21">
            <a:extLst xmlns:a="http://schemas.openxmlformats.org/drawingml/2006/main">
              <a:ext uri="{FF2B5EF4-FFF2-40B4-BE49-F238E27FC236}">
                <a16:creationId xmlns:a16="http://schemas.microsoft.com/office/drawing/2014/main" id="{BF8ED2AE-F8DF-4905-8C63-C44BD01F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17" y="2424171"/>
            <a:ext cx="353297" cy="147207"/>
          </a:xfrm>
          <a:custGeom xmlns:a="http://schemas.openxmlformats.org/drawingml/2006/main">
            <a:pathLst>
              <a:path w="353297" h="147207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16356"/>
                </a:lnTo>
                <a:lnTo>
                  <a:pt x="157021" y="16356"/>
                </a:lnTo>
                <a:lnTo>
                  <a:pt x="157021" y="19628"/>
                </a:lnTo>
                <a:lnTo>
                  <a:pt x="163563" y="19628"/>
                </a:lnTo>
                <a:lnTo>
                  <a:pt x="163563" y="22899"/>
                </a:lnTo>
                <a:lnTo>
                  <a:pt x="166835" y="22899"/>
                </a:lnTo>
                <a:lnTo>
                  <a:pt x="166835" y="26170"/>
                </a:lnTo>
                <a:lnTo>
                  <a:pt x="170106" y="26170"/>
                </a:lnTo>
                <a:lnTo>
                  <a:pt x="170106" y="32713"/>
                </a:lnTo>
                <a:lnTo>
                  <a:pt x="173377" y="32713"/>
                </a:lnTo>
                <a:lnTo>
                  <a:pt x="173377" y="42526"/>
                </a:lnTo>
                <a:lnTo>
                  <a:pt x="193005" y="42526"/>
                </a:lnTo>
                <a:lnTo>
                  <a:pt x="193005" y="39255"/>
                </a:lnTo>
                <a:lnTo>
                  <a:pt x="189733" y="39255"/>
                </a:lnTo>
                <a:lnTo>
                  <a:pt x="189733" y="35984"/>
                </a:lnTo>
                <a:lnTo>
                  <a:pt x="186462" y="35984"/>
                </a:lnTo>
                <a:lnTo>
                  <a:pt x="186462" y="32713"/>
                </a:lnTo>
                <a:lnTo>
                  <a:pt x="183191" y="32713"/>
                </a:lnTo>
                <a:lnTo>
                  <a:pt x="183191" y="26170"/>
                </a:lnTo>
                <a:lnTo>
                  <a:pt x="179920" y="26170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45345" y="0"/>
                </a:lnTo>
                <a:lnTo>
                  <a:pt x="245345" y="3271"/>
                </a:lnTo>
                <a:lnTo>
                  <a:pt x="340212" y="3271"/>
                </a:lnTo>
                <a:lnTo>
                  <a:pt x="340212" y="6543"/>
                </a:lnTo>
                <a:lnTo>
                  <a:pt x="343483" y="6543"/>
                </a:lnTo>
                <a:lnTo>
                  <a:pt x="343483" y="9814"/>
                </a:lnTo>
                <a:lnTo>
                  <a:pt x="346754" y="9814"/>
                </a:lnTo>
                <a:lnTo>
                  <a:pt x="346754" y="13085"/>
                </a:lnTo>
                <a:lnTo>
                  <a:pt x="350025" y="13085"/>
                </a:lnTo>
                <a:lnTo>
                  <a:pt x="350025" y="16356"/>
                </a:lnTo>
                <a:lnTo>
                  <a:pt x="353297" y="16356"/>
                </a:lnTo>
                <a:lnTo>
                  <a:pt x="353297" y="32713"/>
                </a:lnTo>
                <a:lnTo>
                  <a:pt x="350025" y="32713"/>
                </a:lnTo>
                <a:lnTo>
                  <a:pt x="350025" y="35984"/>
                </a:lnTo>
                <a:lnTo>
                  <a:pt x="346754" y="35984"/>
                </a:lnTo>
                <a:lnTo>
                  <a:pt x="346754" y="39255"/>
                </a:lnTo>
                <a:lnTo>
                  <a:pt x="343483" y="39255"/>
                </a:lnTo>
                <a:lnTo>
                  <a:pt x="343483" y="42526"/>
                </a:lnTo>
                <a:lnTo>
                  <a:pt x="336940" y="42526"/>
                </a:lnTo>
                <a:lnTo>
                  <a:pt x="336940" y="45798"/>
                </a:lnTo>
                <a:lnTo>
                  <a:pt x="242074" y="45798"/>
                </a:lnTo>
                <a:lnTo>
                  <a:pt x="242074" y="42526"/>
                </a:lnTo>
                <a:lnTo>
                  <a:pt x="202818" y="42526"/>
                </a:lnTo>
                <a:lnTo>
                  <a:pt x="202818" y="45798"/>
                </a:lnTo>
                <a:lnTo>
                  <a:pt x="209361" y="45798"/>
                </a:lnTo>
                <a:lnTo>
                  <a:pt x="209361" y="49069"/>
                </a:lnTo>
                <a:lnTo>
                  <a:pt x="212632" y="49069"/>
                </a:lnTo>
                <a:lnTo>
                  <a:pt x="212632" y="52340"/>
                </a:lnTo>
                <a:lnTo>
                  <a:pt x="215904" y="52340"/>
                </a:lnTo>
                <a:lnTo>
                  <a:pt x="215904" y="58883"/>
                </a:lnTo>
                <a:lnTo>
                  <a:pt x="219175" y="58883"/>
                </a:lnTo>
                <a:lnTo>
                  <a:pt x="219175" y="81782"/>
                </a:lnTo>
                <a:lnTo>
                  <a:pt x="215904" y="81782"/>
                </a:lnTo>
                <a:lnTo>
                  <a:pt x="215904" y="88324"/>
                </a:lnTo>
                <a:lnTo>
                  <a:pt x="212632" y="88324"/>
                </a:lnTo>
                <a:lnTo>
                  <a:pt x="212632" y="91595"/>
                </a:lnTo>
                <a:lnTo>
                  <a:pt x="209361" y="91595"/>
                </a:lnTo>
                <a:lnTo>
                  <a:pt x="209361" y="94867"/>
                </a:lnTo>
                <a:lnTo>
                  <a:pt x="248616" y="94867"/>
                </a:lnTo>
                <a:lnTo>
                  <a:pt x="248616" y="98138"/>
                </a:lnTo>
                <a:lnTo>
                  <a:pt x="255159" y="98138"/>
                </a:lnTo>
                <a:lnTo>
                  <a:pt x="255159" y="101409"/>
                </a:lnTo>
                <a:lnTo>
                  <a:pt x="258430" y="101409"/>
                </a:lnTo>
                <a:lnTo>
                  <a:pt x="258430" y="104681"/>
                </a:lnTo>
                <a:lnTo>
                  <a:pt x="268244" y="104681"/>
                </a:lnTo>
                <a:lnTo>
                  <a:pt x="268244" y="101409"/>
                </a:lnTo>
                <a:lnTo>
                  <a:pt x="271515" y="101409"/>
                </a:lnTo>
                <a:lnTo>
                  <a:pt x="271515" y="94867"/>
                </a:lnTo>
                <a:lnTo>
                  <a:pt x="274786" y="94867"/>
                </a:lnTo>
                <a:lnTo>
                  <a:pt x="274786" y="91595"/>
                </a:lnTo>
                <a:lnTo>
                  <a:pt x="278058" y="91595"/>
                </a:lnTo>
                <a:lnTo>
                  <a:pt x="278058" y="88324"/>
                </a:lnTo>
                <a:lnTo>
                  <a:pt x="284600" y="88324"/>
                </a:lnTo>
                <a:lnTo>
                  <a:pt x="284600" y="85053"/>
                </a:lnTo>
                <a:lnTo>
                  <a:pt x="340212" y="85053"/>
                </a:lnTo>
                <a:lnTo>
                  <a:pt x="340212" y="88324"/>
                </a:lnTo>
                <a:lnTo>
                  <a:pt x="343483" y="88324"/>
                </a:lnTo>
                <a:lnTo>
                  <a:pt x="343483" y="91595"/>
                </a:lnTo>
                <a:lnTo>
                  <a:pt x="346754" y="91595"/>
                </a:lnTo>
                <a:lnTo>
                  <a:pt x="346754" y="94867"/>
                </a:lnTo>
                <a:lnTo>
                  <a:pt x="350025" y="94867"/>
                </a:lnTo>
                <a:lnTo>
                  <a:pt x="350025" y="98138"/>
                </a:lnTo>
                <a:lnTo>
                  <a:pt x="353297" y="98138"/>
                </a:lnTo>
                <a:lnTo>
                  <a:pt x="353297" y="114494"/>
                </a:lnTo>
                <a:lnTo>
                  <a:pt x="350025" y="114494"/>
                </a:lnTo>
                <a:lnTo>
                  <a:pt x="350025" y="117766"/>
                </a:lnTo>
                <a:lnTo>
                  <a:pt x="346754" y="117766"/>
                </a:lnTo>
                <a:lnTo>
                  <a:pt x="346754" y="121037"/>
                </a:lnTo>
                <a:lnTo>
                  <a:pt x="343483" y="121037"/>
                </a:lnTo>
                <a:lnTo>
                  <a:pt x="343483" y="124308"/>
                </a:lnTo>
                <a:lnTo>
                  <a:pt x="336940" y="124308"/>
                </a:lnTo>
                <a:lnTo>
                  <a:pt x="336940" y="127579"/>
                </a:lnTo>
                <a:lnTo>
                  <a:pt x="304228" y="127579"/>
                </a:lnTo>
                <a:lnTo>
                  <a:pt x="304228" y="130851"/>
                </a:lnTo>
                <a:lnTo>
                  <a:pt x="300956" y="130851"/>
                </a:lnTo>
                <a:lnTo>
                  <a:pt x="300956" y="137393"/>
                </a:lnTo>
                <a:lnTo>
                  <a:pt x="297685" y="137393"/>
                </a:lnTo>
                <a:lnTo>
                  <a:pt x="297685" y="140664"/>
                </a:lnTo>
                <a:lnTo>
                  <a:pt x="294414" y="140664"/>
                </a:lnTo>
                <a:lnTo>
                  <a:pt x="294414" y="143936"/>
                </a:lnTo>
                <a:lnTo>
                  <a:pt x="287871" y="143936"/>
                </a:lnTo>
                <a:lnTo>
                  <a:pt x="287871" y="147207"/>
                </a:lnTo>
                <a:lnTo>
                  <a:pt x="245345" y="147207"/>
                </a:lnTo>
                <a:lnTo>
                  <a:pt x="245345" y="143936"/>
                </a:lnTo>
                <a:lnTo>
                  <a:pt x="238802" y="143936"/>
                </a:lnTo>
                <a:lnTo>
                  <a:pt x="238802" y="140664"/>
                </a:lnTo>
                <a:lnTo>
                  <a:pt x="235531" y="140664"/>
                </a:lnTo>
                <a:lnTo>
                  <a:pt x="235531" y="137393"/>
                </a:lnTo>
                <a:lnTo>
                  <a:pt x="196276" y="137393"/>
                </a:lnTo>
                <a:lnTo>
                  <a:pt x="196276" y="134122"/>
                </a:lnTo>
                <a:lnTo>
                  <a:pt x="193005" y="134122"/>
                </a:lnTo>
                <a:lnTo>
                  <a:pt x="193005" y="130851"/>
                </a:lnTo>
                <a:lnTo>
                  <a:pt x="189733" y="130851"/>
                </a:lnTo>
                <a:lnTo>
                  <a:pt x="189733" y="127579"/>
                </a:lnTo>
                <a:lnTo>
                  <a:pt x="186462" y="127579"/>
                </a:lnTo>
                <a:lnTo>
                  <a:pt x="186462" y="121037"/>
                </a:lnTo>
                <a:lnTo>
                  <a:pt x="183191" y="121037"/>
                </a:lnTo>
                <a:lnTo>
                  <a:pt x="183191" y="111223"/>
                </a:lnTo>
                <a:lnTo>
                  <a:pt x="186462" y="111223"/>
                </a:lnTo>
                <a:lnTo>
                  <a:pt x="186462" y="104681"/>
                </a:lnTo>
                <a:lnTo>
                  <a:pt x="189733" y="104681"/>
                </a:lnTo>
                <a:lnTo>
                  <a:pt x="189733" y="101409"/>
                </a:lnTo>
                <a:lnTo>
                  <a:pt x="193005" y="101409"/>
                </a:lnTo>
                <a:lnTo>
                  <a:pt x="193005" y="98138"/>
                </a:lnTo>
                <a:lnTo>
                  <a:pt x="150478" y="98138"/>
                </a:lnTo>
                <a:lnTo>
                  <a:pt x="150478" y="94867"/>
                </a:lnTo>
                <a:lnTo>
                  <a:pt x="143936" y="94867"/>
                </a:lnTo>
                <a:lnTo>
                  <a:pt x="143936" y="91595"/>
                </a:lnTo>
                <a:lnTo>
                  <a:pt x="140664" y="91595"/>
                </a:lnTo>
                <a:lnTo>
                  <a:pt x="140664" y="88324"/>
                </a:lnTo>
                <a:lnTo>
                  <a:pt x="137393" y="88324"/>
                </a:lnTo>
                <a:lnTo>
                  <a:pt x="137393" y="81782"/>
                </a:lnTo>
                <a:lnTo>
                  <a:pt x="134122" y="81782"/>
                </a:lnTo>
                <a:lnTo>
                  <a:pt x="134122" y="75239"/>
                </a:lnTo>
                <a:lnTo>
                  <a:pt x="107952" y="75239"/>
                </a:lnTo>
                <a:lnTo>
                  <a:pt x="107952" y="71968"/>
                </a:lnTo>
                <a:lnTo>
                  <a:pt x="101409" y="71968"/>
                </a:lnTo>
                <a:lnTo>
                  <a:pt x="101409" y="68697"/>
                </a:lnTo>
                <a:lnTo>
                  <a:pt x="98138" y="68697"/>
                </a:lnTo>
                <a:lnTo>
                  <a:pt x="98138" y="65425"/>
                </a:lnTo>
                <a:lnTo>
                  <a:pt x="94867" y="65425"/>
                </a:lnTo>
                <a:lnTo>
                  <a:pt x="94867" y="58883"/>
                </a:lnTo>
                <a:lnTo>
                  <a:pt x="91595" y="58883"/>
                </a:lnTo>
                <a:lnTo>
                  <a:pt x="91595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78510" y="55612"/>
                </a:lnTo>
                <a:lnTo>
                  <a:pt x="78510" y="65425"/>
                </a:lnTo>
                <a:lnTo>
                  <a:pt x="81782" y="65425"/>
                </a:lnTo>
                <a:lnTo>
                  <a:pt x="81782" y="71968"/>
                </a:lnTo>
                <a:lnTo>
                  <a:pt x="85053" y="71968"/>
                </a:lnTo>
                <a:lnTo>
                  <a:pt x="85053" y="81782"/>
                </a:lnTo>
                <a:lnTo>
                  <a:pt x="81782" y="81782"/>
                </a:lnTo>
                <a:lnTo>
                  <a:pt x="81782" y="88324"/>
                </a:lnTo>
                <a:lnTo>
                  <a:pt x="78510" y="88324"/>
                </a:lnTo>
                <a:lnTo>
                  <a:pt x="78510" y="91595"/>
                </a:lnTo>
                <a:lnTo>
                  <a:pt x="75239" y="91595"/>
                </a:lnTo>
                <a:lnTo>
                  <a:pt x="75239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17766" y="101409"/>
                </a:lnTo>
                <a:lnTo>
                  <a:pt x="117766" y="104681"/>
                </a:lnTo>
                <a:lnTo>
                  <a:pt x="121037" y="104681"/>
                </a:lnTo>
                <a:lnTo>
                  <a:pt x="121037" y="111223"/>
                </a:lnTo>
                <a:lnTo>
                  <a:pt x="124308" y="111223"/>
                </a:lnTo>
                <a:lnTo>
                  <a:pt x="124308" y="121037"/>
                </a:lnTo>
                <a:lnTo>
                  <a:pt x="121037" y="121037"/>
                </a:lnTo>
                <a:lnTo>
                  <a:pt x="121037" y="127579"/>
                </a:lnTo>
                <a:lnTo>
                  <a:pt x="117766" y="127579"/>
                </a:lnTo>
                <a:lnTo>
                  <a:pt x="117766" y="130851"/>
                </a:lnTo>
                <a:lnTo>
                  <a:pt x="114494" y="130851"/>
                </a:lnTo>
                <a:lnTo>
                  <a:pt x="114494" y="134122"/>
                </a:lnTo>
                <a:lnTo>
                  <a:pt x="107952" y="134122"/>
                </a:lnTo>
                <a:lnTo>
                  <a:pt x="107952" y="137393"/>
                </a:lnTo>
                <a:lnTo>
                  <a:pt x="62154" y="137393"/>
                </a:lnTo>
                <a:lnTo>
                  <a:pt x="62154" y="134122"/>
                </a:lnTo>
                <a:lnTo>
                  <a:pt x="55612" y="134122"/>
                </a:lnTo>
                <a:lnTo>
                  <a:pt x="55612" y="130851"/>
                </a:lnTo>
                <a:lnTo>
                  <a:pt x="52340" y="130851"/>
                </a:lnTo>
                <a:lnTo>
                  <a:pt x="52340" y="127579"/>
                </a:lnTo>
                <a:lnTo>
                  <a:pt x="49069" y="127579"/>
                </a:lnTo>
                <a:lnTo>
                  <a:pt x="49069" y="121037"/>
                </a:lnTo>
                <a:lnTo>
                  <a:pt x="45798" y="121037"/>
                </a:lnTo>
                <a:lnTo>
                  <a:pt x="45798" y="111223"/>
                </a:lnTo>
                <a:lnTo>
                  <a:pt x="49069" y="111223"/>
                </a:lnTo>
                <a:lnTo>
                  <a:pt x="49069" y="104681"/>
                </a:lnTo>
                <a:lnTo>
                  <a:pt x="52340" y="104681"/>
                </a:lnTo>
                <a:lnTo>
                  <a:pt x="52340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49069" y="98138"/>
                </a:lnTo>
                <a:lnTo>
                  <a:pt x="49069" y="94867"/>
                </a:lnTo>
                <a:lnTo>
                  <a:pt x="42526" y="94867"/>
                </a:lnTo>
                <a:lnTo>
                  <a:pt x="42526" y="98138"/>
                </a:lnTo>
                <a:lnTo>
                  <a:pt x="16356" y="98138"/>
                </a:lnTo>
                <a:lnTo>
                  <a:pt x="16356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0" y="81782"/>
                </a:lnTo>
                <a:lnTo>
                  <a:pt x="0" y="71968"/>
                </a:lnTo>
                <a:lnTo>
                  <a:pt x="3271" y="71968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19628" y="45798"/>
                </a:lnTo>
                <a:lnTo>
                  <a:pt x="19628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isible source SEC-093 inset-1 region 22">
            <a:extLst xmlns:a="http://schemas.openxmlformats.org/drawingml/2006/main">
              <a:ext uri="{FF2B5EF4-FFF2-40B4-BE49-F238E27FC236}">
                <a16:creationId xmlns:a16="http://schemas.microsoft.com/office/drawing/2014/main" id="{A1C346A7-1C0E-433E-9A95-CBA9FADE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54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isible source SEC-093 inset-1 region 23">
            <a:extLst xmlns:a="http://schemas.openxmlformats.org/drawingml/2006/main">
              <a:ext uri="{FF2B5EF4-FFF2-40B4-BE49-F238E27FC236}">
                <a16:creationId xmlns:a16="http://schemas.microsoft.com/office/drawing/2014/main" id="{F9349B78-F107-4DF5-9805-B1FC1E6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410" y="149186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isible source SEC-093 inset-1 region 24">
            <a:extLst xmlns:a="http://schemas.openxmlformats.org/drawingml/2006/main">
              <a:ext uri="{FF2B5EF4-FFF2-40B4-BE49-F238E27FC236}">
                <a16:creationId xmlns:a16="http://schemas.microsoft.com/office/drawing/2014/main" id="{5DB98515-1E29-46D1-BAEA-7A1CC63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72" y="149513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isible source SEC-093 inset-1 region 25">
            <a:extLst xmlns:a="http://schemas.openxmlformats.org/drawingml/2006/main">
              <a:ext uri="{FF2B5EF4-FFF2-40B4-BE49-F238E27FC236}">
                <a16:creationId xmlns:a16="http://schemas.microsoft.com/office/drawing/2014/main" id="{2112BA1A-7BFC-4D09-A6CB-5CBB8C0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527" y="152130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isible source SEC-093 inset-1 region 26">
            <a:extLst xmlns:a="http://schemas.openxmlformats.org/drawingml/2006/main">
              <a:ext uri="{FF2B5EF4-FFF2-40B4-BE49-F238E27FC236}">
                <a16:creationId xmlns:a16="http://schemas.microsoft.com/office/drawing/2014/main" id="{25BBA302-6854-4BEA-B063-EFE85932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038" y="1678323"/>
            <a:ext cx="71968" cy="58883"/>
          </a:xfrm>
          <a:custGeom xmlns:a="http://schemas.openxmlformats.org/drawingml/2006/main">
            <a:pathLst>
              <a:path w="71968" h="58883">
                <a:moveTo>
                  <a:pt x="0" y="42526"/>
                </a:move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26170" y="16356"/>
                </a:lnTo>
                <a:lnTo>
                  <a:pt x="26170" y="19628"/>
                </a:lnTo>
                <a:lnTo>
                  <a:pt x="29441" y="19628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49069"/>
                </a:lnTo>
                <a:lnTo>
                  <a:pt x="35984" y="49069"/>
                </a:lnTo>
                <a:lnTo>
                  <a:pt x="35984" y="52340"/>
                </a:lnTo>
                <a:lnTo>
                  <a:pt x="32713" y="52340"/>
                </a:lnTo>
                <a:lnTo>
                  <a:pt x="32713" y="55612"/>
                </a:lnTo>
                <a:lnTo>
                  <a:pt x="26170" y="55612"/>
                </a:lnTo>
                <a:lnTo>
                  <a:pt x="26170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isible source SEC-093 inset-1 region 27">
            <a:extLst xmlns:a="http://schemas.openxmlformats.org/drawingml/2006/main">
              <a:ext uri="{FF2B5EF4-FFF2-40B4-BE49-F238E27FC236}">
                <a16:creationId xmlns:a16="http://schemas.microsoft.com/office/drawing/2014/main" id="{5634B610-71C8-464C-B853-BC5488D1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8" y="171430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isible source SEC-093 inset-1 region 28">
            <a:extLst xmlns:a="http://schemas.openxmlformats.org/drawingml/2006/main">
              <a:ext uri="{FF2B5EF4-FFF2-40B4-BE49-F238E27FC236}">
                <a16:creationId xmlns:a16="http://schemas.microsoft.com/office/drawing/2014/main" id="{6ECA8B6E-C9E1-4DC1-8BD5-2F70F078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884" y="1720849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isible source SEC-093 inset-1 region 29">
            <a:extLst xmlns:a="http://schemas.openxmlformats.org/drawingml/2006/main">
              <a:ext uri="{FF2B5EF4-FFF2-40B4-BE49-F238E27FC236}">
                <a16:creationId xmlns:a16="http://schemas.microsoft.com/office/drawing/2014/main" id="{422D0BF1-3F22-404F-8D56-F4C52759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31" y="1779732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isible source SEC-093 inset-1 region 30">
            <a:extLst xmlns:a="http://schemas.openxmlformats.org/drawingml/2006/main">
              <a:ext uri="{FF2B5EF4-FFF2-40B4-BE49-F238E27FC236}">
                <a16:creationId xmlns:a16="http://schemas.microsoft.com/office/drawing/2014/main" id="{9ACA91CE-28DA-4A76-8383-BFFA1B6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31" y="1822259"/>
            <a:ext cx="232260" cy="157021"/>
          </a:xfrm>
          <a:custGeom xmlns:a="http://schemas.openxmlformats.org/drawingml/2006/main">
            <a:pathLst>
              <a:path w="232260" h="157021">
                <a:moveTo>
                  <a:pt x="81782" y="26170"/>
                </a:moveTo>
                <a:lnTo>
                  <a:pt x="81782" y="16356"/>
                </a:lnTo>
                <a:lnTo>
                  <a:pt x="85053" y="16356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21037" y="3271"/>
                </a:lnTo>
                <a:lnTo>
                  <a:pt x="121037" y="0"/>
                </a:lnTo>
                <a:lnTo>
                  <a:pt x="130851" y="0"/>
                </a:lnTo>
                <a:lnTo>
                  <a:pt x="130851" y="3271"/>
                </a:lnTo>
                <a:lnTo>
                  <a:pt x="137393" y="3271"/>
                </a:lnTo>
                <a:lnTo>
                  <a:pt x="137393" y="6543"/>
                </a:lnTo>
                <a:lnTo>
                  <a:pt x="140664" y="6543"/>
                </a:lnTo>
                <a:lnTo>
                  <a:pt x="140664" y="9814"/>
                </a:lnTo>
                <a:lnTo>
                  <a:pt x="143936" y="9814"/>
                </a:lnTo>
                <a:lnTo>
                  <a:pt x="143936" y="16356"/>
                </a:lnTo>
                <a:lnTo>
                  <a:pt x="147207" y="16356"/>
                </a:lnTo>
                <a:lnTo>
                  <a:pt x="147207" y="13085"/>
                </a:lnTo>
                <a:lnTo>
                  <a:pt x="157021" y="13085"/>
                </a:lnTo>
                <a:lnTo>
                  <a:pt x="157021" y="16356"/>
                </a:lnTo>
                <a:lnTo>
                  <a:pt x="163563" y="16356"/>
                </a:lnTo>
                <a:lnTo>
                  <a:pt x="163563" y="13085"/>
                </a:lnTo>
                <a:lnTo>
                  <a:pt x="173377" y="13085"/>
                </a:lnTo>
                <a:lnTo>
                  <a:pt x="173377" y="16356"/>
                </a:lnTo>
                <a:lnTo>
                  <a:pt x="179920" y="16356"/>
                </a:lnTo>
                <a:lnTo>
                  <a:pt x="179920" y="19628"/>
                </a:lnTo>
                <a:lnTo>
                  <a:pt x="183191" y="19628"/>
                </a:lnTo>
                <a:lnTo>
                  <a:pt x="183191" y="22899"/>
                </a:lnTo>
                <a:lnTo>
                  <a:pt x="186462" y="22899"/>
                </a:lnTo>
                <a:lnTo>
                  <a:pt x="186462" y="29441"/>
                </a:lnTo>
                <a:lnTo>
                  <a:pt x="189733" y="29441"/>
                </a:lnTo>
                <a:lnTo>
                  <a:pt x="189733" y="39255"/>
                </a:lnTo>
                <a:lnTo>
                  <a:pt x="186462" y="39255"/>
                </a:lnTo>
                <a:lnTo>
                  <a:pt x="186462" y="45798"/>
                </a:lnTo>
                <a:lnTo>
                  <a:pt x="189733" y="45798"/>
                </a:lnTo>
                <a:lnTo>
                  <a:pt x="189733" y="49069"/>
                </a:lnTo>
                <a:lnTo>
                  <a:pt x="193005" y="49069"/>
                </a:lnTo>
                <a:lnTo>
                  <a:pt x="193005" y="45798"/>
                </a:lnTo>
                <a:lnTo>
                  <a:pt x="199547" y="45798"/>
                </a:lnTo>
                <a:lnTo>
                  <a:pt x="199547" y="42526"/>
                </a:lnTo>
                <a:lnTo>
                  <a:pt x="209361" y="42526"/>
                </a:lnTo>
                <a:lnTo>
                  <a:pt x="209361" y="45798"/>
                </a:lnTo>
                <a:lnTo>
                  <a:pt x="215904" y="45798"/>
                </a:lnTo>
                <a:lnTo>
                  <a:pt x="215904" y="49069"/>
                </a:lnTo>
                <a:lnTo>
                  <a:pt x="219175" y="49069"/>
                </a:lnTo>
                <a:lnTo>
                  <a:pt x="219175" y="52340"/>
                </a:lnTo>
                <a:lnTo>
                  <a:pt x="222446" y="52340"/>
                </a:lnTo>
                <a:lnTo>
                  <a:pt x="222446" y="58883"/>
                </a:lnTo>
                <a:lnTo>
                  <a:pt x="225717" y="58883"/>
                </a:lnTo>
                <a:lnTo>
                  <a:pt x="225717" y="68697"/>
                </a:lnTo>
                <a:lnTo>
                  <a:pt x="222446" y="68697"/>
                </a:lnTo>
                <a:lnTo>
                  <a:pt x="222446" y="75239"/>
                </a:lnTo>
                <a:lnTo>
                  <a:pt x="219175" y="75239"/>
                </a:lnTo>
                <a:lnTo>
                  <a:pt x="219175" y="78510"/>
                </a:lnTo>
                <a:lnTo>
                  <a:pt x="215904" y="78510"/>
                </a:lnTo>
                <a:lnTo>
                  <a:pt x="215904" y="81782"/>
                </a:lnTo>
                <a:lnTo>
                  <a:pt x="209361" y="81782"/>
                </a:lnTo>
                <a:lnTo>
                  <a:pt x="209361" y="85053"/>
                </a:lnTo>
                <a:lnTo>
                  <a:pt x="215904" y="85053"/>
                </a:lnTo>
                <a:lnTo>
                  <a:pt x="215904" y="88324"/>
                </a:lnTo>
                <a:lnTo>
                  <a:pt x="222446" y="88324"/>
                </a:lnTo>
                <a:lnTo>
                  <a:pt x="222446" y="91595"/>
                </a:lnTo>
                <a:lnTo>
                  <a:pt x="225717" y="91595"/>
                </a:lnTo>
                <a:lnTo>
                  <a:pt x="225717" y="94867"/>
                </a:lnTo>
                <a:lnTo>
                  <a:pt x="228989" y="94867"/>
                </a:lnTo>
                <a:lnTo>
                  <a:pt x="228989" y="101409"/>
                </a:lnTo>
                <a:lnTo>
                  <a:pt x="232260" y="101409"/>
                </a:lnTo>
                <a:lnTo>
                  <a:pt x="232260" y="111223"/>
                </a:lnTo>
                <a:lnTo>
                  <a:pt x="228989" y="111223"/>
                </a:lnTo>
                <a:lnTo>
                  <a:pt x="228989" y="117766"/>
                </a:lnTo>
                <a:lnTo>
                  <a:pt x="225717" y="117766"/>
                </a:lnTo>
                <a:lnTo>
                  <a:pt x="225717" y="121037"/>
                </a:lnTo>
                <a:lnTo>
                  <a:pt x="222446" y="121037"/>
                </a:lnTo>
                <a:lnTo>
                  <a:pt x="222446" y="124308"/>
                </a:lnTo>
                <a:lnTo>
                  <a:pt x="215904" y="124308"/>
                </a:lnTo>
                <a:lnTo>
                  <a:pt x="215904" y="127579"/>
                </a:lnTo>
                <a:lnTo>
                  <a:pt x="196276" y="127579"/>
                </a:lnTo>
                <a:lnTo>
                  <a:pt x="196276" y="124308"/>
                </a:lnTo>
                <a:lnTo>
                  <a:pt x="189733" y="124308"/>
                </a:lnTo>
                <a:lnTo>
                  <a:pt x="189733" y="121037"/>
                </a:lnTo>
                <a:lnTo>
                  <a:pt x="186462" y="121037"/>
                </a:lnTo>
                <a:lnTo>
                  <a:pt x="186462" y="117766"/>
                </a:lnTo>
                <a:lnTo>
                  <a:pt x="183191" y="117766"/>
                </a:lnTo>
                <a:lnTo>
                  <a:pt x="183191" y="111223"/>
                </a:lnTo>
                <a:lnTo>
                  <a:pt x="179920" y="111223"/>
                </a:lnTo>
                <a:lnTo>
                  <a:pt x="179920" y="101409"/>
                </a:lnTo>
                <a:lnTo>
                  <a:pt x="176648" y="101409"/>
                </a:lnTo>
                <a:lnTo>
                  <a:pt x="176648" y="107952"/>
                </a:lnTo>
                <a:lnTo>
                  <a:pt x="173377" y="107952"/>
                </a:lnTo>
                <a:lnTo>
                  <a:pt x="173377" y="111223"/>
                </a:lnTo>
                <a:lnTo>
                  <a:pt x="170106" y="111223"/>
                </a:lnTo>
                <a:lnTo>
                  <a:pt x="170106" y="114494"/>
                </a:lnTo>
                <a:lnTo>
                  <a:pt x="163563" y="114494"/>
                </a:lnTo>
                <a:lnTo>
                  <a:pt x="163563" y="117766"/>
                </a:lnTo>
                <a:lnTo>
                  <a:pt x="143936" y="117766"/>
                </a:lnTo>
                <a:lnTo>
                  <a:pt x="143936" y="127579"/>
                </a:lnTo>
                <a:lnTo>
                  <a:pt x="140664" y="127579"/>
                </a:lnTo>
                <a:lnTo>
                  <a:pt x="140664" y="134122"/>
                </a:lnTo>
                <a:lnTo>
                  <a:pt x="137393" y="134122"/>
                </a:lnTo>
                <a:lnTo>
                  <a:pt x="137393" y="137393"/>
                </a:lnTo>
                <a:lnTo>
                  <a:pt x="134122" y="137393"/>
                </a:lnTo>
                <a:lnTo>
                  <a:pt x="134122" y="140664"/>
                </a:lnTo>
                <a:lnTo>
                  <a:pt x="127579" y="140664"/>
                </a:lnTo>
                <a:lnTo>
                  <a:pt x="127579" y="143936"/>
                </a:lnTo>
                <a:lnTo>
                  <a:pt x="107952" y="143936"/>
                </a:lnTo>
                <a:lnTo>
                  <a:pt x="107952" y="140664"/>
                </a:lnTo>
                <a:lnTo>
                  <a:pt x="101409" y="140664"/>
                </a:lnTo>
                <a:lnTo>
                  <a:pt x="101409" y="147207"/>
                </a:lnTo>
                <a:lnTo>
                  <a:pt x="98138" y="147207"/>
                </a:lnTo>
                <a:lnTo>
                  <a:pt x="98138" y="150478"/>
                </a:lnTo>
                <a:lnTo>
                  <a:pt x="94867" y="150478"/>
                </a:lnTo>
                <a:lnTo>
                  <a:pt x="94867" y="153750"/>
                </a:lnTo>
                <a:lnTo>
                  <a:pt x="88324" y="153750"/>
                </a:lnTo>
                <a:lnTo>
                  <a:pt x="88324" y="157021"/>
                </a:lnTo>
                <a:lnTo>
                  <a:pt x="68697" y="157021"/>
                </a:lnTo>
                <a:lnTo>
                  <a:pt x="68697" y="153750"/>
                </a:lnTo>
                <a:lnTo>
                  <a:pt x="55612" y="153750"/>
                </a:lnTo>
                <a:lnTo>
                  <a:pt x="55612" y="157021"/>
                </a:lnTo>
                <a:lnTo>
                  <a:pt x="45798" y="157021"/>
                </a:lnTo>
                <a:lnTo>
                  <a:pt x="45798" y="153750"/>
                </a:lnTo>
                <a:lnTo>
                  <a:pt x="39255" y="153750"/>
                </a:lnTo>
                <a:lnTo>
                  <a:pt x="39255" y="150478"/>
                </a:lnTo>
                <a:lnTo>
                  <a:pt x="35984" y="150478"/>
                </a:lnTo>
                <a:lnTo>
                  <a:pt x="35984" y="147207"/>
                </a:lnTo>
                <a:lnTo>
                  <a:pt x="32713" y="147207"/>
                </a:lnTo>
                <a:lnTo>
                  <a:pt x="32713" y="140664"/>
                </a:lnTo>
                <a:lnTo>
                  <a:pt x="29441" y="140664"/>
                </a:lnTo>
                <a:lnTo>
                  <a:pt x="29441" y="130851"/>
                </a:lnTo>
                <a:lnTo>
                  <a:pt x="32713" y="130851"/>
                </a:lnTo>
                <a:lnTo>
                  <a:pt x="32713" y="124308"/>
                </a:lnTo>
                <a:lnTo>
                  <a:pt x="35984" y="124308"/>
                </a:lnTo>
                <a:lnTo>
                  <a:pt x="35984" y="121037"/>
                </a:lnTo>
                <a:lnTo>
                  <a:pt x="39255" y="121037"/>
                </a:lnTo>
                <a:lnTo>
                  <a:pt x="39255" y="117766"/>
                </a:lnTo>
                <a:lnTo>
                  <a:pt x="45798" y="117766"/>
                </a:lnTo>
                <a:lnTo>
                  <a:pt x="45798" y="114494"/>
                </a:lnTo>
                <a:lnTo>
                  <a:pt x="35984" y="114494"/>
                </a:lnTo>
                <a:lnTo>
                  <a:pt x="35984" y="111223"/>
                </a:lnTo>
                <a:lnTo>
                  <a:pt x="29441" y="111223"/>
                </a:lnTo>
                <a:lnTo>
                  <a:pt x="29441" y="107952"/>
                </a:lnTo>
                <a:lnTo>
                  <a:pt x="26170" y="107952"/>
                </a:lnTo>
                <a:lnTo>
                  <a:pt x="26170" y="104681"/>
                </a:lnTo>
                <a:lnTo>
                  <a:pt x="22899" y="104681"/>
                </a:lnTo>
                <a:lnTo>
                  <a:pt x="22899" y="98138"/>
                </a:lnTo>
                <a:lnTo>
                  <a:pt x="19628" y="98138"/>
                </a:lnTo>
                <a:lnTo>
                  <a:pt x="19628" y="88324"/>
                </a:lnTo>
                <a:lnTo>
                  <a:pt x="22899" y="88324"/>
                </a:lnTo>
                <a:lnTo>
                  <a:pt x="22899" y="81782"/>
                </a:lnTo>
                <a:lnTo>
                  <a:pt x="26170" y="81782"/>
                </a:lnTo>
                <a:lnTo>
                  <a:pt x="26170" y="78510"/>
                </a:lnTo>
                <a:lnTo>
                  <a:pt x="16356" y="78510"/>
                </a:lnTo>
                <a:lnTo>
                  <a:pt x="16356" y="75239"/>
                </a:lnTo>
                <a:lnTo>
                  <a:pt x="9814" y="75239"/>
                </a:lnTo>
                <a:lnTo>
                  <a:pt x="9814" y="71968"/>
                </a:lnTo>
                <a:lnTo>
                  <a:pt x="6543" y="71968"/>
                </a:lnTo>
                <a:lnTo>
                  <a:pt x="6543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0" y="62154"/>
                </a:lnTo>
                <a:lnTo>
                  <a:pt x="0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16356" y="39255"/>
                </a:lnTo>
                <a:lnTo>
                  <a:pt x="16356" y="35984"/>
                </a:lnTo>
                <a:lnTo>
                  <a:pt x="26170" y="35984"/>
                </a:lnTo>
                <a:lnTo>
                  <a:pt x="26170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35984" y="42526"/>
                </a:lnTo>
                <a:lnTo>
                  <a:pt x="35984" y="45798"/>
                </a:lnTo>
                <a:lnTo>
                  <a:pt x="39255" y="45798"/>
                </a:lnTo>
                <a:lnTo>
                  <a:pt x="39255" y="52340"/>
                </a:lnTo>
                <a:lnTo>
                  <a:pt x="42526" y="52340"/>
                </a:lnTo>
                <a:lnTo>
                  <a:pt x="42526" y="62154"/>
                </a:lnTo>
                <a:lnTo>
                  <a:pt x="39255" y="62154"/>
                </a:lnTo>
                <a:lnTo>
                  <a:pt x="39255" y="68697"/>
                </a:lnTo>
                <a:lnTo>
                  <a:pt x="35984" y="68697"/>
                </a:lnTo>
                <a:lnTo>
                  <a:pt x="35984" y="71968"/>
                </a:lnTo>
                <a:lnTo>
                  <a:pt x="75239" y="71968"/>
                </a:lnTo>
                <a:lnTo>
                  <a:pt x="75239" y="75239"/>
                </a:lnTo>
                <a:lnTo>
                  <a:pt x="81782" y="75239"/>
                </a:lnTo>
                <a:lnTo>
                  <a:pt x="81782" y="78510"/>
                </a:lnTo>
                <a:lnTo>
                  <a:pt x="85053" y="78510"/>
                </a:lnTo>
                <a:lnTo>
                  <a:pt x="85053" y="81782"/>
                </a:lnTo>
                <a:lnTo>
                  <a:pt x="88324" y="81782"/>
                </a:lnTo>
                <a:lnTo>
                  <a:pt x="88324" y="88324"/>
                </a:lnTo>
                <a:lnTo>
                  <a:pt x="91595" y="88324"/>
                </a:lnTo>
                <a:lnTo>
                  <a:pt x="91595" y="98138"/>
                </a:lnTo>
                <a:lnTo>
                  <a:pt x="88324" y="98138"/>
                </a:lnTo>
                <a:lnTo>
                  <a:pt x="88324" y="104681"/>
                </a:lnTo>
                <a:lnTo>
                  <a:pt x="85053" y="104681"/>
                </a:lnTo>
                <a:lnTo>
                  <a:pt x="85053" y="107952"/>
                </a:lnTo>
                <a:lnTo>
                  <a:pt x="81782" y="107952"/>
                </a:lnTo>
                <a:lnTo>
                  <a:pt x="81782" y="111223"/>
                </a:lnTo>
                <a:lnTo>
                  <a:pt x="75239" y="111223"/>
                </a:lnTo>
                <a:lnTo>
                  <a:pt x="75239" y="114494"/>
                </a:lnTo>
                <a:lnTo>
                  <a:pt x="88324" y="114494"/>
                </a:lnTo>
                <a:lnTo>
                  <a:pt x="88324" y="117766"/>
                </a:lnTo>
                <a:lnTo>
                  <a:pt x="94867" y="117766"/>
                </a:lnTo>
                <a:lnTo>
                  <a:pt x="94867" y="111223"/>
                </a:lnTo>
                <a:lnTo>
                  <a:pt x="98138" y="111223"/>
                </a:lnTo>
                <a:lnTo>
                  <a:pt x="98138" y="107952"/>
                </a:lnTo>
                <a:lnTo>
                  <a:pt x="101409" y="107952"/>
                </a:lnTo>
                <a:lnTo>
                  <a:pt x="101409" y="104681"/>
                </a:lnTo>
                <a:lnTo>
                  <a:pt x="107952" y="104681"/>
                </a:lnTo>
                <a:lnTo>
                  <a:pt x="107952" y="101409"/>
                </a:lnTo>
                <a:lnTo>
                  <a:pt x="114494" y="101409"/>
                </a:lnTo>
                <a:lnTo>
                  <a:pt x="114494" y="91595"/>
                </a:lnTo>
                <a:lnTo>
                  <a:pt x="117766" y="91595"/>
                </a:lnTo>
                <a:lnTo>
                  <a:pt x="117766" y="85053"/>
                </a:lnTo>
                <a:lnTo>
                  <a:pt x="121037" y="85053"/>
                </a:lnTo>
                <a:lnTo>
                  <a:pt x="121037" y="81782"/>
                </a:lnTo>
                <a:lnTo>
                  <a:pt x="124308" y="81782"/>
                </a:lnTo>
                <a:lnTo>
                  <a:pt x="124308" y="78510"/>
                </a:lnTo>
                <a:lnTo>
                  <a:pt x="130851" y="78510"/>
                </a:lnTo>
                <a:lnTo>
                  <a:pt x="130851" y="75239"/>
                </a:lnTo>
                <a:lnTo>
                  <a:pt x="150478" y="75239"/>
                </a:lnTo>
                <a:lnTo>
                  <a:pt x="150478" y="78510"/>
                </a:lnTo>
                <a:lnTo>
                  <a:pt x="153750" y="78510"/>
                </a:lnTo>
                <a:lnTo>
                  <a:pt x="153750" y="75239"/>
                </a:lnTo>
                <a:lnTo>
                  <a:pt x="160292" y="75239"/>
                </a:lnTo>
                <a:lnTo>
                  <a:pt x="160292" y="68697"/>
                </a:lnTo>
                <a:lnTo>
                  <a:pt x="157021" y="68697"/>
                </a:lnTo>
                <a:lnTo>
                  <a:pt x="157021" y="58883"/>
                </a:lnTo>
                <a:lnTo>
                  <a:pt x="160292" y="58883"/>
                </a:lnTo>
                <a:lnTo>
                  <a:pt x="160292" y="52340"/>
                </a:lnTo>
                <a:lnTo>
                  <a:pt x="157021" y="52340"/>
                </a:lnTo>
                <a:lnTo>
                  <a:pt x="157021" y="55612"/>
                </a:lnTo>
                <a:lnTo>
                  <a:pt x="147207" y="55612"/>
                </a:lnTo>
                <a:lnTo>
                  <a:pt x="147207" y="52340"/>
                </a:lnTo>
                <a:lnTo>
                  <a:pt x="140664" y="52340"/>
                </a:lnTo>
                <a:lnTo>
                  <a:pt x="140664" y="49069"/>
                </a:lnTo>
                <a:lnTo>
                  <a:pt x="137393" y="49069"/>
                </a:lnTo>
                <a:lnTo>
                  <a:pt x="137393" y="45798"/>
                </a:lnTo>
                <a:lnTo>
                  <a:pt x="134122" y="45798"/>
                </a:lnTo>
                <a:lnTo>
                  <a:pt x="134122" y="39255"/>
                </a:lnTo>
                <a:lnTo>
                  <a:pt x="130851" y="39255"/>
                </a:lnTo>
                <a:lnTo>
                  <a:pt x="130851" y="42526"/>
                </a:lnTo>
                <a:lnTo>
                  <a:pt x="121037" y="42526"/>
                </a:lnTo>
                <a:lnTo>
                  <a:pt x="121037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26170"/>
                </a:lnTo>
                <a:lnTo>
                  <a:pt x="81782" y="26170"/>
                </a:lnTo>
                <a:close/>
                <a:moveTo>
                  <a:pt x="35984" y="75239"/>
                </a:moveTo>
                <a:lnTo>
                  <a:pt x="35984" y="71968"/>
                </a:lnTo>
                <a:lnTo>
                  <a:pt x="32713" y="71968"/>
                </a:lnTo>
                <a:lnTo>
                  <a:pt x="32713" y="75239"/>
                </a:lnTo>
                <a:lnTo>
                  <a:pt x="35984" y="75239"/>
                </a:lnTo>
                <a:close/>
                <a:moveTo>
                  <a:pt x="26170" y="75239"/>
                </a:moveTo>
                <a:lnTo>
                  <a:pt x="26170" y="78510"/>
                </a:lnTo>
                <a:lnTo>
                  <a:pt x="29441" y="78510"/>
                </a:lnTo>
                <a:lnTo>
                  <a:pt x="29441" y="75239"/>
                </a:lnTo>
                <a:lnTo>
                  <a:pt x="26170" y="75239"/>
                </a:lnTo>
                <a:close/>
                <a:moveTo>
                  <a:pt x="179920" y="101409"/>
                </a:moveTo>
                <a:lnTo>
                  <a:pt x="183191" y="101409"/>
                </a:lnTo>
                <a:lnTo>
                  <a:pt x="183191" y="94867"/>
                </a:lnTo>
                <a:lnTo>
                  <a:pt x="186462" y="94867"/>
                </a:lnTo>
                <a:lnTo>
                  <a:pt x="186462" y="91595"/>
                </a:lnTo>
                <a:lnTo>
                  <a:pt x="189733" y="91595"/>
                </a:lnTo>
                <a:lnTo>
                  <a:pt x="189733" y="88324"/>
                </a:lnTo>
                <a:lnTo>
                  <a:pt x="196276" y="88324"/>
                </a:lnTo>
                <a:lnTo>
                  <a:pt x="196276" y="85053"/>
                </a:lnTo>
                <a:lnTo>
                  <a:pt x="199547" y="85053"/>
                </a:lnTo>
                <a:lnTo>
                  <a:pt x="199547" y="81782"/>
                </a:lnTo>
                <a:lnTo>
                  <a:pt x="193005" y="81782"/>
                </a:lnTo>
                <a:lnTo>
                  <a:pt x="193005" y="78510"/>
                </a:lnTo>
                <a:lnTo>
                  <a:pt x="189733" y="78510"/>
                </a:lnTo>
                <a:lnTo>
                  <a:pt x="189733" y="81782"/>
                </a:lnTo>
                <a:lnTo>
                  <a:pt x="183191" y="81782"/>
                </a:lnTo>
                <a:lnTo>
                  <a:pt x="183191" y="85053"/>
                </a:lnTo>
                <a:lnTo>
                  <a:pt x="176648" y="85053"/>
                </a:lnTo>
                <a:lnTo>
                  <a:pt x="176648" y="91595"/>
                </a:lnTo>
                <a:lnTo>
                  <a:pt x="179920" y="91595"/>
                </a:lnTo>
                <a:lnTo>
                  <a:pt x="179920" y="101409"/>
                </a:lnTo>
                <a:close/>
                <a:moveTo>
                  <a:pt x="68697" y="114494"/>
                </a:moveTo>
                <a:lnTo>
                  <a:pt x="55612" y="114494"/>
                </a:lnTo>
                <a:lnTo>
                  <a:pt x="55612" y="117766"/>
                </a:lnTo>
                <a:lnTo>
                  <a:pt x="68697" y="117766"/>
                </a:lnTo>
                <a:lnTo>
                  <a:pt x="68697" y="11449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isible source SEC-093 inset-1 region 31">
            <a:extLst xmlns:a="http://schemas.openxmlformats.org/drawingml/2006/main">
              <a:ext uri="{FF2B5EF4-FFF2-40B4-BE49-F238E27FC236}">
                <a16:creationId xmlns:a16="http://schemas.microsoft.com/office/drawing/2014/main" id="{CF8C28D5-8744-429F-A7C8-C82BDCF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18" y="192366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isible source SEC-093 inset-1 region 32">
            <a:extLst xmlns:a="http://schemas.openxmlformats.org/drawingml/2006/main">
              <a:ext uri="{FF2B5EF4-FFF2-40B4-BE49-F238E27FC236}">
                <a16:creationId xmlns:a16="http://schemas.microsoft.com/office/drawing/2014/main" id="{7A0ED427-66B2-465F-90C8-A797B1B0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56" y="2025077"/>
            <a:ext cx="124308" cy="55612"/>
          </a:xfrm>
          <a:custGeom xmlns:a="http://schemas.openxmlformats.org/drawingml/2006/main">
            <a:pathLst>
              <a:path w="124308" h="5561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107952" y="13085"/>
                </a:lnTo>
                <a:lnTo>
                  <a:pt x="107952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9441"/>
                </a:lnTo>
                <a:lnTo>
                  <a:pt x="124308" y="29441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62154" y="55612"/>
                </a:lnTo>
                <a:lnTo>
                  <a:pt x="62154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isible source SEC-093 inset-1 region 33">
            <a:extLst xmlns:a="http://schemas.openxmlformats.org/drawingml/2006/main">
              <a:ext uri="{FF2B5EF4-FFF2-40B4-BE49-F238E27FC236}">
                <a16:creationId xmlns:a16="http://schemas.microsoft.com/office/drawing/2014/main" id="{0A10664B-ECF8-450A-82FD-2996970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932" y="2077417"/>
            <a:ext cx="350025" cy="143936"/>
          </a:xfrm>
          <a:custGeom xmlns:a="http://schemas.openxmlformats.org/drawingml/2006/main">
            <a:pathLst>
              <a:path w="350025" h="14393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57021" y="45798"/>
                </a:lnTo>
                <a:lnTo>
                  <a:pt x="157021" y="39255"/>
                </a:lnTo>
                <a:lnTo>
                  <a:pt x="160292" y="39255"/>
                </a:lnTo>
                <a:lnTo>
                  <a:pt x="160292" y="32713"/>
                </a:lnTo>
                <a:lnTo>
                  <a:pt x="163563" y="32713"/>
                </a:lnTo>
                <a:lnTo>
                  <a:pt x="163563" y="29441"/>
                </a:lnTo>
                <a:lnTo>
                  <a:pt x="166835" y="29441"/>
                </a:lnTo>
                <a:lnTo>
                  <a:pt x="166835" y="26170"/>
                </a:lnTo>
                <a:lnTo>
                  <a:pt x="173377" y="26170"/>
                </a:lnTo>
                <a:lnTo>
                  <a:pt x="173377" y="22899"/>
                </a:lnTo>
                <a:lnTo>
                  <a:pt x="202818" y="22899"/>
                </a:lnTo>
                <a:lnTo>
                  <a:pt x="202818" y="19628"/>
                </a:lnTo>
                <a:lnTo>
                  <a:pt x="219175" y="19628"/>
                </a:lnTo>
                <a:lnTo>
                  <a:pt x="219175" y="22899"/>
                </a:lnTo>
                <a:lnTo>
                  <a:pt x="228989" y="22899"/>
                </a:lnTo>
                <a:lnTo>
                  <a:pt x="228989" y="19628"/>
                </a:lnTo>
                <a:lnTo>
                  <a:pt x="245345" y="19628"/>
                </a:lnTo>
                <a:lnTo>
                  <a:pt x="245345" y="22899"/>
                </a:lnTo>
                <a:lnTo>
                  <a:pt x="251887" y="22899"/>
                </a:lnTo>
                <a:lnTo>
                  <a:pt x="251887" y="26170"/>
                </a:lnTo>
                <a:lnTo>
                  <a:pt x="255159" y="26170"/>
                </a:lnTo>
                <a:lnTo>
                  <a:pt x="255159" y="29441"/>
                </a:lnTo>
                <a:lnTo>
                  <a:pt x="258430" y="29441"/>
                </a:lnTo>
                <a:lnTo>
                  <a:pt x="258430" y="35984"/>
                </a:lnTo>
                <a:lnTo>
                  <a:pt x="261701" y="35984"/>
                </a:lnTo>
                <a:lnTo>
                  <a:pt x="261701" y="45798"/>
                </a:lnTo>
                <a:lnTo>
                  <a:pt x="258430" y="45798"/>
                </a:lnTo>
                <a:lnTo>
                  <a:pt x="258430" y="52340"/>
                </a:lnTo>
                <a:lnTo>
                  <a:pt x="255159" y="52340"/>
                </a:lnTo>
                <a:lnTo>
                  <a:pt x="255159" y="55612"/>
                </a:lnTo>
                <a:lnTo>
                  <a:pt x="251887" y="55612"/>
                </a:lnTo>
                <a:lnTo>
                  <a:pt x="251887" y="58883"/>
                </a:lnTo>
                <a:lnTo>
                  <a:pt x="245345" y="58883"/>
                </a:lnTo>
                <a:lnTo>
                  <a:pt x="245345" y="65425"/>
                </a:lnTo>
                <a:lnTo>
                  <a:pt x="251887" y="65425"/>
                </a:lnTo>
                <a:lnTo>
                  <a:pt x="251887" y="68697"/>
                </a:lnTo>
                <a:lnTo>
                  <a:pt x="255159" y="68697"/>
                </a:lnTo>
                <a:lnTo>
                  <a:pt x="255159" y="71968"/>
                </a:lnTo>
                <a:lnTo>
                  <a:pt x="258430" y="71968"/>
                </a:lnTo>
                <a:lnTo>
                  <a:pt x="258430" y="78510"/>
                </a:lnTo>
                <a:lnTo>
                  <a:pt x="278058" y="78510"/>
                </a:lnTo>
                <a:lnTo>
                  <a:pt x="278058" y="75239"/>
                </a:lnTo>
                <a:lnTo>
                  <a:pt x="274786" y="75239"/>
                </a:lnTo>
                <a:lnTo>
                  <a:pt x="274786" y="71968"/>
                </a:lnTo>
                <a:lnTo>
                  <a:pt x="271515" y="71968"/>
                </a:lnTo>
                <a:lnTo>
                  <a:pt x="271515" y="65425"/>
                </a:lnTo>
                <a:lnTo>
                  <a:pt x="268244" y="65425"/>
                </a:lnTo>
                <a:lnTo>
                  <a:pt x="268244" y="55612"/>
                </a:lnTo>
                <a:lnTo>
                  <a:pt x="271515" y="55612"/>
                </a:lnTo>
                <a:lnTo>
                  <a:pt x="271515" y="49069"/>
                </a:lnTo>
                <a:lnTo>
                  <a:pt x="274786" y="49069"/>
                </a:lnTo>
                <a:lnTo>
                  <a:pt x="274786" y="45798"/>
                </a:lnTo>
                <a:lnTo>
                  <a:pt x="278058" y="45798"/>
                </a:lnTo>
                <a:lnTo>
                  <a:pt x="278058" y="42526"/>
                </a:lnTo>
                <a:lnTo>
                  <a:pt x="284600" y="42526"/>
                </a:lnTo>
                <a:lnTo>
                  <a:pt x="284600" y="39255"/>
                </a:lnTo>
                <a:lnTo>
                  <a:pt x="300956" y="39255"/>
                </a:lnTo>
                <a:lnTo>
                  <a:pt x="300956" y="42526"/>
                </a:lnTo>
                <a:lnTo>
                  <a:pt x="310770" y="42526"/>
                </a:lnTo>
                <a:lnTo>
                  <a:pt x="310770" y="39255"/>
                </a:lnTo>
                <a:lnTo>
                  <a:pt x="320584" y="39255"/>
                </a:lnTo>
                <a:lnTo>
                  <a:pt x="320584" y="42526"/>
                </a:lnTo>
                <a:lnTo>
                  <a:pt x="323855" y="42526"/>
                </a:lnTo>
                <a:lnTo>
                  <a:pt x="323855" y="39255"/>
                </a:lnTo>
                <a:lnTo>
                  <a:pt x="333669" y="39255"/>
                </a:lnTo>
                <a:lnTo>
                  <a:pt x="333669" y="42526"/>
                </a:lnTo>
                <a:lnTo>
                  <a:pt x="340212" y="42526"/>
                </a:lnTo>
                <a:lnTo>
                  <a:pt x="340212" y="45798"/>
                </a:lnTo>
                <a:lnTo>
                  <a:pt x="343483" y="45798"/>
                </a:lnTo>
                <a:lnTo>
                  <a:pt x="343483" y="49069"/>
                </a:lnTo>
                <a:lnTo>
                  <a:pt x="346754" y="49069"/>
                </a:lnTo>
                <a:lnTo>
                  <a:pt x="346754" y="55612"/>
                </a:lnTo>
                <a:lnTo>
                  <a:pt x="350025" y="55612"/>
                </a:lnTo>
                <a:lnTo>
                  <a:pt x="350025" y="65425"/>
                </a:lnTo>
                <a:lnTo>
                  <a:pt x="346754" y="65425"/>
                </a:lnTo>
                <a:lnTo>
                  <a:pt x="346754" y="71968"/>
                </a:lnTo>
                <a:lnTo>
                  <a:pt x="343483" y="71968"/>
                </a:lnTo>
                <a:lnTo>
                  <a:pt x="343483" y="75239"/>
                </a:lnTo>
                <a:lnTo>
                  <a:pt x="340212" y="75239"/>
                </a:lnTo>
                <a:lnTo>
                  <a:pt x="340212" y="78510"/>
                </a:lnTo>
                <a:lnTo>
                  <a:pt x="336940" y="78510"/>
                </a:lnTo>
                <a:lnTo>
                  <a:pt x="336940" y="81782"/>
                </a:lnTo>
                <a:lnTo>
                  <a:pt x="340212" y="81782"/>
                </a:lnTo>
                <a:lnTo>
                  <a:pt x="340212" y="85053"/>
                </a:lnTo>
                <a:lnTo>
                  <a:pt x="343483" y="85053"/>
                </a:lnTo>
                <a:lnTo>
                  <a:pt x="343483" y="88324"/>
                </a:lnTo>
                <a:lnTo>
                  <a:pt x="346754" y="88324"/>
                </a:lnTo>
                <a:lnTo>
                  <a:pt x="346754" y="94867"/>
                </a:lnTo>
                <a:lnTo>
                  <a:pt x="350025" y="94867"/>
                </a:lnTo>
                <a:lnTo>
                  <a:pt x="350025" y="104681"/>
                </a:lnTo>
                <a:lnTo>
                  <a:pt x="346754" y="104681"/>
                </a:lnTo>
                <a:lnTo>
                  <a:pt x="346754" y="111223"/>
                </a:lnTo>
                <a:lnTo>
                  <a:pt x="343483" y="111223"/>
                </a:lnTo>
                <a:lnTo>
                  <a:pt x="343483" y="114494"/>
                </a:lnTo>
                <a:lnTo>
                  <a:pt x="340212" y="114494"/>
                </a:lnTo>
                <a:lnTo>
                  <a:pt x="340212" y="117766"/>
                </a:lnTo>
                <a:lnTo>
                  <a:pt x="333669" y="117766"/>
                </a:lnTo>
                <a:lnTo>
                  <a:pt x="333669" y="121037"/>
                </a:lnTo>
                <a:lnTo>
                  <a:pt x="307499" y="121037"/>
                </a:lnTo>
                <a:lnTo>
                  <a:pt x="307499" y="127579"/>
                </a:lnTo>
                <a:lnTo>
                  <a:pt x="304228" y="127579"/>
                </a:lnTo>
                <a:lnTo>
                  <a:pt x="304228" y="134122"/>
                </a:lnTo>
                <a:lnTo>
                  <a:pt x="300956" y="134122"/>
                </a:lnTo>
                <a:lnTo>
                  <a:pt x="300956" y="137393"/>
                </a:lnTo>
                <a:lnTo>
                  <a:pt x="297685" y="137393"/>
                </a:lnTo>
                <a:lnTo>
                  <a:pt x="297685" y="140664"/>
                </a:lnTo>
                <a:lnTo>
                  <a:pt x="291143" y="140664"/>
                </a:lnTo>
                <a:lnTo>
                  <a:pt x="291143" y="143936"/>
                </a:lnTo>
                <a:lnTo>
                  <a:pt x="271515" y="143936"/>
                </a:lnTo>
                <a:lnTo>
                  <a:pt x="271515" y="140664"/>
                </a:lnTo>
                <a:lnTo>
                  <a:pt x="261701" y="140664"/>
                </a:lnTo>
                <a:lnTo>
                  <a:pt x="261701" y="143936"/>
                </a:lnTo>
                <a:lnTo>
                  <a:pt x="235531" y="143936"/>
                </a:lnTo>
                <a:lnTo>
                  <a:pt x="235531" y="140664"/>
                </a:lnTo>
                <a:lnTo>
                  <a:pt x="232260" y="140664"/>
                </a:lnTo>
                <a:lnTo>
                  <a:pt x="232260" y="137393"/>
                </a:lnTo>
                <a:lnTo>
                  <a:pt x="228989" y="137393"/>
                </a:lnTo>
                <a:lnTo>
                  <a:pt x="228989" y="134122"/>
                </a:lnTo>
                <a:lnTo>
                  <a:pt x="225717" y="134122"/>
                </a:lnTo>
                <a:lnTo>
                  <a:pt x="225717" y="127579"/>
                </a:lnTo>
                <a:lnTo>
                  <a:pt x="222446" y="127579"/>
                </a:lnTo>
                <a:lnTo>
                  <a:pt x="222446" y="117766"/>
                </a:lnTo>
                <a:lnTo>
                  <a:pt x="225717" y="117766"/>
                </a:lnTo>
                <a:lnTo>
                  <a:pt x="225717" y="111223"/>
                </a:lnTo>
                <a:lnTo>
                  <a:pt x="228989" y="111223"/>
                </a:lnTo>
                <a:lnTo>
                  <a:pt x="228989" y="104681"/>
                </a:lnTo>
                <a:lnTo>
                  <a:pt x="222446" y="104681"/>
                </a:lnTo>
                <a:lnTo>
                  <a:pt x="222446" y="101409"/>
                </a:lnTo>
                <a:lnTo>
                  <a:pt x="215904" y="101409"/>
                </a:lnTo>
                <a:lnTo>
                  <a:pt x="215904" y="98138"/>
                </a:lnTo>
                <a:lnTo>
                  <a:pt x="209361" y="98138"/>
                </a:lnTo>
                <a:lnTo>
                  <a:pt x="209361" y="101409"/>
                </a:lnTo>
                <a:lnTo>
                  <a:pt x="202818" y="101409"/>
                </a:lnTo>
                <a:lnTo>
                  <a:pt x="202818" y="104681"/>
                </a:lnTo>
                <a:lnTo>
                  <a:pt x="193005" y="104681"/>
                </a:lnTo>
                <a:lnTo>
                  <a:pt x="193005" y="101409"/>
                </a:lnTo>
                <a:lnTo>
                  <a:pt x="186462" y="101409"/>
                </a:lnTo>
                <a:lnTo>
                  <a:pt x="186462" y="98138"/>
                </a:lnTo>
                <a:lnTo>
                  <a:pt x="183191" y="98138"/>
                </a:lnTo>
                <a:lnTo>
                  <a:pt x="183191" y="94867"/>
                </a:lnTo>
                <a:lnTo>
                  <a:pt x="179920" y="94867"/>
                </a:lnTo>
                <a:lnTo>
                  <a:pt x="179920" y="88324"/>
                </a:lnTo>
                <a:lnTo>
                  <a:pt x="176648" y="88324"/>
                </a:lnTo>
                <a:lnTo>
                  <a:pt x="176648" y="78510"/>
                </a:lnTo>
                <a:lnTo>
                  <a:pt x="179920" y="78510"/>
                </a:lnTo>
                <a:lnTo>
                  <a:pt x="179920" y="71968"/>
                </a:lnTo>
                <a:lnTo>
                  <a:pt x="183191" y="71968"/>
                </a:lnTo>
                <a:lnTo>
                  <a:pt x="183191" y="68697"/>
                </a:lnTo>
                <a:lnTo>
                  <a:pt x="186462" y="68697"/>
                </a:lnTo>
                <a:lnTo>
                  <a:pt x="186462" y="65425"/>
                </a:lnTo>
                <a:lnTo>
                  <a:pt x="173377" y="65425"/>
                </a:lnTo>
                <a:lnTo>
                  <a:pt x="173377" y="71968"/>
                </a:lnTo>
                <a:lnTo>
                  <a:pt x="170106" y="71968"/>
                </a:lnTo>
                <a:lnTo>
                  <a:pt x="170106" y="78510"/>
                </a:lnTo>
                <a:lnTo>
                  <a:pt x="166835" y="78510"/>
                </a:lnTo>
                <a:lnTo>
                  <a:pt x="166835" y="81782"/>
                </a:lnTo>
                <a:lnTo>
                  <a:pt x="163563" y="81782"/>
                </a:lnTo>
                <a:lnTo>
                  <a:pt x="163563" y="85053"/>
                </a:lnTo>
                <a:lnTo>
                  <a:pt x="157021" y="85053"/>
                </a:lnTo>
                <a:lnTo>
                  <a:pt x="157021" y="88324"/>
                </a:lnTo>
                <a:lnTo>
                  <a:pt x="124308" y="88324"/>
                </a:lnTo>
                <a:lnTo>
                  <a:pt x="124308" y="94867"/>
                </a:lnTo>
                <a:lnTo>
                  <a:pt x="127579" y="94867"/>
                </a:lnTo>
                <a:lnTo>
                  <a:pt x="127579" y="104681"/>
                </a:lnTo>
                <a:lnTo>
                  <a:pt x="124308" y="104681"/>
                </a:lnTo>
                <a:lnTo>
                  <a:pt x="124308" y="111223"/>
                </a:lnTo>
                <a:lnTo>
                  <a:pt x="121037" y="111223"/>
                </a:lnTo>
                <a:lnTo>
                  <a:pt x="121037" y="114494"/>
                </a:lnTo>
                <a:lnTo>
                  <a:pt x="117766" y="114494"/>
                </a:lnTo>
                <a:lnTo>
                  <a:pt x="117766" y="117766"/>
                </a:lnTo>
                <a:lnTo>
                  <a:pt x="111223" y="117766"/>
                </a:lnTo>
                <a:lnTo>
                  <a:pt x="111223" y="121037"/>
                </a:lnTo>
                <a:lnTo>
                  <a:pt x="62154" y="121037"/>
                </a:lnTo>
                <a:lnTo>
                  <a:pt x="62154" y="117766"/>
                </a:lnTo>
                <a:lnTo>
                  <a:pt x="55612" y="117766"/>
                </a:lnTo>
                <a:lnTo>
                  <a:pt x="55612" y="114494"/>
                </a:lnTo>
                <a:lnTo>
                  <a:pt x="52340" y="114494"/>
                </a:lnTo>
                <a:lnTo>
                  <a:pt x="52340" y="111223"/>
                </a:lnTo>
                <a:lnTo>
                  <a:pt x="49069" y="111223"/>
                </a:lnTo>
                <a:lnTo>
                  <a:pt x="49069" y="104681"/>
                </a:lnTo>
                <a:lnTo>
                  <a:pt x="45798" y="104681"/>
                </a:lnTo>
                <a:lnTo>
                  <a:pt x="45798" y="94867"/>
                </a:lnTo>
                <a:lnTo>
                  <a:pt x="49069" y="94867"/>
                </a:lnTo>
                <a:lnTo>
                  <a:pt x="49069" y="88324"/>
                </a:lnTo>
                <a:lnTo>
                  <a:pt x="52340" y="88324"/>
                </a:lnTo>
                <a:lnTo>
                  <a:pt x="52340" y="85053"/>
                </a:lnTo>
                <a:lnTo>
                  <a:pt x="55612" y="85053"/>
                </a:lnTo>
                <a:lnTo>
                  <a:pt x="55612" y="81782"/>
                </a:lnTo>
                <a:lnTo>
                  <a:pt x="62154" y="81782"/>
                </a:lnTo>
                <a:lnTo>
                  <a:pt x="62154" y="78510"/>
                </a:lnTo>
                <a:lnTo>
                  <a:pt x="58883" y="78510"/>
                </a:lnTo>
                <a:lnTo>
                  <a:pt x="58883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52340" y="71968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55612"/>
                </a:lnTo>
                <a:lnTo>
                  <a:pt x="52340" y="55612"/>
                </a:lnTo>
                <a:lnTo>
                  <a:pt x="52340" y="49069"/>
                </a:lnTo>
                <a:lnTo>
                  <a:pt x="55612" y="49069"/>
                </a:lnTo>
                <a:lnTo>
                  <a:pt x="55612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  <a:moveTo>
                  <a:pt x="219175" y="58883"/>
                </a:moveTo>
                <a:lnTo>
                  <a:pt x="219175" y="62154"/>
                </a:lnTo>
                <a:lnTo>
                  <a:pt x="202818" y="62154"/>
                </a:lnTo>
                <a:lnTo>
                  <a:pt x="202818" y="65425"/>
                </a:lnTo>
                <a:lnTo>
                  <a:pt x="209361" y="65425"/>
                </a:lnTo>
                <a:lnTo>
                  <a:pt x="209361" y="68697"/>
                </a:lnTo>
                <a:lnTo>
                  <a:pt x="215904" y="68697"/>
                </a:lnTo>
                <a:lnTo>
                  <a:pt x="215904" y="65425"/>
                </a:lnTo>
                <a:lnTo>
                  <a:pt x="222446" y="65425"/>
                </a:lnTo>
                <a:lnTo>
                  <a:pt x="222446" y="62154"/>
                </a:lnTo>
                <a:lnTo>
                  <a:pt x="228989" y="62154"/>
                </a:lnTo>
                <a:lnTo>
                  <a:pt x="228989" y="58883"/>
                </a:lnTo>
                <a:lnTo>
                  <a:pt x="219175" y="58883"/>
                </a:lnTo>
                <a:close/>
                <a:moveTo>
                  <a:pt x="62154" y="39255"/>
                </a:moveTo>
                <a:lnTo>
                  <a:pt x="62154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62154" y="3925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isible source SEC-093 inset-1 region 34">
            <a:extLst xmlns:a="http://schemas.openxmlformats.org/drawingml/2006/main">
              <a:ext uri="{FF2B5EF4-FFF2-40B4-BE49-F238E27FC236}">
                <a16:creationId xmlns:a16="http://schemas.microsoft.com/office/drawing/2014/main" id="{E97FDA5D-3276-40DB-B232-4B11E3D0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56" y="2224624"/>
            <a:ext cx="127579" cy="58883"/>
          </a:xfrm>
          <a:custGeom xmlns:a="http://schemas.openxmlformats.org/drawingml/2006/main">
            <a:pathLst>
              <a:path w="127579" h="58883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6170"/>
                </a:lnTo>
                <a:lnTo>
                  <a:pt x="124308" y="26170"/>
                </a:lnTo>
                <a:lnTo>
                  <a:pt x="124308" y="29441"/>
                </a:lnTo>
                <a:lnTo>
                  <a:pt x="127579" y="29441"/>
                </a:lnTo>
                <a:lnTo>
                  <a:pt x="127579" y="45798"/>
                </a:lnTo>
                <a:lnTo>
                  <a:pt x="124308" y="45798"/>
                </a:lnTo>
                <a:lnTo>
                  <a:pt x="124308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11223" y="55612"/>
                </a:lnTo>
                <a:lnTo>
                  <a:pt x="111223" y="58883"/>
                </a:lnTo>
                <a:lnTo>
                  <a:pt x="62154" y="58883"/>
                </a:lnTo>
                <a:lnTo>
                  <a:pt x="62154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isible source SEC-093 inset-1 region 35">
            <a:extLst xmlns:a="http://schemas.openxmlformats.org/drawingml/2006/main">
              <a:ext uri="{FF2B5EF4-FFF2-40B4-BE49-F238E27FC236}">
                <a16:creationId xmlns:a16="http://schemas.microsoft.com/office/drawing/2014/main" id="{4BA53E1D-AA16-4059-84F5-58437DCA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8" y="2306406"/>
            <a:ext cx="307499" cy="121037"/>
          </a:xfrm>
          <a:custGeom xmlns:a="http://schemas.openxmlformats.org/drawingml/2006/main">
            <a:pathLst>
              <a:path w="307499" h="121037">
                <a:moveTo>
                  <a:pt x="88324" y="19628"/>
                </a:moveTo>
                <a:lnTo>
                  <a:pt x="88324" y="22899"/>
                </a:lnTo>
                <a:lnTo>
                  <a:pt x="91595" y="22899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6835" y="3271"/>
                </a:lnTo>
                <a:lnTo>
                  <a:pt x="166835" y="6543"/>
                </a:lnTo>
                <a:lnTo>
                  <a:pt x="170106" y="6543"/>
                </a:lnTo>
                <a:lnTo>
                  <a:pt x="170106" y="9814"/>
                </a:lnTo>
                <a:lnTo>
                  <a:pt x="173377" y="9814"/>
                </a:lnTo>
                <a:lnTo>
                  <a:pt x="173377" y="16356"/>
                </a:lnTo>
                <a:lnTo>
                  <a:pt x="176648" y="16356"/>
                </a:lnTo>
                <a:lnTo>
                  <a:pt x="176648" y="19628"/>
                </a:lnTo>
                <a:lnTo>
                  <a:pt x="202818" y="19628"/>
                </a:lnTo>
                <a:lnTo>
                  <a:pt x="202818" y="22899"/>
                </a:lnTo>
                <a:lnTo>
                  <a:pt x="209361" y="22899"/>
                </a:lnTo>
                <a:lnTo>
                  <a:pt x="209361" y="26170"/>
                </a:lnTo>
                <a:lnTo>
                  <a:pt x="212632" y="26170"/>
                </a:lnTo>
                <a:lnTo>
                  <a:pt x="212632" y="29441"/>
                </a:lnTo>
                <a:lnTo>
                  <a:pt x="215904" y="29441"/>
                </a:lnTo>
                <a:lnTo>
                  <a:pt x="215904" y="35984"/>
                </a:lnTo>
                <a:lnTo>
                  <a:pt x="219175" y="35984"/>
                </a:lnTo>
                <a:lnTo>
                  <a:pt x="219175" y="45798"/>
                </a:lnTo>
                <a:lnTo>
                  <a:pt x="215904" y="45798"/>
                </a:lnTo>
                <a:lnTo>
                  <a:pt x="215904" y="52340"/>
                </a:lnTo>
                <a:lnTo>
                  <a:pt x="225717" y="52340"/>
                </a:lnTo>
                <a:lnTo>
                  <a:pt x="225717" y="45798"/>
                </a:lnTo>
                <a:lnTo>
                  <a:pt x="228989" y="45798"/>
                </a:lnTo>
                <a:lnTo>
                  <a:pt x="228989" y="39255"/>
                </a:lnTo>
                <a:lnTo>
                  <a:pt x="232260" y="39255"/>
                </a:lnTo>
                <a:lnTo>
                  <a:pt x="232260" y="35984"/>
                </a:lnTo>
                <a:lnTo>
                  <a:pt x="235531" y="35984"/>
                </a:lnTo>
                <a:lnTo>
                  <a:pt x="235531" y="32713"/>
                </a:lnTo>
                <a:lnTo>
                  <a:pt x="242074" y="32713"/>
                </a:lnTo>
                <a:lnTo>
                  <a:pt x="242074" y="29441"/>
                </a:lnTo>
                <a:lnTo>
                  <a:pt x="294414" y="29441"/>
                </a:lnTo>
                <a:lnTo>
                  <a:pt x="294414" y="32713"/>
                </a:lnTo>
                <a:lnTo>
                  <a:pt x="297685" y="32713"/>
                </a:lnTo>
                <a:lnTo>
                  <a:pt x="297685" y="35984"/>
                </a:lnTo>
                <a:lnTo>
                  <a:pt x="300956" y="35984"/>
                </a:lnTo>
                <a:lnTo>
                  <a:pt x="300956" y="39255"/>
                </a:lnTo>
                <a:lnTo>
                  <a:pt x="304228" y="39255"/>
                </a:lnTo>
                <a:lnTo>
                  <a:pt x="304228" y="42526"/>
                </a:lnTo>
                <a:lnTo>
                  <a:pt x="307499" y="42526"/>
                </a:lnTo>
                <a:lnTo>
                  <a:pt x="307499" y="58883"/>
                </a:lnTo>
                <a:lnTo>
                  <a:pt x="304228" y="58883"/>
                </a:lnTo>
                <a:lnTo>
                  <a:pt x="304228" y="62154"/>
                </a:lnTo>
                <a:lnTo>
                  <a:pt x="300956" y="62154"/>
                </a:lnTo>
                <a:lnTo>
                  <a:pt x="300956" y="65425"/>
                </a:lnTo>
                <a:lnTo>
                  <a:pt x="297685" y="65425"/>
                </a:lnTo>
                <a:lnTo>
                  <a:pt x="297685" y="68697"/>
                </a:lnTo>
                <a:lnTo>
                  <a:pt x="294414" y="68697"/>
                </a:lnTo>
                <a:lnTo>
                  <a:pt x="294414" y="71968"/>
                </a:lnTo>
                <a:lnTo>
                  <a:pt x="284600" y="71968"/>
                </a:lnTo>
                <a:lnTo>
                  <a:pt x="284600" y="75239"/>
                </a:lnTo>
                <a:lnTo>
                  <a:pt x="291143" y="75239"/>
                </a:lnTo>
                <a:lnTo>
                  <a:pt x="291143" y="78510"/>
                </a:lnTo>
                <a:lnTo>
                  <a:pt x="294414" y="78510"/>
                </a:lnTo>
                <a:lnTo>
                  <a:pt x="294414" y="81782"/>
                </a:lnTo>
                <a:lnTo>
                  <a:pt x="297685" y="81782"/>
                </a:lnTo>
                <a:lnTo>
                  <a:pt x="297685" y="88324"/>
                </a:lnTo>
                <a:lnTo>
                  <a:pt x="300956" y="88324"/>
                </a:lnTo>
                <a:lnTo>
                  <a:pt x="300956" y="98138"/>
                </a:lnTo>
                <a:lnTo>
                  <a:pt x="297685" y="98138"/>
                </a:lnTo>
                <a:lnTo>
                  <a:pt x="297685" y="104681"/>
                </a:lnTo>
                <a:lnTo>
                  <a:pt x="294414" y="104681"/>
                </a:lnTo>
                <a:lnTo>
                  <a:pt x="294414" y="107952"/>
                </a:lnTo>
                <a:lnTo>
                  <a:pt x="291143" y="107952"/>
                </a:lnTo>
                <a:lnTo>
                  <a:pt x="291143" y="111223"/>
                </a:lnTo>
                <a:lnTo>
                  <a:pt x="284600" y="111223"/>
                </a:lnTo>
                <a:lnTo>
                  <a:pt x="284600" y="114494"/>
                </a:lnTo>
                <a:lnTo>
                  <a:pt x="255159" y="114494"/>
                </a:lnTo>
                <a:lnTo>
                  <a:pt x="255159" y="117766"/>
                </a:lnTo>
                <a:lnTo>
                  <a:pt x="251887" y="117766"/>
                </a:lnTo>
                <a:lnTo>
                  <a:pt x="251887" y="121037"/>
                </a:lnTo>
                <a:lnTo>
                  <a:pt x="196276" y="121037"/>
                </a:lnTo>
                <a:lnTo>
                  <a:pt x="196276" y="117766"/>
                </a:lnTo>
                <a:lnTo>
                  <a:pt x="189733" y="117766"/>
                </a:lnTo>
                <a:lnTo>
                  <a:pt x="189733" y="114494"/>
                </a:lnTo>
                <a:lnTo>
                  <a:pt x="186462" y="114494"/>
                </a:lnTo>
                <a:lnTo>
                  <a:pt x="186462" y="111223"/>
                </a:lnTo>
                <a:lnTo>
                  <a:pt x="183191" y="111223"/>
                </a:lnTo>
                <a:lnTo>
                  <a:pt x="183191" y="104681"/>
                </a:lnTo>
                <a:lnTo>
                  <a:pt x="153750" y="104681"/>
                </a:lnTo>
                <a:lnTo>
                  <a:pt x="153750" y="101409"/>
                </a:lnTo>
                <a:lnTo>
                  <a:pt x="147207" y="101409"/>
                </a:lnTo>
                <a:lnTo>
                  <a:pt x="147207" y="98138"/>
                </a:lnTo>
                <a:lnTo>
                  <a:pt x="143936" y="98138"/>
                </a:lnTo>
                <a:lnTo>
                  <a:pt x="143936" y="94867"/>
                </a:lnTo>
                <a:lnTo>
                  <a:pt x="140664" y="94867"/>
                </a:lnTo>
                <a:lnTo>
                  <a:pt x="140664" y="88324"/>
                </a:lnTo>
                <a:lnTo>
                  <a:pt x="137393" y="88324"/>
                </a:lnTo>
                <a:lnTo>
                  <a:pt x="137393" y="78510"/>
                </a:lnTo>
                <a:lnTo>
                  <a:pt x="140664" y="78510"/>
                </a:lnTo>
                <a:lnTo>
                  <a:pt x="140664" y="71968"/>
                </a:lnTo>
                <a:lnTo>
                  <a:pt x="143936" y="71968"/>
                </a:lnTo>
                <a:lnTo>
                  <a:pt x="143936" y="68697"/>
                </a:lnTo>
                <a:lnTo>
                  <a:pt x="147207" y="68697"/>
                </a:lnTo>
                <a:lnTo>
                  <a:pt x="147207" y="65425"/>
                </a:lnTo>
                <a:lnTo>
                  <a:pt x="153750" y="65425"/>
                </a:lnTo>
                <a:lnTo>
                  <a:pt x="153750" y="58883"/>
                </a:lnTo>
                <a:lnTo>
                  <a:pt x="147207" y="58883"/>
                </a:lnTo>
                <a:lnTo>
                  <a:pt x="147207" y="55612"/>
                </a:lnTo>
                <a:lnTo>
                  <a:pt x="143936" y="55612"/>
                </a:lnTo>
                <a:lnTo>
                  <a:pt x="143936" y="52340"/>
                </a:lnTo>
                <a:lnTo>
                  <a:pt x="140664" y="52340"/>
                </a:lnTo>
                <a:lnTo>
                  <a:pt x="140664" y="45798"/>
                </a:lnTo>
                <a:lnTo>
                  <a:pt x="137393" y="45798"/>
                </a:lnTo>
                <a:lnTo>
                  <a:pt x="137393" y="42526"/>
                </a:lnTo>
                <a:lnTo>
                  <a:pt x="127579" y="42526"/>
                </a:lnTo>
                <a:lnTo>
                  <a:pt x="127579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5612"/>
                </a:lnTo>
                <a:lnTo>
                  <a:pt x="117766" y="55612"/>
                </a:lnTo>
                <a:lnTo>
                  <a:pt x="117766" y="58883"/>
                </a:lnTo>
                <a:lnTo>
                  <a:pt x="111223" y="58883"/>
                </a:lnTo>
                <a:lnTo>
                  <a:pt x="111223" y="62154"/>
                </a:lnTo>
                <a:lnTo>
                  <a:pt x="94867" y="62154"/>
                </a:lnTo>
                <a:lnTo>
                  <a:pt x="94867" y="58883"/>
                </a:lnTo>
                <a:lnTo>
                  <a:pt x="88324" y="58883"/>
                </a:lnTo>
                <a:lnTo>
                  <a:pt x="88324" y="62154"/>
                </a:lnTo>
                <a:lnTo>
                  <a:pt x="78510" y="62154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68697" y="68697"/>
                </a:lnTo>
                <a:lnTo>
                  <a:pt x="68697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81782" y="81782"/>
                </a:lnTo>
                <a:lnTo>
                  <a:pt x="81782" y="88324"/>
                </a:lnTo>
                <a:lnTo>
                  <a:pt x="85053" y="88324"/>
                </a:lnTo>
                <a:lnTo>
                  <a:pt x="85053" y="98138"/>
                </a:lnTo>
                <a:lnTo>
                  <a:pt x="81782" y="98138"/>
                </a:lnTo>
                <a:lnTo>
                  <a:pt x="81782" y="104681"/>
                </a:lnTo>
                <a:lnTo>
                  <a:pt x="78510" y="104681"/>
                </a:lnTo>
                <a:lnTo>
                  <a:pt x="78510" y="107952"/>
                </a:lnTo>
                <a:lnTo>
                  <a:pt x="75239" y="107952"/>
                </a:lnTo>
                <a:lnTo>
                  <a:pt x="75239" y="111223"/>
                </a:lnTo>
                <a:lnTo>
                  <a:pt x="68697" y="111223"/>
                </a:lnTo>
                <a:lnTo>
                  <a:pt x="68697" y="114494"/>
                </a:lnTo>
                <a:lnTo>
                  <a:pt x="16356" y="114494"/>
                </a:lnTo>
                <a:lnTo>
                  <a:pt x="16356" y="111223"/>
                </a:lnTo>
                <a:lnTo>
                  <a:pt x="9814" y="111223"/>
                </a:lnTo>
                <a:lnTo>
                  <a:pt x="9814" y="107952"/>
                </a:lnTo>
                <a:lnTo>
                  <a:pt x="6543" y="107952"/>
                </a:lnTo>
                <a:lnTo>
                  <a:pt x="6543" y="104681"/>
                </a:lnTo>
                <a:lnTo>
                  <a:pt x="3271" y="104681"/>
                </a:lnTo>
                <a:lnTo>
                  <a:pt x="3271" y="98138"/>
                </a:lnTo>
                <a:lnTo>
                  <a:pt x="0" y="98138"/>
                </a:lnTo>
                <a:lnTo>
                  <a:pt x="0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26170" y="71968"/>
                </a:lnTo>
                <a:lnTo>
                  <a:pt x="26170" y="68697"/>
                </a:lnTo>
                <a:lnTo>
                  <a:pt x="22899" y="68697"/>
                </a:lnTo>
                <a:lnTo>
                  <a:pt x="22899" y="65425"/>
                </a:lnTo>
                <a:lnTo>
                  <a:pt x="19628" y="65425"/>
                </a:lnTo>
                <a:lnTo>
                  <a:pt x="19628" y="62154"/>
                </a:lnTo>
                <a:lnTo>
                  <a:pt x="16356" y="62154"/>
                </a:lnTo>
                <a:lnTo>
                  <a:pt x="16356" y="55612"/>
                </a:lnTo>
                <a:lnTo>
                  <a:pt x="13085" y="55612"/>
                </a:lnTo>
                <a:lnTo>
                  <a:pt x="13085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19628" y="39255"/>
                </a:lnTo>
                <a:lnTo>
                  <a:pt x="19628" y="35984"/>
                </a:lnTo>
                <a:lnTo>
                  <a:pt x="22899" y="35984"/>
                </a:lnTo>
                <a:lnTo>
                  <a:pt x="22899" y="32713"/>
                </a:lnTo>
                <a:lnTo>
                  <a:pt x="29441" y="32713"/>
                </a:lnTo>
                <a:lnTo>
                  <a:pt x="29441" y="29441"/>
                </a:lnTo>
                <a:lnTo>
                  <a:pt x="55612" y="29441"/>
                </a:lnTo>
                <a:lnTo>
                  <a:pt x="55612" y="26170"/>
                </a:lnTo>
                <a:lnTo>
                  <a:pt x="58883" y="26170"/>
                </a:lnTo>
                <a:lnTo>
                  <a:pt x="58883" y="22899"/>
                </a:lnTo>
                <a:lnTo>
                  <a:pt x="65425" y="22899"/>
                </a:lnTo>
                <a:lnTo>
                  <a:pt x="65425" y="19628"/>
                </a:lnTo>
                <a:lnTo>
                  <a:pt x="88324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isible source SEC-093 inset-1 region 36">
            <a:extLst xmlns:a="http://schemas.openxmlformats.org/drawingml/2006/main">
              <a:ext uri="{FF2B5EF4-FFF2-40B4-BE49-F238E27FC236}">
                <a16:creationId xmlns:a16="http://schemas.microsoft.com/office/drawing/2014/main" id="{8349E449-4A4D-4E88-AA99-A4FF510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56" y="2427443"/>
            <a:ext cx="117766" cy="58883"/>
          </a:xfrm>
          <a:custGeom xmlns:a="http://schemas.openxmlformats.org/drawingml/2006/main">
            <a:pathLst>
              <a:path w="117766" h="5888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101409" y="16356"/>
                </a:lnTo>
                <a:lnTo>
                  <a:pt x="101409" y="19628"/>
                </a:lnTo>
                <a:lnTo>
                  <a:pt x="107952" y="19628"/>
                </a:lnTo>
                <a:lnTo>
                  <a:pt x="107952" y="22899"/>
                </a:lnTo>
                <a:lnTo>
                  <a:pt x="111223" y="22899"/>
                </a:lnTo>
                <a:lnTo>
                  <a:pt x="111223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7766" y="32713"/>
                </a:lnTo>
                <a:lnTo>
                  <a:pt x="117766" y="42526"/>
                </a:lnTo>
                <a:lnTo>
                  <a:pt x="114494" y="42526"/>
                </a:lnTo>
                <a:lnTo>
                  <a:pt x="114494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101409" y="55612"/>
                </a:lnTo>
                <a:lnTo>
                  <a:pt x="101409" y="58883"/>
                </a:lnTo>
                <a:lnTo>
                  <a:pt x="58883" y="58883"/>
                </a:lnTo>
                <a:lnTo>
                  <a:pt x="58883" y="55612"/>
                </a:lnTo>
                <a:lnTo>
                  <a:pt x="52340" y="55612"/>
                </a:lnTo>
                <a:lnTo>
                  <a:pt x="52340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isible source SEC-093 inset-1 region 37">
            <a:extLst xmlns:a="http://schemas.openxmlformats.org/drawingml/2006/main">
              <a:ext uri="{FF2B5EF4-FFF2-40B4-BE49-F238E27FC236}">
                <a16:creationId xmlns:a16="http://schemas.microsoft.com/office/drawing/2014/main" id="{44A9E4BE-8F43-495A-B31E-4C24851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8" y="2509224"/>
            <a:ext cx="173377" cy="91595"/>
          </a:xfrm>
          <a:custGeom xmlns:a="http://schemas.openxmlformats.org/drawingml/2006/main">
            <a:pathLst>
              <a:path w="173377" h="91595">
                <a:moveTo>
                  <a:pt x="62154" y="22899"/>
                </a:moveTo>
                <a:lnTo>
                  <a:pt x="68697" y="22899"/>
                </a:lnTo>
                <a:lnTo>
                  <a:pt x="68697" y="19628"/>
                </a:lnTo>
                <a:lnTo>
                  <a:pt x="88324" y="19628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21037" y="0"/>
                </a:lnTo>
                <a:lnTo>
                  <a:pt x="121037" y="3271"/>
                </a:lnTo>
                <a:lnTo>
                  <a:pt x="130851" y="3271"/>
                </a:lnTo>
                <a:lnTo>
                  <a:pt x="130851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6356"/>
                </a:lnTo>
                <a:lnTo>
                  <a:pt x="173377" y="16356"/>
                </a:lnTo>
                <a:lnTo>
                  <a:pt x="173377" y="26170"/>
                </a:lnTo>
                <a:lnTo>
                  <a:pt x="170106" y="26170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30851" y="42526"/>
                </a:lnTo>
                <a:lnTo>
                  <a:pt x="130851" y="39255"/>
                </a:lnTo>
                <a:lnTo>
                  <a:pt x="121037" y="39255"/>
                </a:lnTo>
                <a:lnTo>
                  <a:pt x="121037" y="49069"/>
                </a:lnTo>
                <a:lnTo>
                  <a:pt x="117766" y="49069"/>
                </a:lnTo>
                <a:lnTo>
                  <a:pt x="117766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11223" y="55612"/>
                </a:lnTo>
                <a:lnTo>
                  <a:pt x="111223" y="58883"/>
                </a:lnTo>
                <a:lnTo>
                  <a:pt x="104681" y="58883"/>
                </a:lnTo>
                <a:lnTo>
                  <a:pt x="104681" y="62154"/>
                </a:lnTo>
                <a:lnTo>
                  <a:pt x="78510" y="62154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71968" y="81782"/>
                </a:lnTo>
                <a:lnTo>
                  <a:pt x="71968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62154" y="88324"/>
                </a:lnTo>
                <a:lnTo>
                  <a:pt x="62154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55612" y="49069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35984"/>
                </a:lnTo>
                <a:lnTo>
                  <a:pt x="55612" y="35984"/>
                </a:lnTo>
                <a:lnTo>
                  <a:pt x="55612" y="29441"/>
                </a:lnTo>
                <a:lnTo>
                  <a:pt x="58883" y="29441"/>
                </a:lnTo>
                <a:lnTo>
                  <a:pt x="58883" y="26170"/>
                </a:lnTo>
                <a:lnTo>
                  <a:pt x="62154" y="26170"/>
                </a:lnTo>
                <a:lnTo>
                  <a:pt x="6215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isible source SEC-093 inset-1 region 38">
            <a:extLst xmlns:a="http://schemas.openxmlformats.org/drawingml/2006/main">
              <a:ext uri="{FF2B5EF4-FFF2-40B4-BE49-F238E27FC236}">
                <a16:creationId xmlns:a16="http://schemas.microsoft.com/office/drawing/2014/main" id="{0121FFE5-C755-4180-AED9-6C12C3DB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80" y="2555022"/>
            <a:ext cx="176648" cy="52340"/>
          </a:xfrm>
          <a:custGeom xmlns:a="http://schemas.openxmlformats.org/drawingml/2006/main">
            <a:pathLst>
              <a:path w="176648" h="52340">
                <a:moveTo>
                  <a:pt x="16356" y="3271"/>
                </a:move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60292" y="3271"/>
                </a:lnTo>
                <a:lnTo>
                  <a:pt x="160292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3085"/>
                </a:lnTo>
                <a:lnTo>
                  <a:pt x="173377" y="13085"/>
                </a:lnTo>
                <a:lnTo>
                  <a:pt x="173377" y="16356"/>
                </a:lnTo>
                <a:lnTo>
                  <a:pt x="176648" y="16356"/>
                </a:lnTo>
                <a:lnTo>
                  <a:pt x="176648" y="32713"/>
                </a:lnTo>
                <a:lnTo>
                  <a:pt x="173377" y="32713"/>
                </a:lnTo>
                <a:lnTo>
                  <a:pt x="173377" y="35984"/>
                </a:lnTo>
                <a:lnTo>
                  <a:pt x="170106" y="35984"/>
                </a:lnTo>
                <a:lnTo>
                  <a:pt x="170106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63563" y="42526"/>
                </a:lnTo>
                <a:lnTo>
                  <a:pt x="163563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65425" y="52340"/>
                </a:lnTo>
                <a:lnTo>
                  <a:pt x="65425" y="49069"/>
                </a:lnTo>
                <a:lnTo>
                  <a:pt x="58883" y="49069"/>
                </a:lnTo>
                <a:lnTo>
                  <a:pt x="58883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isible source SEC-093 inset-1 region 39">
            <a:extLst xmlns:a="http://schemas.openxmlformats.org/drawingml/2006/main">
              <a:ext uri="{FF2B5EF4-FFF2-40B4-BE49-F238E27FC236}">
                <a16:creationId xmlns:a16="http://schemas.microsoft.com/office/drawing/2014/main" id="{0B29AF68-8234-4696-AB48-99A17A53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277" y="1128750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isible source SEC-093 inset-1 region 40">
            <a:extLst xmlns:a="http://schemas.openxmlformats.org/drawingml/2006/main">
              <a:ext uri="{FF2B5EF4-FFF2-40B4-BE49-F238E27FC236}">
                <a16:creationId xmlns:a16="http://schemas.microsoft.com/office/drawing/2014/main" id="{9EC71224-369E-4CB0-B211-73101F2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484" y="1635796"/>
            <a:ext cx="85053" cy="85053"/>
          </a:xfrm>
          <a:custGeom xmlns:a="http://schemas.openxmlformats.org/drawingml/2006/main">
            <a:pathLst>
              <a:path w="85053" h="85053">
                <a:moveTo>
                  <a:pt x="16356" y="26170"/>
                </a:moveTo>
                <a:lnTo>
                  <a:pt x="13085" y="26170"/>
                </a:lnTo>
                <a:lnTo>
                  <a:pt x="13085" y="16356"/>
                </a:lnTo>
                <a:lnTo>
                  <a:pt x="16356" y="16356"/>
                </a:lnTo>
                <a:lnTo>
                  <a:pt x="16356" y="9814"/>
                </a:lnTo>
                <a:lnTo>
                  <a:pt x="19628" y="9814"/>
                </a:lnTo>
                <a:lnTo>
                  <a:pt x="19628" y="6543"/>
                </a:lnTo>
                <a:lnTo>
                  <a:pt x="22899" y="6543"/>
                </a:lnTo>
                <a:lnTo>
                  <a:pt x="22899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5798"/>
                </a:lnTo>
                <a:lnTo>
                  <a:pt x="42526" y="45798"/>
                </a:lnTo>
                <a:lnTo>
                  <a:pt x="42526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5239"/>
                </a:lnTo>
                <a:lnTo>
                  <a:pt x="78510" y="75239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45798" y="81782"/>
                </a:lnTo>
                <a:lnTo>
                  <a:pt x="45798" y="78510"/>
                </a:lnTo>
                <a:lnTo>
                  <a:pt x="42526" y="78510"/>
                </a:lnTo>
                <a:lnTo>
                  <a:pt x="42526" y="75239"/>
                </a:lnTo>
                <a:lnTo>
                  <a:pt x="39255" y="75239"/>
                </a:lnTo>
                <a:lnTo>
                  <a:pt x="39255" y="68697"/>
                </a:lnTo>
                <a:lnTo>
                  <a:pt x="35984" y="68697"/>
                </a:lnTo>
                <a:lnTo>
                  <a:pt x="35984" y="65425"/>
                </a:lnTo>
                <a:lnTo>
                  <a:pt x="32713" y="65425"/>
                </a:lnTo>
                <a:lnTo>
                  <a:pt x="32713" y="68697"/>
                </a:lnTo>
                <a:lnTo>
                  <a:pt x="26170" y="68697"/>
                </a:lnTo>
                <a:lnTo>
                  <a:pt x="26170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isible source SEC-093 inset-1 region 41">
            <a:extLst xmlns:a="http://schemas.openxmlformats.org/drawingml/2006/main">
              <a:ext uri="{FF2B5EF4-FFF2-40B4-BE49-F238E27FC236}">
                <a16:creationId xmlns:a16="http://schemas.microsoft.com/office/drawing/2014/main" id="{E118CCB4-A376-4AD7-B505-325C9088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229" y="164888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isible source SEC-093 inset-1 region 42">
            <a:extLst xmlns:a="http://schemas.openxmlformats.org/drawingml/2006/main">
              <a:ext uri="{FF2B5EF4-FFF2-40B4-BE49-F238E27FC236}">
                <a16:creationId xmlns:a16="http://schemas.microsoft.com/office/drawing/2014/main" id="{E361301B-A825-4DB5-9183-BC433711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718" y="1675052"/>
            <a:ext cx="45798" cy="81782"/>
          </a:xfrm>
          <a:custGeom xmlns:a="http://schemas.openxmlformats.org/drawingml/2006/main">
            <a:pathLst>
              <a:path w="45798" h="81782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35984" y="42526"/>
                </a:lnTo>
                <a:lnTo>
                  <a:pt x="35984" y="45798"/>
                </a:lnTo>
                <a:lnTo>
                  <a:pt x="39255" y="45798"/>
                </a:lnTo>
                <a:lnTo>
                  <a:pt x="39255" y="49069"/>
                </a:lnTo>
                <a:lnTo>
                  <a:pt x="42526" y="49069"/>
                </a:lnTo>
                <a:lnTo>
                  <a:pt x="42526" y="55612"/>
                </a:lnTo>
                <a:lnTo>
                  <a:pt x="45798" y="55612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71968"/>
                </a:lnTo>
                <a:lnTo>
                  <a:pt x="39255" y="71968"/>
                </a:lnTo>
                <a:lnTo>
                  <a:pt x="39255" y="75239"/>
                </a:lnTo>
                <a:lnTo>
                  <a:pt x="35984" y="75239"/>
                </a:lnTo>
                <a:lnTo>
                  <a:pt x="35984" y="78510"/>
                </a:lnTo>
                <a:lnTo>
                  <a:pt x="29441" y="78510"/>
                </a:lnTo>
                <a:lnTo>
                  <a:pt x="29441" y="81782"/>
                </a:lnTo>
                <a:lnTo>
                  <a:pt x="19628" y="81782"/>
                </a:lnTo>
                <a:lnTo>
                  <a:pt x="19628" y="78510"/>
                </a:lnTo>
                <a:lnTo>
                  <a:pt x="13085" y="78510"/>
                </a:lnTo>
                <a:lnTo>
                  <a:pt x="13085" y="75239"/>
                </a:lnTo>
                <a:lnTo>
                  <a:pt x="9814" y="75239"/>
                </a:lnTo>
                <a:lnTo>
                  <a:pt x="9814" y="71968"/>
                </a:lnTo>
                <a:lnTo>
                  <a:pt x="6543" y="71968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isible source SEC-093 inset-1 region 43">
            <a:extLst xmlns:a="http://schemas.openxmlformats.org/drawingml/2006/main">
              <a:ext uri="{FF2B5EF4-FFF2-40B4-BE49-F238E27FC236}">
                <a16:creationId xmlns:a16="http://schemas.microsoft.com/office/drawing/2014/main" id="{D4951D71-4DA9-46EC-A3CD-7B7F2058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378" y="1743748"/>
            <a:ext cx="68697" cy="68697"/>
          </a:xfrm>
          <a:custGeom xmlns:a="http://schemas.openxmlformats.org/drawingml/2006/main">
            <a:pathLst>
              <a:path w="68697" h="68697">
                <a:moveTo>
                  <a:pt x="35984" y="3271"/>
                </a:move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5798" y="42526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58883"/>
                </a:lnTo>
                <a:lnTo>
                  <a:pt x="39255" y="58883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65425"/>
                </a:lnTo>
                <a:lnTo>
                  <a:pt x="29441" y="65425"/>
                </a:lnTo>
                <a:lnTo>
                  <a:pt x="29441" y="68697"/>
                </a:lnTo>
                <a:lnTo>
                  <a:pt x="19628" y="68697"/>
                </a:lnTo>
                <a:lnTo>
                  <a:pt x="19628" y="65425"/>
                </a:lnTo>
                <a:lnTo>
                  <a:pt x="13085" y="65425"/>
                </a:lnTo>
                <a:lnTo>
                  <a:pt x="13085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isible source SEC-093 inset-1 region 44">
            <a:extLst xmlns:a="http://schemas.openxmlformats.org/drawingml/2006/main">
              <a:ext uri="{FF2B5EF4-FFF2-40B4-BE49-F238E27FC236}">
                <a16:creationId xmlns:a16="http://schemas.microsoft.com/office/drawing/2014/main" id="{5B36B71F-4053-4201-A3CB-694C2ED5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516" y="1845157"/>
            <a:ext cx="71968" cy="55612"/>
          </a:xfrm>
          <a:custGeom xmlns:a="http://schemas.openxmlformats.org/drawingml/2006/main">
            <a:pathLst>
              <a:path w="71968" h="55612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52340" y="42526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52340"/>
                </a:lnTo>
                <a:lnTo>
                  <a:pt x="39255" y="52340"/>
                </a:lnTo>
                <a:lnTo>
                  <a:pt x="39255" y="55612"/>
                </a:lnTo>
                <a:lnTo>
                  <a:pt x="29441" y="55612"/>
                </a:lnTo>
                <a:lnTo>
                  <a:pt x="29441" y="52340"/>
                </a:lnTo>
                <a:lnTo>
                  <a:pt x="22899" y="52340"/>
                </a:lnTo>
                <a:lnTo>
                  <a:pt x="22899" y="49069"/>
                </a:lnTo>
                <a:lnTo>
                  <a:pt x="19628" y="49069"/>
                </a:lnTo>
                <a:lnTo>
                  <a:pt x="19628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isible source SEC-093 inset-1 region 45">
            <a:extLst xmlns:a="http://schemas.openxmlformats.org/drawingml/2006/main">
              <a:ext uri="{FF2B5EF4-FFF2-40B4-BE49-F238E27FC236}">
                <a16:creationId xmlns:a16="http://schemas.microsoft.com/office/drawing/2014/main" id="{298B6B0D-CDAD-49FF-B4E2-FC8E234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9" y="1864785"/>
            <a:ext cx="107952" cy="85053"/>
          </a:xfrm>
          <a:custGeom xmlns:a="http://schemas.openxmlformats.org/drawingml/2006/main">
            <a:pathLst>
              <a:path w="107952" h="85053">
                <a:moveTo>
                  <a:pt x="9814" y="16356"/>
                </a:moveTo>
                <a:lnTo>
                  <a:pt x="16356" y="16356"/>
                </a:lnTo>
                <a:lnTo>
                  <a:pt x="16356" y="13085"/>
                </a:lnTo>
                <a:lnTo>
                  <a:pt x="35984" y="13085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91595" y="42526"/>
                </a:lnTo>
                <a:lnTo>
                  <a:pt x="91595" y="45798"/>
                </a:lnTo>
                <a:lnTo>
                  <a:pt x="98138" y="45798"/>
                </a:lnTo>
                <a:lnTo>
                  <a:pt x="98138" y="49069"/>
                </a:lnTo>
                <a:lnTo>
                  <a:pt x="101409" y="49069"/>
                </a:lnTo>
                <a:lnTo>
                  <a:pt x="101409" y="52340"/>
                </a:lnTo>
                <a:lnTo>
                  <a:pt x="104681" y="52340"/>
                </a:lnTo>
                <a:lnTo>
                  <a:pt x="104681" y="58883"/>
                </a:lnTo>
                <a:lnTo>
                  <a:pt x="107952" y="58883"/>
                </a:lnTo>
                <a:lnTo>
                  <a:pt x="107952" y="68697"/>
                </a:lnTo>
                <a:lnTo>
                  <a:pt x="104681" y="68697"/>
                </a:lnTo>
                <a:lnTo>
                  <a:pt x="104681" y="75239"/>
                </a:lnTo>
                <a:lnTo>
                  <a:pt x="101409" y="75239"/>
                </a:lnTo>
                <a:lnTo>
                  <a:pt x="101409" y="78510"/>
                </a:lnTo>
                <a:lnTo>
                  <a:pt x="98138" y="78510"/>
                </a:lnTo>
                <a:lnTo>
                  <a:pt x="98138" y="81782"/>
                </a:lnTo>
                <a:lnTo>
                  <a:pt x="91595" y="81782"/>
                </a:lnTo>
                <a:lnTo>
                  <a:pt x="91595" y="85053"/>
                </a:lnTo>
                <a:lnTo>
                  <a:pt x="81782" y="85053"/>
                </a:lnTo>
                <a:lnTo>
                  <a:pt x="81782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49069" y="85053"/>
                </a:lnTo>
                <a:lnTo>
                  <a:pt x="49069" y="81782"/>
                </a:lnTo>
                <a:lnTo>
                  <a:pt x="42526" y="81782"/>
                </a:lnTo>
                <a:lnTo>
                  <a:pt x="42526" y="78510"/>
                </a:lnTo>
                <a:lnTo>
                  <a:pt x="39255" y="78510"/>
                </a:lnTo>
                <a:lnTo>
                  <a:pt x="39255" y="75239"/>
                </a:lnTo>
                <a:lnTo>
                  <a:pt x="35984" y="75239"/>
                </a:lnTo>
                <a:lnTo>
                  <a:pt x="35984" y="68697"/>
                </a:lnTo>
                <a:lnTo>
                  <a:pt x="32713" y="68697"/>
                </a:lnTo>
                <a:lnTo>
                  <a:pt x="32713" y="58883"/>
                </a:lnTo>
                <a:lnTo>
                  <a:pt x="35984" y="58883"/>
                </a:lnTo>
                <a:lnTo>
                  <a:pt x="35984" y="52340"/>
                </a:lnTo>
                <a:lnTo>
                  <a:pt x="32713" y="52340"/>
                </a:lnTo>
                <a:lnTo>
                  <a:pt x="32713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close/>
                <a:moveTo>
                  <a:pt x="58883" y="39255"/>
                </a:moveTo>
                <a:lnTo>
                  <a:pt x="58883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81782" y="45798"/>
                </a:lnTo>
                <a:lnTo>
                  <a:pt x="81782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close/>
                <a:moveTo>
                  <a:pt x="49069" y="45798"/>
                </a:moveTo>
                <a:lnTo>
                  <a:pt x="49069" y="42526"/>
                </a:lnTo>
                <a:lnTo>
                  <a:pt x="45798" y="42526"/>
                </a:lnTo>
                <a:lnTo>
                  <a:pt x="45798" y="45798"/>
                </a:lnTo>
                <a:lnTo>
                  <a:pt x="49069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isible source SEC-093 inset-1 region 46">
            <a:extLst xmlns:a="http://schemas.openxmlformats.org/drawingml/2006/main">
              <a:ext uri="{FF2B5EF4-FFF2-40B4-BE49-F238E27FC236}">
                <a16:creationId xmlns:a16="http://schemas.microsoft.com/office/drawing/2014/main" id="{4BE3B766-46A5-4B7B-8974-27E9C9D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60" y="1894226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isible source SEC-093 inset-1 region 47">
            <a:extLst xmlns:a="http://schemas.openxmlformats.org/drawingml/2006/main">
              <a:ext uri="{FF2B5EF4-FFF2-40B4-BE49-F238E27FC236}">
                <a16:creationId xmlns:a16="http://schemas.microsoft.com/office/drawing/2014/main" id="{1429CF2B-7FF5-434D-A506-41C19C8B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649" y="1936753"/>
            <a:ext cx="107952" cy="81782"/>
          </a:xfrm>
          <a:custGeom xmlns:a="http://schemas.openxmlformats.org/drawingml/2006/main">
            <a:pathLst>
              <a:path w="107952" h="81782">
                <a:moveTo>
                  <a:pt x="49069" y="16356"/>
                </a:moveTo>
                <a:lnTo>
                  <a:pt x="55612" y="16356"/>
                </a:lnTo>
                <a:lnTo>
                  <a:pt x="55612" y="19628"/>
                </a:lnTo>
                <a:lnTo>
                  <a:pt x="58883" y="19628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9814"/>
                </a:lnTo>
                <a:lnTo>
                  <a:pt x="104681" y="9814"/>
                </a:lnTo>
                <a:lnTo>
                  <a:pt x="104681" y="16356"/>
                </a:lnTo>
                <a:lnTo>
                  <a:pt x="107952" y="16356"/>
                </a:lnTo>
                <a:lnTo>
                  <a:pt x="107952" y="26170"/>
                </a:lnTo>
                <a:lnTo>
                  <a:pt x="104681" y="26170"/>
                </a:lnTo>
                <a:lnTo>
                  <a:pt x="104681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98138" y="35984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1968" y="45798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55612"/>
                </a:lnTo>
                <a:lnTo>
                  <a:pt x="78510" y="55612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68697" y="75239"/>
                </a:lnTo>
                <a:lnTo>
                  <a:pt x="68697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45798" y="81782"/>
                </a:lnTo>
                <a:lnTo>
                  <a:pt x="45798" y="78510"/>
                </a:lnTo>
                <a:lnTo>
                  <a:pt x="42526" y="78510"/>
                </a:lnTo>
                <a:lnTo>
                  <a:pt x="42526" y="81782"/>
                </a:lnTo>
                <a:lnTo>
                  <a:pt x="29441" y="81782"/>
                </a:lnTo>
                <a:lnTo>
                  <a:pt x="29441" y="78510"/>
                </a:lnTo>
                <a:lnTo>
                  <a:pt x="22899" y="78510"/>
                </a:lnTo>
                <a:lnTo>
                  <a:pt x="22899" y="75239"/>
                </a:lnTo>
                <a:lnTo>
                  <a:pt x="19628" y="75239"/>
                </a:lnTo>
                <a:lnTo>
                  <a:pt x="19628" y="71968"/>
                </a:lnTo>
                <a:lnTo>
                  <a:pt x="16356" y="71968"/>
                </a:lnTo>
                <a:lnTo>
                  <a:pt x="16356" y="65425"/>
                </a:lnTo>
                <a:lnTo>
                  <a:pt x="13085" y="65425"/>
                </a:lnTo>
                <a:lnTo>
                  <a:pt x="13085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26170" y="13085"/>
                </a:lnTo>
                <a:lnTo>
                  <a:pt x="26170" y="16356"/>
                </a:lnTo>
                <a:lnTo>
                  <a:pt x="39255" y="16356"/>
                </a:lnTo>
                <a:lnTo>
                  <a:pt x="39255" y="13085"/>
                </a:lnTo>
                <a:lnTo>
                  <a:pt x="49069" y="13085"/>
                </a:lnTo>
                <a:lnTo>
                  <a:pt x="49069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isible source SEC-093 inset-1 region 48">
            <a:extLst xmlns:a="http://schemas.openxmlformats.org/drawingml/2006/main">
              <a:ext uri="{FF2B5EF4-FFF2-40B4-BE49-F238E27FC236}">
                <a16:creationId xmlns:a16="http://schemas.microsoft.com/office/drawing/2014/main" id="{9887C112-37B4-451B-A6AC-8E68E41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771" y="1998907"/>
            <a:ext cx="75239" cy="42526"/>
          </a:xfrm>
          <a:custGeom xmlns:a="http://schemas.openxmlformats.org/drawingml/2006/main">
            <a:pathLst>
              <a:path w="7523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isible source SEC-093 inset-1 region 49">
            <a:extLst xmlns:a="http://schemas.openxmlformats.org/drawingml/2006/main">
              <a:ext uri="{FF2B5EF4-FFF2-40B4-BE49-F238E27FC236}">
                <a16:creationId xmlns:a16="http://schemas.microsoft.com/office/drawing/2014/main" id="{500E378C-9D8A-4768-A31D-467978F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45" y="2051247"/>
            <a:ext cx="258430" cy="202818"/>
          </a:xfrm>
          <a:custGeom xmlns:a="http://schemas.openxmlformats.org/drawingml/2006/main">
            <a:pathLst>
              <a:path w="258430" h="20281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78510" y="42526"/>
                </a:lnTo>
                <a:lnTo>
                  <a:pt x="78510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30851" y="45798"/>
                </a:lnTo>
                <a:lnTo>
                  <a:pt x="130851" y="49069"/>
                </a:lnTo>
                <a:lnTo>
                  <a:pt x="134122" y="49069"/>
                </a:lnTo>
                <a:lnTo>
                  <a:pt x="134122" y="45798"/>
                </a:lnTo>
                <a:lnTo>
                  <a:pt x="143936" y="45798"/>
                </a:lnTo>
                <a:lnTo>
                  <a:pt x="143936" y="49069"/>
                </a:lnTo>
                <a:lnTo>
                  <a:pt x="150478" y="49069"/>
                </a:lnTo>
                <a:lnTo>
                  <a:pt x="150478" y="52340"/>
                </a:lnTo>
                <a:lnTo>
                  <a:pt x="153750" y="52340"/>
                </a:lnTo>
                <a:lnTo>
                  <a:pt x="153750" y="55612"/>
                </a:lnTo>
                <a:lnTo>
                  <a:pt x="157021" y="55612"/>
                </a:lnTo>
                <a:lnTo>
                  <a:pt x="157021" y="62154"/>
                </a:lnTo>
                <a:lnTo>
                  <a:pt x="160292" y="62154"/>
                </a:lnTo>
                <a:lnTo>
                  <a:pt x="160292" y="71968"/>
                </a:lnTo>
                <a:lnTo>
                  <a:pt x="157021" y="71968"/>
                </a:lnTo>
                <a:lnTo>
                  <a:pt x="157021" y="78510"/>
                </a:lnTo>
                <a:lnTo>
                  <a:pt x="153750" y="78510"/>
                </a:lnTo>
                <a:lnTo>
                  <a:pt x="153750" y="81782"/>
                </a:lnTo>
                <a:lnTo>
                  <a:pt x="150478" y="81782"/>
                </a:lnTo>
                <a:lnTo>
                  <a:pt x="150478" y="85053"/>
                </a:lnTo>
                <a:lnTo>
                  <a:pt x="143936" y="85053"/>
                </a:lnTo>
                <a:lnTo>
                  <a:pt x="143936" y="88324"/>
                </a:lnTo>
                <a:lnTo>
                  <a:pt x="147207" y="88324"/>
                </a:lnTo>
                <a:lnTo>
                  <a:pt x="147207" y="91595"/>
                </a:lnTo>
                <a:lnTo>
                  <a:pt x="153750" y="91595"/>
                </a:lnTo>
                <a:lnTo>
                  <a:pt x="153750" y="94867"/>
                </a:lnTo>
                <a:lnTo>
                  <a:pt x="157021" y="94867"/>
                </a:lnTo>
                <a:lnTo>
                  <a:pt x="157021" y="98138"/>
                </a:lnTo>
                <a:lnTo>
                  <a:pt x="160292" y="98138"/>
                </a:lnTo>
                <a:lnTo>
                  <a:pt x="160292" y="104681"/>
                </a:lnTo>
                <a:lnTo>
                  <a:pt x="189733" y="104681"/>
                </a:lnTo>
                <a:lnTo>
                  <a:pt x="189733" y="107952"/>
                </a:lnTo>
                <a:lnTo>
                  <a:pt x="193005" y="107952"/>
                </a:lnTo>
                <a:lnTo>
                  <a:pt x="193005" y="111223"/>
                </a:lnTo>
                <a:lnTo>
                  <a:pt x="196276" y="111223"/>
                </a:lnTo>
                <a:lnTo>
                  <a:pt x="196276" y="114494"/>
                </a:lnTo>
                <a:lnTo>
                  <a:pt x="199547" y="114494"/>
                </a:lnTo>
                <a:lnTo>
                  <a:pt x="199547" y="117766"/>
                </a:lnTo>
                <a:lnTo>
                  <a:pt x="202818" y="117766"/>
                </a:lnTo>
                <a:lnTo>
                  <a:pt x="202818" y="134122"/>
                </a:lnTo>
                <a:lnTo>
                  <a:pt x="199547" y="134122"/>
                </a:lnTo>
                <a:lnTo>
                  <a:pt x="199547" y="137393"/>
                </a:lnTo>
                <a:lnTo>
                  <a:pt x="202818" y="137393"/>
                </a:lnTo>
                <a:lnTo>
                  <a:pt x="202818" y="140664"/>
                </a:lnTo>
                <a:lnTo>
                  <a:pt x="206090" y="140664"/>
                </a:lnTo>
                <a:lnTo>
                  <a:pt x="206090" y="157021"/>
                </a:lnTo>
                <a:lnTo>
                  <a:pt x="202818" y="157021"/>
                </a:lnTo>
                <a:lnTo>
                  <a:pt x="202818" y="160292"/>
                </a:lnTo>
                <a:lnTo>
                  <a:pt x="242074" y="160292"/>
                </a:lnTo>
                <a:lnTo>
                  <a:pt x="242074" y="163563"/>
                </a:lnTo>
                <a:lnTo>
                  <a:pt x="248616" y="163563"/>
                </a:lnTo>
                <a:lnTo>
                  <a:pt x="248616" y="166835"/>
                </a:lnTo>
                <a:lnTo>
                  <a:pt x="251887" y="166835"/>
                </a:lnTo>
                <a:lnTo>
                  <a:pt x="251887" y="170106"/>
                </a:lnTo>
                <a:lnTo>
                  <a:pt x="255159" y="170106"/>
                </a:lnTo>
                <a:lnTo>
                  <a:pt x="255159" y="176648"/>
                </a:lnTo>
                <a:lnTo>
                  <a:pt x="258430" y="176648"/>
                </a:lnTo>
                <a:lnTo>
                  <a:pt x="258430" y="186462"/>
                </a:lnTo>
                <a:lnTo>
                  <a:pt x="255159" y="186462"/>
                </a:lnTo>
                <a:lnTo>
                  <a:pt x="255159" y="193005"/>
                </a:lnTo>
                <a:lnTo>
                  <a:pt x="251887" y="193005"/>
                </a:lnTo>
                <a:lnTo>
                  <a:pt x="251887" y="196276"/>
                </a:lnTo>
                <a:lnTo>
                  <a:pt x="248616" y="196276"/>
                </a:lnTo>
                <a:lnTo>
                  <a:pt x="248616" y="199547"/>
                </a:lnTo>
                <a:lnTo>
                  <a:pt x="242074" y="199547"/>
                </a:lnTo>
                <a:lnTo>
                  <a:pt x="242074" y="202818"/>
                </a:lnTo>
                <a:lnTo>
                  <a:pt x="189733" y="202818"/>
                </a:lnTo>
                <a:lnTo>
                  <a:pt x="189733" y="199547"/>
                </a:lnTo>
                <a:lnTo>
                  <a:pt x="183191" y="199547"/>
                </a:lnTo>
                <a:lnTo>
                  <a:pt x="183191" y="196276"/>
                </a:lnTo>
                <a:lnTo>
                  <a:pt x="179920" y="196276"/>
                </a:lnTo>
                <a:lnTo>
                  <a:pt x="179920" y="193005"/>
                </a:lnTo>
                <a:lnTo>
                  <a:pt x="176648" y="193005"/>
                </a:lnTo>
                <a:lnTo>
                  <a:pt x="176648" y="186462"/>
                </a:lnTo>
                <a:lnTo>
                  <a:pt x="173377" y="186462"/>
                </a:lnTo>
                <a:lnTo>
                  <a:pt x="173377" y="176648"/>
                </a:lnTo>
                <a:lnTo>
                  <a:pt x="176648" y="176648"/>
                </a:lnTo>
                <a:lnTo>
                  <a:pt x="176648" y="170106"/>
                </a:lnTo>
                <a:lnTo>
                  <a:pt x="147207" y="170106"/>
                </a:lnTo>
                <a:lnTo>
                  <a:pt x="147207" y="166835"/>
                </a:lnTo>
                <a:lnTo>
                  <a:pt x="140664" y="166835"/>
                </a:lnTo>
                <a:lnTo>
                  <a:pt x="140664" y="163563"/>
                </a:lnTo>
                <a:lnTo>
                  <a:pt x="137393" y="163563"/>
                </a:lnTo>
                <a:lnTo>
                  <a:pt x="137393" y="160292"/>
                </a:lnTo>
                <a:lnTo>
                  <a:pt x="134122" y="160292"/>
                </a:lnTo>
                <a:lnTo>
                  <a:pt x="134122" y="153750"/>
                </a:lnTo>
                <a:lnTo>
                  <a:pt x="130851" y="153750"/>
                </a:lnTo>
                <a:lnTo>
                  <a:pt x="130851" y="143936"/>
                </a:lnTo>
                <a:lnTo>
                  <a:pt x="134122" y="143936"/>
                </a:lnTo>
                <a:lnTo>
                  <a:pt x="134122" y="137393"/>
                </a:lnTo>
                <a:lnTo>
                  <a:pt x="137393" y="137393"/>
                </a:lnTo>
                <a:lnTo>
                  <a:pt x="137393" y="134122"/>
                </a:lnTo>
                <a:lnTo>
                  <a:pt x="140664" y="134122"/>
                </a:lnTo>
                <a:lnTo>
                  <a:pt x="140664" y="130851"/>
                </a:lnTo>
                <a:lnTo>
                  <a:pt x="117766" y="130851"/>
                </a:lnTo>
                <a:lnTo>
                  <a:pt x="117766" y="127579"/>
                </a:lnTo>
                <a:lnTo>
                  <a:pt x="111223" y="127579"/>
                </a:lnTo>
                <a:lnTo>
                  <a:pt x="111223" y="124308"/>
                </a:lnTo>
                <a:lnTo>
                  <a:pt x="107952" y="124308"/>
                </a:lnTo>
                <a:lnTo>
                  <a:pt x="107952" y="121037"/>
                </a:lnTo>
                <a:lnTo>
                  <a:pt x="104681" y="121037"/>
                </a:lnTo>
                <a:lnTo>
                  <a:pt x="104681" y="114494"/>
                </a:lnTo>
                <a:lnTo>
                  <a:pt x="101409" y="114494"/>
                </a:lnTo>
                <a:lnTo>
                  <a:pt x="101409" y="104681"/>
                </a:lnTo>
                <a:lnTo>
                  <a:pt x="104681" y="104681"/>
                </a:lnTo>
                <a:lnTo>
                  <a:pt x="104681" y="98138"/>
                </a:lnTo>
                <a:lnTo>
                  <a:pt x="107952" y="98138"/>
                </a:lnTo>
                <a:lnTo>
                  <a:pt x="107952" y="94867"/>
                </a:lnTo>
                <a:lnTo>
                  <a:pt x="111223" y="94867"/>
                </a:lnTo>
                <a:lnTo>
                  <a:pt x="111223" y="91595"/>
                </a:lnTo>
                <a:lnTo>
                  <a:pt x="117766" y="91595"/>
                </a:lnTo>
                <a:lnTo>
                  <a:pt x="117766" y="88324"/>
                </a:lnTo>
                <a:lnTo>
                  <a:pt x="98138" y="88324"/>
                </a:lnTo>
                <a:lnTo>
                  <a:pt x="98138" y="85053"/>
                </a:lnTo>
                <a:lnTo>
                  <a:pt x="94867" y="85053"/>
                </a:lnTo>
                <a:lnTo>
                  <a:pt x="94867" y="81782"/>
                </a:lnTo>
                <a:lnTo>
                  <a:pt x="78510" y="81782"/>
                </a:lnTo>
                <a:lnTo>
                  <a:pt x="78510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62154" y="81782"/>
                </a:lnTo>
                <a:lnTo>
                  <a:pt x="62154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49069" y="71968"/>
                </a:lnTo>
                <a:lnTo>
                  <a:pt x="49069" y="65425"/>
                </a:lnTo>
                <a:lnTo>
                  <a:pt x="45798" y="65425"/>
                </a:lnTo>
                <a:lnTo>
                  <a:pt x="45798" y="52340"/>
                </a:lnTo>
                <a:lnTo>
                  <a:pt x="32713" y="52340"/>
                </a:lnTo>
                <a:lnTo>
                  <a:pt x="32713" y="55612"/>
                </a:lnTo>
                <a:lnTo>
                  <a:pt x="22899" y="55612"/>
                </a:lnTo>
                <a:lnTo>
                  <a:pt x="22899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9814" y="45798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isible source SEC-093 inset-1 region 50">
            <a:extLst xmlns:a="http://schemas.openxmlformats.org/drawingml/2006/main">
              <a:ext uri="{FF2B5EF4-FFF2-40B4-BE49-F238E27FC236}">
                <a16:creationId xmlns:a16="http://schemas.microsoft.com/office/drawing/2014/main" id="{DF9C9D4A-373F-465A-98C9-04ABF888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771" y="2211539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isible source SEC-093 inset-1 region 51">
            <a:extLst xmlns:a="http://schemas.openxmlformats.org/drawingml/2006/main">
              <a:ext uri="{FF2B5EF4-FFF2-40B4-BE49-F238E27FC236}">
                <a16:creationId xmlns:a16="http://schemas.microsoft.com/office/drawing/2014/main" id="{0FA0D64C-BBD5-481F-A42E-1F118E8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02" y="2260608"/>
            <a:ext cx="258430" cy="206090"/>
          </a:xfrm>
          <a:custGeom xmlns:a="http://schemas.openxmlformats.org/drawingml/2006/main">
            <a:pathLst>
              <a:path w="258430" h="206090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19628"/>
                </a:lnTo>
                <a:lnTo>
                  <a:pt x="78510" y="19628"/>
                </a:lnTo>
                <a:lnTo>
                  <a:pt x="78510" y="22899"/>
                </a:lnTo>
                <a:lnTo>
                  <a:pt x="81782" y="22899"/>
                </a:lnTo>
                <a:lnTo>
                  <a:pt x="81782" y="29441"/>
                </a:lnTo>
                <a:lnTo>
                  <a:pt x="85053" y="29441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14494" y="45798"/>
                </a:lnTo>
                <a:lnTo>
                  <a:pt x="114494" y="49069"/>
                </a:lnTo>
                <a:lnTo>
                  <a:pt x="117766" y="49069"/>
                </a:lnTo>
                <a:lnTo>
                  <a:pt x="117766" y="55612"/>
                </a:lnTo>
                <a:lnTo>
                  <a:pt x="121037" y="55612"/>
                </a:lnTo>
                <a:lnTo>
                  <a:pt x="121037" y="65425"/>
                </a:lnTo>
                <a:lnTo>
                  <a:pt x="163563" y="65425"/>
                </a:lnTo>
                <a:lnTo>
                  <a:pt x="163563" y="68697"/>
                </a:lnTo>
                <a:lnTo>
                  <a:pt x="170106" y="68697"/>
                </a:lnTo>
                <a:lnTo>
                  <a:pt x="170106" y="71968"/>
                </a:lnTo>
                <a:lnTo>
                  <a:pt x="173377" y="71968"/>
                </a:lnTo>
                <a:lnTo>
                  <a:pt x="173377" y="78510"/>
                </a:lnTo>
                <a:lnTo>
                  <a:pt x="176648" y="78510"/>
                </a:lnTo>
                <a:lnTo>
                  <a:pt x="176648" y="94867"/>
                </a:lnTo>
                <a:lnTo>
                  <a:pt x="173377" y="94867"/>
                </a:lnTo>
                <a:lnTo>
                  <a:pt x="173377" y="98138"/>
                </a:lnTo>
                <a:lnTo>
                  <a:pt x="202818" y="98138"/>
                </a:lnTo>
                <a:lnTo>
                  <a:pt x="202818" y="101409"/>
                </a:lnTo>
                <a:lnTo>
                  <a:pt x="209361" y="101409"/>
                </a:lnTo>
                <a:lnTo>
                  <a:pt x="209361" y="104681"/>
                </a:lnTo>
                <a:lnTo>
                  <a:pt x="212632" y="104681"/>
                </a:lnTo>
                <a:lnTo>
                  <a:pt x="212632" y="107952"/>
                </a:lnTo>
                <a:lnTo>
                  <a:pt x="215904" y="107952"/>
                </a:lnTo>
                <a:lnTo>
                  <a:pt x="215904" y="114494"/>
                </a:lnTo>
                <a:lnTo>
                  <a:pt x="219175" y="114494"/>
                </a:lnTo>
                <a:lnTo>
                  <a:pt x="219175" y="124308"/>
                </a:lnTo>
                <a:lnTo>
                  <a:pt x="215904" y="124308"/>
                </a:lnTo>
                <a:lnTo>
                  <a:pt x="215904" y="137393"/>
                </a:lnTo>
                <a:lnTo>
                  <a:pt x="219175" y="137393"/>
                </a:lnTo>
                <a:lnTo>
                  <a:pt x="219175" y="153750"/>
                </a:lnTo>
                <a:lnTo>
                  <a:pt x="215904" y="153750"/>
                </a:lnTo>
                <a:lnTo>
                  <a:pt x="215904" y="160292"/>
                </a:lnTo>
                <a:lnTo>
                  <a:pt x="212632" y="160292"/>
                </a:lnTo>
                <a:lnTo>
                  <a:pt x="212632" y="163563"/>
                </a:lnTo>
                <a:lnTo>
                  <a:pt x="245345" y="163563"/>
                </a:lnTo>
                <a:lnTo>
                  <a:pt x="245345" y="166835"/>
                </a:lnTo>
                <a:lnTo>
                  <a:pt x="248616" y="166835"/>
                </a:lnTo>
                <a:lnTo>
                  <a:pt x="248616" y="170106"/>
                </a:lnTo>
                <a:lnTo>
                  <a:pt x="251887" y="170106"/>
                </a:lnTo>
                <a:lnTo>
                  <a:pt x="251887" y="173377"/>
                </a:lnTo>
                <a:lnTo>
                  <a:pt x="255159" y="173377"/>
                </a:lnTo>
                <a:lnTo>
                  <a:pt x="255159" y="176648"/>
                </a:lnTo>
                <a:lnTo>
                  <a:pt x="258430" y="176648"/>
                </a:lnTo>
                <a:lnTo>
                  <a:pt x="258430" y="193005"/>
                </a:lnTo>
                <a:lnTo>
                  <a:pt x="255159" y="193005"/>
                </a:lnTo>
                <a:lnTo>
                  <a:pt x="255159" y="196276"/>
                </a:lnTo>
                <a:lnTo>
                  <a:pt x="251887" y="196276"/>
                </a:lnTo>
                <a:lnTo>
                  <a:pt x="251887" y="199547"/>
                </a:lnTo>
                <a:lnTo>
                  <a:pt x="248616" y="199547"/>
                </a:lnTo>
                <a:lnTo>
                  <a:pt x="248616" y="202818"/>
                </a:lnTo>
                <a:lnTo>
                  <a:pt x="242074" y="202818"/>
                </a:lnTo>
                <a:lnTo>
                  <a:pt x="242074" y="206090"/>
                </a:lnTo>
                <a:lnTo>
                  <a:pt x="199547" y="206090"/>
                </a:lnTo>
                <a:lnTo>
                  <a:pt x="199547" y="202818"/>
                </a:lnTo>
                <a:lnTo>
                  <a:pt x="193005" y="202818"/>
                </a:lnTo>
                <a:lnTo>
                  <a:pt x="193005" y="199547"/>
                </a:lnTo>
                <a:lnTo>
                  <a:pt x="189733" y="199547"/>
                </a:lnTo>
                <a:lnTo>
                  <a:pt x="189733" y="196276"/>
                </a:lnTo>
                <a:lnTo>
                  <a:pt x="186462" y="196276"/>
                </a:lnTo>
                <a:lnTo>
                  <a:pt x="186462" y="189733"/>
                </a:lnTo>
                <a:lnTo>
                  <a:pt x="183191" y="189733"/>
                </a:lnTo>
                <a:lnTo>
                  <a:pt x="183191" y="179920"/>
                </a:lnTo>
                <a:lnTo>
                  <a:pt x="186462" y="179920"/>
                </a:lnTo>
                <a:lnTo>
                  <a:pt x="186462" y="173377"/>
                </a:lnTo>
                <a:lnTo>
                  <a:pt x="189733" y="173377"/>
                </a:lnTo>
                <a:lnTo>
                  <a:pt x="189733" y="170106"/>
                </a:lnTo>
                <a:lnTo>
                  <a:pt x="193005" y="170106"/>
                </a:lnTo>
                <a:lnTo>
                  <a:pt x="193005" y="166835"/>
                </a:lnTo>
                <a:lnTo>
                  <a:pt x="150478" y="166835"/>
                </a:lnTo>
                <a:lnTo>
                  <a:pt x="150478" y="163563"/>
                </a:lnTo>
                <a:lnTo>
                  <a:pt x="143936" y="163563"/>
                </a:lnTo>
                <a:lnTo>
                  <a:pt x="143936" y="160292"/>
                </a:lnTo>
                <a:lnTo>
                  <a:pt x="140664" y="160292"/>
                </a:lnTo>
                <a:lnTo>
                  <a:pt x="140664" y="157021"/>
                </a:lnTo>
                <a:lnTo>
                  <a:pt x="137393" y="157021"/>
                </a:lnTo>
                <a:lnTo>
                  <a:pt x="137393" y="150478"/>
                </a:lnTo>
                <a:lnTo>
                  <a:pt x="104681" y="150478"/>
                </a:lnTo>
                <a:lnTo>
                  <a:pt x="104681" y="147207"/>
                </a:lnTo>
                <a:lnTo>
                  <a:pt x="101409" y="147207"/>
                </a:lnTo>
                <a:lnTo>
                  <a:pt x="101409" y="143936"/>
                </a:lnTo>
                <a:lnTo>
                  <a:pt x="98138" y="143936"/>
                </a:lnTo>
                <a:lnTo>
                  <a:pt x="98138" y="140664"/>
                </a:lnTo>
                <a:lnTo>
                  <a:pt x="94867" y="140664"/>
                </a:lnTo>
                <a:lnTo>
                  <a:pt x="94867" y="134122"/>
                </a:lnTo>
                <a:lnTo>
                  <a:pt x="91595" y="134122"/>
                </a:lnTo>
                <a:lnTo>
                  <a:pt x="91595" y="124308"/>
                </a:lnTo>
                <a:lnTo>
                  <a:pt x="94867" y="124308"/>
                </a:lnTo>
                <a:lnTo>
                  <a:pt x="94867" y="117766"/>
                </a:lnTo>
                <a:lnTo>
                  <a:pt x="98138" y="117766"/>
                </a:lnTo>
                <a:lnTo>
                  <a:pt x="98138" y="114494"/>
                </a:lnTo>
                <a:lnTo>
                  <a:pt x="101409" y="114494"/>
                </a:lnTo>
                <a:lnTo>
                  <a:pt x="101409" y="111223"/>
                </a:lnTo>
                <a:lnTo>
                  <a:pt x="107952" y="111223"/>
                </a:lnTo>
                <a:lnTo>
                  <a:pt x="107952" y="107952"/>
                </a:lnTo>
                <a:lnTo>
                  <a:pt x="111223" y="107952"/>
                </a:lnTo>
                <a:lnTo>
                  <a:pt x="111223" y="104681"/>
                </a:lnTo>
                <a:lnTo>
                  <a:pt x="104681" y="104681"/>
                </a:lnTo>
                <a:lnTo>
                  <a:pt x="104681" y="101409"/>
                </a:lnTo>
                <a:lnTo>
                  <a:pt x="101409" y="101409"/>
                </a:lnTo>
                <a:lnTo>
                  <a:pt x="101409" y="98138"/>
                </a:lnTo>
                <a:lnTo>
                  <a:pt x="98138" y="98138"/>
                </a:lnTo>
                <a:lnTo>
                  <a:pt x="98138" y="91595"/>
                </a:lnTo>
                <a:lnTo>
                  <a:pt x="94867" y="91595"/>
                </a:lnTo>
                <a:lnTo>
                  <a:pt x="94867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9814" y="45798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isible source SEC-093 inset-1 region 52">
            <a:extLst xmlns:a="http://schemas.openxmlformats.org/drawingml/2006/main">
              <a:ext uri="{FF2B5EF4-FFF2-40B4-BE49-F238E27FC236}">
                <a16:creationId xmlns:a16="http://schemas.microsoft.com/office/drawing/2014/main" id="{30C62174-85DD-4A2B-A001-9AC53349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02" y="2424171"/>
            <a:ext cx="222446" cy="183191"/>
          </a:xfrm>
          <a:custGeom xmlns:a="http://schemas.openxmlformats.org/drawingml/2006/main">
            <a:pathLst>
              <a:path w="222446" h="183191">
                <a:moveTo>
                  <a:pt x="49069" y="26170"/>
                </a:move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71968"/>
                </a:lnTo>
                <a:lnTo>
                  <a:pt x="88324" y="71968"/>
                </a:lnTo>
                <a:lnTo>
                  <a:pt x="88324" y="81782"/>
                </a:lnTo>
                <a:lnTo>
                  <a:pt x="85053" y="81782"/>
                </a:lnTo>
                <a:lnTo>
                  <a:pt x="85053" y="88324"/>
                </a:lnTo>
                <a:lnTo>
                  <a:pt x="81782" y="88324"/>
                </a:lnTo>
                <a:lnTo>
                  <a:pt x="81782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114494" y="94867"/>
                </a:lnTo>
                <a:lnTo>
                  <a:pt x="114494" y="98138"/>
                </a:lnTo>
                <a:lnTo>
                  <a:pt x="121037" y="98138"/>
                </a:lnTo>
                <a:lnTo>
                  <a:pt x="121037" y="101409"/>
                </a:lnTo>
                <a:lnTo>
                  <a:pt x="124308" y="101409"/>
                </a:lnTo>
                <a:lnTo>
                  <a:pt x="124308" y="104681"/>
                </a:lnTo>
                <a:lnTo>
                  <a:pt x="127579" y="104681"/>
                </a:lnTo>
                <a:lnTo>
                  <a:pt x="127579" y="107952"/>
                </a:lnTo>
                <a:lnTo>
                  <a:pt x="130851" y="107952"/>
                </a:lnTo>
                <a:lnTo>
                  <a:pt x="130851" y="124308"/>
                </a:lnTo>
                <a:lnTo>
                  <a:pt x="127579" y="124308"/>
                </a:lnTo>
                <a:lnTo>
                  <a:pt x="127579" y="127579"/>
                </a:lnTo>
                <a:lnTo>
                  <a:pt x="124308" y="127579"/>
                </a:lnTo>
                <a:lnTo>
                  <a:pt x="124308" y="130851"/>
                </a:lnTo>
                <a:lnTo>
                  <a:pt x="157021" y="130851"/>
                </a:lnTo>
                <a:lnTo>
                  <a:pt x="157021" y="134122"/>
                </a:lnTo>
                <a:lnTo>
                  <a:pt x="163563" y="134122"/>
                </a:lnTo>
                <a:lnTo>
                  <a:pt x="163563" y="137393"/>
                </a:lnTo>
                <a:lnTo>
                  <a:pt x="166835" y="137393"/>
                </a:lnTo>
                <a:lnTo>
                  <a:pt x="166835" y="140664"/>
                </a:lnTo>
                <a:lnTo>
                  <a:pt x="206090" y="140664"/>
                </a:lnTo>
                <a:lnTo>
                  <a:pt x="206090" y="143936"/>
                </a:lnTo>
                <a:lnTo>
                  <a:pt x="212632" y="143936"/>
                </a:lnTo>
                <a:lnTo>
                  <a:pt x="212632" y="147207"/>
                </a:lnTo>
                <a:lnTo>
                  <a:pt x="215904" y="147207"/>
                </a:lnTo>
                <a:lnTo>
                  <a:pt x="215904" y="150478"/>
                </a:lnTo>
                <a:lnTo>
                  <a:pt x="219175" y="150478"/>
                </a:lnTo>
                <a:lnTo>
                  <a:pt x="219175" y="153750"/>
                </a:lnTo>
                <a:lnTo>
                  <a:pt x="222446" y="153750"/>
                </a:lnTo>
                <a:lnTo>
                  <a:pt x="222446" y="170106"/>
                </a:lnTo>
                <a:lnTo>
                  <a:pt x="219175" y="170106"/>
                </a:lnTo>
                <a:lnTo>
                  <a:pt x="219175" y="173377"/>
                </a:lnTo>
                <a:lnTo>
                  <a:pt x="215904" y="173377"/>
                </a:lnTo>
                <a:lnTo>
                  <a:pt x="215904" y="176648"/>
                </a:lnTo>
                <a:lnTo>
                  <a:pt x="212632" y="176648"/>
                </a:lnTo>
                <a:lnTo>
                  <a:pt x="212632" y="179920"/>
                </a:lnTo>
                <a:lnTo>
                  <a:pt x="209361" y="179920"/>
                </a:lnTo>
                <a:lnTo>
                  <a:pt x="209361" y="183191"/>
                </a:lnTo>
                <a:lnTo>
                  <a:pt x="153750" y="183191"/>
                </a:lnTo>
                <a:lnTo>
                  <a:pt x="153750" y="179920"/>
                </a:lnTo>
                <a:lnTo>
                  <a:pt x="147207" y="179920"/>
                </a:lnTo>
                <a:lnTo>
                  <a:pt x="147207" y="176648"/>
                </a:lnTo>
                <a:lnTo>
                  <a:pt x="143936" y="176648"/>
                </a:lnTo>
                <a:lnTo>
                  <a:pt x="143936" y="173377"/>
                </a:lnTo>
                <a:lnTo>
                  <a:pt x="107952" y="173377"/>
                </a:lnTo>
                <a:lnTo>
                  <a:pt x="107952" y="170106"/>
                </a:lnTo>
                <a:lnTo>
                  <a:pt x="101409" y="170106"/>
                </a:lnTo>
                <a:lnTo>
                  <a:pt x="101409" y="166835"/>
                </a:lnTo>
                <a:lnTo>
                  <a:pt x="98138" y="166835"/>
                </a:lnTo>
                <a:lnTo>
                  <a:pt x="98138" y="163563"/>
                </a:lnTo>
                <a:lnTo>
                  <a:pt x="94867" y="163563"/>
                </a:lnTo>
                <a:lnTo>
                  <a:pt x="94867" y="157021"/>
                </a:lnTo>
                <a:lnTo>
                  <a:pt x="91595" y="157021"/>
                </a:lnTo>
                <a:lnTo>
                  <a:pt x="91595" y="147207"/>
                </a:lnTo>
                <a:lnTo>
                  <a:pt x="94867" y="147207"/>
                </a:lnTo>
                <a:lnTo>
                  <a:pt x="94867" y="140664"/>
                </a:lnTo>
                <a:lnTo>
                  <a:pt x="98138" y="140664"/>
                </a:lnTo>
                <a:lnTo>
                  <a:pt x="98138" y="137393"/>
                </a:lnTo>
                <a:lnTo>
                  <a:pt x="65425" y="137393"/>
                </a:lnTo>
                <a:lnTo>
                  <a:pt x="65425" y="134122"/>
                </a:lnTo>
                <a:lnTo>
                  <a:pt x="58883" y="134122"/>
                </a:lnTo>
                <a:lnTo>
                  <a:pt x="58883" y="130851"/>
                </a:lnTo>
                <a:lnTo>
                  <a:pt x="55612" y="130851"/>
                </a:lnTo>
                <a:lnTo>
                  <a:pt x="55612" y="127579"/>
                </a:lnTo>
                <a:lnTo>
                  <a:pt x="52340" y="127579"/>
                </a:lnTo>
                <a:lnTo>
                  <a:pt x="52340" y="121037"/>
                </a:lnTo>
                <a:lnTo>
                  <a:pt x="49069" y="121037"/>
                </a:lnTo>
                <a:lnTo>
                  <a:pt x="49069" y="111223"/>
                </a:lnTo>
                <a:lnTo>
                  <a:pt x="52340" y="111223"/>
                </a:lnTo>
                <a:lnTo>
                  <a:pt x="52340" y="104681"/>
                </a:lnTo>
                <a:lnTo>
                  <a:pt x="55612" y="104681"/>
                </a:lnTo>
                <a:lnTo>
                  <a:pt x="55612" y="101409"/>
                </a:lnTo>
                <a:lnTo>
                  <a:pt x="58883" y="101409"/>
                </a:lnTo>
                <a:lnTo>
                  <a:pt x="58883" y="98138"/>
                </a:lnTo>
                <a:lnTo>
                  <a:pt x="16356" y="98138"/>
                </a:lnTo>
                <a:lnTo>
                  <a:pt x="16356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isible source SEC-093 inset-1 region 53">
            <a:extLst xmlns:a="http://schemas.openxmlformats.org/drawingml/2006/main">
              <a:ext uri="{FF2B5EF4-FFF2-40B4-BE49-F238E27FC236}">
                <a16:creationId xmlns:a16="http://schemas.microsoft.com/office/drawing/2014/main" id="{2F09699F-D1AF-4724-9858-C926F445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65" y="133156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isible source SEC-093 inset-1 region 54">
            <a:extLst xmlns:a="http://schemas.openxmlformats.org/drawingml/2006/main">
              <a:ext uri="{FF2B5EF4-FFF2-40B4-BE49-F238E27FC236}">
                <a16:creationId xmlns:a16="http://schemas.microsoft.com/office/drawing/2014/main" id="{5A1CF0B1-8608-4788-ACB2-39E94BAE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387" y="133156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isible source SEC-093 inset-1 region 55">
            <a:extLst xmlns:a="http://schemas.openxmlformats.org/drawingml/2006/main">
              <a:ext uri="{FF2B5EF4-FFF2-40B4-BE49-F238E27FC236}">
                <a16:creationId xmlns:a16="http://schemas.microsoft.com/office/drawing/2014/main" id="{62DEF1A4-C966-48FF-B58E-29DA6FE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914" y="149513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isible source SEC-093 inset-1 region 56">
            <a:extLst xmlns:a="http://schemas.openxmlformats.org/drawingml/2006/main">
              <a:ext uri="{FF2B5EF4-FFF2-40B4-BE49-F238E27FC236}">
                <a16:creationId xmlns:a16="http://schemas.microsoft.com/office/drawing/2014/main" id="{3073627B-F470-4D27-B028-CD5DF11B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3" y="1665238"/>
            <a:ext cx="75239" cy="55612"/>
          </a:xfrm>
          <a:custGeom xmlns:a="http://schemas.openxmlformats.org/drawingml/2006/main">
            <a:pathLst>
              <a:path w="75239" h="55612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58883" y="13085"/>
                </a:lnTo>
                <a:lnTo>
                  <a:pt x="58883" y="16356"/>
                </a:lnTo>
                <a:lnTo>
                  <a:pt x="65425" y="16356"/>
                </a:lnTo>
                <a:lnTo>
                  <a:pt x="65425" y="19628"/>
                </a:lnTo>
                <a:lnTo>
                  <a:pt x="68697" y="19628"/>
                </a:lnTo>
                <a:lnTo>
                  <a:pt x="68697" y="22899"/>
                </a:lnTo>
                <a:lnTo>
                  <a:pt x="71968" y="22899"/>
                </a:lnTo>
                <a:lnTo>
                  <a:pt x="71968" y="29441"/>
                </a:lnTo>
                <a:lnTo>
                  <a:pt x="75239" y="29441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42526" y="55612"/>
                </a:lnTo>
                <a:lnTo>
                  <a:pt x="42526" y="52340"/>
                </a:lnTo>
                <a:lnTo>
                  <a:pt x="35984" y="52340"/>
                </a:lnTo>
                <a:lnTo>
                  <a:pt x="35984" y="49069"/>
                </a:lnTo>
                <a:lnTo>
                  <a:pt x="32713" y="49069"/>
                </a:lnTo>
                <a:lnTo>
                  <a:pt x="32713" y="45798"/>
                </a:lnTo>
                <a:lnTo>
                  <a:pt x="29441" y="45798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isible source SEC-093 inset-1 region 57">
            <a:extLst xmlns:a="http://schemas.openxmlformats.org/drawingml/2006/main">
              <a:ext uri="{FF2B5EF4-FFF2-40B4-BE49-F238E27FC236}">
                <a16:creationId xmlns:a16="http://schemas.microsoft.com/office/drawing/2014/main" id="{B19F0927-3F1B-4DAB-9A51-E7635AEC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286" y="1675052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isible source SEC-093 inset-1 region 58">
            <a:extLst xmlns:a="http://schemas.openxmlformats.org/drawingml/2006/main">
              <a:ext uri="{FF2B5EF4-FFF2-40B4-BE49-F238E27FC236}">
                <a16:creationId xmlns:a16="http://schemas.microsoft.com/office/drawing/2014/main" id="{AF916A39-8D69-4902-94EA-1F0FFE09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488" y="1743748"/>
            <a:ext cx="75239" cy="68697"/>
          </a:xfrm>
          <a:custGeom xmlns:a="http://schemas.openxmlformats.org/drawingml/2006/main">
            <a:pathLst>
              <a:path w="75239" h="68697">
                <a:moveTo>
                  <a:pt x="9814" y="16356"/>
                </a:move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71968" y="35984"/>
                </a:lnTo>
                <a:lnTo>
                  <a:pt x="71968" y="42526"/>
                </a:lnTo>
                <a:lnTo>
                  <a:pt x="75239" y="42526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58883" y="65425"/>
                </a:lnTo>
                <a:lnTo>
                  <a:pt x="58883" y="68697"/>
                </a:lnTo>
                <a:lnTo>
                  <a:pt x="49069" y="68697"/>
                </a:lnTo>
                <a:lnTo>
                  <a:pt x="49069" y="65425"/>
                </a:lnTo>
                <a:lnTo>
                  <a:pt x="42526" y="65425"/>
                </a:lnTo>
                <a:lnTo>
                  <a:pt x="42526" y="62154"/>
                </a:lnTo>
                <a:lnTo>
                  <a:pt x="39255" y="62154"/>
                </a:lnTo>
                <a:lnTo>
                  <a:pt x="39255" y="58883"/>
                </a:lnTo>
                <a:lnTo>
                  <a:pt x="35984" y="58883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3085" y="29441"/>
                </a:lnTo>
                <a:lnTo>
                  <a:pt x="13085" y="26170"/>
                </a:lnTo>
                <a:lnTo>
                  <a:pt x="9814" y="26170"/>
                </a:lnTo>
                <a:lnTo>
                  <a:pt x="9814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isible source SEC-093 inset-1 region 59">
            <a:extLst xmlns:a="http://schemas.openxmlformats.org/drawingml/2006/main">
              <a:ext uri="{FF2B5EF4-FFF2-40B4-BE49-F238E27FC236}">
                <a16:creationId xmlns:a16="http://schemas.microsoft.com/office/drawing/2014/main" id="{DAE4B6EC-C4F7-4397-A4F7-0F3075AE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095" y="1743748"/>
            <a:ext cx="78510" cy="68697"/>
          </a:xfrm>
          <a:custGeom xmlns:a="http://schemas.openxmlformats.org/drawingml/2006/main">
            <a:pathLst>
              <a:path w="78510" h="68697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29441"/>
                </a:lnTo>
                <a:lnTo>
                  <a:pt x="68697" y="29441"/>
                </a:lnTo>
                <a:lnTo>
                  <a:pt x="68697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75239" y="35984"/>
                </a:lnTo>
                <a:lnTo>
                  <a:pt x="75239" y="42526"/>
                </a:lnTo>
                <a:lnTo>
                  <a:pt x="78510" y="42526"/>
                </a:lnTo>
                <a:lnTo>
                  <a:pt x="78510" y="52340"/>
                </a:lnTo>
                <a:lnTo>
                  <a:pt x="75239" y="52340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62154" y="65425"/>
                </a:lnTo>
                <a:lnTo>
                  <a:pt x="62154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2526" y="62154"/>
                </a:lnTo>
                <a:lnTo>
                  <a:pt x="42526" y="58883"/>
                </a:lnTo>
                <a:lnTo>
                  <a:pt x="35984" y="58883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isible source SEC-093 inset-1 region 60">
            <a:extLst xmlns:a="http://schemas.openxmlformats.org/drawingml/2006/main">
              <a:ext uri="{FF2B5EF4-FFF2-40B4-BE49-F238E27FC236}">
                <a16:creationId xmlns:a16="http://schemas.microsoft.com/office/drawing/2014/main" id="{E846D7CD-E2EA-447B-B521-B9B75DA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77" y="178300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isible source SEC-093 inset-1 region 61">
            <a:extLst xmlns:a="http://schemas.openxmlformats.org/drawingml/2006/main">
              <a:ext uri="{FF2B5EF4-FFF2-40B4-BE49-F238E27FC236}">
                <a16:creationId xmlns:a16="http://schemas.microsoft.com/office/drawing/2014/main" id="{B5D0CD8F-EF28-4E29-B464-C0DA0E5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100" y="1845157"/>
            <a:ext cx="101409" cy="134122"/>
          </a:xfrm>
          <a:custGeom xmlns:a="http://schemas.openxmlformats.org/drawingml/2006/main">
            <a:pathLst>
              <a:path w="101409" h="134122">
                <a:moveTo>
                  <a:pt x="55612" y="3271"/>
                </a:move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5053" y="13085"/>
                </a:lnTo>
                <a:lnTo>
                  <a:pt x="85053" y="16356"/>
                </a:lnTo>
                <a:lnTo>
                  <a:pt x="91595" y="16356"/>
                </a:lnTo>
                <a:lnTo>
                  <a:pt x="91595" y="19628"/>
                </a:lnTo>
                <a:lnTo>
                  <a:pt x="94867" y="19628"/>
                </a:lnTo>
                <a:lnTo>
                  <a:pt x="94867" y="22899"/>
                </a:lnTo>
                <a:lnTo>
                  <a:pt x="98138" y="22899"/>
                </a:lnTo>
                <a:lnTo>
                  <a:pt x="98138" y="29441"/>
                </a:lnTo>
                <a:lnTo>
                  <a:pt x="101409" y="29441"/>
                </a:lnTo>
                <a:lnTo>
                  <a:pt x="101409" y="39255"/>
                </a:lnTo>
                <a:lnTo>
                  <a:pt x="98138" y="39255"/>
                </a:lnTo>
                <a:lnTo>
                  <a:pt x="98138" y="45798"/>
                </a:lnTo>
                <a:lnTo>
                  <a:pt x="94867" y="45798"/>
                </a:lnTo>
                <a:lnTo>
                  <a:pt x="94867" y="49069"/>
                </a:lnTo>
                <a:lnTo>
                  <a:pt x="91595" y="49069"/>
                </a:lnTo>
                <a:lnTo>
                  <a:pt x="91595" y="52340"/>
                </a:lnTo>
                <a:lnTo>
                  <a:pt x="85053" y="52340"/>
                </a:lnTo>
                <a:lnTo>
                  <a:pt x="85053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62154" y="58883"/>
                </a:lnTo>
                <a:lnTo>
                  <a:pt x="62154" y="65425"/>
                </a:lnTo>
                <a:lnTo>
                  <a:pt x="65425" y="65425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81782"/>
                </a:lnTo>
                <a:lnTo>
                  <a:pt x="58883" y="81782"/>
                </a:lnTo>
                <a:lnTo>
                  <a:pt x="58883" y="85053"/>
                </a:lnTo>
                <a:lnTo>
                  <a:pt x="55612" y="85053"/>
                </a:lnTo>
                <a:lnTo>
                  <a:pt x="55612" y="88324"/>
                </a:lnTo>
                <a:lnTo>
                  <a:pt x="49069" y="88324"/>
                </a:lnTo>
                <a:lnTo>
                  <a:pt x="49069" y="91595"/>
                </a:lnTo>
                <a:lnTo>
                  <a:pt x="42526" y="91595"/>
                </a:lnTo>
                <a:lnTo>
                  <a:pt x="42526" y="94867"/>
                </a:lnTo>
                <a:lnTo>
                  <a:pt x="49069" y="94867"/>
                </a:lnTo>
                <a:lnTo>
                  <a:pt x="49069" y="98138"/>
                </a:lnTo>
                <a:lnTo>
                  <a:pt x="52340" y="98138"/>
                </a:lnTo>
                <a:lnTo>
                  <a:pt x="52340" y="101409"/>
                </a:lnTo>
                <a:lnTo>
                  <a:pt x="55612" y="101409"/>
                </a:lnTo>
                <a:lnTo>
                  <a:pt x="55612" y="107952"/>
                </a:lnTo>
                <a:lnTo>
                  <a:pt x="58883" y="107952"/>
                </a:lnTo>
                <a:lnTo>
                  <a:pt x="58883" y="117766"/>
                </a:lnTo>
                <a:lnTo>
                  <a:pt x="55612" y="117766"/>
                </a:lnTo>
                <a:lnTo>
                  <a:pt x="55612" y="124308"/>
                </a:lnTo>
                <a:lnTo>
                  <a:pt x="52340" y="124308"/>
                </a:lnTo>
                <a:lnTo>
                  <a:pt x="52340" y="127579"/>
                </a:lnTo>
                <a:lnTo>
                  <a:pt x="49069" y="127579"/>
                </a:lnTo>
                <a:lnTo>
                  <a:pt x="49069" y="130851"/>
                </a:lnTo>
                <a:lnTo>
                  <a:pt x="42526" y="130851"/>
                </a:lnTo>
                <a:lnTo>
                  <a:pt x="42526" y="134122"/>
                </a:lnTo>
                <a:lnTo>
                  <a:pt x="16356" y="134122"/>
                </a:lnTo>
                <a:lnTo>
                  <a:pt x="16356" y="130851"/>
                </a:lnTo>
                <a:lnTo>
                  <a:pt x="9814" y="130851"/>
                </a:lnTo>
                <a:lnTo>
                  <a:pt x="9814" y="127579"/>
                </a:lnTo>
                <a:lnTo>
                  <a:pt x="6543" y="127579"/>
                </a:lnTo>
                <a:lnTo>
                  <a:pt x="6543" y="124308"/>
                </a:lnTo>
                <a:lnTo>
                  <a:pt x="3271" y="124308"/>
                </a:lnTo>
                <a:lnTo>
                  <a:pt x="3271" y="117766"/>
                </a:lnTo>
                <a:lnTo>
                  <a:pt x="0" y="117766"/>
                </a:lnTo>
                <a:lnTo>
                  <a:pt x="0" y="107952"/>
                </a:lnTo>
                <a:lnTo>
                  <a:pt x="3271" y="107952"/>
                </a:lnTo>
                <a:lnTo>
                  <a:pt x="3271" y="101409"/>
                </a:lnTo>
                <a:lnTo>
                  <a:pt x="6543" y="101409"/>
                </a:lnTo>
                <a:lnTo>
                  <a:pt x="6543" y="98138"/>
                </a:lnTo>
                <a:lnTo>
                  <a:pt x="9814" y="98138"/>
                </a:lnTo>
                <a:lnTo>
                  <a:pt x="9814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29441" y="91595"/>
                </a:lnTo>
                <a:lnTo>
                  <a:pt x="29441" y="88324"/>
                </a:lnTo>
                <a:lnTo>
                  <a:pt x="22899" y="88324"/>
                </a:lnTo>
                <a:lnTo>
                  <a:pt x="22899" y="85053"/>
                </a:lnTo>
                <a:lnTo>
                  <a:pt x="19628" y="85053"/>
                </a:lnTo>
                <a:lnTo>
                  <a:pt x="19628" y="81782"/>
                </a:lnTo>
                <a:lnTo>
                  <a:pt x="16356" y="81782"/>
                </a:lnTo>
                <a:lnTo>
                  <a:pt x="16356" y="75239"/>
                </a:lnTo>
                <a:lnTo>
                  <a:pt x="13085" y="75239"/>
                </a:lnTo>
                <a:lnTo>
                  <a:pt x="13085" y="65425"/>
                </a:lnTo>
                <a:lnTo>
                  <a:pt x="16356" y="65425"/>
                </a:lnTo>
                <a:lnTo>
                  <a:pt x="16356" y="58883"/>
                </a:lnTo>
                <a:lnTo>
                  <a:pt x="19628" y="58883"/>
                </a:lnTo>
                <a:lnTo>
                  <a:pt x="19628" y="55612"/>
                </a:lnTo>
                <a:lnTo>
                  <a:pt x="22899" y="55612"/>
                </a:lnTo>
                <a:lnTo>
                  <a:pt x="22899" y="52340"/>
                </a:lnTo>
                <a:lnTo>
                  <a:pt x="29441" y="52340"/>
                </a:lnTo>
                <a:lnTo>
                  <a:pt x="29441" y="49069"/>
                </a:lnTo>
                <a:lnTo>
                  <a:pt x="39255" y="49069"/>
                </a:lnTo>
                <a:lnTo>
                  <a:pt x="39255" y="45798"/>
                </a:lnTo>
                <a:lnTo>
                  <a:pt x="35984" y="45798"/>
                </a:lnTo>
                <a:lnTo>
                  <a:pt x="35984" y="39255"/>
                </a:lnTo>
                <a:lnTo>
                  <a:pt x="32713" y="39255"/>
                </a:lnTo>
                <a:lnTo>
                  <a:pt x="32713" y="29441"/>
                </a:lnTo>
                <a:lnTo>
                  <a:pt x="35984" y="29441"/>
                </a:lnTo>
                <a:lnTo>
                  <a:pt x="35984" y="22899"/>
                </a:lnTo>
                <a:lnTo>
                  <a:pt x="39255" y="22899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isible source SEC-093 inset-1 region 62">
            <a:extLst xmlns:a="http://schemas.openxmlformats.org/drawingml/2006/main">
              <a:ext uri="{FF2B5EF4-FFF2-40B4-BE49-F238E27FC236}">
                <a16:creationId xmlns:a16="http://schemas.microsoft.com/office/drawing/2014/main" id="{8CD86469-4B35-410E-82E3-871628D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3" y="1864785"/>
            <a:ext cx="98138" cy="85053"/>
          </a:xfrm>
          <a:custGeom xmlns:a="http://schemas.openxmlformats.org/drawingml/2006/main">
            <a:pathLst>
              <a:path w="98138" h="85053">
                <a:moveTo>
                  <a:pt x="32713" y="9814"/>
                </a:move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85053" y="0"/>
                </a:lnTo>
                <a:lnTo>
                  <a:pt x="85053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13085"/>
                </a:lnTo>
                <a:lnTo>
                  <a:pt x="98138" y="13085"/>
                </a:lnTo>
                <a:lnTo>
                  <a:pt x="98138" y="29441"/>
                </a:lnTo>
                <a:lnTo>
                  <a:pt x="94867" y="29441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58883"/>
                </a:lnTo>
                <a:lnTo>
                  <a:pt x="88324" y="58883"/>
                </a:lnTo>
                <a:lnTo>
                  <a:pt x="88324" y="68697"/>
                </a:lnTo>
                <a:lnTo>
                  <a:pt x="85053" y="68697"/>
                </a:lnTo>
                <a:lnTo>
                  <a:pt x="85053" y="75239"/>
                </a:lnTo>
                <a:lnTo>
                  <a:pt x="81782" y="75239"/>
                </a:lnTo>
                <a:lnTo>
                  <a:pt x="81782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71968" y="81782"/>
                </a:lnTo>
                <a:lnTo>
                  <a:pt x="71968" y="85053"/>
                </a:lnTo>
                <a:lnTo>
                  <a:pt x="39255" y="85053"/>
                </a:lnTo>
                <a:lnTo>
                  <a:pt x="39255" y="81782"/>
                </a:lnTo>
                <a:lnTo>
                  <a:pt x="32713" y="81782"/>
                </a:lnTo>
                <a:lnTo>
                  <a:pt x="32713" y="78510"/>
                </a:lnTo>
                <a:lnTo>
                  <a:pt x="29441" y="78510"/>
                </a:lnTo>
                <a:lnTo>
                  <a:pt x="29441" y="75239"/>
                </a:lnTo>
                <a:lnTo>
                  <a:pt x="26170" y="75239"/>
                </a:lnTo>
                <a:lnTo>
                  <a:pt x="26170" y="68697"/>
                </a:lnTo>
                <a:lnTo>
                  <a:pt x="22899" y="68697"/>
                </a:lnTo>
                <a:lnTo>
                  <a:pt x="22899" y="58883"/>
                </a:lnTo>
                <a:lnTo>
                  <a:pt x="26170" y="58883"/>
                </a:lnTo>
                <a:lnTo>
                  <a:pt x="26170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26170" y="13085"/>
                </a:lnTo>
                <a:lnTo>
                  <a:pt x="26170" y="16356"/>
                </a:lnTo>
                <a:lnTo>
                  <a:pt x="32713" y="16356"/>
                </a:lnTo>
                <a:lnTo>
                  <a:pt x="32713" y="9814"/>
                </a:lnTo>
                <a:close/>
                <a:moveTo>
                  <a:pt x="39255" y="42526"/>
                </a:move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close/>
                <a:moveTo>
                  <a:pt x="55612" y="42526"/>
                </a:moveTo>
                <a:lnTo>
                  <a:pt x="68697" y="42526"/>
                </a:lnTo>
                <a:lnTo>
                  <a:pt x="68697" y="39255"/>
                </a:lnTo>
                <a:lnTo>
                  <a:pt x="55612" y="39255"/>
                </a:lnTo>
                <a:lnTo>
                  <a:pt x="55612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isible source SEC-093 inset-1 region 63">
            <a:extLst xmlns:a="http://schemas.openxmlformats.org/drawingml/2006/main">
              <a:ext uri="{FF2B5EF4-FFF2-40B4-BE49-F238E27FC236}">
                <a16:creationId xmlns:a16="http://schemas.microsoft.com/office/drawing/2014/main" id="{B8FEC1F8-E205-4016-872A-29ABF38A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180" y="1949838"/>
            <a:ext cx="111223" cy="91595"/>
          </a:xfrm>
          <a:custGeom xmlns:a="http://schemas.openxmlformats.org/drawingml/2006/main">
            <a:pathLst>
              <a:path w="111223" h="91595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62154" y="35984"/>
                </a:lnTo>
                <a:lnTo>
                  <a:pt x="62154" y="42526"/>
                </a:lnTo>
                <a:lnTo>
                  <a:pt x="65425" y="42526"/>
                </a:lnTo>
                <a:lnTo>
                  <a:pt x="65425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5053" y="52340"/>
                </a:lnTo>
                <a:lnTo>
                  <a:pt x="85053" y="49069"/>
                </a:lnTo>
                <a:lnTo>
                  <a:pt x="94867" y="49069"/>
                </a:lnTo>
                <a:lnTo>
                  <a:pt x="94867" y="52340"/>
                </a:lnTo>
                <a:lnTo>
                  <a:pt x="101409" y="52340"/>
                </a:lnTo>
                <a:lnTo>
                  <a:pt x="101409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107952" y="58883"/>
                </a:lnTo>
                <a:lnTo>
                  <a:pt x="107952" y="65425"/>
                </a:lnTo>
                <a:lnTo>
                  <a:pt x="111223" y="65425"/>
                </a:lnTo>
                <a:lnTo>
                  <a:pt x="111223" y="75239"/>
                </a:lnTo>
                <a:lnTo>
                  <a:pt x="107952" y="75239"/>
                </a:lnTo>
                <a:lnTo>
                  <a:pt x="107952" y="81782"/>
                </a:lnTo>
                <a:lnTo>
                  <a:pt x="104681" y="81782"/>
                </a:lnTo>
                <a:lnTo>
                  <a:pt x="104681" y="85053"/>
                </a:lnTo>
                <a:lnTo>
                  <a:pt x="101409" y="85053"/>
                </a:lnTo>
                <a:lnTo>
                  <a:pt x="101409" y="88324"/>
                </a:lnTo>
                <a:lnTo>
                  <a:pt x="94867" y="88324"/>
                </a:lnTo>
                <a:lnTo>
                  <a:pt x="94867" y="91595"/>
                </a:lnTo>
                <a:lnTo>
                  <a:pt x="85053" y="91595"/>
                </a:lnTo>
                <a:lnTo>
                  <a:pt x="85053" y="88324"/>
                </a:lnTo>
                <a:lnTo>
                  <a:pt x="78510" y="88324"/>
                </a:lnTo>
                <a:lnTo>
                  <a:pt x="78510" y="91595"/>
                </a:lnTo>
                <a:lnTo>
                  <a:pt x="45798" y="91595"/>
                </a:lnTo>
                <a:lnTo>
                  <a:pt x="45798" y="88324"/>
                </a:lnTo>
                <a:lnTo>
                  <a:pt x="39255" y="88324"/>
                </a:lnTo>
                <a:lnTo>
                  <a:pt x="39255" y="85053"/>
                </a:lnTo>
                <a:lnTo>
                  <a:pt x="35984" y="85053"/>
                </a:lnTo>
                <a:lnTo>
                  <a:pt x="35984" y="81782"/>
                </a:lnTo>
                <a:lnTo>
                  <a:pt x="32713" y="81782"/>
                </a:lnTo>
                <a:lnTo>
                  <a:pt x="32713" y="75239"/>
                </a:lnTo>
                <a:lnTo>
                  <a:pt x="29441" y="75239"/>
                </a:lnTo>
                <a:lnTo>
                  <a:pt x="29441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isible source SEC-093 inset-1 region 64">
            <a:extLst xmlns:a="http://schemas.openxmlformats.org/drawingml/2006/main">
              <a:ext uri="{FF2B5EF4-FFF2-40B4-BE49-F238E27FC236}">
                <a16:creationId xmlns:a16="http://schemas.microsoft.com/office/drawing/2014/main" id="{0283465C-59FF-47AC-B388-279B075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488" y="194983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isible source SEC-093 inset-1 region 65">
            <a:extLst xmlns:a="http://schemas.openxmlformats.org/drawingml/2006/main">
              <a:ext uri="{FF2B5EF4-FFF2-40B4-BE49-F238E27FC236}">
                <a16:creationId xmlns:a16="http://schemas.microsoft.com/office/drawing/2014/main" id="{6124FF30-007D-4C48-AF4F-C1C69FC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472" y="1976008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isible source SEC-093 inset-1 region 66">
            <a:extLst xmlns:a="http://schemas.openxmlformats.org/drawingml/2006/main">
              <a:ext uri="{FF2B5EF4-FFF2-40B4-BE49-F238E27FC236}">
                <a16:creationId xmlns:a16="http://schemas.microsoft.com/office/drawing/2014/main" id="{54F1D0C1-7922-4F6B-BB25-25DCC447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07" y="2090502"/>
            <a:ext cx="206090" cy="130851"/>
          </a:xfrm>
          <a:custGeom xmlns:a="http://schemas.openxmlformats.org/drawingml/2006/main">
            <a:pathLst>
              <a:path w="206090" h="130851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101409" y="9814"/>
                </a:lnTo>
                <a:lnTo>
                  <a:pt x="101409" y="13085"/>
                </a:lnTo>
                <a:lnTo>
                  <a:pt x="104681" y="13085"/>
                </a:lnTo>
                <a:lnTo>
                  <a:pt x="104681" y="16356"/>
                </a:lnTo>
                <a:lnTo>
                  <a:pt x="107952" y="16356"/>
                </a:lnTo>
                <a:lnTo>
                  <a:pt x="107952" y="22899"/>
                </a:lnTo>
                <a:lnTo>
                  <a:pt x="111223" y="22899"/>
                </a:lnTo>
                <a:lnTo>
                  <a:pt x="111223" y="32713"/>
                </a:lnTo>
                <a:lnTo>
                  <a:pt x="107952" y="32713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101409" y="42526"/>
                </a:lnTo>
                <a:lnTo>
                  <a:pt x="101409" y="45798"/>
                </a:lnTo>
                <a:lnTo>
                  <a:pt x="94867" y="45798"/>
                </a:lnTo>
                <a:lnTo>
                  <a:pt x="94867" y="49069"/>
                </a:lnTo>
                <a:lnTo>
                  <a:pt x="101409" y="49069"/>
                </a:lnTo>
                <a:lnTo>
                  <a:pt x="101409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111223" y="55612"/>
                </a:lnTo>
                <a:lnTo>
                  <a:pt x="111223" y="58883"/>
                </a:lnTo>
                <a:lnTo>
                  <a:pt x="114494" y="58883"/>
                </a:lnTo>
                <a:lnTo>
                  <a:pt x="114494" y="65425"/>
                </a:lnTo>
                <a:lnTo>
                  <a:pt x="143936" y="65425"/>
                </a:lnTo>
                <a:lnTo>
                  <a:pt x="143936" y="62154"/>
                </a:lnTo>
                <a:lnTo>
                  <a:pt x="140664" y="62154"/>
                </a:lnTo>
                <a:lnTo>
                  <a:pt x="140664" y="58883"/>
                </a:lnTo>
                <a:lnTo>
                  <a:pt x="137393" y="58883"/>
                </a:lnTo>
                <a:lnTo>
                  <a:pt x="137393" y="52340"/>
                </a:lnTo>
                <a:lnTo>
                  <a:pt x="134122" y="52340"/>
                </a:lnTo>
                <a:lnTo>
                  <a:pt x="134122" y="42526"/>
                </a:lnTo>
                <a:lnTo>
                  <a:pt x="137393" y="42526"/>
                </a:lnTo>
                <a:lnTo>
                  <a:pt x="137393" y="35984"/>
                </a:lnTo>
                <a:lnTo>
                  <a:pt x="140664" y="35984"/>
                </a:lnTo>
                <a:lnTo>
                  <a:pt x="140664" y="32713"/>
                </a:lnTo>
                <a:lnTo>
                  <a:pt x="143936" y="32713"/>
                </a:lnTo>
                <a:lnTo>
                  <a:pt x="143936" y="29441"/>
                </a:lnTo>
                <a:lnTo>
                  <a:pt x="150478" y="29441"/>
                </a:lnTo>
                <a:lnTo>
                  <a:pt x="150478" y="26170"/>
                </a:lnTo>
                <a:lnTo>
                  <a:pt x="160292" y="26170"/>
                </a:lnTo>
                <a:lnTo>
                  <a:pt x="160292" y="29441"/>
                </a:lnTo>
                <a:lnTo>
                  <a:pt x="163563" y="29441"/>
                </a:lnTo>
                <a:lnTo>
                  <a:pt x="163563" y="26170"/>
                </a:lnTo>
                <a:lnTo>
                  <a:pt x="179920" y="26170"/>
                </a:lnTo>
                <a:lnTo>
                  <a:pt x="179920" y="29441"/>
                </a:lnTo>
                <a:lnTo>
                  <a:pt x="186462" y="29441"/>
                </a:lnTo>
                <a:lnTo>
                  <a:pt x="186462" y="32713"/>
                </a:lnTo>
                <a:lnTo>
                  <a:pt x="189733" y="32713"/>
                </a:lnTo>
                <a:lnTo>
                  <a:pt x="189733" y="35984"/>
                </a:lnTo>
                <a:lnTo>
                  <a:pt x="193005" y="35984"/>
                </a:lnTo>
                <a:lnTo>
                  <a:pt x="193005" y="42526"/>
                </a:lnTo>
                <a:lnTo>
                  <a:pt x="196276" y="42526"/>
                </a:lnTo>
                <a:lnTo>
                  <a:pt x="196276" y="52340"/>
                </a:lnTo>
                <a:lnTo>
                  <a:pt x="193005" y="52340"/>
                </a:lnTo>
                <a:lnTo>
                  <a:pt x="193005" y="58883"/>
                </a:lnTo>
                <a:lnTo>
                  <a:pt x="189733" y="58883"/>
                </a:lnTo>
                <a:lnTo>
                  <a:pt x="189733" y="62154"/>
                </a:lnTo>
                <a:lnTo>
                  <a:pt x="186462" y="62154"/>
                </a:lnTo>
                <a:lnTo>
                  <a:pt x="186462" y="65425"/>
                </a:lnTo>
                <a:lnTo>
                  <a:pt x="193005" y="65425"/>
                </a:lnTo>
                <a:lnTo>
                  <a:pt x="193005" y="68697"/>
                </a:lnTo>
                <a:lnTo>
                  <a:pt x="196276" y="68697"/>
                </a:lnTo>
                <a:lnTo>
                  <a:pt x="196276" y="71968"/>
                </a:lnTo>
                <a:lnTo>
                  <a:pt x="199547" y="71968"/>
                </a:lnTo>
                <a:lnTo>
                  <a:pt x="199547" y="75239"/>
                </a:lnTo>
                <a:lnTo>
                  <a:pt x="202818" y="75239"/>
                </a:lnTo>
                <a:lnTo>
                  <a:pt x="202818" y="78510"/>
                </a:lnTo>
                <a:lnTo>
                  <a:pt x="206090" y="78510"/>
                </a:lnTo>
                <a:lnTo>
                  <a:pt x="206090" y="94867"/>
                </a:lnTo>
                <a:lnTo>
                  <a:pt x="202818" y="94867"/>
                </a:lnTo>
                <a:lnTo>
                  <a:pt x="202818" y="98138"/>
                </a:lnTo>
                <a:lnTo>
                  <a:pt x="199547" y="98138"/>
                </a:lnTo>
                <a:lnTo>
                  <a:pt x="199547" y="101409"/>
                </a:lnTo>
                <a:lnTo>
                  <a:pt x="196276" y="101409"/>
                </a:lnTo>
                <a:lnTo>
                  <a:pt x="196276" y="104681"/>
                </a:lnTo>
                <a:lnTo>
                  <a:pt x="193005" y="104681"/>
                </a:lnTo>
                <a:lnTo>
                  <a:pt x="193005" y="107952"/>
                </a:lnTo>
                <a:lnTo>
                  <a:pt x="173377" y="107952"/>
                </a:lnTo>
                <a:lnTo>
                  <a:pt x="173377" y="104681"/>
                </a:lnTo>
                <a:lnTo>
                  <a:pt x="163563" y="104681"/>
                </a:lnTo>
                <a:lnTo>
                  <a:pt x="163563" y="114494"/>
                </a:lnTo>
                <a:lnTo>
                  <a:pt x="160292" y="114494"/>
                </a:lnTo>
                <a:lnTo>
                  <a:pt x="160292" y="121037"/>
                </a:lnTo>
                <a:lnTo>
                  <a:pt x="157021" y="121037"/>
                </a:lnTo>
                <a:lnTo>
                  <a:pt x="157021" y="124308"/>
                </a:lnTo>
                <a:lnTo>
                  <a:pt x="153750" y="124308"/>
                </a:lnTo>
                <a:lnTo>
                  <a:pt x="153750" y="127579"/>
                </a:lnTo>
                <a:lnTo>
                  <a:pt x="147207" y="127579"/>
                </a:lnTo>
                <a:lnTo>
                  <a:pt x="147207" y="130851"/>
                </a:lnTo>
                <a:lnTo>
                  <a:pt x="94867" y="130851"/>
                </a:lnTo>
                <a:lnTo>
                  <a:pt x="94867" y="127579"/>
                </a:lnTo>
                <a:lnTo>
                  <a:pt x="88324" y="127579"/>
                </a:lnTo>
                <a:lnTo>
                  <a:pt x="88324" y="124308"/>
                </a:lnTo>
                <a:lnTo>
                  <a:pt x="85053" y="124308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14494"/>
                </a:lnTo>
                <a:lnTo>
                  <a:pt x="78510" y="114494"/>
                </a:lnTo>
                <a:lnTo>
                  <a:pt x="78510" y="104681"/>
                </a:lnTo>
                <a:lnTo>
                  <a:pt x="81782" y="104681"/>
                </a:lnTo>
                <a:lnTo>
                  <a:pt x="81782" y="98138"/>
                </a:lnTo>
                <a:lnTo>
                  <a:pt x="85053" y="98138"/>
                </a:lnTo>
                <a:lnTo>
                  <a:pt x="85053" y="94867"/>
                </a:lnTo>
                <a:lnTo>
                  <a:pt x="88324" y="94867"/>
                </a:lnTo>
                <a:lnTo>
                  <a:pt x="88324" y="91595"/>
                </a:lnTo>
                <a:lnTo>
                  <a:pt x="75239" y="91595"/>
                </a:lnTo>
                <a:lnTo>
                  <a:pt x="75239" y="88324"/>
                </a:lnTo>
                <a:lnTo>
                  <a:pt x="65425" y="88324"/>
                </a:lnTo>
                <a:lnTo>
                  <a:pt x="65425" y="91595"/>
                </a:lnTo>
                <a:lnTo>
                  <a:pt x="55612" y="91595"/>
                </a:lnTo>
                <a:lnTo>
                  <a:pt x="55612" y="88324"/>
                </a:lnTo>
                <a:lnTo>
                  <a:pt x="49069" y="88324"/>
                </a:lnTo>
                <a:lnTo>
                  <a:pt x="49069" y="85053"/>
                </a:lnTo>
                <a:lnTo>
                  <a:pt x="45798" y="85053"/>
                </a:lnTo>
                <a:lnTo>
                  <a:pt x="45798" y="81782"/>
                </a:lnTo>
                <a:lnTo>
                  <a:pt x="42526" y="81782"/>
                </a:lnTo>
                <a:lnTo>
                  <a:pt x="42526" y="75239"/>
                </a:lnTo>
                <a:lnTo>
                  <a:pt x="39255" y="75239"/>
                </a:lnTo>
                <a:lnTo>
                  <a:pt x="39255" y="65425"/>
                </a:lnTo>
                <a:lnTo>
                  <a:pt x="42526" y="65425"/>
                </a:lnTo>
                <a:lnTo>
                  <a:pt x="42526" y="58883"/>
                </a:lnTo>
                <a:lnTo>
                  <a:pt x="45798" y="58883"/>
                </a:lnTo>
                <a:lnTo>
                  <a:pt x="45798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55612" y="52340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  <a:moveTo>
                  <a:pt x="75239" y="49069"/>
                </a:moveTo>
                <a:lnTo>
                  <a:pt x="65425" y="49069"/>
                </a:lnTo>
                <a:lnTo>
                  <a:pt x="65425" y="52340"/>
                </a:lnTo>
                <a:lnTo>
                  <a:pt x="75239" y="52340"/>
                </a:lnTo>
                <a:lnTo>
                  <a:pt x="75239" y="4906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isible source SEC-093 inset-1 region 67">
            <a:extLst xmlns:a="http://schemas.openxmlformats.org/drawingml/2006/main">
              <a:ext uri="{FF2B5EF4-FFF2-40B4-BE49-F238E27FC236}">
                <a16:creationId xmlns:a16="http://schemas.microsoft.com/office/drawing/2014/main" id="{4C7D11E4-0C3A-4DAE-85C8-39F5C999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813" y="2260608"/>
            <a:ext cx="307499" cy="150478"/>
          </a:xfrm>
          <a:custGeom xmlns:a="http://schemas.openxmlformats.org/drawingml/2006/main">
            <a:pathLst>
              <a:path w="307499" h="150478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9441"/>
                </a:lnTo>
                <a:lnTo>
                  <a:pt x="81782" y="29441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24308" y="52340"/>
                </a:lnTo>
                <a:lnTo>
                  <a:pt x="124308" y="55612"/>
                </a:lnTo>
                <a:lnTo>
                  <a:pt x="127579" y="55612"/>
                </a:lnTo>
                <a:lnTo>
                  <a:pt x="127579" y="65425"/>
                </a:lnTo>
                <a:lnTo>
                  <a:pt x="137393" y="65425"/>
                </a:lnTo>
                <a:lnTo>
                  <a:pt x="137393" y="62154"/>
                </a:lnTo>
                <a:lnTo>
                  <a:pt x="140664" y="62154"/>
                </a:lnTo>
                <a:lnTo>
                  <a:pt x="140664" y="55612"/>
                </a:lnTo>
                <a:lnTo>
                  <a:pt x="143936" y="55612"/>
                </a:lnTo>
                <a:lnTo>
                  <a:pt x="143936" y="52340"/>
                </a:lnTo>
                <a:lnTo>
                  <a:pt x="147207" y="52340"/>
                </a:lnTo>
                <a:lnTo>
                  <a:pt x="147207" y="49069"/>
                </a:lnTo>
                <a:lnTo>
                  <a:pt x="153750" y="49069"/>
                </a:lnTo>
                <a:lnTo>
                  <a:pt x="153750" y="45798"/>
                </a:lnTo>
                <a:lnTo>
                  <a:pt x="196276" y="45798"/>
                </a:lnTo>
                <a:lnTo>
                  <a:pt x="196276" y="42526"/>
                </a:lnTo>
                <a:lnTo>
                  <a:pt x="248616" y="42526"/>
                </a:lnTo>
                <a:lnTo>
                  <a:pt x="248616" y="45798"/>
                </a:lnTo>
                <a:lnTo>
                  <a:pt x="255159" y="45798"/>
                </a:lnTo>
                <a:lnTo>
                  <a:pt x="255159" y="49069"/>
                </a:lnTo>
                <a:lnTo>
                  <a:pt x="258430" y="49069"/>
                </a:lnTo>
                <a:lnTo>
                  <a:pt x="258430" y="52340"/>
                </a:lnTo>
                <a:lnTo>
                  <a:pt x="261701" y="52340"/>
                </a:lnTo>
                <a:lnTo>
                  <a:pt x="261701" y="58883"/>
                </a:lnTo>
                <a:lnTo>
                  <a:pt x="264973" y="58883"/>
                </a:lnTo>
                <a:lnTo>
                  <a:pt x="264973" y="65425"/>
                </a:lnTo>
                <a:lnTo>
                  <a:pt x="294414" y="65425"/>
                </a:lnTo>
                <a:lnTo>
                  <a:pt x="294414" y="68697"/>
                </a:lnTo>
                <a:lnTo>
                  <a:pt x="300956" y="68697"/>
                </a:lnTo>
                <a:lnTo>
                  <a:pt x="300956" y="71968"/>
                </a:lnTo>
                <a:lnTo>
                  <a:pt x="304228" y="71968"/>
                </a:lnTo>
                <a:lnTo>
                  <a:pt x="304228" y="78510"/>
                </a:lnTo>
                <a:lnTo>
                  <a:pt x="307499" y="78510"/>
                </a:lnTo>
                <a:lnTo>
                  <a:pt x="307499" y="94867"/>
                </a:lnTo>
                <a:lnTo>
                  <a:pt x="304228" y="94867"/>
                </a:lnTo>
                <a:lnTo>
                  <a:pt x="304228" y="101409"/>
                </a:lnTo>
                <a:lnTo>
                  <a:pt x="300956" y="101409"/>
                </a:lnTo>
                <a:lnTo>
                  <a:pt x="300956" y="104681"/>
                </a:lnTo>
                <a:lnTo>
                  <a:pt x="294414" y="104681"/>
                </a:lnTo>
                <a:lnTo>
                  <a:pt x="294414" y="107952"/>
                </a:lnTo>
                <a:lnTo>
                  <a:pt x="291143" y="107952"/>
                </a:lnTo>
                <a:lnTo>
                  <a:pt x="291143" y="111223"/>
                </a:lnTo>
                <a:lnTo>
                  <a:pt x="297685" y="111223"/>
                </a:lnTo>
                <a:lnTo>
                  <a:pt x="297685" y="114494"/>
                </a:lnTo>
                <a:lnTo>
                  <a:pt x="300956" y="114494"/>
                </a:lnTo>
                <a:lnTo>
                  <a:pt x="300956" y="117766"/>
                </a:lnTo>
                <a:lnTo>
                  <a:pt x="304228" y="117766"/>
                </a:lnTo>
                <a:lnTo>
                  <a:pt x="304228" y="124308"/>
                </a:lnTo>
                <a:lnTo>
                  <a:pt x="307499" y="124308"/>
                </a:lnTo>
                <a:lnTo>
                  <a:pt x="307499" y="134122"/>
                </a:lnTo>
                <a:lnTo>
                  <a:pt x="304228" y="134122"/>
                </a:lnTo>
                <a:lnTo>
                  <a:pt x="304228" y="140664"/>
                </a:lnTo>
                <a:lnTo>
                  <a:pt x="300956" y="140664"/>
                </a:lnTo>
                <a:lnTo>
                  <a:pt x="300956" y="143936"/>
                </a:lnTo>
                <a:lnTo>
                  <a:pt x="297685" y="143936"/>
                </a:lnTo>
                <a:lnTo>
                  <a:pt x="297685" y="147207"/>
                </a:lnTo>
                <a:lnTo>
                  <a:pt x="291143" y="147207"/>
                </a:lnTo>
                <a:lnTo>
                  <a:pt x="291143" y="150478"/>
                </a:lnTo>
                <a:lnTo>
                  <a:pt x="235531" y="150478"/>
                </a:lnTo>
                <a:lnTo>
                  <a:pt x="235531" y="147207"/>
                </a:lnTo>
                <a:lnTo>
                  <a:pt x="232260" y="147207"/>
                </a:lnTo>
                <a:lnTo>
                  <a:pt x="232260" y="143936"/>
                </a:lnTo>
                <a:lnTo>
                  <a:pt x="228989" y="143936"/>
                </a:lnTo>
                <a:lnTo>
                  <a:pt x="228989" y="140664"/>
                </a:lnTo>
                <a:lnTo>
                  <a:pt x="225717" y="140664"/>
                </a:lnTo>
                <a:lnTo>
                  <a:pt x="225717" y="134122"/>
                </a:lnTo>
                <a:lnTo>
                  <a:pt x="222446" y="134122"/>
                </a:lnTo>
                <a:lnTo>
                  <a:pt x="222446" y="124308"/>
                </a:lnTo>
                <a:lnTo>
                  <a:pt x="225717" y="124308"/>
                </a:lnTo>
                <a:lnTo>
                  <a:pt x="225717" y="117766"/>
                </a:lnTo>
                <a:lnTo>
                  <a:pt x="228989" y="117766"/>
                </a:lnTo>
                <a:lnTo>
                  <a:pt x="228989" y="114494"/>
                </a:lnTo>
                <a:lnTo>
                  <a:pt x="232260" y="114494"/>
                </a:lnTo>
                <a:lnTo>
                  <a:pt x="232260" y="111223"/>
                </a:lnTo>
                <a:lnTo>
                  <a:pt x="238802" y="111223"/>
                </a:lnTo>
                <a:lnTo>
                  <a:pt x="238802" y="107952"/>
                </a:lnTo>
                <a:lnTo>
                  <a:pt x="242074" y="107952"/>
                </a:lnTo>
                <a:lnTo>
                  <a:pt x="242074" y="104681"/>
                </a:lnTo>
                <a:lnTo>
                  <a:pt x="235531" y="104681"/>
                </a:lnTo>
                <a:lnTo>
                  <a:pt x="235531" y="101409"/>
                </a:lnTo>
                <a:lnTo>
                  <a:pt x="232260" y="101409"/>
                </a:lnTo>
                <a:lnTo>
                  <a:pt x="232260" y="98138"/>
                </a:lnTo>
                <a:lnTo>
                  <a:pt x="228989" y="98138"/>
                </a:lnTo>
                <a:lnTo>
                  <a:pt x="228989" y="91595"/>
                </a:lnTo>
                <a:lnTo>
                  <a:pt x="225717" y="91595"/>
                </a:lnTo>
                <a:lnTo>
                  <a:pt x="225717" y="85053"/>
                </a:lnTo>
                <a:lnTo>
                  <a:pt x="202818" y="85053"/>
                </a:lnTo>
                <a:lnTo>
                  <a:pt x="202818" y="88324"/>
                </a:lnTo>
                <a:lnTo>
                  <a:pt x="173377" y="88324"/>
                </a:lnTo>
                <a:lnTo>
                  <a:pt x="173377" y="94867"/>
                </a:lnTo>
                <a:lnTo>
                  <a:pt x="170106" y="94867"/>
                </a:lnTo>
                <a:lnTo>
                  <a:pt x="170106" y="98138"/>
                </a:lnTo>
                <a:lnTo>
                  <a:pt x="166835" y="98138"/>
                </a:lnTo>
                <a:lnTo>
                  <a:pt x="166835" y="101409"/>
                </a:lnTo>
                <a:lnTo>
                  <a:pt x="163563" y="101409"/>
                </a:lnTo>
                <a:lnTo>
                  <a:pt x="163563" y="104681"/>
                </a:lnTo>
                <a:lnTo>
                  <a:pt x="157021" y="104681"/>
                </a:lnTo>
                <a:lnTo>
                  <a:pt x="157021" y="111223"/>
                </a:lnTo>
                <a:lnTo>
                  <a:pt x="163563" y="111223"/>
                </a:lnTo>
                <a:lnTo>
                  <a:pt x="163563" y="114494"/>
                </a:lnTo>
                <a:lnTo>
                  <a:pt x="166835" y="114494"/>
                </a:lnTo>
                <a:lnTo>
                  <a:pt x="166835" y="117766"/>
                </a:lnTo>
                <a:lnTo>
                  <a:pt x="170106" y="117766"/>
                </a:lnTo>
                <a:lnTo>
                  <a:pt x="170106" y="124308"/>
                </a:lnTo>
                <a:lnTo>
                  <a:pt x="173377" y="124308"/>
                </a:lnTo>
                <a:lnTo>
                  <a:pt x="173377" y="134122"/>
                </a:lnTo>
                <a:lnTo>
                  <a:pt x="170106" y="134122"/>
                </a:lnTo>
                <a:lnTo>
                  <a:pt x="170106" y="140664"/>
                </a:lnTo>
                <a:lnTo>
                  <a:pt x="166835" y="140664"/>
                </a:lnTo>
                <a:lnTo>
                  <a:pt x="166835" y="143936"/>
                </a:lnTo>
                <a:lnTo>
                  <a:pt x="163563" y="143936"/>
                </a:lnTo>
                <a:lnTo>
                  <a:pt x="163563" y="147207"/>
                </a:lnTo>
                <a:lnTo>
                  <a:pt x="157021" y="147207"/>
                </a:lnTo>
                <a:lnTo>
                  <a:pt x="157021" y="150478"/>
                </a:lnTo>
                <a:lnTo>
                  <a:pt x="104681" y="150478"/>
                </a:lnTo>
                <a:lnTo>
                  <a:pt x="104681" y="147207"/>
                </a:lnTo>
                <a:lnTo>
                  <a:pt x="98138" y="147207"/>
                </a:lnTo>
                <a:lnTo>
                  <a:pt x="98138" y="143936"/>
                </a:lnTo>
                <a:lnTo>
                  <a:pt x="94867" y="143936"/>
                </a:lnTo>
                <a:lnTo>
                  <a:pt x="94867" y="140664"/>
                </a:lnTo>
                <a:lnTo>
                  <a:pt x="91595" y="140664"/>
                </a:lnTo>
                <a:lnTo>
                  <a:pt x="91595" y="134122"/>
                </a:lnTo>
                <a:lnTo>
                  <a:pt x="88324" y="134122"/>
                </a:lnTo>
                <a:lnTo>
                  <a:pt x="88324" y="124308"/>
                </a:lnTo>
                <a:lnTo>
                  <a:pt x="91595" y="124308"/>
                </a:lnTo>
                <a:lnTo>
                  <a:pt x="91595" y="117766"/>
                </a:lnTo>
                <a:lnTo>
                  <a:pt x="94867" y="117766"/>
                </a:lnTo>
                <a:lnTo>
                  <a:pt x="94867" y="114494"/>
                </a:lnTo>
                <a:lnTo>
                  <a:pt x="98138" y="114494"/>
                </a:lnTo>
                <a:lnTo>
                  <a:pt x="98138" y="111223"/>
                </a:lnTo>
                <a:lnTo>
                  <a:pt x="104681" y="111223"/>
                </a:lnTo>
                <a:lnTo>
                  <a:pt x="104681" y="107952"/>
                </a:lnTo>
                <a:lnTo>
                  <a:pt x="107952" y="107952"/>
                </a:lnTo>
                <a:lnTo>
                  <a:pt x="107952" y="104681"/>
                </a:lnTo>
                <a:lnTo>
                  <a:pt x="104681" y="104681"/>
                </a:lnTo>
                <a:lnTo>
                  <a:pt x="104681" y="101409"/>
                </a:lnTo>
                <a:lnTo>
                  <a:pt x="101409" y="101409"/>
                </a:lnTo>
                <a:lnTo>
                  <a:pt x="101409" y="98138"/>
                </a:lnTo>
                <a:lnTo>
                  <a:pt x="98138" y="98138"/>
                </a:lnTo>
                <a:lnTo>
                  <a:pt x="98138" y="91595"/>
                </a:lnTo>
                <a:lnTo>
                  <a:pt x="94867" y="91595"/>
                </a:lnTo>
                <a:lnTo>
                  <a:pt x="94867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68697"/>
                </a:lnTo>
                <a:lnTo>
                  <a:pt x="42526" y="68697"/>
                </a:lnTo>
                <a:lnTo>
                  <a:pt x="42526" y="58883"/>
                </a:lnTo>
                <a:lnTo>
                  <a:pt x="45798" y="58883"/>
                </a:lnTo>
                <a:lnTo>
                  <a:pt x="45798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isible source SEC-093 inset-1 region 68">
            <a:extLst xmlns:a="http://schemas.openxmlformats.org/drawingml/2006/main">
              <a:ext uri="{FF2B5EF4-FFF2-40B4-BE49-F238E27FC236}">
                <a16:creationId xmlns:a16="http://schemas.microsoft.com/office/drawing/2014/main" id="{CA683AF5-B004-4BBB-A1BF-4224890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893" y="2303135"/>
            <a:ext cx="215904" cy="124308"/>
          </a:xfrm>
          <a:custGeom xmlns:a="http://schemas.openxmlformats.org/drawingml/2006/main">
            <a:pathLst>
              <a:path w="215904" h="124308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2899"/>
                </a:lnTo>
                <a:lnTo>
                  <a:pt x="114494" y="22899"/>
                </a:lnTo>
                <a:lnTo>
                  <a:pt x="114494" y="26170"/>
                </a:lnTo>
                <a:lnTo>
                  <a:pt x="117766" y="26170"/>
                </a:lnTo>
                <a:lnTo>
                  <a:pt x="117766" y="29441"/>
                </a:lnTo>
                <a:lnTo>
                  <a:pt x="121037" y="29441"/>
                </a:lnTo>
                <a:lnTo>
                  <a:pt x="121037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7579" y="35984"/>
                </a:lnTo>
                <a:lnTo>
                  <a:pt x="127579" y="52340"/>
                </a:lnTo>
                <a:lnTo>
                  <a:pt x="124308" y="52340"/>
                </a:lnTo>
                <a:lnTo>
                  <a:pt x="124308" y="55612"/>
                </a:lnTo>
                <a:lnTo>
                  <a:pt x="134122" y="55612"/>
                </a:lnTo>
                <a:lnTo>
                  <a:pt x="134122" y="45798"/>
                </a:lnTo>
                <a:lnTo>
                  <a:pt x="137393" y="45798"/>
                </a:lnTo>
                <a:lnTo>
                  <a:pt x="137393" y="39255"/>
                </a:lnTo>
                <a:lnTo>
                  <a:pt x="140664" y="39255"/>
                </a:lnTo>
                <a:lnTo>
                  <a:pt x="140664" y="35984"/>
                </a:lnTo>
                <a:lnTo>
                  <a:pt x="147207" y="35984"/>
                </a:lnTo>
                <a:lnTo>
                  <a:pt x="147207" y="32713"/>
                </a:lnTo>
                <a:lnTo>
                  <a:pt x="199547" y="32713"/>
                </a:lnTo>
                <a:lnTo>
                  <a:pt x="199547" y="35984"/>
                </a:lnTo>
                <a:lnTo>
                  <a:pt x="206090" y="35984"/>
                </a:lnTo>
                <a:lnTo>
                  <a:pt x="206090" y="39255"/>
                </a:lnTo>
                <a:lnTo>
                  <a:pt x="209361" y="39255"/>
                </a:lnTo>
                <a:lnTo>
                  <a:pt x="209361" y="42526"/>
                </a:lnTo>
                <a:lnTo>
                  <a:pt x="212632" y="42526"/>
                </a:lnTo>
                <a:lnTo>
                  <a:pt x="212632" y="45798"/>
                </a:lnTo>
                <a:lnTo>
                  <a:pt x="215904" y="45798"/>
                </a:lnTo>
                <a:lnTo>
                  <a:pt x="215904" y="62154"/>
                </a:lnTo>
                <a:lnTo>
                  <a:pt x="212632" y="62154"/>
                </a:lnTo>
                <a:lnTo>
                  <a:pt x="212632" y="65425"/>
                </a:lnTo>
                <a:lnTo>
                  <a:pt x="209361" y="65425"/>
                </a:lnTo>
                <a:lnTo>
                  <a:pt x="209361" y="68697"/>
                </a:lnTo>
                <a:lnTo>
                  <a:pt x="206090" y="68697"/>
                </a:lnTo>
                <a:lnTo>
                  <a:pt x="206090" y="71968"/>
                </a:lnTo>
                <a:lnTo>
                  <a:pt x="202818" y="71968"/>
                </a:lnTo>
                <a:lnTo>
                  <a:pt x="202818" y="75239"/>
                </a:lnTo>
                <a:lnTo>
                  <a:pt x="199547" y="75239"/>
                </a:lnTo>
                <a:lnTo>
                  <a:pt x="199547" y="78510"/>
                </a:lnTo>
                <a:lnTo>
                  <a:pt x="206090" y="78510"/>
                </a:lnTo>
                <a:lnTo>
                  <a:pt x="206090" y="81782"/>
                </a:lnTo>
                <a:lnTo>
                  <a:pt x="209361" y="81782"/>
                </a:lnTo>
                <a:lnTo>
                  <a:pt x="209361" y="85053"/>
                </a:lnTo>
                <a:lnTo>
                  <a:pt x="212632" y="85053"/>
                </a:lnTo>
                <a:lnTo>
                  <a:pt x="212632" y="91595"/>
                </a:lnTo>
                <a:lnTo>
                  <a:pt x="215904" y="91595"/>
                </a:lnTo>
                <a:lnTo>
                  <a:pt x="215904" y="101409"/>
                </a:lnTo>
                <a:lnTo>
                  <a:pt x="212632" y="101409"/>
                </a:lnTo>
                <a:lnTo>
                  <a:pt x="212632" y="107952"/>
                </a:lnTo>
                <a:lnTo>
                  <a:pt x="209361" y="107952"/>
                </a:lnTo>
                <a:lnTo>
                  <a:pt x="209361" y="111223"/>
                </a:lnTo>
                <a:lnTo>
                  <a:pt x="206090" y="111223"/>
                </a:lnTo>
                <a:lnTo>
                  <a:pt x="206090" y="114494"/>
                </a:lnTo>
                <a:lnTo>
                  <a:pt x="199547" y="114494"/>
                </a:lnTo>
                <a:lnTo>
                  <a:pt x="199547" y="117766"/>
                </a:lnTo>
                <a:lnTo>
                  <a:pt x="163563" y="117766"/>
                </a:lnTo>
                <a:lnTo>
                  <a:pt x="163563" y="121037"/>
                </a:lnTo>
                <a:lnTo>
                  <a:pt x="157021" y="121037"/>
                </a:lnTo>
                <a:lnTo>
                  <a:pt x="157021" y="124308"/>
                </a:lnTo>
                <a:lnTo>
                  <a:pt x="101409" y="124308"/>
                </a:lnTo>
                <a:lnTo>
                  <a:pt x="101409" y="121037"/>
                </a:lnTo>
                <a:lnTo>
                  <a:pt x="94867" y="121037"/>
                </a:lnTo>
                <a:lnTo>
                  <a:pt x="94867" y="117766"/>
                </a:lnTo>
                <a:lnTo>
                  <a:pt x="91595" y="117766"/>
                </a:lnTo>
                <a:lnTo>
                  <a:pt x="91595" y="111223"/>
                </a:lnTo>
                <a:lnTo>
                  <a:pt x="88324" y="111223"/>
                </a:lnTo>
                <a:lnTo>
                  <a:pt x="88324" y="107952"/>
                </a:lnTo>
                <a:lnTo>
                  <a:pt x="55612" y="107952"/>
                </a:lnTo>
                <a:lnTo>
                  <a:pt x="55612" y="104681"/>
                </a:lnTo>
                <a:lnTo>
                  <a:pt x="52340" y="104681"/>
                </a:lnTo>
                <a:lnTo>
                  <a:pt x="52340" y="101409"/>
                </a:lnTo>
                <a:lnTo>
                  <a:pt x="49069" y="101409"/>
                </a:lnTo>
                <a:lnTo>
                  <a:pt x="49069" y="98138"/>
                </a:lnTo>
                <a:lnTo>
                  <a:pt x="45798" y="98138"/>
                </a:lnTo>
                <a:lnTo>
                  <a:pt x="45798" y="91595"/>
                </a:lnTo>
                <a:lnTo>
                  <a:pt x="42526" y="91595"/>
                </a:lnTo>
                <a:lnTo>
                  <a:pt x="42526" y="81782"/>
                </a:lnTo>
                <a:lnTo>
                  <a:pt x="45798" y="81782"/>
                </a:lnTo>
                <a:lnTo>
                  <a:pt x="45798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58883" y="68697"/>
                </a:lnTo>
                <a:lnTo>
                  <a:pt x="58883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45798" y="55612"/>
                </a:lnTo>
                <a:lnTo>
                  <a:pt x="45798" y="49069"/>
                </a:lnTo>
                <a:lnTo>
                  <a:pt x="42526" y="49069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isible source SEC-093 inset-1 region 69">
            <a:extLst xmlns:a="http://schemas.openxmlformats.org/drawingml/2006/main">
              <a:ext uri="{FF2B5EF4-FFF2-40B4-BE49-F238E27FC236}">
                <a16:creationId xmlns:a16="http://schemas.microsoft.com/office/drawing/2014/main" id="{45A82702-3B86-4F33-B267-5ECAE610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164" y="2519038"/>
            <a:ext cx="215904" cy="88324"/>
          </a:xfrm>
          <a:custGeom xmlns:a="http://schemas.openxmlformats.org/drawingml/2006/main">
            <a:pathLst>
              <a:path w="215904" h="88324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43936" y="45798"/>
                </a:lnTo>
                <a:lnTo>
                  <a:pt x="143936" y="42526"/>
                </a:lnTo>
                <a:lnTo>
                  <a:pt x="150478" y="42526"/>
                </a:lnTo>
                <a:lnTo>
                  <a:pt x="150478" y="39255"/>
                </a:lnTo>
                <a:lnTo>
                  <a:pt x="199547" y="39255"/>
                </a:lnTo>
                <a:lnTo>
                  <a:pt x="199547" y="42526"/>
                </a:lnTo>
                <a:lnTo>
                  <a:pt x="206090" y="42526"/>
                </a:lnTo>
                <a:lnTo>
                  <a:pt x="206090" y="45798"/>
                </a:lnTo>
                <a:lnTo>
                  <a:pt x="209361" y="45798"/>
                </a:lnTo>
                <a:lnTo>
                  <a:pt x="209361" y="49069"/>
                </a:lnTo>
                <a:lnTo>
                  <a:pt x="212632" y="49069"/>
                </a:lnTo>
                <a:lnTo>
                  <a:pt x="212632" y="52340"/>
                </a:lnTo>
                <a:lnTo>
                  <a:pt x="215904" y="52340"/>
                </a:lnTo>
                <a:lnTo>
                  <a:pt x="215904" y="68697"/>
                </a:lnTo>
                <a:lnTo>
                  <a:pt x="212632" y="68697"/>
                </a:lnTo>
                <a:lnTo>
                  <a:pt x="212632" y="71968"/>
                </a:lnTo>
                <a:lnTo>
                  <a:pt x="209361" y="71968"/>
                </a:lnTo>
                <a:lnTo>
                  <a:pt x="209361" y="75239"/>
                </a:lnTo>
                <a:lnTo>
                  <a:pt x="206090" y="75239"/>
                </a:lnTo>
                <a:lnTo>
                  <a:pt x="206090" y="78510"/>
                </a:lnTo>
                <a:lnTo>
                  <a:pt x="202818" y="78510"/>
                </a:lnTo>
                <a:lnTo>
                  <a:pt x="202818" y="81782"/>
                </a:lnTo>
                <a:lnTo>
                  <a:pt x="153750" y="81782"/>
                </a:lnTo>
                <a:lnTo>
                  <a:pt x="153750" y="85053"/>
                </a:lnTo>
                <a:lnTo>
                  <a:pt x="150478" y="85053"/>
                </a:lnTo>
                <a:lnTo>
                  <a:pt x="150478" y="88324"/>
                </a:lnTo>
                <a:lnTo>
                  <a:pt x="107952" y="88324"/>
                </a:lnTo>
                <a:lnTo>
                  <a:pt x="107952" y="85053"/>
                </a:lnTo>
                <a:lnTo>
                  <a:pt x="101409" y="85053"/>
                </a:lnTo>
                <a:lnTo>
                  <a:pt x="101409" y="81782"/>
                </a:lnTo>
                <a:lnTo>
                  <a:pt x="98138" y="81782"/>
                </a:lnTo>
                <a:lnTo>
                  <a:pt x="98138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49069"/>
                </a:lnTo>
                <a:lnTo>
                  <a:pt x="45798" y="49069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isible source SEC-093 inset-1 region 70">
            <a:extLst xmlns:a="http://schemas.openxmlformats.org/drawingml/2006/main">
              <a:ext uri="{FF2B5EF4-FFF2-40B4-BE49-F238E27FC236}">
                <a16:creationId xmlns:a16="http://schemas.microsoft.com/office/drawing/2014/main" id="{F6EFD00C-31E2-4F07-8611-17013E29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06" y="1223617"/>
            <a:ext cx="65425" cy="42526"/>
          </a:xfrm>
          <a:custGeom xmlns:a="http://schemas.openxmlformats.org/drawingml/2006/main">
            <a:pathLst>
              <a:path w="65425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isible source SEC-093 inset-1 region 71">
            <a:extLst xmlns:a="http://schemas.openxmlformats.org/drawingml/2006/main">
              <a:ext uri="{FF2B5EF4-FFF2-40B4-BE49-F238E27FC236}">
                <a16:creationId xmlns:a16="http://schemas.microsoft.com/office/drawing/2014/main" id="{F1B7C86C-95F0-4EDA-8C91-D6BE73BF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51" y="140680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isible source SEC-093 inset-1 region 72">
            <a:extLst xmlns:a="http://schemas.openxmlformats.org/drawingml/2006/main">
              <a:ext uri="{FF2B5EF4-FFF2-40B4-BE49-F238E27FC236}">
                <a16:creationId xmlns:a16="http://schemas.microsoft.com/office/drawing/2014/main" id="{1AD5A778-F66A-4B61-AA87-70ACC5B8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32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isible source SEC-093 inset-1 region 73">
            <a:extLst xmlns:a="http://schemas.openxmlformats.org/drawingml/2006/main">
              <a:ext uri="{FF2B5EF4-FFF2-40B4-BE49-F238E27FC236}">
                <a16:creationId xmlns:a16="http://schemas.microsoft.com/office/drawing/2014/main" id="{53B95621-64EC-4C0E-A741-527A9C2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716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isible source SEC-093 inset-1 region 74">
            <a:extLst xmlns:a="http://schemas.openxmlformats.org/drawingml/2006/main">
              <a:ext uri="{FF2B5EF4-FFF2-40B4-BE49-F238E27FC236}">
                <a16:creationId xmlns:a16="http://schemas.microsoft.com/office/drawing/2014/main" id="{EFF2DABC-FDF5-42B2-8EEA-04E3BA0E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63" y="1635796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isible source SEC-093 inset-1 region 75">
            <a:extLst xmlns:a="http://schemas.openxmlformats.org/drawingml/2006/main">
              <a:ext uri="{FF2B5EF4-FFF2-40B4-BE49-F238E27FC236}">
                <a16:creationId xmlns:a16="http://schemas.microsoft.com/office/drawing/2014/main" id="{12E18A44-5AD4-4448-9C70-A91D265D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615" y="1635796"/>
            <a:ext cx="124308" cy="71968"/>
          </a:xfrm>
          <a:custGeom xmlns:a="http://schemas.openxmlformats.org/drawingml/2006/main">
            <a:pathLst>
              <a:path w="124308" h="71968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8510" y="13085"/>
                </a:lnTo>
                <a:lnTo>
                  <a:pt x="78510" y="16356"/>
                </a:lnTo>
                <a:lnTo>
                  <a:pt x="85053" y="16356"/>
                </a:lnTo>
                <a:lnTo>
                  <a:pt x="85053" y="19628"/>
                </a:lnTo>
                <a:lnTo>
                  <a:pt x="88324" y="19628"/>
                </a:lnTo>
                <a:lnTo>
                  <a:pt x="88324" y="22899"/>
                </a:lnTo>
                <a:lnTo>
                  <a:pt x="91595" y="22899"/>
                </a:lnTo>
                <a:lnTo>
                  <a:pt x="91595" y="29441"/>
                </a:lnTo>
                <a:lnTo>
                  <a:pt x="94867" y="29441"/>
                </a:lnTo>
                <a:lnTo>
                  <a:pt x="94867" y="32713"/>
                </a:lnTo>
                <a:lnTo>
                  <a:pt x="98138" y="32713"/>
                </a:lnTo>
                <a:lnTo>
                  <a:pt x="98138" y="29441"/>
                </a:lnTo>
                <a:lnTo>
                  <a:pt x="107952" y="29441"/>
                </a:lnTo>
                <a:lnTo>
                  <a:pt x="107952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21037" y="39255"/>
                </a:lnTo>
                <a:lnTo>
                  <a:pt x="121037" y="45798"/>
                </a:lnTo>
                <a:lnTo>
                  <a:pt x="124308" y="45798"/>
                </a:lnTo>
                <a:lnTo>
                  <a:pt x="124308" y="55612"/>
                </a:lnTo>
                <a:lnTo>
                  <a:pt x="121037" y="55612"/>
                </a:lnTo>
                <a:lnTo>
                  <a:pt x="121037" y="62154"/>
                </a:lnTo>
                <a:lnTo>
                  <a:pt x="117766" y="62154"/>
                </a:lnTo>
                <a:lnTo>
                  <a:pt x="117766" y="65425"/>
                </a:lnTo>
                <a:lnTo>
                  <a:pt x="114494" y="65425"/>
                </a:lnTo>
                <a:lnTo>
                  <a:pt x="114494" y="68697"/>
                </a:lnTo>
                <a:lnTo>
                  <a:pt x="107952" y="68697"/>
                </a:lnTo>
                <a:lnTo>
                  <a:pt x="107952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88324" y="65425"/>
                </a:lnTo>
                <a:lnTo>
                  <a:pt x="88324" y="62154"/>
                </a:lnTo>
                <a:lnTo>
                  <a:pt x="85053" y="62154"/>
                </a:lnTo>
                <a:lnTo>
                  <a:pt x="85053" y="55612"/>
                </a:lnTo>
                <a:lnTo>
                  <a:pt x="81782" y="55612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45798"/>
                </a:lnTo>
                <a:lnTo>
                  <a:pt x="35984" y="45798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isible source SEC-093 inset-1 region 76">
            <a:extLst xmlns:a="http://schemas.openxmlformats.org/drawingml/2006/main">
              <a:ext uri="{FF2B5EF4-FFF2-40B4-BE49-F238E27FC236}">
                <a16:creationId xmlns:a16="http://schemas.microsoft.com/office/drawing/2014/main" id="{A187763E-74AB-45F1-AA41-EE829764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360" y="1665238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isible source SEC-093 inset-1 region 77">
            <a:extLst xmlns:a="http://schemas.openxmlformats.org/drawingml/2006/main">
              <a:ext uri="{FF2B5EF4-FFF2-40B4-BE49-F238E27FC236}">
                <a16:creationId xmlns:a16="http://schemas.microsoft.com/office/drawing/2014/main" id="{2CC5981F-F2DA-4D15-800D-FE2F97B9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51" y="1678323"/>
            <a:ext cx="62154" cy="42526"/>
          </a:xfrm>
          <a:custGeom xmlns:a="http://schemas.openxmlformats.org/drawingml/2006/main">
            <a:pathLst>
              <a:path w="62154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isible source SEC-093 inset-1 region 78">
            <a:extLst xmlns:a="http://schemas.openxmlformats.org/drawingml/2006/main">
              <a:ext uri="{FF2B5EF4-FFF2-40B4-BE49-F238E27FC236}">
                <a16:creationId xmlns:a16="http://schemas.microsoft.com/office/drawing/2014/main" id="{10112F44-D02C-44C9-B273-7A6DE2C0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987" y="178300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isible source SEC-093 inset-1 region 79">
            <a:extLst xmlns:a="http://schemas.openxmlformats.org/drawingml/2006/main">
              <a:ext uri="{FF2B5EF4-FFF2-40B4-BE49-F238E27FC236}">
                <a16:creationId xmlns:a16="http://schemas.microsoft.com/office/drawing/2014/main" id="{1A0C780C-F29C-4086-B219-FA7ACE0A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53" y="1783003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isible source SEC-093 inset-1 region 80">
            <a:extLst xmlns:a="http://schemas.openxmlformats.org/drawingml/2006/main">
              <a:ext uri="{FF2B5EF4-FFF2-40B4-BE49-F238E27FC236}">
                <a16:creationId xmlns:a16="http://schemas.microsoft.com/office/drawing/2014/main" id="{351B4D28-B170-4244-BF27-B29FE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323" y="1835344"/>
            <a:ext cx="281329" cy="114494"/>
          </a:xfrm>
          <a:custGeom xmlns:a="http://schemas.openxmlformats.org/drawingml/2006/main">
            <a:pathLst>
              <a:path w="281329" h="114494">
                <a:moveTo>
                  <a:pt x="71968" y="26170"/>
                </a:moveTo>
                <a:lnTo>
                  <a:pt x="68697" y="26170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88324" y="42526"/>
                </a:lnTo>
                <a:lnTo>
                  <a:pt x="88324" y="58883"/>
                </a:lnTo>
                <a:lnTo>
                  <a:pt x="85053" y="58883"/>
                </a:lnTo>
                <a:lnTo>
                  <a:pt x="85053" y="62154"/>
                </a:lnTo>
                <a:lnTo>
                  <a:pt x="94867" y="62154"/>
                </a:lnTo>
                <a:lnTo>
                  <a:pt x="94867" y="65425"/>
                </a:lnTo>
                <a:lnTo>
                  <a:pt x="107952" y="65425"/>
                </a:lnTo>
                <a:lnTo>
                  <a:pt x="107952" y="62154"/>
                </a:lnTo>
                <a:lnTo>
                  <a:pt x="111223" y="62154"/>
                </a:lnTo>
                <a:lnTo>
                  <a:pt x="111223" y="58883"/>
                </a:lnTo>
                <a:lnTo>
                  <a:pt x="114494" y="58883"/>
                </a:lnTo>
                <a:lnTo>
                  <a:pt x="114494" y="52340"/>
                </a:lnTo>
                <a:lnTo>
                  <a:pt x="117766" y="52340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45798"/>
                </a:lnTo>
                <a:lnTo>
                  <a:pt x="127579" y="45798"/>
                </a:lnTo>
                <a:lnTo>
                  <a:pt x="127579" y="42526"/>
                </a:lnTo>
                <a:lnTo>
                  <a:pt x="137393" y="42526"/>
                </a:lnTo>
                <a:lnTo>
                  <a:pt x="137393" y="45798"/>
                </a:lnTo>
                <a:lnTo>
                  <a:pt x="143936" y="45798"/>
                </a:lnTo>
                <a:lnTo>
                  <a:pt x="143936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66835" y="45798"/>
                </a:lnTo>
                <a:lnTo>
                  <a:pt x="166835" y="49069"/>
                </a:lnTo>
                <a:lnTo>
                  <a:pt x="170106" y="49069"/>
                </a:lnTo>
                <a:lnTo>
                  <a:pt x="170106" y="52340"/>
                </a:lnTo>
                <a:lnTo>
                  <a:pt x="173377" y="52340"/>
                </a:lnTo>
                <a:lnTo>
                  <a:pt x="173377" y="45798"/>
                </a:lnTo>
                <a:lnTo>
                  <a:pt x="176648" y="45798"/>
                </a:lnTo>
                <a:lnTo>
                  <a:pt x="176648" y="39255"/>
                </a:lnTo>
                <a:lnTo>
                  <a:pt x="179920" y="39255"/>
                </a:lnTo>
                <a:lnTo>
                  <a:pt x="179920" y="35984"/>
                </a:lnTo>
                <a:lnTo>
                  <a:pt x="183191" y="35984"/>
                </a:lnTo>
                <a:lnTo>
                  <a:pt x="183191" y="32713"/>
                </a:lnTo>
                <a:lnTo>
                  <a:pt x="189733" y="32713"/>
                </a:lnTo>
                <a:lnTo>
                  <a:pt x="189733" y="29441"/>
                </a:lnTo>
                <a:lnTo>
                  <a:pt x="193005" y="29441"/>
                </a:lnTo>
                <a:lnTo>
                  <a:pt x="193005" y="26170"/>
                </a:lnTo>
                <a:lnTo>
                  <a:pt x="196276" y="26170"/>
                </a:lnTo>
                <a:lnTo>
                  <a:pt x="196276" y="19628"/>
                </a:lnTo>
                <a:lnTo>
                  <a:pt x="199547" y="19628"/>
                </a:lnTo>
                <a:lnTo>
                  <a:pt x="199547" y="16356"/>
                </a:lnTo>
                <a:lnTo>
                  <a:pt x="202818" y="16356"/>
                </a:lnTo>
                <a:lnTo>
                  <a:pt x="202818" y="13085"/>
                </a:lnTo>
                <a:lnTo>
                  <a:pt x="209361" y="13085"/>
                </a:lnTo>
                <a:lnTo>
                  <a:pt x="209361" y="9814"/>
                </a:lnTo>
                <a:lnTo>
                  <a:pt x="219175" y="9814"/>
                </a:lnTo>
                <a:lnTo>
                  <a:pt x="219175" y="13085"/>
                </a:lnTo>
                <a:lnTo>
                  <a:pt x="225717" y="13085"/>
                </a:lnTo>
                <a:lnTo>
                  <a:pt x="225717" y="9814"/>
                </a:lnTo>
                <a:lnTo>
                  <a:pt x="235531" y="9814"/>
                </a:lnTo>
                <a:lnTo>
                  <a:pt x="235531" y="13085"/>
                </a:lnTo>
                <a:lnTo>
                  <a:pt x="242074" y="13085"/>
                </a:lnTo>
                <a:lnTo>
                  <a:pt x="242074" y="9814"/>
                </a:lnTo>
                <a:lnTo>
                  <a:pt x="255159" y="9814"/>
                </a:lnTo>
                <a:lnTo>
                  <a:pt x="255159" y="13085"/>
                </a:lnTo>
                <a:lnTo>
                  <a:pt x="261701" y="13085"/>
                </a:lnTo>
                <a:lnTo>
                  <a:pt x="261701" y="16356"/>
                </a:lnTo>
                <a:lnTo>
                  <a:pt x="264973" y="16356"/>
                </a:lnTo>
                <a:lnTo>
                  <a:pt x="264973" y="19628"/>
                </a:lnTo>
                <a:lnTo>
                  <a:pt x="268244" y="19628"/>
                </a:lnTo>
                <a:lnTo>
                  <a:pt x="268244" y="26170"/>
                </a:lnTo>
                <a:lnTo>
                  <a:pt x="271515" y="26170"/>
                </a:lnTo>
                <a:lnTo>
                  <a:pt x="271515" y="35984"/>
                </a:lnTo>
                <a:lnTo>
                  <a:pt x="268244" y="35984"/>
                </a:lnTo>
                <a:lnTo>
                  <a:pt x="268244" y="42526"/>
                </a:lnTo>
                <a:lnTo>
                  <a:pt x="264973" y="42526"/>
                </a:lnTo>
                <a:lnTo>
                  <a:pt x="264973" y="45798"/>
                </a:lnTo>
                <a:lnTo>
                  <a:pt x="271515" y="45798"/>
                </a:lnTo>
                <a:lnTo>
                  <a:pt x="271515" y="49069"/>
                </a:lnTo>
                <a:lnTo>
                  <a:pt x="274786" y="49069"/>
                </a:lnTo>
                <a:lnTo>
                  <a:pt x="274786" y="52340"/>
                </a:lnTo>
                <a:lnTo>
                  <a:pt x="278058" y="52340"/>
                </a:lnTo>
                <a:lnTo>
                  <a:pt x="278058" y="58883"/>
                </a:lnTo>
                <a:lnTo>
                  <a:pt x="281329" y="58883"/>
                </a:lnTo>
                <a:lnTo>
                  <a:pt x="281329" y="68697"/>
                </a:lnTo>
                <a:lnTo>
                  <a:pt x="278058" y="68697"/>
                </a:lnTo>
                <a:lnTo>
                  <a:pt x="278058" y="75239"/>
                </a:lnTo>
                <a:lnTo>
                  <a:pt x="274786" y="75239"/>
                </a:lnTo>
                <a:lnTo>
                  <a:pt x="274786" y="78510"/>
                </a:lnTo>
                <a:lnTo>
                  <a:pt x="271515" y="78510"/>
                </a:lnTo>
                <a:lnTo>
                  <a:pt x="271515" y="81782"/>
                </a:lnTo>
                <a:lnTo>
                  <a:pt x="264973" y="81782"/>
                </a:lnTo>
                <a:lnTo>
                  <a:pt x="264973" y="85053"/>
                </a:lnTo>
                <a:lnTo>
                  <a:pt x="251887" y="85053"/>
                </a:lnTo>
                <a:lnTo>
                  <a:pt x="251887" y="81782"/>
                </a:lnTo>
                <a:lnTo>
                  <a:pt x="245345" y="81782"/>
                </a:lnTo>
                <a:lnTo>
                  <a:pt x="245345" y="78510"/>
                </a:lnTo>
                <a:lnTo>
                  <a:pt x="242074" y="78510"/>
                </a:lnTo>
                <a:lnTo>
                  <a:pt x="242074" y="75239"/>
                </a:lnTo>
                <a:lnTo>
                  <a:pt x="238802" y="75239"/>
                </a:lnTo>
                <a:lnTo>
                  <a:pt x="238802" y="68697"/>
                </a:lnTo>
                <a:lnTo>
                  <a:pt x="235531" y="68697"/>
                </a:lnTo>
                <a:lnTo>
                  <a:pt x="235531" y="65425"/>
                </a:lnTo>
                <a:lnTo>
                  <a:pt x="232260" y="65425"/>
                </a:lnTo>
                <a:lnTo>
                  <a:pt x="232260" y="62154"/>
                </a:lnTo>
                <a:lnTo>
                  <a:pt x="225717" y="62154"/>
                </a:lnTo>
                <a:lnTo>
                  <a:pt x="225717" y="58883"/>
                </a:lnTo>
                <a:lnTo>
                  <a:pt x="222446" y="58883"/>
                </a:lnTo>
                <a:lnTo>
                  <a:pt x="222446" y="55612"/>
                </a:lnTo>
                <a:lnTo>
                  <a:pt x="219175" y="55612"/>
                </a:lnTo>
                <a:lnTo>
                  <a:pt x="219175" y="52340"/>
                </a:lnTo>
                <a:lnTo>
                  <a:pt x="215904" y="52340"/>
                </a:lnTo>
                <a:lnTo>
                  <a:pt x="215904" y="55612"/>
                </a:lnTo>
                <a:lnTo>
                  <a:pt x="212632" y="55612"/>
                </a:lnTo>
                <a:lnTo>
                  <a:pt x="212632" y="62154"/>
                </a:lnTo>
                <a:lnTo>
                  <a:pt x="209361" y="62154"/>
                </a:lnTo>
                <a:lnTo>
                  <a:pt x="209361" y="65425"/>
                </a:lnTo>
                <a:lnTo>
                  <a:pt x="206090" y="65425"/>
                </a:lnTo>
                <a:lnTo>
                  <a:pt x="206090" y="68697"/>
                </a:lnTo>
                <a:lnTo>
                  <a:pt x="199547" y="68697"/>
                </a:lnTo>
                <a:lnTo>
                  <a:pt x="199547" y="71968"/>
                </a:lnTo>
                <a:lnTo>
                  <a:pt x="206090" y="71968"/>
                </a:lnTo>
                <a:lnTo>
                  <a:pt x="206090" y="75239"/>
                </a:lnTo>
                <a:lnTo>
                  <a:pt x="212632" y="75239"/>
                </a:lnTo>
                <a:lnTo>
                  <a:pt x="212632" y="78510"/>
                </a:lnTo>
                <a:lnTo>
                  <a:pt x="215904" y="78510"/>
                </a:lnTo>
                <a:lnTo>
                  <a:pt x="215904" y="81782"/>
                </a:lnTo>
                <a:lnTo>
                  <a:pt x="219175" y="81782"/>
                </a:lnTo>
                <a:lnTo>
                  <a:pt x="219175" y="88324"/>
                </a:lnTo>
                <a:lnTo>
                  <a:pt x="222446" y="88324"/>
                </a:lnTo>
                <a:lnTo>
                  <a:pt x="222446" y="98138"/>
                </a:lnTo>
                <a:lnTo>
                  <a:pt x="219175" y="98138"/>
                </a:lnTo>
                <a:lnTo>
                  <a:pt x="219175" y="104681"/>
                </a:lnTo>
                <a:lnTo>
                  <a:pt x="215904" y="104681"/>
                </a:lnTo>
                <a:lnTo>
                  <a:pt x="215904" y="107952"/>
                </a:lnTo>
                <a:lnTo>
                  <a:pt x="212632" y="107952"/>
                </a:lnTo>
                <a:lnTo>
                  <a:pt x="212632" y="111223"/>
                </a:lnTo>
                <a:lnTo>
                  <a:pt x="206090" y="111223"/>
                </a:lnTo>
                <a:lnTo>
                  <a:pt x="206090" y="114494"/>
                </a:lnTo>
                <a:lnTo>
                  <a:pt x="183191" y="114494"/>
                </a:lnTo>
                <a:lnTo>
                  <a:pt x="183191" y="111223"/>
                </a:lnTo>
                <a:lnTo>
                  <a:pt x="173377" y="111223"/>
                </a:lnTo>
                <a:lnTo>
                  <a:pt x="173377" y="114494"/>
                </a:lnTo>
                <a:lnTo>
                  <a:pt x="160292" y="114494"/>
                </a:lnTo>
                <a:lnTo>
                  <a:pt x="160292" y="111223"/>
                </a:lnTo>
                <a:lnTo>
                  <a:pt x="153750" y="111223"/>
                </a:lnTo>
                <a:lnTo>
                  <a:pt x="153750" y="107952"/>
                </a:lnTo>
                <a:lnTo>
                  <a:pt x="150478" y="107952"/>
                </a:lnTo>
                <a:lnTo>
                  <a:pt x="150478" y="104681"/>
                </a:lnTo>
                <a:lnTo>
                  <a:pt x="147207" y="104681"/>
                </a:lnTo>
                <a:lnTo>
                  <a:pt x="147207" y="98138"/>
                </a:lnTo>
                <a:lnTo>
                  <a:pt x="143936" y="98138"/>
                </a:lnTo>
                <a:lnTo>
                  <a:pt x="143936" y="88324"/>
                </a:lnTo>
                <a:lnTo>
                  <a:pt x="147207" y="88324"/>
                </a:lnTo>
                <a:lnTo>
                  <a:pt x="147207" y="85053"/>
                </a:lnTo>
                <a:lnTo>
                  <a:pt x="143936" y="85053"/>
                </a:lnTo>
                <a:lnTo>
                  <a:pt x="143936" y="81782"/>
                </a:lnTo>
                <a:lnTo>
                  <a:pt x="140664" y="81782"/>
                </a:lnTo>
                <a:lnTo>
                  <a:pt x="140664" y="85053"/>
                </a:lnTo>
                <a:lnTo>
                  <a:pt x="137393" y="85053"/>
                </a:lnTo>
                <a:lnTo>
                  <a:pt x="137393" y="88324"/>
                </a:lnTo>
                <a:lnTo>
                  <a:pt x="134122" y="88324"/>
                </a:lnTo>
                <a:lnTo>
                  <a:pt x="134122" y="94867"/>
                </a:lnTo>
                <a:lnTo>
                  <a:pt x="130851" y="94867"/>
                </a:lnTo>
                <a:lnTo>
                  <a:pt x="130851" y="98138"/>
                </a:lnTo>
                <a:lnTo>
                  <a:pt x="127579" y="98138"/>
                </a:lnTo>
                <a:lnTo>
                  <a:pt x="127579" y="101409"/>
                </a:lnTo>
                <a:lnTo>
                  <a:pt x="121037" y="101409"/>
                </a:lnTo>
                <a:lnTo>
                  <a:pt x="121037" y="104681"/>
                </a:lnTo>
                <a:lnTo>
                  <a:pt x="107952" y="104681"/>
                </a:lnTo>
                <a:lnTo>
                  <a:pt x="107952" y="101409"/>
                </a:lnTo>
                <a:lnTo>
                  <a:pt x="94867" y="101409"/>
                </a:lnTo>
                <a:lnTo>
                  <a:pt x="94867" y="104681"/>
                </a:lnTo>
                <a:lnTo>
                  <a:pt x="68697" y="104681"/>
                </a:lnTo>
                <a:lnTo>
                  <a:pt x="68697" y="107952"/>
                </a:lnTo>
                <a:lnTo>
                  <a:pt x="65425" y="107952"/>
                </a:lnTo>
                <a:lnTo>
                  <a:pt x="65425" y="111223"/>
                </a:lnTo>
                <a:lnTo>
                  <a:pt x="58883" y="111223"/>
                </a:lnTo>
                <a:lnTo>
                  <a:pt x="58883" y="114494"/>
                </a:lnTo>
                <a:lnTo>
                  <a:pt x="39255" y="114494"/>
                </a:lnTo>
                <a:lnTo>
                  <a:pt x="39255" y="111223"/>
                </a:lnTo>
                <a:lnTo>
                  <a:pt x="32713" y="111223"/>
                </a:lnTo>
                <a:lnTo>
                  <a:pt x="32713" y="107952"/>
                </a:lnTo>
                <a:lnTo>
                  <a:pt x="29441" y="107952"/>
                </a:lnTo>
                <a:lnTo>
                  <a:pt x="29441" y="104681"/>
                </a:lnTo>
                <a:lnTo>
                  <a:pt x="26170" y="104681"/>
                </a:lnTo>
                <a:lnTo>
                  <a:pt x="26170" y="98138"/>
                </a:lnTo>
                <a:lnTo>
                  <a:pt x="22899" y="98138"/>
                </a:lnTo>
                <a:lnTo>
                  <a:pt x="22899" y="88324"/>
                </a:lnTo>
                <a:lnTo>
                  <a:pt x="26170" y="88324"/>
                </a:lnTo>
                <a:lnTo>
                  <a:pt x="26170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19628" y="39255"/>
                </a:lnTo>
                <a:lnTo>
                  <a:pt x="19628" y="35984"/>
                </a:lnTo>
                <a:lnTo>
                  <a:pt x="22899" y="35984"/>
                </a:lnTo>
                <a:lnTo>
                  <a:pt x="22899" y="32713"/>
                </a:lnTo>
                <a:lnTo>
                  <a:pt x="29441" y="32713"/>
                </a:lnTo>
                <a:lnTo>
                  <a:pt x="29441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55612" y="35984"/>
                </a:lnTo>
                <a:lnTo>
                  <a:pt x="55612" y="32713"/>
                </a:lnTo>
                <a:lnTo>
                  <a:pt x="62154" y="32713"/>
                </a:lnTo>
                <a:lnTo>
                  <a:pt x="62154" y="29441"/>
                </a:lnTo>
                <a:lnTo>
                  <a:pt x="71968" y="29441"/>
                </a:lnTo>
                <a:lnTo>
                  <a:pt x="71968" y="26170"/>
                </a:lnTo>
                <a:close/>
                <a:moveTo>
                  <a:pt x="176648" y="71968"/>
                </a:moveTo>
                <a:lnTo>
                  <a:pt x="173377" y="71968"/>
                </a:lnTo>
                <a:lnTo>
                  <a:pt x="173377" y="75239"/>
                </a:lnTo>
                <a:lnTo>
                  <a:pt x="186462" y="75239"/>
                </a:lnTo>
                <a:lnTo>
                  <a:pt x="186462" y="71968"/>
                </a:lnTo>
                <a:lnTo>
                  <a:pt x="189733" y="71968"/>
                </a:lnTo>
                <a:lnTo>
                  <a:pt x="189733" y="68697"/>
                </a:lnTo>
                <a:lnTo>
                  <a:pt x="183191" y="68697"/>
                </a:lnTo>
                <a:lnTo>
                  <a:pt x="183191" y="65425"/>
                </a:lnTo>
                <a:lnTo>
                  <a:pt x="179920" y="65425"/>
                </a:lnTo>
                <a:lnTo>
                  <a:pt x="179920" y="62154"/>
                </a:lnTo>
                <a:lnTo>
                  <a:pt x="176648" y="62154"/>
                </a:lnTo>
                <a:lnTo>
                  <a:pt x="176648" y="71968"/>
                </a:lnTo>
                <a:close/>
                <a:moveTo>
                  <a:pt x="55612" y="68697"/>
                </a:moveTo>
                <a:lnTo>
                  <a:pt x="55612" y="65425"/>
                </a:lnTo>
                <a:lnTo>
                  <a:pt x="45798" y="65425"/>
                </a:lnTo>
                <a:lnTo>
                  <a:pt x="45798" y="68697"/>
                </a:lnTo>
                <a:lnTo>
                  <a:pt x="42526" y="68697"/>
                </a:lnTo>
                <a:lnTo>
                  <a:pt x="42526" y="71968"/>
                </a:lnTo>
                <a:lnTo>
                  <a:pt x="58883" y="71968"/>
                </a:lnTo>
                <a:lnTo>
                  <a:pt x="58883" y="68697"/>
                </a:lnTo>
                <a:lnTo>
                  <a:pt x="55612" y="68697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isible source SEC-093 inset-1 region 81">
            <a:extLst xmlns:a="http://schemas.openxmlformats.org/drawingml/2006/main">
              <a:ext uri="{FF2B5EF4-FFF2-40B4-BE49-F238E27FC236}">
                <a16:creationId xmlns:a16="http://schemas.microsoft.com/office/drawing/2014/main" id="{1146F4E6-C9D5-40E8-8881-EA7A78D8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477" y="1998907"/>
            <a:ext cx="117766" cy="81782"/>
          </a:xfrm>
          <a:custGeom xmlns:a="http://schemas.openxmlformats.org/drawingml/2006/main">
            <a:pathLst>
              <a:path w="117766" h="81782">
                <a:moveTo>
                  <a:pt x="39255" y="26170"/>
                </a:moveTo>
                <a:lnTo>
                  <a:pt x="35984" y="26170"/>
                </a:lnTo>
                <a:lnTo>
                  <a:pt x="35984" y="16356"/>
                </a:lnTo>
                <a:lnTo>
                  <a:pt x="39255" y="16356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62154" y="42526"/>
                </a:lnTo>
                <a:lnTo>
                  <a:pt x="62154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68697" y="49069"/>
                </a:lnTo>
                <a:lnTo>
                  <a:pt x="68697" y="55612"/>
                </a:lnTo>
                <a:lnTo>
                  <a:pt x="71968" y="55612"/>
                </a:lnTo>
                <a:lnTo>
                  <a:pt x="71968" y="65425"/>
                </a:lnTo>
                <a:lnTo>
                  <a:pt x="68697" y="65425"/>
                </a:lnTo>
                <a:lnTo>
                  <a:pt x="68697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78510"/>
                </a:lnTo>
                <a:lnTo>
                  <a:pt x="55612" y="78510"/>
                </a:lnTo>
                <a:lnTo>
                  <a:pt x="55612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9441" y="42526"/>
                </a:lnTo>
                <a:lnTo>
                  <a:pt x="29441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isible source SEC-093 inset-1 region 82">
            <a:extLst xmlns:a="http://schemas.openxmlformats.org/drawingml/2006/main">
              <a:ext uri="{FF2B5EF4-FFF2-40B4-BE49-F238E27FC236}">
                <a16:creationId xmlns:a16="http://schemas.microsoft.com/office/drawing/2014/main" id="{CF3F5274-3C81-435F-801E-9D469896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53" y="1998907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isible source SEC-093 inset-1 region 83">
            <a:extLst xmlns:a="http://schemas.openxmlformats.org/drawingml/2006/main">
              <a:ext uri="{FF2B5EF4-FFF2-40B4-BE49-F238E27FC236}">
                <a16:creationId xmlns:a16="http://schemas.microsoft.com/office/drawing/2014/main" id="{D0D6C31F-689B-4D4E-84FA-50770EA5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41" y="2051247"/>
            <a:ext cx="307499" cy="130851"/>
          </a:xfrm>
          <a:custGeom xmlns:a="http://schemas.openxmlformats.org/drawingml/2006/main">
            <a:pathLst>
              <a:path w="307499" h="130851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27579" y="45798"/>
                </a:lnTo>
                <a:lnTo>
                  <a:pt x="127579" y="49069"/>
                </a:lnTo>
                <a:lnTo>
                  <a:pt x="134122" y="49069"/>
                </a:lnTo>
                <a:lnTo>
                  <a:pt x="134122" y="52340"/>
                </a:lnTo>
                <a:lnTo>
                  <a:pt x="137393" y="52340"/>
                </a:lnTo>
                <a:lnTo>
                  <a:pt x="137393" y="49069"/>
                </a:lnTo>
                <a:lnTo>
                  <a:pt x="143936" y="49069"/>
                </a:lnTo>
                <a:lnTo>
                  <a:pt x="143936" y="45798"/>
                </a:lnTo>
                <a:lnTo>
                  <a:pt x="157021" y="45798"/>
                </a:lnTo>
                <a:lnTo>
                  <a:pt x="157021" y="49069"/>
                </a:lnTo>
                <a:lnTo>
                  <a:pt x="199547" y="49069"/>
                </a:lnTo>
                <a:lnTo>
                  <a:pt x="199547" y="45798"/>
                </a:lnTo>
                <a:lnTo>
                  <a:pt x="202818" y="45798"/>
                </a:lnTo>
                <a:lnTo>
                  <a:pt x="202818" y="42526"/>
                </a:lnTo>
                <a:lnTo>
                  <a:pt x="209361" y="42526"/>
                </a:lnTo>
                <a:lnTo>
                  <a:pt x="209361" y="39255"/>
                </a:lnTo>
                <a:lnTo>
                  <a:pt x="245345" y="39255"/>
                </a:lnTo>
                <a:lnTo>
                  <a:pt x="245345" y="42526"/>
                </a:lnTo>
                <a:lnTo>
                  <a:pt x="251887" y="42526"/>
                </a:lnTo>
                <a:lnTo>
                  <a:pt x="251887" y="45798"/>
                </a:lnTo>
                <a:lnTo>
                  <a:pt x="291143" y="45798"/>
                </a:lnTo>
                <a:lnTo>
                  <a:pt x="291143" y="49069"/>
                </a:lnTo>
                <a:lnTo>
                  <a:pt x="297685" y="49069"/>
                </a:lnTo>
                <a:lnTo>
                  <a:pt x="297685" y="52340"/>
                </a:lnTo>
                <a:lnTo>
                  <a:pt x="300956" y="52340"/>
                </a:lnTo>
                <a:lnTo>
                  <a:pt x="300956" y="55612"/>
                </a:lnTo>
                <a:lnTo>
                  <a:pt x="304228" y="55612"/>
                </a:lnTo>
                <a:lnTo>
                  <a:pt x="304228" y="58883"/>
                </a:lnTo>
                <a:lnTo>
                  <a:pt x="307499" y="58883"/>
                </a:lnTo>
                <a:lnTo>
                  <a:pt x="307499" y="75239"/>
                </a:lnTo>
                <a:lnTo>
                  <a:pt x="304228" y="75239"/>
                </a:lnTo>
                <a:lnTo>
                  <a:pt x="304228" y="78510"/>
                </a:lnTo>
                <a:lnTo>
                  <a:pt x="300956" y="78510"/>
                </a:lnTo>
                <a:lnTo>
                  <a:pt x="300956" y="81782"/>
                </a:lnTo>
                <a:lnTo>
                  <a:pt x="297685" y="81782"/>
                </a:lnTo>
                <a:lnTo>
                  <a:pt x="297685" y="85053"/>
                </a:lnTo>
                <a:lnTo>
                  <a:pt x="294414" y="85053"/>
                </a:lnTo>
                <a:lnTo>
                  <a:pt x="294414" y="88324"/>
                </a:lnTo>
                <a:lnTo>
                  <a:pt x="287871" y="88324"/>
                </a:lnTo>
                <a:lnTo>
                  <a:pt x="287871" y="91595"/>
                </a:lnTo>
                <a:lnTo>
                  <a:pt x="294414" y="91595"/>
                </a:lnTo>
                <a:lnTo>
                  <a:pt x="294414" y="94867"/>
                </a:lnTo>
                <a:lnTo>
                  <a:pt x="297685" y="94867"/>
                </a:lnTo>
                <a:lnTo>
                  <a:pt x="297685" y="98138"/>
                </a:lnTo>
                <a:lnTo>
                  <a:pt x="300956" y="98138"/>
                </a:lnTo>
                <a:lnTo>
                  <a:pt x="300956" y="104681"/>
                </a:lnTo>
                <a:lnTo>
                  <a:pt x="304228" y="104681"/>
                </a:lnTo>
                <a:lnTo>
                  <a:pt x="304228" y="114494"/>
                </a:lnTo>
                <a:lnTo>
                  <a:pt x="300956" y="114494"/>
                </a:lnTo>
                <a:lnTo>
                  <a:pt x="300956" y="121037"/>
                </a:lnTo>
                <a:lnTo>
                  <a:pt x="297685" y="121037"/>
                </a:lnTo>
                <a:lnTo>
                  <a:pt x="297685" y="124308"/>
                </a:lnTo>
                <a:lnTo>
                  <a:pt x="294414" y="124308"/>
                </a:lnTo>
                <a:lnTo>
                  <a:pt x="294414" y="127579"/>
                </a:lnTo>
                <a:lnTo>
                  <a:pt x="287871" y="127579"/>
                </a:lnTo>
                <a:lnTo>
                  <a:pt x="287871" y="130851"/>
                </a:lnTo>
                <a:lnTo>
                  <a:pt x="274786" y="130851"/>
                </a:lnTo>
                <a:lnTo>
                  <a:pt x="274786" y="127579"/>
                </a:lnTo>
                <a:lnTo>
                  <a:pt x="264973" y="127579"/>
                </a:lnTo>
                <a:lnTo>
                  <a:pt x="264973" y="130851"/>
                </a:lnTo>
                <a:lnTo>
                  <a:pt x="242074" y="130851"/>
                </a:lnTo>
                <a:lnTo>
                  <a:pt x="242074" y="127579"/>
                </a:lnTo>
                <a:lnTo>
                  <a:pt x="238802" y="127579"/>
                </a:lnTo>
                <a:lnTo>
                  <a:pt x="238802" y="124308"/>
                </a:lnTo>
                <a:lnTo>
                  <a:pt x="235531" y="124308"/>
                </a:lnTo>
                <a:lnTo>
                  <a:pt x="235531" y="121037"/>
                </a:lnTo>
                <a:lnTo>
                  <a:pt x="232260" y="121037"/>
                </a:lnTo>
                <a:lnTo>
                  <a:pt x="232260" y="114494"/>
                </a:lnTo>
                <a:lnTo>
                  <a:pt x="228989" y="114494"/>
                </a:lnTo>
                <a:lnTo>
                  <a:pt x="228989" y="104681"/>
                </a:lnTo>
                <a:lnTo>
                  <a:pt x="232260" y="104681"/>
                </a:lnTo>
                <a:lnTo>
                  <a:pt x="232260" y="98138"/>
                </a:lnTo>
                <a:lnTo>
                  <a:pt x="235531" y="98138"/>
                </a:lnTo>
                <a:lnTo>
                  <a:pt x="235531" y="94867"/>
                </a:lnTo>
                <a:lnTo>
                  <a:pt x="238802" y="94867"/>
                </a:lnTo>
                <a:lnTo>
                  <a:pt x="238802" y="91595"/>
                </a:lnTo>
                <a:lnTo>
                  <a:pt x="245345" y="91595"/>
                </a:lnTo>
                <a:lnTo>
                  <a:pt x="245345" y="85053"/>
                </a:lnTo>
                <a:lnTo>
                  <a:pt x="238802" y="85053"/>
                </a:lnTo>
                <a:lnTo>
                  <a:pt x="238802" y="81782"/>
                </a:lnTo>
                <a:lnTo>
                  <a:pt x="212632" y="81782"/>
                </a:lnTo>
                <a:lnTo>
                  <a:pt x="212632" y="85053"/>
                </a:lnTo>
                <a:lnTo>
                  <a:pt x="209361" y="85053"/>
                </a:lnTo>
                <a:lnTo>
                  <a:pt x="209361" y="88324"/>
                </a:lnTo>
                <a:lnTo>
                  <a:pt x="202818" y="88324"/>
                </a:lnTo>
                <a:lnTo>
                  <a:pt x="202818" y="91595"/>
                </a:lnTo>
                <a:lnTo>
                  <a:pt x="157021" y="91595"/>
                </a:lnTo>
                <a:lnTo>
                  <a:pt x="157021" y="88324"/>
                </a:lnTo>
                <a:lnTo>
                  <a:pt x="147207" y="88324"/>
                </a:lnTo>
                <a:lnTo>
                  <a:pt x="147207" y="91595"/>
                </a:lnTo>
                <a:lnTo>
                  <a:pt x="153750" y="91595"/>
                </a:lnTo>
                <a:lnTo>
                  <a:pt x="153750" y="94867"/>
                </a:lnTo>
                <a:lnTo>
                  <a:pt x="157021" y="94867"/>
                </a:lnTo>
                <a:lnTo>
                  <a:pt x="157021" y="101409"/>
                </a:lnTo>
                <a:lnTo>
                  <a:pt x="160292" y="101409"/>
                </a:lnTo>
                <a:lnTo>
                  <a:pt x="160292" y="117766"/>
                </a:lnTo>
                <a:lnTo>
                  <a:pt x="157021" y="117766"/>
                </a:lnTo>
                <a:lnTo>
                  <a:pt x="157021" y="124308"/>
                </a:lnTo>
                <a:lnTo>
                  <a:pt x="153750" y="124308"/>
                </a:lnTo>
                <a:lnTo>
                  <a:pt x="153750" y="127579"/>
                </a:lnTo>
                <a:lnTo>
                  <a:pt x="147207" y="127579"/>
                </a:lnTo>
                <a:lnTo>
                  <a:pt x="147207" y="130851"/>
                </a:lnTo>
                <a:lnTo>
                  <a:pt x="117766" y="130851"/>
                </a:lnTo>
                <a:lnTo>
                  <a:pt x="117766" y="127579"/>
                </a:lnTo>
                <a:lnTo>
                  <a:pt x="111223" y="127579"/>
                </a:lnTo>
                <a:lnTo>
                  <a:pt x="111223" y="124308"/>
                </a:lnTo>
                <a:lnTo>
                  <a:pt x="107952" y="124308"/>
                </a:lnTo>
                <a:lnTo>
                  <a:pt x="107952" y="121037"/>
                </a:lnTo>
                <a:lnTo>
                  <a:pt x="104681" y="121037"/>
                </a:lnTo>
                <a:lnTo>
                  <a:pt x="104681" y="114494"/>
                </a:lnTo>
                <a:lnTo>
                  <a:pt x="101409" y="114494"/>
                </a:lnTo>
                <a:lnTo>
                  <a:pt x="101409" y="104681"/>
                </a:lnTo>
                <a:lnTo>
                  <a:pt x="104681" y="104681"/>
                </a:lnTo>
                <a:lnTo>
                  <a:pt x="104681" y="98138"/>
                </a:lnTo>
                <a:lnTo>
                  <a:pt x="107952" y="98138"/>
                </a:lnTo>
                <a:lnTo>
                  <a:pt x="107952" y="94867"/>
                </a:lnTo>
                <a:lnTo>
                  <a:pt x="111223" y="94867"/>
                </a:lnTo>
                <a:lnTo>
                  <a:pt x="111223" y="91595"/>
                </a:lnTo>
                <a:lnTo>
                  <a:pt x="117766" y="91595"/>
                </a:lnTo>
                <a:lnTo>
                  <a:pt x="117766" y="88324"/>
                </a:lnTo>
                <a:lnTo>
                  <a:pt x="104681" y="88324"/>
                </a:lnTo>
                <a:lnTo>
                  <a:pt x="104681" y="85053"/>
                </a:lnTo>
                <a:lnTo>
                  <a:pt x="98138" y="85053"/>
                </a:lnTo>
                <a:lnTo>
                  <a:pt x="98138" y="81782"/>
                </a:lnTo>
                <a:lnTo>
                  <a:pt x="65425" y="81782"/>
                </a:lnTo>
                <a:lnTo>
                  <a:pt x="65425" y="78510"/>
                </a:lnTo>
                <a:lnTo>
                  <a:pt x="58883" y="78510"/>
                </a:lnTo>
                <a:lnTo>
                  <a:pt x="58883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52340" y="71968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55612"/>
                </a:lnTo>
                <a:lnTo>
                  <a:pt x="42526" y="55612"/>
                </a:lnTo>
                <a:lnTo>
                  <a:pt x="42526" y="52340"/>
                </a:lnTo>
                <a:lnTo>
                  <a:pt x="35984" y="52340"/>
                </a:lnTo>
                <a:lnTo>
                  <a:pt x="35984" y="49069"/>
                </a:lnTo>
                <a:lnTo>
                  <a:pt x="32713" y="49069"/>
                </a:lnTo>
                <a:lnTo>
                  <a:pt x="32713" y="45798"/>
                </a:lnTo>
                <a:lnTo>
                  <a:pt x="29441" y="45798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  <a:moveTo>
                  <a:pt x="137393" y="85053"/>
                </a:moveTo>
                <a:lnTo>
                  <a:pt x="137393" y="81782"/>
                </a:lnTo>
                <a:lnTo>
                  <a:pt x="134122" y="81782"/>
                </a:lnTo>
                <a:lnTo>
                  <a:pt x="134122" y="85053"/>
                </a:lnTo>
                <a:lnTo>
                  <a:pt x="127579" y="85053"/>
                </a:lnTo>
                <a:lnTo>
                  <a:pt x="127579" y="88324"/>
                </a:lnTo>
                <a:lnTo>
                  <a:pt x="143936" y="88324"/>
                </a:lnTo>
                <a:lnTo>
                  <a:pt x="143936" y="85053"/>
                </a:lnTo>
                <a:lnTo>
                  <a:pt x="137393" y="85053"/>
                </a:lnTo>
                <a:close/>
                <a:moveTo>
                  <a:pt x="274786" y="88324"/>
                </a:moveTo>
                <a:lnTo>
                  <a:pt x="264973" y="88324"/>
                </a:lnTo>
                <a:lnTo>
                  <a:pt x="264973" y="91595"/>
                </a:lnTo>
                <a:lnTo>
                  <a:pt x="274786" y="91595"/>
                </a:lnTo>
                <a:lnTo>
                  <a:pt x="274786" y="8832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isible source SEC-093 inset-1 region 84">
            <a:extLst xmlns:a="http://schemas.openxmlformats.org/drawingml/2006/main">
              <a:ext uri="{FF2B5EF4-FFF2-40B4-BE49-F238E27FC236}">
                <a16:creationId xmlns:a16="http://schemas.microsoft.com/office/drawing/2014/main" id="{7F9A8078-C9C6-434F-BFFD-A865D07C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339" y="2211539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isible source SEC-093 inset-1 region 85">
            <a:extLst xmlns:a="http://schemas.openxmlformats.org/drawingml/2006/main">
              <a:ext uri="{FF2B5EF4-FFF2-40B4-BE49-F238E27FC236}">
                <a16:creationId xmlns:a16="http://schemas.microsoft.com/office/drawing/2014/main" id="{108CD88B-FF99-47BD-ABB5-E0D5EA1D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935" y="2211539"/>
            <a:ext cx="121037" cy="71968"/>
          </a:xfrm>
          <a:custGeom xmlns:a="http://schemas.openxmlformats.org/drawingml/2006/main">
            <a:pathLst>
              <a:path w="121037" h="71968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71968" y="42526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58883" y="68697"/>
                </a:lnTo>
                <a:lnTo>
                  <a:pt x="58883" y="71968"/>
                </a:lnTo>
                <a:lnTo>
                  <a:pt x="13085" y="71968"/>
                </a:lnTo>
                <a:lnTo>
                  <a:pt x="13085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49069" y="29441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isible source SEC-093 inset-1 region 86">
            <a:extLst xmlns:a="http://schemas.openxmlformats.org/drawingml/2006/main">
              <a:ext uri="{FF2B5EF4-FFF2-40B4-BE49-F238E27FC236}">
                <a16:creationId xmlns:a16="http://schemas.microsoft.com/office/drawing/2014/main" id="{A09C14E4-71AD-4659-9A7A-E4FB302D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41" y="2424171"/>
            <a:ext cx="173377" cy="173377"/>
          </a:xfrm>
          <a:custGeom xmlns:a="http://schemas.openxmlformats.org/drawingml/2006/main">
            <a:pathLst>
              <a:path w="173377" h="173377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3085"/>
                </a:lnTo>
                <a:lnTo>
                  <a:pt x="130851" y="13085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71968"/>
                </a:lnTo>
                <a:lnTo>
                  <a:pt x="88324" y="71968"/>
                </a:lnTo>
                <a:lnTo>
                  <a:pt x="88324" y="81782"/>
                </a:lnTo>
                <a:lnTo>
                  <a:pt x="85053" y="81782"/>
                </a:lnTo>
                <a:lnTo>
                  <a:pt x="85053" y="88324"/>
                </a:lnTo>
                <a:lnTo>
                  <a:pt x="81782" y="88324"/>
                </a:lnTo>
                <a:lnTo>
                  <a:pt x="81782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17766" y="101409"/>
                </a:lnTo>
                <a:lnTo>
                  <a:pt x="117766" y="104681"/>
                </a:lnTo>
                <a:lnTo>
                  <a:pt x="121037" y="104681"/>
                </a:lnTo>
                <a:lnTo>
                  <a:pt x="121037" y="111223"/>
                </a:lnTo>
                <a:lnTo>
                  <a:pt x="124308" y="111223"/>
                </a:lnTo>
                <a:lnTo>
                  <a:pt x="124308" y="121037"/>
                </a:lnTo>
                <a:lnTo>
                  <a:pt x="121037" y="121037"/>
                </a:lnTo>
                <a:lnTo>
                  <a:pt x="121037" y="127579"/>
                </a:lnTo>
                <a:lnTo>
                  <a:pt x="117766" y="127579"/>
                </a:lnTo>
                <a:lnTo>
                  <a:pt x="117766" y="130851"/>
                </a:lnTo>
                <a:lnTo>
                  <a:pt x="157021" y="130851"/>
                </a:lnTo>
                <a:lnTo>
                  <a:pt x="157021" y="134122"/>
                </a:lnTo>
                <a:lnTo>
                  <a:pt x="163563" y="134122"/>
                </a:lnTo>
                <a:lnTo>
                  <a:pt x="163563" y="137393"/>
                </a:lnTo>
                <a:lnTo>
                  <a:pt x="166835" y="137393"/>
                </a:lnTo>
                <a:lnTo>
                  <a:pt x="166835" y="140664"/>
                </a:lnTo>
                <a:lnTo>
                  <a:pt x="170106" y="140664"/>
                </a:lnTo>
                <a:lnTo>
                  <a:pt x="170106" y="147207"/>
                </a:lnTo>
                <a:lnTo>
                  <a:pt x="173377" y="147207"/>
                </a:lnTo>
                <a:lnTo>
                  <a:pt x="173377" y="157021"/>
                </a:lnTo>
                <a:lnTo>
                  <a:pt x="170106" y="157021"/>
                </a:lnTo>
                <a:lnTo>
                  <a:pt x="170106" y="163563"/>
                </a:lnTo>
                <a:lnTo>
                  <a:pt x="166835" y="163563"/>
                </a:lnTo>
                <a:lnTo>
                  <a:pt x="166835" y="166835"/>
                </a:lnTo>
                <a:lnTo>
                  <a:pt x="163563" y="166835"/>
                </a:lnTo>
                <a:lnTo>
                  <a:pt x="163563" y="170106"/>
                </a:lnTo>
                <a:lnTo>
                  <a:pt x="157021" y="170106"/>
                </a:lnTo>
                <a:lnTo>
                  <a:pt x="157021" y="173377"/>
                </a:lnTo>
                <a:lnTo>
                  <a:pt x="107952" y="173377"/>
                </a:lnTo>
                <a:lnTo>
                  <a:pt x="107952" y="170106"/>
                </a:lnTo>
                <a:lnTo>
                  <a:pt x="101409" y="170106"/>
                </a:lnTo>
                <a:lnTo>
                  <a:pt x="101409" y="166835"/>
                </a:lnTo>
                <a:lnTo>
                  <a:pt x="98138" y="166835"/>
                </a:lnTo>
                <a:lnTo>
                  <a:pt x="98138" y="163563"/>
                </a:lnTo>
                <a:lnTo>
                  <a:pt x="94867" y="163563"/>
                </a:lnTo>
                <a:lnTo>
                  <a:pt x="94867" y="157021"/>
                </a:lnTo>
                <a:lnTo>
                  <a:pt x="91595" y="157021"/>
                </a:lnTo>
                <a:lnTo>
                  <a:pt x="91595" y="147207"/>
                </a:lnTo>
                <a:lnTo>
                  <a:pt x="94867" y="147207"/>
                </a:lnTo>
                <a:lnTo>
                  <a:pt x="94867" y="140664"/>
                </a:lnTo>
                <a:lnTo>
                  <a:pt x="98138" y="140664"/>
                </a:lnTo>
                <a:lnTo>
                  <a:pt x="98138" y="137393"/>
                </a:lnTo>
                <a:lnTo>
                  <a:pt x="62154" y="137393"/>
                </a:lnTo>
                <a:lnTo>
                  <a:pt x="62154" y="134122"/>
                </a:lnTo>
                <a:lnTo>
                  <a:pt x="55612" y="134122"/>
                </a:lnTo>
                <a:lnTo>
                  <a:pt x="55612" y="130851"/>
                </a:lnTo>
                <a:lnTo>
                  <a:pt x="52340" y="130851"/>
                </a:lnTo>
                <a:lnTo>
                  <a:pt x="52340" y="124308"/>
                </a:lnTo>
                <a:lnTo>
                  <a:pt x="49069" y="124308"/>
                </a:lnTo>
                <a:lnTo>
                  <a:pt x="49069" y="107952"/>
                </a:lnTo>
                <a:lnTo>
                  <a:pt x="52340" y="107952"/>
                </a:lnTo>
                <a:lnTo>
                  <a:pt x="52340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19628" y="98138"/>
                </a:lnTo>
                <a:lnTo>
                  <a:pt x="19628" y="94867"/>
                </a:lnTo>
                <a:lnTo>
                  <a:pt x="13085" y="94867"/>
                </a:lnTo>
                <a:lnTo>
                  <a:pt x="13085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isible source SEC-093 inset-1 region 87">
            <a:extLst xmlns:a="http://schemas.openxmlformats.org/drawingml/2006/main">
              <a:ext uri="{FF2B5EF4-FFF2-40B4-BE49-F238E27FC236}">
                <a16:creationId xmlns:a16="http://schemas.microsoft.com/office/drawing/2014/main" id="{92D6B1A3-DDA0-4C42-8714-5C6E6829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935" y="2424171"/>
            <a:ext cx="127579" cy="62154"/>
          </a:xfrm>
          <a:custGeom xmlns:a="http://schemas.openxmlformats.org/drawingml/2006/main">
            <a:pathLst>
              <a:path w="127579" h="62154">
                <a:moveTo>
                  <a:pt x="55612" y="19628"/>
                </a:moveTo>
                <a:lnTo>
                  <a:pt x="55612" y="16356"/>
                </a:ln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8697" y="55612"/>
                </a:lnTo>
                <a:lnTo>
                  <a:pt x="68697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19628"/>
                </a:lnTo>
                <a:lnTo>
                  <a:pt x="55612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isible source SEC-093 inset-1 region 88">
            <a:extLst xmlns:a="http://schemas.openxmlformats.org/drawingml/2006/main">
              <a:ext uri="{FF2B5EF4-FFF2-40B4-BE49-F238E27FC236}">
                <a16:creationId xmlns:a16="http://schemas.microsoft.com/office/drawing/2014/main" id="{64CAE8E6-626A-422D-A889-6A1434AD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63" y="2509224"/>
            <a:ext cx="176648" cy="88324"/>
          </a:xfrm>
          <a:custGeom xmlns:a="http://schemas.openxmlformats.org/drawingml/2006/main">
            <a:pathLst>
              <a:path w="176648" h="88324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114494" y="9814"/>
                </a:lnTo>
                <a:lnTo>
                  <a:pt x="114494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19628"/>
                </a:lnTo>
                <a:lnTo>
                  <a:pt x="127579" y="19628"/>
                </a:lnTo>
                <a:lnTo>
                  <a:pt x="127579" y="26170"/>
                </a:lnTo>
                <a:lnTo>
                  <a:pt x="130851" y="26170"/>
                </a:lnTo>
                <a:lnTo>
                  <a:pt x="130851" y="35984"/>
                </a:lnTo>
                <a:lnTo>
                  <a:pt x="127579" y="35984"/>
                </a:lnTo>
                <a:lnTo>
                  <a:pt x="127579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60292" y="45798"/>
                </a:lnTo>
                <a:lnTo>
                  <a:pt x="160292" y="49069"/>
                </a:lnTo>
                <a:lnTo>
                  <a:pt x="166835" y="49069"/>
                </a:lnTo>
                <a:lnTo>
                  <a:pt x="166835" y="52340"/>
                </a:lnTo>
                <a:lnTo>
                  <a:pt x="170106" y="52340"/>
                </a:lnTo>
                <a:lnTo>
                  <a:pt x="170106" y="55612"/>
                </a:lnTo>
                <a:lnTo>
                  <a:pt x="173377" y="55612"/>
                </a:lnTo>
                <a:lnTo>
                  <a:pt x="173377" y="62154"/>
                </a:lnTo>
                <a:lnTo>
                  <a:pt x="176648" y="62154"/>
                </a:lnTo>
                <a:lnTo>
                  <a:pt x="176648" y="71968"/>
                </a:lnTo>
                <a:lnTo>
                  <a:pt x="173377" y="71968"/>
                </a:lnTo>
                <a:lnTo>
                  <a:pt x="173377" y="78510"/>
                </a:lnTo>
                <a:lnTo>
                  <a:pt x="170106" y="78510"/>
                </a:lnTo>
                <a:lnTo>
                  <a:pt x="170106" y="81782"/>
                </a:lnTo>
                <a:lnTo>
                  <a:pt x="166835" y="81782"/>
                </a:lnTo>
                <a:lnTo>
                  <a:pt x="166835" y="85053"/>
                </a:lnTo>
                <a:lnTo>
                  <a:pt x="160292" y="85053"/>
                </a:lnTo>
                <a:lnTo>
                  <a:pt x="160292" y="88324"/>
                </a:lnTo>
                <a:lnTo>
                  <a:pt x="111223" y="88324"/>
                </a:lnTo>
                <a:lnTo>
                  <a:pt x="111223" y="85053"/>
                </a:lnTo>
                <a:lnTo>
                  <a:pt x="104681" y="85053"/>
                </a:lnTo>
                <a:lnTo>
                  <a:pt x="104681" y="81782"/>
                </a:lnTo>
                <a:lnTo>
                  <a:pt x="101409" y="81782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58883"/>
                </a:lnTo>
                <a:lnTo>
                  <a:pt x="101409" y="58883"/>
                </a:lnTo>
                <a:lnTo>
                  <a:pt x="101409" y="52340"/>
                </a:lnTo>
                <a:lnTo>
                  <a:pt x="62154" y="52340"/>
                </a:lnTo>
                <a:lnTo>
                  <a:pt x="62154" y="49069"/>
                </a:lnTo>
                <a:lnTo>
                  <a:pt x="55612" y="49069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isible source SEC-093 inset-1 region 89">
            <a:extLst xmlns:a="http://schemas.openxmlformats.org/drawingml/2006/main">
              <a:ext uri="{FF2B5EF4-FFF2-40B4-BE49-F238E27FC236}">
                <a16:creationId xmlns:a16="http://schemas.microsoft.com/office/drawing/2014/main" id="{B3659E88-1302-472A-9252-D2CC603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227" y="144279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isible source SEC-093 inset-1 region 90">
            <a:extLst xmlns:a="http://schemas.openxmlformats.org/drawingml/2006/main">
              <a:ext uri="{FF2B5EF4-FFF2-40B4-BE49-F238E27FC236}">
                <a16:creationId xmlns:a16="http://schemas.microsoft.com/office/drawing/2014/main" id="{0AFC0300-658E-4667-96E9-79B8F3B5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158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isible source SEC-093 inset-1 region 91">
            <a:extLst xmlns:a="http://schemas.openxmlformats.org/drawingml/2006/main">
              <a:ext uri="{FF2B5EF4-FFF2-40B4-BE49-F238E27FC236}">
                <a16:creationId xmlns:a16="http://schemas.microsoft.com/office/drawing/2014/main" id="{51733C1A-37CA-4E35-BFFF-17F03537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024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isible source SEC-093 inset-1 region 92">
            <a:extLst xmlns:a="http://schemas.openxmlformats.org/drawingml/2006/main">
              <a:ext uri="{FF2B5EF4-FFF2-40B4-BE49-F238E27FC236}">
                <a16:creationId xmlns:a16="http://schemas.microsoft.com/office/drawing/2014/main" id="{53D21DC7-2F96-4660-B22A-848B7E57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62" y="155074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isible source SEC-093 inset-1 region 93">
            <a:extLst xmlns:a="http://schemas.openxmlformats.org/drawingml/2006/main">
              <a:ext uri="{FF2B5EF4-FFF2-40B4-BE49-F238E27FC236}">
                <a16:creationId xmlns:a16="http://schemas.microsoft.com/office/drawing/2014/main" id="{BC198594-788F-425C-B953-2E6450C9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604" y="1675052"/>
            <a:ext cx="91595" cy="81782"/>
          </a:xfrm>
          <a:custGeom xmlns:a="http://schemas.openxmlformats.org/drawingml/2006/main">
            <a:pathLst>
              <a:path w="91595" h="81782">
                <a:moveTo>
                  <a:pt x="9814" y="26170"/>
                </a:moveTo>
                <a:lnTo>
                  <a:pt x="6543" y="26170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8883" y="26170"/>
                </a:lnTo>
                <a:lnTo>
                  <a:pt x="58883" y="22899"/>
                </a:lnTo>
                <a:lnTo>
                  <a:pt x="65425" y="22899"/>
                </a:lnTo>
                <a:lnTo>
                  <a:pt x="65425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81782" y="22899"/>
                </a:lnTo>
                <a:lnTo>
                  <a:pt x="81782" y="26170"/>
                </a:lnTo>
                <a:lnTo>
                  <a:pt x="85053" y="26170"/>
                </a:lnTo>
                <a:lnTo>
                  <a:pt x="85053" y="29441"/>
                </a:lnTo>
                <a:lnTo>
                  <a:pt x="88324" y="29441"/>
                </a:lnTo>
                <a:lnTo>
                  <a:pt x="88324" y="35984"/>
                </a:lnTo>
                <a:lnTo>
                  <a:pt x="91595" y="35984"/>
                </a:lnTo>
                <a:lnTo>
                  <a:pt x="91595" y="45798"/>
                </a:lnTo>
                <a:lnTo>
                  <a:pt x="88324" y="45798"/>
                </a:lnTo>
                <a:lnTo>
                  <a:pt x="88324" y="52340"/>
                </a:lnTo>
                <a:lnTo>
                  <a:pt x="85053" y="52340"/>
                </a:lnTo>
                <a:lnTo>
                  <a:pt x="85053" y="55612"/>
                </a:lnTo>
                <a:lnTo>
                  <a:pt x="81782" y="55612"/>
                </a:lnTo>
                <a:lnTo>
                  <a:pt x="81782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65425" y="62154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65425"/>
                </a:lnTo>
                <a:lnTo>
                  <a:pt x="58883" y="65425"/>
                </a:lnTo>
                <a:lnTo>
                  <a:pt x="58883" y="71968"/>
                </a:lnTo>
                <a:lnTo>
                  <a:pt x="55612" y="71968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78510"/>
                </a:lnTo>
                <a:lnTo>
                  <a:pt x="45798" y="78510"/>
                </a:lnTo>
                <a:lnTo>
                  <a:pt x="45798" y="81782"/>
                </a:lnTo>
                <a:lnTo>
                  <a:pt x="35984" y="81782"/>
                </a:lnTo>
                <a:lnTo>
                  <a:pt x="35984" y="78510"/>
                </a:lnTo>
                <a:lnTo>
                  <a:pt x="26170" y="78510"/>
                </a:lnTo>
                <a:lnTo>
                  <a:pt x="26170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5984"/>
                </a:lnTo>
                <a:lnTo>
                  <a:pt x="13085" y="35984"/>
                </a:lnTo>
                <a:lnTo>
                  <a:pt x="13085" y="32713"/>
                </a:lnTo>
                <a:lnTo>
                  <a:pt x="9814" y="32713"/>
                </a:lnTo>
                <a:lnTo>
                  <a:pt x="9814" y="26170"/>
                </a:lnTo>
                <a:close/>
                <a:moveTo>
                  <a:pt x="55612" y="29441"/>
                </a:moveTo>
                <a:lnTo>
                  <a:pt x="55612" y="26170"/>
                </a:lnTo>
                <a:lnTo>
                  <a:pt x="52340" y="26170"/>
                </a:lnTo>
                <a:lnTo>
                  <a:pt x="52340" y="29441"/>
                </a:lnTo>
                <a:lnTo>
                  <a:pt x="55612" y="29441"/>
                </a:lnTo>
                <a:close/>
                <a:moveTo>
                  <a:pt x="49069" y="35984"/>
                </a:moveTo>
                <a:lnTo>
                  <a:pt x="45798" y="35984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35984"/>
                </a:lnTo>
                <a:close/>
                <a:moveTo>
                  <a:pt x="49069" y="32713"/>
                </a:moveTo>
                <a:lnTo>
                  <a:pt x="49069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isible source SEC-093 inset-1 region 94">
            <a:extLst xmlns:a="http://schemas.openxmlformats.org/drawingml/2006/main">
              <a:ext uri="{FF2B5EF4-FFF2-40B4-BE49-F238E27FC236}">
                <a16:creationId xmlns:a16="http://schemas.microsoft.com/office/drawing/2014/main" id="{ADDBF0DD-C053-4AB5-9AAE-287B8F0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5" y="171103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isible source SEC-093 inset-1 region 95">
            <a:extLst xmlns:a="http://schemas.openxmlformats.org/drawingml/2006/main">
              <a:ext uri="{FF2B5EF4-FFF2-40B4-BE49-F238E27FC236}">
                <a16:creationId xmlns:a16="http://schemas.microsoft.com/office/drawing/2014/main" id="{E8EAF729-7213-4EB5-979B-67A0202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211" y="1763376"/>
            <a:ext cx="140664" cy="62154"/>
          </a:xfrm>
          <a:custGeom xmlns:a="http://schemas.openxmlformats.org/drawingml/2006/main">
            <a:pathLst>
              <a:path w="140664" h="62154">
                <a:moveTo>
                  <a:pt x="65425" y="9814"/>
                </a:moveTo>
                <a:lnTo>
                  <a:pt x="71968" y="9814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98138" y="0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6543"/>
                </a:lnTo>
                <a:lnTo>
                  <a:pt x="107952" y="6543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0"/>
                </a:lnTo>
                <a:lnTo>
                  <a:pt x="124308" y="0"/>
                </a:lnTo>
                <a:lnTo>
                  <a:pt x="124308" y="3271"/>
                </a:lnTo>
                <a:lnTo>
                  <a:pt x="130851" y="3271"/>
                </a:lnTo>
                <a:lnTo>
                  <a:pt x="130851" y="6543"/>
                </a:lnTo>
                <a:lnTo>
                  <a:pt x="134122" y="6543"/>
                </a:lnTo>
                <a:lnTo>
                  <a:pt x="134122" y="9814"/>
                </a:lnTo>
                <a:lnTo>
                  <a:pt x="137393" y="9814"/>
                </a:lnTo>
                <a:lnTo>
                  <a:pt x="137393" y="16356"/>
                </a:lnTo>
                <a:lnTo>
                  <a:pt x="140664" y="16356"/>
                </a:lnTo>
                <a:lnTo>
                  <a:pt x="140664" y="26170"/>
                </a:lnTo>
                <a:lnTo>
                  <a:pt x="137393" y="26170"/>
                </a:lnTo>
                <a:lnTo>
                  <a:pt x="137393" y="32713"/>
                </a:lnTo>
                <a:lnTo>
                  <a:pt x="134122" y="32713"/>
                </a:lnTo>
                <a:lnTo>
                  <a:pt x="134122" y="35984"/>
                </a:lnTo>
                <a:lnTo>
                  <a:pt x="130851" y="35984"/>
                </a:lnTo>
                <a:lnTo>
                  <a:pt x="130851" y="39255"/>
                </a:lnTo>
                <a:lnTo>
                  <a:pt x="124308" y="39255"/>
                </a:lnTo>
                <a:lnTo>
                  <a:pt x="124308" y="42526"/>
                </a:lnTo>
                <a:lnTo>
                  <a:pt x="114494" y="42526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98138" y="39255"/>
                </a:lnTo>
                <a:lnTo>
                  <a:pt x="98138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42526" y="49069"/>
                </a:lnTo>
                <a:lnTo>
                  <a:pt x="42526" y="52340"/>
                </a:lnTo>
                <a:lnTo>
                  <a:pt x="39255" y="52340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29441" y="58883"/>
                </a:lnTo>
                <a:lnTo>
                  <a:pt x="29441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29441" y="19628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13085"/>
                </a:lnTo>
                <a:lnTo>
                  <a:pt x="35984" y="13085"/>
                </a:lnTo>
                <a:lnTo>
                  <a:pt x="35984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65425" y="6543"/>
                </a:lnTo>
                <a:lnTo>
                  <a:pt x="65425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isible source SEC-093 inset-1 region 96">
            <a:extLst xmlns:a="http://schemas.openxmlformats.org/drawingml/2006/main">
              <a:ext uri="{FF2B5EF4-FFF2-40B4-BE49-F238E27FC236}">
                <a16:creationId xmlns:a16="http://schemas.microsoft.com/office/drawing/2014/main" id="{A9D4E454-3725-4E50-B9A9-87A6CB8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583" y="1894226"/>
            <a:ext cx="255159" cy="147207"/>
          </a:xfrm>
          <a:custGeom xmlns:a="http://schemas.openxmlformats.org/drawingml/2006/main">
            <a:pathLst>
              <a:path w="255159" h="147207">
                <a:moveTo>
                  <a:pt x="166835" y="3271"/>
                </a:moveTo>
                <a:lnTo>
                  <a:pt x="166835" y="0"/>
                </a:lnTo>
                <a:lnTo>
                  <a:pt x="176648" y="0"/>
                </a:lnTo>
                <a:lnTo>
                  <a:pt x="176648" y="3271"/>
                </a:lnTo>
                <a:lnTo>
                  <a:pt x="183191" y="3271"/>
                </a:lnTo>
                <a:lnTo>
                  <a:pt x="183191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06090" y="0"/>
                </a:lnTo>
                <a:lnTo>
                  <a:pt x="206090" y="3271"/>
                </a:lnTo>
                <a:lnTo>
                  <a:pt x="222446" y="3271"/>
                </a:lnTo>
                <a:lnTo>
                  <a:pt x="222446" y="6543"/>
                </a:lnTo>
                <a:lnTo>
                  <a:pt x="228989" y="6543"/>
                </a:lnTo>
                <a:lnTo>
                  <a:pt x="228989" y="3271"/>
                </a:lnTo>
                <a:lnTo>
                  <a:pt x="238802" y="3271"/>
                </a:lnTo>
                <a:lnTo>
                  <a:pt x="238802" y="6543"/>
                </a:lnTo>
                <a:lnTo>
                  <a:pt x="245345" y="6543"/>
                </a:lnTo>
                <a:lnTo>
                  <a:pt x="245345" y="9814"/>
                </a:lnTo>
                <a:lnTo>
                  <a:pt x="248616" y="9814"/>
                </a:lnTo>
                <a:lnTo>
                  <a:pt x="248616" y="13085"/>
                </a:lnTo>
                <a:lnTo>
                  <a:pt x="251887" y="13085"/>
                </a:lnTo>
                <a:lnTo>
                  <a:pt x="251887" y="19628"/>
                </a:lnTo>
                <a:lnTo>
                  <a:pt x="255159" y="19628"/>
                </a:lnTo>
                <a:lnTo>
                  <a:pt x="255159" y="29441"/>
                </a:lnTo>
                <a:lnTo>
                  <a:pt x="251887" y="29441"/>
                </a:lnTo>
                <a:lnTo>
                  <a:pt x="251887" y="35984"/>
                </a:lnTo>
                <a:lnTo>
                  <a:pt x="248616" y="35984"/>
                </a:lnTo>
                <a:lnTo>
                  <a:pt x="248616" y="39255"/>
                </a:lnTo>
                <a:lnTo>
                  <a:pt x="245345" y="39255"/>
                </a:lnTo>
                <a:lnTo>
                  <a:pt x="245345" y="42526"/>
                </a:lnTo>
                <a:lnTo>
                  <a:pt x="238802" y="42526"/>
                </a:lnTo>
                <a:lnTo>
                  <a:pt x="238802" y="45798"/>
                </a:lnTo>
                <a:lnTo>
                  <a:pt x="228989" y="45798"/>
                </a:lnTo>
                <a:lnTo>
                  <a:pt x="228989" y="42526"/>
                </a:lnTo>
                <a:lnTo>
                  <a:pt x="222446" y="42526"/>
                </a:lnTo>
                <a:lnTo>
                  <a:pt x="222446" y="45798"/>
                </a:lnTo>
                <a:lnTo>
                  <a:pt x="206090" y="45798"/>
                </a:lnTo>
                <a:lnTo>
                  <a:pt x="206090" y="49069"/>
                </a:lnTo>
                <a:lnTo>
                  <a:pt x="209361" y="49069"/>
                </a:lnTo>
                <a:lnTo>
                  <a:pt x="209361" y="52340"/>
                </a:lnTo>
                <a:lnTo>
                  <a:pt x="212632" y="52340"/>
                </a:lnTo>
                <a:lnTo>
                  <a:pt x="212632" y="58883"/>
                </a:lnTo>
                <a:lnTo>
                  <a:pt x="215904" y="58883"/>
                </a:lnTo>
                <a:lnTo>
                  <a:pt x="215904" y="68697"/>
                </a:lnTo>
                <a:lnTo>
                  <a:pt x="212632" y="68697"/>
                </a:lnTo>
                <a:lnTo>
                  <a:pt x="212632" y="75239"/>
                </a:lnTo>
                <a:lnTo>
                  <a:pt x="209361" y="75239"/>
                </a:lnTo>
                <a:lnTo>
                  <a:pt x="209361" y="78510"/>
                </a:lnTo>
                <a:lnTo>
                  <a:pt x="206090" y="78510"/>
                </a:lnTo>
                <a:lnTo>
                  <a:pt x="206090" y="81782"/>
                </a:lnTo>
                <a:lnTo>
                  <a:pt x="199547" y="81782"/>
                </a:lnTo>
                <a:lnTo>
                  <a:pt x="199547" y="85053"/>
                </a:lnTo>
                <a:lnTo>
                  <a:pt x="189733" y="85053"/>
                </a:lnTo>
                <a:lnTo>
                  <a:pt x="189733" y="81782"/>
                </a:lnTo>
                <a:lnTo>
                  <a:pt x="183191" y="81782"/>
                </a:lnTo>
                <a:lnTo>
                  <a:pt x="183191" y="78510"/>
                </a:lnTo>
                <a:lnTo>
                  <a:pt x="179920" y="78510"/>
                </a:lnTo>
                <a:lnTo>
                  <a:pt x="179920" y="81782"/>
                </a:lnTo>
                <a:lnTo>
                  <a:pt x="173377" y="81782"/>
                </a:lnTo>
                <a:lnTo>
                  <a:pt x="173377" y="85053"/>
                </a:lnTo>
                <a:lnTo>
                  <a:pt x="170106" y="85053"/>
                </a:lnTo>
                <a:lnTo>
                  <a:pt x="170106" y="88324"/>
                </a:lnTo>
                <a:lnTo>
                  <a:pt x="173377" y="88324"/>
                </a:lnTo>
                <a:lnTo>
                  <a:pt x="173377" y="94867"/>
                </a:lnTo>
                <a:lnTo>
                  <a:pt x="176648" y="94867"/>
                </a:lnTo>
                <a:lnTo>
                  <a:pt x="176648" y="104681"/>
                </a:lnTo>
                <a:lnTo>
                  <a:pt x="173377" y="104681"/>
                </a:lnTo>
                <a:lnTo>
                  <a:pt x="173377" y="111223"/>
                </a:lnTo>
                <a:lnTo>
                  <a:pt x="170106" y="111223"/>
                </a:lnTo>
                <a:lnTo>
                  <a:pt x="170106" y="114494"/>
                </a:lnTo>
                <a:lnTo>
                  <a:pt x="166835" y="114494"/>
                </a:lnTo>
                <a:lnTo>
                  <a:pt x="166835" y="117766"/>
                </a:lnTo>
                <a:lnTo>
                  <a:pt x="160292" y="117766"/>
                </a:lnTo>
                <a:lnTo>
                  <a:pt x="160292" y="121037"/>
                </a:lnTo>
                <a:lnTo>
                  <a:pt x="130851" y="121037"/>
                </a:lnTo>
                <a:lnTo>
                  <a:pt x="130851" y="117766"/>
                </a:lnTo>
                <a:lnTo>
                  <a:pt x="121037" y="117766"/>
                </a:lnTo>
                <a:lnTo>
                  <a:pt x="121037" y="121037"/>
                </a:lnTo>
                <a:lnTo>
                  <a:pt x="114494" y="121037"/>
                </a:lnTo>
                <a:lnTo>
                  <a:pt x="114494" y="124308"/>
                </a:lnTo>
                <a:lnTo>
                  <a:pt x="101409" y="124308"/>
                </a:lnTo>
                <a:lnTo>
                  <a:pt x="101409" y="121037"/>
                </a:lnTo>
                <a:lnTo>
                  <a:pt x="94867" y="121037"/>
                </a:lnTo>
                <a:lnTo>
                  <a:pt x="94867" y="124308"/>
                </a:lnTo>
                <a:lnTo>
                  <a:pt x="85053" y="124308"/>
                </a:lnTo>
                <a:lnTo>
                  <a:pt x="85053" y="130851"/>
                </a:lnTo>
                <a:lnTo>
                  <a:pt x="81782" y="130851"/>
                </a:lnTo>
                <a:lnTo>
                  <a:pt x="81782" y="137393"/>
                </a:lnTo>
                <a:lnTo>
                  <a:pt x="78510" y="137393"/>
                </a:lnTo>
                <a:lnTo>
                  <a:pt x="78510" y="140664"/>
                </a:lnTo>
                <a:lnTo>
                  <a:pt x="75239" y="140664"/>
                </a:lnTo>
                <a:lnTo>
                  <a:pt x="75239" y="143936"/>
                </a:lnTo>
                <a:lnTo>
                  <a:pt x="68697" y="143936"/>
                </a:lnTo>
                <a:lnTo>
                  <a:pt x="68697" y="147207"/>
                </a:lnTo>
                <a:lnTo>
                  <a:pt x="55612" y="147207"/>
                </a:lnTo>
                <a:lnTo>
                  <a:pt x="55612" y="143936"/>
                </a:lnTo>
                <a:lnTo>
                  <a:pt x="42526" y="143936"/>
                </a:lnTo>
                <a:lnTo>
                  <a:pt x="42526" y="147207"/>
                </a:lnTo>
                <a:lnTo>
                  <a:pt x="16356" y="147207"/>
                </a:lnTo>
                <a:lnTo>
                  <a:pt x="16356" y="143936"/>
                </a:lnTo>
                <a:lnTo>
                  <a:pt x="9814" y="143936"/>
                </a:lnTo>
                <a:lnTo>
                  <a:pt x="9814" y="140664"/>
                </a:lnTo>
                <a:lnTo>
                  <a:pt x="6543" y="140664"/>
                </a:lnTo>
                <a:lnTo>
                  <a:pt x="6543" y="137393"/>
                </a:lnTo>
                <a:lnTo>
                  <a:pt x="3271" y="137393"/>
                </a:lnTo>
                <a:lnTo>
                  <a:pt x="3271" y="130851"/>
                </a:lnTo>
                <a:lnTo>
                  <a:pt x="0" y="130851"/>
                </a:lnTo>
                <a:lnTo>
                  <a:pt x="0" y="121037"/>
                </a:lnTo>
                <a:lnTo>
                  <a:pt x="3271" y="121037"/>
                </a:lnTo>
                <a:lnTo>
                  <a:pt x="3271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9814" y="111223"/>
                </a:lnTo>
                <a:lnTo>
                  <a:pt x="9814" y="107952"/>
                </a:lnTo>
                <a:lnTo>
                  <a:pt x="16356" y="107952"/>
                </a:lnTo>
                <a:lnTo>
                  <a:pt x="16356" y="104681"/>
                </a:lnTo>
                <a:lnTo>
                  <a:pt x="26170" y="104681"/>
                </a:lnTo>
                <a:lnTo>
                  <a:pt x="26170" y="107952"/>
                </a:lnTo>
                <a:lnTo>
                  <a:pt x="29441" y="107952"/>
                </a:lnTo>
                <a:lnTo>
                  <a:pt x="29441" y="104681"/>
                </a:lnTo>
                <a:lnTo>
                  <a:pt x="42526" y="104681"/>
                </a:lnTo>
                <a:lnTo>
                  <a:pt x="42526" y="107952"/>
                </a:lnTo>
                <a:lnTo>
                  <a:pt x="55612" y="107952"/>
                </a:lnTo>
                <a:lnTo>
                  <a:pt x="55612" y="98138"/>
                </a:lnTo>
                <a:lnTo>
                  <a:pt x="58883" y="98138"/>
                </a:lnTo>
                <a:lnTo>
                  <a:pt x="58883" y="91595"/>
                </a:lnTo>
                <a:lnTo>
                  <a:pt x="62154" y="91595"/>
                </a:lnTo>
                <a:lnTo>
                  <a:pt x="62154" y="81782"/>
                </a:lnTo>
                <a:lnTo>
                  <a:pt x="58883" y="81782"/>
                </a:lnTo>
                <a:lnTo>
                  <a:pt x="58883" y="71968"/>
                </a:lnTo>
                <a:lnTo>
                  <a:pt x="62154" y="71968"/>
                </a:lnTo>
                <a:lnTo>
                  <a:pt x="62154" y="65425"/>
                </a:lnTo>
                <a:lnTo>
                  <a:pt x="65425" y="65425"/>
                </a:lnTo>
                <a:lnTo>
                  <a:pt x="65425" y="62154"/>
                </a:lnTo>
                <a:lnTo>
                  <a:pt x="68697" y="62154"/>
                </a:lnTo>
                <a:lnTo>
                  <a:pt x="68697" y="58883"/>
                </a:lnTo>
                <a:lnTo>
                  <a:pt x="75239" y="58883"/>
                </a:lnTo>
                <a:lnTo>
                  <a:pt x="75239" y="55612"/>
                </a:lnTo>
                <a:lnTo>
                  <a:pt x="104681" y="55612"/>
                </a:lnTo>
                <a:lnTo>
                  <a:pt x="104681" y="52340"/>
                </a:lnTo>
                <a:lnTo>
                  <a:pt x="101409" y="52340"/>
                </a:lnTo>
                <a:lnTo>
                  <a:pt x="101409" y="42526"/>
                </a:lnTo>
                <a:lnTo>
                  <a:pt x="104681" y="42526"/>
                </a:lnTo>
                <a:lnTo>
                  <a:pt x="104681" y="35984"/>
                </a:lnTo>
                <a:lnTo>
                  <a:pt x="107952" y="35984"/>
                </a:lnTo>
                <a:lnTo>
                  <a:pt x="107952" y="32713"/>
                </a:lnTo>
                <a:lnTo>
                  <a:pt x="111223" y="32713"/>
                </a:lnTo>
                <a:lnTo>
                  <a:pt x="111223" y="29441"/>
                </a:lnTo>
                <a:lnTo>
                  <a:pt x="117766" y="29441"/>
                </a:lnTo>
                <a:lnTo>
                  <a:pt x="117766" y="26170"/>
                </a:lnTo>
                <a:lnTo>
                  <a:pt x="137393" y="26170"/>
                </a:lnTo>
                <a:lnTo>
                  <a:pt x="137393" y="29441"/>
                </a:lnTo>
                <a:lnTo>
                  <a:pt x="147207" y="29441"/>
                </a:lnTo>
                <a:lnTo>
                  <a:pt x="147207" y="26170"/>
                </a:lnTo>
                <a:lnTo>
                  <a:pt x="150478" y="26170"/>
                </a:lnTo>
                <a:lnTo>
                  <a:pt x="150478" y="16356"/>
                </a:lnTo>
                <a:lnTo>
                  <a:pt x="153750" y="16356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6543"/>
                </a:lnTo>
                <a:lnTo>
                  <a:pt x="160292" y="6543"/>
                </a:lnTo>
                <a:lnTo>
                  <a:pt x="160292" y="3271"/>
                </a:lnTo>
                <a:lnTo>
                  <a:pt x="166835" y="3271"/>
                </a:lnTo>
                <a:close/>
                <a:moveTo>
                  <a:pt x="199547" y="45798"/>
                </a:moveTo>
                <a:lnTo>
                  <a:pt x="206090" y="45798"/>
                </a:lnTo>
                <a:lnTo>
                  <a:pt x="206090" y="42526"/>
                </a:lnTo>
                <a:lnTo>
                  <a:pt x="199547" y="42526"/>
                </a:lnTo>
                <a:lnTo>
                  <a:pt x="199547" y="45798"/>
                </a:lnTo>
                <a:close/>
                <a:moveTo>
                  <a:pt x="173377" y="45798"/>
                </a:moveTo>
                <a:lnTo>
                  <a:pt x="179920" y="45798"/>
                </a:lnTo>
                <a:lnTo>
                  <a:pt x="179920" y="49069"/>
                </a:lnTo>
                <a:lnTo>
                  <a:pt x="183191" y="49069"/>
                </a:lnTo>
                <a:lnTo>
                  <a:pt x="183191" y="45798"/>
                </a:lnTo>
                <a:lnTo>
                  <a:pt x="189733" y="45798"/>
                </a:lnTo>
                <a:lnTo>
                  <a:pt x="189733" y="42526"/>
                </a:lnTo>
                <a:lnTo>
                  <a:pt x="196276" y="42526"/>
                </a:lnTo>
                <a:lnTo>
                  <a:pt x="196276" y="39255"/>
                </a:lnTo>
                <a:lnTo>
                  <a:pt x="189733" y="39255"/>
                </a:lnTo>
                <a:lnTo>
                  <a:pt x="189733" y="35984"/>
                </a:lnTo>
                <a:lnTo>
                  <a:pt x="183191" y="35984"/>
                </a:lnTo>
                <a:lnTo>
                  <a:pt x="183191" y="39255"/>
                </a:lnTo>
                <a:lnTo>
                  <a:pt x="176648" y="39255"/>
                </a:lnTo>
                <a:lnTo>
                  <a:pt x="176648" y="42526"/>
                </a:lnTo>
                <a:lnTo>
                  <a:pt x="173377" y="42526"/>
                </a:lnTo>
                <a:lnTo>
                  <a:pt x="173377" y="45798"/>
                </a:lnTo>
                <a:close/>
                <a:moveTo>
                  <a:pt x="150478" y="68697"/>
                </a:moveTo>
                <a:lnTo>
                  <a:pt x="147207" y="68697"/>
                </a:lnTo>
                <a:lnTo>
                  <a:pt x="147207" y="65425"/>
                </a:lnTo>
                <a:lnTo>
                  <a:pt x="137393" y="65425"/>
                </a:lnTo>
                <a:lnTo>
                  <a:pt x="137393" y="68697"/>
                </a:lnTo>
                <a:lnTo>
                  <a:pt x="130851" y="68697"/>
                </a:lnTo>
                <a:lnTo>
                  <a:pt x="130851" y="71968"/>
                </a:lnTo>
                <a:lnTo>
                  <a:pt x="134122" y="71968"/>
                </a:lnTo>
                <a:lnTo>
                  <a:pt x="134122" y="78510"/>
                </a:lnTo>
                <a:lnTo>
                  <a:pt x="153750" y="78510"/>
                </a:lnTo>
                <a:lnTo>
                  <a:pt x="153750" y="75239"/>
                </a:lnTo>
                <a:lnTo>
                  <a:pt x="150478" y="75239"/>
                </a:lnTo>
                <a:lnTo>
                  <a:pt x="150478" y="68697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isible source SEC-093 inset-1 region 97">
            <a:extLst xmlns:a="http://schemas.openxmlformats.org/drawingml/2006/main">
              <a:ext uri="{FF2B5EF4-FFF2-40B4-BE49-F238E27FC236}">
                <a16:creationId xmlns:a16="http://schemas.microsoft.com/office/drawing/2014/main" id="{A8394CEA-C6E4-48C8-B848-1B69BC9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70" y="2051247"/>
            <a:ext cx="117766" cy="81782"/>
          </a:xfrm>
          <a:custGeom xmlns:a="http://schemas.openxmlformats.org/drawingml/2006/main">
            <a:pathLst>
              <a:path w="117766" h="8178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1968" y="45798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45798"/>
                </a:lnTo>
                <a:lnTo>
                  <a:pt x="78510" y="45798"/>
                </a:lnTo>
                <a:lnTo>
                  <a:pt x="78510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14494" y="49069"/>
                </a:lnTo>
                <a:lnTo>
                  <a:pt x="114494" y="55612"/>
                </a:lnTo>
                <a:lnTo>
                  <a:pt x="117766" y="55612"/>
                </a:lnTo>
                <a:lnTo>
                  <a:pt x="117766" y="65425"/>
                </a:lnTo>
                <a:lnTo>
                  <a:pt x="114494" y="65425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107952" y="75239"/>
                </a:lnTo>
                <a:lnTo>
                  <a:pt x="107952" y="78510"/>
                </a:lnTo>
                <a:lnTo>
                  <a:pt x="101409" y="78510"/>
                </a:lnTo>
                <a:lnTo>
                  <a:pt x="101409" y="81782"/>
                </a:lnTo>
                <a:lnTo>
                  <a:pt x="85053" y="81782"/>
                </a:lnTo>
                <a:lnTo>
                  <a:pt x="85053" y="78510"/>
                </a:lnTo>
                <a:lnTo>
                  <a:pt x="78510" y="78510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68697" y="75239"/>
                </a:lnTo>
                <a:lnTo>
                  <a:pt x="68697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5798" y="78510"/>
                </a:lnTo>
                <a:lnTo>
                  <a:pt x="45798" y="75239"/>
                </a:lnTo>
                <a:lnTo>
                  <a:pt x="42526" y="75239"/>
                </a:lnTo>
                <a:lnTo>
                  <a:pt x="42526" y="71968"/>
                </a:lnTo>
                <a:lnTo>
                  <a:pt x="39255" y="71968"/>
                </a:lnTo>
                <a:lnTo>
                  <a:pt x="39255" y="65425"/>
                </a:lnTo>
                <a:lnTo>
                  <a:pt x="35984" y="65425"/>
                </a:lnTo>
                <a:lnTo>
                  <a:pt x="35984" y="55612"/>
                </a:lnTo>
                <a:lnTo>
                  <a:pt x="39255" y="55612"/>
                </a:lnTo>
                <a:lnTo>
                  <a:pt x="39255" y="52340"/>
                </a:lnTo>
                <a:lnTo>
                  <a:pt x="32713" y="52340"/>
                </a:lnTo>
                <a:lnTo>
                  <a:pt x="32713" y="49069"/>
                </a:lnTo>
                <a:lnTo>
                  <a:pt x="29441" y="49069"/>
                </a:lnTo>
                <a:lnTo>
                  <a:pt x="29441" y="45798"/>
                </a:lnTo>
                <a:lnTo>
                  <a:pt x="26170" y="45798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isible source SEC-093 inset-1 region 98">
            <a:extLst xmlns:a="http://schemas.openxmlformats.org/drawingml/2006/main">
              <a:ext uri="{FF2B5EF4-FFF2-40B4-BE49-F238E27FC236}">
                <a16:creationId xmlns:a16="http://schemas.microsoft.com/office/drawing/2014/main" id="{5D216721-FBF5-418C-9CBF-4BFE530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668" y="2025077"/>
            <a:ext cx="415451" cy="228989"/>
          </a:xfrm>
          <a:custGeom xmlns:a="http://schemas.openxmlformats.org/drawingml/2006/main">
            <a:pathLst>
              <a:path w="415451" h="228989">
                <a:moveTo>
                  <a:pt x="91595" y="130851"/>
                </a:moveTo>
                <a:lnTo>
                  <a:pt x="91595" y="121037"/>
                </a:lnTo>
                <a:lnTo>
                  <a:pt x="94867" y="121037"/>
                </a:lnTo>
                <a:lnTo>
                  <a:pt x="94867" y="114494"/>
                </a:lnTo>
                <a:lnTo>
                  <a:pt x="98138" y="114494"/>
                </a:lnTo>
                <a:lnTo>
                  <a:pt x="98138" y="111223"/>
                </a:lnTo>
                <a:lnTo>
                  <a:pt x="101409" y="111223"/>
                </a:lnTo>
                <a:lnTo>
                  <a:pt x="101409" y="107952"/>
                </a:lnTo>
                <a:lnTo>
                  <a:pt x="107952" y="107952"/>
                </a:lnTo>
                <a:lnTo>
                  <a:pt x="107952" y="104681"/>
                </a:lnTo>
                <a:lnTo>
                  <a:pt x="127579" y="104681"/>
                </a:lnTo>
                <a:lnTo>
                  <a:pt x="127579" y="101409"/>
                </a:lnTo>
                <a:lnTo>
                  <a:pt x="130851" y="101409"/>
                </a:lnTo>
                <a:lnTo>
                  <a:pt x="130851" y="98138"/>
                </a:lnTo>
                <a:lnTo>
                  <a:pt x="134122" y="98138"/>
                </a:lnTo>
                <a:lnTo>
                  <a:pt x="134122" y="94867"/>
                </a:lnTo>
                <a:lnTo>
                  <a:pt x="140664" y="94867"/>
                </a:lnTo>
                <a:lnTo>
                  <a:pt x="140664" y="91595"/>
                </a:lnTo>
                <a:lnTo>
                  <a:pt x="173377" y="91595"/>
                </a:lnTo>
                <a:lnTo>
                  <a:pt x="173377" y="85053"/>
                </a:lnTo>
                <a:lnTo>
                  <a:pt x="176648" y="85053"/>
                </a:lnTo>
                <a:lnTo>
                  <a:pt x="176648" y="81782"/>
                </a:lnTo>
                <a:lnTo>
                  <a:pt x="179920" y="81782"/>
                </a:lnTo>
                <a:lnTo>
                  <a:pt x="179920" y="78510"/>
                </a:lnTo>
                <a:lnTo>
                  <a:pt x="186462" y="78510"/>
                </a:lnTo>
                <a:lnTo>
                  <a:pt x="186462" y="75239"/>
                </a:lnTo>
                <a:lnTo>
                  <a:pt x="219175" y="75239"/>
                </a:lnTo>
                <a:lnTo>
                  <a:pt x="219175" y="71968"/>
                </a:lnTo>
                <a:lnTo>
                  <a:pt x="222446" y="71968"/>
                </a:lnTo>
                <a:lnTo>
                  <a:pt x="222446" y="68697"/>
                </a:lnTo>
                <a:lnTo>
                  <a:pt x="228989" y="68697"/>
                </a:lnTo>
                <a:lnTo>
                  <a:pt x="228989" y="65425"/>
                </a:lnTo>
                <a:lnTo>
                  <a:pt x="251887" y="65425"/>
                </a:lnTo>
                <a:lnTo>
                  <a:pt x="251887" y="68697"/>
                </a:lnTo>
                <a:lnTo>
                  <a:pt x="255159" y="68697"/>
                </a:lnTo>
                <a:lnTo>
                  <a:pt x="255159" y="65425"/>
                </a:lnTo>
                <a:lnTo>
                  <a:pt x="278058" y="65425"/>
                </a:lnTo>
                <a:lnTo>
                  <a:pt x="278058" y="68697"/>
                </a:lnTo>
                <a:lnTo>
                  <a:pt x="284600" y="68697"/>
                </a:lnTo>
                <a:lnTo>
                  <a:pt x="284600" y="71968"/>
                </a:lnTo>
                <a:lnTo>
                  <a:pt x="294414" y="71968"/>
                </a:lnTo>
                <a:lnTo>
                  <a:pt x="294414" y="75239"/>
                </a:lnTo>
                <a:lnTo>
                  <a:pt x="297685" y="75239"/>
                </a:lnTo>
                <a:lnTo>
                  <a:pt x="297685" y="71968"/>
                </a:lnTo>
                <a:lnTo>
                  <a:pt x="320584" y="71968"/>
                </a:lnTo>
                <a:lnTo>
                  <a:pt x="320584" y="65425"/>
                </a:lnTo>
                <a:lnTo>
                  <a:pt x="317313" y="65425"/>
                </a:lnTo>
                <a:lnTo>
                  <a:pt x="317313" y="62154"/>
                </a:lnTo>
                <a:lnTo>
                  <a:pt x="314042" y="62154"/>
                </a:lnTo>
                <a:lnTo>
                  <a:pt x="314042" y="58883"/>
                </a:lnTo>
                <a:lnTo>
                  <a:pt x="310770" y="58883"/>
                </a:lnTo>
                <a:lnTo>
                  <a:pt x="310770" y="52340"/>
                </a:lnTo>
                <a:lnTo>
                  <a:pt x="307499" y="52340"/>
                </a:lnTo>
                <a:lnTo>
                  <a:pt x="307499" y="42526"/>
                </a:lnTo>
                <a:lnTo>
                  <a:pt x="310770" y="42526"/>
                </a:lnTo>
                <a:lnTo>
                  <a:pt x="310770" y="35984"/>
                </a:lnTo>
                <a:lnTo>
                  <a:pt x="314042" y="35984"/>
                </a:lnTo>
                <a:lnTo>
                  <a:pt x="314042" y="32713"/>
                </a:lnTo>
                <a:lnTo>
                  <a:pt x="317313" y="32713"/>
                </a:lnTo>
                <a:lnTo>
                  <a:pt x="317313" y="29441"/>
                </a:lnTo>
                <a:lnTo>
                  <a:pt x="323855" y="29441"/>
                </a:lnTo>
                <a:lnTo>
                  <a:pt x="323855" y="26170"/>
                </a:lnTo>
                <a:lnTo>
                  <a:pt x="350025" y="26170"/>
                </a:lnTo>
                <a:lnTo>
                  <a:pt x="350025" y="29441"/>
                </a:lnTo>
                <a:lnTo>
                  <a:pt x="356568" y="29441"/>
                </a:lnTo>
                <a:lnTo>
                  <a:pt x="356568" y="16356"/>
                </a:lnTo>
                <a:lnTo>
                  <a:pt x="359839" y="16356"/>
                </a:lnTo>
                <a:lnTo>
                  <a:pt x="359839" y="9814"/>
                </a:lnTo>
                <a:lnTo>
                  <a:pt x="363111" y="9814"/>
                </a:lnTo>
                <a:lnTo>
                  <a:pt x="363111" y="6543"/>
                </a:lnTo>
                <a:lnTo>
                  <a:pt x="366382" y="6543"/>
                </a:lnTo>
                <a:lnTo>
                  <a:pt x="366382" y="3271"/>
                </a:lnTo>
                <a:lnTo>
                  <a:pt x="372924" y="3271"/>
                </a:lnTo>
                <a:lnTo>
                  <a:pt x="372924" y="0"/>
                </a:lnTo>
                <a:lnTo>
                  <a:pt x="399094" y="0"/>
                </a:lnTo>
                <a:lnTo>
                  <a:pt x="399094" y="3271"/>
                </a:lnTo>
                <a:lnTo>
                  <a:pt x="405637" y="3271"/>
                </a:lnTo>
                <a:lnTo>
                  <a:pt x="405637" y="6543"/>
                </a:lnTo>
                <a:lnTo>
                  <a:pt x="408908" y="6543"/>
                </a:lnTo>
                <a:lnTo>
                  <a:pt x="408908" y="9814"/>
                </a:lnTo>
                <a:lnTo>
                  <a:pt x="412180" y="9814"/>
                </a:lnTo>
                <a:lnTo>
                  <a:pt x="412180" y="16356"/>
                </a:lnTo>
                <a:lnTo>
                  <a:pt x="415451" y="16356"/>
                </a:lnTo>
                <a:lnTo>
                  <a:pt x="415451" y="26170"/>
                </a:lnTo>
                <a:lnTo>
                  <a:pt x="412180" y="26170"/>
                </a:lnTo>
                <a:lnTo>
                  <a:pt x="412180" y="32713"/>
                </a:lnTo>
                <a:lnTo>
                  <a:pt x="408908" y="32713"/>
                </a:lnTo>
                <a:lnTo>
                  <a:pt x="408908" y="35984"/>
                </a:lnTo>
                <a:lnTo>
                  <a:pt x="405637" y="35984"/>
                </a:lnTo>
                <a:lnTo>
                  <a:pt x="405637" y="39255"/>
                </a:lnTo>
                <a:lnTo>
                  <a:pt x="399094" y="39255"/>
                </a:lnTo>
                <a:lnTo>
                  <a:pt x="399094" y="42526"/>
                </a:lnTo>
                <a:lnTo>
                  <a:pt x="386009" y="42526"/>
                </a:lnTo>
                <a:lnTo>
                  <a:pt x="386009" y="55612"/>
                </a:lnTo>
                <a:lnTo>
                  <a:pt x="382738" y="55612"/>
                </a:lnTo>
                <a:lnTo>
                  <a:pt x="382738" y="58883"/>
                </a:lnTo>
                <a:lnTo>
                  <a:pt x="379467" y="58883"/>
                </a:lnTo>
                <a:lnTo>
                  <a:pt x="379467" y="62154"/>
                </a:lnTo>
                <a:lnTo>
                  <a:pt x="376196" y="62154"/>
                </a:lnTo>
                <a:lnTo>
                  <a:pt x="376196" y="65425"/>
                </a:lnTo>
                <a:lnTo>
                  <a:pt x="372924" y="65425"/>
                </a:lnTo>
                <a:lnTo>
                  <a:pt x="372924" y="71968"/>
                </a:lnTo>
                <a:lnTo>
                  <a:pt x="369653" y="71968"/>
                </a:lnTo>
                <a:lnTo>
                  <a:pt x="369653" y="75239"/>
                </a:lnTo>
                <a:lnTo>
                  <a:pt x="366382" y="75239"/>
                </a:lnTo>
                <a:lnTo>
                  <a:pt x="366382" y="78510"/>
                </a:lnTo>
                <a:lnTo>
                  <a:pt x="359839" y="78510"/>
                </a:lnTo>
                <a:lnTo>
                  <a:pt x="359839" y="81782"/>
                </a:lnTo>
                <a:lnTo>
                  <a:pt x="336940" y="81782"/>
                </a:lnTo>
                <a:lnTo>
                  <a:pt x="336940" y="85053"/>
                </a:lnTo>
                <a:lnTo>
                  <a:pt x="340212" y="85053"/>
                </a:lnTo>
                <a:lnTo>
                  <a:pt x="340212" y="101409"/>
                </a:lnTo>
                <a:lnTo>
                  <a:pt x="336940" y="101409"/>
                </a:lnTo>
                <a:lnTo>
                  <a:pt x="336940" y="107952"/>
                </a:lnTo>
                <a:lnTo>
                  <a:pt x="333669" y="107952"/>
                </a:lnTo>
                <a:lnTo>
                  <a:pt x="333669" y="111223"/>
                </a:lnTo>
                <a:lnTo>
                  <a:pt x="327127" y="111223"/>
                </a:lnTo>
                <a:lnTo>
                  <a:pt x="327127" y="117766"/>
                </a:lnTo>
                <a:lnTo>
                  <a:pt x="333669" y="117766"/>
                </a:lnTo>
                <a:lnTo>
                  <a:pt x="333669" y="121037"/>
                </a:lnTo>
                <a:lnTo>
                  <a:pt x="336940" y="121037"/>
                </a:lnTo>
                <a:lnTo>
                  <a:pt x="336940" y="124308"/>
                </a:lnTo>
                <a:lnTo>
                  <a:pt x="340212" y="124308"/>
                </a:lnTo>
                <a:lnTo>
                  <a:pt x="340212" y="130851"/>
                </a:lnTo>
                <a:lnTo>
                  <a:pt x="343483" y="130851"/>
                </a:lnTo>
                <a:lnTo>
                  <a:pt x="343483" y="140664"/>
                </a:lnTo>
                <a:lnTo>
                  <a:pt x="340212" y="140664"/>
                </a:lnTo>
                <a:lnTo>
                  <a:pt x="340212" y="147207"/>
                </a:lnTo>
                <a:lnTo>
                  <a:pt x="336940" y="147207"/>
                </a:lnTo>
                <a:lnTo>
                  <a:pt x="336940" y="150478"/>
                </a:lnTo>
                <a:lnTo>
                  <a:pt x="333669" y="150478"/>
                </a:lnTo>
                <a:lnTo>
                  <a:pt x="333669" y="153750"/>
                </a:lnTo>
                <a:lnTo>
                  <a:pt x="327127" y="153750"/>
                </a:lnTo>
                <a:lnTo>
                  <a:pt x="327127" y="157021"/>
                </a:lnTo>
                <a:lnTo>
                  <a:pt x="281329" y="157021"/>
                </a:lnTo>
                <a:lnTo>
                  <a:pt x="281329" y="153750"/>
                </a:lnTo>
                <a:lnTo>
                  <a:pt x="274786" y="153750"/>
                </a:lnTo>
                <a:lnTo>
                  <a:pt x="274786" y="150478"/>
                </a:lnTo>
                <a:lnTo>
                  <a:pt x="271515" y="150478"/>
                </a:lnTo>
                <a:lnTo>
                  <a:pt x="271515" y="147207"/>
                </a:lnTo>
                <a:lnTo>
                  <a:pt x="268244" y="147207"/>
                </a:lnTo>
                <a:lnTo>
                  <a:pt x="268244" y="140664"/>
                </a:lnTo>
                <a:lnTo>
                  <a:pt x="264973" y="140664"/>
                </a:lnTo>
                <a:lnTo>
                  <a:pt x="264973" y="130851"/>
                </a:lnTo>
                <a:lnTo>
                  <a:pt x="268244" y="130851"/>
                </a:lnTo>
                <a:lnTo>
                  <a:pt x="268244" y="124308"/>
                </a:lnTo>
                <a:lnTo>
                  <a:pt x="271515" y="124308"/>
                </a:lnTo>
                <a:lnTo>
                  <a:pt x="271515" y="121037"/>
                </a:lnTo>
                <a:lnTo>
                  <a:pt x="274786" y="121037"/>
                </a:lnTo>
                <a:lnTo>
                  <a:pt x="274786" y="117766"/>
                </a:lnTo>
                <a:lnTo>
                  <a:pt x="281329" y="117766"/>
                </a:lnTo>
                <a:lnTo>
                  <a:pt x="281329" y="114494"/>
                </a:lnTo>
                <a:lnTo>
                  <a:pt x="274786" y="114494"/>
                </a:lnTo>
                <a:lnTo>
                  <a:pt x="274786" y="111223"/>
                </a:lnTo>
                <a:lnTo>
                  <a:pt x="268244" y="111223"/>
                </a:lnTo>
                <a:lnTo>
                  <a:pt x="268244" y="107952"/>
                </a:lnTo>
                <a:lnTo>
                  <a:pt x="242074" y="107952"/>
                </a:lnTo>
                <a:lnTo>
                  <a:pt x="242074" y="111223"/>
                </a:lnTo>
                <a:lnTo>
                  <a:pt x="238802" y="111223"/>
                </a:lnTo>
                <a:lnTo>
                  <a:pt x="238802" y="114494"/>
                </a:lnTo>
                <a:lnTo>
                  <a:pt x="235531" y="114494"/>
                </a:lnTo>
                <a:lnTo>
                  <a:pt x="235531" y="117766"/>
                </a:lnTo>
                <a:lnTo>
                  <a:pt x="199547" y="117766"/>
                </a:lnTo>
                <a:lnTo>
                  <a:pt x="199547" y="124308"/>
                </a:lnTo>
                <a:lnTo>
                  <a:pt x="196276" y="124308"/>
                </a:lnTo>
                <a:lnTo>
                  <a:pt x="196276" y="127579"/>
                </a:lnTo>
                <a:lnTo>
                  <a:pt x="193005" y="127579"/>
                </a:lnTo>
                <a:lnTo>
                  <a:pt x="193005" y="130851"/>
                </a:lnTo>
                <a:lnTo>
                  <a:pt x="189733" y="130851"/>
                </a:lnTo>
                <a:lnTo>
                  <a:pt x="189733" y="134122"/>
                </a:lnTo>
                <a:lnTo>
                  <a:pt x="196276" y="134122"/>
                </a:lnTo>
                <a:lnTo>
                  <a:pt x="196276" y="137393"/>
                </a:lnTo>
                <a:lnTo>
                  <a:pt x="199547" y="137393"/>
                </a:lnTo>
                <a:lnTo>
                  <a:pt x="199547" y="140664"/>
                </a:lnTo>
                <a:lnTo>
                  <a:pt x="202818" y="140664"/>
                </a:lnTo>
                <a:lnTo>
                  <a:pt x="202818" y="147207"/>
                </a:lnTo>
                <a:lnTo>
                  <a:pt x="206090" y="147207"/>
                </a:lnTo>
                <a:lnTo>
                  <a:pt x="206090" y="157021"/>
                </a:lnTo>
                <a:lnTo>
                  <a:pt x="202818" y="157021"/>
                </a:lnTo>
                <a:lnTo>
                  <a:pt x="202818" y="163563"/>
                </a:lnTo>
                <a:lnTo>
                  <a:pt x="199547" y="163563"/>
                </a:lnTo>
                <a:lnTo>
                  <a:pt x="199547" y="166835"/>
                </a:lnTo>
                <a:lnTo>
                  <a:pt x="196276" y="166835"/>
                </a:lnTo>
                <a:lnTo>
                  <a:pt x="196276" y="170106"/>
                </a:lnTo>
                <a:lnTo>
                  <a:pt x="189733" y="170106"/>
                </a:lnTo>
                <a:lnTo>
                  <a:pt x="189733" y="173377"/>
                </a:lnTo>
                <a:lnTo>
                  <a:pt x="157021" y="173377"/>
                </a:lnTo>
                <a:lnTo>
                  <a:pt x="157021" y="183191"/>
                </a:lnTo>
                <a:lnTo>
                  <a:pt x="153750" y="183191"/>
                </a:lnTo>
                <a:lnTo>
                  <a:pt x="153750" y="189733"/>
                </a:lnTo>
                <a:lnTo>
                  <a:pt x="150478" y="189733"/>
                </a:lnTo>
                <a:lnTo>
                  <a:pt x="150478" y="193005"/>
                </a:lnTo>
                <a:lnTo>
                  <a:pt x="147207" y="193005"/>
                </a:lnTo>
                <a:lnTo>
                  <a:pt x="147207" y="196276"/>
                </a:lnTo>
                <a:lnTo>
                  <a:pt x="140664" y="196276"/>
                </a:lnTo>
                <a:lnTo>
                  <a:pt x="140664" y="199547"/>
                </a:lnTo>
                <a:lnTo>
                  <a:pt x="121037" y="199547"/>
                </a:lnTo>
                <a:lnTo>
                  <a:pt x="121037" y="196276"/>
                </a:lnTo>
                <a:lnTo>
                  <a:pt x="111223" y="196276"/>
                </a:lnTo>
                <a:lnTo>
                  <a:pt x="111223" y="199547"/>
                </a:lnTo>
                <a:lnTo>
                  <a:pt x="101409" y="199547"/>
                </a:lnTo>
                <a:lnTo>
                  <a:pt x="101409" y="196276"/>
                </a:lnTo>
                <a:lnTo>
                  <a:pt x="58883" y="196276"/>
                </a:lnTo>
                <a:lnTo>
                  <a:pt x="58883" y="202818"/>
                </a:lnTo>
                <a:lnTo>
                  <a:pt x="62154" y="202818"/>
                </a:lnTo>
                <a:lnTo>
                  <a:pt x="62154" y="212632"/>
                </a:lnTo>
                <a:lnTo>
                  <a:pt x="58883" y="212632"/>
                </a:lnTo>
                <a:lnTo>
                  <a:pt x="58883" y="219175"/>
                </a:lnTo>
                <a:lnTo>
                  <a:pt x="55612" y="219175"/>
                </a:lnTo>
                <a:lnTo>
                  <a:pt x="55612" y="222446"/>
                </a:lnTo>
                <a:lnTo>
                  <a:pt x="52340" y="222446"/>
                </a:lnTo>
                <a:lnTo>
                  <a:pt x="52340" y="225717"/>
                </a:lnTo>
                <a:lnTo>
                  <a:pt x="45798" y="225717"/>
                </a:lnTo>
                <a:lnTo>
                  <a:pt x="45798" y="228989"/>
                </a:lnTo>
                <a:lnTo>
                  <a:pt x="13085" y="228989"/>
                </a:lnTo>
                <a:lnTo>
                  <a:pt x="13085" y="225717"/>
                </a:lnTo>
                <a:lnTo>
                  <a:pt x="6543" y="225717"/>
                </a:lnTo>
                <a:lnTo>
                  <a:pt x="6543" y="222446"/>
                </a:lnTo>
                <a:lnTo>
                  <a:pt x="3271" y="222446"/>
                </a:lnTo>
                <a:lnTo>
                  <a:pt x="3271" y="215904"/>
                </a:lnTo>
                <a:lnTo>
                  <a:pt x="0" y="215904"/>
                </a:lnTo>
                <a:lnTo>
                  <a:pt x="0" y="199547"/>
                </a:lnTo>
                <a:lnTo>
                  <a:pt x="3271" y="199547"/>
                </a:lnTo>
                <a:lnTo>
                  <a:pt x="3271" y="193005"/>
                </a:lnTo>
                <a:lnTo>
                  <a:pt x="6543" y="193005"/>
                </a:lnTo>
                <a:lnTo>
                  <a:pt x="6543" y="189733"/>
                </a:lnTo>
                <a:lnTo>
                  <a:pt x="13085" y="189733"/>
                </a:lnTo>
                <a:lnTo>
                  <a:pt x="13085" y="186462"/>
                </a:lnTo>
                <a:lnTo>
                  <a:pt x="42526" y="186462"/>
                </a:lnTo>
                <a:lnTo>
                  <a:pt x="42526" y="179920"/>
                </a:lnTo>
                <a:lnTo>
                  <a:pt x="39255" y="179920"/>
                </a:lnTo>
                <a:lnTo>
                  <a:pt x="39255" y="170106"/>
                </a:lnTo>
                <a:lnTo>
                  <a:pt x="42526" y="170106"/>
                </a:lnTo>
                <a:lnTo>
                  <a:pt x="42526" y="163563"/>
                </a:lnTo>
                <a:lnTo>
                  <a:pt x="39255" y="163563"/>
                </a:lnTo>
                <a:lnTo>
                  <a:pt x="39255" y="157021"/>
                </a:lnTo>
                <a:lnTo>
                  <a:pt x="35984" y="157021"/>
                </a:lnTo>
                <a:lnTo>
                  <a:pt x="35984" y="147207"/>
                </a:lnTo>
                <a:lnTo>
                  <a:pt x="39255" y="147207"/>
                </a:lnTo>
                <a:lnTo>
                  <a:pt x="39255" y="140664"/>
                </a:lnTo>
                <a:lnTo>
                  <a:pt x="42526" y="140664"/>
                </a:lnTo>
                <a:lnTo>
                  <a:pt x="42526" y="137393"/>
                </a:lnTo>
                <a:lnTo>
                  <a:pt x="45798" y="137393"/>
                </a:lnTo>
                <a:lnTo>
                  <a:pt x="45798" y="134122"/>
                </a:lnTo>
                <a:lnTo>
                  <a:pt x="52340" y="134122"/>
                </a:lnTo>
                <a:lnTo>
                  <a:pt x="52340" y="130851"/>
                </a:lnTo>
                <a:lnTo>
                  <a:pt x="71968" y="130851"/>
                </a:lnTo>
                <a:lnTo>
                  <a:pt x="71968" y="134122"/>
                </a:lnTo>
                <a:lnTo>
                  <a:pt x="78510" y="134122"/>
                </a:lnTo>
                <a:lnTo>
                  <a:pt x="78510" y="130851"/>
                </a:lnTo>
                <a:lnTo>
                  <a:pt x="91595" y="130851"/>
                </a:lnTo>
                <a:close/>
                <a:moveTo>
                  <a:pt x="117766" y="157021"/>
                </a:moveTo>
                <a:lnTo>
                  <a:pt x="114494" y="157021"/>
                </a:lnTo>
                <a:lnTo>
                  <a:pt x="114494" y="160292"/>
                </a:lnTo>
                <a:lnTo>
                  <a:pt x="121037" y="160292"/>
                </a:lnTo>
                <a:lnTo>
                  <a:pt x="121037" y="157021"/>
                </a:lnTo>
                <a:lnTo>
                  <a:pt x="124308" y="157021"/>
                </a:lnTo>
                <a:lnTo>
                  <a:pt x="124308" y="147207"/>
                </a:lnTo>
                <a:lnTo>
                  <a:pt x="117766" y="147207"/>
                </a:lnTo>
                <a:lnTo>
                  <a:pt x="117766" y="157021"/>
                </a:lnTo>
                <a:close/>
                <a:moveTo>
                  <a:pt x="300956" y="114494"/>
                </a:moveTo>
                <a:lnTo>
                  <a:pt x="300956" y="111223"/>
                </a:lnTo>
                <a:lnTo>
                  <a:pt x="294414" y="111223"/>
                </a:lnTo>
                <a:lnTo>
                  <a:pt x="294414" y="114494"/>
                </a:lnTo>
                <a:lnTo>
                  <a:pt x="300956" y="11449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isible source SEC-093 inset-1 region 99">
            <a:extLst xmlns:a="http://schemas.openxmlformats.org/drawingml/2006/main">
              <a:ext uri="{FF2B5EF4-FFF2-40B4-BE49-F238E27FC236}">
                <a16:creationId xmlns:a16="http://schemas.microsoft.com/office/drawing/2014/main" id="{B3B73278-CD0A-422A-8220-76B6DA42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56" y="2260608"/>
            <a:ext cx="130851" cy="85053"/>
          </a:xfrm>
          <a:custGeom xmlns:a="http://schemas.openxmlformats.org/drawingml/2006/main">
            <a:pathLst>
              <a:path w="130851" h="85053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9441"/>
                </a:lnTo>
                <a:lnTo>
                  <a:pt x="78510" y="29441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85053" y="42526"/>
                </a:lnTo>
                <a:lnTo>
                  <a:pt x="85053" y="45798"/>
                </a:lnTo>
                <a:lnTo>
                  <a:pt x="88324" y="45798"/>
                </a:lnTo>
                <a:lnTo>
                  <a:pt x="88324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58883"/>
                </a:lnTo>
                <a:lnTo>
                  <a:pt x="130851" y="58883"/>
                </a:lnTo>
                <a:lnTo>
                  <a:pt x="130851" y="68697"/>
                </a:lnTo>
                <a:lnTo>
                  <a:pt x="127579" y="68697"/>
                </a:lnTo>
                <a:lnTo>
                  <a:pt x="127579" y="75239"/>
                </a:lnTo>
                <a:lnTo>
                  <a:pt x="124308" y="75239"/>
                </a:lnTo>
                <a:lnTo>
                  <a:pt x="124308" y="78510"/>
                </a:lnTo>
                <a:lnTo>
                  <a:pt x="121037" y="78510"/>
                </a:lnTo>
                <a:lnTo>
                  <a:pt x="121037" y="81782"/>
                </a:lnTo>
                <a:lnTo>
                  <a:pt x="114494" y="81782"/>
                </a:lnTo>
                <a:lnTo>
                  <a:pt x="114494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26170" y="55612"/>
                </a:lnTo>
                <a:lnTo>
                  <a:pt x="26170" y="52340"/>
                </a:lnTo>
                <a:lnTo>
                  <a:pt x="19628" y="52340"/>
                </a:lnTo>
                <a:lnTo>
                  <a:pt x="19628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13085" y="45798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isible source SEC-093 inset-1 region 100">
            <a:extLst xmlns:a="http://schemas.openxmlformats.org/drawingml/2006/main">
              <a:ext uri="{FF2B5EF4-FFF2-40B4-BE49-F238E27FC236}">
                <a16:creationId xmlns:a16="http://schemas.microsoft.com/office/drawing/2014/main" id="{85D5B8AD-C7C0-4704-B3B4-CE4295B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56" y="2303135"/>
            <a:ext cx="399094" cy="258430"/>
          </a:xfrm>
          <a:custGeom xmlns:a="http://schemas.openxmlformats.org/drawingml/2006/main">
            <a:pathLst>
              <a:path w="399094" h="258430">
                <a:moveTo>
                  <a:pt x="140664" y="49069"/>
                </a:moveTo>
                <a:lnTo>
                  <a:pt x="140664" y="45798"/>
                </a:lnTo>
                <a:lnTo>
                  <a:pt x="143936" y="45798"/>
                </a:lnTo>
                <a:lnTo>
                  <a:pt x="143936" y="42526"/>
                </a:lnTo>
                <a:lnTo>
                  <a:pt x="150478" y="42526"/>
                </a:lnTo>
                <a:lnTo>
                  <a:pt x="150478" y="39255"/>
                </a:lnTo>
                <a:lnTo>
                  <a:pt x="170106" y="39255"/>
                </a:lnTo>
                <a:lnTo>
                  <a:pt x="170106" y="42526"/>
                </a:lnTo>
                <a:lnTo>
                  <a:pt x="173377" y="42526"/>
                </a:lnTo>
                <a:lnTo>
                  <a:pt x="173377" y="39255"/>
                </a:lnTo>
                <a:lnTo>
                  <a:pt x="199547" y="39255"/>
                </a:lnTo>
                <a:lnTo>
                  <a:pt x="199547" y="35984"/>
                </a:lnTo>
                <a:lnTo>
                  <a:pt x="206090" y="35984"/>
                </a:lnTo>
                <a:lnTo>
                  <a:pt x="206090" y="32713"/>
                </a:lnTo>
                <a:lnTo>
                  <a:pt x="238802" y="32713"/>
                </a:lnTo>
                <a:lnTo>
                  <a:pt x="238802" y="29441"/>
                </a:lnTo>
                <a:lnTo>
                  <a:pt x="235531" y="29441"/>
                </a:lnTo>
                <a:lnTo>
                  <a:pt x="235531" y="19628"/>
                </a:lnTo>
                <a:lnTo>
                  <a:pt x="238802" y="19628"/>
                </a:lnTo>
                <a:lnTo>
                  <a:pt x="238802" y="13085"/>
                </a:lnTo>
                <a:lnTo>
                  <a:pt x="242074" y="13085"/>
                </a:lnTo>
                <a:lnTo>
                  <a:pt x="242074" y="9814"/>
                </a:lnTo>
                <a:lnTo>
                  <a:pt x="245345" y="9814"/>
                </a:lnTo>
                <a:lnTo>
                  <a:pt x="245345" y="6543"/>
                </a:lnTo>
                <a:lnTo>
                  <a:pt x="251887" y="6543"/>
                </a:lnTo>
                <a:lnTo>
                  <a:pt x="251887" y="3271"/>
                </a:lnTo>
                <a:lnTo>
                  <a:pt x="284600" y="3271"/>
                </a:lnTo>
                <a:lnTo>
                  <a:pt x="284600" y="6543"/>
                </a:lnTo>
                <a:lnTo>
                  <a:pt x="294414" y="6543"/>
                </a:lnTo>
                <a:lnTo>
                  <a:pt x="294414" y="3271"/>
                </a:lnTo>
                <a:lnTo>
                  <a:pt x="300956" y="3271"/>
                </a:lnTo>
                <a:lnTo>
                  <a:pt x="300956" y="0"/>
                </a:lnTo>
                <a:lnTo>
                  <a:pt x="336940" y="0"/>
                </a:lnTo>
                <a:lnTo>
                  <a:pt x="336940" y="3271"/>
                </a:lnTo>
                <a:lnTo>
                  <a:pt x="343483" y="3271"/>
                </a:lnTo>
                <a:lnTo>
                  <a:pt x="343483" y="6543"/>
                </a:lnTo>
                <a:lnTo>
                  <a:pt x="346754" y="6543"/>
                </a:lnTo>
                <a:lnTo>
                  <a:pt x="346754" y="9814"/>
                </a:lnTo>
                <a:lnTo>
                  <a:pt x="350025" y="9814"/>
                </a:lnTo>
                <a:lnTo>
                  <a:pt x="350025" y="16356"/>
                </a:lnTo>
                <a:lnTo>
                  <a:pt x="353297" y="16356"/>
                </a:lnTo>
                <a:lnTo>
                  <a:pt x="353297" y="22899"/>
                </a:lnTo>
                <a:lnTo>
                  <a:pt x="363111" y="22899"/>
                </a:lnTo>
                <a:lnTo>
                  <a:pt x="363111" y="26170"/>
                </a:lnTo>
                <a:lnTo>
                  <a:pt x="366382" y="26170"/>
                </a:lnTo>
                <a:lnTo>
                  <a:pt x="366382" y="22899"/>
                </a:lnTo>
                <a:lnTo>
                  <a:pt x="376196" y="22899"/>
                </a:lnTo>
                <a:lnTo>
                  <a:pt x="376196" y="26170"/>
                </a:lnTo>
                <a:lnTo>
                  <a:pt x="382738" y="26170"/>
                </a:lnTo>
                <a:lnTo>
                  <a:pt x="382738" y="29441"/>
                </a:lnTo>
                <a:lnTo>
                  <a:pt x="386009" y="29441"/>
                </a:lnTo>
                <a:lnTo>
                  <a:pt x="386009" y="32713"/>
                </a:lnTo>
                <a:lnTo>
                  <a:pt x="389281" y="32713"/>
                </a:lnTo>
                <a:lnTo>
                  <a:pt x="389281" y="39255"/>
                </a:lnTo>
                <a:lnTo>
                  <a:pt x="392552" y="39255"/>
                </a:lnTo>
                <a:lnTo>
                  <a:pt x="392552" y="49069"/>
                </a:lnTo>
                <a:lnTo>
                  <a:pt x="389281" y="49069"/>
                </a:lnTo>
                <a:lnTo>
                  <a:pt x="389281" y="55612"/>
                </a:lnTo>
                <a:lnTo>
                  <a:pt x="386009" y="55612"/>
                </a:lnTo>
                <a:lnTo>
                  <a:pt x="386009" y="58883"/>
                </a:lnTo>
                <a:lnTo>
                  <a:pt x="382738" y="58883"/>
                </a:lnTo>
                <a:lnTo>
                  <a:pt x="382738" y="62154"/>
                </a:lnTo>
                <a:lnTo>
                  <a:pt x="376196" y="62154"/>
                </a:lnTo>
                <a:lnTo>
                  <a:pt x="376196" y="65425"/>
                </a:lnTo>
                <a:lnTo>
                  <a:pt x="382738" y="65425"/>
                </a:lnTo>
                <a:lnTo>
                  <a:pt x="382738" y="68697"/>
                </a:lnTo>
                <a:lnTo>
                  <a:pt x="389281" y="68697"/>
                </a:lnTo>
                <a:lnTo>
                  <a:pt x="389281" y="71968"/>
                </a:lnTo>
                <a:lnTo>
                  <a:pt x="392552" y="71968"/>
                </a:lnTo>
                <a:lnTo>
                  <a:pt x="392552" y="75239"/>
                </a:lnTo>
                <a:lnTo>
                  <a:pt x="395823" y="75239"/>
                </a:lnTo>
                <a:lnTo>
                  <a:pt x="395823" y="81782"/>
                </a:lnTo>
                <a:lnTo>
                  <a:pt x="399094" y="81782"/>
                </a:lnTo>
                <a:lnTo>
                  <a:pt x="399094" y="91595"/>
                </a:lnTo>
                <a:lnTo>
                  <a:pt x="395823" y="91595"/>
                </a:lnTo>
                <a:lnTo>
                  <a:pt x="395823" y="98138"/>
                </a:lnTo>
                <a:lnTo>
                  <a:pt x="392552" y="98138"/>
                </a:lnTo>
                <a:lnTo>
                  <a:pt x="392552" y="101409"/>
                </a:lnTo>
                <a:lnTo>
                  <a:pt x="389281" y="101409"/>
                </a:lnTo>
                <a:lnTo>
                  <a:pt x="389281" y="104681"/>
                </a:lnTo>
                <a:lnTo>
                  <a:pt x="382738" y="104681"/>
                </a:lnTo>
                <a:lnTo>
                  <a:pt x="382738" y="107952"/>
                </a:lnTo>
                <a:lnTo>
                  <a:pt x="330398" y="107952"/>
                </a:lnTo>
                <a:lnTo>
                  <a:pt x="330398" y="104681"/>
                </a:lnTo>
                <a:lnTo>
                  <a:pt x="323855" y="104681"/>
                </a:lnTo>
                <a:lnTo>
                  <a:pt x="323855" y="101409"/>
                </a:lnTo>
                <a:lnTo>
                  <a:pt x="320584" y="101409"/>
                </a:lnTo>
                <a:lnTo>
                  <a:pt x="320584" y="98138"/>
                </a:lnTo>
                <a:lnTo>
                  <a:pt x="317313" y="98138"/>
                </a:lnTo>
                <a:lnTo>
                  <a:pt x="317313" y="91595"/>
                </a:lnTo>
                <a:lnTo>
                  <a:pt x="314042" y="91595"/>
                </a:lnTo>
                <a:lnTo>
                  <a:pt x="314042" y="81782"/>
                </a:lnTo>
                <a:lnTo>
                  <a:pt x="317313" y="81782"/>
                </a:lnTo>
                <a:lnTo>
                  <a:pt x="317313" y="75239"/>
                </a:lnTo>
                <a:lnTo>
                  <a:pt x="320584" y="75239"/>
                </a:lnTo>
                <a:lnTo>
                  <a:pt x="320584" y="71968"/>
                </a:lnTo>
                <a:lnTo>
                  <a:pt x="323855" y="71968"/>
                </a:lnTo>
                <a:lnTo>
                  <a:pt x="323855" y="68697"/>
                </a:lnTo>
                <a:lnTo>
                  <a:pt x="330398" y="68697"/>
                </a:lnTo>
                <a:lnTo>
                  <a:pt x="330398" y="62154"/>
                </a:lnTo>
                <a:lnTo>
                  <a:pt x="323855" y="62154"/>
                </a:lnTo>
                <a:lnTo>
                  <a:pt x="323855" y="58883"/>
                </a:lnTo>
                <a:lnTo>
                  <a:pt x="320584" y="58883"/>
                </a:lnTo>
                <a:lnTo>
                  <a:pt x="320584" y="55612"/>
                </a:lnTo>
                <a:lnTo>
                  <a:pt x="317313" y="55612"/>
                </a:lnTo>
                <a:lnTo>
                  <a:pt x="317313" y="49069"/>
                </a:lnTo>
                <a:lnTo>
                  <a:pt x="314042" y="49069"/>
                </a:lnTo>
                <a:lnTo>
                  <a:pt x="314042" y="42526"/>
                </a:lnTo>
                <a:lnTo>
                  <a:pt x="300956" y="42526"/>
                </a:lnTo>
                <a:lnTo>
                  <a:pt x="300956" y="39255"/>
                </a:lnTo>
                <a:lnTo>
                  <a:pt x="291143" y="39255"/>
                </a:lnTo>
                <a:lnTo>
                  <a:pt x="291143" y="42526"/>
                </a:lnTo>
                <a:lnTo>
                  <a:pt x="284600" y="42526"/>
                </a:lnTo>
                <a:lnTo>
                  <a:pt x="284600" y="45798"/>
                </a:lnTo>
                <a:lnTo>
                  <a:pt x="258430" y="45798"/>
                </a:lnTo>
                <a:lnTo>
                  <a:pt x="258430" y="49069"/>
                </a:lnTo>
                <a:lnTo>
                  <a:pt x="261701" y="49069"/>
                </a:lnTo>
                <a:lnTo>
                  <a:pt x="261701" y="58883"/>
                </a:lnTo>
                <a:lnTo>
                  <a:pt x="258430" y="58883"/>
                </a:lnTo>
                <a:lnTo>
                  <a:pt x="258430" y="65425"/>
                </a:lnTo>
                <a:lnTo>
                  <a:pt x="255159" y="65425"/>
                </a:lnTo>
                <a:lnTo>
                  <a:pt x="255159" y="68697"/>
                </a:lnTo>
                <a:lnTo>
                  <a:pt x="251887" y="68697"/>
                </a:lnTo>
                <a:lnTo>
                  <a:pt x="251887" y="71968"/>
                </a:lnTo>
                <a:lnTo>
                  <a:pt x="245345" y="71968"/>
                </a:lnTo>
                <a:lnTo>
                  <a:pt x="245345" y="75239"/>
                </a:lnTo>
                <a:lnTo>
                  <a:pt x="248616" y="75239"/>
                </a:lnTo>
                <a:lnTo>
                  <a:pt x="248616" y="78510"/>
                </a:lnTo>
                <a:lnTo>
                  <a:pt x="255159" y="78510"/>
                </a:lnTo>
                <a:lnTo>
                  <a:pt x="255159" y="81782"/>
                </a:lnTo>
                <a:lnTo>
                  <a:pt x="258430" y="81782"/>
                </a:lnTo>
                <a:lnTo>
                  <a:pt x="258430" y="85053"/>
                </a:lnTo>
                <a:lnTo>
                  <a:pt x="261701" y="85053"/>
                </a:lnTo>
                <a:lnTo>
                  <a:pt x="261701" y="91595"/>
                </a:lnTo>
                <a:lnTo>
                  <a:pt x="264973" y="91595"/>
                </a:lnTo>
                <a:lnTo>
                  <a:pt x="264973" y="101409"/>
                </a:lnTo>
                <a:lnTo>
                  <a:pt x="261701" y="101409"/>
                </a:lnTo>
                <a:lnTo>
                  <a:pt x="261701" y="107952"/>
                </a:lnTo>
                <a:lnTo>
                  <a:pt x="258430" y="107952"/>
                </a:lnTo>
                <a:lnTo>
                  <a:pt x="258430" y="111223"/>
                </a:lnTo>
                <a:lnTo>
                  <a:pt x="255159" y="111223"/>
                </a:lnTo>
                <a:lnTo>
                  <a:pt x="255159" y="114494"/>
                </a:lnTo>
                <a:lnTo>
                  <a:pt x="248616" y="114494"/>
                </a:lnTo>
                <a:lnTo>
                  <a:pt x="248616" y="117766"/>
                </a:lnTo>
                <a:lnTo>
                  <a:pt x="228989" y="117766"/>
                </a:lnTo>
                <a:lnTo>
                  <a:pt x="228989" y="114494"/>
                </a:lnTo>
                <a:lnTo>
                  <a:pt x="225717" y="114494"/>
                </a:lnTo>
                <a:lnTo>
                  <a:pt x="225717" y="117766"/>
                </a:lnTo>
                <a:lnTo>
                  <a:pt x="215904" y="117766"/>
                </a:lnTo>
                <a:lnTo>
                  <a:pt x="215904" y="124308"/>
                </a:lnTo>
                <a:lnTo>
                  <a:pt x="212632" y="124308"/>
                </a:lnTo>
                <a:lnTo>
                  <a:pt x="212632" y="127579"/>
                </a:lnTo>
                <a:lnTo>
                  <a:pt x="209361" y="127579"/>
                </a:lnTo>
                <a:lnTo>
                  <a:pt x="209361" y="130851"/>
                </a:lnTo>
                <a:lnTo>
                  <a:pt x="202818" y="130851"/>
                </a:lnTo>
                <a:lnTo>
                  <a:pt x="202818" y="134122"/>
                </a:lnTo>
                <a:lnTo>
                  <a:pt x="153750" y="134122"/>
                </a:lnTo>
                <a:lnTo>
                  <a:pt x="153750" y="130851"/>
                </a:lnTo>
                <a:lnTo>
                  <a:pt x="147207" y="130851"/>
                </a:lnTo>
                <a:lnTo>
                  <a:pt x="147207" y="127579"/>
                </a:lnTo>
                <a:lnTo>
                  <a:pt x="143936" y="127579"/>
                </a:lnTo>
                <a:lnTo>
                  <a:pt x="143936" y="124308"/>
                </a:lnTo>
                <a:lnTo>
                  <a:pt x="114494" y="124308"/>
                </a:lnTo>
                <a:lnTo>
                  <a:pt x="114494" y="127579"/>
                </a:lnTo>
                <a:lnTo>
                  <a:pt x="117766" y="127579"/>
                </a:lnTo>
                <a:lnTo>
                  <a:pt x="117766" y="130851"/>
                </a:lnTo>
                <a:lnTo>
                  <a:pt x="121037" y="130851"/>
                </a:lnTo>
                <a:lnTo>
                  <a:pt x="121037" y="137393"/>
                </a:lnTo>
                <a:lnTo>
                  <a:pt x="124308" y="137393"/>
                </a:lnTo>
                <a:lnTo>
                  <a:pt x="124308" y="147207"/>
                </a:lnTo>
                <a:lnTo>
                  <a:pt x="121037" y="147207"/>
                </a:lnTo>
                <a:lnTo>
                  <a:pt x="121037" y="153750"/>
                </a:lnTo>
                <a:lnTo>
                  <a:pt x="117766" y="153750"/>
                </a:lnTo>
                <a:lnTo>
                  <a:pt x="117766" y="157021"/>
                </a:lnTo>
                <a:lnTo>
                  <a:pt x="114494" y="157021"/>
                </a:lnTo>
                <a:lnTo>
                  <a:pt x="114494" y="160292"/>
                </a:lnTo>
                <a:lnTo>
                  <a:pt x="107952" y="160292"/>
                </a:lnTo>
                <a:lnTo>
                  <a:pt x="107952" y="163563"/>
                </a:lnTo>
                <a:lnTo>
                  <a:pt x="71968" y="163563"/>
                </a:lnTo>
                <a:lnTo>
                  <a:pt x="71968" y="166835"/>
                </a:lnTo>
                <a:lnTo>
                  <a:pt x="75239" y="166835"/>
                </a:lnTo>
                <a:lnTo>
                  <a:pt x="75239" y="170106"/>
                </a:lnTo>
                <a:lnTo>
                  <a:pt x="78510" y="170106"/>
                </a:lnTo>
                <a:lnTo>
                  <a:pt x="78510" y="173377"/>
                </a:lnTo>
                <a:lnTo>
                  <a:pt x="81782" y="173377"/>
                </a:lnTo>
                <a:lnTo>
                  <a:pt x="81782" y="176648"/>
                </a:lnTo>
                <a:lnTo>
                  <a:pt x="85053" y="176648"/>
                </a:lnTo>
                <a:lnTo>
                  <a:pt x="85053" y="202818"/>
                </a:lnTo>
                <a:lnTo>
                  <a:pt x="81782" y="202818"/>
                </a:lnTo>
                <a:lnTo>
                  <a:pt x="81782" y="209361"/>
                </a:lnTo>
                <a:lnTo>
                  <a:pt x="78510" y="209361"/>
                </a:lnTo>
                <a:lnTo>
                  <a:pt x="78510" y="212632"/>
                </a:lnTo>
                <a:lnTo>
                  <a:pt x="75239" y="212632"/>
                </a:lnTo>
                <a:lnTo>
                  <a:pt x="75239" y="215904"/>
                </a:lnTo>
                <a:lnTo>
                  <a:pt x="114494" y="215904"/>
                </a:lnTo>
                <a:lnTo>
                  <a:pt x="114494" y="219175"/>
                </a:lnTo>
                <a:lnTo>
                  <a:pt x="121037" y="219175"/>
                </a:lnTo>
                <a:lnTo>
                  <a:pt x="121037" y="222446"/>
                </a:lnTo>
                <a:lnTo>
                  <a:pt x="124308" y="222446"/>
                </a:lnTo>
                <a:lnTo>
                  <a:pt x="124308" y="225717"/>
                </a:lnTo>
                <a:lnTo>
                  <a:pt x="127579" y="225717"/>
                </a:lnTo>
                <a:lnTo>
                  <a:pt x="127579" y="232260"/>
                </a:lnTo>
                <a:lnTo>
                  <a:pt x="130851" y="232260"/>
                </a:lnTo>
                <a:lnTo>
                  <a:pt x="130851" y="242074"/>
                </a:lnTo>
                <a:lnTo>
                  <a:pt x="127579" y="242074"/>
                </a:lnTo>
                <a:lnTo>
                  <a:pt x="127579" y="248616"/>
                </a:lnTo>
                <a:lnTo>
                  <a:pt x="124308" y="248616"/>
                </a:lnTo>
                <a:lnTo>
                  <a:pt x="124308" y="251887"/>
                </a:lnTo>
                <a:lnTo>
                  <a:pt x="121037" y="251887"/>
                </a:lnTo>
                <a:lnTo>
                  <a:pt x="121037" y="255159"/>
                </a:lnTo>
                <a:lnTo>
                  <a:pt x="114494" y="255159"/>
                </a:lnTo>
                <a:lnTo>
                  <a:pt x="114494" y="258430"/>
                </a:lnTo>
                <a:lnTo>
                  <a:pt x="62154" y="258430"/>
                </a:lnTo>
                <a:lnTo>
                  <a:pt x="62154" y="255159"/>
                </a:lnTo>
                <a:lnTo>
                  <a:pt x="55612" y="255159"/>
                </a:lnTo>
                <a:lnTo>
                  <a:pt x="55612" y="251887"/>
                </a:lnTo>
                <a:lnTo>
                  <a:pt x="52340" y="251887"/>
                </a:lnTo>
                <a:lnTo>
                  <a:pt x="52340" y="245345"/>
                </a:lnTo>
                <a:lnTo>
                  <a:pt x="49069" y="245345"/>
                </a:lnTo>
                <a:lnTo>
                  <a:pt x="49069" y="228989"/>
                </a:lnTo>
                <a:lnTo>
                  <a:pt x="52340" y="228989"/>
                </a:lnTo>
                <a:lnTo>
                  <a:pt x="52340" y="222446"/>
                </a:lnTo>
                <a:lnTo>
                  <a:pt x="55612" y="222446"/>
                </a:lnTo>
                <a:lnTo>
                  <a:pt x="55612" y="219175"/>
                </a:lnTo>
                <a:lnTo>
                  <a:pt x="58883" y="219175"/>
                </a:lnTo>
                <a:lnTo>
                  <a:pt x="58883" y="215904"/>
                </a:lnTo>
                <a:lnTo>
                  <a:pt x="45798" y="215904"/>
                </a:lnTo>
                <a:lnTo>
                  <a:pt x="45798" y="219175"/>
                </a:lnTo>
                <a:lnTo>
                  <a:pt x="13085" y="219175"/>
                </a:lnTo>
                <a:lnTo>
                  <a:pt x="13085" y="215904"/>
                </a:lnTo>
                <a:lnTo>
                  <a:pt x="6543" y="215904"/>
                </a:lnTo>
                <a:lnTo>
                  <a:pt x="6543" y="212632"/>
                </a:lnTo>
                <a:lnTo>
                  <a:pt x="3271" y="212632"/>
                </a:lnTo>
                <a:lnTo>
                  <a:pt x="3271" y="206090"/>
                </a:lnTo>
                <a:lnTo>
                  <a:pt x="0" y="206090"/>
                </a:lnTo>
                <a:lnTo>
                  <a:pt x="0" y="189733"/>
                </a:lnTo>
                <a:lnTo>
                  <a:pt x="3271" y="189733"/>
                </a:lnTo>
                <a:lnTo>
                  <a:pt x="3271" y="183191"/>
                </a:lnTo>
                <a:lnTo>
                  <a:pt x="6543" y="183191"/>
                </a:lnTo>
                <a:lnTo>
                  <a:pt x="6543" y="176648"/>
                </a:lnTo>
                <a:lnTo>
                  <a:pt x="9814" y="176648"/>
                </a:lnTo>
                <a:lnTo>
                  <a:pt x="9814" y="170106"/>
                </a:lnTo>
                <a:lnTo>
                  <a:pt x="13085" y="170106"/>
                </a:lnTo>
                <a:lnTo>
                  <a:pt x="13085" y="166835"/>
                </a:lnTo>
                <a:lnTo>
                  <a:pt x="19628" y="166835"/>
                </a:lnTo>
                <a:lnTo>
                  <a:pt x="19628" y="163563"/>
                </a:lnTo>
                <a:lnTo>
                  <a:pt x="62154" y="163563"/>
                </a:lnTo>
                <a:lnTo>
                  <a:pt x="62154" y="160292"/>
                </a:lnTo>
                <a:lnTo>
                  <a:pt x="55612" y="160292"/>
                </a:lnTo>
                <a:lnTo>
                  <a:pt x="55612" y="157021"/>
                </a:lnTo>
                <a:lnTo>
                  <a:pt x="52340" y="157021"/>
                </a:lnTo>
                <a:lnTo>
                  <a:pt x="52340" y="153750"/>
                </a:lnTo>
                <a:lnTo>
                  <a:pt x="49069" y="153750"/>
                </a:lnTo>
                <a:lnTo>
                  <a:pt x="49069" y="147207"/>
                </a:lnTo>
                <a:lnTo>
                  <a:pt x="45798" y="147207"/>
                </a:lnTo>
                <a:lnTo>
                  <a:pt x="45798" y="137393"/>
                </a:lnTo>
                <a:lnTo>
                  <a:pt x="49069" y="137393"/>
                </a:lnTo>
                <a:lnTo>
                  <a:pt x="49069" y="130851"/>
                </a:lnTo>
                <a:lnTo>
                  <a:pt x="52340" y="130851"/>
                </a:lnTo>
                <a:lnTo>
                  <a:pt x="52340" y="127579"/>
                </a:lnTo>
                <a:lnTo>
                  <a:pt x="55612" y="127579"/>
                </a:lnTo>
                <a:lnTo>
                  <a:pt x="55612" y="124308"/>
                </a:lnTo>
                <a:lnTo>
                  <a:pt x="62154" y="124308"/>
                </a:lnTo>
                <a:lnTo>
                  <a:pt x="62154" y="121037"/>
                </a:lnTo>
                <a:lnTo>
                  <a:pt x="98138" y="121037"/>
                </a:lnTo>
                <a:lnTo>
                  <a:pt x="98138" y="117766"/>
                </a:lnTo>
                <a:lnTo>
                  <a:pt x="94867" y="117766"/>
                </a:lnTo>
                <a:lnTo>
                  <a:pt x="94867" y="114494"/>
                </a:lnTo>
                <a:lnTo>
                  <a:pt x="91595" y="114494"/>
                </a:lnTo>
                <a:lnTo>
                  <a:pt x="91595" y="107952"/>
                </a:lnTo>
                <a:lnTo>
                  <a:pt x="88324" y="107952"/>
                </a:lnTo>
                <a:lnTo>
                  <a:pt x="88324" y="98138"/>
                </a:lnTo>
                <a:lnTo>
                  <a:pt x="91595" y="98138"/>
                </a:lnTo>
                <a:lnTo>
                  <a:pt x="91595" y="91595"/>
                </a:lnTo>
                <a:lnTo>
                  <a:pt x="94867" y="91595"/>
                </a:lnTo>
                <a:lnTo>
                  <a:pt x="94867" y="81782"/>
                </a:lnTo>
                <a:lnTo>
                  <a:pt x="91595" y="81782"/>
                </a:lnTo>
                <a:lnTo>
                  <a:pt x="91595" y="71968"/>
                </a:lnTo>
                <a:lnTo>
                  <a:pt x="94867" y="71968"/>
                </a:lnTo>
                <a:lnTo>
                  <a:pt x="94867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101409" y="62154"/>
                </a:lnTo>
                <a:lnTo>
                  <a:pt x="101409" y="58883"/>
                </a:lnTo>
                <a:lnTo>
                  <a:pt x="107952" y="58883"/>
                </a:lnTo>
                <a:lnTo>
                  <a:pt x="107952" y="55612"/>
                </a:lnTo>
                <a:lnTo>
                  <a:pt x="137393" y="55612"/>
                </a:lnTo>
                <a:lnTo>
                  <a:pt x="137393" y="49069"/>
                </a:lnTo>
                <a:lnTo>
                  <a:pt x="140664" y="49069"/>
                </a:lnTo>
                <a:close/>
                <a:moveTo>
                  <a:pt x="166835" y="88324"/>
                </a:moveTo>
                <a:lnTo>
                  <a:pt x="166835" y="91595"/>
                </a:lnTo>
                <a:lnTo>
                  <a:pt x="183191" y="91595"/>
                </a:lnTo>
                <a:lnTo>
                  <a:pt x="183191" y="85053"/>
                </a:lnTo>
                <a:lnTo>
                  <a:pt x="186462" y="85053"/>
                </a:lnTo>
                <a:lnTo>
                  <a:pt x="186462" y="81782"/>
                </a:lnTo>
                <a:lnTo>
                  <a:pt x="176648" y="81782"/>
                </a:lnTo>
                <a:lnTo>
                  <a:pt x="176648" y="78510"/>
                </a:lnTo>
                <a:lnTo>
                  <a:pt x="173377" y="78510"/>
                </a:lnTo>
                <a:lnTo>
                  <a:pt x="173377" y="81782"/>
                </a:lnTo>
                <a:lnTo>
                  <a:pt x="170106" y="81782"/>
                </a:lnTo>
                <a:lnTo>
                  <a:pt x="170106" y="88324"/>
                </a:lnTo>
                <a:lnTo>
                  <a:pt x="166835" y="88324"/>
                </a:lnTo>
                <a:close/>
                <a:moveTo>
                  <a:pt x="366382" y="65425"/>
                </a:moveTo>
                <a:lnTo>
                  <a:pt x="366382" y="62154"/>
                </a:lnTo>
                <a:lnTo>
                  <a:pt x="363111" y="62154"/>
                </a:lnTo>
                <a:lnTo>
                  <a:pt x="363111" y="65425"/>
                </a:lnTo>
                <a:lnTo>
                  <a:pt x="366382" y="6542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isible source SEC-093 inset-1 region 101">
            <a:extLst xmlns:a="http://schemas.openxmlformats.org/drawingml/2006/main">
              <a:ext uri="{FF2B5EF4-FFF2-40B4-BE49-F238E27FC236}">
                <a16:creationId xmlns:a16="http://schemas.microsoft.com/office/drawing/2014/main" id="{38D7A469-1B29-4072-A076-D383190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52" y="2551751"/>
            <a:ext cx="173377" cy="55612"/>
          </a:xfrm>
          <a:custGeom xmlns:a="http://schemas.openxmlformats.org/drawingml/2006/main">
            <a:pathLst>
              <a:path w="173377" h="55612">
                <a:moveTo>
                  <a:pt x="16356" y="16356"/>
                </a:moveTo>
                <a:lnTo>
                  <a:pt x="16356" y="13085"/>
                </a:lnTo>
                <a:lnTo>
                  <a:pt x="45798" y="13085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57021" y="6543"/>
                </a:lnTo>
                <a:lnTo>
                  <a:pt x="157021" y="9814"/>
                </a:lnTo>
                <a:lnTo>
                  <a:pt x="163563" y="9814"/>
                </a:lnTo>
                <a:lnTo>
                  <a:pt x="163563" y="13085"/>
                </a:lnTo>
                <a:lnTo>
                  <a:pt x="166835" y="13085"/>
                </a:lnTo>
                <a:lnTo>
                  <a:pt x="166835" y="16356"/>
                </a:lnTo>
                <a:lnTo>
                  <a:pt x="170106" y="16356"/>
                </a:lnTo>
                <a:lnTo>
                  <a:pt x="170106" y="22899"/>
                </a:lnTo>
                <a:lnTo>
                  <a:pt x="173377" y="22899"/>
                </a:lnTo>
                <a:lnTo>
                  <a:pt x="173377" y="32713"/>
                </a:lnTo>
                <a:lnTo>
                  <a:pt x="170106" y="32713"/>
                </a:lnTo>
                <a:lnTo>
                  <a:pt x="170106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63563" y="42526"/>
                </a:lnTo>
                <a:lnTo>
                  <a:pt x="163563" y="45798"/>
                </a:lnTo>
                <a:lnTo>
                  <a:pt x="157021" y="45798"/>
                </a:lnTo>
                <a:lnTo>
                  <a:pt x="157021" y="49069"/>
                </a:lnTo>
                <a:lnTo>
                  <a:pt x="101409" y="49069"/>
                </a:lnTo>
                <a:lnTo>
                  <a:pt x="101409" y="45798"/>
                </a:lnTo>
                <a:lnTo>
                  <a:pt x="98138" y="45798"/>
                </a:lnTo>
                <a:lnTo>
                  <a:pt x="98138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isible source SEC-093 inset-1 region 102">
            <a:extLst xmlns:a="http://schemas.openxmlformats.org/drawingml/2006/main">
              <a:ext uri="{FF2B5EF4-FFF2-40B4-BE49-F238E27FC236}">
                <a16:creationId xmlns:a16="http://schemas.microsoft.com/office/drawing/2014/main" id="{9D648BB5-BD03-40FB-91F9-2AEC3C29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912" y="140680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isible source SEC-093 inset-1 region 103">
            <a:extLst xmlns:a="http://schemas.openxmlformats.org/drawingml/2006/main">
              <a:ext uri="{FF2B5EF4-FFF2-40B4-BE49-F238E27FC236}">
                <a16:creationId xmlns:a16="http://schemas.microsoft.com/office/drawing/2014/main" id="{774AEBFC-5114-47BB-8086-D8225854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01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isible source SEC-093 inset-1 region 104">
            <a:extLst xmlns:a="http://schemas.openxmlformats.org/drawingml/2006/main">
              <a:ext uri="{FF2B5EF4-FFF2-40B4-BE49-F238E27FC236}">
                <a16:creationId xmlns:a16="http://schemas.microsoft.com/office/drawing/2014/main" id="{CD483A36-4352-4AA4-8245-0ACEF4E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811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isible source SEC-093 inset-1 region 105">
            <a:extLst xmlns:a="http://schemas.openxmlformats.org/drawingml/2006/main">
              <a:ext uri="{FF2B5EF4-FFF2-40B4-BE49-F238E27FC236}">
                <a16:creationId xmlns:a16="http://schemas.microsoft.com/office/drawing/2014/main" id="{B240820D-FADB-4DFE-9FB7-CED9706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99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isible source SEC-093 inset-1 region 106">
            <a:extLst xmlns:a="http://schemas.openxmlformats.org/drawingml/2006/main">
              <a:ext uri="{FF2B5EF4-FFF2-40B4-BE49-F238E27FC236}">
                <a16:creationId xmlns:a16="http://schemas.microsoft.com/office/drawing/2014/main" id="{D872A232-F9AF-4800-96C1-E555B19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912" y="1635796"/>
            <a:ext cx="107952" cy="85053"/>
          </a:xfrm>
          <a:custGeom xmlns:a="http://schemas.openxmlformats.org/drawingml/2006/main">
            <a:pathLst>
              <a:path w="107952" h="85053">
                <a:moveTo>
                  <a:pt x="13085" y="16356"/>
                </a:moveTo>
                <a:lnTo>
                  <a:pt x="16356" y="16356"/>
                </a:lnTo>
                <a:lnTo>
                  <a:pt x="16356" y="9814"/>
                </a:lnTo>
                <a:lnTo>
                  <a:pt x="19628" y="9814"/>
                </a:lnTo>
                <a:lnTo>
                  <a:pt x="19628" y="6543"/>
                </a:lnTo>
                <a:lnTo>
                  <a:pt x="22899" y="6543"/>
                </a:lnTo>
                <a:lnTo>
                  <a:pt x="22899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75239" y="16356"/>
                </a:lnTo>
                <a:lnTo>
                  <a:pt x="75239" y="13085"/>
                </a:lnTo>
                <a:lnTo>
                  <a:pt x="91595" y="13085"/>
                </a:lnTo>
                <a:lnTo>
                  <a:pt x="91595" y="16356"/>
                </a:lnTo>
                <a:lnTo>
                  <a:pt x="98138" y="16356"/>
                </a:lnTo>
                <a:lnTo>
                  <a:pt x="98138" y="19628"/>
                </a:lnTo>
                <a:lnTo>
                  <a:pt x="101409" y="19628"/>
                </a:lnTo>
                <a:lnTo>
                  <a:pt x="101409" y="22899"/>
                </a:lnTo>
                <a:lnTo>
                  <a:pt x="104681" y="22899"/>
                </a:lnTo>
                <a:lnTo>
                  <a:pt x="104681" y="29441"/>
                </a:lnTo>
                <a:lnTo>
                  <a:pt x="107952" y="29441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45798"/>
                </a:lnTo>
                <a:lnTo>
                  <a:pt x="101409" y="45798"/>
                </a:lnTo>
                <a:lnTo>
                  <a:pt x="101409" y="49069"/>
                </a:lnTo>
                <a:lnTo>
                  <a:pt x="98138" y="49069"/>
                </a:lnTo>
                <a:lnTo>
                  <a:pt x="98138" y="52340"/>
                </a:lnTo>
                <a:lnTo>
                  <a:pt x="91595" y="52340"/>
                </a:lnTo>
                <a:lnTo>
                  <a:pt x="91595" y="55612"/>
                </a:lnTo>
                <a:lnTo>
                  <a:pt x="75239" y="55612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8883"/>
                </a:lnTo>
                <a:lnTo>
                  <a:pt x="71968" y="58883"/>
                </a:lnTo>
                <a:lnTo>
                  <a:pt x="71968" y="68697"/>
                </a:lnTo>
                <a:lnTo>
                  <a:pt x="68697" y="68697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55612" y="81782"/>
                </a:lnTo>
                <a:lnTo>
                  <a:pt x="55612" y="85053"/>
                </a:lnTo>
                <a:lnTo>
                  <a:pt x="45798" y="85053"/>
                </a:lnTo>
                <a:lnTo>
                  <a:pt x="45798" y="81782"/>
                </a:lnTo>
                <a:lnTo>
                  <a:pt x="32713" y="81782"/>
                </a:lnTo>
                <a:lnTo>
                  <a:pt x="32713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29441" y="42526"/>
                </a:lnTo>
                <a:lnTo>
                  <a:pt x="29441" y="39255"/>
                </a:lnTo>
                <a:lnTo>
                  <a:pt x="22899" y="39255"/>
                </a:lnTo>
                <a:lnTo>
                  <a:pt x="22899" y="35984"/>
                </a:lnTo>
                <a:lnTo>
                  <a:pt x="19628" y="35984"/>
                </a:lnTo>
                <a:lnTo>
                  <a:pt x="19628" y="32713"/>
                </a:lnTo>
                <a:lnTo>
                  <a:pt x="16356" y="32713"/>
                </a:lnTo>
                <a:lnTo>
                  <a:pt x="16356" y="26170"/>
                </a:lnTo>
                <a:lnTo>
                  <a:pt x="13085" y="26170"/>
                </a:lnTo>
                <a:lnTo>
                  <a:pt x="13085" y="16356"/>
                </a:lnTo>
                <a:close/>
                <a:moveTo>
                  <a:pt x="39255" y="42526"/>
                </a:moveTo>
                <a:lnTo>
                  <a:pt x="32713" y="42526"/>
                </a:lnTo>
                <a:lnTo>
                  <a:pt x="32713" y="45798"/>
                </a:lnTo>
                <a:lnTo>
                  <a:pt x="39255" y="45798"/>
                </a:lnTo>
                <a:lnTo>
                  <a:pt x="39255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isible source SEC-093 inset-1 region 107">
            <a:extLst xmlns:a="http://schemas.openxmlformats.org/drawingml/2006/main">
              <a:ext uri="{FF2B5EF4-FFF2-40B4-BE49-F238E27FC236}">
                <a16:creationId xmlns:a16="http://schemas.microsoft.com/office/drawing/2014/main" id="{46DB954A-134C-418C-A802-46B4FB4E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65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isible source SEC-093 inset-1 region 108">
            <a:extLst xmlns:a="http://schemas.openxmlformats.org/drawingml/2006/main">
              <a:ext uri="{FF2B5EF4-FFF2-40B4-BE49-F238E27FC236}">
                <a16:creationId xmlns:a16="http://schemas.microsoft.com/office/drawing/2014/main" id="{9D186628-DA73-44C7-A3B2-F3FF1954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470" y="178300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isible source SEC-093 inset-1 region 109">
            <a:extLst xmlns:a="http://schemas.openxmlformats.org/drawingml/2006/main">
              <a:ext uri="{FF2B5EF4-FFF2-40B4-BE49-F238E27FC236}">
                <a16:creationId xmlns:a16="http://schemas.microsoft.com/office/drawing/2014/main" id="{01C8227E-68E3-4F68-BB5E-D11837A9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779" y="1822259"/>
            <a:ext cx="58883" cy="42526"/>
          </a:xfrm>
          <a:custGeom xmlns:a="http://schemas.openxmlformats.org/drawingml/2006/main">
            <a:pathLst>
              <a:path w="58883" h="42526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isible source SEC-093 inset-1 region 110">
            <a:extLst xmlns:a="http://schemas.openxmlformats.org/drawingml/2006/main">
              <a:ext uri="{FF2B5EF4-FFF2-40B4-BE49-F238E27FC236}">
                <a16:creationId xmlns:a16="http://schemas.microsoft.com/office/drawing/2014/main" id="{BD26BAE6-D7AD-4FEE-BFD3-F948EB37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503" y="1835344"/>
            <a:ext cx="75239" cy="42526"/>
          </a:xfrm>
          <a:custGeom xmlns:a="http://schemas.openxmlformats.org/drawingml/2006/main">
            <a:pathLst>
              <a:path w="7523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isible source SEC-093 inset-1 region 111">
            <a:extLst xmlns:a="http://schemas.openxmlformats.org/drawingml/2006/main">
              <a:ext uri="{FF2B5EF4-FFF2-40B4-BE49-F238E27FC236}">
                <a16:creationId xmlns:a16="http://schemas.microsoft.com/office/drawing/2014/main" id="{EEEEF968-0730-43F0-81CC-4A4E6789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470" y="1864785"/>
            <a:ext cx="104681" cy="85053"/>
          </a:xfrm>
          <a:custGeom xmlns:a="http://schemas.openxmlformats.org/drawingml/2006/main">
            <a:pathLst>
              <a:path w="104681" h="85053">
                <a:moveTo>
                  <a:pt x="9814" y="16356"/>
                </a:moveTo>
                <a:lnTo>
                  <a:pt x="16356" y="16356"/>
                </a:lnTo>
                <a:lnTo>
                  <a:pt x="16356" y="13085"/>
                </a:lnTo>
                <a:lnTo>
                  <a:pt x="35984" y="13085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5798"/>
                </a:lnTo>
                <a:lnTo>
                  <a:pt x="71968" y="45798"/>
                </a:lnTo>
                <a:lnTo>
                  <a:pt x="71968" y="42526"/>
                </a:lnTo>
                <a:lnTo>
                  <a:pt x="88324" y="42526"/>
                </a:lnTo>
                <a:lnTo>
                  <a:pt x="88324" y="45798"/>
                </a:lnTo>
                <a:lnTo>
                  <a:pt x="94867" y="45798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52340"/>
                </a:lnTo>
                <a:lnTo>
                  <a:pt x="101409" y="52340"/>
                </a:lnTo>
                <a:lnTo>
                  <a:pt x="101409" y="58883"/>
                </a:lnTo>
                <a:lnTo>
                  <a:pt x="104681" y="58883"/>
                </a:lnTo>
                <a:lnTo>
                  <a:pt x="104681" y="68697"/>
                </a:lnTo>
                <a:lnTo>
                  <a:pt x="101409" y="68697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78510"/>
                </a:lnTo>
                <a:lnTo>
                  <a:pt x="94867" y="78510"/>
                </a:lnTo>
                <a:lnTo>
                  <a:pt x="94867" y="81782"/>
                </a:lnTo>
                <a:lnTo>
                  <a:pt x="88324" y="81782"/>
                </a:lnTo>
                <a:lnTo>
                  <a:pt x="88324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45798" y="81782"/>
                </a:lnTo>
                <a:lnTo>
                  <a:pt x="45798" y="85053"/>
                </a:lnTo>
                <a:lnTo>
                  <a:pt x="35984" y="85053"/>
                </a:lnTo>
                <a:lnTo>
                  <a:pt x="35984" y="81782"/>
                </a:lnTo>
                <a:lnTo>
                  <a:pt x="29441" y="81782"/>
                </a:lnTo>
                <a:lnTo>
                  <a:pt x="29441" y="78510"/>
                </a:lnTo>
                <a:lnTo>
                  <a:pt x="26170" y="78510"/>
                </a:lnTo>
                <a:lnTo>
                  <a:pt x="26170" y="75239"/>
                </a:lnTo>
                <a:lnTo>
                  <a:pt x="22899" y="75239"/>
                </a:lnTo>
                <a:lnTo>
                  <a:pt x="22899" y="68697"/>
                </a:lnTo>
                <a:lnTo>
                  <a:pt x="19628" y="68697"/>
                </a:lnTo>
                <a:lnTo>
                  <a:pt x="19628" y="58883"/>
                </a:lnTo>
                <a:lnTo>
                  <a:pt x="22899" y="58883"/>
                </a:lnTo>
                <a:lnTo>
                  <a:pt x="22899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close/>
                <a:moveTo>
                  <a:pt x="52340" y="42526"/>
                </a:moveTo>
                <a:lnTo>
                  <a:pt x="49069" y="42526"/>
                </a:lnTo>
                <a:lnTo>
                  <a:pt x="49069" y="45798"/>
                </a:lnTo>
                <a:lnTo>
                  <a:pt x="52340" y="45798"/>
                </a:lnTo>
                <a:lnTo>
                  <a:pt x="52340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isible source SEC-093 inset-1 region 112">
            <a:extLst xmlns:a="http://schemas.openxmlformats.org/drawingml/2006/main">
              <a:ext uri="{FF2B5EF4-FFF2-40B4-BE49-F238E27FC236}">
                <a16:creationId xmlns:a16="http://schemas.microsoft.com/office/drawing/2014/main" id="{2DBC3429-BE65-4B3D-9A3E-78AF914C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114" y="1998907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isible source SEC-093 inset-1 region 113">
            <a:extLst xmlns:a="http://schemas.openxmlformats.org/drawingml/2006/main">
              <a:ext uri="{FF2B5EF4-FFF2-40B4-BE49-F238E27FC236}">
                <a16:creationId xmlns:a16="http://schemas.microsoft.com/office/drawing/2014/main" id="{2D483169-15AB-437C-90E5-2CEA9B5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73" y="203816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isible source SEC-093 inset-1 region 114">
            <a:extLst xmlns:a="http://schemas.openxmlformats.org/drawingml/2006/main">
              <a:ext uri="{FF2B5EF4-FFF2-40B4-BE49-F238E27FC236}">
                <a16:creationId xmlns:a16="http://schemas.microsoft.com/office/drawing/2014/main" id="{D9C150F0-76EB-4854-965C-B7FE017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693" y="2067603"/>
            <a:ext cx="127579" cy="98138"/>
          </a:xfrm>
          <a:custGeom xmlns:a="http://schemas.openxmlformats.org/drawingml/2006/main">
            <a:pathLst>
              <a:path w="127579" h="98138">
                <a:moveTo>
                  <a:pt x="6543" y="65425"/>
                </a:moveTo>
                <a:lnTo>
                  <a:pt x="6543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39255" y="55612"/>
                </a:lnTo>
                <a:lnTo>
                  <a:pt x="39255" y="58883"/>
                </a:lnTo>
                <a:lnTo>
                  <a:pt x="42526" y="58883"/>
                </a:lnTo>
                <a:lnTo>
                  <a:pt x="42526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45798" y="52340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35984"/>
                </a:lnTo>
                <a:lnTo>
                  <a:pt x="52340" y="35984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42526"/>
                </a:lnTo>
                <a:lnTo>
                  <a:pt x="121037" y="42526"/>
                </a:lnTo>
                <a:lnTo>
                  <a:pt x="121037" y="52340"/>
                </a:lnTo>
                <a:lnTo>
                  <a:pt x="117766" y="52340"/>
                </a:lnTo>
                <a:lnTo>
                  <a:pt x="117766" y="58883"/>
                </a:lnTo>
                <a:lnTo>
                  <a:pt x="114494" y="58883"/>
                </a:lnTo>
                <a:lnTo>
                  <a:pt x="114494" y="62154"/>
                </a:lnTo>
                <a:lnTo>
                  <a:pt x="111223" y="62154"/>
                </a:lnTo>
                <a:lnTo>
                  <a:pt x="111223" y="65425"/>
                </a:lnTo>
                <a:lnTo>
                  <a:pt x="104681" y="65425"/>
                </a:lnTo>
                <a:lnTo>
                  <a:pt x="104681" y="68697"/>
                </a:lnTo>
                <a:lnTo>
                  <a:pt x="78510" y="68697"/>
                </a:lnTo>
                <a:lnTo>
                  <a:pt x="78510" y="71968"/>
                </a:lnTo>
                <a:lnTo>
                  <a:pt x="81782" y="71968"/>
                </a:lnTo>
                <a:lnTo>
                  <a:pt x="81782" y="81782"/>
                </a:lnTo>
                <a:lnTo>
                  <a:pt x="78510" y="81782"/>
                </a:lnTo>
                <a:lnTo>
                  <a:pt x="78510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71968" y="91595"/>
                </a:lnTo>
                <a:lnTo>
                  <a:pt x="71968" y="94867"/>
                </a:lnTo>
                <a:lnTo>
                  <a:pt x="65425" y="94867"/>
                </a:lnTo>
                <a:lnTo>
                  <a:pt x="65425" y="98138"/>
                </a:lnTo>
                <a:lnTo>
                  <a:pt x="13085" y="98138"/>
                </a:lnTo>
                <a:lnTo>
                  <a:pt x="13085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0" y="81782"/>
                </a:lnTo>
                <a:lnTo>
                  <a:pt x="0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6543" y="6542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isible source SEC-093 inset-1 region 115">
            <a:extLst xmlns:a="http://schemas.openxmlformats.org/drawingml/2006/main">
              <a:ext uri="{FF2B5EF4-FFF2-40B4-BE49-F238E27FC236}">
                <a16:creationId xmlns:a16="http://schemas.microsoft.com/office/drawing/2014/main" id="{678A5C5A-BBFB-4735-B057-671CF13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045" y="2211539"/>
            <a:ext cx="124308" cy="71968"/>
          </a:xfrm>
          <a:custGeom xmlns:a="http://schemas.openxmlformats.org/drawingml/2006/main">
            <a:pathLst>
              <a:path w="124308" h="71968">
                <a:moveTo>
                  <a:pt x="42526" y="26170"/>
                </a:move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68697" y="45798"/>
                </a:lnTo>
                <a:lnTo>
                  <a:pt x="68697" y="55612"/>
                </a:lnTo>
                <a:lnTo>
                  <a:pt x="65425" y="55612"/>
                </a:lnTo>
                <a:lnTo>
                  <a:pt x="65425" y="62154"/>
                </a:lnTo>
                <a:lnTo>
                  <a:pt x="62154" y="62154"/>
                </a:lnTo>
                <a:lnTo>
                  <a:pt x="62154" y="65425"/>
                </a:lnTo>
                <a:lnTo>
                  <a:pt x="58883" y="65425"/>
                </a:lnTo>
                <a:lnTo>
                  <a:pt x="58883" y="68697"/>
                </a:lnTo>
                <a:lnTo>
                  <a:pt x="52340" y="68697"/>
                </a:lnTo>
                <a:lnTo>
                  <a:pt x="52340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45798" y="29441"/>
                </a:lnTo>
                <a:lnTo>
                  <a:pt x="45798" y="26170"/>
                </a:lnTo>
                <a:lnTo>
                  <a:pt x="42526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isible source SEC-093 inset-1 region 116">
            <a:extLst xmlns:a="http://schemas.openxmlformats.org/drawingml/2006/main">
              <a:ext uri="{FF2B5EF4-FFF2-40B4-BE49-F238E27FC236}">
                <a16:creationId xmlns:a16="http://schemas.microsoft.com/office/drawing/2014/main" id="{D19B7AD7-3982-487E-831F-7393D65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896" y="2224624"/>
            <a:ext cx="124308" cy="91595"/>
          </a:xfrm>
          <a:custGeom xmlns:a="http://schemas.openxmlformats.org/drawingml/2006/main">
            <a:pathLst>
              <a:path w="124308" h="91595">
                <a:moveTo>
                  <a:pt x="45798" y="26170"/>
                </a:move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81782" y="45798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62154"/>
                </a:lnTo>
                <a:lnTo>
                  <a:pt x="81782" y="62154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1968"/>
                </a:lnTo>
                <a:lnTo>
                  <a:pt x="75239" y="71968"/>
                </a:lnTo>
                <a:lnTo>
                  <a:pt x="75239" y="75239"/>
                </a:lnTo>
                <a:lnTo>
                  <a:pt x="71968" y="75239"/>
                </a:lnTo>
                <a:lnTo>
                  <a:pt x="71968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65425" y="85053"/>
                </a:lnTo>
                <a:lnTo>
                  <a:pt x="65425" y="88324"/>
                </a:lnTo>
                <a:lnTo>
                  <a:pt x="58883" y="88324"/>
                </a:lnTo>
                <a:lnTo>
                  <a:pt x="58883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16356" y="39255"/>
                </a:lnTo>
                <a:lnTo>
                  <a:pt x="16356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lnTo>
                  <a:pt x="45798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isible source SEC-093 inset-1 region 117">
            <a:extLst xmlns:a="http://schemas.openxmlformats.org/drawingml/2006/main">
              <a:ext uri="{FF2B5EF4-FFF2-40B4-BE49-F238E27FC236}">
                <a16:creationId xmlns:a16="http://schemas.microsoft.com/office/drawing/2014/main" id="{7B9A1516-4288-4ADA-85EA-502297A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422" y="2267151"/>
            <a:ext cx="134122" cy="101409"/>
          </a:xfrm>
          <a:custGeom xmlns:a="http://schemas.openxmlformats.org/drawingml/2006/main">
            <a:pathLst>
              <a:path w="134122" h="101409">
                <a:moveTo>
                  <a:pt x="9814" y="98138"/>
                </a:moveTo>
                <a:lnTo>
                  <a:pt x="9814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49069" y="58883"/>
                </a:lnTo>
                <a:lnTo>
                  <a:pt x="49069" y="52340"/>
                </a:lnTo>
                <a:lnTo>
                  <a:pt x="45798" y="52340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55612" y="32713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4308" y="3271"/>
                </a:lnTo>
                <a:lnTo>
                  <a:pt x="124308" y="6543"/>
                </a:lnTo>
                <a:lnTo>
                  <a:pt x="127579" y="6543"/>
                </a:lnTo>
                <a:lnTo>
                  <a:pt x="127579" y="9814"/>
                </a:lnTo>
                <a:lnTo>
                  <a:pt x="130851" y="9814"/>
                </a:lnTo>
                <a:lnTo>
                  <a:pt x="130851" y="16356"/>
                </a:lnTo>
                <a:lnTo>
                  <a:pt x="134122" y="16356"/>
                </a:lnTo>
                <a:lnTo>
                  <a:pt x="134122" y="26170"/>
                </a:lnTo>
                <a:lnTo>
                  <a:pt x="130851" y="26170"/>
                </a:lnTo>
                <a:lnTo>
                  <a:pt x="130851" y="32713"/>
                </a:lnTo>
                <a:lnTo>
                  <a:pt x="127579" y="32713"/>
                </a:lnTo>
                <a:lnTo>
                  <a:pt x="127579" y="39255"/>
                </a:lnTo>
                <a:lnTo>
                  <a:pt x="130851" y="39255"/>
                </a:lnTo>
                <a:lnTo>
                  <a:pt x="130851" y="55612"/>
                </a:lnTo>
                <a:lnTo>
                  <a:pt x="127579" y="55612"/>
                </a:lnTo>
                <a:lnTo>
                  <a:pt x="127579" y="58883"/>
                </a:lnTo>
                <a:lnTo>
                  <a:pt x="124308" y="58883"/>
                </a:lnTo>
                <a:lnTo>
                  <a:pt x="124308" y="62154"/>
                </a:lnTo>
                <a:lnTo>
                  <a:pt x="121037" y="62154"/>
                </a:lnTo>
                <a:lnTo>
                  <a:pt x="121037" y="65425"/>
                </a:lnTo>
                <a:lnTo>
                  <a:pt x="114494" y="65425"/>
                </a:lnTo>
                <a:lnTo>
                  <a:pt x="114494" y="68697"/>
                </a:lnTo>
                <a:lnTo>
                  <a:pt x="94867" y="68697"/>
                </a:lnTo>
                <a:lnTo>
                  <a:pt x="94867" y="65425"/>
                </a:lnTo>
                <a:lnTo>
                  <a:pt x="88324" y="65425"/>
                </a:lnTo>
                <a:lnTo>
                  <a:pt x="88324" y="68697"/>
                </a:lnTo>
                <a:lnTo>
                  <a:pt x="81782" y="68697"/>
                </a:lnTo>
                <a:lnTo>
                  <a:pt x="81782" y="75239"/>
                </a:lnTo>
                <a:lnTo>
                  <a:pt x="85053" y="75239"/>
                </a:lnTo>
                <a:lnTo>
                  <a:pt x="85053" y="85053"/>
                </a:lnTo>
                <a:lnTo>
                  <a:pt x="81782" y="85053"/>
                </a:lnTo>
                <a:lnTo>
                  <a:pt x="81782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75239" y="94867"/>
                </a:lnTo>
                <a:lnTo>
                  <a:pt x="75239" y="98138"/>
                </a:lnTo>
                <a:lnTo>
                  <a:pt x="68697" y="98138"/>
                </a:lnTo>
                <a:lnTo>
                  <a:pt x="68697" y="101409"/>
                </a:lnTo>
                <a:lnTo>
                  <a:pt x="16356" y="101409"/>
                </a:lnTo>
                <a:lnTo>
                  <a:pt x="16356" y="98138"/>
                </a:lnTo>
                <a:lnTo>
                  <a:pt x="9814" y="9813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isible source SEC-093 inset-1 region 118">
            <a:extLst xmlns:a="http://schemas.openxmlformats.org/drawingml/2006/main">
              <a:ext uri="{FF2B5EF4-FFF2-40B4-BE49-F238E27FC236}">
                <a16:creationId xmlns:a16="http://schemas.microsoft.com/office/drawing/2014/main" id="{28336BB3-E4B7-496C-B498-CE861110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774" y="2424171"/>
            <a:ext cx="127579" cy="62154"/>
          </a:xfrm>
          <a:custGeom xmlns:a="http://schemas.openxmlformats.org/drawingml/2006/main">
            <a:pathLst>
              <a:path w="127579" h="62154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81782" y="42526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49069" y="62154"/>
                </a:lnTo>
                <a:lnTo>
                  <a:pt x="49069" y="58883"/>
                </a:lnTo>
                <a:lnTo>
                  <a:pt x="42526" y="58883"/>
                </a:lnTo>
                <a:lnTo>
                  <a:pt x="42526" y="62154"/>
                </a:lnTo>
                <a:lnTo>
                  <a:pt x="13085" y="62154"/>
                </a:lnTo>
                <a:lnTo>
                  <a:pt x="13085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42526" y="19628"/>
                </a:lnTo>
                <a:lnTo>
                  <a:pt x="42526" y="22899"/>
                </a:lnTo>
                <a:lnTo>
                  <a:pt x="45798" y="22899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isible source SEC-093 inset-1 region 119">
            <a:extLst xmlns:a="http://schemas.openxmlformats.org/drawingml/2006/main">
              <a:ext uri="{FF2B5EF4-FFF2-40B4-BE49-F238E27FC236}">
                <a16:creationId xmlns:a16="http://schemas.microsoft.com/office/drawing/2014/main" id="{22DF7E55-0DB6-4F17-BB94-7F761C03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896" y="2427443"/>
            <a:ext cx="170106" cy="143936"/>
          </a:xfrm>
          <a:custGeom xmlns:a="http://schemas.openxmlformats.org/drawingml/2006/main">
            <a:pathLst>
              <a:path w="170106" h="143936">
                <a:moveTo>
                  <a:pt x="52340" y="9814"/>
                </a:move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3085"/>
                </a:lnTo>
                <a:lnTo>
                  <a:pt x="130851" y="13085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53750" y="39255"/>
                </a:lnTo>
                <a:lnTo>
                  <a:pt x="153750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63563" y="45798"/>
                </a:lnTo>
                <a:lnTo>
                  <a:pt x="163563" y="49069"/>
                </a:lnTo>
                <a:lnTo>
                  <a:pt x="166835" y="49069"/>
                </a:lnTo>
                <a:lnTo>
                  <a:pt x="166835" y="55612"/>
                </a:lnTo>
                <a:lnTo>
                  <a:pt x="170106" y="55612"/>
                </a:lnTo>
                <a:lnTo>
                  <a:pt x="170106" y="65425"/>
                </a:lnTo>
                <a:lnTo>
                  <a:pt x="166835" y="65425"/>
                </a:lnTo>
                <a:lnTo>
                  <a:pt x="166835" y="78510"/>
                </a:lnTo>
                <a:lnTo>
                  <a:pt x="170106" y="78510"/>
                </a:lnTo>
                <a:lnTo>
                  <a:pt x="170106" y="88324"/>
                </a:lnTo>
                <a:lnTo>
                  <a:pt x="166835" y="88324"/>
                </a:lnTo>
                <a:lnTo>
                  <a:pt x="166835" y="94867"/>
                </a:lnTo>
                <a:lnTo>
                  <a:pt x="163563" y="94867"/>
                </a:lnTo>
                <a:lnTo>
                  <a:pt x="163563" y="98138"/>
                </a:lnTo>
                <a:lnTo>
                  <a:pt x="160292" y="98138"/>
                </a:lnTo>
                <a:lnTo>
                  <a:pt x="160292" y="101409"/>
                </a:lnTo>
                <a:lnTo>
                  <a:pt x="153750" y="101409"/>
                </a:lnTo>
                <a:lnTo>
                  <a:pt x="153750" y="104681"/>
                </a:lnTo>
                <a:lnTo>
                  <a:pt x="117766" y="104681"/>
                </a:lnTo>
                <a:lnTo>
                  <a:pt x="117766" y="107952"/>
                </a:lnTo>
                <a:lnTo>
                  <a:pt x="121037" y="107952"/>
                </a:lnTo>
                <a:lnTo>
                  <a:pt x="121037" y="111223"/>
                </a:lnTo>
                <a:lnTo>
                  <a:pt x="124308" y="111223"/>
                </a:lnTo>
                <a:lnTo>
                  <a:pt x="124308" y="114494"/>
                </a:lnTo>
                <a:lnTo>
                  <a:pt x="127579" y="114494"/>
                </a:lnTo>
                <a:lnTo>
                  <a:pt x="127579" y="130851"/>
                </a:lnTo>
                <a:lnTo>
                  <a:pt x="124308" y="130851"/>
                </a:lnTo>
                <a:lnTo>
                  <a:pt x="124308" y="134122"/>
                </a:lnTo>
                <a:lnTo>
                  <a:pt x="121037" y="134122"/>
                </a:lnTo>
                <a:lnTo>
                  <a:pt x="121037" y="137393"/>
                </a:lnTo>
                <a:lnTo>
                  <a:pt x="117766" y="137393"/>
                </a:lnTo>
                <a:lnTo>
                  <a:pt x="117766" y="140664"/>
                </a:lnTo>
                <a:lnTo>
                  <a:pt x="111223" y="140664"/>
                </a:lnTo>
                <a:lnTo>
                  <a:pt x="111223" y="143936"/>
                </a:lnTo>
                <a:lnTo>
                  <a:pt x="62154" y="143936"/>
                </a:lnTo>
                <a:lnTo>
                  <a:pt x="62154" y="140664"/>
                </a:lnTo>
                <a:lnTo>
                  <a:pt x="58883" y="140664"/>
                </a:lnTo>
                <a:lnTo>
                  <a:pt x="58883" y="137393"/>
                </a:lnTo>
                <a:lnTo>
                  <a:pt x="55612" y="137393"/>
                </a:lnTo>
                <a:lnTo>
                  <a:pt x="55612" y="134122"/>
                </a:lnTo>
                <a:lnTo>
                  <a:pt x="52340" y="134122"/>
                </a:lnTo>
                <a:lnTo>
                  <a:pt x="52340" y="127579"/>
                </a:lnTo>
                <a:lnTo>
                  <a:pt x="49069" y="127579"/>
                </a:lnTo>
                <a:lnTo>
                  <a:pt x="49069" y="117766"/>
                </a:lnTo>
                <a:lnTo>
                  <a:pt x="52340" y="117766"/>
                </a:lnTo>
                <a:lnTo>
                  <a:pt x="52340" y="111223"/>
                </a:lnTo>
                <a:lnTo>
                  <a:pt x="55612" y="111223"/>
                </a:lnTo>
                <a:lnTo>
                  <a:pt x="55612" y="107952"/>
                </a:lnTo>
                <a:lnTo>
                  <a:pt x="58883" y="107952"/>
                </a:lnTo>
                <a:lnTo>
                  <a:pt x="58883" y="104681"/>
                </a:lnTo>
                <a:lnTo>
                  <a:pt x="65425" y="104681"/>
                </a:lnTo>
                <a:lnTo>
                  <a:pt x="65425" y="101409"/>
                </a:lnTo>
                <a:lnTo>
                  <a:pt x="98138" y="101409"/>
                </a:lnTo>
                <a:lnTo>
                  <a:pt x="98138" y="98138"/>
                </a:lnTo>
                <a:lnTo>
                  <a:pt x="94867" y="98138"/>
                </a:lnTo>
                <a:lnTo>
                  <a:pt x="94867" y="91595"/>
                </a:lnTo>
                <a:lnTo>
                  <a:pt x="91595" y="91595"/>
                </a:lnTo>
                <a:lnTo>
                  <a:pt x="91595" y="75239"/>
                </a:lnTo>
                <a:lnTo>
                  <a:pt x="94867" y="75239"/>
                </a:lnTo>
                <a:lnTo>
                  <a:pt x="94867" y="65425"/>
                </a:lnTo>
                <a:lnTo>
                  <a:pt x="91595" y="65425"/>
                </a:lnTo>
                <a:lnTo>
                  <a:pt x="91595" y="55612"/>
                </a:lnTo>
                <a:lnTo>
                  <a:pt x="94867" y="55612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75239" y="42526"/>
                </a:lnTo>
                <a:lnTo>
                  <a:pt x="75239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5053"/>
                </a:lnTo>
                <a:lnTo>
                  <a:pt x="71968" y="85053"/>
                </a:lnTo>
                <a:lnTo>
                  <a:pt x="71968" y="88324"/>
                </a:lnTo>
                <a:lnTo>
                  <a:pt x="68697" y="88324"/>
                </a:lnTo>
                <a:lnTo>
                  <a:pt x="68697" y="91595"/>
                </a:lnTo>
                <a:lnTo>
                  <a:pt x="62154" y="91595"/>
                </a:lnTo>
                <a:lnTo>
                  <a:pt x="62154" y="94867"/>
                </a:lnTo>
                <a:lnTo>
                  <a:pt x="19628" y="94867"/>
                </a:lnTo>
                <a:lnTo>
                  <a:pt x="19628" y="91595"/>
                </a:lnTo>
                <a:lnTo>
                  <a:pt x="13085" y="91595"/>
                </a:lnTo>
                <a:lnTo>
                  <a:pt x="13085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isible source SEC-093 inset-1 region 120">
            <a:extLst xmlns:a="http://schemas.openxmlformats.org/drawingml/2006/main">
              <a:ext uri="{FF2B5EF4-FFF2-40B4-BE49-F238E27FC236}">
                <a16:creationId xmlns:a16="http://schemas.microsoft.com/office/drawing/2014/main" id="{E08D51EE-8998-4CD1-91C3-A58BA641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774" y="2509224"/>
            <a:ext cx="173377" cy="88324"/>
          </a:xfrm>
          <a:custGeom xmlns:a="http://schemas.openxmlformats.org/drawingml/2006/main">
            <a:pathLst>
              <a:path w="173377" h="88324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114494" y="9814"/>
                </a:lnTo>
                <a:lnTo>
                  <a:pt x="114494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19628"/>
                </a:lnTo>
                <a:lnTo>
                  <a:pt x="127579" y="19628"/>
                </a:lnTo>
                <a:lnTo>
                  <a:pt x="127579" y="26170"/>
                </a:lnTo>
                <a:lnTo>
                  <a:pt x="130851" y="26170"/>
                </a:lnTo>
                <a:lnTo>
                  <a:pt x="130851" y="35984"/>
                </a:lnTo>
                <a:lnTo>
                  <a:pt x="127579" y="35984"/>
                </a:lnTo>
                <a:lnTo>
                  <a:pt x="127579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57021" y="45798"/>
                </a:lnTo>
                <a:lnTo>
                  <a:pt x="157021" y="49069"/>
                </a:lnTo>
                <a:lnTo>
                  <a:pt x="163563" y="49069"/>
                </a:lnTo>
                <a:lnTo>
                  <a:pt x="163563" y="52340"/>
                </a:lnTo>
                <a:lnTo>
                  <a:pt x="166835" y="52340"/>
                </a:lnTo>
                <a:lnTo>
                  <a:pt x="166835" y="55612"/>
                </a:lnTo>
                <a:lnTo>
                  <a:pt x="170106" y="55612"/>
                </a:lnTo>
                <a:lnTo>
                  <a:pt x="170106" y="58883"/>
                </a:lnTo>
                <a:lnTo>
                  <a:pt x="173377" y="58883"/>
                </a:lnTo>
                <a:lnTo>
                  <a:pt x="173377" y="75239"/>
                </a:lnTo>
                <a:lnTo>
                  <a:pt x="170106" y="75239"/>
                </a:lnTo>
                <a:lnTo>
                  <a:pt x="170106" y="78510"/>
                </a:lnTo>
                <a:lnTo>
                  <a:pt x="166835" y="78510"/>
                </a:lnTo>
                <a:lnTo>
                  <a:pt x="166835" y="81782"/>
                </a:lnTo>
                <a:lnTo>
                  <a:pt x="163563" y="81782"/>
                </a:lnTo>
                <a:lnTo>
                  <a:pt x="163563" y="85053"/>
                </a:lnTo>
                <a:lnTo>
                  <a:pt x="160292" y="85053"/>
                </a:lnTo>
                <a:lnTo>
                  <a:pt x="160292" y="88324"/>
                </a:lnTo>
                <a:lnTo>
                  <a:pt x="111223" y="88324"/>
                </a:lnTo>
                <a:lnTo>
                  <a:pt x="111223" y="85053"/>
                </a:lnTo>
                <a:lnTo>
                  <a:pt x="104681" y="85053"/>
                </a:lnTo>
                <a:lnTo>
                  <a:pt x="104681" y="81782"/>
                </a:lnTo>
                <a:lnTo>
                  <a:pt x="101409" y="81782"/>
                </a:lnTo>
                <a:lnTo>
                  <a:pt x="101409" y="78510"/>
                </a:lnTo>
                <a:lnTo>
                  <a:pt x="98138" y="78510"/>
                </a:lnTo>
                <a:lnTo>
                  <a:pt x="98138" y="71968"/>
                </a:lnTo>
                <a:lnTo>
                  <a:pt x="94867" y="71968"/>
                </a:lnTo>
                <a:lnTo>
                  <a:pt x="94867" y="62154"/>
                </a:lnTo>
                <a:lnTo>
                  <a:pt x="98138" y="62154"/>
                </a:lnTo>
                <a:lnTo>
                  <a:pt x="98138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58883" y="52340"/>
                </a:lnTo>
                <a:lnTo>
                  <a:pt x="58883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isible source SEC-093 inset-1 region 121">
            <a:extLst xmlns:a="http://schemas.openxmlformats.org/drawingml/2006/main">
              <a:ext uri="{FF2B5EF4-FFF2-40B4-BE49-F238E27FC236}">
                <a16:creationId xmlns:a16="http://schemas.microsoft.com/office/drawing/2014/main" id="{A17AD3F3-7F9B-43CF-A191-AEA0EFA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92" y="121707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isible source SEC-093 inset-1 region 122">
            <a:extLst xmlns:a="http://schemas.openxmlformats.org/drawingml/2006/main">
              <a:ext uri="{FF2B5EF4-FFF2-40B4-BE49-F238E27FC236}">
                <a16:creationId xmlns:a16="http://schemas.microsoft.com/office/drawing/2014/main" id="{2AC686EB-B848-4261-A78B-EC21B3E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29" y="1426435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isible source SEC-093 inset-1 region 123">
            <a:extLst xmlns:a="http://schemas.openxmlformats.org/drawingml/2006/main">
              <a:ext uri="{FF2B5EF4-FFF2-40B4-BE49-F238E27FC236}">
                <a16:creationId xmlns:a16="http://schemas.microsoft.com/office/drawing/2014/main" id="{6C1DCE9F-34A2-4E2D-B108-7CC60B9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730" y="1537658"/>
            <a:ext cx="55612" cy="65425"/>
          </a:xfrm>
          <a:custGeom xmlns:a="http://schemas.openxmlformats.org/drawingml/2006/main">
            <a:pathLst>
              <a:path w="55612" h="65425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32713"/>
                </a:lnTo>
                <a:lnTo>
                  <a:pt x="52340" y="32713"/>
                </a:lnTo>
                <a:lnTo>
                  <a:pt x="52340" y="39255"/>
                </a:lnTo>
                <a:lnTo>
                  <a:pt x="55612" y="39255"/>
                </a:lnTo>
                <a:lnTo>
                  <a:pt x="55612" y="49069"/>
                </a:lnTo>
                <a:lnTo>
                  <a:pt x="52340" y="49069"/>
                </a:lnTo>
                <a:lnTo>
                  <a:pt x="52340" y="55612"/>
                </a:lnTo>
                <a:lnTo>
                  <a:pt x="49069" y="55612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62154"/>
                </a:lnTo>
                <a:lnTo>
                  <a:pt x="39255" y="62154"/>
                </a:lnTo>
                <a:lnTo>
                  <a:pt x="39255" y="65425"/>
                </a:lnTo>
                <a:lnTo>
                  <a:pt x="29441" y="65425"/>
                </a:lnTo>
                <a:lnTo>
                  <a:pt x="29441" y="62154"/>
                </a:lnTo>
                <a:lnTo>
                  <a:pt x="22899" y="62154"/>
                </a:lnTo>
                <a:lnTo>
                  <a:pt x="22899" y="58883"/>
                </a:lnTo>
                <a:lnTo>
                  <a:pt x="19628" y="58883"/>
                </a:lnTo>
                <a:lnTo>
                  <a:pt x="19628" y="55612"/>
                </a:lnTo>
                <a:lnTo>
                  <a:pt x="16356" y="55612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isible source SEC-093 inset-1 region 124">
            <a:extLst xmlns:a="http://schemas.openxmlformats.org/drawingml/2006/main">
              <a:ext uri="{FF2B5EF4-FFF2-40B4-BE49-F238E27FC236}">
                <a16:creationId xmlns:a16="http://schemas.microsoft.com/office/drawing/2014/main" id="{F4EC8F4C-FB6C-4480-8DAE-D761488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884" y="1609626"/>
            <a:ext cx="91595" cy="81782"/>
          </a:xfrm>
          <a:custGeom xmlns:a="http://schemas.openxmlformats.org/drawingml/2006/main">
            <a:pathLst>
              <a:path w="91595" h="81782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75239" y="26170"/>
                </a:lnTo>
                <a:lnTo>
                  <a:pt x="75239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88324" y="35984"/>
                </a:lnTo>
                <a:lnTo>
                  <a:pt x="88324" y="42526"/>
                </a:lnTo>
                <a:lnTo>
                  <a:pt x="91595" y="42526"/>
                </a:lnTo>
                <a:lnTo>
                  <a:pt x="91595" y="52340"/>
                </a:lnTo>
                <a:lnTo>
                  <a:pt x="88324" y="52340"/>
                </a:lnTo>
                <a:lnTo>
                  <a:pt x="88324" y="58883"/>
                </a:lnTo>
                <a:lnTo>
                  <a:pt x="85053" y="58883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58883" y="81782"/>
                </a:lnTo>
                <a:lnTo>
                  <a:pt x="58883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55612"/>
                </a:lnTo>
                <a:lnTo>
                  <a:pt x="45798" y="55612"/>
                </a:lnTo>
                <a:lnTo>
                  <a:pt x="45798" y="49069"/>
                </a:lnTo>
                <a:lnTo>
                  <a:pt x="49069" y="49069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  <a:moveTo>
                  <a:pt x="49069" y="39255"/>
                </a:moveTo>
                <a:lnTo>
                  <a:pt x="49069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9069" y="39255"/>
                </a:lnTo>
                <a:close/>
                <a:moveTo>
                  <a:pt x="65425" y="29441"/>
                </a:moveTo>
                <a:lnTo>
                  <a:pt x="65425" y="26170"/>
                </a:lnTo>
                <a:lnTo>
                  <a:pt x="62154" y="26170"/>
                </a:lnTo>
                <a:lnTo>
                  <a:pt x="62154" y="29441"/>
                </a:lnTo>
                <a:lnTo>
                  <a:pt x="65425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isible source SEC-093 inset-1 region 125">
            <a:extLst xmlns:a="http://schemas.openxmlformats.org/drawingml/2006/main">
              <a:ext uri="{FF2B5EF4-FFF2-40B4-BE49-F238E27FC236}">
                <a16:creationId xmlns:a16="http://schemas.microsoft.com/office/drawing/2014/main" id="{AF6026D3-C5C4-4FDD-A3E8-D326BFA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512" y="174701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isible source SEC-093 inset-1 region 126">
            <a:extLst xmlns:a="http://schemas.openxmlformats.org/drawingml/2006/main">
              <a:ext uri="{FF2B5EF4-FFF2-40B4-BE49-F238E27FC236}">
                <a16:creationId xmlns:a16="http://schemas.microsoft.com/office/drawing/2014/main" id="{C6B4D2D8-940E-4166-A65E-907B4A10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831" y="1769918"/>
            <a:ext cx="209361" cy="130851"/>
          </a:xfrm>
          <a:custGeom xmlns:a="http://schemas.openxmlformats.org/drawingml/2006/main">
            <a:pathLst>
              <a:path w="209361" h="130851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58883" y="13085"/>
                </a:lnTo>
                <a:lnTo>
                  <a:pt x="58883" y="26170"/>
                </a:lnTo>
                <a:lnTo>
                  <a:pt x="62154" y="26170"/>
                </a:lnTo>
                <a:lnTo>
                  <a:pt x="62154" y="19628"/>
                </a:lnTo>
                <a:lnTo>
                  <a:pt x="65425" y="19628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13085"/>
                </a:lnTo>
                <a:lnTo>
                  <a:pt x="75239" y="13085"/>
                </a:lnTo>
                <a:lnTo>
                  <a:pt x="75239" y="9814"/>
                </a:lnTo>
                <a:lnTo>
                  <a:pt x="85053" y="9814"/>
                </a:lnTo>
                <a:lnTo>
                  <a:pt x="85053" y="13085"/>
                </a:lnTo>
                <a:lnTo>
                  <a:pt x="91595" y="13085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19628"/>
                </a:lnTo>
                <a:lnTo>
                  <a:pt x="98138" y="19628"/>
                </a:lnTo>
                <a:lnTo>
                  <a:pt x="98138" y="26170"/>
                </a:lnTo>
                <a:lnTo>
                  <a:pt x="101409" y="26170"/>
                </a:lnTo>
                <a:lnTo>
                  <a:pt x="101409" y="35984"/>
                </a:lnTo>
                <a:lnTo>
                  <a:pt x="98138" y="35984"/>
                </a:lnTo>
                <a:lnTo>
                  <a:pt x="98138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121037" y="42526"/>
                </a:lnTo>
                <a:lnTo>
                  <a:pt x="121037" y="39255"/>
                </a:lnTo>
                <a:lnTo>
                  <a:pt x="137393" y="39255"/>
                </a:lnTo>
                <a:lnTo>
                  <a:pt x="137393" y="42526"/>
                </a:lnTo>
                <a:lnTo>
                  <a:pt x="143936" y="42526"/>
                </a:lnTo>
                <a:lnTo>
                  <a:pt x="143936" y="45798"/>
                </a:lnTo>
                <a:lnTo>
                  <a:pt x="147207" y="45798"/>
                </a:lnTo>
                <a:lnTo>
                  <a:pt x="147207" y="49069"/>
                </a:lnTo>
                <a:lnTo>
                  <a:pt x="150478" y="49069"/>
                </a:lnTo>
                <a:lnTo>
                  <a:pt x="150478" y="55612"/>
                </a:lnTo>
                <a:lnTo>
                  <a:pt x="153750" y="55612"/>
                </a:lnTo>
                <a:lnTo>
                  <a:pt x="153750" y="65425"/>
                </a:lnTo>
                <a:lnTo>
                  <a:pt x="150478" y="65425"/>
                </a:lnTo>
                <a:lnTo>
                  <a:pt x="150478" y="71968"/>
                </a:lnTo>
                <a:lnTo>
                  <a:pt x="147207" y="71968"/>
                </a:lnTo>
                <a:lnTo>
                  <a:pt x="147207" y="75239"/>
                </a:lnTo>
                <a:lnTo>
                  <a:pt x="157021" y="75239"/>
                </a:lnTo>
                <a:lnTo>
                  <a:pt x="157021" y="78510"/>
                </a:lnTo>
                <a:lnTo>
                  <a:pt x="163563" y="78510"/>
                </a:lnTo>
                <a:lnTo>
                  <a:pt x="163563" y="81782"/>
                </a:lnTo>
                <a:lnTo>
                  <a:pt x="166835" y="81782"/>
                </a:lnTo>
                <a:lnTo>
                  <a:pt x="166835" y="85053"/>
                </a:lnTo>
                <a:lnTo>
                  <a:pt x="170106" y="85053"/>
                </a:lnTo>
                <a:lnTo>
                  <a:pt x="170106" y="81782"/>
                </a:lnTo>
                <a:lnTo>
                  <a:pt x="173377" y="81782"/>
                </a:lnTo>
                <a:lnTo>
                  <a:pt x="173377" y="78510"/>
                </a:lnTo>
                <a:lnTo>
                  <a:pt x="179920" y="78510"/>
                </a:lnTo>
                <a:lnTo>
                  <a:pt x="179920" y="75239"/>
                </a:lnTo>
                <a:lnTo>
                  <a:pt x="193005" y="75239"/>
                </a:lnTo>
                <a:lnTo>
                  <a:pt x="193005" y="78510"/>
                </a:lnTo>
                <a:lnTo>
                  <a:pt x="199547" y="78510"/>
                </a:lnTo>
                <a:lnTo>
                  <a:pt x="199547" y="81782"/>
                </a:lnTo>
                <a:lnTo>
                  <a:pt x="202818" y="81782"/>
                </a:lnTo>
                <a:lnTo>
                  <a:pt x="202818" y="85053"/>
                </a:lnTo>
                <a:lnTo>
                  <a:pt x="206090" y="85053"/>
                </a:lnTo>
                <a:lnTo>
                  <a:pt x="206090" y="91595"/>
                </a:lnTo>
                <a:lnTo>
                  <a:pt x="209361" y="91595"/>
                </a:lnTo>
                <a:lnTo>
                  <a:pt x="209361" y="101409"/>
                </a:lnTo>
                <a:lnTo>
                  <a:pt x="206090" y="101409"/>
                </a:lnTo>
                <a:lnTo>
                  <a:pt x="206090" y="107952"/>
                </a:lnTo>
                <a:lnTo>
                  <a:pt x="202818" y="107952"/>
                </a:lnTo>
                <a:lnTo>
                  <a:pt x="202818" y="114494"/>
                </a:lnTo>
                <a:lnTo>
                  <a:pt x="199547" y="114494"/>
                </a:lnTo>
                <a:lnTo>
                  <a:pt x="199547" y="121037"/>
                </a:lnTo>
                <a:lnTo>
                  <a:pt x="196276" y="121037"/>
                </a:lnTo>
                <a:lnTo>
                  <a:pt x="196276" y="124308"/>
                </a:lnTo>
                <a:lnTo>
                  <a:pt x="193005" y="124308"/>
                </a:lnTo>
                <a:lnTo>
                  <a:pt x="193005" y="127579"/>
                </a:lnTo>
                <a:lnTo>
                  <a:pt x="186462" y="127579"/>
                </a:lnTo>
                <a:lnTo>
                  <a:pt x="186462" y="130851"/>
                </a:lnTo>
                <a:lnTo>
                  <a:pt x="153750" y="130851"/>
                </a:lnTo>
                <a:lnTo>
                  <a:pt x="153750" y="127579"/>
                </a:lnTo>
                <a:lnTo>
                  <a:pt x="147207" y="127579"/>
                </a:lnTo>
                <a:lnTo>
                  <a:pt x="147207" y="124308"/>
                </a:lnTo>
                <a:lnTo>
                  <a:pt x="143936" y="124308"/>
                </a:lnTo>
                <a:lnTo>
                  <a:pt x="143936" y="121037"/>
                </a:lnTo>
                <a:lnTo>
                  <a:pt x="140664" y="121037"/>
                </a:lnTo>
                <a:lnTo>
                  <a:pt x="140664" y="114494"/>
                </a:lnTo>
                <a:lnTo>
                  <a:pt x="137393" y="114494"/>
                </a:lnTo>
                <a:lnTo>
                  <a:pt x="137393" y="107952"/>
                </a:lnTo>
                <a:lnTo>
                  <a:pt x="134122" y="107952"/>
                </a:lnTo>
                <a:lnTo>
                  <a:pt x="134122" y="101409"/>
                </a:lnTo>
                <a:lnTo>
                  <a:pt x="130851" y="101409"/>
                </a:lnTo>
                <a:lnTo>
                  <a:pt x="130851" y="91595"/>
                </a:lnTo>
                <a:lnTo>
                  <a:pt x="134122" y="91595"/>
                </a:lnTo>
                <a:lnTo>
                  <a:pt x="134122" y="85053"/>
                </a:lnTo>
                <a:lnTo>
                  <a:pt x="137393" y="85053"/>
                </a:lnTo>
                <a:lnTo>
                  <a:pt x="137393" y="81782"/>
                </a:lnTo>
                <a:lnTo>
                  <a:pt x="121037" y="81782"/>
                </a:lnTo>
                <a:lnTo>
                  <a:pt x="121037" y="78510"/>
                </a:lnTo>
                <a:lnTo>
                  <a:pt x="107952" y="78510"/>
                </a:lnTo>
                <a:lnTo>
                  <a:pt x="107952" y="81782"/>
                </a:lnTo>
                <a:lnTo>
                  <a:pt x="98138" y="81782"/>
                </a:lnTo>
                <a:lnTo>
                  <a:pt x="98138" y="78510"/>
                </a:lnTo>
                <a:lnTo>
                  <a:pt x="91595" y="78510"/>
                </a:lnTo>
                <a:lnTo>
                  <a:pt x="91595" y="75239"/>
                </a:lnTo>
                <a:lnTo>
                  <a:pt x="88324" y="75239"/>
                </a:lnTo>
                <a:lnTo>
                  <a:pt x="88324" y="71968"/>
                </a:lnTo>
                <a:lnTo>
                  <a:pt x="85053" y="71968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55612"/>
                </a:lnTo>
                <a:lnTo>
                  <a:pt x="85053" y="55612"/>
                </a:lnTo>
                <a:lnTo>
                  <a:pt x="85053" y="52340"/>
                </a:lnTo>
                <a:lnTo>
                  <a:pt x="75239" y="52340"/>
                </a:lnTo>
                <a:lnTo>
                  <a:pt x="75239" y="49069"/>
                </a:lnTo>
                <a:lnTo>
                  <a:pt x="68697" y="49069"/>
                </a:lnTo>
                <a:lnTo>
                  <a:pt x="68697" y="45798"/>
                </a:lnTo>
                <a:lnTo>
                  <a:pt x="65425" y="45798"/>
                </a:lnTo>
                <a:lnTo>
                  <a:pt x="65425" y="42526"/>
                </a:lnTo>
                <a:lnTo>
                  <a:pt x="62154" y="42526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  <a:moveTo>
                  <a:pt x="137393" y="78510"/>
                </a:moveTo>
                <a:lnTo>
                  <a:pt x="137393" y="81782"/>
                </a:lnTo>
                <a:lnTo>
                  <a:pt x="140664" y="81782"/>
                </a:lnTo>
                <a:lnTo>
                  <a:pt x="140664" y="78510"/>
                </a:lnTo>
                <a:lnTo>
                  <a:pt x="137393" y="78510"/>
                </a:lnTo>
                <a:close/>
                <a:moveTo>
                  <a:pt x="147207" y="78510"/>
                </a:moveTo>
                <a:lnTo>
                  <a:pt x="147207" y="75239"/>
                </a:lnTo>
                <a:lnTo>
                  <a:pt x="143936" y="75239"/>
                </a:lnTo>
                <a:lnTo>
                  <a:pt x="143936" y="78510"/>
                </a:lnTo>
                <a:lnTo>
                  <a:pt x="147207" y="7851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isible source SEC-093 inset-1 region 127">
            <a:extLst xmlns:a="http://schemas.openxmlformats.org/drawingml/2006/main">
              <a:ext uri="{FF2B5EF4-FFF2-40B4-BE49-F238E27FC236}">
                <a16:creationId xmlns:a16="http://schemas.microsoft.com/office/drawing/2014/main" id="{7082D672-90B5-457E-8716-C1F3BDB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034" y="1871328"/>
            <a:ext cx="71968" cy="65425"/>
          </a:xfrm>
          <a:custGeom xmlns:a="http://schemas.openxmlformats.org/drawingml/2006/main">
            <a:pathLst>
              <a:path w="71968" h="65425">
                <a:moveTo>
                  <a:pt x="3271" y="29441"/>
                </a:moveTo>
                <a:lnTo>
                  <a:pt x="0" y="29441"/>
                </a:lnTo>
                <a:lnTo>
                  <a:pt x="0" y="13085"/>
                </a:ln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62154" y="26170"/>
                </a:lnTo>
                <a:lnTo>
                  <a:pt x="62154" y="29441"/>
                </a:lnTo>
                <a:lnTo>
                  <a:pt x="65425" y="29441"/>
                </a:lnTo>
                <a:lnTo>
                  <a:pt x="65425" y="32713"/>
                </a:lnTo>
                <a:lnTo>
                  <a:pt x="68697" y="32713"/>
                </a:lnTo>
                <a:lnTo>
                  <a:pt x="68697" y="39255"/>
                </a:lnTo>
                <a:lnTo>
                  <a:pt x="71968" y="39255"/>
                </a:lnTo>
                <a:lnTo>
                  <a:pt x="71968" y="49069"/>
                </a:lnTo>
                <a:lnTo>
                  <a:pt x="68697" y="49069"/>
                </a:lnTo>
                <a:lnTo>
                  <a:pt x="68697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55612" y="62154"/>
                </a:lnTo>
                <a:lnTo>
                  <a:pt x="55612" y="65425"/>
                </a:lnTo>
                <a:lnTo>
                  <a:pt x="39255" y="65425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55612"/>
                </a:lnTo>
                <a:lnTo>
                  <a:pt x="29441" y="55612"/>
                </a:lnTo>
                <a:lnTo>
                  <a:pt x="29441" y="49069"/>
                </a:lnTo>
                <a:lnTo>
                  <a:pt x="26170" y="49069"/>
                </a:lnTo>
                <a:lnTo>
                  <a:pt x="26170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isible source SEC-093 inset-1 region 128">
            <a:extLst xmlns:a="http://schemas.openxmlformats.org/drawingml/2006/main">
              <a:ext uri="{FF2B5EF4-FFF2-40B4-BE49-F238E27FC236}">
                <a16:creationId xmlns:a16="http://schemas.microsoft.com/office/drawing/2014/main" id="{011D950F-8F21-4B4E-989F-69F7F489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92" y="1923668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isible source SEC-093 inset-1 region 129">
            <a:extLst xmlns:a="http://schemas.openxmlformats.org/drawingml/2006/main">
              <a:ext uri="{FF2B5EF4-FFF2-40B4-BE49-F238E27FC236}">
                <a16:creationId xmlns:a16="http://schemas.microsoft.com/office/drawing/2014/main" id="{EEE71CC4-9A51-4771-8271-E5871D8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41" y="1946567"/>
            <a:ext cx="52340" cy="42526"/>
          </a:xfrm>
          <a:custGeom xmlns:a="http://schemas.openxmlformats.org/drawingml/2006/main">
            <a:pathLst>
              <a:path w="52340" h="42526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isible source SEC-093 inset-1 region 130">
            <a:extLst xmlns:a="http://schemas.openxmlformats.org/drawingml/2006/main">
              <a:ext uri="{FF2B5EF4-FFF2-40B4-BE49-F238E27FC236}">
                <a16:creationId xmlns:a16="http://schemas.microsoft.com/office/drawing/2014/main" id="{E188650C-D4FB-4463-8DF5-49A4FD7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831" y="1949838"/>
            <a:ext cx="104681" cy="88324"/>
          </a:xfrm>
          <a:custGeom xmlns:a="http://schemas.openxmlformats.org/drawingml/2006/main">
            <a:pathLst>
              <a:path w="104681" h="88324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29441"/>
                </a:lnTo>
                <a:lnTo>
                  <a:pt x="71968" y="29441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88324" y="45798"/>
                </a:lnTo>
                <a:lnTo>
                  <a:pt x="88324" y="49069"/>
                </a:lnTo>
                <a:lnTo>
                  <a:pt x="94867" y="49069"/>
                </a:lnTo>
                <a:lnTo>
                  <a:pt x="94867" y="52340"/>
                </a:lnTo>
                <a:lnTo>
                  <a:pt x="98138" y="52340"/>
                </a:lnTo>
                <a:lnTo>
                  <a:pt x="98138" y="55612"/>
                </a:lnTo>
                <a:lnTo>
                  <a:pt x="101409" y="55612"/>
                </a:lnTo>
                <a:lnTo>
                  <a:pt x="101409" y="62154"/>
                </a:lnTo>
                <a:lnTo>
                  <a:pt x="104681" y="62154"/>
                </a:lnTo>
                <a:lnTo>
                  <a:pt x="104681" y="71968"/>
                </a:lnTo>
                <a:lnTo>
                  <a:pt x="101409" y="71968"/>
                </a:lnTo>
                <a:lnTo>
                  <a:pt x="101409" y="78510"/>
                </a:lnTo>
                <a:lnTo>
                  <a:pt x="98138" y="78510"/>
                </a:lnTo>
                <a:lnTo>
                  <a:pt x="98138" y="81782"/>
                </a:lnTo>
                <a:lnTo>
                  <a:pt x="94867" y="81782"/>
                </a:lnTo>
                <a:lnTo>
                  <a:pt x="94867" y="85053"/>
                </a:lnTo>
                <a:lnTo>
                  <a:pt x="88324" y="85053"/>
                </a:lnTo>
                <a:lnTo>
                  <a:pt x="88324" y="88324"/>
                </a:lnTo>
                <a:lnTo>
                  <a:pt x="62154" y="88324"/>
                </a:lnTo>
                <a:lnTo>
                  <a:pt x="62154" y="85053"/>
                </a:lnTo>
                <a:lnTo>
                  <a:pt x="55612" y="85053"/>
                </a:lnTo>
                <a:lnTo>
                  <a:pt x="55612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isible source SEC-093 inset-1 region 131">
            <a:extLst xmlns:a="http://schemas.openxmlformats.org/drawingml/2006/main">
              <a:ext uri="{FF2B5EF4-FFF2-40B4-BE49-F238E27FC236}">
                <a16:creationId xmlns:a16="http://schemas.microsoft.com/office/drawing/2014/main" id="{1A464A75-BAE9-49EF-AB3F-582F51C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512" y="2008721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isible source SEC-093 inset-1 region 132">
            <a:extLst xmlns:a="http://schemas.openxmlformats.org/drawingml/2006/main">
              <a:ext uri="{FF2B5EF4-FFF2-40B4-BE49-F238E27FC236}">
                <a16:creationId xmlns:a16="http://schemas.microsoft.com/office/drawing/2014/main" id="{BF20BC17-0A9A-4027-AE69-622B1DB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815" y="2077417"/>
            <a:ext cx="85053" cy="42526"/>
          </a:xfrm>
          <a:custGeom xmlns:a="http://schemas.openxmlformats.org/drawingml/2006/main">
            <a:pathLst>
              <a:path w="85053" h="42526">
                <a:moveTo>
                  <a:pt x="9814" y="3271"/>
                </a:move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9069" y="39255"/>
                </a:lnTo>
                <a:lnTo>
                  <a:pt x="49069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isible source SEC-093 inset-1 region 133">
            <a:extLst xmlns:a="http://schemas.openxmlformats.org/drawingml/2006/main">
              <a:ext uri="{FF2B5EF4-FFF2-40B4-BE49-F238E27FC236}">
                <a16:creationId xmlns:a16="http://schemas.microsoft.com/office/drawing/2014/main" id="{4EE61567-5620-4716-AAFF-23C879D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613" y="2146114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isible source SEC-093 inset-1 region 134">
            <a:extLst xmlns:a="http://schemas.openxmlformats.org/drawingml/2006/main">
              <a:ext uri="{FF2B5EF4-FFF2-40B4-BE49-F238E27FC236}">
                <a16:creationId xmlns:a16="http://schemas.microsoft.com/office/drawing/2014/main" id="{0C1A086B-89AA-46B5-AF24-065A7ED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018" y="2155928"/>
            <a:ext cx="166835" cy="98138"/>
          </a:xfrm>
          <a:custGeom xmlns:a="http://schemas.openxmlformats.org/drawingml/2006/main">
            <a:pathLst>
              <a:path w="166835" h="98138">
                <a:moveTo>
                  <a:pt x="13085" y="16356"/>
                </a:moveTo>
                <a:lnTo>
                  <a:pt x="16356" y="16356"/>
                </a:lnTo>
                <a:lnTo>
                  <a:pt x="16356" y="9814"/>
                </a:lnTo>
                <a:lnTo>
                  <a:pt x="19628" y="9814"/>
                </a:lnTo>
                <a:lnTo>
                  <a:pt x="19628" y="6543"/>
                </a:lnTo>
                <a:lnTo>
                  <a:pt x="22899" y="6543"/>
                </a:lnTo>
                <a:lnTo>
                  <a:pt x="22899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81782" y="32713"/>
                </a:lnTo>
                <a:lnTo>
                  <a:pt x="81782" y="39255"/>
                </a:lnTo>
                <a:lnTo>
                  <a:pt x="85053" y="39255"/>
                </a:lnTo>
                <a:lnTo>
                  <a:pt x="85053" y="49069"/>
                </a:lnTo>
                <a:lnTo>
                  <a:pt x="81782" y="49069"/>
                </a:lnTo>
                <a:lnTo>
                  <a:pt x="81782" y="55612"/>
                </a:lnTo>
                <a:lnTo>
                  <a:pt x="104681" y="55612"/>
                </a:lnTo>
                <a:lnTo>
                  <a:pt x="104681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57021" y="55612"/>
                </a:lnTo>
                <a:lnTo>
                  <a:pt x="157021" y="58883"/>
                </a:lnTo>
                <a:lnTo>
                  <a:pt x="160292" y="58883"/>
                </a:lnTo>
                <a:lnTo>
                  <a:pt x="160292" y="62154"/>
                </a:lnTo>
                <a:lnTo>
                  <a:pt x="163563" y="62154"/>
                </a:lnTo>
                <a:lnTo>
                  <a:pt x="163563" y="68697"/>
                </a:lnTo>
                <a:lnTo>
                  <a:pt x="166835" y="68697"/>
                </a:lnTo>
                <a:lnTo>
                  <a:pt x="166835" y="78510"/>
                </a:lnTo>
                <a:lnTo>
                  <a:pt x="163563" y="78510"/>
                </a:lnTo>
                <a:lnTo>
                  <a:pt x="163563" y="85053"/>
                </a:lnTo>
                <a:lnTo>
                  <a:pt x="160292" y="85053"/>
                </a:lnTo>
                <a:lnTo>
                  <a:pt x="160292" y="88324"/>
                </a:lnTo>
                <a:lnTo>
                  <a:pt x="157021" y="88324"/>
                </a:lnTo>
                <a:lnTo>
                  <a:pt x="157021" y="91595"/>
                </a:lnTo>
                <a:lnTo>
                  <a:pt x="150478" y="91595"/>
                </a:lnTo>
                <a:lnTo>
                  <a:pt x="150478" y="94867"/>
                </a:lnTo>
                <a:lnTo>
                  <a:pt x="140664" y="94867"/>
                </a:lnTo>
                <a:lnTo>
                  <a:pt x="140664" y="91595"/>
                </a:lnTo>
                <a:lnTo>
                  <a:pt x="137393" y="91595"/>
                </a:lnTo>
                <a:lnTo>
                  <a:pt x="137393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65425" y="98138"/>
                </a:lnTo>
                <a:lnTo>
                  <a:pt x="65425" y="94867"/>
                </a:lnTo>
                <a:lnTo>
                  <a:pt x="58883" y="94867"/>
                </a:lnTo>
                <a:lnTo>
                  <a:pt x="58883" y="91595"/>
                </a:lnTo>
                <a:lnTo>
                  <a:pt x="55612" y="91595"/>
                </a:lnTo>
                <a:lnTo>
                  <a:pt x="55612" y="88324"/>
                </a:lnTo>
                <a:lnTo>
                  <a:pt x="52340" y="88324"/>
                </a:lnTo>
                <a:lnTo>
                  <a:pt x="52340" y="81782"/>
                </a:lnTo>
                <a:lnTo>
                  <a:pt x="49069" y="81782"/>
                </a:lnTo>
                <a:lnTo>
                  <a:pt x="49069" y="71968"/>
                </a:lnTo>
                <a:lnTo>
                  <a:pt x="52340" y="71968"/>
                </a:lnTo>
                <a:lnTo>
                  <a:pt x="52340" y="65425"/>
                </a:lnTo>
                <a:lnTo>
                  <a:pt x="39255" y="65425"/>
                </a:lnTo>
                <a:lnTo>
                  <a:pt x="39255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3085" y="26170"/>
                </a:lnTo>
                <a:lnTo>
                  <a:pt x="1308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isible source SEC-093 inset-1 region 135">
            <a:extLst xmlns:a="http://schemas.openxmlformats.org/drawingml/2006/main">
              <a:ext uri="{FF2B5EF4-FFF2-40B4-BE49-F238E27FC236}">
                <a16:creationId xmlns:a16="http://schemas.microsoft.com/office/drawing/2014/main" id="{CE700F6C-5BCC-4B4A-95BC-1647839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815" y="2293321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isible source SEC-093 inset-1 region 136">
            <a:extLst xmlns:a="http://schemas.openxmlformats.org/drawingml/2006/main">
              <a:ext uri="{FF2B5EF4-FFF2-40B4-BE49-F238E27FC236}">
                <a16:creationId xmlns:a16="http://schemas.microsoft.com/office/drawing/2014/main" id="{3E2FD14D-47EA-4E20-9CEF-E5AB6A4C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613" y="2345661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isible source SEC-093 inset-1 region 137">
            <a:extLst xmlns:a="http://schemas.openxmlformats.org/drawingml/2006/main">
              <a:ext uri="{FF2B5EF4-FFF2-40B4-BE49-F238E27FC236}">
                <a16:creationId xmlns:a16="http://schemas.microsoft.com/office/drawing/2014/main" id="{5190BA74-ED88-4FAF-83FA-0BF64A6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018" y="2358746"/>
            <a:ext cx="85053" cy="68697"/>
          </a:xfrm>
          <a:custGeom xmlns:a="http://schemas.openxmlformats.org/drawingml/2006/main">
            <a:pathLst>
              <a:path w="85053" h="68697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42526"/>
                </a:lnTo>
                <a:lnTo>
                  <a:pt x="81782" y="42526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isible source SEC-093 inset-1 region 138">
            <a:extLst xmlns:a="http://schemas.openxmlformats.org/drawingml/2006/main">
              <a:ext uri="{FF2B5EF4-FFF2-40B4-BE49-F238E27FC236}">
                <a16:creationId xmlns:a16="http://schemas.microsoft.com/office/drawing/2014/main" id="{7C73CF6D-D309-4568-8B98-E8615A5B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900" y="2407815"/>
            <a:ext cx="114494" cy="62154"/>
          </a:xfrm>
          <a:custGeom xmlns:a="http://schemas.openxmlformats.org/drawingml/2006/main">
            <a:pathLst>
              <a:path w="114494" h="62154">
                <a:moveTo>
                  <a:pt x="9814" y="22899"/>
                </a:moveTo>
                <a:lnTo>
                  <a:pt x="16356" y="22899"/>
                </a:lnTo>
                <a:lnTo>
                  <a:pt x="16356" y="19628"/>
                </a:lnTo>
                <a:lnTo>
                  <a:pt x="35984" y="19628"/>
                </a:lnTo>
                <a:lnTo>
                  <a:pt x="35984" y="16356"/>
                </a:lnTo>
                <a:lnTo>
                  <a:pt x="39255" y="16356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98138" y="0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6543"/>
                </a:lnTo>
                <a:lnTo>
                  <a:pt x="107952" y="6543"/>
                </a:lnTo>
                <a:lnTo>
                  <a:pt x="107952" y="9814"/>
                </a:lnTo>
                <a:lnTo>
                  <a:pt x="111223" y="9814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26170"/>
                </a:lnTo>
                <a:lnTo>
                  <a:pt x="111223" y="26170"/>
                </a:lnTo>
                <a:lnTo>
                  <a:pt x="111223" y="32713"/>
                </a:lnTo>
                <a:lnTo>
                  <a:pt x="107952" y="32713"/>
                </a:lnTo>
                <a:lnTo>
                  <a:pt x="107952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98138" y="39255"/>
                </a:lnTo>
                <a:lnTo>
                  <a:pt x="98138" y="42526"/>
                </a:lnTo>
                <a:lnTo>
                  <a:pt x="58883" y="42526"/>
                </a:lnTo>
                <a:lnTo>
                  <a:pt x="58883" y="45798"/>
                </a:lnTo>
                <a:lnTo>
                  <a:pt x="55612" y="45798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55612"/>
                </a:lnTo>
                <a:lnTo>
                  <a:pt x="49069" y="55612"/>
                </a:lnTo>
                <a:lnTo>
                  <a:pt x="49069" y="58883"/>
                </a:lnTo>
                <a:lnTo>
                  <a:pt x="42526" y="58883"/>
                </a:lnTo>
                <a:lnTo>
                  <a:pt x="42526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isible source SEC-093 inset-1 region 139">
            <a:extLst xmlns:a="http://schemas.openxmlformats.org/drawingml/2006/main">
              <a:ext uri="{FF2B5EF4-FFF2-40B4-BE49-F238E27FC236}">
                <a16:creationId xmlns:a16="http://schemas.microsoft.com/office/drawing/2014/main" id="{C81279DE-651C-441B-8E77-D2140BE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815" y="2509224"/>
            <a:ext cx="127579" cy="78510"/>
          </a:xfrm>
          <a:custGeom xmlns:a="http://schemas.openxmlformats.org/drawingml/2006/main">
            <a:pathLst>
              <a:path w="127579" h="78510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24308" y="45798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1223" y="75239"/>
                </a:lnTo>
                <a:lnTo>
                  <a:pt x="111223" y="78510"/>
                </a:lnTo>
                <a:lnTo>
                  <a:pt x="62154" y="78510"/>
                </a:lnTo>
                <a:lnTo>
                  <a:pt x="62154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9069" y="68697"/>
                </a:lnTo>
                <a:lnTo>
                  <a:pt x="49069" y="62154"/>
                </a:lnTo>
                <a:lnTo>
                  <a:pt x="45798" y="62154"/>
                </a:lnTo>
                <a:lnTo>
                  <a:pt x="45798" y="52340"/>
                </a:lnTo>
                <a:lnTo>
                  <a:pt x="49069" y="52340"/>
                </a:lnTo>
                <a:lnTo>
                  <a:pt x="49069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isible source SEC-093 inset-1 region 140">
            <a:extLst xmlns:a="http://schemas.openxmlformats.org/drawingml/2006/main">
              <a:ext uri="{FF2B5EF4-FFF2-40B4-BE49-F238E27FC236}">
                <a16:creationId xmlns:a16="http://schemas.microsoft.com/office/drawing/2014/main" id="{67DE5603-84DB-402C-95D7-B36260C4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289" y="2564836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isible source SEC-093 inset-1 region 141">
            <a:extLst xmlns:a="http://schemas.openxmlformats.org/drawingml/2006/main">
              <a:ext uri="{FF2B5EF4-FFF2-40B4-BE49-F238E27FC236}">
                <a16:creationId xmlns:a16="http://schemas.microsoft.com/office/drawing/2014/main" id="{846C3F8D-FE93-40A6-A6B9-669FE4F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67" y="1429707"/>
            <a:ext cx="45798" cy="55612"/>
          </a:xfrm>
          <a:custGeom xmlns:a="http://schemas.openxmlformats.org/drawingml/2006/main">
            <a:pathLst>
              <a:path w="45798" h="55612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9441"/>
                </a:lnTo>
                <a:lnTo>
                  <a:pt x="45798" y="29441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5798"/>
                </a:lnTo>
                <a:lnTo>
                  <a:pt x="39255" y="45798"/>
                </a:lnTo>
                <a:lnTo>
                  <a:pt x="39255" y="49069"/>
                </a:lnTo>
                <a:lnTo>
                  <a:pt x="35984" y="49069"/>
                </a:lnTo>
                <a:lnTo>
                  <a:pt x="35984" y="52340"/>
                </a:lnTo>
                <a:lnTo>
                  <a:pt x="29441" y="52340"/>
                </a:lnTo>
                <a:lnTo>
                  <a:pt x="29441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isible source SEC-093 inset-1 region 142">
            <a:extLst xmlns:a="http://schemas.openxmlformats.org/drawingml/2006/main">
              <a:ext uri="{FF2B5EF4-FFF2-40B4-BE49-F238E27FC236}">
                <a16:creationId xmlns:a16="http://schemas.microsoft.com/office/drawing/2014/main" id="{98CF629A-F92D-46C8-8E7A-4DA403C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570" y="1442792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isible source SEC-093 inset-1 region 143">
            <a:extLst xmlns:a="http://schemas.openxmlformats.org/drawingml/2006/main">
              <a:ext uri="{FF2B5EF4-FFF2-40B4-BE49-F238E27FC236}">
                <a16:creationId xmlns:a16="http://schemas.microsoft.com/office/drawing/2014/main" id="{F03128FB-A222-41FF-B34C-BC8B9A7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634" y="144279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isible source SEC-093 inset-1 region 144">
            <a:extLst xmlns:a="http://schemas.openxmlformats.org/drawingml/2006/main">
              <a:ext uri="{FF2B5EF4-FFF2-40B4-BE49-F238E27FC236}">
                <a16:creationId xmlns:a16="http://schemas.microsoft.com/office/drawing/2014/main" id="{E65302A2-9FA1-4857-816A-7AF589A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836" y="1648881"/>
            <a:ext cx="91595" cy="68697"/>
          </a:xfrm>
          <a:custGeom xmlns:a="http://schemas.openxmlformats.org/drawingml/2006/main">
            <a:pathLst>
              <a:path w="91595" h="68697">
                <a:moveTo>
                  <a:pt x="32713" y="3271"/>
                </a:move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45798" y="42526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58883"/>
                </a:lnTo>
                <a:lnTo>
                  <a:pt x="39255" y="58883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65425"/>
                </a:lnTo>
                <a:lnTo>
                  <a:pt x="29441" y="65425"/>
                </a:lnTo>
                <a:lnTo>
                  <a:pt x="29441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22899" y="26170"/>
                </a:lnTo>
                <a:lnTo>
                  <a:pt x="22899" y="16356"/>
                </a:lnTo>
                <a:lnTo>
                  <a:pt x="26170" y="16356"/>
                </a:lnTo>
                <a:lnTo>
                  <a:pt x="26170" y="9814"/>
                </a:lnTo>
                <a:lnTo>
                  <a:pt x="29441" y="9814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isible source SEC-093 inset-1 region 145">
            <a:extLst xmlns:a="http://schemas.openxmlformats.org/drawingml/2006/main">
              <a:ext uri="{FF2B5EF4-FFF2-40B4-BE49-F238E27FC236}">
                <a16:creationId xmlns:a16="http://schemas.microsoft.com/office/drawing/2014/main" id="{45FEB2D5-855B-4419-AF2B-4101E0B9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01" y="1845157"/>
            <a:ext cx="98138" cy="55612"/>
          </a:xfrm>
          <a:custGeom xmlns:a="http://schemas.openxmlformats.org/drawingml/2006/main">
            <a:pathLst>
              <a:path w="98138" h="55612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8883" y="0"/>
                </a:lnTo>
                <a:lnTo>
                  <a:pt x="58883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52340"/>
                </a:lnTo>
                <a:lnTo>
                  <a:pt x="39255" y="52340"/>
                </a:lnTo>
                <a:lnTo>
                  <a:pt x="39255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isible source SEC-093 inset-1 region 146">
            <a:extLst xmlns:a="http://schemas.openxmlformats.org/drawingml/2006/main">
              <a:ext uri="{FF2B5EF4-FFF2-40B4-BE49-F238E27FC236}">
                <a16:creationId xmlns:a16="http://schemas.microsoft.com/office/drawing/2014/main" id="{8987A8DF-BB13-45B8-A68F-F213352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634" y="1845157"/>
            <a:ext cx="88324" cy="55612"/>
          </a:xfrm>
          <a:custGeom xmlns:a="http://schemas.openxmlformats.org/drawingml/2006/main">
            <a:pathLst>
              <a:path w="88324" h="55612">
                <a:moveTo>
                  <a:pt x="9814" y="16356"/>
                </a:moveTo>
                <a:lnTo>
                  <a:pt x="16356" y="16356"/>
                </a:lnTo>
                <a:lnTo>
                  <a:pt x="16356" y="13085"/>
                </a:lnTo>
                <a:lnTo>
                  <a:pt x="19628" y="13085"/>
                </a:lnTo>
                <a:lnTo>
                  <a:pt x="19628" y="9814"/>
                </a:lnTo>
                <a:lnTo>
                  <a:pt x="22899" y="9814"/>
                </a:lnTo>
                <a:lnTo>
                  <a:pt x="22899" y="6543"/>
                </a:ln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5053" y="22899"/>
                </a:lnTo>
                <a:lnTo>
                  <a:pt x="85053" y="29441"/>
                </a:lnTo>
                <a:lnTo>
                  <a:pt x="88324" y="29441"/>
                </a:lnTo>
                <a:lnTo>
                  <a:pt x="88324" y="39255"/>
                </a:lnTo>
                <a:lnTo>
                  <a:pt x="85053" y="39255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32713" y="52340"/>
                </a:lnTo>
                <a:lnTo>
                  <a:pt x="32713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isible source SEC-093 inset-1 region 147">
            <a:extLst xmlns:a="http://schemas.openxmlformats.org/drawingml/2006/main">
              <a:ext uri="{FF2B5EF4-FFF2-40B4-BE49-F238E27FC236}">
                <a16:creationId xmlns:a16="http://schemas.microsoft.com/office/drawing/2014/main" id="{26FFF5FE-DF7B-4D89-B747-C338168B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94" y="1894226"/>
            <a:ext cx="65425" cy="85053"/>
          </a:xfrm>
          <a:custGeom xmlns:a="http://schemas.openxmlformats.org/drawingml/2006/main">
            <a:pathLst>
              <a:path w="65425" h="85053">
                <a:moveTo>
                  <a:pt x="22899" y="26170"/>
                </a:moveTo>
                <a:lnTo>
                  <a:pt x="19628" y="26170"/>
                </a:lnTo>
                <a:lnTo>
                  <a:pt x="19628" y="16356"/>
                </a:lnTo>
                <a:lnTo>
                  <a:pt x="22899" y="16356"/>
                </a:lnTo>
                <a:lnTo>
                  <a:pt x="22899" y="9814"/>
                </a:lnTo>
                <a:lnTo>
                  <a:pt x="26170" y="9814"/>
                </a:ln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45798"/>
                </a:lnTo>
                <a:lnTo>
                  <a:pt x="55612" y="45798"/>
                </a:lnTo>
                <a:lnTo>
                  <a:pt x="55612" y="49069"/>
                </a:lnTo>
                <a:lnTo>
                  <a:pt x="58883" y="49069"/>
                </a:lnTo>
                <a:lnTo>
                  <a:pt x="58883" y="52340"/>
                </a:lnTo>
                <a:lnTo>
                  <a:pt x="62154" y="52340"/>
                </a:lnTo>
                <a:lnTo>
                  <a:pt x="62154" y="58883"/>
                </a:lnTo>
                <a:lnTo>
                  <a:pt x="65425" y="58883"/>
                </a:lnTo>
                <a:lnTo>
                  <a:pt x="65425" y="68697"/>
                </a:lnTo>
                <a:lnTo>
                  <a:pt x="62154" y="68697"/>
                </a:lnTo>
                <a:lnTo>
                  <a:pt x="62154" y="75239"/>
                </a:lnTo>
                <a:lnTo>
                  <a:pt x="58883" y="75239"/>
                </a:lnTo>
                <a:lnTo>
                  <a:pt x="58883" y="78510"/>
                </a:lnTo>
                <a:lnTo>
                  <a:pt x="55612" y="78510"/>
                </a:lnTo>
                <a:lnTo>
                  <a:pt x="55612" y="81782"/>
                </a:lnTo>
                <a:lnTo>
                  <a:pt x="49069" y="81782"/>
                </a:lnTo>
                <a:lnTo>
                  <a:pt x="49069" y="85053"/>
                </a:lnTo>
                <a:lnTo>
                  <a:pt x="39255" y="85053"/>
                </a:lnTo>
                <a:lnTo>
                  <a:pt x="39255" y="81782"/>
                </a:lnTo>
                <a:lnTo>
                  <a:pt x="26170" y="81782"/>
                </a:lnTo>
                <a:lnTo>
                  <a:pt x="26170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26170" y="42526"/>
                </a:lnTo>
                <a:lnTo>
                  <a:pt x="26170" y="45798"/>
                </a:lnTo>
                <a:lnTo>
                  <a:pt x="39255" y="45798"/>
                </a:lnTo>
                <a:lnTo>
                  <a:pt x="39255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35984"/>
                </a:lnTo>
                <a:lnTo>
                  <a:pt x="26170" y="35984"/>
                </a:lnTo>
                <a:lnTo>
                  <a:pt x="26170" y="32713"/>
                </a:lnTo>
                <a:lnTo>
                  <a:pt x="22899" y="32713"/>
                </a:lnTo>
                <a:lnTo>
                  <a:pt x="22899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isible source SEC-093 inset-1 region 148">
            <a:extLst xmlns:a="http://schemas.openxmlformats.org/drawingml/2006/main">
              <a:ext uri="{FF2B5EF4-FFF2-40B4-BE49-F238E27FC236}">
                <a16:creationId xmlns:a16="http://schemas.microsoft.com/office/drawing/2014/main" id="{79CA8162-2639-4519-93AD-08E6408A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533" y="1995636"/>
            <a:ext cx="75239" cy="42526"/>
          </a:xfrm>
          <a:custGeom xmlns:a="http://schemas.openxmlformats.org/drawingml/2006/main">
            <a:pathLst>
              <a:path w="75239" h="42526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isible source SEC-093 inset-1 region 149">
            <a:extLst xmlns:a="http://schemas.openxmlformats.org/drawingml/2006/main">
              <a:ext uri="{FF2B5EF4-FFF2-40B4-BE49-F238E27FC236}">
                <a16:creationId xmlns:a16="http://schemas.microsoft.com/office/drawing/2014/main" id="{C27C9EB7-2262-4F16-8F0C-3BFB4CC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06" y="2047976"/>
            <a:ext cx="350025" cy="134122"/>
          </a:xfrm>
          <a:custGeom xmlns:a="http://schemas.openxmlformats.org/drawingml/2006/main">
            <a:pathLst>
              <a:path w="350025" h="134122">
                <a:moveTo>
                  <a:pt x="94867" y="16356"/>
                </a:moveTo>
                <a:lnTo>
                  <a:pt x="98138" y="16356"/>
                </a:lnTo>
                <a:lnTo>
                  <a:pt x="98138" y="13085"/>
                </a:lnTo>
                <a:lnTo>
                  <a:pt x="101409" y="13085"/>
                </a:lnTo>
                <a:lnTo>
                  <a:pt x="101409" y="9814"/>
                </a:lnTo>
                <a:lnTo>
                  <a:pt x="104681" y="9814"/>
                </a:lnTo>
                <a:lnTo>
                  <a:pt x="104681" y="6543"/>
                </a:lnTo>
                <a:lnTo>
                  <a:pt x="111223" y="6543"/>
                </a:lnTo>
                <a:lnTo>
                  <a:pt x="111223" y="3271"/>
                </a:lnTo>
                <a:lnTo>
                  <a:pt x="193005" y="3271"/>
                </a:lnTo>
                <a:lnTo>
                  <a:pt x="193005" y="0"/>
                </a:lnTo>
                <a:lnTo>
                  <a:pt x="228989" y="0"/>
                </a:lnTo>
                <a:lnTo>
                  <a:pt x="228989" y="3271"/>
                </a:lnTo>
                <a:lnTo>
                  <a:pt x="235531" y="3271"/>
                </a:lnTo>
                <a:lnTo>
                  <a:pt x="235531" y="6543"/>
                </a:lnTo>
                <a:lnTo>
                  <a:pt x="238802" y="6543"/>
                </a:lnTo>
                <a:lnTo>
                  <a:pt x="238802" y="9814"/>
                </a:lnTo>
                <a:lnTo>
                  <a:pt x="242074" y="9814"/>
                </a:lnTo>
                <a:lnTo>
                  <a:pt x="242074" y="6543"/>
                </a:lnTo>
                <a:lnTo>
                  <a:pt x="248616" y="6543"/>
                </a:lnTo>
                <a:lnTo>
                  <a:pt x="248616" y="3271"/>
                </a:lnTo>
                <a:lnTo>
                  <a:pt x="268244" y="3271"/>
                </a:lnTo>
                <a:lnTo>
                  <a:pt x="268244" y="6543"/>
                </a:lnTo>
                <a:lnTo>
                  <a:pt x="274786" y="6543"/>
                </a:lnTo>
                <a:lnTo>
                  <a:pt x="274786" y="9814"/>
                </a:lnTo>
                <a:lnTo>
                  <a:pt x="278058" y="9814"/>
                </a:lnTo>
                <a:lnTo>
                  <a:pt x="278058" y="13085"/>
                </a:lnTo>
                <a:lnTo>
                  <a:pt x="281329" y="13085"/>
                </a:lnTo>
                <a:lnTo>
                  <a:pt x="281329" y="16356"/>
                </a:lnTo>
                <a:lnTo>
                  <a:pt x="284600" y="16356"/>
                </a:lnTo>
                <a:lnTo>
                  <a:pt x="284600" y="19628"/>
                </a:lnTo>
                <a:lnTo>
                  <a:pt x="291143" y="19628"/>
                </a:lnTo>
                <a:lnTo>
                  <a:pt x="291143" y="22899"/>
                </a:lnTo>
                <a:lnTo>
                  <a:pt x="294414" y="22899"/>
                </a:lnTo>
                <a:lnTo>
                  <a:pt x="294414" y="26170"/>
                </a:lnTo>
                <a:lnTo>
                  <a:pt x="297685" y="26170"/>
                </a:lnTo>
                <a:lnTo>
                  <a:pt x="297685" y="32713"/>
                </a:lnTo>
                <a:lnTo>
                  <a:pt x="300956" y="32713"/>
                </a:lnTo>
                <a:lnTo>
                  <a:pt x="300956" y="42526"/>
                </a:lnTo>
                <a:lnTo>
                  <a:pt x="297685" y="42526"/>
                </a:lnTo>
                <a:lnTo>
                  <a:pt x="297685" y="49069"/>
                </a:lnTo>
                <a:lnTo>
                  <a:pt x="323855" y="49069"/>
                </a:lnTo>
                <a:lnTo>
                  <a:pt x="323855" y="52340"/>
                </a:lnTo>
                <a:lnTo>
                  <a:pt x="330398" y="52340"/>
                </a:lnTo>
                <a:lnTo>
                  <a:pt x="330398" y="55612"/>
                </a:lnTo>
                <a:lnTo>
                  <a:pt x="333669" y="55612"/>
                </a:lnTo>
                <a:lnTo>
                  <a:pt x="333669" y="58883"/>
                </a:lnTo>
                <a:lnTo>
                  <a:pt x="336940" y="58883"/>
                </a:lnTo>
                <a:lnTo>
                  <a:pt x="336940" y="65425"/>
                </a:lnTo>
                <a:lnTo>
                  <a:pt x="340212" y="65425"/>
                </a:lnTo>
                <a:lnTo>
                  <a:pt x="340212" y="75239"/>
                </a:lnTo>
                <a:lnTo>
                  <a:pt x="336940" y="75239"/>
                </a:lnTo>
                <a:lnTo>
                  <a:pt x="336940" y="81782"/>
                </a:lnTo>
                <a:lnTo>
                  <a:pt x="333669" y="81782"/>
                </a:lnTo>
                <a:lnTo>
                  <a:pt x="333669" y="85053"/>
                </a:lnTo>
                <a:lnTo>
                  <a:pt x="330398" y="85053"/>
                </a:lnTo>
                <a:lnTo>
                  <a:pt x="330398" y="88324"/>
                </a:lnTo>
                <a:lnTo>
                  <a:pt x="323855" y="88324"/>
                </a:lnTo>
                <a:lnTo>
                  <a:pt x="323855" y="91595"/>
                </a:lnTo>
                <a:lnTo>
                  <a:pt x="336940" y="91595"/>
                </a:lnTo>
                <a:lnTo>
                  <a:pt x="336940" y="94867"/>
                </a:lnTo>
                <a:lnTo>
                  <a:pt x="343483" y="94867"/>
                </a:lnTo>
                <a:lnTo>
                  <a:pt x="343483" y="98138"/>
                </a:lnTo>
                <a:lnTo>
                  <a:pt x="346754" y="98138"/>
                </a:lnTo>
                <a:lnTo>
                  <a:pt x="346754" y="104681"/>
                </a:lnTo>
                <a:lnTo>
                  <a:pt x="350025" y="104681"/>
                </a:lnTo>
                <a:lnTo>
                  <a:pt x="350025" y="121037"/>
                </a:lnTo>
                <a:lnTo>
                  <a:pt x="346754" y="121037"/>
                </a:lnTo>
                <a:lnTo>
                  <a:pt x="346754" y="127579"/>
                </a:lnTo>
                <a:lnTo>
                  <a:pt x="343483" y="127579"/>
                </a:lnTo>
                <a:lnTo>
                  <a:pt x="343483" y="130851"/>
                </a:lnTo>
                <a:lnTo>
                  <a:pt x="336940" y="130851"/>
                </a:lnTo>
                <a:lnTo>
                  <a:pt x="336940" y="134122"/>
                </a:lnTo>
                <a:lnTo>
                  <a:pt x="304228" y="134122"/>
                </a:lnTo>
                <a:lnTo>
                  <a:pt x="304228" y="130851"/>
                </a:lnTo>
                <a:lnTo>
                  <a:pt x="300956" y="130851"/>
                </a:lnTo>
                <a:lnTo>
                  <a:pt x="300956" y="134122"/>
                </a:lnTo>
                <a:lnTo>
                  <a:pt x="287871" y="134122"/>
                </a:lnTo>
                <a:lnTo>
                  <a:pt x="287871" y="130851"/>
                </a:lnTo>
                <a:lnTo>
                  <a:pt x="281329" y="130851"/>
                </a:lnTo>
                <a:lnTo>
                  <a:pt x="281329" y="127579"/>
                </a:lnTo>
                <a:lnTo>
                  <a:pt x="278058" y="127579"/>
                </a:lnTo>
                <a:lnTo>
                  <a:pt x="278058" y="124308"/>
                </a:lnTo>
                <a:lnTo>
                  <a:pt x="274786" y="124308"/>
                </a:lnTo>
                <a:lnTo>
                  <a:pt x="274786" y="117766"/>
                </a:lnTo>
                <a:lnTo>
                  <a:pt x="271515" y="117766"/>
                </a:lnTo>
                <a:lnTo>
                  <a:pt x="271515" y="107952"/>
                </a:lnTo>
                <a:lnTo>
                  <a:pt x="274786" y="107952"/>
                </a:lnTo>
                <a:lnTo>
                  <a:pt x="274786" y="101409"/>
                </a:lnTo>
                <a:lnTo>
                  <a:pt x="278058" y="101409"/>
                </a:lnTo>
                <a:lnTo>
                  <a:pt x="278058" y="98138"/>
                </a:lnTo>
                <a:lnTo>
                  <a:pt x="281329" y="98138"/>
                </a:lnTo>
                <a:lnTo>
                  <a:pt x="281329" y="94867"/>
                </a:lnTo>
                <a:lnTo>
                  <a:pt x="287871" y="94867"/>
                </a:lnTo>
                <a:lnTo>
                  <a:pt x="287871" y="91595"/>
                </a:lnTo>
                <a:lnTo>
                  <a:pt x="294414" y="91595"/>
                </a:lnTo>
                <a:lnTo>
                  <a:pt x="294414" y="88324"/>
                </a:lnTo>
                <a:lnTo>
                  <a:pt x="287871" y="88324"/>
                </a:lnTo>
                <a:lnTo>
                  <a:pt x="287871" y="85053"/>
                </a:lnTo>
                <a:lnTo>
                  <a:pt x="284600" y="85053"/>
                </a:lnTo>
                <a:lnTo>
                  <a:pt x="284600" y="81782"/>
                </a:lnTo>
                <a:lnTo>
                  <a:pt x="281329" y="81782"/>
                </a:lnTo>
                <a:lnTo>
                  <a:pt x="281329" y="75239"/>
                </a:lnTo>
                <a:lnTo>
                  <a:pt x="278058" y="75239"/>
                </a:lnTo>
                <a:lnTo>
                  <a:pt x="278058" y="65425"/>
                </a:lnTo>
                <a:lnTo>
                  <a:pt x="281329" y="65425"/>
                </a:lnTo>
                <a:lnTo>
                  <a:pt x="281329" y="58883"/>
                </a:lnTo>
                <a:lnTo>
                  <a:pt x="235531" y="58883"/>
                </a:lnTo>
                <a:lnTo>
                  <a:pt x="235531" y="55612"/>
                </a:lnTo>
                <a:lnTo>
                  <a:pt x="228989" y="55612"/>
                </a:lnTo>
                <a:lnTo>
                  <a:pt x="228989" y="52340"/>
                </a:lnTo>
                <a:lnTo>
                  <a:pt x="225717" y="52340"/>
                </a:lnTo>
                <a:lnTo>
                  <a:pt x="225717" y="49069"/>
                </a:lnTo>
                <a:lnTo>
                  <a:pt x="222446" y="49069"/>
                </a:lnTo>
                <a:lnTo>
                  <a:pt x="222446" y="42526"/>
                </a:lnTo>
                <a:lnTo>
                  <a:pt x="209361" y="42526"/>
                </a:lnTo>
                <a:lnTo>
                  <a:pt x="209361" y="49069"/>
                </a:lnTo>
                <a:lnTo>
                  <a:pt x="206090" y="49069"/>
                </a:lnTo>
                <a:lnTo>
                  <a:pt x="206090" y="52340"/>
                </a:lnTo>
                <a:lnTo>
                  <a:pt x="202818" y="52340"/>
                </a:lnTo>
                <a:lnTo>
                  <a:pt x="202818" y="55612"/>
                </a:lnTo>
                <a:lnTo>
                  <a:pt x="196276" y="55612"/>
                </a:lnTo>
                <a:lnTo>
                  <a:pt x="196276" y="58883"/>
                </a:lnTo>
                <a:lnTo>
                  <a:pt x="173377" y="58883"/>
                </a:lnTo>
                <a:lnTo>
                  <a:pt x="173377" y="55612"/>
                </a:lnTo>
                <a:lnTo>
                  <a:pt x="166835" y="55612"/>
                </a:lnTo>
                <a:lnTo>
                  <a:pt x="166835" y="58883"/>
                </a:lnTo>
                <a:lnTo>
                  <a:pt x="101409" y="58883"/>
                </a:lnTo>
                <a:lnTo>
                  <a:pt x="101409" y="62154"/>
                </a:lnTo>
                <a:lnTo>
                  <a:pt x="98138" y="62154"/>
                </a:lnTo>
                <a:lnTo>
                  <a:pt x="98138" y="65425"/>
                </a:lnTo>
                <a:lnTo>
                  <a:pt x="94867" y="65425"/>
                </a:lnTo>
                <a:lnTo>
                  <a:pt x="94867" y="68697"/>
                </a:lnTo>
                <a:lnTo>
                  <a:pt x="88324" y="68697"/>
                </a:lnTo>
                <a:lnTo>
                  <a:pt x="88324" y="71968"/>
                </a:lnTo>
                <a:lnTo>
                  <a:pt x="68697" y="71968"/>
                </a:lnTo>
                <a:lnTo>
                  <a:pt x="68697" y="68697"/>
                </a:lnTo>
                <a:lnTo>
                  <a:pt x="62154" y="68697"/>
                </a:lnTo>
                <a:lnTo>
                  <a:pt x="62154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55612" y="62154"/>
                </a:lnTo>
                <a:lnTo>
                  <a:pt x="55612" y="55612"/>
                </a:lnTo>
                <a:lnTo>
                  <a:pt x="52340" y="55612"/>
                </a:lnTo>
                <a:lnTo>
                  <a:pt x="52340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9441"/>
                </a:lnTo>
                <a:lnTo>
                  <a:pt x="88324" y="29441"/>
                </a:lnTo>
                <a:lnTo>
                  <a:pt x="88324" y="26170"/>
                </a:lnTo>
                <a:lnTo>
                  <a:pt x="91595" y="26170"/>
                </a:lnTo>
                <a:lnTo>
                  <a:pt x="91595" y="22899"/>
                </a:lnTo>
                <a:lnTo>
                  <a:pt x="94867" y="22899"/>
                </a:lnTo>
                <a:lnTo>
                  <a:pt x="94867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isible source SEC-093 inset-1 region 150">
            <a:extLst xmlns:a="http://schemas.openxmlformats.org/drawingml/2006/main">
              <a:ext uri="{FF2B5EF4-FFF2-40B4-BE49-F238E27FC236}">
                <a16:creationId xmlns:a16="http://schemas.microsoft.com/office/drawing/2014/main" id="{165801F0-8B3D-4E54-A765-1CE1876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140" y="2051247"/>
            <a:ext cx="85053" cy="55612"/>
          </a:xfrm>
          <a:custGeom xmlns:a="http://schemas.openxmlformats.org/drawingml/2006/main">
            <a:pathLst>
              <a:path w="85053" h="55612">
                <a:moveTo>
                  <a:pt x="6543" y="16356"/>
                </a:move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isible source SEC-093 inset-1 region 151">
            <a:extLst xmlns:a="http://schemas.openxmlformats.org/drawingml/2006/main">
              <a:ext uri="{FF2B5EF4-FFF2-40B4-BE49-F238E27FC236}">
                <a16:creationId xmlns:a16="http://schemas.microsoft.com/office/drawing/2014/main" id="{7EB5F6DF-47F6-4514-A125-00D26B6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655" y="2110130"/>
            <a:ext cx="85053" cy="42526"/>
          </a:xfrm>
          <a:custGeom xmlns:a="http://schemas.openxmlformats.org/drawingml/2006/main">
            <a:pathLst>
              <a:path w="85053" h="42526">
                <a:moveTo>
                  <a:pt x="9814" y="3271"/>
                </a:move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isible source SEC-093 inset-1 region 152">
            <a:extLst xmlns:a="http://schemas.openxmlformats.org/drawingml/2006/main">
              <a:ext uri="{FF2B5EF4-FFF2-40B4-BE49-F238E27FC236}">
                <a16:creationId xmlns:a16="http://schemas.microsoft.com/office/drawing/2014/main" id="{A495D886-C458-434B-8BCF-D98B4CD7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209" y="2116672"/>
            <a:ext cx="81782" cy="81782"/>
          </a:xfrm>
          <a:custGeom xmlns:a="http://schemas.openxmlformats.org/drawingml/2006/main">
            <a:pathLst>
              <a:path w="81782" h="81782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81782" y="55612"/>
                </a:lnTo>
                <a:lnTo>
                  <a:pt x="81782" y="65425"/>
                </a:lnTo>
                <a:lnTo>
                  <a:pt x="78510" y="65425"/>
                </a:lnTo>
                <a:lnTo>
                  <a:pt x="78510" y="71968"/>
                </a:lnTo>
                <a:lnTo>
                  <a:pt x="75239" y="71968"/>
                </a:lnTo>
                <a:lnTo>
                  <a:pt x="75239" y="75239"/>
                </a:lnTo>
                <a:lnTo>
                  <a:pt x="71968" y="75239"/>
                </a:lnTo>
                <a:lnTo>
                  <a:pt x="71968" y="78510"/>
                </a:lnTo>
                <a:lnTo>
                  <a:pt x="65425" y="78510"/>
                </a:lnTo>
                <a:lnTo>
                  <a:pt x="65425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isible source SEC-093 inset-1 region 153">
            <a:extLst xmlns:a="http://schemas.openxmlformats.org/drawingml/2006/main">
              <a:ext uri="{FF2B5EF4-FFF2-40B4-BE49-F238E27FC236}">
                <a16:creationId xmlns:a16="http://schemas.microsoft.com/office/drawing/2014/main" id="{6FD42C53-9F92-4FF2-B5CD-A0EB90B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533" y="2211539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isible source SEC-093 inset-1 region 154">
            <a:extLst xmlns:a="http://schemas.openxmlformats.org/drawingml/2006/main">
              <a:ext uri="{FF2B5EF4-FFF2-40B4-BE49-F238E27FC236}">
                <a16:creationId xmlns:a16="http://schemas.microsoft.com/office/drawing/2014/main" id="{A298D71A-DEE2-430F-BADB-6DE7BC7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2" y="2260608"/>
            <a:ext cx="75239" cy="55612"/>
          </a:xfrm>
          <a:custGeom xmlns:a="http://schemas.openxmlformats.org/drawingml/2006/main">
            <a:pathLst>
              <a:path w="75239" h="55612">
                <a:moveTo>
                  <a:pt x="3271" y="29441"/>
                </a:move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5798"/>
                </a:lnTo>
                <a:lnTo>
                  <a:pt x="62154" y="45798"/>
                </a:lnTo>
                <a:lnTo>
                  <a:pt x="62154" y="49069"/>
                </a:lnTo>
                <a:lnTo>
                  <a:pt x="58883" y="49069"/>
                </a:lnTo>
                <a:lnTo>
                  <a:pt x="58883" y="52340"/>
                </a:lnTo>
                <a:lnTo>
                  <a:pt x="52340" y="52340"/>
                </a:lnTo>
                <a:lnTo>
                  <a:pt x="52340" y="55612"/>
                </a:lnTo>
                <a:lnTo>
                  <a:pt x="42526" y="55612"/>
                </a:lnTo>
                <a:lnTo>
                  <a:pt x="42526" y="52340"/>
                </a:lnTo>
                <a:lnTo>
                  <a:pt x="39255" y="52340"/>
                </a:lnTo>
                <a:lnTo>
                  <a:pt x="39255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isible source SEC-093 inset-1 region 155">
            <a:extLst xmlns:a="http://schemas.openxmlformats.org/drawingml/2006/main">
              <a:ext uri="{FF2B5EF4-FFF2-40B4-BE49-F238E27FC236}">
                <a16:creationId xmlns:a16="http://schemas.microsoft.com/office/drawing/2014/main" id="{FBD54E00-111C-4AA5-9732-4CBDFC0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35" y="2260608"/>
            <a:ext cx="304228" cy="78510"/>
          </a:xfrm>
          <a:custGeom xmlns:a="http://schemas.openxmlformats.org/drawingml/2006/main">
            <a:pathLst>
              <a:path w="304228" h="78510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94867" y="32713"/>
                </a:lnTo>
                <a:lnTo>
                  <a:pt x="94867" y="26170"/>
                </a:lnTo>
                <a:lnTo>
                  <a:pt x="91595" y="26170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93005" y="0"/>
                </a:lnTo>
                <a:lnTo>
                  <a:pt x="193005" y="3271"/>
                </a:lnTo>
                <a:lnTo>
                  <a:pt x="199547" y="3271"/>
                </a:lnTo>
                <a:lnTo>
                  <a:pt x="199547" y="6543"/>
                </a:lnTo>
                <a:lnTo>
                  <a:pt x="202818" y="6543"/>
                </a:lnTo>
                <a:lnTo>
                  <a:pt x="202818" y="9814"/>
                </a:lnTo>
                <a:lnTo>
                  <a:pt x="206090" y="9814"/>
                </a:lnTo>
                <a:lnTo>
                  <a:pt x="206090" y="16356"/>
                </a:lnTo>
                <a:lnTo>
                  <a:pt x="209361" y="16356"/>
                </a:lnTo>
                <a:lnTo>
                  <a:pt x="209361" y="19628"/>
                </a:lnTo>
                <a:lnTo>
                  <a:pt x="212632" y="19628"/>
                </a:lnTo>
                <a:lnTo>
                  <a:pt x="212632" y="22899"/>
                </a:lnTo>
                <a:lnTo>
                  <a:pt x="215904" y="22899"/>
                </a:lnTo>
                <a:lnTo>
                  <a:pt x="215904" y="29441"/>
                </a:lnTo>
                <a:lnTo>
                  <a:pt x="219175" y="29441"/>
                </a:lnTo>
                <a:lnTo>
                  <a:pt x="219175" y="35984"/>
                </a:lnTo>
                <a:lnTo>
                  <a:pt x="225717" y="35984"/>
                </a:lnTo>
                <a:lnTo>
                  <a:pt x="225717" y="29441"/>
                </a:lnTo>
                <a:lnTo>
                  <a:pt x="228989" y="29441"/>
                </a:lnTo>
                <a:lnTo>
                  <a:pt x="228989" y="26170"/>
                </a:lnTo>
                <a:lnTo>
                  <a:pt x="225717" y="26170"/>
                </a:lnTo>
                <a:lnTo>
                  <a:pt x="225717" y="16356"/>
                </a:lnTo>
                <a:lnTo>
                  <a:pt x="228989" y="16356"/>
                </a:lnTo>
                <a:lnTo>
                  <a:pt x="228989" y="9814"/>
                </a:lnTo>
                <a:lnTo>
                  <a:pt x="232260" y="9814"/>
                </a:lnTo>
                <a:lnTo>
                  <a:pt x="232260" y="6543"/>
                </a:lnTo>
                <a:lnTo>
                  <a:pt x="235531" y="6543"/>
                </a:lnTo>
                <a:lnTo>
                  <a:pt x="235531" y="3271"/>
                </a:lnTo>
                <a:lnTo>
                  <a:pt x="242074" y="3271"/>
                </a:lnTo>
                <a:lnTo>
                  <a:pt x="242074" y="0"/>
                </a:lnTo>
                <a:lnTo>
                  <a:pt x="287871" y="0"/>
                </a:lnTo>
                <a:lnTo>
                  <a:pt x="287871" y="3271"/>
                </a:lnTo>
                <a:lnTo>
                  <a:pt x="294414" y="3271"/>
                </a:lnTo>
                <a:lnTo>
                  <a:pt x="294414" y="6543"/>
                </a:lnTo>
                <a:lnTo>
                  <a:pt x="297685" y="6543"/>
                </a:lnTo>
                <a:lnTo>
                  <a:pt x="297685" y="9814"/>
                </a:lnTo>
                <a:lnTo>
                  <a:pt x="300956" y="9814"/>
                </a:lnTo>
                <a:lnTo>
                  <a:pt x="300956" y="16356"/>
                </a:lnTo>
                <a:lnTo>
                  <a:pt x="304228" y="16356"/>
                </a:lnTo>
                <a:lnTo>
                  <a:pt x="304228" y="39255"/>
                </a:lnTo>
                <a:lnTo>
                  <a:pt x="300956" y="39255"/>
                </a:lnTo>
                <a:lnTo>
                  <a:pt x="300956" y="45798"/>
                </a:lnTo>
                <a:lnTo>
                  <a:pt x="297685" y="45798"/>
                </a:lnTo>
                <a:lnTo>
                  <a:pt x="297685" y="49069"/>
                </a:lnTo>
                <a:lnTo>
                  <a:pt x="294414" y="49069"/>
                </a:lnTo>
                <a:lnTo>
                  <a:pt x="294414" y="52340"/>
                </a:lnTo>
                <a:lnTo>
                  <a:pt x="287871" y="52340"/>
                </a:lnTo>
                <a:lnTo>
                  <a:pt x="287871" y="55612"/>
                </a:lnTo>
                <a:lnTo>
                  <a:pt x="255159" y="55612"/>
                </a:lnTo>
                <a:lnTo>
                  <a:pt x="255159" y="65425"/>
                </a:lnTo>
                <a:lnTo>
                  <a:pt x="251887" y="65425"/>
                </a:lnTo>
                <a:lnTo>
                  <a:pt x="251887" y="68697"/>
                </a:lnTo>
                <a:lnTo>
                  <a:pt x="248616" y="68697"/>
                </a:lnTo>
                <a:lnTo>
                  <a:pt x="248616" y="71968"/>
                </a:lnTo>
                <a:lnTo>
                  <a:pt x="245345" y="71968"/>
                </a:lnTo>
                <a:lnTo>
                  <a:pt x="245345" y="75239"/>
                </a:lnTo>
                <a:lnTo>
                  <a:pt x="238802" y="75239"/>
                </a:lnTo>
                <a:lnTo>
                  <a:pt x="238802" y="78510"/>
                </a:lnTo>
                <a:lnTo>
                  <a:pt x="206090" y="78510"/>
                </a:lnTo>
                <a:lnTo>
                  <a:pt x="206090" y="75239"/>
                </a:lnTo>
                <a:lnTo>
                  <a:pt x="199547" y="75239"/>
                </a:lnTo>
                <a:lnTo>
                  <a:pt x="199547" y="71968"/>
                </a:lnTo>
                <a:lnTo>
                  <a:pt x="196276" y="71968"/>
                </a:lnTo>
                <a:lnTo>
                  <a:pt x="196276" y="68697"/>
                </a:lnTo>
                <a:lnTo>
                  <a:pt x="193005" y="68697"/>
                </a:lnTo>
                <a:lnTo>
                  <a:pt x="193005" y="62154"/>
                </a:lnTo>
                <a:lnTo>
                  <a:pt x="189733" y="62154"/>
                </a:lnTo>
                <a:lnTo>
                  <a:pt x="189733" y="55612"/>
                </a:lnTo>
                <a:lnTo>
                  <a:pt x="130851" y="55612"/>
                </a:lnTo>
                <a:lnTo>
                  <a:pt x="130851" y="58883"/>
                </a:lnTo>
                <a:lnTo>
                  <a:pt x="127579" y="58883"/>
                </a:lnTo>
                <a:lnTo>
                  <a:pt x="127579" y="65425"/>
                </a:lnTo>
                <a:lnTo>
                  <a:pt x="124308" y="65425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4494" y="71968"/>
                </a:lnTo>
                <a:lnTo>
                  <a:pt x="114494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9069" y="68697"/>
                </a:lnTo>
                <a:lnTo>
                  <a:pt x="49069" y="65425"/>
                </a:lnTo>
                <a:lnTo>
                  <a:pt x="45798" y="65425"/>
                </a:lnTo>
                <a:lnTo>
                  <a:pt x="45798" y="58883"/>
                </a:lnTo>
                <a:lnTo>
                  <a:pt x="42526" y="58883"/>
                </a:lnTo>
                <a:lnTo>
                  <a:pt x="42526" y="55612"/>
                </a:lnTo>
                <a:lnTo>
                  <a:pt x="22899" y="55612"/>
                </a:lnTo>
                <a:lnTo>
                  <a:pt x="22899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9814" y="45798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isible source SEC-093 inset-1 region 156">
            <a:extLst xmlns:a="http://schemas.openxmlformats.org/drawingml/2006/main">
              <a:ext uri="{FF2B5EF4-FFF2-40B4-BE49-F238E27FC236}">
                <a16:creationId xmlns:a16="http://schemas.microsoft.com/office/drawing/2014/main" id="{299A69EB-6CC9-46FC-90CE-0FFD4D8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37" y="2335847"/>
            <a:ext cx="85053" cy="85053"/>
          </a:xfrm>
          <a:custGeom xmlns:a="http://schemas.openxmlformats.org/drawingml/2006/main">
            <a:pathLst>
              <a:path w="85053" h="85053">
                <a:moveTo>
                  <a:pt x="3271" y="29441"/>
                </a:moveTo>
                <a:lnTo>
                  <a:pt x="0" y="29441"/>
                </a:lnTo>
                <a:lnTo>
                  <a:pt x="0" y="13085"/>
                </a:ln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5239"/>
                </a:lnTo>
                <a:lnTo>
                  <a:pt x="78510" y="75239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22899" y="85053"/>
                </a:lnTo>
                <a:lnTo>
                  <a:pt x="22899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13085" y="78510"/>
                </a:lnTo>
                <a:lnTo>
                  <a:pt x="13085" y="75239"/>
                </a:lnTo>
                <a:lnTo>
                  <a:pt x="9814" y="75239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22899" y="45798"/>
                </a:lnTo>
                <a:lnTo>
                  <a:pt x="22899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isible source SEC-093 inset-1 region 157">
            <a:extLst xmlns:a="http://schemas.openxmlformats.org/drawingml/2006/main">
              <a:ext uri="{FF2B5EF4-FFF2-40B4-BE49-F238E27FC236}">
                <a16:creationId xmlns:a16="http://schemas.microsoft.com/office/drawing/2014/main" id="{6005BA80-59C6-49B0-877A-3EE383F3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655" y="2358746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isible source SEC-093 inset-1 region 158">
            <a:extLst xmlns:a="http://schemas.openxmlformats.org/drawingml/2006/main">
              <a:ext uri="{FF2B5EF4-FFF2-40B4-BE49-F238E27FC236}">
                <a16:creationId xmlns:a16="http://schemas.microsoft.com/office/drawing/2014/main" id="{779CEB04-0A25-4C98-B8BC-FA5EEE45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35" y="2427443"/>
            <a:ext cx="219175" cy="124308"/>
          </a:xfrm>
          <a:custGeom xmlns:a="http://schemas.openxmlformats.org/drawingml/2006/main">
            <a:pathLst>
              <a:path w="219175" h="124308">
                <a:moveTo>
                  <a:pt x="49069" y="26170"/>
                </a:move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202818" y="39255"/>
                </a:lnTo>
                <a:lnTo>
                  <a:pt x="202818" y="42526"/>
                </a:lnTo>
                <a:lnTo>
                  <a:pt x="209361" y="42526"/>
                </a:lnTo>
                <a:lnTo>
                  <a:pt x="209361" y="45798"/>
                </a:lnTo>
                <a:lnTo>
                  <a:pt x="212632" y="45798"/>
                </a:lnTo>
                <a:lnTo>
                  <a:pt x="212632" y="49069"/>
                </a:lnTo>
                <a:lnTo>
                  <a:pt x="215904" y="49069"/>
                </a:lnTo>
                <a:lnTo>
                  <a:pt x="215904" y="55612"/>
                </a:lnTo>
                <a:lnTo>
                  <a:pt x="219175" y="55612"/>
                </a:lnTo>
                <a:lnTo>
                  <a:pt x="219175" y="78510"/>
                </a:lnTo>
                <a:lnTo>
                  <a:pt x="215904" y="78510"/>
                </a:lnTo>
                <a:lnTo>
                  <a:pt x="215904" y="85053"/>
                </a:lnTo>
                <a:lnTo>
                  <a:pt x="212632" y="85053"/>
                </a:lnTo>
                <a:lnTo>
                  <a:pt x="212632" y="88324"/>
                </a:lnTo>
                <a:lnTo>
                  <a:pt x="209361" y="88324"/>
                </a:lnTo>
                <a:lnTo>
                  <a:pt x="209361" y="91595"/>
                </a:lnTo>
                <a:lnTo>
                  <a:pt x="202818" y="91595"/>
                </a:lnTo>
                <a:lnTo>
                  <a:pt x="202818" y="94867"/>
                </a:lnTo>
                <a:lnTo>
                  <a:pt x="137393" y="94867"/>
                </a:lnTo>
                <a:lnTo>
                  <a:pt x="137393" y="91595"/>
                </a:lnTo>
                <a:lnTo>
                  <a:pt x="130851" y="91595"/>
                </a:lnTo>
                <a:lnTo>
                  <a:pt x="130851" y="94867"/>
                </a:lnTo>
                <a:lnTo>
                  <a:pt x="124308" y="94867"/>
                </a:lnTo>
                <a:lnTo>
                  <a:pt x="124308" y="111223"/>
                </a:lnTo>
                <a:lnTo>
                  <a:pt x="121037" y="111223"/>
                </a:lnTo>
                <a:lnTo>
                  <a:pt x="121037" y="114494"/>
                </a:lnTo>
                <a:lnTo>
                  <a:pt x="117766" y="114494"/>
                </a:lnTo>
                <a:lnTo>
                  <a:pt x="117766" y="117766"/>
                </a:lnTo>
                <a:lnTo>
                  <a:pt x="114494" y="117766"/>
                </a:lnTo>
                <a:lnTo>
                  <a:pt x="114494" y="121037"/>
                </a:lnTo>
                <a:lnTo>
                  <a:pt x="107952" y="121037"/>
                </a:lnTo>
                <a:lnTo>
                  <a:pt x="107952" y="124308"/>
                </a:lnTo>
                <a:lnTo>
                  <a:pt x="58883" y="124308"/>
                </a:lnTo>
                <a:lnTo>
                  <a:pt x="58883" y="121037"/>
                </a:lnTo>
                <a:lnTo>
                  <a:pt x="55612" y="121037"/>
                </a:lnTo>
                <a:lnTo>
                  <a:pt x="55612" y="117766"/>
                </a:lnTo>
                <a:lnTo>
                  <a:pt x="52340" y="117766"/>
                </a:lnTo>
                <a:lnTo>
                  <a:pt x="52340" y="114494"/>
                </a:lnTo>
                <a:lnTo>
                  <a:pt x="49069" y="114494"/>
                </a:lnTo>
                <a:lnTo>
                  <a:pt x="49069" y="107952"/>
                </a:lnTo>
                <a:lnTo>
                  <a:pt x="45798" y="107952"/>
                </a:lnTo>
                <a:lnTo>
                  <a:pt x="45798" y="98138"/>
                </a:lnTo>
                <a:lnTo>
                  <a:pt x="49069" y="98138"/>
                </a:lnTo>
                <a:lnTo>
                  <a:pt x="49069" y="94867"/>
                </a:lnTo>
                <a:lnTo>
                  <a:pt x="13085" y="94867"/>
                </a:lnTo>
                <a:lnTo>
                  <a:pt x="13085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close/>
                <a:moveTo>
                  <a:pt x="71968" y="42526"/>
                </a:moveTo>
                <a:lnTo>
                  <a:pt x="71968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81782" y="55612"/>
                </a:lnTo>
                <a:lnTo>
                  <a:pt x="81782" y="65425"/>
                </a:lnTo>
                <a:lnTo>
                  <a:pt x="78510" y="65425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94867" y="81782"/>
                </a:lnTo>
                <a:lnTo>
                  <a:pt x="94867" y="78510"/>
                </a:lnTo>
                <a:lnTo>
                  <a:pt x="91595" y="78510"/>
                </a:lnTo>
                <a:lnTo>
                  <a:pt x="91595" y="65425"/>
                </a:lnTo>
                <a:lnTo>
                  <a:pt x="88324" y="65425"/>
                </a:lnTo>
                <a:lnTo>
                  <a:pt x="88324" y="55612"/>
                </a:lnTo>
                <a:lnTo>
                  <a:pt x="91595" y="55612"/>
                </a:lnTo>
                <a:lnTo>
                  <a:pt x="91595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98138" y="45798"/>
                </a:lnTo>
                <a:lnTo>
                  <a:pt x="98138" y="42526"/>
                </a:lnTo>
                <a:lnTo>
                  <a:pt x="71968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isible source SEC-093 inset-1 region 159">
            <a:extLst xmlns:a="http://schemas.openxmlformats.org/drawingml/2006/main">
              <a:ext uri="{FF2B5EF4-FFF2-40B4-BE49-F238E27FC236}">
                <a16:creationId xmlns:a16="http://schemas.microsoft.com/office/drawing/2014/main" id="{998E381A-66FB-4381-9554-BCFD649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140" y="2466698"/>
            <a:ext cx="88324" cy="55612"/>
          </a:xfrm>
          <a:custGeom xmlns:a="http://schemas.openxmlformats.org/drawingml/2006/main">
            <a:pathLst>
              <a:path w="88324" h="55612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isible source SEC-093 inset-1 region 160">
            <a:extLst xmlns:a="http://schemas.openxmlformats.org/drawingml/2006/main">
              <a:ext uri="{FF2B5EF4-FFF2-40B4-BE49-F238E27FC236}">
                <a16:creationId xmlns:a16="http://schemas.microsoft.com/office/drawing/2014/main" id="{E17BDD8C-9737-4B74-9D4A-197CC002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37" y="2558293"/>
            <a:ext cx="85053" cy="42526"/>
          </a:xfrm>
          <a:custGeom xmlns:a="http://schemas.openxmlformats.org/drawingml/2006/main">
            <a:pathLst>
              <a:path w="8505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isible source SEC-093 inset-1 region 161">
            <a:extLst xmlns:a="http://schemas.openxmlformats.org/drawingml/2006/main">
              <a:ext uri="{FF2B5EF4-FFF2-40B4-BE49-F238E27FC236}">
                <a16:creationId xmlns:a16="http://schemas.microsoft.com/office/drawing/2014/main" id="{D4227970-76E0-4318-92F7-C0B24BF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133" y="133811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isible source SEC-093 inset-1 region 162">
            <a:extLst xmlns:a="http://schemas.openxmlformats.org/drawingml/2006/main">
              <a:ext uri="{FF2B5EF4-FFF2-40B4-BE49-F238E27FC236}">
                <a16:creationId xmlns:a16="http://schemas.microsoft.com/office/drawing/2014/main" id="{81025278-6EB8-4D44-A16C-7ED5D683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271" y="140680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isible source SEC-093 inset-1 region 163">
            <a:extLst xmlns:a="http://schemas.openxmlformats.org/drawingml/2006/main">
              <a:ext uri="{FF2B5EF4-FFF2-40B4-BE49-F238E27FC236}">
                <a16:creationId xmlns:a16="http://schemas.microsoft.com/office/drawing/2014/main" id="{5D19E6A2-5001-419E-A4F2-6456969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809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isible source SEC-093 inset-1 region 164">
            <a:extLst xmlns:a="http://schemas.openxmlformats.org/drawingml/2006/main">
              <a:ext uri="{FF2B5EF4-FFF2-40B4-BE49-F238E27FC236}">
                <a16:creationId xmlns:a16="http://schemas.microsoft.com/office/drawing/2014/main" id="{B316CA51-17D4-4D37-8B93-3DEFB19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627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16356" y="3271"/>
                </a:move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isible source SEC-093 inset-1 region 165">
            <a:extLst xmlns:a="http://schemas.openxmlformats.org/drawingml/2006/main">
              <a:ext uri="{FF2B5EF4-FFF2-40B4-BE49-F238E27FC236}">
                <a16:creationId xmlns:a16="http://schemas.microsoft.com/office/drawing/2014/main" id="{93DCDD0A-BB6B-4F60-8F56-3F26501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553" y="154747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isible source SEC-093 inset-1 region 166">
            <a:extLst xmlns:a="http://schemas.openxmlformats.org/drawingml/2006/main">
              <a:ext uri="{FF2B5EF4-FFF2-40B4-BE49-F238E27FC236}">
                <a16:creationId xmlns:a16="http://schemas.microsoft.com/office/drawing/2014/main" id="{3ED9F5C3-DC6B-4F03-A0B6-D7264A9C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032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isible source SEC-093 inset-1 region 167">
            <a:extLst xmlns:a="http://schemas.openxmlformats.org/drawingml/2006/main">
              <a:ext uri="{FF2B5EF4-FFF2-40B4-BE49-F238E27FC236}">
                <a16:creationId xmlns:a16="http://schemas.microsoft.com/office/drawing/2014/main" id="{F208C124-93EC-42AC-8385-F46DD9B8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08" y="164888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isible source SEC-093 inset-1 region 168">
            <a:extLst xmlns:a="http://schemas.openxmlformats.org/drawingml/2006/main">
              <a:ext uri="{FF2B5EF4-FFF2-40B4-BE49-F238E27FC236}">
                <a16:creationId xmlns:a16="http://schemas.microsoft.com/office/drawing/2014/main" id="{8AF50A5C-5489-4868-82B6-AD35AE4F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963" y="1678323"/>
            <a:ext cx="49069" cy="42526"/>
          </a:xfrm>
          <a:custGeom xmlns:a="http://schemas.openxmlformats.org/drawingml/2006/main">
            <a:pathLst>
              <a:path w="49069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isible source SEC-093 inset-1 region 169">
            <a:extLst xmlns:a="http://schemas.openxmlformats.org/drawingml/2006/main">
              <a:ext uri="{FF2B5EF4-FFF2-40B4-BE49-F238E27FC236}">
                <a16:creationId xmlns:a16="http://schemas.microsoft.com/office/drawing/2014/main" id="{FB6FC482-73B8-425D-8179-C21808B8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202" y="171430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isible source SEC-093 inset-1 region 170">
            <a:extLst xmlns:a="http://schemas.openxmlformats.org/drawingml/2006/main">
              <a:ext uri="{FF2B5EF4-FFF2-40B4-BE49-F238E27FC236}">
                <a16:creationId xmlns:a16="http://schemas.microsoft.com/office/drawing/2014/main" id="{890F449A-000E-4CBF-BFD5-E2F45321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319" y="1789546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isible source SEC-093 inset-1 region 171">
            <a:extLst xmlns:a="http://schemas.openxmlformats.org/drawingml/2006/main">
              <a:ext uri="{FF2B5EF4-FFF2-40B4-BE49-F238E27FC236}">
                <a16:creationId xmlns:a16="http://schemas.microsoft.com/office/drawing/2014/main" id="{46E47976-9448-438A-B425-3FB6CDC7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825" y="1796088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isible source SEC-093 inset-1 region 172">
            <a:extLst xmlns:a="http://schemas.openxmlformats.org/drawingml/2006/main">
              <a:ext uri="{FF2B5EF4-FFF2-40B4-BE49-F238E27FC236}">
                <a16:creationId xmlns:a16="http://schemas.microsoft.com/office/drawing/2014/main" id="{3F43AA06-CE9C-4F19-B0F3-93539A09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639" y="1845157"/>
            <a:ext cx="117766" cy="62154"/>
          </a:xfrm>
          <a:custGeom xmlns:a="http://schemas.openxmlformats.org/drawingml/2006/main">
            <a:pathLst>
              <a:path w="117766" h="62154">
                <a:moveTo>
                  <a:pt x="6543" y="19628"/>
                </a:move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22899" y="13085"/>
                </a:lnTo>
                <a:lnTo>
                  <a:pt x="22899" y="9814"/>
                </a:lnTo>
                <a:lnTo>
                  <a:pt x="26170" y="9814"/>
                </a:ln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16356"/>
                </a:lnTo>
                <a:lnTo>
                  <a:pt x="81782" y="16356"/>
                </a:lnTo>
                <a:lnTo>
                  <a:pt x="81782" y="19628"/>
                </a:lnTo>
                <a:lnTo>
                  <a:pt x="101409" y="19628"/>
                </a:lnTo>
                <a:lnTo>
                  <a:pt x="101409" y="22899"/>
                </a:lnTo>
                <a:lnTo>
                  <a:pt x="107952" y="22899"/>
                </a:lnTo>
                <a:lnTo>
                  <a:pt x="107952" y="26170"/>
                </a:lnTo>
                <a:lnTo>
                  <a:pt x="111223" y="26170"/>
                </a:lnTo>
                <a:lnTo>
                  <a:pt x="111223" y="29441"/>
                </a:lnTo>
                <a:lnTo>
                  <a:pt x="114494" y="29441"/>
                </a:lnTo>
                <a:lnTo>
                  <a:pt x="114494" y="35984"/>
                </a:lnTo>
                <a:lnTo>
                  <a:pt x="117766" y="35984"/>
                </a:lnTo>
                <a:lnTo>
                  <a:pt x="117766" y="45798"/>
                </a:lnTo>
                <a:lnTo>
                  <a:pt x="114494" y="45798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07952" y="55612"/>
                </a:lnTo>
                <a:lnTo>
                  <a:pt x="107952" y="58883"/>
                </a:lnTo>
                <a:lnTo>
                  <a:pt x="101409" y="58883"/>
                </a:lnTo>
                <a:lnTo>
                  <a:pt x="101409" y="62154"/>
                </a:lnTo>
                <a:lnTo>
                  <a:pt x="81782" y="62154"/>
                </a:lnTo>
                <a:lnTo>
                  <a:pt x="81782" y="58883"/>
                </a:lnTo>
                <a:lnTo>
                  <a:pt x="75239" y="58883"/>
                </a:lnTo>
                <a:lnTo>
                  <a:pt x="75239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45798"/>
                </a:lnTo>
                <a:lnTo>
                  <a:pt x="39255" y="45798"/>
                </a:lnTo>
                <a:lnTo>
                  <a:pt x="39255" y="49069"/>
                </a:lnTo>
                <a:lnTo>
                  <a:pt x="35984" y="49069"/>
                </a:lnTo>
                <a:lnTo>
                  <a:pt x="35984" y="52340"/>
                </a:lnTo>
                <a:lnTo>
                  <a:pt x="29441" y="52340"/>
                </a:lnTo>
                <a:lnTo>
                  <a:pt x="29441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isible source SEC-093 inset-1 region 173">
            <a:extLst xmlns:a="http://schemas.openxmlformats.org/drawingml/2006/main">
              <a:ext uri="{FF2B5EF4-FFF2-40B4-BE49-F238E27FC236}">
                <a16:creationId xmlns:a16="http://schemas.microsoft.com/office/drawing/2014/main" id="{C8DC3AA1-9992-4F13-83FE-AAEA0B2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574" y="1864785"/>
            <a:ext cx="124308" cy="114494"/>
          </a:xfrm>
          <a:custGeom xmlns:a="http://schemas.openxmlformats.org/drawingml/2006/main">
            <a:pathLst>
              <a:path w="124308" h="114494">
                <a:moveTo>
                  <a:pt x="58883" y="26170"/>
                </a:moveTo>
                <a:lnTo>
                  <a:pt x="55612" y="26170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14494" y="45798"/>
                </a:lnTo>
                <a:lnTo>
                  <a:pt x="114494" y="49069"/>
                </a:lnTo>
                <a:lnTo>
                  <a:pt x="117766" y="49069"/>
                </a:lnTo>
                <a:lnTo>
                  <a:pt x="117766" y="52340"/>
                </a:lnTo>
                <a:lnTo>
                  <a:pt x="121037" y="52340"/>
                </a:lnTo>
                <a:lnTo>
                  <a:pt x="121037" y="55612"/>
                </a:lnTo>
                <a:lnTo>
                  <a:pt x="124308" y="55612"/>
                </a:lnTo>
                <a:lnTo>
                  <a:pt x="124308" y="71968"/>
                </a:lnTo>
                <a:lnTo>
                  <a:pt x="121037" y="71968"/>
                </a:lnTo>
                <a:lnTo>
                  <a:pt x="121037" y="75239"/>
                </a:lnTo>
                <a:lnTo>
                  <a:pt x="117766" y="75239"/>
                </a:lnTo>
                <a:lnTo>
                  <a:pt x="117766" y="78510"/>
                </a:lnTo>
                <a:lnTo>
                  <a:pt x="114494" y="78510"/>
                </a:lnTo>
                <a:lnTo>
                  <a:pt x="114494" y="81782"/>
                </a:lnTo>
                <a:lnTo>
                  <a:pt x="107952" y="81782"/>
                </a:lnTo>
                <a:lnTo>
                  <a:pt x="107952" y="85053"/>
                </a:lnTo>
                <a:lnTo>
                  <a:pt x="94867" y="85053"/>
                </a:lnTo>
                <a:lnTo>
                  <a:pt x="94867" y="81782"/>
                </a:lnTo>
                <a:lnTo>
                  <a:pt x="88324" y="81782"/>
                </a:lnTo>
                <a:lnTo>
                  <a:pt x="88324" y="78510"/>
                </a:lnTo>
                <a:lnTo>
                  <a:pt x="85053" y="78510"/>
                </a:lnTo>
                <a:lnTo>
                  <a:pt x="85053" y="81782"/>
                </a:lnTo>
                <a:lnTo>
                  <a:pt x="78510" y="81782"/>
                </a:lnTo>
                <a:lnTo>
                  <a:pt x="78510" y="85053"/>
                </a:lnTo>
                <a:lnTo>
                  <a:pt x="62154" y="85053"/>
                </a:lnTo>
                <a:lnTo>
                  <a:pt x="62154" y="81782"/>
                </a:lnTo>
                <a:lnTo>
                  <a:pt x="58883" y="81782"/>
                </a:lnTo>
                <a:lnTo>
                  <a:pt x="58883" y="88324"/>
                </a:lnTo>
                <a:lnTo>
                  <a:pt x="62154" y="88324"/>
                </a:lnTo>
                <a:lnTo>
                  <a:pt x="62154" y="98138"/>
                </a:lnTo>
                <a:lnTo>
                  <a:pt x="58883" y="98138"/>
                </a:lnTo>
                <a:lnTo>
                  <a:pt x="58883" y="104681"/>
                </a:lnTo>
                <a:lnTo>
                  <a:pt x="55612" y="104681"/>
                </a:lnTo>
                <a:lnTo>
                  <a:pt x="55612" y="107952"/>
                </a:lnTo>
                <a:lnTo>
                  <a:pt x="52340" y="107952"/>
                </a:lnTo>
                <a:lnTo>
                  <a:pt x="52340" y="111223"/>
                </a:lnTo>
                <a:lnTo>
                  <a:pt x="45798" y="111223"/>
                </a:lnTo>
                <a:lnTo>
                  <a:pt x="45798" y="114494"/>
                </a:lnTo>
                <a:lnTo>
                  <a:pt x="32713" y="114494"/>
                </a:lnTo>
                <a:lnTo>
                  <a:pt x="32713" y="111223"/>
                </a:lnTo>
                <a:lnTo>
                  <a:pt x="26170" y="111223"/>
                </a:lnTo>
                <a:lnTo>
                  <a:pt x="26170" y="107952"/>
                </a:lnTo>
                <a:lnTo>
                  <a:pt x="22899" y="107952"/>
                </a:lnTo>
                <a:lnTo>
                  <a:pt x="22899" y="104681"/>
                </a:lnTo>
                <a:lnTo>
                  <a:pt x="19628" y="104681"/>
                </a:lnTo>
                <a:lnTo>
                  <a:pt x="19628" y="98138"/>
                </a:lnTo>
                <a:lnTo>
                  <a:pt x="16356" y="98138"/>
                </a:lnTo>
                <a:lnTo>
                  <a:pt x="16356" y="88324"/>
                </a:lnTo>
                <a:lnTo>
                  <a:pt x="19628" y="88324"/>
                </a:lnTo>
                <a:lnTo>
                  <a:pt x="19628" y="81782"/>
                </a:lnTo>
                <a:lnTo>
                  <a:pt x="22899" y="81782"/>
                </a:lnTo>
                <a:lnTo>
                  <a:pt x="22899" y="78510"/>
                </a:lnTo>
                <a:lnTo>
                  <a:pt x="26170" y="78510"/>
                </a:lnTo>
                <a:lnTo>
                  <a:pt x="26170" y="75239"/>
                </a:lnTo>
                <a:lnTo>
                  <a:pt x="32713" y="75239"/>
                </a:lnTo>
                <a:lnTo>
                  <a:pt x="32713" y="68697"/>
                </a:lnTo>
                <a:lnTo>
                  <a:pt x="26170" y="68697"/>
                </a:lnTo>
                <a:lnTo>
                  <a:pt x="26170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26170" y="29441"/>
                </a:lnTo>
                <a:lnTo>
                  <a:pt x="26170" y="32713"/>
                </a:lnTo>
                <a:lnTo>
                  <a:pt x="32713" y="32713"/>
                </a:lnTo>
                <a:lnTo>
                  <a:pt x="32713" y="29441"/>
                </a:lnTo>
                <a:lnTo>
                  <a:pt x="42526" y="29441"/>
                </a:lnTo>
                <a:lnTo>
                  <a:pt x="42526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55612" y="39255"/>
                </a:lnTo>
                <a:lnTo>
                  <a:pt x="55612" y="45798"/>
                </a:lnTo>
                <a:lnTo>
                  <a:pt x="62154" y="45798"/>
                </a:lnTo>
                <a:lnTo>
                  <a:pt x="62154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26170"/>
                </a:lnTo>
                <a:close/>
                <a:moveTo>
                  <a:pt x="78510" y="45798"/>
                </a:moveTo>
                <a:lnTo>
                  <a:pt x="85053" y="45798"/>
                </a:lnTo>
                <a:lnTo>
                  <a:pt x="85053" y="49069"/>
                </a:lnTo>
                <a:lnTo>
                  <a:pt x="88324" y="49069"/>
                </a:lnTo>
                <a:lnTo>
                  <a:pt x="88324" y="45798"/>
                </a:lnTo>
                <a:lnTo>
                  <a:pt x="94867" y="45798"/>
                </a:lnTo>
                <a:lnTo>
                  <a:pt x="94867" y="42526"/>
                </a:lnTo>
                <a:lnTo>
                  <a:pt x="78510" y="42526"/>
                </a:lnTo>
                <a:lnTo>
                  <a:pt x="78510" y="45798"/>
                </a:lnTo>
                <a:close/>
                <a:moveTo>
                  <a:pt x="45798" y="75239"/>
                </a:moveTo>
                <a:lnTo>
                  <a:pt x="49069" y="75239"/>
                </a:lnTo>
                <a:lnTo>
                  <a:pt x="49069" y="68697"/>
                </a:lnTo>
                <a:lnTo>
                  <a:pt x="42526" y="68697"/>
                </a:lnTo>
                <a:lnTo>
                  <a:pt x="42526" y="71968"/>
                </a:lnTo>
                <a:lnTo>
                  <a:pt x="45798" y="71968"/>
                </a:lnTo>
                <a:lnTo>
                  <a:pt x="45798" y="7523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isible source SEC-093 inset-1 region 174">
            <a:extLst xmlns:a="http://schemas.openxmlformats.org/drawingml/2006/main">
              <a:ext uri="{FF2B5EF4-FFF2-40B4-BE49-F238E27FC236}">
                <a16:creationId xmlns:a16="http://schemas.microsoft.com/office/drawing/2014/main" id="{7E50E245-948D-48EF-82F4-F1B550A2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963" y="190731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isible source SEC-093 inset-1 region 175">
            <a:extLst xmlns:a="http://schemas.openxmlformats.org/drawingml/2006/main">
              <a:ext uri="{FF2B5EF4-FFF2-40B4-BE49-F238E27FC236}">
                <a16:creationId xmlns:a16="http://schemas.microsoft.com/office/drawing/2014/main" id="{2188D8C7-C0EA-49EA-B50A-1344D497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77" y="2015263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isible source SEC-093 inset-1 region 176">
            <a:extLst xmlns:a="http://schemas.openxmlformats.org/drawingml/2006/main">
              <a:ext uri="{FF2B5EF4-FFF2-40B4-BE49-F238E27FC236}">
                <a16:creationId xmlns:a16="http://schemas.microsoft.com/office/drawing/2014/main" id="{DF7775FD-2F98-46B4-A9F3-AD06BD9D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574" y="2097045"/>
            <a:ext cx="130851" cy="101409"/>
          </a:xfrm>
          <a:custGeom xmlns:a="http://schemas.openxmlformats.org/drawingml/2006/main">
            <a:pathLst>
              <a:path w="130851" h="101409">
                <a:moveTo>
                  <a:pt x="45798" y="19628"/>
                </a:move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98138" y="0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6543"/>
                </a:lnTo>
                <a:lnTo>
                  <a:pt x="107952" y="6543"/>
                </a:lnTo>
                <a:lnTo>
                  <a:pt x="107952" y="9814"/>
                </a:lnTo>
                <a:lnTo>
                  <a:pt x="111223" y="9814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26170"/>
                </a:lnTo>
                <a:lnTo>
                  <a:pt x="111223" y="26170"/>
                </a:lnTo>
                <a:lnTo>
                  <a:pt x="111223" y="32713"/>
                </a:lnTo>
                <a:lnTo>
                  <a:pt x="107952" y="32713"/>
                </a:lnTo>
                <a:lnTo>
                  <a:pt x="107952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98138" y="39255"/>
                </a:lnTo>
                <a:lnTo>
                  <a:pt x="98138" y="42526"/>
                </a:lnTo>
                <a:lnTo>
                  <a:pt x="85053" y="42526"/>
                </a:lnTo>
                <a:lnTo>
                  <a:pt x="85053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58883"/>
                </a:lnTo>
                <a:lnTo>
                  <a:pt x="130851" y="58883"/>
                </a:lnTo>
                <a:lnTo>
                  <a:pt x="130851" y="68697"/>
                </a:lnTo>
                <a:lnTo>
                  <a:pt x="127579" y="68697"/>
                </a:lnTo>
                <a:lnTo>
                  <a:pt x="127579" y="75239"/>
                </a:lnTo>
                <a:lnTo>
                  <a:pt x="124308" y="75239"/>
                </a:lnTo>
                <a:lnTo>
                  <a:pt x="124308" y="78510"/>
                </a:lnTo>
                <a:lnTo>
                  <a:pt x="121037" y="78510"/>
                </a:lnTo>
                <a:lnTo>
                  <a:pt x="121037" y="81782"/>
                </a:lnTo>
                <a:lnTo>
                  <a:pt x="114494" y="81782"/>
                </a:lnTo>
                <a:lnTo>
                  <a:pt x="114494" y="85053"/>
                </a:lnTo>
                <a:lnTo>
                  <a:pt x="98138" y="85053"/>
                </a:lnTo>
                <a:lnTo>
                  <a:pt x="98138" y="81782"/>
                </a:lnTo>
                <a:lnTo>
                  <a:pt x="85053" y="81782"/>
                </a:lnTo>
                <a:lnTo>
                  <a:pt x="85053" y="85053"/>
                </a:lnTo>
                <a:lnTo>
                  <a:pt x="81782" y="85053"/>
                </a:lnTo>
                <a:lnTo>
                  <a:pt x="81782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75239" y="94867"/>
                </a:lnTo>
                <a:lnTo>
                  <a:pt x="75239" y="98138"/>
                </a:lnTo>
                <a:lnTo>
                  <a:pt x="68697" y="98138"/>
                </a:lnTo>
                <a:lnTo>
                  <a:pt x="68697" y="101409"/>
                </a:lnTo>
                <a:lnTo>
                  <a:pt x="22899" y="101409"/>
                </a:lnTo>
                <a:lnTo>
                  <a:pt x="22899" y="98138"/>
                </a:lnTo>
                <a:lnTo>
                  <a:pt x="16356" y="98138"/>
                </a:lnTo>
                <a:lnTo>
                  <a:pt x="16356" y="94867"/>
                </a:lnTo>
                <a:lnTo>
                  <a:pt x="13085" y="94867"/>
                </a:lnTo>
                <a:lnTo>
                  <a:pt x="13085" y="91595"/>
                </a:lnTo>
                <a:lnTo>
                  <a:pt x="9814" y="91595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75239"/>
                </a:lnTo>
                <a:lnTo>
                  <a:pt x="9814" y="75239"/>
                </a:lnTo>
                <a:lnTo>
                  <a:pt x="9814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16356" y="65425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29441" y="19628"/>
                </a:lnTo>
                <a:lnTo>
                  <a:pt x="29441" y="22899"/>
                </a:lnTo>
                <a:lnTo>
                  <a:pt x="39255" y="22899"/>
                </a:lnTo>
                <a:lnTo>
                  <a:pt x="39255" y="19628"/>
                </a:lnTo>
                <a:lnTo>
                  <a:pt x="45798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isible source SEC-093 inset-1 region 177">
            <a:extLst xmlns:a="http://schemas.openxmlformats.org/drawingml/2006/main">
              <a:ext uri="{FF2B5EF4-FFF2-40B4-BE49-F238E27FC236}">
                <a16:creationId xmlns:a16="http://schemas.microsoft.com/office/drawing/2014/main" id="{410A484D-E5A9-49AE-8979-CD14E7F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77" y="2240981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isible source SEC-093 inset-1 region 178">
            <a:extLst xmlns:a="http://schemas.openxmlformats.org/drawingml/2006/main">
              <a:ext uri="{FF2B5EF4-FFF2-40B4-BE49-F238E27FC236}">
                <a16:creationId xmlns:a16="http://schemas.microsoft.com/office/drawing/2014/main" id="{CC7822A3-96FB-4919-8FE8-3DCB215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79" y="2326033"/>
            <a:ext cx="88324" cy="85053"/>
          </a:xfrm>
          <a:custGeom xmlns:a="http://schemas.openxmlformats.org/drawingml/2006/main">
            <a:pathLst>
              <a:path w="88324" h="85053">
                <a:moveTo>
                  <a:pt x="6543" y="16356"/>
                </a:move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29441"/>
                </a:lnTo>
                <a:lnTo>
                  <a:pt x="71968" y="29441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58883"/>
                </a:lnTo>
                <a:lnTo>
                  <a:pt x="88324" y="58883"/>
                </a:lnTo>
                <a:lnTo>
                  <a:pt x="88324" y="68697"/>
                </a:lnTo>
                <a:lnTo>
                  <a:pt x="85053" y="68697"/>
                </a:lnTo>
                <a:lnTo>
                  <a:pt x="85053" y="75239"/>
                </a:lnTo>
                <a:lnTo>
                  <a:pt x="81782" y="75239"/>
                </a:lnTo>
                <a:lnTo>
                  <a:pt x="81782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71968" y="81782"/>
                </a:lnTo>
                <a:lnTo>
                  <a:pt x="71968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9255"/>
                </a:lnTo>
                <a:lnTo>
                  <a:pt x="16356" y="39255"/>
                </a:lnTo>
                <a:lnTo>
                  <a:pt x="16356" y="35984"/>
                </a:lnTo>
                <a:lnTo>
                  <a:pt x="13085" y="35984"/>
                </a:lnTo>
                <a:lnTo>
                  <a:pt x="13085" y="32713"/>
                </a:lnTo>
                <a:lnTo>
                  <a:pt x="9814" y="32713"/>
                </a:lnTo>
                <a:lnTo>
                  <a:pt x="9814" y="26170"/>
                </a:lnTo>
                <a:lnTo>
                  <a:pt x="6543" y="26170"/>
                </a:lnTo>
                <a:lnTo>
                  <a:pt x="6543" y="16356"/>
                </a:lnTo>
                <a:close/>
                <a:moveTo>
                  <a:pt x="49069" y="45798"/>
                </a:moveTo>
                <a:lnTo>
                  <a:pt x="52340" y="45798"/>
                </a:lnTo>
                <a:lnTo>
                  <a:pt x="52340" y="42526"/>
                </a:lnTo>
                <a:lnTo>
                  <a:pt x="49069" y="42526"/>
                </a:lnTo>
                <a:lnTo>
                  <a:pt x="49069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isible source SEC-093 inset-1 region 179">
            <a:extLst xmlns:a="http://schemas.openxmlformats.org/drawingml/2006/main">
              <a:ext uri="{FF2B5EF4-FFF2-40B4-BE49-F238E27FC236}">
                <a16:creationId xmlns:a16="http://schemas.microsoft.com/office/drawing/2014/main" id="{3D599C1D-ECBE-449B-AEA0-A25444F9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574" y="2326033"/>
            <a:ext cx="127579" cy="94867"/>
          </a:xfrm>
          <a:custGeom xmlns:a="http://schemas.openxmlformats.org/drawingml/2006/main">
            <a:pathLst>
              <a:path w="127579" h="94867">
                <a:moveTo>
                  <a:pt x="6543" y="16356"/>
                </a:move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24308" y="52340"/>
                </a:lnTo>
                <a:lnTo>
                  <a:pt x="124308" y="58883"/>
                </a:lnTo>
                <a:lnTo>
                  <a:pt x="127579" y="58883"/>
                </a:lnTo>
                <a:lnTo>
                  <a:pt x="127579" y="68697"/>
                </a:lnTo>
                <a:lnTo>
                  <a:pt x="124308" y="68697"/>
                </a:lnTo>
                <a:lnTo>
                  <a:pt x="124308" y="75239"/>
                </a:lnTo>
                <a:lnTo>
                  <a:pt x="121037" y="75239"/>
                </a:lnTo>
                <a:lnTo>
                  <a:pt x="121037" y="78510"/>
                </a:lnTo>
                <a:lnTo>
                  <a:pt x="117766" y="78510"/>
                </a:lnTo>
                <a:lnTo>
                  <a:pt x="117766" y="81782"/>
                </a:lnTo>
                <a:lnTo>
                  <a:pt x="111223" y="81782"/>
                </a:lnTo>
                <a:lnTo>
                  <a:pt x="111223" y="85053"/>
                </a:lnTo>
                <a:lnTo>
                  <a:pt x="78510" y="85053"/>
                </a:lnTo>
                <a:lnTo>
                  <a:pt x="78510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68697" y="91595"/>
                </a:lnTo>
                <a:lnTo>
                  <a:pt x="68697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13085" y="91595"/>
                </a:lnTo>
                <a:lnTo>
                  <a:pt x="13085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13085" y="58883"/>
                </a:lnTo>
                <a:lnTo>
                  <a:pt x="13085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isible source SEC-093 inset-1 region 180">
            <a:extLst xmlns:a="http://schemas.openxmlformats.org/drawingml/2006/main">
              <a:ext uri="{FF2B5EF4-FFF2-40B4-BE49-F238E27FC236}">
                <a16:creationId xmlns:a16="http://schemas.microsoft.com/office/drawing/2014/main" id="{7700E774-6932-4C0E-A653-185102C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77" y="2466698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isible source SEC-093 inset-1 region 181">
            <a:extLst xmlns:a="http://schemas.openxmlformats.org/drawingml/2006/main">
              <a:ext uri="{FF2B5EF4-FFF2-40B4-BE49-F238E27FC236}">
                <a16:creationId xmlns:a16="http://schemas.microsoft.com/office/drawing/2014/main" id="{8D2203AD-F1D4-4676-A0C2-A35C0E60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452" y="2466698"/>
            <a:ext cx="85053" cy="55612"/>
          </a:xfrm>
          <a:custGeom xmlns:a="http://schemas.openxmlformats.org/drawingml/2006/main">
            <a:pathLst>
              <a:path w="85053" h="5561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isible source SEC-093 inset-1 region 182">
            <a:extLst xmlns:a="http://schemas.openxmlformats.org/drawingml/2006/main">
              <a:ext uri="{FF2B5EF4-FFF2-40B4-BE49-F238E27FC236}">
                <a16:creationId xmlns:a16="http://schemas.microsoft.com/office/drawing/2014/main" id="{E3D58DE5-CDD2-4DE2-830B-A92D3DEA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926" y="2545208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isible source SEC-093 inset-1 region 183">
            <a:extLst xmlns:a="http://schemas.openxmlformats.org/drawingml/2006/main">
              <a:ext uri="{FF2B5EF4-FFF2-40B4-BE49-F238E27FC236}">
                <a16:creationId xmlns:a16="http://schemas.microsoft.com/office/drawing/2014/main" id="{9508BF93-CCE3-4713-9F34-D95A7FF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79" y="2555022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isible source SEC-093 inset-1 region 184">
            <a:extLst xmlns:a="http://schemas.openxmlformats.org/drawingml/2006/main">
              <a:ext uri="{FF2B5EF4-FFF2-40B4-BE49-F238E27FC236}">
                <a16:creationId xmlns:a16="http://schemas.microsoft.com/office/drawing/2014/main" id="{96468D24-38C8-410C-9BF1-22A399B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574" y="2555022"/>
            <a:ext cx="130851" cy="45798"/>
          </a:xfrm>
          <a:custGeom xmlns:a="http://schemas.openxmlformats.org/drawingml/2006/main">
            <a:pathLst>
              <a:path w="130851" h="45798">
                <a:moveTo>
                  <a:pt x="0" y="19628"/>
                </a:move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6170"/>
                </a:lnTo>
                <a:lnTo>
                  <a:pt x="127579" y="26170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04681" y="42526"/>
                </a:lnTo>
                <a:lnTo>
                  <a:pt x="104681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isible source SEC-093 inset-1 region 185">
            <a:extLst xmlns:a="http://schemas.openxmlformats.org/drawingml/2006/main">
              <a:ext uri="{FF2B5EF4-FFF2-40B4-BE49-F238E27FC236}">
                <a16:creationId xmlns:a16="http://schemas.microsoft.com/office/drawing/2014/main" id="{B9AB431E-BCE8-4E18-884D-134B4C52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951" y="88994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isible source SEC-093 inset-1 region 186">
            <a:extLst xmlns:a="http://schemas.openxmlformats.org/drawingml/2006/main">
              <a:ext uri="{FF2B5EF4-FFF2-40B4-BE49-F238E27FC236}">
                <a16:creationId xmlns:a16="http://schemas.microsoft.com/office/drawing/2014/main" id="{16CDE8A9-0F9E-4F3D-812A-BDD53743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951" y="133811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isible source SEC-093 inset-1 region 187">
            <a:extLst xmlns:a="http://schemas.openxmlformats.org/drawingml/2006/main">
              <a:ext uri="{FF2B5EF4-FFF2-40B4-BE49-F238E27FC236}">
                <a16:creationId xmlns:a16="http://schemas.microsoft.com/office/drawing/2014/main" id="{577A3406-1EBB-4611-8484-18F042B9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036" y="152130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isible source SEC-093 inset-1 region 188">
            <a:extLst xmlns:a="http://schemas.openxmlformats.org/drawingml/2006/main">
              <a:ext uri="{FF2B5EF4-FFF2-40B4-BE49-F238E27FC236}">
                <a16:creationId xmlns:a16="http://schemas.microsoft.com/office/drawing/2014/main" id="{70F644DE-E8D8-49A5-BA4B-F46F335C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54" y="1563829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isible source SEC-093 inset-1 region 189">
            <a:extLst xmlns:a="http://schemas.openxmlformats.org/drawingml/2006/main">
              <a:ext uri="{FF2B5EF4-FFF2-40B4-BE49-F238E27FC236}">
                <a16:creationId xmlns:a16="http://schemas.microsoft.com/office/drawing/2014/main" id="{2203B7ED-861A-4EE6-87E0-B5C7AE0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988" y="1609626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isible source SEC-093 inset-1 region 190">
            <a:extLst xmlns:a="http://schemas.openxmlformats.org/drawingml/2006/main">
              <a:ext uri="{FF2B5EF4-FFF2-40B4-BE49-F238E27FC236}">
                <a16:creationId xmlns:a16="http://schemas.microsoft.com/office/drawing/2014/main" id="{449B36D7-76F3-4131-9F27-7DC928C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600" y="1675052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isible source SEC-093 inset-1 region 191">
            <a:extLst xmlns:a="http://schemas.openxmlformats.org/drawingml/2006/main">
              <a:ext uri="{FF2B5EF4-FFF2-40B4-BE49-F238E27FC236}">
                <a16:creationId xmlns:a16="http://schemas.microsoft.com/office/drawing/2014/main" id="{B5023335-689A-4AF7-AA9E-F8CEFB92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70" y="1714307"/>
            <a:ext cx="45798" cy="42526"/>
          </a:xfrm>
          <a:custGeom xmlns:a="http://schemas.openxmlformats.org/drawingml/2006/main">
            <a:pathLst>
              <a:path w="45798" h="42526">
                <a:moveTo>
                  <a:pt x="35984" y="6543"/>
                </a:move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isible source SEC-093 inset-1 region 192">
            <a:extLst xmlns:a="http://schemas.openxmlformats.org/drawingml/2006/main">
              <a:ext uri="{FF2B5EF4-FFF2-40B4-BE49-F238E27FC236}">
                <a16:creationId xmlns:a16="http://schemas.microsoft.com/office/drawing/2014/main" id="{CA02391E-A205-46E8-AF93-ED41E56D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425" y="1756833"/>
            <a:ext cx="140664" cy="75239"/>
          </a:xfrm>
          <a:custGeom xmlns:a="http://schemas.openxmlformats.org/drawingml/2006/main">
            <a:pathLst>
              <a:path w="140664" h="75239">
                <a:moveTo>
                  <a:pt x="58883" y="16356"/>
                </a:moveTo>
                <a:lnTo>
                  <a:pt x="62154" y="16356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3085"/>
                </a:lnTo>
                <a:lnTo>
                  <a:pt x="101409" y="13085"/>
                </a:lnTo>
                <a:lnTo>
                  <a:pt x="101409" y="26170"/>
                </a:lnTo>
                <a:lnTo>
                  <a:pt x="107952" y="26170"/>
                </a:lnTo>
                <a:lnTo>
                  <a:pt x="107952" y="22899"/>
                </a:lnTo>
                <a:lnTo>
                  <a:pt x="124308" y="22899"/>
                </a:lnTo>
                <a:lnTo>
                  <a:pt x="124308" y="26170"/>
                </a:lnTo>
                <a:lnTo>
                  <a:pt x="130851" y="26170"/>
                </a:lnTo>
                <a:lnTo>
                  <a:pt x="130851" y="29441"/>
                </a:lnTo>
                <a:lnTo>
                  <a:pt x="134122" y="29441"/>
                </a:lnTo>
                <a:lnTo>
                  <a:pt x="134122" y="32713"/>
                </a:lnTo>
                <a:lnTo>
                  <a:pt x="137393" y="32713"/>
                </a:lnTo>
                <a:lnTo>
                  <a:pt x="137393" y="39255"/>
                </a:lnTo>
                <a:lnTo>
                  <a:pt x="140664" y="39255"/>
                </a:lnTo>
                <a:lnTo>
                  <a:pt x="140664" y="49069"/>
                </a:lnTo>
                <a:lnTo>
                  <a:pt x="137393" y="49069"/>
                </a:lnTo>
                <a:lnTo>
                  <a:pt x="137393" y="55612"/>
                </a:lnTo>
                <a:lnTo>
                  <a:pt x="134122" y="55612"/>
                </a:lnTo>
                <a:lnTo>
                  <a:pt x="134122" y="58883"/>
                </a:lnTo>
                <a:lnTo>
                  <a:pt x="130851" y="58883"/>
                </a:lnTo>
                <a:lnTo>
                  <a:pt x="130851" y="62154"/>
                </a:lnTo>
                <a:lnTo>
                  <a:pt x="124308" y="62154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68697"/>
                </a:lnTo>
                <a:lnTo>
                  <a:pt x="117766" y="68697"/>
                </a:lnTo>
                <a:lnTo>
                  <a:pt x="117766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101409" y="75239"/>
                </a:lnTo>
                <a:lnTo>
                  <a:pt x="101409" y="71968"/>
                </a:lnTo>
                <a:lnTo>
                  <a:pt x="94867" y="71968"/>
                </a:lnTo>
                <a:lnTo>
                  <a:pt x="94867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85053" y="65425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62154" y="32713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16356"/>
                </a:lnTo>
                <a:close/>
                <a:moveTo>
                  <a:pt x="88324" y="39255"/>
                </a:moveTo>
                <a:lnTo>
                  <a:pt x="88324" y="42526"/>
                </a:lnTo>
                <a:lnTo>
                  <a:pt x="91595" y="42526"/>
                </a:lnTo>
                <a:lnTo>
                  <a:pt x="91595" y="39255"/>
                </a:lnTo>
                <a:lnTo>
                  <a:pt x="88324" y="3925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isible source SEC-093 inset-1 region 193">
            <a:extLst xmlns:a="http://schemas.openxmlformats.org/drawingml/2006/main">
              <a:ext uri="{FF2B5EF4-FFF2-40B4-BE49-F238E27FC236}">
                <a16:creationId xmlns:a16="http://schemas.microsoft.com/office/drawing/2014/main" id="{01718BCB-DCF4-4F3C-AB90-2436E89B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089" y="1783003"/>
            <a:ext cx="101409" cy="55612"/>
          </a:xfrm>
          <a:custGeom xmlns:a="http://schemas.openxmlformats.org/drawingml/2006/main">
            <a:pathLst>
              <a:path w="101409" h="55612">
                <a:moveTo>
                  <a:pt x="39255" y="16356"/>
                </a:moveTo>
                <a:lnTo>
                  <a:pt x="45798" y="16356"/>
                </a:lnTo>
                <a:lnTo>
                  <a:pt x="45798" y="13085"/>
                </a:lnTo>
                <a:lnTo>
                  <a:pt x="55612" y="13085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6356"/>
                </a:lnTo>
                <a:lnTo>
                  <a:pt x="101409" y="16356"/>
                </a:lnTo>
                <a:lnTo>
                  <a:pt x="101409" y="26170"/>
                </a:lnTo>
                <a:lnTo>
                  <a:pt x="98138" y="26170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75239" y="42526"/>
                </a:lnTo>
                <a:lnTo>
                  <a:pt x="75239" y="45798"/>
                </a:lnTo>
                <a:lnTo>
                  <a:pt x="71968" y="45798"/>
                </a:lnTo>
                <a:lnTo>
                  <a:pt x="71968" y="49069"/>
                </a:lnTo>
                <a:lnTo>
                  <a:pt x="68697" y="49069"/>
                </a:lnTo>
                <a:lnTo>
                  <a:pt x="68697" y="52340"/>
                </a:lnTo>
                <a:lnTo>
                  <a:pt x="62154" y="52340"/>
                </a:lnTo>
                <a:lnTo>
                  <a:pt x="62154" y="55612"/>
                </a:lnTo>
                <a:lnTo>
                  <a:pt x="45798" y="55612"/>
                </a:lnTo>
                <a:lnTo>
                  <a:pt x="45798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26170" y="52340"/>
                </a:lnTo>
                <a:lnTo>
                  <a:pt x="26170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26170" y="13085"/>
                </a:lnTo>
                <a:lnTo>
                  <a:pt x="26170" y="16356"/>
                </a:lnTo>
                <a:lnTo>
                  <a:pt x="32713" y="16356"/>
                </a:lnTo>
                <a:lnTo>
                  <a:pt x="32713" y="19628"/>
                </a:lnTo>
                <a:lnTo>
                  <a:pt x="39255" y="19628"/>
                </a:lnTo>
                <a:lnTo>
                  <a:pt x="3925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isible source SEC-093 inset-1 region 194">
            <a:extLst xmlns:a="http://schemas.openxmlformats.org/drawingml/2006/main">
              <a:ext uri="{FF2B5EF4-FFF2-40B4-BE49-F238E27FC236}">
                <a16:creationId xmlns:a16="http://schemas.microsoft.com/office/drawing/2014/main" id="{D901B8CB-8DB0-461F-91F3-C1E9417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05" y="1858242"/>
            <a:ext cx="104681" cy="42526"/>
          </a:xfrm>
          <a:custGeom xmlns:a="http://schemas.openxmlformats.org/drawingml/2006/main">
            <a:pathLst>
              <a:path w="104681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8697" y="0"/>
                </a:lnTo>
                <a:lnTo>
                  <a:pt x="68697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78510" y="42526"/>
                </a:lnTo>
                <a:lnTo>
                  <a:pt x="78510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isible source SEC-093 inset-1 region 195">
            <a:extLst xmlns:a="http://schemas.openxmlformats.org/drawingml/2006/main">
              <a:ext uri="{FF2B5EF4-FFF2-40B4-BE49-F238E27FC236}">
                <a16:creationId xmlns:a16="http://schemas.microsoft.com/office/drawing/2014/main" id="{26E4DAE5-D48C-4344-8536-2FC93F0A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887" y="1894226"/>
            <a:ext cx="104681" cy="85053"/>
          </a:xfrm>
          <a:custGeom xmlns:a="http://schemas.openxmlformats.org/drawingml/2006/main">
            <a:pathLst>
              <a:path w="104681" h="85053">
                <a:moveTo>
                  <a:pt x="39255" y="26170"/>
                </a:moveTo>
                <a:lnTo>
                  <a:pt x="42526" y="26170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88324" y="42526"/>
                </a:lnTo>
                <a:lnTo>
                  <a:pt x="88324" y="45798"/>
                </a:lnTo>
                <a:lnTo>
                  <a:pt x="94867" y="45798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52340"/>
                </a:lnTo>
                <a:lnTo>
                  <a:pt x="101409" y="52340"/>
                </a:lnTo>
                <a:lnTo>
                  <a:pt x="101409" y="58883"/>
                </a:lnTo>
                <a:lnTo>
                  <a:pt x="104681" y="58883"/>
                </a:lnTo>
                <a:lnTo>
                  <a:pt x="104681" y="68697"/>
                </a:lnTo>
                <a:lnTo>
                  <a:pt x="101409" y="68697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78510"/>
                </a:lnTo>
                <a:lnTo>
                  <a:pt x="94867" y="78510"/>
                </a:lnTo>
                <a:lnTo>
                  <a:pt x="94867" y="81782"/>
                </a:lnTo>
                <a:lnTo>
                  <a:pt x="88324" y="81782"/>
                </a:lnTo>
                <a:lnTo>
                  <a:pt x="88324" y="85053"/>
                </a:lnTo>
                <a:lnTo>
                  <a:pt x="78510" y="85053"/>
                </a:lnTo>
                <a:lnTo>
                  <a:pt x="78510" y="81782"/>
                </a:lnTo>
                <a:lnTo>
                  <a:pt x="71968" y="81782"/>
                </a:lnTo>
                <a:lnTo>
                  <a:pt x="71968" y="78510"/>
                </a:lnTo>
                <a:lnTo>
                  <a:pt x="68697" y="78510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68697"/>
                </a:lnTo>
                <a:lnTo>
                  <a:pt x="62154" y="68697"/>
                </a:lnTo>
                <a:lnTo>
                  <a:pt x="62154" y="58883"/>
                </a:lnTo>
                <a:lnTo>
                  <a:pt x="58883" y="58883"/>
                </a:lnTo>
                <a:lnTo>
                  <a:pt x="58883" y="62154"/>
                </a:lnTo>
                <a:lnTo>
                  <a:pt x="55612" y="62154"/>
                </a:lnTo>
                <a:lnTo>
                  <a:pt x="55612" y="65425"/>
                </a:lnTo>
                <a:lnTo>
                  <a:pt x="49069" y="65425"/>
                </a:lnTo>
                <a:lnTo>
                  <a:pt x="49069" y="68697"/>
                </a:lnTo>
                <a:lnTo>
                  <a:pt x="39255" y="68697"/>
                </a:lnTo>
                <a:lnTo>
                  <a:pt x="39255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26170" y="26170"/>
                </a:lnTo>
                <a:lnTo>
                  <a:pt x="26170" y="29441"/>
                </a:lnTo>
                <a:lnTo>
                  <a:pt x="39255" y="29441"/>
                </a:lnTo>
                <a:lnTo>
                  <a:pt x="39255" y="26170"/>
                </a:lnTo>
                <a:close/>
                <a:moveTo>
                  <a:pt x="62154" y="58883"/>
                </a:moveTo>
                <a:lnTo>
                  <a:pt x="65425" y="58883"/>
                </a:lnTo>
                <a:lnTo>
                  <a:pt x="65425" y="52340"/>
                </a:lnTo>
                <a:lnTo>
                  <a:pt x="62154" y="52340"/>
                </a:lnTo>
                <a:lnTo>
                  <a:pt x="62154" y="58883"/>
                </a:lnTo>
                <a:close/>
                <a:moveTo>
                  <a:pt x="65425" y="52340"/>
                </a:moveTo>
                <a:lnTo>
                  <a:pt x="68697" y="52340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45798"/>
                </a:lnTo>
                <a:lnTo>
                  <a:pt x="78510" y="45798"/>
                </a:lnTo>
                <a:lnTo>
                  <a:pt x="78510" y="42526"/>
                </a:lnTo>
                <a:lnTo>
                  <a:pt x="65425" y="42526"/>
                </a:lnTo>
                <a:lnTo>
                  <a:pt x="65425" y="5234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isible source SEC-093 inset-1 region 196">
            <a:extLst xmlns:a="http://schemas.openxmlformats.org/drawingml/2006/main">
              <a:ext uri="{FF2B5EF4-FFF2-40B4-BE49-F238E27FC236}">
                <a16:creationId xmlns:a16="http://schemas.microsoft.com/office/drawing/2014/main" id="{B859869D-60FB-4DC1-91C1-92C5E09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170" y="1995636"/>
            <a:ext cx="304228" cy="157021"/>
          </a:xfrm>
          <a:custGeom xmlns:a="http://schemas.openxmlformats.org/drawingml/2006/main">
            <a:pathLst>
              <a:path w="304228" h="157021">
                <a:moveTo>
                  <a:pt x="134122" y="16356"/>
                </a:moveTo>
                <a:lnTo>
                  <a:pt x="137393" y="16356"/>
                </a:lnTo>
                <a:lnTo>
                  <a:pt x="137393" y="9814"/>
                </a:lnTo>
                <a:lnTo>
                  <a:pt x="140664" y="9814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0"/>
                </a:lnTo>
                <a:lnTo>
                  <a:pt x="166835" y="0"/>
                </a:lnTo>
                <a:lnTo>
                  <a:pt x="166835" y="3271"/>
                </a:lnTo>
                <a:lnTo>
                  <a:pt x="176648" y="3271"/>
                </a:lnTo>
                <a:lnTo>
                  <a:pt x="176648" y="0"/>
                </a:lnTo>
                <a:lnTo>
                  <a:pt x="196276" y="0"/>
                </a:lnTo>
                <a:lnTo>
                  <a:pt x="196276" y="3271"/>
                </a:lnTo>
                <a:lnTo>
                  <a:pt x="202818" y="3271"/>
                </a:lnTo>
                <a:lnTo>
                  <a:pt x="202818" y="6543"/>
                </a:lnTo>
                <a:lnTo>
                  <a:pt x="206090" y="6543"/>
                </a:lnTo>
                <a:lnTo>
                  <a:pt x="206090" y="9814"/>
                </a:lnTo>
                <a:lnTo>
                  <a:pt x="209361" y="9814"/>
                </a:lnTo>
                <a:lnTo>
                  <a:pt x="209361" y="16356"/>
                </a:lnTo>
                <a:lnTo>
                  <a:pt x="212632" y="16356"/>
                </a:lnTo>
                <a:lnTo>
                  <a:pt x="212632" y="26170"/>
                </a:lnTo>
                <a:lnTo>
                  <a:pt x="209361" y="26170"/>
                </a:lnTo>
                <a:lnTo>
                  <a:pt x="209361" y="32713"/>
                </a:lnTo>
                <a:lnTo>
                  <a:pt x="206090" y="32713"/>
                </a:lnTo>
                <a:lnTo>
                  <a:pt x="206090" y="35984"/>
                </a:lnTo>
                <a:lnTo>
                  <a:pt x="202818" y="35984"/>
                </a:lnTo>
                <a:lnTo>
                  <a:pt x="202818" y="39255"/>
                </a:lnTo>
                <a:lnTo>
                  <a:pt x="196276" y="39255"/>
                </a:lnTo>
                <a:lnTo>
                  <a:pt x="196276" y="42526"/>
                </a:lnTo>
                <a:lnTo>
                  <a:pt x="176648" y="42526"/>
                </a:lnTo>
                <a:lnTo>
                  <a:pt x="176648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57021" y="42526"/>
                </a:lnTo>
                <a:lnTo>
                  <a:pt x="157021" y="45798"/>
                </a:lnTo>
                <a:lnTo>
                  <a:pt x="160292" y="45798"/>
                </a:lnTo>
                <a:lnTo>
                  <a:pt x="160292" y="55612"/>
                </a:lnTo>
                <a:lnTo>
                  <a:pt x="157021" y="55612"/>
                </a:lnTo>
                <a:lnTo>
                  <a:pt x="157021" y="65425"/>
                </a:lnTo>
                <a:lnTo>
                  <a:pt x="160292" y="65425"/>
                </a:lnTo>
                <a:lnTo>
                  <a:pt x="160292" y="68697"/>
                </a:lnTo>
                <a:lnTo>
                  <a:pt x="163563" y="68697"/>
                </a:lnTo>
                <a:lnTo>
                  <a:pt x="163563" y="71968"/>
                </a:lnTo>
                <a:lnTo>
                  <a:pt x="166835" y="71968"/>
                </a:lnTo>
                <a:lnTo>
                  <a:pt x="166835" y="75239"/>
                </a:lnTo>
                <a:lnTo>
                  <a:pt x="170106" y="75239"/>
                </a:lnTo>
                <a:lnTo>
                  <a:pt x="170106" y="81782"/>
                </a:lnTo>
                <a:lnTo>
                  <a:pt x="179920" y="81782"/>
                </a:lnTo>
                <a:lnTo>
                  <a:pt x="179920" y="78510"/>
                </a:lnTo>
                <a:lnTo>
                  <a:pt x="176648" y="78510"/>
                </a:lnTo>
                <a:lnTo>
                  <a:pt x="176648" y="68697"/>
                </a:lnTo>
                <a:lnTo>
                  <a:pt x="179920" y="68697"/>
                </a:lnTo>
                <a:lnTo>
                  <a:pt x="179920" y="62154"/>
                </a:lnTo>
                <a:lnTo>
                  <a:pt x="183191" y="62154"/>
                </a:lnTo>
                <a:lnTo>
                  <a:pt x="183191" y="58883"/>
                </a:lnTo>
                <a:lnTo>
                  <a:pt x="186462" y="58883"/>
                </a:lnTo>
                <a:lnTo>
                  <a:pt x="186462" y="55612"/>
                </a:lnTo>
                <a:lnTo>
                  <a:pt x="193005" y="55612"/>
                </a:lnTo>
                <a:lnTo>
                  <a:pt x="193005" y="52340"/>
                </a:lnTo>
                <a:lnTo>
                  <a:pt x="212632" y="52340"/>
                </a:lnTo>
                <a:lnTo>
                  <a:pt x="212632" y="55612"/>
                </a:lnTo>
                <a:lnTo>
                  <a:pt x="215904" y="55612"/>
                </a:lnTo>
                <a:lnTo>
                  <a:pt x="215904" y="52340"/>
                </a:lnTo>
                <a:lnTo>
                  <a:pt x="222446" y="52340"/>
                </a:lnTo>
                <a:lnTo>
                  <a:pt x="222446" y="45798"/>
                </a:lnTo>
                <a:lnTo>
                  <a:pt x="225717" y="45798"/>
                </a:lnTo>
                <a:lnTo>
                  <a:pt x="225717" y="39255"/>
                </a:lnTo>
                <a:lnTo>
                  <a:pt x="228989" y="39255"/>
                </a:lnTo>
                <a:lnTo>
                  <a:pt x="228989" y="35984"/>
                </a:lnTo>
                <a:lnTo>
                  <a:pt x="232260" y="35984"/>
                </a:lnTo>
                <a:lnTo>
                  <a:pt x="232260" y="32713"/>
                </a:lnTo>
                <a:lnTo>
                  <a:pt x="238802" y="32713"/>
                </a:lnTo>
                <a:lnTo>
                  <a:pt x="238802" y="29441"/>
                </a:lnTo>
                <a:lnTo>
                  <a:pt x="251887" y="29441"/>
                </a:lnTo>
                <a:lnTo>
                  <a:pt x="251887" y="32713"/>
                </a:lnTo>
                <a:lnTo>
                  <a:pt x="258430" y="32713"/>
                </a:lnTo>
                <a:lnTo>
                  <a:pt x="258430" y="29441"/>
                </a:lnTo>
                <a:lnTo>
                  <a:pt x="268244" y="29441"/>
                </a:lnTo>
                <a:lnTo>
                  <a:pt x="268244" y="32713"/>
                </a:lnTo>
                <a:lnTo>
                  <a:pt x="274786" y="32713"/>
                </a:lnTo>
                <a:lnTo>
                  <a:pt x="274786" y="29441"/>
                </a:lnTo>
                <a:lnTo>
                  <a:pt x="287871" y="29441"/>
                </a:lnTo>
                <a:lnTo>
                  <a:pt x="287871" y="32713"/>
                </a:lnTo>
                <a:lnTo>
                  <a:pt x="294414" y="32713"/>
                </a:lnTo>
                <a:lnTo>
                  <a:pt x="294414" y="35984"/>
                </a:lnTo>
                <a:lnTo>
                  <a:pt x="297685" y="35984"/>
                </a:lnTo>
                <a:lnTo>
                  <a:pt x="297685" y="39255"/>
                </a:lnTo>
                <a:lnTo>
                  <a:pt x="300956" y="39255"/>
                </a:lnTo>
                <a:lnTo>
                  <a:pt x="300956" y="45798"/>
                </a:lnTo>
                <a:lnTo>
                  <a:pt x="304228" y="45798"/>
                </a:lnTo>
                <a:lnTo>
                  <a:pt x="304228" y="55612"/>
                </a:lnTo>
                <a:lnTo>
                  <a:pt x="300956" y="55612"/>
                </a:lnTo>
                <a:lnTo>
                  <a:pt x="300956" y="62154"/>
                </a:lnTo>
                <a:lnTo>
                  <a:pt x="297685" y="62154"/>
                </a:lnTo>
                <a:lnTo>
                  <a:pt x="297685" y="65425"/>
                </a:lnTo>
                <a:lnTo>
                  <a:pt x="294414" y="65425"/>
                </a:lnTo>
                <a:lnTo>
                  <a:pt x="294414" y="68697"/>
                </a:lnTo>
                <a:lnTo>
                  <a:pt x="287871" y="68697"/>
                </a:lnTo>
                <a:lnTo>
                  <a:pt x="287871" y="71968"/>
                </a:lnTo>
                <a:lnTo>
                  <a:pt x="274786" y="71968"/>
                </a:lnTo>
                <a:lnTo>
                  <a:pt x="274786" y="68697"/>
                </a:lnTo>
                <a:lnTo>
                  <a:pt x="268244" y="68697"/>
                </a:lnTo>
                <a:lnTo>
                  <a:pt x="268244" y="71968"/>
                </a:lnTo>
                <a:lnTo>
                  <a:pt x="261701" y="71968"/>
                </a:lnTo>
                <a:lnTo>
                  <a:pt x="261701" y="78510"/>
                </a:lnTo>
                <a:lnTo>
                  <a:pt x="258430" y="78510"/>
                </a:lnTo>
                <a:lnTo>
                  <a:pt x="258430" y="85053"/>
                </a:lnTo>
                <a:lnTo>
                  <a:pt x="255159" y="85053"/>
                </a:lnTo>
                <a:lnTo>
                  <a:pt x="255159" y="88324"/>
                </a:lnTo>
                <a:lnTo>
                  <a:pt x="251887" y="88324"/>
                </a:lnTo>
                <a:lnTo>
                  <a:pt x="251887" y="91595"/>
                </a:lnTo>
                <a:lnTo>
                  <a:pt x="245345" y="91595"/>
                </a:lnTo>
                <a:lnTo>
                  <a:pt x="245345" y="94867"/>
                </a:lnTo>
                <a:lnTo>
                  <a:pt x="202818" y="94867"/>
                </a:lnTo>
                <a:lnTo>
                  <a:pt x="202818" y="98138"/>
                </a:lnTo>
                <a:lnTo>
                  <a:pt x="206090" y="98138"/>
                </a:lnTo>
                <a:lnTo>
                  <a:pt x="206090" y="107952"/>
                </a:lnTo>
                <a:lnTo>
                  <a:pt x="202818" y="107952"/>
                </a:lnTo>
                <a:lnTo>
                  <a:pt x="202818" y="114494"/>
                </a:lnTo>
                <a:lnTo>
                  <a:pt x="235531" y="114494"/>
                </a:lnTo>
                <a:lnTo>
                  <a:pt x="235531" y="117766"/>
                </a:lnTo>
                <a:lnTo>
                  <a:pt x="242074" y="117766"/>
                </a:lnTo>
                <a:lnTo>
                  <a:pt x="242074" y="121037"/>
                </a:lnTo>
                <a:lnTo>
                  <a:pt x="245345" y="121037"/>
                </a:lnTo>
                <a:lnTo>
                  <a:pt x="245345" y="124308"/>
                </a:lnTo>
                <a:lnTo>
                  <a:pt x="248616" y="124308"/>
                </a:lnTo>
                <a:lnTo>
                  <a:pt x="248616" y="130851"/>
                </a:lnTo>
                <a:lnTo>
                  <a:pt x="251887" y="130851"/>
                </a:lnTo>
                <a:lnTo>
                  <a:pt x="251887" y="140664"/>
                </a:lnTo>
                <a:lnTo>
                  <a:pt x="248616" y="140664"/>
                </a:lnTo>
                <a:lnTo>
                  <a:pt x="248616" y="147207"/>
                </a:lnTo>
                <a:lnTo>
                  <a:pt x="245345" y="147207"/>
                </a:lnTo>
                <a:lnTo>
                  <a:pt x="245345" y="150478"/>
                </a:lnTo>
                <a:lnTo>
                  <a:pt x="242074" y="150478"/>
                </a:lnTo>
                <a:lnTo>
                  <a:pt x="242074" y="153750"/>
                </a:lnTo>
                <a:lnTo>
                  <a:pt x="235531" y="153750"/>
                </a:lnTo>
                <a:lnTo>
                  <a:pt x="235531" y="157021"/>
                </a:lnTo>
                <a:lnTo>
                  <a:pt x="202818" y="157021"/>
                </a:lnTo>
                <a:lnTo>
                  <a:pt x="202818" y="153750"/>
                </a:lnTo>
                <a:lnTo>
                  <a:pt x="196276" y="153750"/>
                </a:lnTo>
                <a:lnTo>
                  <a:pt x="196276" y="150478"/>
                </a:lnTo>
                <a:lnTo>
                  <a:pt x="193005" y="150478"/>
                </a:lnTo>
                <a:lnTo>
                  <a:pt x="193005" y="147207"/>
                </a:lnTo>
                <a:lnTo>
                  <a:pt x="189733" y="147207"/>
                </a:lnTo>
                <a:lnTo>
                  <a:pt x="189733" y="140664"/>
                </a:lnTo>
                <a:lnTo>
                  <a:pt x="186462" y="140664"/>
                </a:lnTo>
                <a:lnTo>
                  <a:pt x="186462" y="130851"/>
                </a:lnTo>
                <a:lnTo>
                  <a:pt x="189733" y="130851"/>
                </a:lnTo>
                <a:lnTo>
                  <a:pt x="189733" y="124308"/>
                </a:lnTo>
                <a:lnTo>
                  <a:pt x="166835" y="124308"/>
                </a:lnTo>
                <a:lnTo>
                  <a:pt x="166835" y="121037"/>
                </a:lnTo>
                <a:lnTo>
                  <a:pt x="160292" y="121037"/>
                </a:lnTo>
                <a:lnTo>
                  <a:pt x="160292" y="124308"/>
                </a:lnTo>
                <a:lnTo>
                  <a:pt x="150478" y="124308"/>
                </a:lnTo>
                <a:lnTo>
                  <a:pt x="150478" y="121037"/>
                </a:lnTo>
                <a:lnTo>
                  <a:pt x="143936" y="121037"/>
                </a:lnTo>
                <a:lnTo>
                  <a:pt x="143936" y="117766"/>
                </a:lnTo>
                <a:lnTo>
                  <a:pt x="140664" y="117766"/>
                </a:lnTo>
                <a:lnTo>
                  <a:pt x="140664" y="114494"/>
                </a:lnTo>
                <a:lnTo>
                  <a:pt x="137393" y="114494"/>
                </a:lnTo>
                <a:lnTo>
                  <a:pt x="137393" y="107952"/>
                </a:lnTo>
                <a:lnTo>
                  <a:pt x="134122" y="107952"/>
                </a:lnTo>
                <a:lnTo>
                  <a:pt x="134122" y="101409"/>
                </a:lnTo>
                <a:lnTo>
                  <a:pt x="130851" y="101409"/>
                </a:lnTo>
                <a:lnTo>
                  <a:pt x="130851" y="98138"/>
                </a:lnTo>
                <a:lnTo>
                  <a:pt x="127579" y="98138"/>
                </a:lnTo>
                <a:lnTo>
                  <a:pt x="127579" y="94867"/>
                </a:lnTo>
                <a:lnTo>
                  <a:pt x="124308" y="94867"/>
                </a:lnTo>
                <a:lnTo>
                  <a:pt x="124308" y="88324"/>
                </a:lnTo>
                <a:lnTo>
                  <a:pt x="121037" y="88324"/>
                </a:lnTo>
                <a:lnTo>
                  <a:pt x="121037" y="78510"/>
                </a:lnTo>
                <a:lnTo>
                  <a:pt x="124308" y="78510"/>
                </a:lnTo>
                <a:lnTo>
                  <a:pt x="124308" y="71968"/>
                </a:lnTo>
                <a:lnTo>
                  <a:pt x="121037" y="71968"/>
                </a:lnTo>
                <a:lnTo>
                  <a:pt x="121037" y="68697"/>
                </a:lnTo>
                <a:lnTo>
                  <a:pt x="114494" y="68697"/>
                </a:lnTo>
                <a:lnTo>
                  <a:pt x="114494" y="65425"/>
                </a:lnTo>
                <a:lnTo>
                  <a:pt x="111223" y="65425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58883"/>
                </a:lnTo>
                <a:lnTo>
                  <a:pt x="104681" y="58883"/>
                </a:lnTo>
                <a:lnTo>
                  <a:pt x="104681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104681" y="19628"/>
                </a:lnTo>
                <a:lnTo>
                  <a:pt x="104681" y="22899"/>
                </a:lnTo>
                <a:lnTo>
                  <a:pt x="111223" y="22899"/>
                </a:lnTo>
                <a:lnTo>
                  <a:pt x="111223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29441"/>
                </a:lnTo>
                <a:lnTo>
                  <a:pt x="137393" y="29441"/>
                </a:lnTo>
                <a:lnTo>
                  <a:pt x="137393" y="26170"/>
                </a:lnTo>
                <a:lnTo>
                  <a:pt x="134122" y="26170"/>
                </a:lnTo>
                <a:lnTo>
                  <a:pt x="134122" y="16356"/>
                </a:lnTo>
                <a:close/>
                <a:moveTo>
                  <a:pt x="189733" y="121037"/>
                </a:moveTo>
                <a:lnTo>
                  <a:pt x="189733" y="124308"/>
                </a:lnTo>
                <a:lnTo>
                  <a:pt x="193005" y="124308"/>
                </a:lnTo>
                <a:lnTo>
                  <a:pt x="193005" y="121037"/>
                </a:lnTo>
                <a:lnTo>
                  <a:pt x="189733" y="121037"/>
                </a:lnTo>
                <a:close/>
                <a:moveTo>
                  <a:pt x="202818" y="117766"/>
                </a:moveTo>
                <a:lnTo>
                  <a:pt x="202818" y="114494"/>
                </a:lnTo>
                <a:lnTo>
                  <a:pt x="199547" y="114494"/>
                </a:lnTo>
                <a:lnTo>
                  <a:pt x="199547" y="117766"/>
                </a:lnTo>
                <a:lnTo>
                  <a:pt x="202818" y="11776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isible source SEC-093 inset-1 region 197">
            <a:extLst xmlns:a="http://schemas.openxmlformats.org/drawingml/2006/main">
              <a:ext uri="{FF2B5EF4-FFF2-40B4-BE49-F238E27FC236}">
                <a16:creationId xmlns:a16="http://schemas.microsoft.com/office/drawing/2014/main" id="{843D80D9-6725-4864-82AB-6E6A816C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616" y="2077417"/>
            <a:ext cx="157021" cy="127579"/>
          </a:xfrm>
          <a:custGeom xmlns:a="http://schemas.openxmlformats.org/drawingml/2006/main">
            <a:pathLst>
              <a:path w="157021" h="127579">
                <a:moveTo>
                  <a:pt x="45798" y="55612"/>
                </a:moveTo>
                <a:lnTo>
                  <a:pt x="49069" y="55612"/>
                </a:lnTo>
                <a:lnTo>
                  <a:pt x="49069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101409" y="39255"/>
                </a:lnTo>
                <a:lnTo>
                  <a:pt x="101409" y="35984"/>
                </a:lnTo>
                <a:lnTo>
                  <a:pt x="98138" y="35984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26170"/>
                </a:lnTo>
                <a:lnTo>
                  <a:pt x="91595" y="26170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40664" y="0"/>
                </a:lnTo>
                <a:lnTo>
                  <a:pt x="140664" y="3271"/>
                </a:lnTo>
                <a:lnTo>
                  <a:pt x="147207" y="3271"/>
                </a:lnTo>
                <a:lnTo>
                  <a:pt x="147207" y="6543"/>
                </a:lnTo>
                <a:lnTo>
                  <a:pt x="150478" y="6543"/>
                </a:lnTo>
                <a:lnTo>
                  <a:pt x="150478" y="9814"/>
                </a:lnTo>
                <a:lnTo>
                  <a:pt x="153750" y="9814"/>
                </a:lnTo>
                <a:lnTo>
                  <a:pt x="153750" y="16356"/>
                </a:lnTo>
                <a:lnTo>
                  <a:pt x="157021" y="16356"/>
                </a:lnTo>
                <a:lnTo>
                  <a:pt x="157021" y="26170"/>
                </a:lnTo>
                <a:lnTo>
                  <a:pt x="153750" y="26170"/>
                </a:lnTo>
                <a:lnTo>
                  <a:pt x="153750" y="32713"/>
                </a:lnTo>
                <a:lnTo>
                  <a:pt x="150478" y="32713"/>
                </a:lnTo>
                <a:lnTo>
                  <a:pt x="150478" y="35984"/>
                </a:lnTo>
                <a:lnTo>
                  <a:pt x="147207" y="35984"/>
                </a:lnTo>
                <a:lnTo>
                  <a:pt x="147207" y="39255"/>
                </a:lnTo>
                <a:lnTo>
                  <a:pt x="140664" y="39255"/>
                </a:lnTo>
                <a:lnTo>
                  <a:pt x="140664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24308" y="52340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4494" y="75239"/>
                </a:lnTo>
                <a:lnTo>
                  <a:pt x="114494" y="81782"/>
                </a:lnTo>
                <a:lnTo>
                  <a:pt x="121037" y="81782"/>
                </a:lnTo>
                <a:lnTo>
                  <a:pt x="121037" y="85053"/>
                </a:lnTo>
                <a:lnTo>
                  <a:pt x="124308" y="85053"/>
                </a:lnTo>
                <a:lnTo>
                  <a:pt x="124308" y="88324"/>
                </a:lnTo>
                <a:lnTo>
                  <a:pt x="127579" y="88324"/>
                </a:lnTo>
                <a:lnTo>
                  <a:pt x="127579" y="94867"/>
                </a:lnTo>
                <a:lnTo>
                  <a:pt x="130851" y="94867"/>
                </a:lnTo>
                <a:lnTo>
                  <a:pt x="130851" y="104681"/>
                </a:lnTo>
                <a:lnTo>
                  <a:pt x="127579" y="104681"/>
                </a:lnTo>
                <a:lnTo>
                  <a:pt x="127579" y="111223"/>
                </a:lnTo>
                <a:lnTo>
                  <a:pt x="124308" y="111223"/>
                </a:lnTo>
                <a:lnTo>
                  <a:pt x="124308" y="114494"/>
                </a:lnTo>
                <a:lnTo>
                  <a:pt x="121037" y="114494"/>
                </a:lnTo>
                <a:lnTo>
                  <a:pt x="121037" y="117766"/>
                </a:lnTo>
                <a:lnTo>
                  <a:pt x="114494" y="117766"/>
                </a:lnTo>
                <a:lnTo>
                  <a:pt x="114494" y="121037"/>
                </a:lnTo>
                <a:lnTo>
                  <a:pt x="71968" y="121037"/>
                </a:lnTo>
                <a:lnTo>
                  <a:pt x="71968" y="124308"/>
                </a:lnTo>
                <a:lnTo>
                  <a:pt x="65425" y="124308"/>
                </a:lnTo>
                <a:lnTo>
                  <a:pt x="65425" y="127579"/>
                </a:lnTo>
                <a:lnTo>
                  <a:pt x="16356" y="127579"/>
                </a:lnTo>
                <a:lnTo>
                  <a:pt x="16356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0" y="111223"/>
                </a:lnTo>
                <a:lnTo>
                  <a:pt x="0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16356" y="88324"/>
                </a:lnTo>
                <a:lnTo>
                  <a:pt x="16356" y="85053"/>
                </a:lnTo>
                <a:lnTo>
                  <a:pt x="65425" y="85053"/>
                </a:lnTo>
                <a:lnTo>
                  <a:pt x="65425" y="81782"/>
                </a:lnTo>
                <a:lnTo>
                  <a:pt x="62154" y="81782"/>
                </a:lnTo>
                <a:lnTo>
                  <a:pt x="62154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49069" y="71968"/>
                </a:lnTo>
                <a:lnTo>
                  <a:pt x="49069" y="65425"/>
                </a:lnTo>
                <a:lnTo>
                  <a:pt x="45798" y="65425"/>
                </a:lnTo>
                <a:lnTo>
                  <a:pt x="45798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isible source SEC-093 inset-1 region 198">
            <a:extLst xmlns:a="http://schemas.openxmlformats.org/drawingml/2006/main">
              <a:ext uri="{FF2B5EF4-FFF2-40B4-BE49-F238E27FC236}">
                <a16:creationId xmlns:a16="http://schemas.microsoft.com/office/drawing/2014/main" id="{EBF871F4-AED3-4B16-8160-0E374E1E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020" y="2211539"/>
            <a:ext cx="85053" cy="42526"/>
          </a:xfrm>
          <a:custGeom xmlns:a="http://schemas.openxmlformats.org/drawingml/2006/main">
            <a:pathLst>
              <a:path w="85053" h="42526">
                <a:moveTo>
                  <a:pt x="3271" y="16356"/>
                </a:move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isible source SEC-093 inset-1 region 199">
            <a:extLst xmlns:a="http://schemas.openxmlformats.org/drawingml/2006/main">
              <a:ext uri="{FF2B5EF4-FFF2-40B4-BE49-F238E27FC236}">
                <a16:creationId xmlns:a16="http://schemas.microsoft.com/office/drawing/2014/main" id="{68E192BB-D7EA-4433-A7E7-168DD4C7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898" y="2240981"/>
            <a:ext cx="124308" cy="42526"/>
          </a:xfrm>
          <a:custGeom xmlns:a="http://schemas.openxmlformats.org/drawingml/2006/main">
            <a:pathLst>
              <a:path w="12430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isible source SEC-093 inset-1 region 200">
            <a:extLst xmlns:a="http://schemas.openxmlformats.org/drawingml/2006/main">
              <a:ext uri="{FF2B5EF4-FFF2-40B4-BE49-F238E27FC236}">
                <a16:creationId xmlns:a16="http://schemas.microsoft.com/office/drawing/2014/main" id="{6CA9732F-95F6-4644-ABF5-0866B1A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4" y="2267151"/>
            <a:ext cx="219175" cy="101409"/>
          </a:xfrm>
          <a:custGeom xmlns:a="http://schemas.openxmlformats.org/drawingml/2006/main">
            <a:pathLst>
              <a:path w="219175" h="101409">
                <a:moveTo>
                  <a:pt x="134122" y="26170"/>
                </a:moveTo>
                <a:lnTo>
                  <a:pt x="134122" y="16356"/>
                </a:lnTo>
                <a:lnTo>
                  <a:pt x="137393" y="16356"/>
                </a:lnTo>
                <a:lnTo>
                  <a:pt x="137393" y="9814"/>
                </a:lnTo>
                <a:lnTo>
                  <a:pt x="140664" y="9814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0"/>
                </a:lnTo>
                <a:lnTo>
                  <a:pt x="202818" y="0"/>
                </a:lnTo>
                <a:lnTo>
                  <a:pt x="202818" y="3271"/>
                </a:lnTo>
                <a:lnTo>
                  <a:pt x="209361" y="3271"/>
                </a:lnTo>
                <a:lnTo>
                  <a:pt x="209361" y="6543"/>
                </a:lnTo>
                <a:lnTo>
                  <a:pt x="212632" y="6543"/>
                </a:lnTo>
                <a:lnTo>
                  <a:pt x="212632" y="9814"/>
                </a:lnTo>
                <a:lnTo>
                  <a:pt x="215904" y="9814"/>
                </a:lnTo>
                <a:lnTo>
                  <a:pt x="215904" y="16356"/>
                </a:lnTo>
                <a:lnTo>
                  <a:pt x="219175" y="16356"/>
                </a:lnTo>
                <a:lnTo>
                  <a:pt x="219175" y="26170"/>
                </a:lnTo>
                <a:lnTo>
                  <a:pt x="215904" y="26170"/>
                </a:lnTo>
                <a:lnTo>
                  <a:pt x="215904" y="32713"/>
                </a:lnTo>
                <a:lnTo>
                  <a:pt x="212632" y="32713"/>
                </a:lnTo>
                <a:lnTo>
                  <a:pt x="212632" y="35984"/>
                </a:lnTo>
                <a:lnTo>
                  <a:pt x="209361" y="35984"/>
                </a:lnTo>
                <a:lnTo>
                  <a:pt x="209361" y="39255"/>
                </a:lnTo>
                <a:lnTo>
                  <a:pt x="202818" y="39255"/>
                </a:lnTo>
                <a:lnTo>
                  <a:pt x="202818" y="42526"/>
                </a:lnTo>
                <a:lnTo>
                  <a:pt x="170106" y="42526"/>
                </a:lnTo>
                <a:lnTo>
                  <a:pt x="170106" y="45798"/>
                </a:lnTo>
                <a:lnTo>
                  <a:pt x="173377" y="45798"/>
                </a:lnTo>
                <a:lnTo>
                  <a:pt x="173377" y="55612"/>
                </a:lnTo>
                <a:lnTo>
                  <a:pt x="170106" y="55612"/>
                </a:lnTo>
                <a:lnTo>
                  <a:pt x="170106" y="62154"/>
                </a:lnTo>
                <a:lnTo>
                  <a:pt x="166835" y="62154"/>
                </a:lnTo>
                <a:lnTo>
                  <a:pt x="166835" y="65425"/>
                </a:lnTo>
                <a:lnTo>
                  <a:pt x="163563" y="65425"/>
                </a:lnTo>
                <a:lnTo>
                  <a:pt x="163563" y="68697"/>
                </a:lnTo>
                <a:lnTo>
                  <a:pt x="157021" y="68697"/>
                </a:lnTo>
                <a:lnTo>
                  <a:pt x="157021" y="71968"/>
                </a:lnTo>
                <a:lnTo>
                  <a:pt x="111223" y="71968"/>
                </a:lnTo>
                <a:lnTo>
                  <a:pt x="111223" y="68697"/>
                </a:lnTo>
                <a:lnTo>
                  <a:pt x="101409" y="68697"/>
                </a:lnTo>
                <a:lnTo>
                  <a:pt x="101409" y="65425"/>
                </a:lnTo>
                <a:lnTo>
                  <a:pt x="98138" y="65425"/>
                </a:lnTo>
                <a:lnTo>
                  <a:pt x="98138" y="68697"/>
                </a:lnTo>
                <a:lnTo>
                  <a:pt x="81782" y="68697"/>
                </a:lnTo>
                <a:lnTo>
                  <a:pt x="81782" y="75239"/>
                </a:lnTo>
                <a:lnTo>
                  <a:pt x="85053" y="75239"/>
                </a:lnTo>
                <a:lnTo>
                  <a:pt x="85053" y="85053"/>
                </a:lnTo>
                <a:lnTo>
                  <a:pt x="81782" y="85053"/>
                </a:lnTo>
                <a:lnTo>
                  <a:pt x="81782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75239" y="94867"/>
                </a:lnTo>
                <a:lnTo>
                  <a:pt x="75239" y="98138"/>
                </a:lnTo>
                <a:lnTo>
                  <a:pt x="68697" y="98138"/>
                </a:lnTo>
                <a:lnTo>
                  <a:pt x="68697" y="101409"/>
                </a:lnTo>
                <a:lnTo>
                  <a:pt x="16356" y="101409"/>
                </a:lnTo>
                <a:lnTo>
                  <a:pt x="16356" y="98138"/>
                </a:lnTo>
                <a:lnTo>
                  <a:pt x="9814" y="98138"/>
                </a:lnTo>
                <a:lnTo>
                  <a:pt x="9814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98138" y="26170"/>
                </a:lnTo>
                <a:lnTo>
                  <a:pt x="98138" y="29441"/>
                </a:lnTo>
                <a:lnTo>
                  <a:pt x="101409" y="29441"/>
                </a:lnTo>
                <a:lnTo>
                  <a:pt x="101409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37393" y="29441"/>
                </a:lnTo>
                <a:lnTo>
                  <a:pt x="137393" y="26170"/>
                </a:lnTo>
                <a:lnTo>
                  <a:pt x="134122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isible source SEC-093 inset-1 region 201">
            <a:extLst xmlns:a="http://schemas.openxmlformats.org/drawingml/2006/main">
              <a:ext uri="{FF2B5EF4-FFF2-40B4-BE49-F238E27FC236}">
                <a16:creationId xmlns:a16="http://schemas.microsoft.com/office/drawing/2014/main" id="{266D8A17-7B90-452B-8B89-44E7998F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818" y="2358746"/>
            <a:ext cx="85053" cy="42526"/>
          </a:xfrm>
          <a:custGeom xmlns:a="http://schemas.openxmlformats.org/drawingml/2006/main">
            <a:pathLst>
              <a:path w="85053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isible source SEC-093 inset-1 region 202">
            <a:extLst xmlns:a="http://schemas.openxmlformats.org/drawingml/2006/main">
              <a:ext uri="{FF2B5EF4-FFF2-40B4-BE49-F238E27FC236}">
                <a16:creationId xmlns:a16="http://schemas.microsoft.com/office/drawing/2014/main" id="{1B2F1CD0-3648-4A72-B031-48F9B01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616" y="2293321"/>
            <a:ext cx="219175" cy="153750"/>
          </a:xfrm>
          <a:custGeom xmlns:a="http://schemas.openxmlformats.org/drawingml/2006/main">
            <a:pathLst>
              <a:path w="219175" h="153750">
                <a:moveTo>
                  <a:pt x="0" y="127579"/>
                </a:moveTo>
                <a:lnTo>
                  <a:pt x="3271" y="127579"/>
                </a:lnTo>
                <a:lnTo>
                  <a:pt x="3271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16356" y="114494"/>
                </a:lnTo>
                <a:lnTo>
                  <a:pt x="16356" y="111223"/>
                </a:lnTo>
                <a:lnTo>
                  <a:pt x="45798" y="111223"/>
                </a:lnTo>
                <a:lnTo>
                  <a:pt x="45798" y="101409"/>
                </a:lnTo>
                <a:lnTo>
                  <a:pt x="49069" y="101409"/>
                </a:lnTo>
                <a:lnTo>
                  <a:pt x="49069" y="94867"/>
                </a:lnTo>
                <a:lnTo>
                  <a:pt x="52340" y="94867"/>
                </a:lnTo>
                <a:lnTo>
                  <a:pt x="52340" y="91595"/>
                </a:lnTo>
                <a:lnTo>
                  <a:pt x="55612" y="91595"/>
                </a:lnTo>
                <a:lnTo>
                  <a:pt x="55612" y="88324"/>
                </a:lnTo>
                <a:lnTo>
                  <a:pt x="62154" y="88324"/>
                </a:lnTo>
                <a:lnTo>
                  <a:pt x="62154" y="85053"/>
                </a:lnTo>
                <a:lnTo>
                  <a:pt x="78510" y="85053"/>
                </a:lnTo>
                <a:lnTo>
                  <a:pt x="78510" y="81782"/>
                </a:lnTo>
                <a:lnTo>
                  <a:pt x="71968" y="81782"/>
                </a:lnTo>
                <a:lnTo>
                  <a:pt x="71968" y="78510"/>
                </a:lnTo>
                <a:lnTo>
                  <a:pt x="68697" y="78510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68697"/>
                </a:lnTo>
                <a:lnTo>
                  <a:pt x="62154" y="68697"/>
                </a:lnTo>
                <a:lnTo>
                  <a:pt x="62154" y="58883"/>
                </a:lnTo>
                <a:lnTo>
                  <a:pt x="65425" y="58883"/>
                </a:lnTo>
                <a:lnTo>
                  <a:pt x="65425" y="52340"/>
                </a:lnTo>
                <a:lnTo>
                  <a:pt x="68697" y="52340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45798"/>
                </a:lnTo>
                <a:lnTo>
                  <a:pt x="78510" y="45798"/>
                </a:lnTo>
                <a:lnTo>
                  <a:pt x="78510" y="42526"/>
                </a:lnTo>
                <a:lnTo>
                  <a:pt x="104681" y="42526"/>
                </a:lnTo>
                <a:lnTo>
                  <a:pt x="104681" y="39255"/>
                </a:lnTo>
                <a:lnTo>
                  <a:pt x="98138" y="39255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6835" y="3271"/>
                </a:lnTo>
                <a:lnTo>
                  <a:pt x="166835" y="6543"/>
                </a:lnTo>
                <a:lnTo>
                  <a:pt x="170106" y="6543"/>
                </a:lnTo>
                <a:lnTo>
                  <a:pt x="170106" y="9814"/>
                </a:lnTo>
                <a:lnTo>
                  <a:pt x="173377" y="9814"/>
                </a:lnTo>
                <a:lnTo>
                  <a:pt x="173377" y="16356"/>
                </a:lnTo>
                <a:lnTo>
                  <a:pt x="176648" y="16356"/>
                </a:lnTo>
                <a:lnTo>
                  <a:pt x="176648" y="26170"/>
                </a:lnTo>
                <a:lnTo>
                  <a:pt x="173377" y="26170"/>
                </a:lnTo>
                <a:lnTo>
                  <a:pt x="173377" y="32713"/>
                </a:lnTo>
                <a:lnTo>
                  <a:pt x="170106" y="32713"/>
                </a:lnTo>
                <a:lnTo>
                  <a:pt x="170106" y="35984"/>
                </a:lnTo>
                <a:lnTo>
                  <a:pt x="166835" y="35984"/>
                </a:lnTo>
                <a:lnTo>
                  <a:pt x="166835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99547" y="42526"/>
                </a:lnTo>
                <a:lnTo>
                  <a:pt x="199547" y="45798"/>
                </a:lnTo>
                <a:lnTo>
                  <a:pt x="206090" y="45798"/>
                </a:lnTo>
                <a:lnTo>
                  <a:pt x="206090" y="49069"/>
                </a:lnTo>
                <a:lnTo>
                  <a:pt x="209361" y="49069"/>
                </a:lnTo>
                <a:lnTo>
                  <a:pt x="209361" y="52340"/>
                </a:lnTo>
                <a:lnTo>
                  <a:pt x="212632" y="52340"/>
                </a:lnTo>
                <a:lnTo>
                  <a:pt x="212632" y="58883"/>
                </a:lnTo>
                <a:lnTo>
                  <a:pt x="215904" y="58883"/>
                </a:lnTo>
                <a:lnTo>
                  <a:pt x="215904" y="68697"/>
                </a:lnTo>
                <a:lnTo>
                  <a:pt x="212632" y="68697"/>
                </a:lnTo>
                <a:lnTo>
                  <a:pt x="212632" y="75239"/>
                </a:lnTo>
                <a:lnTo>
                  <a:pt x="209361" y="75239"/>
                </a:lnTo>
                <a:lnTo>
                  <a:pt x="209361" y="78510"/>
                </a:lnTo>
                <a:lnTo>
                  <a:pt x="206090" y="78510"/>
                </a:lnTo>
                <a:lnTo>
                  <a:pt x="206090" y="81782"/>
                </a:lnTo>
                <a:lnTo>
                  <a:pt x="199547" y="81782"/>
                </a:lnTo>
                <a:lnTo>
                  <a:pt x="199547" y="85053"/>
                </a:lnTo>
                <a:lnTo>
                  <a:pt x="202818" y="85053"/>
                </a:lnTo>
                <a:lnTo>
                  <a:pt x="202818" y="88324"/>
                </a:lnTo>
                <a:lnTo>
                  <a:pt x="209361" y="88324"/>
                </a:lnTo>
                <a:lnTo>
                  <a:pt x="209361" y="91595"/>
                </a:lnTo>
                <a:lnTo>
                  <a:pt x="212632" y="91595"/>
                </a:lnTo>
                <a:lnTo>
                  <a:pt x="212632" y="94867"/>
                </a:lnTo>
                <a:lnTo>
                  <a:pt x="215904" y="94867"/>
                </a:lnTo>
                <a:lnTo>
                  <a:pt x="215904" y="101409"/>
                </a:lnTo>
                <a:lnTo>
                  <a:pt x="219175" y="101409"/>
                </a:lnTo>
                <a:lnTo>
                  <a:pt x="219175" y="111223"/>
                </a:lnTo>
                <a:lnTo>
                  <a:pt x="215904" y="111223"/>
                </a:lnTo>
                <a:lnTo>
                  <a:pt x="215904" y="117766"/>
                </a:lnTo>
                <a:lnTo>
                  <a:pt x="212632" y="117766"/>
                </a:lnTo>
                <a:lnTo>
                  <a:pt x="212632" y="121037"/>
                </a:lnTo>
                <a:lnTo>
                  <a:pt x="209361" y="121037"/>
                </a:lnTo>
                <a:lnTo>
                  <a:pt x="209361" y="124308"/>
                </a:lnTo>
                <a:lnTo>
                  <a:pt x="202818" y="124308"/>
                </a:lnTo>
                <a:lnTo>
                  <a:pt x="202818" y="127579"/>
                </a:lnTo>
                <a:lnTo>
                  <a:pt x="193005" y="127579"/>
                </a:lnTo>
                <a:lnTo>
                  <a:pt x="193005" y="124308"/>
                </a:lnTo>
                <a:lnTo>
                  <a:pt x="189733" y="124308"/>
                </a:lnTo>
                <a:lnTo>
                  <a:pt x="189733" y="127579"/>
                </a:lnTo>
                <a:lnTo>
                  <a:pt x="150478" y="127579"/>
                </a:lnTo>
                <a:lnTo>
                  <a:pt x="150478" y="124308"/>
                </a:lnTo>
                <a:lnTo>
                  <a:pt x="143936" y="124308"/>
                </a:lnTo>
                <a:lnTo>
                  <a:pt x="143936" y="121037"/>
                </a:lnTo>
                <a:lnTo>
                  <a:pt x="140664" y="121037"/>
                </a:lnTo>
                <a:lnTo>
                  <a:pt x="140664" y="117766"/>
                </a:lnTo>
                <a:lnTo>
                  <a:pt x="137393" y="117766"/>
                </a:lnTo>
                <a:lnTo>
                  <a:pt x="137393" y="111223"/>
                </a:lnTo>
                <a:lnTo>
                  <a:pt x="134122" y="111223"/>
                </a:lnTo>
                <a:lnTo>
                  <a:pt x="134122" y="101409"/>
                </a:lnTo>
                <a:lnTo>
                  <a:pt x="137393" y="101409"/>
                </a:lnTo>
                <a:lnTo>
                  <a:pt x="137393" y="94867"/>
                </a:lnTo>
                <a:lnTo>
                  <a:pt x="140664" y="94867"/>
                </a:lnTo>
                <a:lnTo>
                  <a:pt x="140664" y="91595"/>
                </a:lnTo>
                <a:lnTo>
                  <a:pt x="143936" y="91595"/>
                </a:lnTo>
                <a:lnTo>
                  <a:pt x="143936" y="88324"/>
                </a:lnTo>
                <a:lnTo>
                  <a:pt x="150478" y="88324"/>
                </a:lnTo>
                <a:lnTo>
                  <a:pt x="150478" y="85053"/>
                </a:lnTo>
                <a:lnTo>
                  <a:pt x="157021" y="85053"/>
                </a:lnTo>
                <a:lnTo>
                  <a:pt x="157021" y="81782"/>
                </a:lnTo>
                <a:lnTo>
                  <a:pt x="150478" y="81782"/>
                </a:lnTo>
                <a:lnTo>
                  <a:pt x="150478" y="78510"/>
                </a:lnTo>
                <a:lnTo>
                  <a:pt x="147207" y="78510"/>
                </a:lnTo>
                <a:lnTo>
                  <a:pt x="147207" y="75239"/>
                </a:lnTo>
                <a:lnTo>
                  <a:pt x="143936" y="75239"/>
                </a:lnTo>
                <a:lnTo>
                  <a:pt x="143936" y="68697"/>
                </a:lnTo>
                <a:lnTo>
                  <a:pt x="140664" y="68697"/>
                </a:lnTo>
                <a:lnTo>
                  <a:pt x="140664" y="58883"/>
                </a:lnTo>
                <a:lnTo>
                  <a:pt x="143936" y="58883"/>
                </a:lnTo>
                <a:lnTo>
                  <a:pt x="143936" y="52340"/>
                </a:lnTo>
                <a:lnTo>
                  <a:pt x="147207" y="52340"/>
                </a:lnTo>
                <a:lnTo>
                  <a:pt x="147207" y="49069"/>
                </a:lnTo>
                <a:lnTo>
                  <a:pt x="150478" y="49069"/>
                </a:lnTo>
                <a:lnTo>
                  <a:pt x="150478" y="45798"/>
                </a:lnTo>
                <a:lnTo>
                  <a:pt x="157021" y="45798"/>
                </a:lnTo>
                <a:lnTo>
                  <a:pt x="157021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5612"/>
                </a:lnTo>
                <a:lnTo>
                  <a:pt x="127579" y="55612"/>
                </a:lnTo>
                <a:lnTo>
                  <a:pt x="127579" y="71968"/>
                </a:lnTo>
                <a:lnTo>
                  <a:pt x="124308" y="71968"/>
                </a:lnTo>
                <a:lnTo>
                  <a:pt x="124308" y="78510"/>
                </a:lnTo>
                <a:lnTo>
                  <a:pt x="121037" y="78510"/>
                </a:lnTo>
                <a:lnTo>
                  <a:pt x="121037" y="81782"/>
                </a:lnTo>
                <a:lnTo>
                  <a:pt x="114494" y="81782"/>
                </a:lnTo>
                <a:lnTo>
                  <a:pt x="114494" y="88324"/>
                </a:lnTo>
                <a:lnTo>
                  <a:pt x="121037" y="88324"/>
                </a:lnTo>
                <a:lnTo>
                  <a:pt x="121037" y="91595"/>
                </a:lnTo>
                <a:lnTo>
                  <a:pt x="124308" y="91595"/>
                </a:lnTo>
                <a:lnTo>
                  <a:pt x="124308" y="94867"/>
                </a:lnTo>
                <a:lnTo>
                  <a:pt x="127579" y="94867"/>
                </a:lnTo>
                <a:lnTo>
                  <a:pt x="127579" y="101409"/>
                </a:lnTo>
                <a:lnTo>
                  <a:pt x="130851" y="101409"/>
                </a:lnTo>
                <a:lnTo>
                  <a:pt x="130851" y="111223"/>
                </a:lnTo>
                <a:lnTo>
                  <a:pt x="127579" y="111223"/>
                </a:lnTo>
                <a:lnTo>
                  <a:pt x="127579" y="117766"/>
                </a:lnTo>
                <a:lnTo>
                  <a:pt x="124308" y="117766"/>
                </a:lnTo>
                <a:lnTo>
                  <a:pt x="124308" y="121037"/>
                </a:lnTo>
                <a:lnTo>
                  <a:pt x="121037" y="121037"/>
                </a:lnTo>
                <a:lnTo>
                  <a:pt x="121037" y="124308"/>
                </a:lnTo>
                <a:lnTo>
                  <a:pt x="114494" y="124308"/>
                </a:lnTo>
                <a:lnTo>
                  <a:pt x="114494" y="127579"/>
                </a:lnTo>
                <a:lnTo>
                  <a:pt x="85053" y="127579"/>
                </a:lnTo>
                <a:lnTo>
                  <a:pt x="85053" y="137393"/>
                </a:lnTo>
                <a:lnTo>
                  <a:pt x="81782" y="137393"/>
                </a:lnTo>
                <a:lnTo>
                  <a:pt x="81782" y="143936"/>
                </a:lnTo>
                <a:lnTo>
                  <a:pt x="78510" y="143936"/>
                </a:lnTo>
                <a:lnTo>
                  <a:pt x="78510" y="147207"/>
                </a:lnTo>
                <a:lnTo>
                  <a:pt x="75239" y="147207"/>
                </a:lnTo>
                <a:lnTo>
                  <a:pt x="75239" y="150478"/>
                </a:lnTo>
                <a:lnTo>
                  <a:pt x="68697" y="150478"/>
                </a:lnTo>
                <a:lnTo>
                  <a:pt x="68697" y="153750"/>
                </a:lnTo>
                <a:lnTo>
                  <a:pt x="16356" y="153750"/>
                </a:lnTo>
                <a:lnTo>
                  <a:pt x="16356" y="150478"/>
                </a:lnTo>
                <a:lnTo>
                  <a:pt x="9814" y="150478"/>
                </a:lnTo>
                <a:lnTo>
                  <a:pt x="9814" y="147207"/>
                </a:lnTo>
                <a:lnTo>
                  <a:pt x="6543" y="147207"/>
                </a:lnTo>
                <a:lnTo>
                  <a:pt x="6543" y="143936"/>
                </a:lnTo>
                <a:lnTo>
                  <a:pt x="3271" y="143936"/>
                </a:lnTo>
                <a:lnTo>
                  <a:pt x="3271" y="137393"/>
                </a:lnTo>
                <a:lnTo>
                  <a:pt x="0" y="137393"/>
                </a:lnTo>
                <a:lnTo>
                  <a:pt x="0" y="127579"/>
                </a:lnTo>
                <a:close/>
                <a:moveTo>
                  <a:pt x="193005" y="88324"/>
                </a:moveTo>
                <a:lnTo>
                  <a:pt x="193005" y="85053"/>
                </a:lnTo>
                <a:lnTo>
                  <a:pt x="189733" y="85053"/>
                </a:lnTo>
                <a:lnTo>
                  <a:pt x="189733" y="88324"/>
                </a:lnTo>
                <a:lnTo>
                  <a:pt x="193005" y="8832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isible source SEC-093 inset-1 region 203">
            <a:extLst xmlns:a="http://schemas.openxmlformats.org/drawingml/2006/main">
              <a:ext uri="{FF2B5EF4-FFF2-40B4-BE49-F238E27FC236}">
                <a16:creationId xmlns:a16="http://schemas.microsoft.com/office/drawing/2014/main" id="{6DEA7001-0E5A-4963-B0DC-3C43156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563" y="2427443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isible source SEC-093 inset-1 region 204">
            <a:extLst xmlns:a="http://schemas.openxmlformats.org/drawingml/2006/main">
              <a:ext uri="{FF2B5EF4-FFF2-40B4-BE49-F238E27FC236}">
                <a16:creationId xmlns:a16="http://schemas.microsoft.com/office/drawing/2014/main" id="{5606AD4F-69D9-4FA6-BC29-8CA0CA07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898" y="2466698"/>
            <a:ext cx="130851" cy="42526"/>
          </a:xfrm>
          <a:custGeom xmlns:a="http://schemas.openxmlformats.org/drawingml/2006/main">
            <a:pathLst>
              <a:path w="130851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3085"/>
                </a:lnTo>
                <a:lnTo>
                  <a:pt x="130851" y="13085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isible source SEC-093 inset-1 region 205">
            <a:extLst xmlns:a="http://schemas.openxmlformats.org/drawingml/2006/main">
              <a:ext uri="{FF2B5EF4-FFF2-40B4-BE49-F238E27FC236}">
                <a16:creationId xmlns:a16="http://schemas.microsoft.com/office/drawing/2014/main" id="{E0738D67-D8EC-4B3B-AE13-7B5CCFA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563" y="2509224"/>
            <a:ext cx="170106" cy="78510"/>
          </a:xfrm>
          <a:custGeom xmlns:a="http://schemas.openxmlformats.org/drawingml/2006/main">
            <a:pathLst>
              <a:path w="170106" h="78510">
                <a:moveTo>
                  <a:pt x="91595" y="16356"/>
                </a:moveTo>
                <a:lnTo>
                  <a:pt x="94867" y="16356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53750" y="0"/>
                </a:lnTo>
                <a:lnTo>
                  <a:pt x="153750" y="3271"/>
                </a:lnTo>
                <a:lnTo>
                  <a:pt x="160292" y="3271"/>
                </a:lnTo>
                <a:lnTo>
                  <a:pt x="160292" y="6543"/>
                </a:lnTo>
                <a:lnTo>
                  <a:pt x="163563" y="6543"/>
                </a:lnTo>
                <a:lnTo>
                  <a:pt x="163563" y="9814"/>
                </a:lnTo>
                <a:lnTo>
                  <a:pt x="166835" y="9814"/>
                </a:lnTo>
                <a:lnTo>
                  <a:pt x="166835" y="13085"/>
                </a:lnTo>
                <a:lnTo>
                  <a:pt x="170106" y="13085"/>
                </a:lnTo>
                <a:lnTo>
                  <a:pt x="170106" y="29441"/>
                </a:lnTo>
                <a:lnTo>
                  <a:pt x="166835" y="29441"/>
                </a:lnTo>
                <a:lnTo>
                  <a:pt x="166835" y="32713"/>
                </a:lnTo>
                <a:lnTo>
                  <a:pt x="163563" y="32713"/>
                </a:lnTo>
                <a:lnTo>
                  <a:pt x="163563" y="35984"/>
                </a:lnTo>
                <a:lnTo>
                  <a:pt x="160292" y="35984"/>
                </a:lnTo>
                <a:lnTo>
                  <a:pt x="160292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24308" y="45798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1223" y="75239"/>
                </a:lnTo>
                <a:lnTo>
                  <a:pt x="111223" y="78510"/>
                </a:lnTo>
                <a:lnTo>
                  <a:pt x="58883" y="78510"/>
                </a:lnTo>
                <a:lnTo>
                  <a:pt x="58883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62154"/>
                </a:lnTo>
                <a:lnTo>
                  <a:pt x="42526" y="62154"/>
                </a:lnTo>
                <a:lnTo>
                  <a:pt x="42526" y="52340"/>
                </a:lnTo>
                <a:lnTo>
                  <a:pt x="45798" y="52340"/>
                </a:lnTo>
                <a:lnTo>
                  <a:pt x="45798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98138" y="35984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26170"/>
                </a:lnTo>
                <a:lnTo>
                  <a:pt x="91595" y="26170"/>
                </a:lnTo>
                <a:lnTo>
                  <a:pt x="9159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isible source SEC-093 inset-1 region 206">
            <a:extLst xmlns:a="http://schemas.openxmlformats.org/drawingml/2006/main">
              <a:ext uri="{FF2B5EF4-FFF2-40B4-BE49-F238E27FC236}">
                <a16:creationId xmlns:a16="http://schemas.microsoft.com/office/drawing/2014/main" id="{E0627F25-2C55-4D70-B313-E81E14B2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4" y="2561565"/>
            <a:ext cx="85053" cy="42526"/>
          </a:xfrm>
          <a:custGeom xmlns:a="http://schemas.openxmlformats.org/drawingml/2006/main">
            <a:pathLst>
              <a:path w="8505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isible source SEC-093 inset-1 region 207">
            <a:extLst xmlns:a="http://schemas.openxmlformats.org/drawingml/2006/main">
              <a:ext uri="{FF2B5EF4-FFF2-40B4-BE49-F238E27FC236}">
                <a16:creationId xmlns:a16="http://schemas.microsoft.com/office/drawing/2014/main" id="{20A948BD-671C-4436-B1A8-834ACDA6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264" y="145260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isible source SEC-093 inset-1 region 208">
            <a:extLst xmlns:a="http://schemas.openxmlformats.org/drawingml/2006/main">
              <a:ext uri="{FF2B5EF4-FFF2-40B4-BE49-F238E27FC236}">
                <a16:creationId xmlns:a16="http://schemas.microsoft.com/office/drawing/2014/main" id="{F544077B-67BF-4754-A47A-D587DD57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519" y="1540930"/>
            <a:ext cx="71968" cy="62154"/>
          </a:xfrm>
          <a:custGeom xmlns:a="http://schemas.openxmlformats.org/drawingml/2006/main">
            <a:pathLst>
              <a:path w="71968" h="62154">
                <a:moveTo>
                  <a:pt x="9814" y="22899"/>
                </a:moveTo>
                <a:lnTo>
                  <a:pt x="16356" y="22899"/>
                </a:lnTo>
                <a:lnTo>
                  <a:pt x="16356" y="19628"/>
                </a:lnTo>
                <a:lnTo>
                  <a:pt x="29441" y="19628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49069"/>
                </a:lnTo>
                <a:lnTo>
                  <a:pt x="42526" y="49069"/>
                </a:lnTo>
                <a:lnTo>
                  <a:pt x="42526" y="52340"/>
                </a:lnTo>
                <a:lnTo>
                  <a:pt x="39255" y="52340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29441" y="58883"/>
                </a:lnTo>
                <a:lnTo>
                  <a:pt x="29441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isible source SEC-093 inset-1 region 209">
            <a:extLst xmlns:a="http://schemas.openxmlformats.org/drawingml/2006/main">
              <a:ext uri="{FF2B5EF4-FFF2-40B4-BE49-F238E27FC236}">
                <a16:creationId xmlns:a16="http://schemas.microsoft.com/office/drawing/2014/main" id="{D4EFEBFD-57C5-4021-8CAA-5DCFC976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466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isible source SEC-093 inset-1 region 210">
            <a:extLst xmlns:a="http://schemas.openxmlformats.org/drawingml/2006/main">
              <a:ext uri="{FF2B5EF4-FFF2-40B4-BE49-F238E27FC236}">
                <a16:creationId xmlns:a16="http://schemas.microsoft.com/office/drawing/2014/main" id="{24AFDBB0-C85A-44F1-A8F0-2022AA8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025" y="164233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isible source SEC-093 inset-1 region 211">
            <a:extLst xmlns:a="http://schemas.openxmlformats.org/drawingml/2006/main">
              <a:ext uri="{FF2B5EF4-FFF2-40B4-BE49-F238E27FC236}">
                <a16:creationId xmlns:a16="http://schemas.microsoft.com/office/drawing/2014/main" id="{450B5A7A-D4D0-4816-81BE-3547813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993" y="1642339"/>
            <a:ext cx="65425" cy="75239"/>
          </a:xfrm>
          <a:custGeom xmlns:a="http://schemas.openxmlformats.org/drawingml/2006/main">
            <a:pathLst>
              <a:path w="65425" h="75239">
                <a:moveTo>
                  <a:pt x="16356" y="16356"/>
                </a:moveTo>
                <a:lnTo>
                  <a:pt x="19628" y="16356"/>
                </a:lnTo>
                <a:lnTo>
                  <a:pt x="19628" y="9814"/>
                </a:lnTo>
                <a:lnTo>
                  <a:pt x="22899" y="9814"/>
                </a:lnTo>
                <a:lnTo>
                  <a:pt x="22899" y="6543"/>
                </a:ln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42526" y="42526"/>
                </a:lnTo>
                <a:lnTo>
                  <a:pt x="42526" y="49069"/>
                </a:lnTo>
                <a:lnTo>
                  <a:pt x="45798" y="49069"/>
                </a:lnTo>
                <a:lnTo>
                  <a:pt x="45798" y="58883"/>
                </a:lnTo>
                <a:lnTo>
                  <a:pt x="42526" y="58883"/>
                </a:lnTo>
                <a:lnTo>
                  <a:pt x="42526" y="65425"/>
                </a:lnTo>
                <a:lnTo>
                  <a:pt x="39255" y="65425"/>
                </a:lnTo>
                <a:lnTo>
                  <a:pt x="39255" y="68697"/>
                </a:lnTo>
                <a:lnTo>
                  <a:pt x="35984" y="68697"/>
                </a:lnTo>
                <a:lnTo>
                  <a:pt x="35984" y="71968"/>
                </a:lnTo>
                <a:lnTo>
                  <a:pt x="29441" y="71968"/>
                </a:lnTo>
                <a:lnTo>
                  <a:pt x="29441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19628" y="32713"/>
                </a:lnTo>
                <a:lnTo>
                  <a:pt x="19628" y="26170"/>
                </a:lnTo>
                <a:lnTo>
                  <a:pt x="16356" y="26170"/>
                </a:lnTo>
                <a:lnTo>
                  <a:pt x="16356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isible source SEC-093 inset-1 region 212">
            <a:extLst xmlns:a="http://schemas.openxmlformats.org/drawingml/2006/main">
              <a:ext uri="{FF2B5EF4-FFF2-40B4-BE49-F238E27FC236}">
                <a16:creationId xmlns:a16="http://schemas.microsoft.com/office/drawing/2014/main" id="{2465BAA0-AA3B-4AAB-BF76-1CDAF231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32" y="1675052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isible source SEC-093 inset-1 region 213">
            <a:extLst xmlns:a="http://schemas.openxmlformats.org/drawingml/2006/main">
              <a:ext uri="{FF2B5EF4-FFF2-40B4-BE49-F238E27FC236}">
                <a16:creationId xmlns:a16="http://schemas.microsoft.com/office/drawing/2014/main" id="{2F7A6506-3361-45D1-8C53-F09E3787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924" y="177973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isible source SEC-093 inset-1 region 214">
            <a:extLst xmlns:a="http://schemas.openxmlformats.org/drawingml/2006/main">
              <a:ext uri="{FF2B5EF4-FFF2-40B4-BE49-F238E27FC236}">
                <a16:creationId xmlns:a16="http://schemas.microsoft.com/office/drawing/2014/main" id="{58A531DF-257C-42BE-9D44-EED31C1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738" y="1858242"/>
            <a:ext cx="101409" cy="121037"/>
          </a:xfrm>
          <a:custGeom xmlns:a="http://schemas.openxmlformats.org/drawingml/2006/main">
            <a:pathLst>
              <a:path w="101409" h="121037">
                <a:moveTo>
                  <a:pt x="58883" y="16356"/>
                </a:moveTo>
                <a:lnTo>
                  <a:pt x="62154" y="16356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6356"/>
                </a:lnTo>
                <a:lnTo>
                  <a:pt x="101409" y="16356"/>
                </a:lnTo>
                <a:lnTo>
                  <a:pt x="101409" y="26170"/>
                </a:lnTo>
                <a:lnTo>
                  <a:pt x="98138" y="26170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85053" y="45798"/>
                </a:lnTo>
                <a:lnTo>
                  <a:pt x="85053" y="52340"/>
                </a:lnTo>
                <a:lnTo>
                  <a:pt x="88324" y="52340"/>
                </a:lnTo>
                <a:lnTo>
                  <a:pt x="88324" y="62154"/>
                </a:lnTo>
                <a:lnTo>
                  <a:pt x="85053" y="62154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71968" y="75239"/>
                </a:lnTo>
                <a:lnTo>
                  <a:pt x="71968" y="78510"/>
                </a:lnTo>
                <a:lnTo>
                  <a:pt x="58883" y="78510"/>
                </a:lnTo>
                <a:lnTo>
                  <a:pt x="58883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71968" y="88324"/>
                </a:lnTo>
                <a:lnTo>
                  <a:pt x="71968" y="94867"/>
                </a:lnTo>
                <a:lnTo>
                  <a:pt x="75239" y="94867"/>
                </a:lnTo>
                <a:lnTo>
                  <a:pt x="75239" y="104681"/>
                </a:lnTo>
                <a:lnTo>
                  <a:pt x="71968" y="104681"/>
                </a:lnTo>
                <a:lnTo>
                  <a:pt x="71968" y="111223"/>
                </a:lnTo>
                <a:lnTo>
                  <a:pt x="68697" y="111223"/>
                </a:lnTo>
                <a:lnTo>
                  <a:pt x="68697" y="114494"/>
                </a:lnTo>
                <a:lnTo>
                  <a:pt x="65425" y="114494"/>
                </a:lnTo>
                <a:lnTo>
                  <a:pt x="65425" y="117766"/>
                </a:lnTo>
                <a:lnTo>
                  <a:pt x="58883" y="117766"/>
                </a:lnTo>
                <a:lnTo>
                  <a:pt x="58883" y="121037"/>
                </a:lnTo>
                <a:lnTo>
                  <a:pt x="16356" y="121037"/>
                </a:lnTo>
                <a:lnTo>
                  <a:pt x="16356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4681"/>
                </a:lnTo>
                <a:lnTo>
                  <a:pt x="0" y="104681"/>
                </a:lnTo>
                <a:lnTo>
                  <a:pt x="0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45798" y="78510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71968"/>
                </a:lnTo>
                <a:lnTo>
                  <a:pt x="42526" y="71968"/>
                </a:lnTo>
                <a:lnTo>
                  <a:pt x="42526" y="68697"/>
                </a:lnTo>
                <a:lnTo>
                  <a:pt x="39255" y="68697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52340"/>
                </a:lnTo>
                <a:lnTo>
                  <a:pt x="39255" y="52340"/>
                </a:lnTo>
                <a:lnTo>
                  <a:pt x="39255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52340" y="39255"/>
                </a:lnTo>
                <a:lnTo>
                  <a:pt x="52340" y="35984"/>
                </a:lnTo>
                <a:lnTo>
                  <a:pt x="65425" y="35984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isible source SEC-093 inset-1 region 215">
            <a:extLst xmlns:a="http://schemas.openxmlformats.org/drawingml/2006/main">
              <a:ext uri="{FF2B5EF4-FFF2-40B4-BE49-F238E27FC236}">
                <a16:creationId xmlns:a16="http://schemas.microsoft.com/office/drawing/2014/main" id="{505964AD-8D7C-4089-9D77-69848161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568" y="185824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isible source SEC-093 inset-1 region 216">
            <a:extLst xmlns:a="http://schemas.openxmlformats.org/drawingml/2006/main">
              <a:ext uri="{FF2B5EF4-FFF2-40B4-BE49-F238E27FC236}">
                <a16:creationId xmlns:a16="http://schemas.microsoft.com/office/drawing/2014/main" id="{10B7973C-1D38-4523-ACF8-CA1DE02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754" y="1995636"/>
            <a:ext cx="75239" cy="42526"/>
          </a:xfrm>
          <a:custGeom xmlns:a="http://schemas.openxmlformats.org/drawingml/2006/main">
            <a:pathLst>
              <a:path w="7523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isible source SEC-093 inset-1 region 217">
            <a:extLst xmlns:a="http://schemas.openxmlformats.org/drawingml/2006/main">
              <a:ext uri="{FF2B5EF4-FFF2-40B4-BE49-F238E27FC236}">
                <a16:creationId xmlns:a16="http://schemas.microsoft.com/office/drawing/2014/main" id="{FCC767D1-5A9F-4E67-AECF-474291B3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48" y="1995636"/>
            <a:ext cx="71968" cy="71968"/>
          </a:xfrm>
          <a:custGeom xmlns:a="http://schemas.openxmlformats.org/drawingml/2006/main">
            <a:pathLst>
              <a:path w="71968" h="71968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68697" y="39255"/>
                </a:lnTo>
                <a:lnTo>
                  <a:pt x="68697" y="45798"/>
                </a:lnTo>
                <a:lnTo>
                  <a:pt x="71968" y="45798"/>
                </a:lnTo>
                <a:lnTo>
                  <a:pt x="71968" y="55612"/>
                </a:lnTo>
                <a:lnTo>
                  <a:pt x="68697" y="55612"/>
                </a:lnTo>
                <a:lnTo>
                  <a:pt x="68697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62154" y="65425"/>
                </a:lnTo>
                <a:lnTo>
                  <a:pt x="62154" y="68697"/>
                </a:lnTo>
                <a:lnTo>
                  <a:pt x="55612" y="68697"/>
                </a:lnTo>
                <a:lnTo>
                  <a:pt x="55612" y="71968"/>
                </a:lnTo>
                <a:lnTo>
                  <a:pt x="45798" y="71968"/>
                </a:lnTo>
                <a:lnTo>
                  <a:pt x="45798" y="68697"/>
                </a:lnTo>
                <a:lnTo>
                  <a:pt x="39255" y="68697"/>
                </a:lnTo>
                <a:lnTo>
                  <a:pt x="39255" y="65425"/>
                </a:lnTo>
                <a:lnTo>
                  <a:pt x="35984" y="65425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55612"/>
                </a:lnTo>
                <a:lnTo>
                  <a:pt x="29441" y="55612"/>
                </a:lnTo>
                <a:lnTo>
                  <a:pt x="29441" y="45798"/>
                </a:lnTo>
                <a:lnTo>
                  <a:pt x="32713" y="45798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isible source SEC-093 inset-1 region 218">
            <a:extLst xmlns:a="http://schemas.openxmlformats.org/drawingml/2006/main">
              <a:ext uri="{FF2B5EF4-FFF2-40B4-BE49-F238E27FC236}">
                <a16:creationId xmlns:a16="http://schemas.microsoft.com/office/drawing/2014/main" id="{99F7C7BE-B240-46F5-8235-7E111EA2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738" y="2077417"/>
            <a:ext cx="130851" cy="121037"/>
          </a:xfrm>
          <a:custGeom xmlns:a="http://schemas.openxmlformats.org/drawingml/2006/main">
            <a:pathLst>
              <a:path w="130851" h="121037">
                <a:moveTo>
                  <a:pt x="49069" y="16356"/>
                </a:move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91595" y="0"/>
                </a:lnTo>
                <a:lnTo>
                  <a:pt x="91595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6170"/>
                </a:lnTo>
                <a:lnTo>
                  <a:pt x="127579" y="26170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01409" y="42526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1968"/>
                </a:lnTo>
                <a:lnTo>
                  <a:pt x="75239" y="71968"/>
                </a:lnTo>
                <a:lnTo>
                  <a:pt x="75239" y="75239"/>
                </a:lnTo>
                <a:lnTo>
                  <a:pt x="71968" y="75239"/>
                </a:lnTo>
                <a:lnTo>
                  <a:pt x="71968" y="78510"/>
                </a:lnTo>
                <a:lnTo>
                  <a:pt x="65425" y="78510"/>
                </a:lnTo>
                <a:lnTo>
                  <a:pt x="65425" y="81782"/>
                </a:lnTo>
                <a:lnTo>
                  <a:pt x="62154" y="81782"/>
                </a:lnTo>
                <a:lnTo>
                  <a:pt x="62154" y="85053"/>
                </a:lnTo>
                <a:lnTo>
                  <a:pt x="65425" y="85053"/>
                </a:lnTo>
                <a:lnTo>
                  <a:pt x="65425" y="88324"/>
                </a:lnTo>
                <a:lnTo>
                  <a:pt x="68697" y="88324"/>
                </a:lnTo>
                <a:lnTo>
                  <a:pt x="68697" y="94867"/>
                </a:lnTo>
                <a:lnTo>
                  <a:pt x="71968" y="94867"/>
                </a:lnTo>
                <a:lnTo>
                  <a:pt x="71968" y="104681"/>
                </a:lnTo>
                <a:lnTo>
                  <a:pt x="68697" y="104681"/>
                </a:lnTo>
                <a:lnTo>
                  <a:pt x="68697" y="111223"/>
                </a:lnTo>
                <a:lnTo>
                  <a:pt x="65425" y="111223"/>
                </a:lnTo>
                <a:lnTo>
                  <a:pt x="65425" y="114494"/>
                </a:lnTo>
                <a:lnTo>
                  <a:pt x="62154" y="114494"/>
                </a:lnTo>
                <a:lnTo>
                  <a:pt x="62154" y="117766"/>
                </a:lnTo>
                <a:lnTo>
                  <a:pt x="55612" y="117766"/>
                </a:lnTo>
                <a:lnTo>
                  <a:pt x="55612" y="121037"/>
                </a:lnTo>
                <a:lnTo>
                  <a:pt x="16356" y="121037"/>
                </a:lnTo>
                <a:lnTo>
                  <a:pt x="16356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4681"/>
                </a:lnTo>
                <a:lnTo>
                  <a:pt x="0" y="104681"/>
                </a:lnTo>
                <a:lnTo>
                  <a:pt x="0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26170" y="78510"/>
                </a:lnTo>
                <a:lnTo>
                  <a:pt x="26170" y="75239"/>
                </a:lnTo>
                <a:lnTo>
                  <a:pt x="22899" y="75239"/>
                </a:lnTo>
                <a:lnTo>
                  <a:pt x="22899" y="71968"/>
                </a:lnTo>
                <a:lnTo>
                  <a:pt x="19628" y="71968"/>
                </a:lnTo>
                <a:lnTo>
                  <a:pt x="19628" y="65425"/>
                </a:lnTo>
                <a:lnTo>
                  <a:pt x="16356" y="65425"/>
                </a:lnTo>
                <a:lnTo>
                  <a:pt x="16356" y="55612"/>
                </a:lnTo>
                <a:lnTo>
                  <a:pt x="19628" y="55612"/>
                </a:lnTo>
                <a:lnTo>
                  <a:pt x="19628" y="49069"/>
                </a:lnTo>
                <a:lnTo>
                  <a:pt x="22899" y="49069"/>
                </a:lnTo>
                <a:lnTo>
                  <a:pt x="22899" y="45798"/>
                </a:lnTo>
                <a:lnTo>
                  <a:pt x="26170" y="45798"/>
                </a:lnTo>
                <a:lnTo>
                  <a:pt x="26170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isible source SEC-093 inset-1 region 219">
            <a:extLst xmlns:a="http://schemas.openxmlformats.org/drawingml/2006/main">
              <a:ext uri="{FF2B5EF4-FFF2-40B4-BE49-F238E27FC236}">
                <a16:creationId xmlns:a16="http://schemas.microsoft.com/office/drawing/2014/main" id="{963EAF95-51EA-4767-BDB4-6CD43D01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418" y="2116672"/>
            <a:ext cx="340212" cy="150478"/>
          </a:xfrm>
          <a:custGeom xmlns:a="http://schemas.openxmlformats.org/drawingml/2006/main">
            <a:pathLst>
              <a:path w="340212" h="150478">
                <a:moveTo>
                  <a:pt x="3271" y="55612"/>
                </a:moveTo>
                <a:lnTo>
                  <a:pt x="6543" y="55612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39255" y="45798"/>
                </a:lnTo>
                <a:lnTo>
                  <a:pt x="39255" y="49069"/>
                </a:lnTo>
                <a:lnTo>
                  <a:pt x="45798" y="49069"/>
                </a:lnTo>
                <a:lnTo>
                  <a:pt x="45798" y="52340"/>
                </a:lnTo>
                <a:lnTo>
                  <a:pt x="49069" y="52340"/>
                </a:lnTo>
                <a:lnTo>
                  <a:pt x="49069" y="55612"/>
                </a:lnTo>
                <a:lnTo>
                  <a:pt x="52340" y="55612"/>
                </a:lnTo>
                <a:lnTo>
                  <a:pt x="52340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81782" y="62154"/>
                </a:lnTo>
                <a:lnTo>
                  <a:pt x="81782" y="58883"/>
                </a:lnTo>
                <a:lnTo>
                  <a:pt x="88324" y="58883"/>
                </a:lnTo>
                <a:lnTo>
                  <a:pt x="88324" y="55612"/>
                </a:lnTo>
                <a:lnTo>
                  <a:pt x="91595" y="55612"/>
                </a:lnTo>
                <a:lnTo>
                  <a:pt x="91595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98138" y="45798"/>
                </a:lnTo>
                <a:lnTo>
                  <a:pt x="98138" y="42526"/>
                </a:lnTo>
                <a:lnTo>
                  <a:pt x="104681" y="42526"/>
                </a:lnTo>
                <a:lnTo>
                  <a:pt x="104681" y="39255"/>
                </a:lnTo>
                <a:lnTo>
                  <a:pt x="140664" y="39255"/>
                </a:lnTo>
                <a:lnTo>
                  <a:pt x="140664" y="35984"/>
                </a:lnTo>
                <a:lnTo>
                  <a:pt x="137393" y="35984"/>
                </a:lnTo>
                <a:lnTo>
                  <a:pt x="137393" y="32713"/>
                </a:lnTo>
                <a:lnTo>
                  <a:pt x="134122" y="32713"/>
                </a:lnTo>
                <a:lnTo>
                  <a:pt x="134122" y="26170"/>
                </a:lnTo>
                <a:lnTo>
                  <a:pt x="130851" y="26170"/>
                </a:lnTo>
                <a:lnTo>
                  <a:pt x="130851" y="16356"/>
                </a:lnTo>
                <a:lnTo>
                  <a:pt x="134122" y="16356"/>
                </a:lnTo>
                <a:lnTo>
                  <a:pt x="134122" y="9814"/>
                </a:lnTo>
                <a:lnTo>
                  <a:pt x="137393" y="9814"/>
                </a:lnTo>
                <a:lnTo>
                  <a:pt x="137393" y="6543"/>
                </a:lnTo>
                <a:lnTo>
                  <a:pt x="140664" y="6543"/>
                </a:lnTo>
                <a:lnTo>
                  <a:pt x="140664" y="3271"/>
                </a:lnTo>
                <a:lnTo>
                  <a:pt x="147207" y="3271"/>
                </a:lnTo>
                <a:lnTo>
                  <a:pt x="147207" y="0"/>
                </a:lnTo>
                <a:lnTo>
                  <a:pt x="189733" y="0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6543"/>
                </a:lnTo>
                <a:lnTo>
                  <a:pt x="199547" y="6543"/>
                </a:lnTo>
                <a:lnTo>
                  <a:pt x="199547" y="9814"/>
                </a:lnTo>
                <a:lnTo>
                  <a:pt x="202818" y="9814"/>
                </a:lnTo>
                <a:lnTo>
                  <a:pt x="202818" y="16356"/>
                </a:lnTo>
                <a:lnTo>
                  <a:pt x="206090" y="16356"/>
                </a:lnTo>
                <a:lnTo>
                  <a:pt x="206090" y="26170"/>
                </a:lnTo>
                <a:lnTo>
                  <a:pt x="202818" y="26170"/>
                </a:lnTo>
                <a:lnTo>
                  <a:pt x="202818" y="32713"/>
                </a:lnTo>
                <a:lnTo>
                  <a:pt x="199547" y="32713"/>
                </a:lnTo>
                <a:lnTo>
                  <a:pt x="199547" y="35984"/>
                </a:lnTo>
                <a:lnTo>
                  <a:pt x="196276" y="35984"/>
                </a:lnTo>
                <a:lnTo>
                  <a:pt x="196276" y="39255"/>
                </a:lnTo>
                <a:lnTo>
                  <a:pt x="189733" y="39255"/>
                </a:lnTo>
                <a:lnTo>
                  <a:pt x="189733" y="42526"/>
                </a:lnTo>
                <a:lnTo>
                  <a:pt x="193005" y="42526"/>
                </a:lnTo>
                <a:lnTo>
                  <a:pt x="193005" y="45798"/>
                </a:lnTo>
                <a:lnTo>
                  <a:pt x="196276" y="45798"/>
                </a:lnTo>
                <a:lnTo>
                  <a:pt x="196276" y="49069"/>
                </a:lnTo>
                <a:lnTo>
                  <a:pt x="199547" y="49069"/>
                </a:lnTo>
                <a:lnTo>
                  <a:pt x="199547" y="55612"/>
                </a:lnTo>
                <a:lnTo>
                  <a:pt x="202818" y="55612"/>
                </a:lnTo>
                <a:lnTo>
                  <a:pt x="202818" y="58883"/>
                </a:lnTo>
                <a:lnTo>
                  <a:pt x="232260" y="58883"/>
                </a:lnTo>
                <a:lnTo>
                  <a:pt x="232260" y="62154"/>
                </a:lnTo>
                <a:lnTo>
                  <a:pt x="238802" y="62154"/>
                </a:lnTo>
                <a:lnTo>
                  <a:pt x="238802" y="65425"/>
                </a:lnTo>
                <a:lnTo>
                  <a:pt x="242074" y="65425"/>
                </a:lnTo>
                <a:lnTo>
                  <a:pt x="242074" y="68697"/>
                </a:lnTo>
                <a:lnTo>
                  <a:pt x="245345" y="68697"/>
                </a:lnTo>
                <a:lnTo>
                  <a:pt x="245345" y="71968"/>
                </a:lnTo>
                <a:lnTo>
                  <a:pt x="248616" y="71968"/>
                </a:lnTo>
                <a:lnTo>
                  <a:pt x="248616" y="88324"/>
                </a:lnTo>
                <a:lnTo>
                  <a:pt x="245345" y="88324"/>
                </a:lnTo>
                <a:lnTo>
                  <a:pt x="245345" y="91595"/>
                </a:lnTo>
                <a:lnTo>
                  <a:pt x="242074" y="91595"/>
                </a:lnTo>
                <a:lnTo>
                  <a:pt x="242074" y="94867"/>
                </a:lnTo>
                <a:lnTo>
                  <a:pt x="238802" y="94867"/>
                </a:lnTo>
                <a:lnTo>
                  <a:pt x="238802" y="98138"/>
                </a:lnTo>
                <a:lnTo>
                  <a:pt x="235531" y="98138"/>
                </a:lnTo>
                <a:lnTo>
                  <a:pt x="235531" y="104681"/>
                </a:lnTo>
                <a:lnTo>
                  <a:pt x="232260" y="104681"/>
                </a:lnTo>
                <a:lnTo>
                  <a:pt x="232260" y="107952"/>
                </a:lnTo>
                <a:lnTo>
                  <a:pt x="261701" y="107952"/>
                </a:lnTo>
                <a:lnTo>
                  <a:pt x="261701" y="104681"/>
                </a:lnTo>
                <a:lnTo>
                  <a:pt x="258430" y="104681"/>
                </a:lnTo>
                <a:lnTo>
                  <a:pt x="258430" y="98138"/>
                </a:lnTo>
                <a:lnTo>
                  <a:pt x="255159" y="98138"/>
                </a:lnTo>
                <a:lnTo>
                  <a:pt x="255159" y="88324"/>
                </a:lnTo>
                <a:lnTo>
                  <a:pt x="258430" y="88324"/>
                </a:lnTo>
                <a:lnTo>
                  <a:pt x="258430" y="75239"/>
                </a:lnTo>
                <a:lnTo>
                  <a:pt x="261701" y="75239"/>
                </a:lnTo>
                <a:lnTo>
                  <a:pt x="261701" y="68697"/>
                </a:lnTo>
                <a:lnTo>
                  <a:pt x="264973" y="68697"/>
                </a:lnTo>
                <a:lnTo>
                  <a:pt x="264973" y="65425"/>
                </a:lnTo>
                <a:lnTo>
                  <a:pt x="268244" y="65425"/>
                </a:lnTo>
                <a:lnTo>
                  <a:pt x="268244" y="62154"/>
                </a:lnTo>
                <a:lnTo>
                  <a:pt x="274786" y="62154"/>
                </a:lnTo>
                <a:lnTo>
                  <a:pt x="274786" y="58883"/>
                </a:lnTo>
                <a:lnTo>
                  <a:pt x="317313" y="58883"/>
                </a:lnTo>
                <a:lnTo>
                  <a:pt x="317313" y="62154"/>
                </a:lnTo>
                <a:lnTo>
                  <a:pt x="323855" y="62154"/>
                </a:lnTo>
                <a:lnTo>
                  <a:pt x="323855" y="65425"/>
                </a:lnTo>
                <a:lnTo>
                  <a:pt x="327127" y="65425"/>
                </a:lnTo>
                <a:lnTo>
                  <a:pt x="327127" y="68697"/>
                </a:lnTo>
                <a:lnTo>
                  <a:pt x="330398" y="68697"/>
                </a:lnTo>
                <a:lnTo>
                  <a:pt x="330398" y="75239"/>
                </a:lnTo>
                <a:lnTo>
                  <a:pt x="333669" y="75239"/>
                </a:lnTo>
                <a:lnTo>
                  <a:pt x="333669" y="81782"/>
                </a:lnTo>
                <a:lnTo>
                  <a:pt x="336940" y="81782"/>
                </a:lnTo>
                <a:lnTo>
                  <a:pt x="336940" y="85053"/>
                </a:lnTo>
                <a:lnTo>
                  <a:pt x="340212" y="85053"/>
                </a:lnTo>
                <a:lnTo>
                  <a:pt x="340212" y="101409"/>
                </a:lnTo>
                <a:lnTo>
                  <a:pt x="336940" y="101409"/>
                </a:lnTo>
                <a:lnTo>
                  <a:pt x="336940" y="104681"/>
                </a:lnTo>
                <a:lnTo>
                  <a:pt x="333669" y="104681"/>
                </a:lnTo>
                <a:lnTo>
                  <a:pt x="333669" y="107952"/>
                </a:lnTo>
                <a:lnTo>
                  <a:pt x="330398" y="107952"/>
                </a:lnTo>
                <a:lnTo>
                  <a:pt x="330398" y="111223"/>
                </a:lnTo>
                <a:lnTo>
                  <a:pt x="327127" y="111223"/>
                </a:lnTo>
                <a:lnTo>
                  <a:pt x="327127" y="114494"/>
                </a:lnTo>
                <a:lnTo>
                  <a:pt x="310770" y="114494"/>
                </a:lnTo>
                <a:lnTo>
                  <a:pt x="310770" y="111223"/>
                </a:lnTo>
                <a:lnTo>
                  <a:pt x="300956" y="111223"/>
                </a:lnTo>
                <a:lnTo>
                  <a:pt x="300956" y="114494"/>
                </a:lnTo>
                <a:lnTo>
                  <a:pt x="281329" y="114494"/>
                </a:lnTo>
                <a:lnTo>
                  <a:pt x="281329" y="117766"/>
                </a:lnTo>
                <a:lnTo>
                  <a:pt x="284600" y="117766"/>
                </a:lnTo>
                <a:lnTo>
                  <a:pt x="284600" y="124308"/>
                </a:lnTo>
                <a:lnTo>
                  <a:pt x="287871" y="124308"/>
                </a:lnTo>
                <a:lnTo>
                  <a:pt x="287871" y="134122"/>
                </a:lnTo>
                <a:lnTo>
                  <a:pt x="284600" y="134122"/>
                </a:lnTo>
                <a:lnTo>
                  <a:pt x="284600" y="140664"/>
                </a:lnTo>
                <a:lnTo>
                  <a:pt x="281329" y="140664"/>
                </a:lnTo>
                <a:lnTo>
                  <a:pt x="281329" y="143936"/>
                </a:lnTo>
                <a:lnTo>
                  <a:pt x="278058" y="143936"/>
                </a:lnTo>
                <a:lnTo>
                  <a:pt x="278058" y="147207"/>
                </a:lnTo>
                <a:lnTo>
                  <a:pt x="271515" y="147207"/>
                </a:lnTo>
                <a:lnTo>
                  <a:pt x="271515" y="150478"/>
                </a:lnTo>
                <a:lnTo>
                  <a:pt x="225717" y="150478"/>
                </a:lnTo>
                <a:lnTo>
                  <a:pt x="225717" y="147207"/>
                </a:lnTo>
                <a:lnTo>
                  <a:pt x="219175" y="147207"/>
                </a:lnTo>
                <a:lnTo>
                  <a:pt x="219175" y="143936"/>
                </a:lnTo>
                <a:lnTo>
                  <a:pt x="215904" y="143936"/>
                </a:lnTo>
                <a:lnTo>
                  <a:pt x="215904" y="140664"/>
                </a:lnTo>
                <a:lnTo>
                  <a:pt x="212632" y="140664"/>
                </a:lnTo>
                <a:lnTo>
                  <a:pt x="212632" y="134122"/>
                </a:lnTo>
                <a:lnTo>
                  <a:pt x="209361" y="134122"/>
                </a:lnTo>
                <a:lnTo>
                  <a:pt x="209361" y="124308"/>
                </a:lnTo>
                <a:lnTo>
                  <a:pt x="212632" y="124308"/>
                </a:lnTo>
                <a:lnTo>
                  <a:pt x="212632" y="117766"/>
                </a:lnTo>
                <a:lnTo>
                  <a:pt x="215904" y="117766"/>
                </a:lnTo>
                <a:lnTo>
                  <a:pt x="215904" y="114494"/>
                </a:lnTo>
                <a:lnTo>
                  <a:pt x="202818" y="114494"/>
                </a:lnTo>
                <a:lnTo>
                  <a:pt x="202818" y="111223"/>
                </a:lnTo>
                <a:lnTo>
                  <a:pt x="199547" y="111223"/>
                </a:lnTo>
                <a:lnTo>
                  <a:pt x="199547" y="114494"/>
                </a:lnTo>
                <a:lnTo>
                  <a:pt x="186462" y="114494"/>
                </a:lnTo>
                <a:lnTo>
                  <a:pt x="186462" y="111223"/>
                </a:lnTo>
                <a:lnTo>
                  <a:pt x="179920" y="111223"/>
                </a:lnTo>
                <a:lnTo>
                  <a:pt x="179920" y="107952"/>
                </a:lnTo>
                <a:lnTo>
                  <a:pt x="176648" y="107952"/>
                </a:lnTo>
                <a:lnTo>
                  <a:pt x="176648" y="104681"/>
                </a:lnTo>
                <a:lnTo>
                  <a:pt x="173377" y="104681"/>
                </a:lnTo>
                <a:lnTo>
                  <a:pt x="173377" y="98138"/>
                </a:lnTo>
                <a:lnTo>
                  <a:pt x="170106" y="98138"/>
                </a:lnTo>
                <a:lnTo>
                  <a:pt x="170106" y="88324"/>
                </a:lnTo>
                <a:lnTo>
                  <a:pt x="166835" y="88324"/>
                </a:lnTo>
                <a:lnTo>
                  <a:pt x="166835" y="81782"/>
                </a:lnTo>
                <a:lnTo>
                  <a:pt x="160292" y="81782"/>
                </a:lnTo>
                <a:lnTo>
                  <a:pt x="160292" y="88324"/>
                </a:lnTo>
                <a:lnTo>
                  <a:pt x="157021" y="88324"/>
                </a:lnTo>
                <a:lnTo>
                  <a:pt x="157021" y="94867"/>
                </a:lnTo>
                <a:lnTo>
                  <a:pt x="153750" y="94867"/>
                </a:lnTo>
                <a:lnTo>
                  <a:pt x="153750" y="98138"/>
                </a:lnTo>
                <a:lnTo>
                  <a:pt x="150478" y="98138"/>
                </a:lnTo>
                <a:lnTo>
                  <a:pt x="150478" y="101409"/>
                </a:lnTo>
                <a:lnTo>
                  <a:pt x="143936" y="101409"/>
                </a:lnTo>
                <a:lnTo>
                  <a:pt x="143936" y="104681"/>
                </a:lnTo>
                <a:lnTo>
                  <a:pt x="124308" y="104681"/>
                </a:lnTo>
                <a:lnTo>
                  <a:pt x="124308" y="101409"/>
                </a:lnTo>
                <a:lnTo>
                  <a:pt x="114494" y="101409"/>
                </a:lnTo>
                <a:lnTo>
                  <a:pt x="114494" y="104681"/>
                </a:lnTo>
                <a:lnTo>
                  <a:pt x="111223" y="104681"/>
                </a:lnTo>
                <a:lnTo>
                  <a:pt x="111223" y="107952"/>
                </a:lnTo>
                <a:lnTo>
                  <a:pt x="107952" y="107952"/>
                </a:lnTo>
                <a:lnTo>
                  <a:pt x="107952" y="111223"/>
                </a:lnTo>
                <a:lnTo>
                  <a:pt x="101409" y="111223"/>
                </a:lnTo>
                <a:lnTo>
                  <a:pt x="101409" y="114494"/>
                </a:lnTo>
                <a:lnTo>
                  <a:pt x="49069" y="114494"/>
                </a:lnTo>
                <a:lnTo>
                  <a:pt x="49069" y="111223"/>
                </a:lnTo>
                <a:lnTo>
                  <a:pt x="42526" y="111223"/>
                </a:lnTo>
                <a:lnTo>
                  <a:pt x="42526" y="107952"/>
                </a:lnTo>
                <a:lnTo>
                  <a:pt x="39255" y="107952"/>
                </a:lnTo>
                <a:lnTo>
                  <a:pt x="39255" y="104681"/>
                </a:lnTo>
                <a:lnTo>
                  <a:pt x="35984" y="104681"/>
                </a:lnTo>
                <a:lnTo>
                  <a:pt x="35984" y="98138"/>
                </a:lnTo>
                <a:lnTo>
                  <a:pt x="32713" y="98138"/>
                </a:lnTo>
                <a:lnTo>
                  <a:pt x="32713" y="88324"/>
                </a:lnTo>
                <a:lnTo>
                  <a:pt x="16356" y="88324"/>
                </a:lnTo>
                <a:lnTo>
                  <a:pt x="16356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71968"/>
                </a:lnTo>
                <a:lnTo>
                  <a:pt x="0" y="71968"/>
                </a:lnTo>
                <a:lnTo>
                  <a:pt x="0" y="62154"/>
                </a:lnTo>
                <a:lnTo>
                  <a:pt x="3271" y="62154"/>
                </a:lnTo>
                <a:lnTo>
                  <a:pt x="3271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isible source SEC-093 inset-1 region 220">
            <a:extLst xmlns:a="http://schemas.openxmlformats.org/drawingml/2006/main">
              <a:ext uri="{FF2B5EF4-FFF2-40B4-BE49-F238E27FC236}">
                <a16:creationId xmlns:a16="http://schemas.microsoft.com/office/drawing/2014/main" id="{5FF97979-4356-4E01-B108-0D113BF6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940" y="2211539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52340" y="39255"/>
                </a:lnTo>
                <a:lnTo>
                  <a:pt x="52340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isible source SEC-093 inset-1 region 221">
            <a:extLst xmlns:a="http://schemas.openxmlformats.org/drawingml/2006/main">
              <a:ext uri="{FF2B5EF4-FFF2-40B4-BE49-F238E27FC236}">
                <a16:creationId xmlns:a16="http://schemas.microsoft.com/office/drawing/2014/main" id="{DFBF9E4A-8C2D-4EDE-B066-CA0642BB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807" y="2211539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isible source SEC-093 inset-1 region 222">
            <a:extLst xmlns:a="http://schemas.openxmlformats.org/drawingml/2006/main">
              <a:ext uri="{FF2B5EF4-FFF2-40B4-BE49-F238E27FC236}">
                <a16:creationId xmlns:a16="http://schemas.microsoft.com/office/drawing/2014/main" id="{CE1E608E-556A-4643-A58B-41EA8586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807" y="2267151"/>
            <a:ext cx="127579" cy="68697"/>
          </a:xfrm>
          <a:custGeom xmlns:a="http://schemas.openxmlformats.org/drawingml/2006/main">
            <a:pathLst>
              <a:path w="127579" h="68697">
                <a:moveTo>
                  <a:pt x="49069" y="26170"/>
                </a:moveTo>
                <a:lnTo>
                  <a:pt x="49069" y="16356"/>
                </a:ln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75239" y="42526"/>
                </a:lnTo>
                <a:lnTo>
                  <a:pt x="75239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58883" y="65425"/>
                </a:lnTo>
                <a:lnTo>
                  <a:pt x="58883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9069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isible source SEC-093 inset-1 region 223">
            <a:extLst xmlns:a="http://schemas.openxmlformats.org/drawingml/2006/main">
              <a:ext uri="{FF2B5EF4-FFF2-40B4-BE49-F238E27FC236}">
                <a16:creationId xmlns:a16="http://schemas.microsoft.com/office/drawing/2014/main" id="{2360BD07-63D1-4A9F-9F8E-43E0DDBA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35" y="2335847"/>
            <a:ext cx="310770" cy="134122"/>
          </a:xfrm>
          <a:custGeom xmlns:a="http://schemas.openxmlformats.org/drawingml/2006/main">
            <a:pathLst>
              <a:path w="310770" h="134122">
                <a:moveTo>
                  <a:pt x="0" y="107952"/>
                </a:moveTo>
                <a:lnTo>
                  <a:pt x="3271" y="107952"/>
                </a:lnTo>
                <a:lnTo>
                  <a:pt x="3271" y="101409"/>
                </a:lnTo>
                <a:lnTo>
                  <a:pt x="6543" y="101409"/>
                </a:lnTo>
                <a:lnTo>
                  <a:pt x="6543" y="98138"/>
                </a:lnTo>
                <a:lnTo>
                  <a:pt x="9814" y="98138"/>
                </a:lnTo>
                <a:lnTo>
                  <a:pt x="9814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45798" y="91595"/>
                </a:lnTo>
                <a:lnTo>
                  <a:pt x="45798" y="85053"/>
                </a:lnTo>
                <a:lnTo>
                  <a:pt x="49069" y="85053"/>
                </a:lnTo>
                <a:lnTo>
                  <a:pt x="49069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88324" y="65425"/>
                </a:lnTo>
                <a:lnTo>
                  <a:pt x="88324" y="55612"/>
                </a:lnTo>
                <a:lnTo>
                  <a:pt x="91595" y="55612"/>
                </a:lnTo>
                <a:lnTo>
                  <a:pt x="91595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98138" y="45798"/>
                </a:lnTo>
                <a:lnTo>
                  <a:pt x="98138" y="42526"/>
                </a:lnTo>
                <a:lnTo>
                  <a:pt x="104681" y="42526"/>
                </a:lnTo>
                <a:lnTo>
                  <a:pt x="104681" y="39255"/>
                </a:lnTo>
                <a:lnTo>
                  <a:pt x="140664" y="39255"/>
                </a:lnTo>
                <a:lnTo>
                  <a:pt x="140664" y="32713"/>
                </a:lnTo>
                <a:lnTo>
                  <a:pt x="143936" y="32713"/>
                </a:lnTo>
                <a:lnTo>
                  <a:pt x="143936" y="29441"/>
                </a:lnTo>
                <a:lnTo>
                  <a:pt x="147207" y="29441"/>
                </a:lnTo>
                <a:lnTo>
                  <a:pt x="147207" y="26170"/>
                </a:lnTo>
                <a:lnTo>
                  <a:pt x="153750" y="26170"/>
                </a:lnTo>
                <a:lnTo>
                  <a:pt x="153750" y="22899"/>
                </a:lnTo>
                <a:lnTo>
                  <a:pt x="179920" y="22899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48616" y="0"/>
                </a:lnTo>
                <a:lnTo>
                  <a:pt x="248616" y="3271"/>
                </a:lnTo>
                <a:lnTo>
                  <a:pt x="255159" y="3271"/>
                </a:lnTo>
                <a:lnTo>
                  <a:pt x="255159" y="6543"/>
                </a:lnTo>
                <a:lnTo>
                  <a:pt x="258430" y="6543"/>
                </a:lnTo>
                <a:lnTo>
                  <a:pt x="258430" y="9814"/>
                </a:lnTo>
                <a:lnTo>
                  <a:pt x="261701" y="9814"/>
                </a:lnTo>
                <a:lnTo>
                  <a:pt x="261701" y="16356"/>
                </a:lnTo>
                <a:lnTo>
                  <a:pt x="264973" y="16356"/>
                </a:lnTo>
                <a:lnTo>
                  <a:pt x="264973" y="26170"/>
                </a:lnTo>
                <a:lnTo>
                  <a:pt x="261701" y="26170"/>
                </a:lnTo>
                <a:lnTo>
                  <a:pt x="261701" y="32713"/>
                </a:lnTo>
                <a:lnTo>
                  <a:pt x="258430" y="32713"/>
                </a:lnTo>
                <a:lnTo>
                  <a:pt x="258430" y="35984"/>
                </a:lnTo>
                <a:lnTo>
                  <a:pt x="255159" y="35984"/>
                </a:lnTo>
                <a:lnTo>
                  <a:pt x="255159" y="39255"/>
                </a:lnTo>
                <a:lnTo>
                  <a:pt x="264973" y="39255"/>
                </a:lnTo>
                <a:lnTo>
                  <a:pt x="264973" y="42526"/>
                </a:lnTo>
                <a:lnTo>
                  <a:pt x="271515" y="42526"/>
                </a:lnTo>
                <a:lnTo>
                  <a:pt x="271515" y="39255"/>
                </a:lnTo>
                <a:lnTo>
                  <a:pt x="294414" y="39255"/>
                </a:lnTo>
                <a:lnTo>
                  <a:pt x="294414" y="42526"/>
                </a:lnTo>
                <a:lnTo>
                  <a:pt x="300956" y="42526"/>
                </a:lnTo>
                <a:lnTo>
                  <a:pt x="300956" y="45798"/>
                </a:lnTo>
                <a:lnTo>
                  <a:pt x="304228" y="45798"/>
                </a:lnTo>
                <a:lnTo>
                  <a:pt x="304228" y="49069"/>
                </a:lnTo>
                <a:lnTo>
                  <a:pt x="307499" y="49069"/>
                </a:lnTo>
                <a:lnTo>
                  <a:pt x="307499" y="55612"/>
                </a:lnTo>
                <a:lnTo>
                  <a:pt x="310770" y="55612"/>
                </a:lnTo>
                <a:lnTo>
                  <a:pt x="310770" y="65425"/>
                </a:lnTo>
                <a:lnTo>
                  <a:pt x="307499" y="65425"/>
                </a:lnTo>
                <a:lnTo>
                  <a:pt x="307499" y="71968"/>
                </a:lnTo>
                <a:lnTo>
                  <a:pt x="304228" y="71968"/>
                </a:lnTo>
                <a:lnTo>
                  <a:pt x="304228" y="75239"/>
                </a:lnTo>
                <a:lnTo>
                  <a:pt x="300956" y="75239"/>
                </a:lnTo>
                <a:lnTo>
                  <a:pt x="300956" y="78510"/>
                </a:lnTo>
                <a:lnTo>
                  <a:pt x="294414" y="78510"/>
                </a:lnTo>
                <a:lnTo>
                  <a:pt x="294414" y="81782"/>
                </a:lnTo>
                <a:lnTo>
                  <a:pt x="291143" y="81782"/>
                </a:lnTo>
                <a:lnTo>
                  <a:pt x="291143" y="85053"/>
                </a:lnTo>
                <a:lnTo>
                  <a:pt x="287871" y="85053"/>
                </a:lnTo>
                <a:lnTo>
                  <a:pt x="287871" y="88324"/>
                </a:lnTo>
                <a:lnTo>
                  <a:pt x="284600" y="88324"/>
                </a:lnTo>
                <a:lnTo>
                  <a:pt x="284600" y="91595"/>
                </a:lnTo>
                <a:lnTo>
                  <a:pt x="281329" y="91595"/>
                </a:lnTo>
                <a:lnTo>
                  <a:pt x="281329" y="94867"/>
                </a:lnTo>
                <a:lnTo>
                  <a:pt x="248616" y="94867"/>
                </a:lnTo>
                <a:lnTo>
                  <a:pt x="248616" y="91595"/>
                </a:lnTo>
                <a:lnTo>
                  <a:pt x="242074" y="91595"/>
                </a:lnTo>
                <a:lnTo>
                  <a:pt x="242074" y="88324"/>
                </a:lnTo>
                <a:lnTo>
                  <a:pt x="238802" y="88324"/>
                </a:lnTo>
                <a:lnTo>
                  <a:pt x="238802" y="85053"/>
                </a:lnTo>
                <a:lnTo>
                  <a:pt x="228989" y="85053"/>
                </a:lnTo>
                <a:lnTo>
                  <a:pt x="228989" y="81782"/>
                </a:lnTo>
                <a:lnTo>
                  <a:pt x="225717" y="81782"/>
                </a:lnTo>
                <a:lnTo>
                  <a:pt x="225717" y="85053"/>
                </a:lnTo>
                <a:lnTo>
                  <a:pt x="212632" y="85053"/>
                </a:lnTo>
                <a:lnTo>
                  <a:pt x="212632" y="88324"/>
                </a:lnTo>
                <a:lnTo>
                  <a:pt x="206090" y="88324"/>
                </a:lnTo>
                <a:lnTo>
                  <a:pt x="206090" y="91595"/>
                </a:lnTo>
                <a:lnTo>
                  <a:pt x="157021" y="91595"/>
                </a:lnTo>
                <a:lnTo>
                  <a:pt x="157021" y="94867"/>
                </a:lnTo>
                <a:lnTo>
                  <a:pt x="127579" y="94867"/>
                </a:lnTo>
                <a:lnTo>
                  <a:pt x="127579" y="101409"/>
                </a:lnTo>
                <a:lnTo>
                  <a:pt x="124308" y="101409"/>
                </a:lnTo>
                <a:lnTo>
                  <a:pt x="124308" y="104681"/>
                </a:lnTo>
                <a:lnTo>
                  <a:pt x="121037" y="104681"/>
                </a:lnTo>
                <a:lnTo>
                  <a:pt x="121037" y="107952"/>
                </a:lnTo>
                <a:lnTo>
                  <a:pt x="114494" y="107952"/>
                </a:lnTo>
                <a:lnTo>
                  <a:pt x="114494" y="111223"/>
                </a:lnTo>
                <a:lnTo>
                  <a:pt x="85053" y="111223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24308"/>
                </a:lnTo>
                <a:lnTo>
                  <a:pt x="78510" y="124308"/>
                </a:lnTo>
                <a:lnTo>
                  <a:pt x="78510" y="127579"/>
                </a:lnTo>
                <a:lnTo>
                  <a:pt x="75239" y="127579"/>
                </a:lnTo>
                <a:lnTo>
                  <a:pt x="75239" y="130851"/>
                </a:lnTo>
                <a:lnTo>
                  <a:pt x="71968" y="130851"/>
                </a:lnTo>
                <a:lnTo>
                  <a:pt x="71968" y="134122"/>
                </a:lnTo>
                <a:lnTo>
                  <a:pt x="16356" y="134122"/>
                </a:lnTo>
                <a:lnTo>
                  <a:pt x="16356" y="130851"/>
                </a:lnTo>
                <a:lnTo>
                  <a:pt x="9814" y="130851"/>
                </a:lnTo>
                <a:lnTo>
                  <a:pt x="9814" y="127579"/>
                </a:lnTo>
                <a:lnTo>
                  <a:pt x="6543" y="127579"/>
                </a:lnTo>
                <a:lnTo>
                  <a:pt x="6543" y="124308"/>
                </a:lnTo>
                <a:lnTo>
                  <a:pt x="3271" y="124308"/>
                </a:lnTo>
                <a:lnTo>
                  <a:pt x="3271" y="117766"/>
                </a:lnTo>
                <a:lnTo>
                  <a:pt x="0" y="117766"/>
                </a:lnTo>
                <a:lnTo>
                  <a:pt x="0" y="10795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isible source SEC-093 inset-1 region 224">
            <a:extLst xmlns:a="http://schemas.openxmlformats.org/drawingml/2006/main">
              <a:ext uri="{FF2B5EF4-FFF2-40B4-BE49-F238E27FC236}">
                <a16:creationId xmlns:a16="http://schemas.microsoft.com/office/drawing/2014/main" id="{BD8D08CF-8D23-4190-B9F6-B1C9589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482" y="2427443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3085"/>
                </a:move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isible source SEC-093 inset-1 region 225">
            <a:extLst xmlns:a="http://schemas.openxmlformats.org/drawingml/2006/main">
              <a:ext uri="{FF2B5EF4-FFF2-40B4-BE49-F238E27FC236}">
                <a16:creationId xmlns:a16="http://schemas.microsoft.com/office/drawing/2014/main" id="{DEE69521-E3DD-4211-8850-4A81BA1C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211" y="2509224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29441"/>
                </a:moveTo>
                <a:lnTo>
                  <a:pt x="0" y="13085"/>
                </a:ln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65425" y="0"/>
                </a:lnTo>
                <a:lnTo>
                  <a:pt x="65425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isible source SEC-093 inset-1 region 226">
            <a:extLst xmlns:a="http://schemas.openxmlformats.org/drawingml/2006/main">
              <a:ext uri="{FF2B5EF4-FFF2-40B4-BE49-F238E27FC236}">
                <a16:creationId xmlns:a16="http://schemas.microsoft.com/office/drawing/2014/main" id="{57503BB4-182B-4D90-B286-9973582D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35" y="2509224"/>
            <a:ext cx="127579" cy="42526"/>
          </a:xfrm>
          <a:custGeom xmlns:a="http://schemas.openxmlformats.org/drawingml/2006/main">
            <a:pathLst>
              <a:path w="127579" h="42526">
                <a:moveTo>
                  <a:pt x="0" y="13085"/>
                </a:move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isible source SEC-093 inset-1 region 227">
            <a:extLst xmlns:a="http://schemas.openxmlformats.org/drawingml/2006/main">
              <a:ext uri="{FF2B5EF4-FFF2-40B4-BE49-F238E27FC236}">
                <a16:creationId xmlns:a16="http://schemas.microsoft.com/office/drawing/2014/main" id="{06ABEE00-F38E-43A7-9E0E-2C138DED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009" y="2558293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isible source SEC-093 inset-1 region 228">
            <a:extLst xmlns:a="http://schemas.openxmlformats.org/drawingml/2006/main">
              <a:ext uri="{FF2B5EF4-FFF2-40B4-BE49-F238E27FC236}">
                <a16:creationId xmlns:a16="http://schemas.microsoft.com/office/drawing/2014/main" id="{8B5D42DF-8C2C-4EF0-86C7-7FDF78C3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685" y="2558293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isible source SEC-093 inset-1 region 229">
            <a:extLst xmlns:a="http://schemas.openxmlformats.org/drawingml/2006/main">
              <a:ext uri="{FF2B5EF4-FFF2-40B4-BE49-F238E27FC236}">
                <a16:creationId xmlns:a16="http://schemas.microsoft.com/office/drawing/2014/main" id="{86E4DABB-C743-49C4-8251-EBC8DCCB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912" y="1154920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isible source SEC-093 inset-1 region 230">
            <a:extLst xmlns:a="http://schemas.openxmlformats.org/drawingml/2006/main">
              <a:ext uri="{FF2B5EF4-FFF2-40B4-BE49-F238E27FC236}">
                <a16:creationId xmlns:a16="http://schemas.microsoft.com/office/drawing/2014/main" id="{42A6D3F6-ED5C-4C7E-A05E-B4AAC640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76" y="1387180"/>
            <a:ext cx="42526" cy="42526"/>
          </a:xfrm>
          <a:custGeom xmlns:a="http://schemas.openxmlformats.org/drawingml/2006/main">
            <a:pathLst>
              <a:path w="42526" h="42526">
                <a:moveTo>
                  <a:pt x="32713" y="3271"/>
                </a:move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isible source SEC-093 inset-1 region 231">
            <a:extLst xmlns:a="http://schemas.openxmlformats.org/drawingml/2006/main">
              <a:ext uri="{FF2B5EF4-FFF2-40B4-BE49-F238E27FC236}">
                <a16:creationId xmlns:a16="http://schemas.microsoft.com/office/drawing/2014/main" id="{139CB41E-0147-4C9F-9591-E6E2BCB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929" y="153765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isible source SEC-093 inset-1 region 232">
            <a:extLst xmlns:a="http://schemas.openxmlformats.org/drawingml/2006/main">
              <a:ext uri="{FF2B5EF4-FFF2-40B4-BE49-F238E27FC236}">
                <a16:creationId xmlns:a16="http://schemas.microsoft.com/office/drawing/2014/main" id="{793D68A0-71E5-4F6F-BBF1-6C81688D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083" y="167505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isible source SEC-093 inset-1 region 233">
            <a:extLst xmlns:a="http://schemas.openxmlformats.org/drawingml/2006/main">
              <a:ext uri="{FF2B5EF4-FFF2-40B4-BE49-F238E27FC236}">
                <a16:creationId xmlns:a16="http://schemas.microsoft.com/office/drawing/2014/main" id="{A6E58771-9823-491D-8251-C63EA431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407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isible source SEC-093 inset-1 region 234">
            <a:extLst xmlns:a="http://schemas.openxmlformats.org/drawingml/2006/main">
              <a:ext uri="{FF2B5EF4-FFF2-40B4-BE49-F238E27FC236}">
                <a16:creationId xmlns:a16="http://schemas.microsoft.com/office/drawing/2014/main" id="{DFFC4834-504C-46FE-8236-558B5F82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131" y="1769918"/>
            <a:ext cx="121037" cy="65425"/>
          </a:xfrm>
          <a:custGeom xmlns:a="http://schemas.openxmlformats.org/drawingml/2006/main">
            <a:pathLst>
              <a:path w="121037" h="65425">
                <a:moveTo>
                  <a:pt x="49069" y="16356"/>
                </a:move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49069" y="62154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55612"/>
                </a:lnTo>
                <a:lnTo>
                  <a:pt x="42526" y="55612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6170" y="22899"/>
                </a:lnTo>
                <a:lnTo>
                  <a:pt x="26170" y="26170"/>
                </a:lnTo>
                <a:lnTo>
                  <a:pt x="32713" y="26170"/>
                </a:lnTo>
                <a:lnTo>
                  <a:pt x="32713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9255" y="32713"/>
                </a:lnTo>
                <a:lnTo>
                  <a:pt x="39255" y="39255"/>
                </a:lnTo>
                <a:lnTo>
                  <a:pt x="42526" y="39255"/>
                </a:lnTo>
                <a:lnTo>
                  <a:pt x="42526" y="32713"/>
                </a:lnTo>
                <a:lnTo>
                  <a:pt x="45798" y="32713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isible source SEC-093 inset-1 region 235">
            <a:extLst xmlns:a="http://schemas.openxmlformats.org/drawingml/2006/main">
              <a:ext uri="{FF2B5EF4-FFF2-40B4-BE49-F238E27FC236}">
                <a16:creationId xmlns:a16="http://schemas.microsoft.com/office/drawing/2014/main" id="{E8E6DD96-0A0D-4603-8EE3-464D62C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53" y="1783003"/>
            <a:ext cx="101409" cy="81782"/>
          </a:xfrm>
          <a:custGeom xmlns:a="http://schemas.openxmlformats.org/drawingml/2006/main">
            <a:pathLst>
              <a:path w="101409" h="81782">
                <a:moveTo>
                  <a:pt x="6543" y="16356"/>
                </a:move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22899" y="9814"/>
                </a:lnTo>
                <a:lnTo>
                  <a:pt x="22899" y="6543"/>
                </a:ln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65425" y="9814"/>
                </a:lnTo>
                <a:lnTo>
                  <a:pt x="65425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19628"/>
                </a:lnTo>
                <a:lnTo>
                  <a:pt x="78510" y="19628"/>
                </a:lnTo>
                <a:lnTo>
                  <a:pt x="78510" y="26170"/>
                </a:lnTo>
                <a:lnTo>
                  <a:pt x="81782" y="26170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91595" y="42526"/>
                </a:lnTo>
                <a:lnTo>
                  <a:pt x="91595" y="45798"/>
                </a:lnTo>
                <a:lnTo>
                  <a:pt x="94867" y="45798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55612"/>
                </a:lnTo>
                <a:lnTo>
                  <a:pt x="101409" y="55612"/>
                </a:lnTo>
                <a:lnTo>
                  <a:pt x="101409" y="65425"/>
                </a:lnTo>
                <a:lnTo>
                  <a:pt x="98138" y="65425"/>
                </a:lnTo>
                <a:lnTo>
                  <a:pt x="98138" y="71968"/>
                </a:lnTo>
                <a:lnTo>
                  <a:pt x="94867" y="71968"/>
                </a:lnTo>
                <a:lnTo>
                  <a:pt x="94867" y="75239"/>
                </a:lnTo>
                <a:lnTo>
                  <a:pt x="91595" y="75239"/>
                </a:lnTo>
                <a:lnTo>
                  <a:pt x="91595" y="78510"/>
                </a:lnTo>
                <a:lnTo>
                  <a:pt x="85053" y="78510"/>
                </a:lnTo>
                <a:lnTo>
                  <a:pt x="85053" y="81782"/>
                </a:lnTo>
                <a:lnTo>
                  <a:pt x="75239" y="81782"/>
                </a:lnTo>
                <a:lnTo>
                  <a:pt x="75239" y="78510"/>
                </a:lnTo>
                <a:lnTo>
                  <a:pt x="68697" y="78510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1968"/>
                </a:lnTo>
                <a:lnTo>
                  <a:pt x="62154" y="71968"/>
                </a:lnTo>
                <a:lnTo>
                  <a:pt x="62154" y="65425"/>
                </a:lnTo>
                <a:lnTo>
                  <a:pt x="58883" y="65425"/>
                </a:lnTo>
                <a:lnTo>
                  <a:pt x="58883" y="55612"/>
                </a:lnTo>
                <a:lnTo>
                  <a:pt x="62154" y="55612"/>
                </a:lnTo>
                <a:lnTo>
                  <a:pt x="62154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2526" y="49069"/>
                </a:lnTo>
                <a:lnTo>
                  <a:pt x="42526" y="52340"/>
                </a:lnTo>
                <a:lnTo>
                  <a:pt x="32713" y="52340"/>
                </a:lnTo>
                <a:lnTo>
                  <a:pt x="32713" y="49069"/>
                </a:lnTo>
                <a:lnTo>
                  <a:pt x="26170" y="49069"/>
                </a:lnTo>
                <a:lnTo>
                  <a:pt x="26170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isible source SEC-093 inset-1 region 236">
            <a:extLst xmlns:a="http://schemas.openxmlformats.org/drawingml/2006/main">
              <a:ext uri="{FF2B5EF4-FFF2-40B4-BE49-F238E27FC236}">
                <a16:creationId xmlns:a16="http://schemas.microsoft.com/office/drawing/2014/main" id="{290F672F-04F4-4AF2-B7B0-B72E4416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391" y="1783003"/>
            <a:ext cx="55612" cy="52340"/>
          </a:xfrm>
          <a:custGeom xmlns:a="http://schemas.openxmlformats.org/drawingml/2006/main">
            <a:pathLst>
              <a:path w="55612" h="52340">
                <a:moveTo>
                  <a:pt x="6543" y="19628"/>
                </a:moveTo>
                <a:lnTo>
                  <a:pt x="6543" y="16356"/>
                </a:ln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42526"/>
                </a:lnTo>
                <a:lnTo>
                  <a:pt x="45798" y="42526"/>
                </a:lnTo>
                <a:lnTo>
                  <a:pt x="45798" y="45798"/>
                </a:lnTo>
                <a:lnTo>
                  <a:pt x="42526" y="45798"/>
                </a:lnTo>
                <a:lnTo>
                  <a:pt x="42526" y="49069"/>
                </a:lnTo>
                <a:lnTo>
                  <a:pt x="35984" y="49069"/>
                </a:lnTo>
                <a:lnTo>
                  <a:pt x="35984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isible source SEC-093 inset-1 region 237">
            <a:extLst xmlns:a="http://schemas.openxmlformats.org/drawingml/2006/main">
              <a:ext uri="{FF2B5EF4-FFF2-40B4-BE49-F238E27FC236}">
                <a16:creationId xmlns:a16="http://schemas.microsoft.com/office/drawing/2014/main" id="{8332F2D6-960E-429A-874E-76C5448A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402" y="1894226"/>
            <a:ext cx="160292" cy="140664"/>
          </a:xfrm>
          <a:custGeom xmlns:a="http://schemas.openxmlformats.org/drawingml/2006/main">
            <a:pathLst>
              <a:path w="160292" h="140664">
                <a:moveTo>
                  <a:pt x="88324" y="16356"/>
                </a:move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0"/>
                </a:lnTo>
                <a:lnTo>
                  <a:pt x="130851" y="0"/>
                </a:lnTo>
                <a:lnTo>
                  <a:pt x="130851" y="3271"/>
                </a:lnTo>
                <a:lnTo>
                  <a:pt x="137393" y="3271"/>
                </a:lnTo>
                <a:lnTo>
                  <a:pt x="137393" y="6543"/>
                </a:lnTo>
                <a:lnTo>
                  <a:pt x="140664" y="6543"/>
                </a:lnTo>
                <a:lnTo>
                  <a:pt x="140664" y="9814"/>
                </a:lnTo>
                <a:lnTo>
                  <a:pt x="143936" y="9814"/>
                </a:lnTo>
                <a:lnTo>
                  <a:pt x="143936" y="16356"/>
                </a:lnTo>
                <a:lnTo>
                  <a:pt x="147207" y="16356"/>
                </a:lnTo>
                <a:lnTo>
                  <a:pt x="147207" y="26170"/>
                </a:lnTo>
                <a:lnTo>
                  <a:pt x="143936" y="26170"/>
                </a:lnTo>
                <a:lnTo>
                  <a:pt x="143936" y="32713"/>
                </a:lnTo>
                <a:lnTo>
                  <a:pt x="140664" y="32713"/>
                </a:lnTo>
                <a:lnTo>
                  <a:pt x="140664" y="35984"/>
                </a:lnTo>
                <a:lnTo>
                  <a:pt x="137393" y="35984"/>
                </a:lnTo>
                <a:lnTo>
                  <a:pt x="137393" y="39255"/>
                </a:lnTo>
                <a:lnTo>
                  <a:pt x="130851" y="39255"/>
                </a:lnTo>
                <a:lnTo>
                  <a:pt x="130851" y="42526"/>
                </a:lnTo>
                <a:lnTo>
                  <a:pt x="143936" y="42526"/>
                </a:lnTo>
                <a:lnTo>
                  <a:pt x="143936" y="45798"/>
                </a:lnTo>
                <a:lnTo>
                  <a:pt x="150478" y="45798"/>
                </a:lnTo>
                <a:lnTo>
                  <a:pt x="150478" y="49069"/>
                </a:lnTo>
                <a:lnTo>
                  <a:pt x="153750" y="49069"/>
                </a:lnTo>
                <a:lnTo>
                  <a:pt x="153750" y="52340"/>
                </a:lnTo>
                <a:lnTo>
                  <a:pt x="157021" y="52340"/>
                </a:lnTo>
                <a:lnTo>
                  <a:pt x="157021" y="58883"/>
                </a:lnTo>
                <a:lnTo>
                  <a:pt x="160292" y="58883"/>
                </a:lnTo>
                <a:lnTo>
                  <a:pt x="160292" y="68697"/>
                </a:lnTo>
                <a:lnTo>
                  <a:pt x="157021" y="68697"/>
                </a:lnTo>
                <a:lnTo>
                  <a:pt x="157021" y="75239"/>
                </a:lnTo>
                <a:lnTo>
                  <a:pt x="153750" y="75239"/>
                </a:lnTo>
                <a:lnTo>
                  <a:pt x="153750" y="78510"/>
                </a:lnTo>
                <a:lnTo>
                  <a:pt x="150478" y="78510"/>
                </a:lnTo>
                <a:lnTo>
                  <a:pt x="150478" y="81782"/>
                </a:lnTo>
                <a:lnTo>
                  <a:pt x="143936" y="81782"/>
                </a:lnTo>
                <a:lnTo>
                  <a:pt x="143936" y="85053"/>
                </a:lnTo>
                <a:lnTo>
                  <a:pt x="121037" y="85053"/>
                </a:lnTo>
                <a:lnTo>
                  <a:pt x="121037" y="81782"/>
                </a:lnTo>
                <a:lnTo>
                  <a:pt x="114494" y="81782"/>
                </a:lnTo>
                <a:lnTo>
                  <a:pt x="114494" y="88324"/>
                </a:lnTo>
                <a:lnTo>
                  <a:pt x="117766" y="88324"/>
                </a:lnTo>
                <a:lnTo>
                  <a:pt x="117766" y="91595"/>
                </a:lnTo>
                <a:lnTo>
                  <a:pt x="121037" y="91595"/>
                </a:lnTo>
                <a:lnTo>
                  <a:pt x="121037" y="98138"/>
                </a:lnTo>
                <a:lnTo>
                  <a:pt x="124308" y="98138"/>
                </a:lnTo>
                <a:lnTo>
                  <a:pt x="124308" y="107952"/>
                </a:lnTo>
                <a:lnTo>
                  <a:pt x="121037" y="107952"/>
                </a:lnTo>
                <a:lnTo>
                  <a:pt x="121037" y="114494"/>
                </a:lnTo>
                <a:lnTo>
                  <a:pt x="117766" y="114494"/>
                </a:lnTo>
                <a:lnTo>
                  <a:pt x="117766" y="117766"/>
                </a:lnTo>
                <a:lnTo>
                  <a:pt x="114494" y="117766"/>
                </a:lnTo>
                <a:lnTo>
                  <a:pt x="114494" y="121037"/>
                </a:lnTo>
                <a:lnTo>
                  <a:pt x="107952" y="121037"/>
                </a:lnTo>
                <a:lnTo>
                  <a:pt x="107952" y="124308"/>
                </a:lnTo>
                <a:lnTo>
                  <a:pt x="91595" y="124308"/>
                </a:lnTo>
                <a:lnTo>
                  <a:pt x="91595" y="121037"/>
                </a:lnTo>
                <a:lnTo>
                  <a:pt x="81782" y="121037"/>
                </a:lnTo>
                <a:lnTo>
                  <a:pt x="81782" y="124308"/>
                </a:lnTo>
                <a:lnTo>
                  <a:pt x="71968" y="124308"/>
                </a:lnTo>
                <a:lnTo>
                  <a:pt x="71968" y="121037"/>
                </a:lnTo>
                <a:lnTo>
                  <a:pt x="65425" y="121037"/>
                </a:lnTo>
                <a:lnTo>
                  <a:pt x="65425" y="124308"/>
                </a:lnTo>
                <a:lnTo>
                  <a:pt x="58883" y="124308"/>
                </a:lnTo>
                <a:lnTo>
                  <a:pt x="58883" y="127579"/>
                </a:lnTo>
                <a:lnTo>
                  <a:pt x="55612" y="127579"/>
                </a:lnTo>
                <a:lnTo>
                  <a:pt x="55612" y="130851"/>
                </a:lnTo>
                <a:lnTo>
                  <a:pt x="52340" y="130851"/>
                </a:lnTo>
                <a:lnTo>
                  <a:pt x="52340" y="134122"/>
                </a:lnTo>
                <a:lnTo>
                  <a:pt x="49069" y="134122"/>
                </a:lnTo>
                <a:lnTo>
                  <a:pt x="49069" y="137393"/>
                </a:lnTo>
                <a:lnTo>
                  <a:pt x="42526" y="137393"/>
                </a:lnTo>
                <a:lnTo>
                  <a:pt x="42526" y="140664"/>
                </a:lnTo>
                <a:lnTo>
                  <a:pt x="26170" y="140664"/>
                </a:lnTo>
                <a:lnTo>
                  <a:pt x="26170" y="137393"/>
                </a:lnTo>
                <a:lnTo>
                  <a:pt x="19628" y="137393"/>
                </a:lnTo>
                <a:lnTo>
                  <a:pt x="19628" y="134122"/>
                </a:lnTo>
                <a:lnTo>
                  <a:pt x="16356" y="134122"/>
                </a:lnTo>
                <a:lnTo>
                  <a:pt x="16356" y="130851"/>
                </a:lnTo>
                <a:lnTo>
                  <a:pt x="13085" y="130851"/>
                </a:lnTo>
                <a:lnTo>
                  <a:pt x="13085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0" y="111223"/>
                </a:lnTo>
                <a:lnTo>
                  <a:pt x="0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16356" y="88324"/>
                </a:lnTo>
                <a:lnTo>
                  <a:pt x="16356" y="85053"/>
                </a:lnTo>
                <a:lnTo>
                  <a:pt x="26170" y="85053"/>
                </a:lnTo>
                <a:lnTo>
                  <a:pt x="26170" y="88324"/>
                </a:lnTo>
                <a:lnTo>
                  <a:pt x="29441" y="88324"/>
                </a:lnTo>
                <a:lnTo>
                  <a:pt x="29441" y="85053"/>
                </a:lnTo>
                <a:lnTo>
                  <a:pt x="42526" y="85053"/>
                </a:lnTo>
                <a:lnTo>
                  <a:pt x="42526" y="88324"/>
                </a:lnTo>
                <a:lnTo>
                  <a:pt x="49069" y="88324"/>
                </a:lnTo>
                <a:lnTo>
                  <a:pt x="49069" y="85053"/>
                </a:lnTo>
                <a:lnTo>
                  <a:pt x="58883" y="85053"/>
                </a:lnTo>
                <a:lnTo>
                  <a:pt x="58883" y="88324"/>
                </a:lnTo>
                <a:lnTo>
                  <a:pt x="65425" y="88324"/>
                </a:lnTo>
                <a:lnTo>
                  <a:pt x="65425" y="81782"/>
                </a:lnTo>
                <a:lnTo>
                  <a:pt x="62154" y="81782"/>
                </a:lnTo>
                <a:lnTo>
                  <a:pt x="62154" y="71968"/>
                </a:lnTo>
                <a:lnTo>
                  <a:pt x="65425" y="71968"/>
                </a:lnTo>
                <a:lnTo>
                  <a:pt x="65425" y="65425"/>
                </a:lnTo>
                <a:lnTo>
                  <a:pt x="68697" y="65425"/>
                </a:lnTo>
                <a:lnTo>
                  <a:pt x="68697" y="62154"/>
                </a:lnTo>
                <a:lnTo>
                  <a:pt x="71968" y="62154"/>
                </a:lnTo>
                <a:lnTo>
                  <a:pt x="71968" y="58883"/>
                </a:lnTo>
                <a:lnTo>
                  <a:pt x="78510" y="58883"/>
                </a:lnTo>
                <a:lnTo>
                  <a:pt x="78510" y="55612"/>
                </a:lnTo>
                <a:lnTo>
                  <a:pt x="91595" y="55612"/>
                </a:lnTo>
                <a:lnTo>
                  <a:pt x="91595" y="52340"/>
                </a:lnTo>
                <a:lnTo>
                  <a:pt x="94867" y="52340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45798"/>
                </a:lnTo>
                <a:lnTo>
                  <a:pt x="104681" y="45798"/>
                </a:lnTo>
                <a:lnTo>
                  <a:pt x="104681" y="39255"/>
                </a:lnTo>
                <a:lnTo>
                  <a:pt x="98138" y="39255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close/>
                <a:moveTo>
                  <a:pt x="114494" y="45798"/>
                </a:moveTo>
                <a:lnTo>
                  <a:pt x="121037" y="45798"/>
                </a:lnTo>
                <a:lnTo>
                  <a:pt x="121037" y="42526"/>
                </a:lnTo>
                <a:lnTo>
                  <a:pt x="114494" y="42526"/>
                </a:lnTo>
                <a:lnTo>
                  <a:pt x="114494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isible source SEC-093 inset-1 region 238">
            <a:extLst xmlns:a="http://schemas.openxmlformats.org/drawingml/2006/main">
              <a:ext uri="{FF2B5EF4-FFF2-40B4-BE49-F238E27FC236}">
                <a16:creationId xmlns:a16="http://schemas.microsoft.com/office/drawing/2014/main" id="{5F436109-6DA7-4BBF-AF15-E9406560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503" y="1920397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isible source SEC-093 inset-1 region 239">
            <a:extLst xmlns:a="http://schemas.openxmlformats.org/drawingml/2006/main">
              <a:ext uri="{FF2B5EF4-FFF2-40B4-BE49-F238E27FC236}">
                <a16:creationId xmlns:a16="http://schemas.microsoft.com/office/drawing/2014/main" id="{1ED45EC5-1042-46B2-9C16-55E0AF20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593" y="1923668"/>
            <a:ext cx="65425" cy="42526"/>
          </a:xfrm>
          <a:custGeom xmlns:a="http://schemas.openxmlformats.org/drawingml/2006/main">
            <a:pathLst>
              <a:path w="65425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isible source SEC-093 inset-1 region 240">
            <a:extLst xmlns:a="http://schemas.openxmlformats.org/drawingml/2006/main">
              <a:ext uri="{FF2B5EF4-FFF2-40B4-BE49-F238E27FC236}">
                <a16:creationId xmlns:a16="http://schemas.microsoft.com/office/drawing/2014/main" id="{F730CCE3-C1C4-4E24-87A2-DD6BF21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95" y="1979279"/>
            <a:ext cx="166835" cy="88324"/>
          </a:xfrm>
          <a:custGeom xmlns:a="http://schemas.openxmlformats.org/drawingml/2006/main">
            <a:pathLst>
              <a:path w="166835" h="88324">
                <a:moveTo>
                  <a:pt x="85053" y="16356"/>
                </a:moveTo>
                <a:lnTo>
                  <a:pt x="88324" y="16356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21037" y="0"/>
                </a:lnTo>
                <a:lnTo>
                  <a:pt x="121037" y="3271"/>
                </a:lnTo>
                <a:lnTo>
                  <a:pt x="127579" y="3271"/>
                </a:lnTo>
                <a:lnTo>
                  <a:pt x="127579" y="0"/>
                </a:lnTo>
                <a:lnTo>
                  <a:pt x="137393" y="0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9814"/>
                </a:lnTo>
                <a:lnTo>
                  <a:pt x="150478" y="9814"/>
                </a:lnTo>
                <a:lnTo>
                  <a:pt x="150478" y="16356"/>
                </a:lnTo>
                <a:lnTo>
                  <a:pt x="157021" y="16356"/>
                </a:lnTo>
                <a:lnTo>
                  <a:pt x="157021" y="19628"/>
                </a:lnTo>
                <a:lnTo>
                  <a:pt x="160292" y="19628"/>
                </a:lnTo>
                <a:lnTo>
                  <a:pt x="160292" y="22899"/>
                </a:lnTo>
                <a:lnTo>
                  <a:pt x="163563" y="22899"/>
                </a:lnTo>
                <a:lnTo>
                  <a:pt x="163563" y="29441"/>
                </a:lnTo>
                <a:lnTo>
                  <a:pt x="166835" y="29441"/>
                </a:lnTo>
                <a:lnTo>
                  <a:pt x="166835" y="39255"/>
                </a:lnTo>
                <a:lnTo>
                  <a:pt x="163563" y="39255"/>
                </a:lnTo>
                <a:lnTo>
                  <a:pt x="163563" y="45798"/>
                </a:lnTo>
                <a:lnTo>
                  <a:pt x="160292" y="45798"/>
                </a:lnTo>
                <a:lnTo>
                  <a:pt x="160292" y="49069"/>
                </a:lnTo>
                <a:lnTo>
                  <a:pt x="157021" y="49069"/>
                </a:lnTo>
                <a:lnTo>
                  <a:pt x="157021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27579" y="55612"/>
                </a:lnTo>
                <a:lnTo>
                  <a:pt x="127579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11223" y="55612"/>
                </a:lnTo>
                <a:lnTo>
                  <a:pt x="111223" y="62154"/>
                </a:lnTo>
                <a:lnTo>
                  <a:pt x="114494" y="62154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78510"/>
                </a:lnTo>
                <a:lnTo>
                  <a:pt x="107952" y="78510"/>
                </a:lnTo>
                <a:lnTo>
                  <a:pt x="107952" y="81782"/>
                </a:lnTo>
                <a:lnTo>
                  <a:pt x="104681" y="81782"/>
                </a:lnTo>
                <a:lnTo>
                  <a:pt x="104681" y="85053"/>
                </a:lnTo>
                <a:lnTo>
                  <a:pt x="98138" y="85053"/>
                </a:lnTo>
                <a:lnTo>
                  <a:pt x="98138" y="88324"/>
                </a:lnTo>
                <a:lnTo>
                  <a:pt x="55612" y="88324"/>
                </a:lnTo>
                <a:lnTo>
                  <a:pt x="55612" y="85053"/>
                </a:lnTo>
                <a:lnTo>
                  <a:pt x="49069" y="85053"/>
                </a:lnTo>
                <a:lnTo>
                  <a:pt x="49069" y="81782"/>
                </a:lnTo>
                <a:lnTo>
                  <a:pt x="45798" y="81782"/>
                </a:lnTo>
                <a:lnTo>
                  <a:pt x="45798" y="78510"/>
                </a:lnTo>
                <a:lnTo>
                  <a:pt x="42526" y="78510"/>
                </a:lnTo>
                <a:lnTo>
                  <a:pt x="42526" y="71968"/>
                </a:lnTo>
                <a:lnTo>
                  <a:pt x="39255" y="71968"/>
                </a:lnTo>
                <a:lnTo>
                  <a:pt x="39255" y="62154"/>
                </a:lnTo>
                <a:lnTo>
                  <a:pt x="42526" y="62154"/>
                </a:lnTo>
                <a:lnTo>
                  <a:pt x="42526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9441"/>
                </a:lnTo>
                <a:lnTo>
                  <a:pt x="78510" y="29441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5798"/>
                </a:lnTo>
                <a:lnTo>
                  <a:pt x="91595" y="45798"/>
                </a:lnTo>
                <a:lnTo>
                  <a:pt x="91595" y="39255"/>
                </a:lnTo>
                <a:lnTo>
                  <a:pt x="88324" y="39255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isible source SEC-093 inset-1 region 241">
            <a:extLst xmlns:a="http://schemas.openxmlformats.org/drawingml/2006/main">
              <a:ext uri="{FF2B5EF4-FFF2-40B4-BE49-F238E27FC236}">
                <a16:creationId xmlns:a16="http://schemas.microsoft.com/office/drawing/2014/main" id="{3EB89D1B-0584-4613-A050-5E4BD9A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779" y="2123215"/>
            <a:ext cx="71968" cy="42526"/>
          </a:xfrm>
          <a:custGeom xmlns:a="http://schemas.openxmlformats.org/drawingml/2006/main">
            <a:pathLst>
              <a:path w="7196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1968" y="13085"/>
                </a:lnTo>
                <a:lnTo>
                  <a:pt x="71968" y="29441"/>
                </a:lnTo>
                <a:lnTo>
                  <a:pt x="68697" y="29441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isible source SEC-093 inset-1 region 242">
            <a:extLst xmlns:a="http://schemas.openxmlformats.org/drawingml/2006/main">
              <a:ext uri="{FF2B5EF4-FFF2-40B4-BE49-F238E27FC236}">
                <a16:creationId xmlns:a16="http://schemas.microsoft.com/office/drawing/2014/main" id="{24238EFA-AA18-43B9-9E87-95A09434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22" y="2326033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isible source SEC-093 inset-1 region 243">
            <a:extLst xmlns:a="http://schemas.openxmlformats.org/drawingml/2006/main">
              <a:ext uri="{FF2B5EF4-FFF2-40B4-BE49-F238E27FC236}">
                <a16:creationId xmlns:a16="http://schemas.microsoft.com/office/drawing/2014/main" id="{426B3830-4579-42E6-9E95-5B99FD65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050" y="2375102"/>
            <a:ext cx="130851" cy="94867"/>
          </a:xfrm>
          <a:custGeom xmlns:a="http://schemas.openxmlformats.org/drawingml/2006/main">
            <a:pathLst>
              <a:path w="130851" h="94867">
                <a:moveTo>
                  <a:pt x="42526" y="26170"/>
                </a:move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2899"/>
                </a:lnTo>
                <a:lnTo>
                  <a:pt x="127579" y="22899"/>
                </a:lnTo>
                <a:lnTo>
                  <a:pt x="127579" y="29441"/>
                </a:lnTo>
                <a:lnTo>
                  <a:pt x="130851" y="29441"/>
                </a:lnTo>
                <a:lnTo>
                  <a:pt x="130851" y="39255"/>
                </a:lnTo>
                <a:lnTo>
                  <a:pt x="127579" y="39255"/>
                </a:lnTo>
                <a:lnTo>
                  <a:pt x="127579" y="45798"/>
                </a:lnTo>
                <a:lnTo>
                  <a:pt x="124308" y="45798"/>
                </a:lnTo>
                <a:lnTo>
                  <a:pt x="124308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81782" y="62154"/>
                </a:lnTo>
                <a:lnTo>
                  <a:pt x="81782" y="68697"/>
                </a:lnTo>
                <a:lnTo>
                  <a:pt x="85053" y="68697"/>
                </a:lnTo>
                <a:lnTo>
                  <a:pt x="85053" y="78510"/>
                </a:lnTo>
                <a:lnTo>
                  <a:pt x="81782" y="78510"/>
                </a:lnTo>
                <a:lnTo>
                  <a:pt x="81782" y="85053"/>
                </a:lnTo>
                <a:lnTo>
                  <a:pt x="78510" y="85053"/>
                </a:lnTo>
                <a:lnTo>
                  <a:pt x="78510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68697" y="91595"/>
                </a:lnTo>
                <a:lnTo>
                  <a:pt x="68697" y="94867"/>
                </a:lnTo>
                <a:lnTo>
                  <a:pt x="32713" y="94867"/>
                </a:lnTo>
                <a:lnTo>
                  <a:pt x="32713" y="91595"/>
                </a:lnTo>
                <a:lnTo>
                  <a:pt x="29441" y="91595"/>
                </a:lnTo>
                <a:lnTo>
                  <a:pt x="29441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65425" y="52340"/>
                </a:lnTo>
                <a:lnTo>
                  <a:pt x="65425" y="49069"/>
                </a:lnTo>
                <a:lnTo>
                  <a:pt x="62154" y="49069"/>
                </a:lnTo>
                <a:lnTo>
                  <a:pt x="62154" y="45798"/>
                </a:lnTo>
                <a:lnTo>
                  <a:pt x="58883" y="45798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26170"/>
                </a:lnTo>
                <a:lnTo>
                  <a:pt x="42526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isible source SEC-093 inset-1 region 244">
            <a:extLst xmlns:a="http://schemas.openxmlformats.org/drawingml/2006/main">
              <a:ext uri="{FF2B5EF4-FFF2-40B4-BE49-F238E27FC236}">
                <a16:creationId xmlns:a16="http://schemas.microsoft.com/office/drawing/2014/main" id="{54445C8D-5EDB-4508-8AE8-F6C79949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60" y="2528852"/>
            <a:ext cx="307499" cy="85053"/>
          </a:xfrm>
          <a:custGeom xmlns:a="http://schemas.openxmlformats.org/drawingml/2006/main">
            <a:pathLst>
              <a:path w="307499" h="85053">
                <a:moveTo>
                  <a:pt x="189733" y="26170"/>
                </a:moveTo>
                <a:lnTo>
                  <a:pt x="186462" y="26170"/>
                </a:lnTo>
                <a:lnTo>
                  <a:pt x="186462" y="16356"/>
                </a:lnTo>
                <a:lnTo>
                  <a:pt x="189733" y="16356"/>
                </a:lnTo>
                <a:lnTo>
                  <a:pt x="189733" y="9814"/>
                </a:lnTo>
                <a:lnTo>
                  <a:pt x="193005" y="9814"/>
                </a:lnTo>
                <a:lnTo>
                  <a:pt x="193005" y="6543"/>
                </a:lnTo>
                <a:lnTo>
                  <a:pt x="196276" y="6543"/>
                </a:lnTo>
                <a:lnTo>
                  <a:pt x="196276" y="3271"/>
                </a:lnTo>
                <a:lnTo>
                  <a:pt x="202818" y="3271"/>
                </a:lnTo>
                <a:lnTo>
                  <a:pt x="202818" y="0"/>
                </a:lnTo>
                <a:lnTo>
                  <a:pt x="222446" y="0"/>
                </a:lnTo>
                <a:lnTo>
                  <a:pt x="222446" y="3271"/>
                </a:lnTo>
                <a:lnTo>
                  <a:pt x="228989" y="3271"/>
                </a:lnTo>
                <a:lnTo>
                  <a:pt x="228989" y="0"/>
                </a:lnTo>
                <a:lnTo>
                  <a:pt x="251887" y="0"/>
                </a:lnTo>
                <a:lnTo>
                  <a:pt x="251887" y="3271"/>
                </a:lnTo>
                <a:lnTo>
                  <a:pt x="255159" y="3271"/>
                </a:lnTo>
                <a:lnTo>
                  <a:pt x="255159" y="6543"/>
                </a:lnTo>
                <a:lnTo>
                  <a:pt x="258430" y="6543"/>
                </a:lnTo>
                <a:lnTo>
                  <a:pt x="258430" y="9814"/>
                </a:lnTo>
                <a:lnTo>
                  <a:pt x="261701" y="9814"/>
                </a:lnTo>
                <a:lnTo>
                  <a:pt x="261701" y="13085"/>
                </a:lnTo>
                <a:lnTo>
                  <a:pt x="264973" y="13085"/>
                </a:lnTo>
                <a:lnTo>
                  <a:pt x="264973" y="29441"/>
                </a:lnTo>
                <a:lnTo>
                  <a:pt x="261701" y="29441"/>
                </a:lnTo>
                <a:lnTo>
                  <a:pt x="261701" y="32713"/>
                </a:lnTo>
                <a:lnTo>
                  <a:pt x="258430" y="32713"/>
                </a:lnTo>
                <a:lnTo>
                  <a:pt x="258430" y="35984"/>
                </a:lnTo>
                <a:lnTo>
                  <a:pt x="255159" y="35984"/>
                </a:lnTo>
                <a:lnTo>
                  <a:pt x="255159" y="39255"/>
                </a:lnTo>
                <a:lnTo>
                  <a:pt x="251887" y="39255"/>
                </a:lnTo>
                <a:lnTo>
                  <a:pt x="251887" y="42526"/>
                </a:lnTo>
                <a:lnTo>
                  <a:pt x="294414" y="42526"/>
                </a:lnTo>
                <a:lnTo>
                  <a:pt x="294414" y="45798"/>
                </a:lnTo>
                <a:lnTo>
                  <a:pt x="297685" y="45798"/>
                </a:lnTo>
                <a:lnTo>
                  <a:pt x="297685" y="49069"/>
                </a:lnTo>
                <a:lnTo>
                  <a:pt x="300956" y="49069"/>
                </a:lnTo>
                <a:lnTo>
                  <a:pt x="300956" y="52340"/>
                </a:lnTo>
                <a:lnTo>
                  <a:pt x="304228" y="52340"/>
                </a:lnTo>
                <a:lnTo>
                  <a:pt x="304228" y="55612"/>
                </a:lnTo>
                <a:lnTo>
                  <a:pt x="307499" y="55612"/>
                </a:lnTo>
                <a:lnTo>
                  <a:pt x="307499" y="71968"/>
                </a:lnTo>
                <a:lnTo>
                  <a:pt x="304228" y="71968"/>
                </a:lnTo>
                <a:lnTo>
                  <a:pt x="304228" y="75239"/>
                </a:lnTo>
                <a:lnTo>
                  <a:pt x="300956" y="75239"/>
                </a:lnTo>
                <a:lnTo>
                  <a:pt x="300956" y="78510"/>
                </a:lnTo>
                <a:lnTo>
                  <a:pt x="297685" y="78510"/>
                </a:lnTo>
                <a:lnTo>
                  <a:pt x="297685" y="81782"/>
                </a:lnTo>
                <a:lnTo>
                  <a:pt x="291143" y="81782"/>
                </a:lnTo>
                <a:lnTo>
                  <a:pt x="291143" y="85053"/>
                </a:lnTo>
                <a:lnTo>
                  <a:pt x="242074" y="85053"/>
                </a:lnTo>
                <a:lnTo>
                  <a:pt x="242074" y="81782"/>
                </a:lnTo>
                <a:lnTo>
                  <a:pt x="235531" y="81782"/>
                </a:lnTo>
                <a:lnTo>
                  <a:pt x="235531" y="78510"/>
                </a:lnTo>
                <a:lnTo>
                  <a:pt x="232260" y="78510"/>
                </a:lnTo>
                <a:lnTo>
                  <a:pt x="232260" y="75239"/>
                </a:lnTo>
                <a:lnTo>
                  <a:pt x="228989" y="75239"/>
                </a:lnTo>
                <a:lnTo>
                  <a:pt x="228989" y="68697"/>
                </a:lnTo>
                <a:lnTo>
                  <a:pt x="225717" y="68697"/>
                </a:lnTo>
                <a:lnTo>
                  <a:pt x="225717" y="58883"/>
                </a:lnTo>
                <a:lnTo>
                  <a:pt x="228989" y="58883"/>
                </a:lnTo>
                <a:lnTo>
                  <a:pt x="228989" y="52340"/>
                </a:lnTo>
                <a:lnTo>
                  <a:pt x="232260" y="52340"/>
                </a:lnTo>
                <a:lnTo>
                  <a:pt x="232260" y="49069"/>
                </a:lnTo>
                <a:lnTo>
                  <a:pt x="235531" y="49069"/>
                </a:lnTo>
                <a:lnTo>
                  <a:pt x="235531" y="45798"/>
                </a:lnTo>
                <a:lnTo>
                  <a:pt x="242074" y="45798"/>
                </a:lnTo>
                <a:lnTo>
                  <a:pt x="242074" y="42526"/>
                </a:lnTo>
                <a:lnTo>
                  <a:pt x="228989" y="42526"/>
                </a:lnTo>
                <a:lnTo>
                  <a:pt x="228989" y="39255"/>
                </a:lnTo>
                <a:lnTo>
                  <a:pt x="222446" y="39255"/>
                </a:lnTo>
                <a:lnTo>
                  <a:pt x="222446" y="42526"/>
                </a:lnTo>
                <a:lnTo>
                  <a:pt x="206090" y="42526"/>
                </a:lnTo>
                <a:lnTo>
                  <a:pt x="206090" y="45798"/>
                </a:lnTo>
                <a:lnTo>
                  <a:pt x="212632" y="45798"/>
                </a:lnTo>
                <a:lnTo>
                  <a:pt x="212632" y="49069"/>
                </a:lnTo>
                <a:lnTo>
                  <a:pt x="215904" y="49069"/>
                </a:lnTo>
                <a:lnTo>
                  <a:pt x="215904" y="52340"/>
                </a:lnTo>
                <a:lnTo>
                  <a:pt x="219175" y="52340"/>
                </a:lnTo>
                <a:lnTo>
                  <a:pt x="219175" y="58883"/>
                </a:lnTo>
                <a:lnTo>
                  <a:pt x="222446" y="58883"/>
                </a:lnTo>
                <a:lnTo>
                  <a:pt x="222446" y="68697"/>
                </a:lnTo>
                <a:lnTo>
                  <a:pt x="219175" y="68697"/>
                </a:lnTo>
                <a:lnTo>
                  <a:pt x="219175" y="75239"/>
                </a:lnTo>
                <a:lnTo>
                  <a:pt x="215904" y="75239"/>
                </a:lnTo>
                <a:lnTo>
                  <a:pt x="215904" y="78510"/>
                </a:lnTo>
                <a:lnTo>
                  <a:pt x="212632" y="78510"/>
                </a:lnTo>
                <a:lnTo>
                  <a:pt x="212632" y="81782"/>
                </a:lnTo>
                <a:lnTo>
                  <a:pt x="206090" y="81782"/>
                </a:lnTo>
                <a:lnTo>
                  <a:pt x="206090" y="85053"/>
                </a:lnTo>
                <a:lnTo>
                  <a:pt x="153750" y="85053"/>
                </a:lnTo>
                <a:lnTo>
                  <a:pt x="153750" y="81782"/>
                </a:lnTo>
                <a:lnTo>
                  <a:pt x="147207" y="81782"/>
                </a:lnTo>
                <a:lnTo>
                  <a:pt x="147207" y="78510"/>
                </a:lnTo>
                <a:lnTo>
                  <a:pt x="143936" y="78510"/>
                </a:lnTo>
                <a:lnTo>
                  <a:pt x="143936" y="75239"/>
                </a:lnTo>
                <a:lnTo>
                  <a:pt x="140664" y="75239"/>
                </a:lnTo>
                <a:lnTo>
                  <a:pt x="140664" y="71968"/>
                </a:lnTo>
                <a:lnTo>
                  <a:pt x="121037" y="71968"/>
                </a:lnTo>
                <a:lnTo>
                  <a:pt x="121037" y="75239"/>
                </a:lnTo>
                <a:lnTo>
                  <a:pt x="114494" y="75239"/>
                </a:lnTo>
                <a:lnTo>
                  <a:pt x="114494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104681" y="35984"/>
                </a:lnTo>
                <a:lnTo>
                  <a:pt x="104681" y="32713"/>
                </a:lnTo>
                <a:lnTo>
                  <a:pt x="111223" y="32713"/>
                </a:lnTo>
                <a:lnTo>
                  <a:pt x="111223" y="29441"/>
                </a:lnTo>
                <a:lnTo>
                  <a:pt x="160292" y="29441"/>
                </a:lnTo>
                <a:lnTo>
                  <a:pt x="160292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70106" y="35984"/>
                </a:lnTo>
                <a:lnTo>
                  <a:pt x="170106" y="39255"/>
                </a:lnTo>
                <a:lnTo>
                  <a:pt x="173377" y="39255"/>
                </a:lnTo>
                <a:lnTo>
                  <a:pt x="173377" y="42526"/>
                </a:lnTo>
                <a:lnTo>
                  <a:pt x="199547" y="42526"/>
                </a:lnTo>
                <a:lnTo>
                  <a:pt x="199547" y="39255"/>
                </a:lnTo>
                <a:lnTo>
                  <a:pt x="196276" y="39255"/>
                </a:lnTo>
                <a:lnTo>
                  <a:pt x="196276" y="35984"/>
                </a:lnTo>
                <a:lnTo>
                  <a:pt x="193005" y="35984"/>
                </a:lnTo>
                <a:lnTo>
                  <a:pt x="193005" y="32713"/>
                </a:lnTo>
                <a:lnTo>
                  <a:pt x="189733" y="32713"/>
                </a:lnTo>
                <a:lnTo>
                  <a:pt x="189733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isible source SEC-093 inset-1 region 245">
            <a:extLst xmlns:a="http://schemas.openxmlformats.org/drawingml/2006/main">
              <a:ext uri="{FF2B5EF4-FFF2-40B4-BE49-F238E27FC236}">
                <a16:creationId xmlns:a16="http://schemas.microsoft.com/office/drawing/2014/main" id="{26152BE8-6958-493C-8163-DC137AA4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768" y="141007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isible source SEC-093 inset-1 region 246">
            <a:extLst xmlns:a="http://schemas.openxmlformats.org/drawingml/2006/main">
              <a:ext uri="{FF2B5EF4-FFF2-40B4-BE49-F238E27FC236}">
                <a16:creationId xmlns:a16="http://schemas.microsoft.com/office/drawing/2014/main" id="{C8BBE17B-1598-41EC-9D73-175D5CF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39" y="1547472"/>
            <a:ext cx="55612" cy="42526"/>
          </a:xfrm>
          <a:custGeom xmlns:a="http://schemas.openxmlformats.org/drawingml/2006/main">
            <a:pathLst>
              <a:path w="5561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isible source SEC-093 inset-1 region 247">
            <a:extLst xmlns:a="http://schemas.openxmlformats.org/drawingml/2006/main">
              <a:ext uri="{FF2B5EF4-FFF2-40B4-BE49-F238E27FC236}">
                <a16:creationId xmlns:a16="http://schemas.microsoft.com/office/drawing/2014/main" id="{BB9728E8-B9B7-48DE-8079-F4A70FD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832" y="159654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isible source SEC-093 inset-1 region 248">
            <a:extLst xmlns:a="http://schemas.openxmlformats.org/drawingml/2006/main">
              <a:ext uri="{FF2B5EF4-FFF2-40B4-BE49-F238E27FC236}">
                <a16:creationId xmlns:a16="http://schemas.microsoft.com/office/drawing/2014/main" id="{163E1C28-07D6-42D5-99F1-3FD204D9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071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isible source SEC-093 inset-1 region 249">
            <a:extLst xmlns:a="http://schemas.openxmlformats.org/drawingml/2006/main">
              <a:ext uri="{FF2B5EF4-FFF2-40B4-BE49-F238E27FC236}">
                <a16:creationId xmlns:a16="http://schemas.microsoft.com/office/drawing/2014/main" id="{B1DF8CE2-6A26-4579-A24C-EA1E7063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26" y="1681594"/>
            <a:ext cx="62154" cy="78510"/>
          </a:xfrm>
          <a:custGeom xmlns:a="http://schemas.openxmlformats.org/drawingml/2006/main">
            <a:pathLst>
              <a:path w="62154" h="78510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55612" y="42526"/>
                </a:lnTo>
                <a:lnTo>
                  <a:pt x="55612" y="45798"/>
                </a:lnTo>
                <a:lnTo>
                  <a:pt x="58883" y="45798"/>
                </a:lnTo>
                <a:lnTo>
                  <a:pt x="58883" y="52340"/>
                </a:lnTo>
                <a:lnTo>
                  <a:pt x="62154" y="52340"/>
                </a:lnTo>
                <a:lnTo>
                  <a:pt x="62154" y="62154"/>
                </a:lnTo>
                <a:lnTo>
                  <a:pt x="58883" y="62154"/>
                </a:lnTo>
                <a:lnTo>
                  <a:pt x="58883" y="68697"/>
                </a:lnTo>
                <a:lnTo>
                  <a:pt x="55612" y="68697"/>
                </a:lnTo>
                <a:lnTo>
                  <a:pt x="55612" y="71968"/>
                </a:lnTo>
                <a:lnTo>
                  <a:pt x="52340" y="71968"/>
                </a:lnTo>
                <a:lnTo>
                  <a:pt x="52340" y="75239"/>
                </a:lnTo>
                <a:lnTo>
                  <a:pt x="45798" y="75239"/>
                </a:lnTo>
                <a:lnTo>
                  <a:pt x="45798" y="78510"/>
                </a:lnTo>
                <a:lnTo>
                  <a:pt x="35984" y="78510"/>
                </a:lnTo>
                <a:lnTo>
                  <a:pt x="35984" y="75239"/>
                </a:lnTo>
                <a:lnTo>
                  <a:pt x="29441" y="75239"/>
                </a:lnTo>
                <a:lnTo>
                  <a:pt x="29441" y="71968"/>
                </a:lnTo>
                <a:lnTo>
                  <a:pt x="26170" y="71968"/>
                </a:lnTo>
                <a:lnTo>
                  <a:pt x="26170" y="68697"/>
                </a:lnTo>
                <a:lnTo>
                  <a:pt x="22899" y="68697"/>
                </a:lnTo>
                <a:lnTo>
                  <a:pt x="22899" y="62154"/>
                </a:lnTo>
                <a:lnTo>
                  <a:pt x="19628" y="62154"/>
                </a:lnTo>
                <a:lnTo>
                  <a:pt x="19628" y="52340"/>
                </a:lnTo>
                <a:lnTo>
                  <a:pt x="22899" y="52340"/>
                </a:lnTo>
                <a:lnTo>
                  <a:pt x="22899" y="45798"/>
                </a:lnTo>
                <a:lnTo>
                  <a:pt x="26170" y="45798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isible source SEC-093 inset-1 region 250">
            <a:extLst xmlns:a="http://schemas.openxmlformats.org/drawingml/2006/main">
              <a:ext uri="{FF2B5EF4-FFF2-40B4-BE49-F238E27FC236}">
                <a16:creationId xmlns:a16="http://schemas.microsoft.com/office/drawing/2014/main" id="{1201EA63-9C52-4B90-A170-CA804B5F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274" y="1694679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isible source SEC-093 inset-1 region 251">
            <a:extLst xmlns:a="http://schemas.openxmlformats.org/drawingml/2006/main">
              <a:ext uri="{FF2B5EF4-FFF2-40B4-BE49-F238E27FC236}">
                <a16:creationId xmlns:a16="http://schemas.microsoft.com/office/drawing/2014/main" id="{00A2B9D2-5082-4F0B-AF7C-082D1B56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938" y="174701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isible source SEC-093 inset-1 region 252">
            <a:extLst xmlns:a="http://schemas.openxmlformats.org/drawingml/2006/main">
              <a:ext uri="{FF2B5EF4-FFF2-40B4-BE49-F238E27FC236}">
                <a16:creationId xmlns:a16="http://schemas.microsoft.com/office/drawing/2014/main" id="{B06199F4-A4E6-4D28-9BB8-C1FF620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156" y="1783003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isible source SEC-093 inset-1 region 253">
            <a:extLst xmlns:a="http://schemas.openxmlformats.org/drawingml/2006/main">
              <a:ext uri="{FF2B5EF4-FFF2-40B4-BE49-F238E27FC236}">
                <a16:creationId xmlns:a16="http://schemas.microsoft.com/office/drawing/2014/main" id="{D7C39A5C-7F91-4849-A4B0-598B26A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31" y="1835344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isible source SEC-093 inset-1 region 254">
            <a:extLst xmlns:a="http://schemas.openxmlformats.org/drawingml/2006/main">
              <a:ext uri="{FF2B5EF4-FFF2-40B4-BE49-F238E27FC236}">
                <a16:creationId xmlns:a16="http://schemas.microsoft.com/office/drawing/2014/main" id="{E1ECD05F-942C-4D92-A0E2-E01A4A60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75" y="1877870"/>
            <a:ext cx="176648" cy="78510"/>
          </a:xfrm>
          <a:custGeom xmlns:a="http://schemas.openxmlformats.org/drawingml/2006/main">
            <a:pathLst>
              <a:path w="176648" h="78510">
                <a:moveTo>
                  <a:pt x="62154" y="9814"/>
                </a:moveTo>
                <a:lnTo>
                  <a:pt x="65425" y="9814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43936" y="0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6835" y="3271"/>
                </a:lnTo>
                <a:lnTo>
                  <a:pt x="166835" y="6543"/>
                </a:lnTo>
                <a:lnTo>
                  <a:pt x="170106" y="6543"/>
                </a:lnTo>
                <a:lnTo>
                  <a:pt x="170106" y="9814"/>
                </a:lnTo>
                <a:lnTo>
                  <a:pt x="173377" y="9814"/>
                </a:lnTo>
                <a:lnTo>
                  <a:pt x="173377" y="16356"/>
                </a:lnTo>
                <a:lnTo>
                  <a:pt x="176648" y="16356"/>
                </a:lnTo>
                <a:lnTo>
                  <a:pt x="176648" y="26170"/>
                </a:lnTo>
                <a:lnTo>
                  <a:pt x="173377" y="26170"/>
                </a:lnTo>
                <a:lnTo>
                  <a:pt x="173377" y="32713"/>
                </a:lnTo>
                <a:lnTo>
                  <a:pt x="170106" y="32713"/>
                </a:lnTo>
                <a:lnTo>
                  <a:pt x="170106" y="35984"/>
                </a:lnTo>
                <a:lnTo>
                  <a:pt x="166835" y="35984"/>
                </a:lnTo>
                <a:lnTo>
                  <a:pt x="166835" y="39255"/>
                </a:lnTo>
                <a:lnTo>
                  <a:pt x="163563" y="39255"/>
                </a:lnTo>
                <a:lnTo>
                  <a:pt x="163563" y="42526"/>
                </a:lnTo>
                <a:lnTo>
                  <a:pt x="166835" y="42526"/>
                </a:lnTo>
                <a:lnTo>
                  <a:pt x="166835" y="45798"/>
                </a:lnTo>
                <a:lnTo>
                  <a:pt x="170106" y="45798"/>
                </a:lnTo>
                <a:lnTo>
                  <a:pt x="170106" y="52340"/>
                </a:lnTo>
                <a:lnTo>
                  <a:pt x="173377" y="52340"/>
                </a:lnTo>
                <a:lnTo>
                  <a:pt x="173377" y="62154"/>
                </a:lnTo>
                <a:lnTo>
                  <a:pt x="170106" y="62154"/>
                </a:lnTo>
                <a:lnTo>
                  <a:pt x="170106" y="68697"/>
                </a:lnTo>
                <a:lnTo>
                  <a:pt x="166835" y="68697"/>
                </a:lnTo>
                <a:lnTo>
                  <a:pt x="166835" y="71968"/>
                </a:lnTo>
                <a:lnTo>
                  <a:pt x="163563" y="71968"/>
                </a:lnTo>
                <a:lnTo>
                  <a:pt x="163563" y="75239"/>
                </a:lnTo>
                <a:lnTo>
                  <a:pt x="157021" y="75239"/>
                </a:lnTo>
                <a:lnTo>
                  <a:pt x="157021" y="78510"/>
                </a:lnTo>
                <a:lnTo>
                  <a:pt x="111223" y="78510"/>
                </a:lnTo>
                <a:lnTo>
                  <a:pt x="111223" y="75239"/>
                </a:lnTo>
                <a:lnTo>
                  <a:pt x="104681" y="75239"/>
                </a:lnTo>
                <a:lnTo>
                  <a:pt x="104681" y="71968"/>
                </a:lnTo>
                <a:lnTo>
                  <a:pt x="101409" y="71968"/>
                </a:lnTo>
                <a:lnTo>
                  <a:pt x="101409" y="68697"/>
                </a:lnTo>
                <a:lnTo>
                  <a:pt x="98138" y="68697"/>
                </a:lnTo>
                <a:lnTo>
                  <a:pt x="98138" y="62154"/>
                </a:lnTo>
                <a:lnTo>
                  <a:pt x="94867" y="62154"/>
                </a:lnTo>
                <a:lnTo>
                  <a:pt x="94867" y="52340"/>
                </a:lnTo>
                <a:lnTo>
                  <a:pt x="98138" y="52340"/>
                </a:lnTo>
                <a:lnTo>
                  <a:pt x="98138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45798"/>
                </a:lnTo>
                <a:lnTo>
                  <a:pt x="62154" y="45798"/>
                </a:lnTo>
                <a:lnTo>
                  <a:pt x="62154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55612" y="55612"/>
                </a:lnTo>
                <a:lnTo>
                  <a:pt x="55612" y="58883"/>
                </a:lnTo>
                <a:lnTo>
                  <a:pt x="49069" y="58883"/>
                </a:lnTo>
                <a:lnTo>
                  <a:pt x="49069" y="62154"/>
                </a:lnTo>
                <a:lnTo>
                  <a:pt x="39255" y="62154"/>
                </a:lnTo>
                <a:lnTo>
                  <a:pt x="39255" y="58883"/>
                </a:lnTo>
                <a:lnTo>
                  <a:pt x="29441" y="58883"/>
                </a:lnTo>
                <a:lnTo>
                  <a:pt x="29441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29441" y="19628"/>
                </a:lnTo>
                <a:lnTo>
                  <a:pt x="29441" y="22899"/>
                </a:lnTo>
                <a:lnTo>
                  <a:pt x="39255" y="22899"/>
                </a:lnTo>
                <a:lnTo>
                  <a:pt x="39255" y="19628"/>
                </a:lnTo>
                <a:lnTo>
                  <a:pt x="49069" y="19628"/>
                </a:lnTo>
                <a:lnTo>
                  <a:pt x="49069" y="22899"/>
                </a:lnTo>
                <a:lnTo>
                  <a:pt x="55612" y="22899"/>
                </a:lnTo>
                <a:lnTo>
                  <a:pt x="55612" y="26170"/>
                </a:lnTo>
                <a:lnTo>
                  <a:pt x="58883" y="26170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9814"/>
                </a:lnTo>
                <a:close/>
                <a:moveTo>
                  <a:pt x="62154" y="26170"/>
                </a:moveTo>
                <a:lnTo>
                  <a:pt x="58883" y="26170"/>
                </a:lnTo>
                <a:lnTo>
                  <a:pt x="58883" y="29441"/>
                </a:lnTo>
                <a:lnTo>
                  <a:pt x="62154" y="29441"/>
                </a:lnTo>
                <a:lnTo>
                  <a:pt x="62154" y="26170"/>
                </a:lnTo>
                <a:close/>
                <a:moveTo>
                  <a:pt x="62154" y="35984"/>
                </a:moveTo>
                <a:lnTo>
                  <a:pt x="65425" y="35984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close/>
                <a:moveTo>
                  <a:pt x="101409" y="39255"/>
                </a:moveTo>
                <a:lnTo>
                  <a:pt x="101409" y="42526"/>
                </a:lnTo>
                <a:lnTo>
                  <a:pt x="104681" y="42526"/>
                </a:lnTo>
                <a:lnTo>
                  <a:pt x="104681" y="39255"/>
                </a:lnTo>
                <a:lnTo>
                  <a:pt x="101409" y="3925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isible source SEC-093 inset-1 region 255">
            <a:extLst xmlns:a="http://schemas.openxmlformats.org/drawingml/2006/main">
              <a:ext uri="{FF2B5EF4-FFF2-40B4-BE49-F238E27FC236}">
                <a16:creationId xmlns:a16="http://schemas.microsoft.com/office/drawing/2014/main" id="{A152EA4A-D5D2-480B-831F-8701F4F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582" y="1835344"/>
            <a:ext cx="202818" cy="215904"/>
          </a:xfrm>
          <a:custGeom xmlns:a="http://schemas.openxmlformats.org/drawingml/2006/main">
            <a:pathLst>
              <a:path w="202818" h="215904">
                <a:moveTo>
                  <a:pt x="35984" y="117766"/>
                </a:moveTo>
                <a:lnTo>
                  <a:pt x="35984" y="114494"/>
                </a:lnTo>
                <a:lnTo>
                  <a:pt x="42526" y="114494"/>
                </a:lnTo>
                <a:lnTo>
                  <a:pt x="42526" y="111223"/>
                </a:lnTo>
                <a:lnTo>
                  <a:pt x="49069" y="111223"/>
                </a:lnTo>
                <a:lnTo>
                  <a:pt x="49069" y="101409"/>
                </a:lnTo>
                <a:lnTo>
                  <a:pt x="52340" y="101409"/>
                </a:lnTo>
                <a:lnTo>
                  <a:pt x="52340" y="94867"/>
                </a:lnTo>
                <a:lnTo>
                  <a:pt x="55612" y="94867"/>
                </a:lnTo>
                <a:lnTo>
                  <a:pt x="55612" y="91595"/>
                </a:lnTo>
                <a:lnTo>
                  <a:pt x="58883" y="91595"/>
                </a:lnTo>
                <a:lnTo>
                  <a:pt x="58883" y="88324"/>
                </a:lnTo>
                <a:lnTo>
                  <a:pt x="65425" y="88324"/>
                </a:lnTo>
                <a:lnTo>
                  <a:pt x="65425" y="85053"/>
                </a:lnTo>
                <a:lnTo>
                  <a:pt x="75239" y="85053"/>
                </a:lnTo>
                <a:lnTo>
                  <a:pt x="75239" y="75239"/>
                </a:lnTo>
                <a:lnTo>
                  <a:pt x="78510" y="75239"/>
                </a:lnTo>
                <a:lnTo>
                  <a:pt x="78510" y="68697"/>
                </a:lnTo>
                <a:lnTo>
                  <a:pt x="81782" y="68697"/>
                </a:lnTo>
                <a:lnTo>
                  <a:pt x="81782" y="62154"/>
                </a:lnTo>
                <a:lnTo>
                  <a:pt x="78510" y="62154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45798"/>
                </a:lnTo>
                <a:lnTo>
                  <a:pt x="85053" y="45798"/>
                </a:lnTo>
                <a:lnTo>
                  <a:pt x="85053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94867" y="39255"/>
                </a:lnTo>
                <a:lnTo>
                  <a:pt x="94867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52340"/>
                </a:lnTo>
                <a:lnTo>
                  <a:pt x="124308" y="52340"/>
                </a:lnTo>
                <a:lnTo>
                  <a:pt x="124308" y="45798"/>
                </a:lnTo>
                <a:lnTo>
                  <a:pt x="127579" y="45798"/>
                </a:lnTo>
                <a:lnTo>
                  <a:pt x="127579" y="42526"/>
                </a:lnTo>
                <a:lnTo>
                  <a:pt x="130851" y="42526"/>
                </a:lnTo>
                <a:lnTo>
                  <a:pt x="130851" y="39255"/>
                </a:lnTo>
                <a:lnTo>
                  <a:pt x="137393" y="39255"/>
                </a:lnTo>
                <a:lnTo>
                  <a:pt x="137393" y="35984"/>
                </a:lnTo>
                <a:lnTo>
                  <a:pt x="147207" y="35984"/>
                </a:lnTo>
                <a:lnTo>
                  <a:pt x="147207" y="32713"/>
                </a:lnTo>
                <a:lnTo>
                  <a:pt x="143936" y="32713"/>
                </a:lnTo>
                <a:lnTo>
                  <a:pt x="143936" y="26170"/>
                </a:lnTo>
                <a:lnTo>
                  <a:pt x="140664" y="26170"/>
                </a:lnTo>
                <a:lnTo>
                  <a:pt x="140664" y="16356"/>
                </a:lnTo>
                <a:lnTo>
                  <a:pt x="143936" y="16356"/>
                </a:lnTo>
                <a:lnTo>
                  <a:pt x="143936" y="9814"/>
                </a:lnTo>
                <a:lnTo>
                  <a:pt x="147207" y="9814"/>
                </a:lnTo>
                <a:lnTo>
                  <a:pt x="147207" y="6543"/>
                </a:lnTo>
                <a:lnTo>
                  <a:pt x="150478" y="6543"/>
                </a:lnTo>
                <a:lnTo>
                  <a:pt x="150478" y="3271"/>
                </a:lnTo>
                <a:lnTo>
                  <a:pt x="157021" y="3271"/>
                </a:lnTo>
                <a:lnTo>
                  <a:pt x="157021" y="0"/>
                </a:lnTo>
                <a:lnTo>
                  <a:pt x="166835" y="0"/>
                </a:lnTo>
                <a:lnTo>
                  <a:pt x="166835" y="3271"/>
                </a:lnTo>
                <a:lnTo>
                  <a:pt x="173377" y="3271"/>
                </a:lnTo>
                <a:lnTo>
                  <a:pt x="173377" y="6543"/>
                </a:lnTo>
                <a:lnTo>
                  <a:pt x="176648" y="6543"/>
                </a:lnTo>
                <a:lnTo>
                  <a:pt x="176648" y="9814"/>
                </a:lnTo>
                <a:lnTo>
                  <a:pt x="179920" y="9814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26170"/>
                </a:lnTo>
                <a:lnTo>
                  <a:pt x="179920" y="26170"/>
                </a:lnTo>
                <a:lnTo>
                  <a:pt x="179920" y="32713"/>
                </a:lnTo>
                <a:lnTo>
                  <a:pt x="176648" y="32713"/>
                </a:lnTo>
                <a:lnTo>
                  <a:pt x="176648" y="35984"/>
                </a:lnTo>
                <a:lnTo>
                  <a:pt x="173377" y="35984"/>
                </a:lnTo>
                <a:lnTo>
                  <a:pt x="173377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57021" y="42526"/>
                </a:lnTo>
                <a:lnTo>
                  <a:pt x="157021" y="45798"/>
                </a:lnTo>
                <a:lnTo>
                  <a:pt x="160292" y="45798"/>
                </a:lnTo>
                <a:lnTo>
                  <a:pt x="160292" y="52340"/>
                </a:lnTo>
                <a:lnTo>
                  <a:pt x="163563" y="52340"/>
                </a:lnTo>
                <a:lnTo>
                  <a:pt x="163563" y="62154"/>
                </a:lnTo>
                <a:lnTo>
                  <a:pt x="160292" y="62154"/>
                </a:lnTo>
                <a:lnTo>
                  <a:pt x="160292" y="68697"/>
                </a:lnTo>
                <a:lnTo>
                  <a:pt x="157021" y="68697"/>
                </a:lnTo>
                <a:lnTo>
                  <a:pt x="157021" y="71968"/>
                </a:lnTo>
                <a:lnTo>
                  <a:pt x="160292" y="71968"/>
                </a:lnTo>
                <a:lnTo>
                  <a:pt x="160292" y="78510"/>
                </a:lnTo>
                <a:lnTo>
                  <a:pt x="163563" y="78510"/>
                </a:lnTo>
                <a:lnTo>
                  <a:pt x="163563" y="71968"/>
                </a:lnTo>
                <a:lnTo>
                  <a:pt x="166835" y="71968"/>
                </a:lnTo>
                <a:lnTo>
                  <a:pt x="166835" y="68697"/>
                </a:lnTo>
                <a:lnTo>
                  <a:pt x="170106" y="68697"/>
                </a:lnTo>
                <a:lnTo>
                  <a:pt x="170106" y="65425"/>
                </a:lnTo>
                <a:lnTo>
                  <a:pt x="176648" y="65425"/>
                </a:lnTo>
                <a:lnTo>
                  <a:pt x="176648" y="62154"/>
                </a:lnTo>
                <a:lnTo>
                  <a:pt x="186462" y="62154"/>
                </a:lnTo>
                <a:lnTo>
                  <a:pt x="186462" y="65425"/>
                </a:lnTo>
                <a:lnTo>
                  <a:pt x="193005" y="65425"/>
                </a:lnTo>
                <a:lnTo>
                  <a:pt x="193005" y="68697"/>
                </a:lnTo>
                <a:lnTo>
                  <a:pt x="196276" y="68697"/>
                </a:lnTo>
                <a:lnTo>
                  <a:pt x="196276" y="71968"/>
                </a:lnTo>
                <a:lnTo>
                  <a:pt x="199547" y="71968"/>
                </a:lnTo>
                <a:lnTo>
                  <a:pt x="199547" y="78510"/>
                </a:lnTo>
                <a:lnTo>
                  <a:pt x="202818" y="78510"/>
                </a:lnTo>
                <a:lnTo>
                  <a:pt x="202818" y="88324"/>
                </a:lnTo>
                <a:lnTo>
                  <a:pt x="199547" y="88324"/>
                </a:lnTo>
                <a:lnTo>
                  <a:pt x="199547" y="94867"/>
                </a:lnTo>
                <a:lnTo>
                  <a:pt x="196276" y="94867"/>
                </a:lnTo>
                <a:lnTo>
                  <a:pt x="196276" y="98138"/>
                </a:lnTo>
                <a:lnTo>
                  <a:pt x="193005" y="98138"/>
                </a:lnTo>
                <a:lnTo>
                  <a:pt x="193005" y="101409"/>
                </a:lnTo>
                <a:lnTo>
                  <a:pt x="186462" y="101409"/>
                </a:lnTo>
                <a:lnTo>
                  <a:pt x="186462" y="104681"/>
                </a:lnTo>
                <a:lnTo>
                  <a:pt x="176648" y="104681"/>
                </a:lnTo>
                <a:lnTo>
                  <a:pt x="176648" y="101409"/>
                </a:lnTo>
                <a:lnTo>
                  <a:pt x="170106" y="101409"/>
                </a:lnTo>
                <a:lnTo>
                  <a:pt x="170106" y="98138"/>
                </a:lnTo>
                <a:lnTo>
                  <a:pt x="166835" y="98138"/>
                </a:lnTo>
                <a:lnTo>
                  <a:pt x="166835" y="94867"/>
                </a:lnTo>
                <a:lnTo>
                  <a:pt x="163563" y="94867"/>
                </a:lnTo>
                <a:lnTo>
                  <a:pt x="163563" y="88324"/>
                </a:lnTo>
                <a:lnTo>
                  <a:pt x="160292" y="88324"/>
                </a:lnTo>
                <a:lnTo>
                  <a:pt x="160292" y="94867"/>
                </a:lnTo>
                <a:lnTo>
                  <a:pt x="157021" y="94867"/>
                </a:lnTo>
                <a:lnTo>
                  <a:pt x="157021" y="98138"/>
                </a:lnTo>
                <a:lnTo>
                  <a:pt x="153750" y="98138"/>
                </a:lnTo>
                <a:lnTo>
                  <a:pt x="153750" y="101409"/>
                </a:lnTo>
                <a:lnTo>
                  <a:pt x="147207" y="101409"/>
                </a:lnTo>
                <a:lnTo>
                  <a:pt x="147207" y="104681"/>
                </a:lnTo>
                <a:lnTo>
                  <a:pt x="137393" y="104681"/>
                </a:lnTo>
                <a:lnTo>
                  <a:pt x="137393" y="101409"/>
                </a:lnTo>
                <a:lnTo>
                  <a:pt x="117766" y="101409"/>
                </a:lnTo>
                <a:lnTo>
                  <a:pt x="117766" y="98138"/>
                </a:lnTo>
                <a:lnTo>
                  <a:pt x="111223" y="98138"/>
                </a:lnTo>
                <a:lnTo>
                  <a:pt x="111223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101409" y="98138"/>
                </a:lnTo>
                <a:lnTo>
                  <a:pt x="101409" y="101409"/>
                </a:lnTo>
                <a:lnTo>
                  <a:pt x="98138" y="101409"/>
                </a:lnTo>
                <a:lnTo>
                  <a:pt x="98138" y="111223"/>
                </a:lnTo>
                <a:lnTo>
                  <a:pt x="94867" y="111223"/>
                </a:lnTo>
                <a:lnTo>
                  <a:pt x="94867" y="117766"/>
                </a:lnTo>
                <a:lnTo>
                  <a:pt x="91595" y="117766"/>
                </a:lnTo>
                <a:lnTo>
                  <a:pt x="91595" y="121037"/>
                </a:lnTo>
                <a:lnTo>
                  <a:pt x="88324" y="121037"/>
                </a:lnTo>
                <a:lnTo>
                  <a:pt x="88324" y="124308"/>
                </a:lnTo>
                <a:lnTo>
                  <a:pt x="81782" y="124308"/>
                </a:lnTo>
                <a:lnTo>
                  <a:pt x="81782" y="127579"/>
                </a:lnTo>
                <a:lnTo>
                  <a:pt x="75239" y="127579"/>
                </a:lnTo>
                <a:lnTo>
                  <a:pt x="75239" y="137393"/>
                </a:lnTo>
                <a:lnTo>
                  <a:pt x="71968" y="137393"/>
                </a:lnTo>
                <a:lnTo>
                  <a:pt x="71968" y="140664"/>
                </a:lnTo>
                <a:lnTo>
                  <a:pt x="81782" y="140664"/>
                </a:lnTo>
                <a:lnTo>
                  <a:pt x="81782" y="137393"/>
                </a:lnTo>
                <a:lnTo>
                  <a:pt x="101409" y="137393"/>
                </a:lnTo>
                <a:lnTo>
                  <a:pt x="101409" y="140664"/>
                </a:lnTo>
                <a:lnTo>
                  <a:pt x="107952" y="140664"/>
                </a:lnTo>
                <a:lnTo>
                  <a:pt x="107952" y="143936"/>
                </a:lnTo>
                <a:lnTo>
                  <a:pt x="111223" y="143936"/>
                </a:lnTo>
                <a:lnTo>
                  <a:pt x="111223" y="147207"/>
                </a:lnTo>
                <a:lnTo>
                  <a:pt x="114494" y="147207"/>
                </a:lnTo>
                <a:lnTo>
                  <a:pt x="114494" y="150478"/>
                </a:lnTo>
                <a:lnTo>
                  <a:pt x="117766" y="150478"/>
                </a:lnTo>
                <a:lnTo>
                  <a:pt x="117766" y="166835"/>
                </a:lnTo>
                <a:lnTo>
                  <a:pt x="114494" y="166835"/>
                </a:lnTo>
                <a:lnTo>
                  <a:pt x="114494" y="170106"/>
                </a:lnTo>
                <a:lnTo>
                  <a:pt x="111223" y="170106"/>
                </a:lnTo>
                <a:lnTo>
                  <a:pt x="111223" y="173377"/>
                </a:lnTo>
                <a:lnTo>
                  <a:pt x="107952" y="173377"/>
                </a:lnTo>
                <a:lnTo>
                  <a:pt x="107952" y="176648"/>
                </a:lnTo>
                <a:lnTo>
                  <a:pt x="104681" y="176648"/>
                </a:lnTo>
                <a:lnTo>
                  <a:pt x="104681" y="179920"/>
                </a:lnTo>
                <a:lnTo>
                  <a:pt x="81782" y="179920"/>
                </a:lnTo>
                <a:lnTo>
                  <a:pt x="81782" y="176648"/>
                </a:lnTo>
                <a:lnTo>
                  <a:pt x="68697" y="176648"/>
                </a:lnTo>
                <a:lnTo>
                  <a:pt x="68697" y="179920"/>
                </a:lnTo>
                <a:lnTo>
                  <a:pt x="62154" y="179920"/>
                </a:lnTo>
                <a:lnTo>
                  <a:pt x="62154" y="183191"/>
                </a:lnTo>
                <a:lnTo>
                  <a:pt x="65425" y="183191"/>
                </a:lnTo>
                <a:lnTo>
                  <a:pt x="65425" y="186462"/>
                </a:lnTo>
                <a:lnTo>
                  <a:pt x="68697" y="186462"/>
                </a:lnTo>
                <a:lnTo>
                  <a:pt x="68697" y="202818"/>
                </a:lnTo>
                <a:lnTo>
                  <a:pt x="65425" y="202818"/>
                </a:lnTo>
                <a:lnTo>
                  <a:pt x="65425" y="206090"/>
                </a:lnTo>
                <a:lnTo>
                  <a:pt x="62154" y="206090"/>
                </a:lnTo>
                <a:lnTo>
                  <a:pt x="62154" y="209361"/>
                </a:lnTo>
                <a:lnTo>
                  <a:pt x="58883" y="209361"/>
                </a:lnTo>
                <a:lnTo>
                  <a:pt x="58883" y="212632"/>
                </a:lnTo>
                <a:lnTo>
                  <a:pt x="55612" y="212632"/>
                </a:lnTo>
                <a:lnTo>
                  <a:pt x="55612" y="215904"/>
                </a:lnTo>
                <a:lnTo>
                  <a:pt x="16356" y="215904"/>
                </a:lnTo>
                <a:lnTo>
                  <a:pt x="16356" y="212632"/>
                </a:lnTo>
                <a:lnTo>
                  <a:pt x="9814" y="212632"/>
                </a:lnTo>
                <a:lnTo>
                  <a:pt x="9814" y="209361"/>
                </a:lnTo>
                <a:lnTo>
                  <a:pt x="6543" y="209361"/>
                </a:lnTo>
                <a:lnTo>
                  <a:pt x="6543" y="206090"/>
                </a:lnTo>
                <a:lnTo>
                  <a:pt x="3271" y="206090"/>
                </a:lnTo>
                <a:lnTo>
                  <a:pt x="3271" y="199547"/>
                </a:lnTo>
                <a:lnTo>
                  <a:pt x="0" y="199547"/>
                </a:lnTo>
                <a:lnTo>
                  <a:pt x="0" y="189733"/>
                </a:lnTo>
                <a:lnTo>
                  <a:pt x="3271" y="189733"/>
                </a:lnTo>
                <a:lnTo>
                  <a:pt x="3271" y="183191"/>
                </a:lnTo>
                <a:lnTo>
                  <a:pt x="6543" y="183191"/>
                </a:lnTo>
                <a:lnTo>
                  <a:pt x="6543" y="179920"/>
                </a:lnTo>
                <a:lnTo>
                  <a:pt x="9814" y="179920"/>
                </a:lnTo>
                <a:lnTo>
                  <a:pt x="9814" y="176648"/>
                </a:lnTo>
                <a:lnTo>
                  <a:pt x="16356" y="176648"/>
                </a:lnTo>
                <a:lnTo>
                  <a:pt x="16356" y="173377"/>
                </a:lnTo>
                <a:lnTo>
                  <a:pt x="45798" y="173377"/>
                </a:lnTo>
                <a:lnTo>
                  <a:pt x="45798" y="170106"/>
                </a:lnTo>
                <a:lnTo>
                  <a:pt x="42526" y="170106"/>
                </a:lnTo>
                <a:lnTo>
                  <a:pt x="42526" y="163563"/>
                </a:lnTo>
                <a:lnTo>
                  <a:pt x="39255" y="163563"/>
                </a:lnTo>
                <a:lnTo>
                  <a:pt x="39255" y="153750"/>
                </a:lnTo>
                <a:lnTo>
                  <a:pt x="42526" y="153750"/>
                </a:lnTo>
                <a:lnTo>
                  <a:pt x="42526" y="150478"/>
                </a:lnTo>
                <a:lnTo>
                  <a:pt x="35984" y="150478"/>
                </a:lnTo>
                <a:lnTo>
                  <a:pt x="35984" y="147207"/>
                </a:lnTo>
                <a:lnTo>
                  <a:pt x="32713" y="147207"/>
                </a:lnTo>
                <a:lnTo>
                  <a:pt x="32713" y="143936"/>
                </a:lnTo>
                <a:lnTo>
                  <a:pt x="29441" y="143936"/>
                </a:lnTo>
                <a:lnTo>
                  <a:pt x="29441" y="137393"/>
                </a:lnTo>
                <a:lnTo>
                  <a:pt x="26170" y="137393"/>
                </a:lnTo>
                <a:lnTo>
                  <a:pt x="26170" y="127579"/>
                </a:lnTo>
                <a:lnTo>
                  <a:pt x="29441" y="127579"/>
                </a:lnTo>
                <a:lnTo>
                  <a:pt x="29441" y="121037"/>
                </a:lnTo>
                <a:lnTo>
                  <a:pt x="32713" y="121037"/>
                </a:lnTo>
                <a:lnTo>
                  <a:pt x="32713" y="117766"/>
                </a:lnTo>
                <a:lnTo>
                  <a:pt x="35984" y="117766"/>
                </a:lnTo>
                <a:close/>
                <a:moveTo>
                  <a:pt x="153750" y="42526"/>
                </a:moveTo>
                <a:lnTo>
                  <a:pt x="157021" y="42526"/>
                </a:lnTo>
                <a:lnTo>
                  <a:pt x="157021" y="39255"/>
                </a:lnTo>
                <a:lnTo>
                  <a:pt x="153750" y="39255"/>
                </a:lnTo>
                <a:lnTo>
                  <a:pt x="153750" y="42526"/>
                </a:lnTo>
                <a:close/>
                <a:moveTo>
                  <a:pt x="150478" y="35984"/>
                </a:moveTo>
                <a:lnTo>
                  <a:pt x="147207" y="35984"/>
                </a:lnTo>
                <a:lnTo>
                  <a:pt x="147207" y="39255"/>
                </a:lnTo>
                <a:lnTo>
                  <a:pt x="150478" y="39255"/>
                </a:lnTo>
                <a:lnTo>
                  <a:pt x="150478" y="3598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isible source SEC-093 inset-1 region 256">
            <a:extLst xmlns:a="http://schemas.openxmlformats.org/drawingml/2006/main">
              <a:ext uri="{FF2B5EF4-FFF2-40B4-BE49-F238E27FC236}">
                <a16:creationId xmlns:a16="http://schemas.microsoft.com/office/drawing/2014/main" id="{6BF96367-876F-4242-A907-8393A8F4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172" y="1998907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isible source SEC-093 inset-1 region 257">
            <a:extLst xmlns:a="http://schemas.openxmlformats.org/drawingml/2006/main">
              <a:ext uri="{FF2B5EF4-FFF2-40B4-BE49-F238E27FC236}">
                <a16:creationId xmlns:a16="http://schemas.microsoft.com/office/drawing/2014/main" id="{C54974EF-9BB4-4350-94F1-64DB939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75" y="2038162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isible source SEC-093 inset-1 region 258">
            <a:extLst xmlns:a="http://schemas.openxmlformats.org/drawingml/2006/main">
              <a:ext uri="{FF2B5EF4-FFF2-40B4-BE49-F238E27FC236}">
                <a16:creationId xmlns:a16="http://schemas.microsoft.com/office/drawing/2014/main" id="{15E441F9-DAE9-4DDC-ADB2-E85BFC0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31" y="1995636"/>
            <a:ext cx="457977" cy="255159"/>
          </a:xfrm>
          <a:custGeom xmlns:a="http://schemas.openxmlformats.org/drawingml/2006/main">
            <a:pathLst>
              <a:path w="457977" h="255159">
                <a:moveTo>
                  <a:pt x="88324" y="91595"/>
                </a:moveTo>
                <a:lnTo>
                  <a:pt x="91595" y="91595"/>
                </a:lnTo>
                <a:lnTo>
                  <a:pt x="91595" y="85053"/>
                </a:lnTo>
                <a:lnTo>
                  <a:pt x="94867" y="85053"/>
                </a:lnTo>
                <a:lnTo>
                  <a:pt x="94867" y="81782"/>
                </a:lnTo>
                <a:lnTo>
                  <a:pt x="98138" y="81782"/>
                </a:lnTo>
                <a:lnTo>
                  <a:pt x="98138" y="78510"/>
                </a:lnTo>
                <a:lnTo>
                  <a:pt x="104681" y="78510"/>
                </a:lnTo>
                <a:lnTo>
                  <a:pt x="104681" y="75239"/>
                </a:lnTo>
                <a:lnTo>
                  <a:pt x="134122" y="75239"/>
                </a:lnTo>
                <a:lnTo>
                  <a:pt x="134122" y="78510"/>
                </a:lnTo>
                <a:lnTo>
                  <a:pt x="140664" y="78510"/>
                </a:lnTo>
                <a:lnTo>
                  <a:pt x="140664" y="81782"/>
                </a:lnTo>
                <a:lnTo>
                  <a:pt x="143936" y="81782"/>
                </a:lnTo>
                <a:lnTo>
                  <a:pt x="143936" y="85053"/>
                </a:lnTo>
                <a:lnTo>
                  <a:pt x="147207" y="85053"/>
                </a:lnTo>
                <a:lnTo>
                  <a:pt x="147207" y="91595"/>
                </a:lnTo>
                <a:lnTo>
                  <a:pt x="150478" y="91595"/>
                </a:lnTo>
                <a:lnTo>
                  <a:pt x="150478" y="101409"/>
                </a:lnTo>
                <a:lnTo>
                  <a:pt x="147207" y="101409"/>
                </a:lnTo>
                <a:lnTo>
                  <a:pt x="147207" y="107952"/>
                </a:lnTo>
                <a:lnTo>
                  <a:pt x="143936" y="107952"/>
                </a:lnTo>
                <a:lnTo>
                  <a:pt x="143936" y="114494"/>
                </a:lnTo>
                <a:lnTo>
                  <a:pt x="147207" y="114494"/>
                </a:lnTo>
                <a:lnTo>
                  <a:pt x="147207" y="117766"/>
                </a:lnTo>
                <a:lnTo>
                  <a:pt x="150478" y="117766"/>
                </a:lnTo>
                <a:lnTo>
                  <a:pt x="150478" y="121037"/>
                </a:lnTo>
                <a:lnTo>
                  <a:pt x="153750" y="121037"/>
                </a:lnTo>
                <a:lnTo>
                  <a:pt x="153750" y="124308"/>
                </a:lnTo>
                <a:lnTo>
                  <a:pt x="157021" y="124308"/>
                </a:lnTo>
                <a:lnTo>
                  <a:pt x="157021" y="140664"/>
                </a:lnTo>
                <a:lnTo>
                  <a:pt x="153750" y="140664"/>
                </a:lnTo>
                <a:lnTo>
                  <a:pt x="153750" y="143936"/>
                </a:lnTo>
                <a:lnTo>
                  <a:pt x="150478" y="143936"/>
                </a:lnTo>
                <a:lnTo>
                  <a:pt x="150478" y="147207"/>
                </a:lnTo>
                <a:lnTo>
                  <a:pt x="147207" y="147207"/>
                </a:lnTo>
                <a:lnTo>
                  <a:pt x="147207" y="150478"/>
                </a:lnTo>
                <a:lnTo>
                  <a:pt x="170106" y="150478"/>
                </a:lnTo>
                <a:lnTo>
                  <a:pt x="170106" y="143936"/>
                </a:lnTo>
                <a:lnTo>
                  <a:pt x="173377" y="143936"/>
                </a:lnTo>
                <a:lnTo>
                  <a:pt x="173377" y="140664"/>
                </a:lnTo>
                <a:lnTo>
                  <a:pt x="176648" y="140664"/>
                </a:lnTo>
                <a:lnTo>
                  <a:pt x="176648" y="137393"/>
                </a:lnTo>
                <a:lnTo>
                  <a:pt x="183191" y="137393"/>
                </a:lnTo>
                <a:lnTo>
                  <a:pt x="183191" y="134122"/>
                </a:lnTo>
                <a:lnTo>
                  <a:pt x="215904" y="134122"/>
                </a:lnTo>
                <a:lnTo>
                  <a:pt x="215904" y="130851"/>
                </a:lnTo>
                <a:lnTo>
                  <a:pt x="212632" y="130851"/>
                </a:lnTo>
                <a:lnTo>
                  <a:pt x="212632" y="124308"/>
                </a:lnTo>
                <a:lnTo>
                  <a:pt x="209361" y="124308"/>
                </a:lnTo>
                <a:lnTo>
                  <a:pt x="209361" y="114494"/>
                </a:lnTo>
                <a:lnTo>
                  <a:pt x="212632" y="114494"/>
                </a:lnTo>
                <a:lnTo>
                  <a:pt x="212632" y="107952"/>
                </a:lnTo>
                <a:lnTo>
                  <a:pt x="215904" y="107952"/>
                </a:lnTo>
                <a:lnTo>
                  <a:pt x="215904" y="104681"/>
                </a:lnTo>
                <a:lnTo>
                  <a:pt x="219175" y="104681"/>
                </a:lnTo>
                <a:lnTo>
                  <a:pt x="219175" y="101409"/>
                </a:lnTo>
                <a:lnTo>
                  <a:pt x="225717" y="101409"/>
                </a:lnTo>
                <a:lnTo>
                  <a:pt x="225717" y="88324"/>
                </a:lnTo>
                <a:lnTo>
                  <a:pt x="228989" y="88324"/>
                </a:lnTo>
                <a:lnTo>
                  <a:pt x="228989" y="81782"/>
                </a:lnTo>
                <a:lnTo>
                  <a:pt x="232260" y="81782"/>
                </a:lnTo>
                <a:lnTo>
                  <a:pt x="232260" y="78510"/>
                </a:lnTo>
                <a:lnTo>
                  <a:pt x="235531" y="78510"/>
                </a:lnTo>
                <a:lnTo>
                  <a:pt x="235531" y="75239"/>
                </a:lnTo>
                <a:lnTo>
                  <a:pt x="242074" y="75239"/>
                </a:lnTo>
                <a:lnTo>
                  <a:pt x="242074" y="71968"/>
                </a:lnTo>
                <a:lnTo>
                  <a:pt x="258430" y="71968"/>
                </a:lnTo>
                <a:lnTo>
                  <a:pt x="258430" y="55612"/>
                </a:lnTo>
                <a:lnTo>
                  <a:pt x="261701" y="55612"/>
                </a:lnTo>
                <a:lnTo>
                  <a:pt x="261701" y="49069"/>
                </a:lnTo>
                <a:lnTo>
                  <a:pt x="264973" y="49069"/>
                </a:lnTo>
                <a:lnTo>
                  <a:pt x="264973" y="45798"/>
                </a:lnTo>
                <a:lnTo>
                  <a:pt x="271515" y="45798"/>
                </a:lnTo>
                <a:lnTo>
                  <a:pt x="271515" y="42526"/>
                </a:lnTo>
                <a:lnTo>
                  <a:pt x="297685" y="42526"/>
                </a:lnTo>
                <a:lnTo>
                  <a:pt x="297685" y="45798"/>
                </a:lnTo>
                <a:lnTo>
                  <a:pt x="300956" y="45798"/>
                </a:lnTo>
                <a:lnTo>
                  <a:pt x="300956" y="39255"/>
                </a:lnTo>
                <a:lnTo>
                  <a:pt x="297685" y="39255"/>
                </a:lnTo>
                <a:lnTo>
                  <a:pt x="297685" y="29441"/>
                </a:lnTo>
                <a:lnTo>
                  <a:pt x="300956" y="29441"/>
                </a:lnTo>
                <a:lnTo>
                  <a:pt x="300956" y="22899"/>
                </a:lnTo>
                <a:lnTo>
                  <a:pt x="304228" y="22899"/>
                </a:lnTo>
                <a:lnTo>
                  <a:pt x="304228" y="19628"/>
                </a:lnTo>
                <a:lnTo>
                  <a:pt x="307499" y="19628"/>
                </a:lnTo>
                <a:lnTo>
                  <a:pt x="307499" y="16356"/>
                </a:lnTo>
                <a:lnTo>
                  <a:pt x="314042" y="16356"/>
                </a:lnTo>
                <a:lnTo>
                  <a:pt x="314042" y="13085"/>
                </a:lnTo>
                <a:lnTo>
                  <a:pt x="350025" y="13085"/>
                </a:lnTo>
                <a:lnTo>
                  <a:pt x="350025" y="16356"/>
                </a:lnTo>
                <a:lnTo>
                  <a:pt x="356568" y="16356"/>
                </a:lnTo>
                <a:lnTo>
                  <a:pt x="356568" y="19628"/>
                </a:lnTo>
                <a:lnTo>
                  <a:pt x="359839" y="19628"/>
                </a:lnTo>
                <a:lnTo>
                  <a:pt x="359839" y="22899"/>
                </a:lnTo>
                <a:lnTo>
                  <a:pt x="363111" y="22899"/>
                </a:lnTo>
                <a:lnTo>
                  <a:pt x="363111" y="29441"/>
                </a:lnTo>
                <a:lnTo>
                  <a:pt x="386009" y="29441"/>
                </a:lnTo>
                <a:lnTo>
                  <a:pt x="386009" y="32713"/>
                </a:lnTo>
                <a:lnTo>
                  <a:pt x="389281" y="32713"/>
                </a:lnTo>
                <a:lnTo>
                  <a:pt x="389281" y="29441"/>
                </a:lnTo>
                <a:lnTo>
                  <a:pt x="402366" y="29441"/>
                </a:lnTo>
                <a:lnTo>
                  <a:pt x="402366" y="26170"/>
                </a:lnTo>
                <a:lnTo>
                  <a:pt x="399094" y="26170"/>
                </a:lnTo>
                <a:lnTo>
                  <a:pt x="399094" y="16356"/>
                </a:lnTo>
                <a:lnTo>
                  <a:pt x="402366" y="16356"/>
                </a:lnTo>
                <a:lnTo>
                  <a:pt x="402366" y="9814"/>
                </a:lnTo>
                <a:lnTo>
                  <a:pt x="405637" y="9814"/>
                </a:lnTo>
                <a:lnTo>
                  <a:pt x="405637" y="6543"/>
                </a:lnTo>
                <a:lnTo>
                  <a:pt x="408908" y="6543"/>
                </a:lnTo>
                <a:lnTo>
                  <a:pt x="408908" y="3271"/>
                </a:lnTo>
                <a:lnTo>
                  <a:pt x="415451" y="3271"/>
                </a:lnTo>
                <a:lnTo>
                  <a:pt x="415451" y="0"/>
                </a:lnTo>
                <a:lnTo>
                  <a:pt x="441621" y="0"/>
                </a:lnTo>
                <a:lnTo>
                  <a:pt x="441621" y="3271"/>
                </a:lnTo>
                <a:lnTo>
                  <a:pt x="448163" y="3271"/>
                </a:lnTo>
                <a:lnTo>
                  <a:pt x="448163" y="6543"/>
                </a:lnTo>
                <a:lnTo>
                  <a:pt x="451435" y="6543"/>
                </a:lnTo>
                <a:lnTo>
                  <a:pt x="451435" y="9814"/>
                </a:lnTo>
                <a:lnTo>
                  <a:pt x="454706" y="9814"/>
                </a:lnTo>
                <a:lnTo>
                  <a:pt x="454706" y="16356"/>
                </a:lnTo>
                <a:lnTo>
                  <a:pt x="457977" y="16356"/>
                </a:lnTo>
                <a:lnTo>
                  <a:pt x="457977" y="26170"/>
                </a:lnTo>
                <a:lnTo>
                  <a:pt x="454706" y="26170"/>
                </a:lnTo>
                <a:lnTo>
                  <a:pt x="454706" y="32713"/>
                </a:lnTo>
                <a:lnTo>
                  <a:pt x="451435" y="32713"/>
                </a:lnTo>
                <a:lnTo>
                  <a:pt x="451435" y="35984"/>
                </a:lnTo>
                <a:lnTo>
                  <a:pt x="448163" y="35984"/>
                </a:lnTo>
                <a:lnTo>
                  <a:pt x="448163" y="39255"/>
                </a:lnTo>
                <a:lnTo>
                  <a:pt x="441621" y="39255"/>
                </a:lnTo>
                <a:lnTo>
                  <a:pt x="441621" y="42526"/>
                </a:lnTo>
                <a:lnTo>
                  <a:pt x="425265" y="42526"/>
                </a:lnTo>
                <a:lnTo>
                  <a:pt x="425265" y="45798"/>
                </a:lnTo>
                <a:lnTo>
                  <a:pt x="428536" y="45798"/>
                </a:lnTo>
                <a:lnTo>
                  <a:pt x="428536" y="55612"/>
                </a:lnTo>
                <a:lnTo>
                  <a:pt x="425265" y="55612"/>
                </a:lnTo>
                <a:lnTo>
                  <a:pt x="425265" y="62154"/>
                </a:lnTo>
                <a:lnTo>
                  <a:pt x="421993" y="62154"/>
                </a:lnTo>
                <a:lnTo>
                  <a:pt x="421993" y="65425"/>
                </a:lnTo>
                <a:lnTo>
                  <a:pt x="418722" y="65425"/>
                </a:lnTo>
                <a:lnTo>
                  <a:pt x="418722" y="68697"/>
                </a:lnTo>
                <a:lnTo>
                  <a:pt x="412180" y="68697"/>
                </a:lnTo>
                <a:lnTo>
                  <a:pt x="412180" y="71968"/>
                </a:lnTo>
                <a:lnTo>
                  <a:pt x="359839" y="71968"/>
                </a:lnTo>
                <a:lnTo>
                  <a:pt x="359839" y="68697"/>
                </a:lnTo>
                <a:lnTo>
                  <a:pt x="353297" y="68697"/>
                </a:lnTo>
                <a:lnTo>
                  <a:pt x="353297" y="65425"/>
                </a:lnTo>
                <a:lnTo>
                  <a:pt x="350025" y="65425"/>
                </a:lnTo>
                <a:lnTo>
                  <a:pt x="350025" y="62154"/>
                </a:lnTo>
                <a:lnTo>
                  <a:pt x="346754" y="62154"/>
                </a:lnTo>
                <a:lnTo>
                  <a:pt x="346754" y="55612"/>
                </a:lnTo>
                <a:lnTo>
                  <a:pt x="333669" y="55612"/>
                </a:lnTo>
                <a:lnTo>
                  <a:pt x="333669" y="58883"/>
                </a:lnTo>
                <a:lnTo>
                  <a:pt x="336940" y="58883"/>
                </a:lnTo>
                <a:lnTo>
                  <a:pt x="336940" y="68697"/>
                </a:lnTo>
                <a:lnTo>
                  <a:pt x="333669" y="68697"/>
                </a:lnTo>
                <a:lnTo>
                  <a:pt x="333669" y="75239"/>
                </a:lnTo>
                <a:lnTo>
                  <a:pt x="330398" y="75239"/>
                </a:lnTo>
                <a:lnTo>
                  <a:pt x="330398" y="78510"/>
                </a:lnTo>
                <a:lnTo>
                  <a:pt x="327127" y="78510"/>
                </a:lnTo>
                <a:lnTo>
                  <a:pt x="327127" y="81782"/>
                </a:lnTo>
                <a:lnTo>
                  <a:pt x="320584" y="81782"/>
                </a:lnTo>
                <a:lnTo>
                  <a:pt x="320584" y="85053"/>
                </a:lnTo>
                <a:lnTo>
                  <a:pt x="307499" y="85053"/>
                </a:lnTo>
                <a:lnTo>
                  <a:pt x="307499" y="81782"/>
                </a:lnTo>
                <a:lnTo>
                  <a:pt x="297685" y="81782"/>
                </a:lnTo>
                <a:lnTo>
                  <a:pt x="297685" y="85053"/>
                </a:lnTo>
                <a:lnTo>
                  <a:pt x="287871" y="85053"/>
                </a:lnTo>
                <a:lnTo>
                  <a:pt x="287871" y="88324"/>
                </a:lnTo>
                <a:lnTo>
                  <a:pt x="291143" y="88324"/>
                </a:lnTo>
                <a:lnTo>
                  <a:pt x="291143" y="98138"/>
                </a:lnTo>
                <a:lnTo>
                  <a:pt x="287871" y="98138"/>
                </a:lnTo>
                <a:lnTo>
                  <a:pt x="287871" y="104681"/>
                </a:lnTo>
                <a:lnTo>
                  <a:pt x="317313" y="104681"/>
                </a:lnTo>
                <a:lnTo>
                  <a:pt x="317313" y="107952"/>
                </a:lnTo>
                <a:lnTo>
                  <a:pt x="323855" y="107952"/>
                </a:lnTo>
                <a:lnTo>
                  <a:pt x="323855" y="111223"/>
                </a:lnTo>
                <a:lnTo>
                  <a:pt x="327127" y="111223"/>
                </a:lnTo>
                <a:lnTo>
                  <a:pt x="327127" y="114494"/>
                </a:lnTo>
                <a:lnTo>
                  <a:pt x="330398" y="114494"/>
                </a:lnTo>
                <a:lnTo>
                  <a:pt x="330398" y="121037"/>
                </a:lnTo>
                <a:lnTo>
                  <a:pt x="333669" y="121037"/>
                </a:lnTo>
                <a:lnTo>
                  <a:pt x="333669" y="130851"/>
                </a:lnTo>
                <a:lnTo>
                  <a:pt x="330398" y="130851"/>
                </a:lnTo>
                <a:lnTo>
                  <a:pt x="330398" y="137393"/>
                </a:lnTo>
                <a:lnTo>
                  <a:pt x="327127" y="137393"/>
                </a:lnTo>
                <a:lnTo>
                  <a:pt x="327127" y="140664"/>
                </a:lnTo>
                <a:lnTo>
                  <a:pt x="323855" y="140664"/>
                </a:lnTo>
                <a:lnTo>
                  <a:pt x="323855" y="143936"/>
                </a:lnTo>
                <a:lnTo>
                  <a:pt x="317313" y="143936"/>
                </a:lnTo>
                <a:lnTo>
                  <a:pt x="317313" y="147207"/>
                </a:lnTo>
                <a:lnTo>
                  <a:pt x="281329" y="147207"/>
                </a:lnTo>
                <a:lnTo>
                  <a:pt x="281329" y="143936"/>
                </a:lnTo>
                <a:lnTo>
                  <a:pt x="274786" y="143936"/>
                </a:lnTo>
                <a:lnTo>
                  <a:pt x="274786" y="140664"/>
                </a:lnTo>
                <a:lnTo>
                  <a:pt x="271515" y="140664"/>
                </a:lnTo>
                <a:lnTo>
                  <a:pt x="271515" y="137393"/>
                </a:lnTo>
                <a:lnTo>
                  <a:pt x="268244" y="137393"/>
                </a:lnTo>
                <a:lnTo>
                  <a:pt x="268244" y="130851"/>
                </a:lnTo>
                <a:lnTo>
                  <a:pt x="264973" y="130851"/>
                </a:lnTo>
                <a:lnTo>
                  <a:pt x="264973" y="124308"/>
                </a:lnTo>
                <a:lnTo>
                  <a:pt x="261701" y="124308"/>
                </a:lnTo>
                <a:lnTo>
                  <a:pt x="261701" y="130851"/>
                </a:lnTo>
                <a:lnTo>
                  <a:pt x="258430" y="130851"/>
                </a:lnTo>
                <a:lnTo>
                  <a:pt x="258430" y="134122"/>
                </a:lnTo>
                <a:lnTo>
                  <a:pt x="255159" y="134122"/>
                </a:lnTo>
                <a:lnTo>
                  <a:pt x="255159" y="137393"/>
                </a:lnTo>
                <a:lnTo>
                  <a:pt x="248616" y="137393"/>
                </a:lnTo>
                <a:lnTo>
                  <a:pt x="248616" y="140664"/>
                </a:lnTo>
                <a:lnTo>
                  <a:pt x="235531" y="140664"/>
                </a:lnTo>
                <a:lnTo>
                  <a:pt x="235531" y="143936"/>
                </a:lnTo>
                <a:lnTo>
                  <a:pt x="238802" y="143936"/>
                </a:lnTo>
                <a:lnTo>
                  <a:pt x="238802" y="147207"/>
                </a:lnTo>
                <a:lnTo>
                  <a:pt x="242074" y="147207"/>
                </a:lnTo>
                <a:lnTo>
                  <a:pt x="242074" y="163563"/>
                </a:lnTo>
                <a:lnTo>
                  <a:pt x="238802" y="163563"/>
                </a:lnTo>
                <a:lnTo>
                  <a:pt x="238802" y="166835"/>
                </a:lnTo>
                <a:lnTo>
                  <a:pt x="235531" y="166835"/>
                </a:lnTo>
                <a:lnTo>
                  <a:pt x="235531" y="170106"/>
                </a:lnTo>
                <a:lnTo>
                  <a:pt x="232260" y="170106"/>
                </a:lnTo>
                <a:lnTo>
                  <a:pt x="232260" y="173377"/>
                </a:lnTo>
                <a:lnTo>
                  <a:pt x="228989" y="173377"/>
                </a:lnTo>
                <a:lnTo>
                  <a:pt x="228989" y="176648"/>
                </a:lnTo>
                <a:lnTo>
                  <a:pt x="193005" y="176648"/>
                </a:lnTo>
                <a:lnTo>
                  <a:pt x="193005" y="183191"/>
                </a:lnTo>
                <a:lnTo>
                  <a:pt x="189733" y="183191"/>
                </a:lnTo>
                <a:lnTo>
                  <a:pt x="189733" y="186462"/>
                </a:lnTo>
                <a:lnTo>
                  <a:pt x="232260" y="186462"/>
                </a:lnTo>
                <a:lnTo>
                  <a:pt x="232260" y="189733"/>
                </a:lnTo>
                <a:lnTo>
                  <a:pt x="235531" y="189733"/>
                </a:lnTo>
                <a:lnTo>
                  <a:pt x="235531" y="193005"/>
                </a:lnTo>
                <a:lnTo>
                  <a:pt x="238802" y="193005"/>
                </a:lnTo>
                <a:lnTo>
                  <a:pt x="238802" y="196276"/>
                </a:lnTo>
                <a:lnTo>
                  <a:pt x="242074" y="196276"/>
                </a:lnTo>
                <a:lnTo>
                  <a:pt x="242074" y="199547"/>
                </a:lnTo>
                <a:lnTo>
                  <a:pt x="245345" y="199547"/>
                </a:lnTo>
                <a:lnTo>
                  <a:pt x="245345" y="215904"/>
                </a:lnTo>
                <a:lnTo>
                  <a:pt x="242074" y="215904"/>
                </a:lnTo>
                <a:lnTo>
                  <a:pt x="242074" y="219175"/>
                </a:lnTo>
                <a:lnTo>
                  <a:pt x="238802" y="219175"/>
                </a:lnTo>
                <a:lnTo>
                  <a:pt x="238802" y="222446"/>
                </a:lnTo>
                <a:lnTo>
                  <a:pt x="235531" y="222446"/>
                </a:lnTo>
                <a:lnTo>
                  <a:pt x="235531" y="225717"/>
                </a:lnTo>
                <a:lnTo>
                  <a:pt x="228989" y="225717"/>
                </a:lnTo>
                <a:lnTo>
                  <a:pt x="228989" y="228989"/>
                </a:lnTo>
                <a:lnTo>
                  <a:pt x="193005" y="228989"/>
                </a:lnTo>
                <a:lnTo>
                  <a:pt x="193005" y="238802"/>
                </a:lnTo>
                <a:lnTo>
                  <a:pt x="189733" y="238802"/>
                </a:lnTo>
                <a:lnTo>
                  <a:pt x="189733" y="245345"/>
                </a:lnTo>
                <a:lnTo>
                  <a:pt x="186462" y="245345"/>
                </a:lnTo>
                <a:lnTo>
                  <a:pt x="186462" y="248616"/>
                </a:lnTo>
                <a:lnTo>
                  <a:pt x="183191" y="248616"/>
                </a:lnTo>
                <a:lnTo>
                  <a:pt x="183191" y="251887"/>
                </a:lnTo>
                <a:lnTo>
                  <a:pt x="176648" y="251887"/>
                </a:lnTo>
                <a:lnTo>
                  <a:pt x="176648" y="255159"/>
                </a:lnTo>
                <a:lnTo>
                  <a:pt x="137393" y="255159"/>
                </a:lnTo>
                <a:lnTo>
                  <a:pt x="137393" y="251887"/>
                </a:lnTo>
                <a:lnTo>
                  <a:pt x="130851" y="251887"/>
                </a:lnTo>
                <a:lnTo>
                  <a:pt x="130851" y="248616"/>
                </a:lnTo>
                <a:lnTo>
                  <a:pt x="127579" y="248616"/>
                </a:lnTo>
                <a:lnTo>
                  <a:pt x="127579" y="245345"/>
                </a:lnTo>
                <a:lnTo>
                  <a:pt x="124308" y="245345"/>
                </a:lnTo>
                <a:lnTo>
                  <a:pt x="124308" y="238802"/>
                </a:lnTo>
                <a:lnTo>
                  <a:pt x="121037" y="238802"/>
                </a:lnTo>
                <a:lnTo>
                  <a:pt x="121037" y="228989"/>
                </a:lnTo>
                <a:lnTo>
                  <a:pt x="124308" y="228989"/>
                </a:lnTo>
                <a:lnTo>
                  <a:pt x="124308" y="222446"/>
                </a:lnTo>
                <a:lnTo>
                  <a:pt x="127579" y="222446"/>
                </a:lnTo>
                <a:lnTo>
                  <a:pt x="127579" y="219175"/>
                </a:lnTo>
                <a:lnTo>
                  <a:pt x="130851" y="219175"/>
                </a:lnTo>
                <a:lnTo>
                  <a:pt x="130851" y="215904"/>
                </a:lnTo>
                <a:lnTo>
                  <a:pt x="137393" y="215904"/>
                </a:lnTo>
                <a:lnTo>
                  <a:pt x="137393" y="212632"/>
                </a:lnTo>
                <a:lnTo>
                  <a:pt x="157021" y="212632"/>
                </a:lnTo>
                <a:lnTo>
                  <a:pt x="157021" y="215904"/>
                </a:lnTo>
                <a:lnTo>
                  <a:pt x="160292" y="215904"/>
                </a:lnTo>
                <a:lnTo>
                  <a:pt x="160292" y="212632"/>
                </a:lnTo>
                <a:lnTo>
                  <a:pt x="163563" y="212632"/>
                </a:lnTo>
                <a:lnTo>
                  <a:pt x="163563" y="202818"/>
                </a:lnTo>
                <a:lnTo>
                  <a:pt x="166835" y="202818"/>
                </a:lnTo>
                <a:lnTo>
                  <a:pt x="166835" y="196276"/>
                </a:lnTo>
                <a:lnTo>
                  <a:pt x="170106" y="196276"/>
                </a:lnTo>
                <a:lnTo>
                  <a:pt x="170106" y="193005"/>
                </a:lnTo>
                <a:lnTo>
                  <a:pt x="143936" y="193005"/>
                </a:lnTo>
                <a:lnTo>
                  <a:pt x="143936" y="189733"/>
                </a:lnTo>
                <a:lnTo>
                  <a:pt x="137393" y="189733"/>
                </a:lnTo>
                <a:lnTo>
                  <a:pt x="137393" y="186462"/>
                </a:lnTo>
                <a:lnTo>
                  <a:pt x="134122" y="186462"/>
                </a:lnTo>
                <a:lnTo>
                  <a:pt x="134122" y="183191"/>
                </a:lnTo>
                <a:lnTo>
                  <a:pt x="130851" y="183191"/>
                </a:lnTo>
                <a:lnTo>
                  <a:pt x="130851" y="176648"/>
                </a:lnTo>
                <a:lnTo>
                  <a:pt x="127579" y="176648"/>
                </a:lnTo>
                <a:lnTo>
                  <a:pt x="127579" y="166835"/>
                </a:lnTo>
                <a:lnTo>
                  <a:pt x="130851" y="166835"/>
                </a:lnTo>
                <a:lnTo>
                  <a:pt x="130851" y="160292"/>
                </a:lnTo>
                <a:lnTo>
                  <a:pt x="134122" y="160292"/>
                </a:lnTo>
                <a:lnTo>
                  <a:pt x="134122" y="157021"/>
                </a:lnTo>
                <a:lnTo>
                  <a:pt x="137393" y="157021"/>
                </a:lnTo>
                <a:lnTo>
                  <a:pt x="137393" y="153750"/>
                </a:lnTo>
                <a:lnTo>
                  <a:pt x="117766" y="153750"/>
                </a:lnTo>
                <a:lnTo>
                  <a:pt x="117766" y="150478"/>
                </a:lnTo>
                <a:lnTo>
                  <a:pt x="111223" y="150478"/>
                </a:lnTo>
                <a:lnTo>
                  <a:pt x="111223" y="153750"/>
                </a:lnTo>
                <a:lnTo>
                  <a:pt x="88324" y="153750"/>
                </a:lnTo>
                <a:lnTo>
                  <a:pt x="88324" y="150478"/>
                </a:lnTo>
                <a:lnTo>
                  <a:pt x="81782" y="150478"/>
                </a:lnTo>
                <a:lnTo>
                  <a:pt x="81782" y="147207"/>
                </a:lnTo>
                <a:lnTo>
                  <a:pt x="78510" y="147207"/>
                </a:lnTo>
                <a:lnTo>
                  <a:pt x="78510" y="143936"/>
                </a:lnTo>
                <a:lnTo>
                  <a:pt x="75239" y="143936"/>
                </a:lnTo>
                <a:lnTo>
                  <a:pt x="75239" y="137393"/>
                </a:lnTo>
                <a:lnTo>
                  <a:pt x="65425" y="137393"/>
                </a:lnTo>
                <a:lnTo>
                  <a:pt x="65425" y="134122"/>
                </a:lnTo>
                <a:lnTo>
                  <a:pt x="62154" y="134122"/>
                </a:lnTo>
                <a:lnTo>
                  <a:pt x="62154" y="137393"/>
                </a:lnTo>
                <a:lnTo>
                  <a:pt x="58883" y="137393"/>
                </a:lnTo>
                <a:lnTo>
                  <a:pt x="58883" y="140664"/>
                </a:lnTo>
                <a:lnTo>
                  <a:pt x="55612" y="140664"/>
                </a:lnTo>
                <a:lnTo>
                  <a:pt x="55612" y="143936"/>
                </a:lnTo>
                <a:lnTo>
                  <a:pt x="49069" y="143936"/>
                </a:lnTo>
                <a:lnTo>
                  <a:pt x="49069" y="147207"/>
                </a:lnTo>
                <a:lnTo>
                  <a:pt x="39255" y="147207"/>
                </a:lnTo>
                <a:lnTo>
                  <a:pt x="39255" y="143936"/>
                </a:lnTo>
                <a:lnTo>
                  <a:pt x="26170" y="143936"/>
                </a:lnTo>
                <a:lnTo>
                  <a:pt x="26170" y="147207"/>
                </a:lnTo>
                <a:lnTo>
                  <a:pt x="16356" y="147207"/>
                </a:lnTo>
                <a:lnTo>
                  <a:pt x="16356" y="143936"/>
                </a:lnTo>
                <a:lnTo>
                  <a:pt x="9814" y="143936"/>
                </a:lnTo>
                <a:lnTo>
                  <a:pt x="9814" y="140664"/>
                </a:lnTo>
                <a:lnTo>
                  <a:pt x="6543" y="140664"/>
                </a:lnTo>
                <a:lnTo>
                  <a:pt x="6543" y="137393"/>
                </a:lnTo>
                <a:lnTo>
                  <a:pt x="3271" y="137393"/>
                </a:lnTo>
                <a:lnTo>
                  <a:pt x="3271" y="130851"/>
                </a:lnTo>
                <a:lnTo>
                  <a:pt x="0" y="130851"/>
                </a:lnTo>
                <a:lnTo>
                  <a:pt x="0" y="121037"/>
                </a:lnTo>
                <a:lnTo>
                  <a:pt x="3271" y="121037"/>
                </a:lnTo>
                <a:lnTo>
                  <a:pt x="3271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9814" y="111223"/>
                </a:lnTo>
                <a:lnTo>
                  <a:pt x="9814" y="107952"/>
                </a:lnTo>
                <a:lnTo>
                  <a:pt x="16356" y="107952"/>
                </a:lnTo>
                <a:lnTo>
                  <a:pt x="16356" y="104681"/>
                </a:lnTo>
                <a:lnTo>
                  <a:pt x="26170" y="104681"/>
                </a:lnTo>
                <a:lnTo>
                  <a:pt x="26170" y="107952"/>
                </a:lnTo>
                <a:lnTo>
                  <a:pt x="29441" y="107952"/>
                </a:lnTo>
                <a:lnTo>
                  <a:pt x="29441" y="104681"/>
                </a:lnTo>
                <a:lnTo>
                  <a:pt x="32713" y="104681"/>
                </a:lnTo>
                <a:lnTo>
                  <a:pt x="32713" y="101409"/>
                </a:lnTo>
                <a:lnTo>
                  <a:pt x="35984" y="101409"/>
                </a:lnTo>
                <a:lnTo>
                  <a:pt x="35984" y="98138"/>
                </a:lnTo>
                <a:lnTo>
                  <a:pt x="42526" y="98138"/>
                </a:lnTo>
                <a:lnTo>
                  <a:pt x="42526" y="94867"/>
                </a:lnTo>
                <a:lnTo>
                  <a:pt x="55612" y="94867"/>
                </a:lnTo>
                <a:lnTo>
                  <a:pt x="55612" y="98138"/>
                </a:lnTo>
                <a:lnTo>
                  <a:pt x="65425" y="98138"/>
                </a:lnTo>
                <a:lnTo>
                  <a:pt x="65425" y="94867"/>
                </a:lnTo>
                <a:lnTo>
                  <a:pt x="85053" y="94867"/>
                </a:lnTo>
                <a:lnTo>
                  <a:pt x="85053" y="98138"/>
                </a:lnTo>
                <a:lnTo>
                  <a:pt x="88324" y="98138"/>
                </a:lnTo>
                <a:lnTo>
                  <a:pt x="88324" y="91595"/>
                </a:lnTo>
                <a:close/>
                <a:moveTo>
                  <a:pt x="261701" y="71968"/>
                </a:moveTo>
                <a:lnTo>
                  <a:pt x="258430" y="71968"/>
                </a:lnTo>
                <a:lnTo>
                  <a:pt x="258430" y="75239"/>
                </a:lnTo>
                <a:lnTo>
                  <a:pt x="261701" y="75239"/>
                </a:lnTo>
                <a:lnTo>
                  <a:pt x="261701" y="71968"/>
                </a:lnTo>
                <a:close/>
                <a:moveTo>
                  <a:pt x="264973" y="121037"/>
                </a:moveTo>
                <a:lnTo>
                  <a:pt x="268244" y="121037"/>
                </a:lnTo>
                <a:lnTo>
                  <a:pt x="268244" y="114494"/>
                </a:lnTo>
                <a:lnTo>
                  <a:pt x="264973" y="114494"/>
                </a:lnTo>
                <a:lnTo>
                  <a:pt x="264973" y="121037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isible source SEC-093 inset-1 region 259">
            <a:extLst xmlns:a="http://schemas.openxmlformats.org/drawingml/2006/main">
              <a:ext uri="{FF2B5EF4-FFF2-40B4-BE49-F238E27FC236}">
                <a16:creationId xmlns:a16="http://schemas.microsoft.com/office/drawing/2014/main" id="{3E28D8A6-511C-4264-A3F0-6AD7FFFB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646" y="2211539"/>
            <a:ext cx="127579" cy="71968"/>
          </a:xfrm>
          <a:custGeom xmlns:a="http://schemas.openxmlformats.org/drawingml/2006/main">
            <a:pathLst>
              <a:path w="127579" h="71968">
                <a:moveTo>
                  <a:pt x="49069" y="13085"/>
                </a:move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94867" y="0"/>
                </a:lnTo>
                <a:lnTo>
                  <a:pt x="94867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81782" y="42526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68697" y="68697"/>
                </a:lnTo>
                <a:lnTo>
                  <a:pt x="68697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45798" y="29441"/>
                </a:lnTo>
                <a:lnTo>
                  <a:pt x="45798" y="13085"/>
                </a:lnTo>
                <a:lnTo>
                  <a:pt x="49069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isible source SEC-093 inset-1 region 260">
            <a:extLst xmlns:a="http://schemas.openxmlformats.org/drawingml/2006/main">
              <a:ext uri="{FF2B5EF4-FFF2-40B4-BE49-F238E27FC236}">
                <a16:creationId xmlns:a16="http://schemas.microsoft.com/office/drawing/2014/main" id="{3FA88CE0-7100-4D7E-B916-01D53F0D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75" y="2267151"/>
            <a:ext cx="264973" cy="121037"/>
          </a:xfrm>
          <a:custGeom xmlns:a="http://schemas.openxmlformats.org/drawingml/2006/main">
            <a:pathLst>
              <a:path w="264973" h="121037">
                <a:moveTo>
                  <a:pt x="94867" y="16356"/>
                </a:moveTo>
                <a:lnTo>
                  <a:pt x="98138" y="16356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6356"/>
                </a:lnTo>
                <a:lnTo>
                  <a:pt x="173377" y="16356"/>
                </a:lnTo>
                <a:lnTo>
                  <a:pt x="173377" y="26170"/>
                </a:lnTo>
                <a:lnTo>
                  <a:pt x="170106" y="26170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70106" y="42526"/>
                </a:lnTo>
                <a:lnTo>
                  <a:pt x="170106" y="45798"/>
                </a:lnTo>
                <a:lnTo>
                  <a:pt x="173377" y="45798"/>
                </a:lnTo>
                <a:lnTo>
                  <a:pt x="173377" y="52340"/>
                </a:lnTo>
                <a:lnTo>
                  <a:pt x="176648" y="52340"/>
                </a:lnTo>
                <a:lnTo>
                  <a:pt x="176648" y="62154"/>
                </a:lnTo>
                <a:lnTo>
                  <a:pt x="173377" y="62154"/>
                </a:lnTo>
                <a:lnTo>
                  <a:pt x="173377" y="68697"/>
                </a:lnTo>
                <a:lnTo>
                  <a:pt x="170106" y="68697"/>
                </a:lnTo>
                <a:lnTo>
                  <a:pt x="170106" y="71968"/>
                </a:lnTo>
                <a:lnTo>
                  <a:pt x="166835" y="71968"/>
                </a:lnTo>
                <a:lnTo>
                  <a:pt x="166835" y="75239"/>
                </a:lnTo>
                <a:lnTo>
                  <a:pt x="160292" y="75239"/>
                </a:lnTo>
                <a:lnTo>
                  <a:pt x="160292" y="78510"/>
                </a:lnTo>
                <a:lnTo>
                  <a:pt x="196276" y="78510"/>
                </a:lnTo>
                <a:lnTo>
                  <a:pt x="196276" y="75239"/>
                </a:lnTo>
                <a:lnTo>
                  <a:pt x="251887" y="75239"/>
                </a:lnTo>
                <a:lnTo>
                  <a:pt x="251887" y="78510"/>
                </a:lnTo>
                <a:lnTo>
                  <a:pt x="255159" y="78510"/>
                </a:lnTo>
                <a:lnTo>
                  <a:pt x="255159" y="81782"/>
                </a:lnTo>
                <a:lnTo>
                  <a:pt x="258430" y="81782"/>
                </a:lnTo>
                <a:lnTo>
                  <a:pt x="258430" y="85053"/>
                </a:lnTo>
                <a:lnTo>
                  <a:pt x="261701" y="85053"/>
                </a:lnTo>
                <a:lnTo>
                  <a:pt x="261701" y="88324"/>
                </a:lnTo>
                <a:lnTo>
                  <a:pt x="264973" y="88324"/>
                </a:lnTo>
                <a:lnTo>
                  <a:pt x="264973" y="104681"/>
                </a:lnTo>
                <a:lnTo>
                  <a:pt x="261701" y="104681"/>
                </a:lnTo>
                <a:lnTo>
                  <a:pt x="261701" y="107952"/>
                </a:lnTo>
                <a:lnTo>
                  <a:pt x="258430" y="107952"/>
                </a:lnTo>
                <a:lnTo>
                  <a:pt x="258430" y="111223"/>
                </a:lnTo>
                <a:lnTo>
                  <a:pt x="255159" y="111223"/>
                </a:lnTo>
                <a:lnTo>
                  <a:pt x="255159" y="114494"/>
                </a:lnTo>
                <a:lnTo>
                  <a:pt x="248616" y="114494"/>
                </a:lnTo>
                <a:lnTo>
                  <a:pt x="248616" y="117766"/>
                </a:lnTo>
                <a:lnTo>
                  <a:pt x="225717" y="117766"/>
                </a:lnTo>
                <a:lnTo>
                  <a:pt x="225717" y="114494"/>
                </a:lnTo>
                <a:lnTo>
                  <a:pt x="222446" y="114494"/>
                </a:lnTo>
                <a:lnTo>
                  <a:pt x="222446" y="117766"/>
                </a:lnTo>
                <a:lnTo>
                  <a:pt x="202818" y="117766"/>
                </a:lnTo>
                <a:lnTo>
                  <a:pt x="202818" y="121037"/>
                </a:lnTo>
                <a:lnTo>
                  <a:pt x="153750" y="121037"/>
                </a:lnTo>
                <a:lnTo>
                  <a:pt x="153750" y="117766"/>
                </a:lnTo>
                <a:lnTo>
                  <a:pt x="147207" y="117766"/>
                </a:lnTo>
                <a:lnTo>
                  <a:pt x="147207" y="114494"/>
                </a:lnTo>
                <a:lnTo>
                  <a:pt x="143936" y="114494"/>
                </a:lnTo>
                <a:lnTo>
                  <a:pt x="143936" y="111223"/>
                </a:lnTo>
                <a:lnTo>
                  <a:pt x="140664" y="111223"/>
                </a:lnTo>
                <a:lnTo>
                  <a:pt x="140664" y="104681"/>
                </a:lnTo>
                <a:lnTo>
                  <a:pt x="137393" y="104681"/>
                </a:lnTo>
                <a:lnTo>
                  <a:pt x="137393" y="94867"/>
                </a:lnTo>
                <a:lnTo>
                  <a:pt x="140664" y="94867"/>
                </a:lnTo>
                <a:lnTo>
                  <a:pt x="140664" y="88324"/>
                </a:lnTo>
                <a:lnTo>
                  <a:pt x="143936" y="88324"/>
                </a:lnTo>
                <a:lnTo>
                  <a:pt x="143936" y="85053"/>
                </a:lnTo>
                <a:lnTo>
                  <a:pt x="147207" y="85053"/>
                </a:lnTo>
                <a:lnTo>
                  <a:pt x="147207" y="81782"/>
                </a:lnTo>
                <a:lnTo>
                  <a:pt x="153750" y="81782"/>
                </a:lnTo>
                <a:lnTo>
                  <a:pt x="153750" y="78510"/>
                </a:lnTo>
                <a:lnTo>
                  <a:pt x="130851" y="78510"/>
                </a:lnTo>
                <a:lnTo>
                  <a:pt x="130851" y="75239"/>
                </a:lnTo>
                <a:lnTo>
                  <a:pt x="127579" y="75239"/>
                </a:lnTo>
                <a:lnTo>
                  <a:pt x="127579" y="78510"/>
                </a:lnTo>
                <a:lnTo>
                  <a:pt x="111223" y="78510"/>
                </a:lnTo>
                <a:lnTo>
                  <a:pt x="111223" y="75239"/>
                </a:lnTo>
                <a:lnTo>
                  <a:pt x="104681" y="75239"/>
                </a:lnTo>
                <a:lnTo>
                  <a:pt x="104681" y="78510"/>
                </a:lnTo>
                <a:lnTo>
                  <a:pt x="65425" y="78510"/>
                </a:lnTo>
                <a:lnTo>
                  <a:pt x="65425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94867" y="39255"/>
                </a:lnTo>
                <a:lnTo>
                  <a:pt x="94867" y="35984"/>
                </a:lnTo>
                <a:lnTo>
                  <a:pt x="101409" y="35984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isible source SEC-093 inset-1 region 261">
            <a:extLst xmlns:a="http://schemas.openxmlformats.org/drawingml/2006/main">
              <a:ext uri="{FF2B5EF4-FFF2-40B4-BE49-F238E27FC236}">
                <a16:creationId xmlns:a16="http://schemas.microsoft.com/office/drawing/2014/main" id="{B34F59D1-1BB9-43A3-BC3B-B284B836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97" y="2394730"/>
            <a:ext cx="127579" cy="55612"/>
          </a:xfrm>
          <a:custGeom xmlns:a="http://schemas.openxmlformats.org/drawingml/2006/main">
            <a:pathLst>
              <a:path w="127579" h="55612">
                <a:moveTo>
                  <a:pt x="52340" y="9814"/>
                </a:move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49069" y="13085"/>
                </a:lnTo>
                <a:lnTo>
                  <a:pt x="49069" y="9814"/>
                </a:lnTo>
                <a:lnTo>
                  <a:pt x="5234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isible source SEC-093 inset-1 region 262">
            <a:extLst xmlns:a="http://schemas.openxmlformats.org/drawingml/2006/main">
              <a:ext uri="{FF2B5EF4-FFF2-40B4-BE49-F238E27FC236}">
                <a16:creationId xmlns:a16="http://schemas.microsoft.com/office/drawing/2014/main" id="{57160974-CF21-4ED1-BA1B-C90679FC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75" y="2424171"/>
            <a:ext cx="170106" cy="137393"/>
          </a:xfrm>
          <a:custGeom xmlns:a="http://schemas.openxmlformats.org/drawingml/2006/main">
            <a:pathLst>
              <a:path w="170106" h="137393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6170"/>
                </a:lnTo>
                <a:lnTo>
                  <a:pt x="127579" y="26170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53750" y="39255"/>
                </a:lnTo>
                <a:lnTo>
                  <a:pt x="153750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63563" y="45798"/>
                </a:lnTo>
                <a:lnTo>
                  <a:pt x="163563" y="49069"/>
                </a:lnTo>
                <a:lnTo>
                  <a:pt x="166835" y="49069"/>
                </a:lnTo>
                <a:lnTo>
                  <a:pt x="166835" y="55612"/>
                </a:lnTo>
                <a:lnTo>
                  <a:pt x="170106" y="55612"/>
                </a:lnTo>
                <a:lnTo>
                  <a:pt x="170106" y="65425"/>
                </a:lnTo>
                <a:lnTo>
                  <a:pt x="166835" y="65425"/>
                </a:lnTo>
                <a:lnTo>
                  <a:pt x="166835" y="71968"/>
                </a:lnTo>
                <a:lnTo>
                  <a:pt x="163563" y="71968"/>
                </a:lnTo>
                <a:lnTo>
                  <a:pt x="163563" y="75239"/>
                </a:lnTo>
                <a:lnTo>
                  <a:pt x="160292" y="75239"/>
                </a:lnTo>
                <a:lnTo>
                  <a:pt x="160292" y="78510"/>
                </a:lnTo>
                <a:lnTo>
                  <a:pt x="153750" y="78510"/>
                </a:lnTo>
                <a:lnTo>
                  <a:pt x="153750" y="81782"/>
                </a:lnTo>
                <a:lnTo>
                  <a:pt x="157021" y="81782"/>
                </a:lnTo>
                <a:lnTo>
                  <a:pt x="157021" y="85053"/>
                </a:lnTo>
                <a:lnTo>
                  <a:pt x="160292" y="85053"/>
                </a:lnTo>
                <a:lnTo>
                  <a:pt x="160292" y="91595"/>
                </a:lnTo>
                <a:lnTo>
                  <a:pt x="163563" y="91595"/>
                </a:lnTo>
                <a:lnTo>
                  <a:pt x="163563" y="101409"/>
                </a:lnTo>
                <a:lnTo>
                  <a:pt x="160292" y="101409"/>
                </a:lnTo>
                <a:lnTo>
                  <a:pt x="160292" y="107952"/>
                </a:lnTo>
                <a:lnTo>
                  <a:pt x="157021" y="107952"/>
                </a:lnTo>
                <a:lnTo>
                  <a:pt x="157021" y="111223"/>
                </a:lnTo>
                <a:lnTo>
                  <a:pt x="153750" y="111223"/>
                </a:lnTo>
                <a:lnTo>
                  <a:pt x="153750" y="114494"/>
                </a:lnTo>
                <a:lnTo>
                  <a:pt x="147207" y="114494"/>
                </a:lnTo>
                <a:lnTo>
                  <a:pt x="147207" y="117766"/>
                </a:lnTo>
                <a:lnTo>
                  <a:pt x="130851" y="117766"/>
                </a:lnTo>
                <a:lnTo>
                  <a:pt x="130851" y="121037"/>
                </a:lnTo>
                <a:lnTo>
                  <a:pt x="127579" y="121037"/>
                </a:lnTo>
                <a:lnTo>
                  <a:pt x="127579" y="127579"/>
                </a:lnTo>
                <a:lnTo>
                  <a:pt x="124308" y="127579"/>
                </a:lnTo>
                <a:lnTo>
                  <a:pt x="124308" y="130851"/>
                </a:lnTo>
                <a:lnTo>
                  <a:pt x="121037" y="130851"/>
                </a:lnTo>
                <a:lnTo>
                  <a:pt x="121037" y="134122"/>
                </a:lnTo>
                <a:lnTo>
                  <a:pt x="114494" y="134122"/>
                </a:lnTo>
                <a:lnTo>
                  <a:pt x="114494" y="137393"/>
                </a:lnTo>
                <a:lnTo>
                  <a:pt x="65425" y="137393"/>
                </a:lnTo>
                <a:lnTo>
                  <a:pt x="65425" y="134122"/>
                </a:lnTo>
                <a:lnTo>
                  <a:pt x="58883" y="134122"/>
                </a:lnTo>
                <a:lnTo>
                  <a:pt x="58883" y="130851"/>
                </a:lnTo>
                <a:lnTo>
                  <a:pt x="55612" y="130851"/>
                </a:lnTo>
                <a:lnTo>
                  <a:pt x="55612" y="127579"/>
                </a:lnTo>
                <a:lnTo>
                  <a:pt x="19628" y="127579"/>
                </a:lnTo>
                <a:lnTo>
                  <a:pt x="19628" y="124308"/>
                </a:lnTo>
                <a:lnTo>
                  <a:pt x="13085" y="124308"/>
                </a:lnTo>
                <a:lnTo>
                  <a:pt x="13085" y="121037"/>
                </a:lnTo>
                <a:lnTo>
                  <a:pt x="9814" y="121037"/>
                </a:lnTo>
                <a:lnTo>
                  <a:pt x="9814" y="117766"/>
                </a:lnTo>
                <a:lnTo>
                  <a:pt x="6543" y="117766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1409"/>
                </a:lnTo>
                <a:lnTo>
                  <a:pt x="6543" y="101409"/>
                </a:lnTo>
                <a:lnTo>
                  <a:pt x="6543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13085" y="91595"/>
                </a:lnTo>
                <a:lnTo>
                  <a:pt x="13085" y="88324"/>
                </a:lnTo>
                <a:lnTo>
                  <a:pt x="19628" y="88324"/>
                </a:lnTo>
                <a:lnTo>
                  <a:pt x="19628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88324" y="94867"/>
                </a:lnTo>
                <a:lnTo>
                  <a:pt x="88324" y="91595"/>
                </a:lnTo>
                <a:lnTo>
                  <a:pt x="91595" y="91595"/>
                </a:lnTo>
                <a:lnTo>
                  <a:pt x="91595" y="85053"/>
                </a:lnTo>
                <a:lnTo>
                  <a:pt x="94867" y="85053"/>
                </a:lnTo>
                <a:lnTo>
                  <a:pt x="94867" y="81782"/>
                </a:lnTo>
                <a:lnTo>
                  <a:pt x="98138" y="81782"/>
                </a:lnTo>
                <a:lnTo>
                  <a:pt x="98138" y="78510"/>
                </a:lnTo>
                <a:lnTo>
                  <a:pt x="101409" y="78510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71968"/>
                </a:lnTo>
                <a:lnTo>
                  <a:pt x="94867" y="71968"/>
                </a:lnTo>
                <a:lnTo>
                  <a:pt x="94867" y="65425"/>
                </a:lnTo>
                <a:lnTo>
                  <a:pt x="91595" y="65425"/>
                </a:lnTo>
                <a:lnTo>
                  <a:pt x="91595" y="55612"/>
                </a:lnTo>
                <a:lnTo>
                  <a:pt x="94867" y="55612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85053" y="42526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45798" y="19628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isible source SEC-093 inset-1 region 263">
            <a:extLst xmlns:a="http://schemas.openxmlformats.org/drawingml/2006/main">
              <a:ext uri="{FF2B5EF4-FFF2-40B4-BE49-F238E27FC236}">
                <a16:creationId xmlns:a16="http://schemas.microsoft.com/office/drawing/2014/main" id="{54520B32-A7FA-466E-BC87-6FEED940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97" y="2545208"/>
            <a:ext cx="127579" cy="49069"/>
          </a:xfrm>
          <a:custGeom xmlns:a="http://schemas.openxmlformats.org/drawingml/2006/main">
            <a:pathLst>
              <a:path w="127579" h="49069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2899"/>
                </a:lnTo>
                <a:lnTo>
                  <a:pt x="127579" y="22899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62154" y="49069"/>
                </a:lnTo>
                <a:lnTo>
                  <a:pt x="62154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isible source SEC-093 inset-1 region 264">
            <a:extLst xmlns:a="http://schemas.openxmlformats.org/drawingml/2006/main">
              <a:ext uri="{FF2B5EF4-FFF2-40B4-BE49-F238E27FC236}">
                <a16:creationId xmlns:a16="http://schemas.microsoft.com/office/drawing/2014/main" id="{ACDBD9BB-46E7-4580-84B5-8B3247D3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432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isible source SEC-093 inset-1 region 265">
            <a:extLst xmlns:a="http://schemas.openxmlformats.org/drawingml/2006/main">
              <a:ext uri="{FF2B5EF4-FFF2-40B4-BE49-F238E27FC236}">
                <a16:creationId xmlns:a16="http://schemas.microsoft.com/office/drawing/2014/main" id="{F8880B83-9D4D-4D34-9D10-5D2A1777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517" y="1694679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isible source SEC-093 inset-1 region 266">
            <a:extLst xmlns:a="http://schemas.openxmlformats.org/drawingml/2006/main">
              <a:ext uri="{FF2B5EF4-FFF2-40B4-BE49-F238E27FC236}">
                <a16:creationId xmlns:a16="http://schemas.microsoft.com/office/drawing/2014/main" id="{9B1E2C77-AF0B-42C1-B7C5-C43ED6EC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736" y="171103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isible source SEC-093 inset-1 region 267">
            <a:extLst xmlns:a="http://schemas.openxmlformats.org/drawingml/2006/main">
              <a:ext uri="{FF2B5EF4-FFF2-40B4-BE49-F238E27FC236}">
                <a16:creationId xmlns:a16="http://schemas.microsoft.com/office/drawing/2014/main" id="{3EDB3858-B012-4544-885B-7D25809C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416" y="1720849"/>
            <a:ext cx="111223" cy="68697"/>
          </a:xfrm>
          <a:custGeom xmlns:a="http://schemas.openxmlformats.org/drawingml/2006/main">
            <a:pathLst>
              <a:path w="111223" h="68697">
                <a:moveTo>
                  <a:pt x="68697" y="16356"/>
                </a:moveTo>
                <a:lnTo>
                  <a:pt x="71968" y="16356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26170"/>
                </a:lnTo>
                <a:lnTo>
                  <a:pt x="107952" y="26170"/>
                </a:lnTo>
                <a:lnTo>
                  <a:pt x="107952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81782" y="42526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55612" y="68697"/>
                </a:lnTo>
                <a:lnTo>
                  <a:pt x="55612" y="65425"/>
                </a:lnTo>
                <a:lnTo>
                  <a:pt x="49069" y="65425"/>
                </a:lnTo>
                <a:lnTo>
                  <a:pt x="49069" y="68697"/>
                </a:lnTo>
                <a:lnTo>
                  <a:pt x="39255" y="68697"/>
                </a:lnTo>
                <a:lnTo>
                  <a:pt x="39255" y="65425"/>
                </a:lnTo>
                <a:lnTo>
                  <a:pt x="32713" y="65425"/>
                </a:lnTo>
                <a:lnTo>
                  <a:pt x="32713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32713" y="26170"/>
                </a:lnTo>
                <a:lnTo>
                  <a:pt x="32713" y="29441"/>
                </a:lnTo>
                <a:lnTo>
                  <a:pt x="39255" y="29441"/>
                </a:lnTo>
                <a:lnTo>
                  <a:pt x="39255" y="26170"/>
                </a:lnTo>
                <a:lnTo>
                  <a:pt x="49069" y="26170"/>
                </a:lnTo>
                <a:lnTo>
                  <a:pt x="49069" y="29441"/>
                </a:lnTo>
                <a:lnTo>
                  <a:pt x="55612" y="29441"/>
                </a:lnTo>
                <a:lnTo>
                  <a:pt x="55612" y="26170"/>
                </a:lnTo>
                <a:lnTo>
                  <a:pt x="65425" y="26170"/>
                </a:lnTo>
                <a:lnTo>
                  <a:pt x="65425" y="29441"/>
                </a:lnTo>
                <a:lnTo>
                  <a:pt x="71968" y="29441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isible source SEC-093 inset-1 region 268">
            <a:extLst xmlns:a="http://schemas.openxmlformats.org/drawingml/2006/main">
              <a:ext uri="{FF2B5EF4-FFF2-40B4-BE49-F238E27FC236}">
                <a16:creationId xmlns:a16="http://schemas.microsoft.com/office/drawing/2014/main" id="{1DE4F0D1-9E66-4A9C-BA58-D5BBF94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93" y="176337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isible source SEC-093 inset-1 region 269">
            <a:extLst xmlns:a="http://schemas.openxmlformats.org/drawingml/2006/main">
              <a:ext uri="{FF2B5EF4-FFF2-40B4-BE49-F238E27FC236}">
                <a16:creationId xmlns:a16="http://schemas.microsoft.com/office/drawing/2014/main" id="{4090017D-0C46-4465-BA45-4F9BD62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113" y="1822259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isible source SEC-093 inset-1 region 270">
            <a:extLst xmlns:a="http://schemas.openxmlformats.org/drawingml/2006/main">
              <a:ext uri="{FF2B5EF4-FFF2-40B4-BE49-F238E27FC236}">
                <a16:creationId xmlns:a16="http://schemas.microsoft.com/office/drawing/2014/main" id="{F87817C1-7F0C-4512-AC7E-90AF0761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639" y="1832072"/>
            <a:ext cx="101409" cy="68697"/>
          </a:xfrm>
          <a:custGeom xmlns:a="http://schemas.openxmlformats.org/drawingml/2006/main">
            <a:pathLst>
              <a:path w="101409" h="68697">
                <a:moveTo>
                  <a:pt x="9814" y="29441"/>
                </a:moveTo>
                <a:lnTo>
                  <a:pt x="16356" y="29441"/>
                </a:lnTo>
                <a:lnTo>
                  <a:pt x="16356" y="26170"/>
                </a:lnTo>
                <a:lnTo>
                  <a:pt x="26170" y="26170"/>
                </a:lnTo>
                <a:lnTo>
                  <a:pt x="26170" y="29441"/>
                </a:lnTo>
                <a:lnTo>
                  <a:pt x="32713" y="29441"/>
                </a:lnTo>
                <a:lnTo>
                  <a:pt x="32713" y="26170"/>
                </a:lnTo>
                <a:lnTo>
                  <a:pt x="29441" y="26170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2154" y="0"/>
                </a:lnTo>
                <a:lnTo>
                  <a:pt x="62154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6356"/>
                </a:lnTo>
                <a:lnTo>
                  <a:pt x="101409" y="16356"/>
                </a:lnTo>
                <a:lnTo>
                  <a:pt x="101409" y="26170"/>
                </a:lnTo>
                <a:lnTo>
                  <a:pt x="98138" y="26170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42526" y="42526"/>
                </a:lnTo>
                <a:lnTo>
                  <a:pt x="42526" y="52340"/>
                </a:lnTo>
                <a:lnTo>
                  <a:pt x="39255" y="52340"/>
                </a:lnTo>
                <a:lnTo>
                  <a:pt x="39255" y="58883"/>
                </a:lnTo>
                <a:lnTo>
                  <a:pt x="35984" y="58883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isible source SEC-093 inset-1 region 271">
            <a:extLst xmlns:a="http://schemas.openxmlformats.org/drawingml/2006/main">
              <a:ext uri="{FF2B5EF4-FFF2-40B4-BE49-F238E27FC236}">
                <a16:creationId xmlns:a16="http://schemas.microsoft.com/office/drawing/2014/main" id="{EAEFD157-0790-4122-9D4C-C51B00D5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586" y="1923668"/>
            <a:ext cx="85053" cy="65425"/>
          </a:xfrm>
          <a:custGeom xmlns:a="http://schemas.openxmlformats.org/drawingml/2006/main">
            <a:pathLst>
              <a:path w="85053" h="65425">
                <a:moveTo>
                  <a:pt x="26170" y="26170"/>
                </a:moveTo>
                <a:lnTo>
                  <a:pt x="29441" y="26170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6170" y="22899"/>
                </a:lnTo>
                <a:lnTo>
                  <a:pt x="2617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isible source SEC-093 inset-1 region 272">
            <a:extLst xmlns:a="http://schemas.openxmlformats.org/drawingml/2006/main">
              <a:ext uri="{FF2B5EF4-FFF2-40B4-BE49-F238E27FC236}">
                <a16:creationId xmlns:a16="http://schemas.microsoft.com/office/drawing/2014/main" id="{9A5C987A-A099-4263-82E3-6B9E816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12" y="2077417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isible source SEC-093 inset-1 region 273">
            <a:extLst xmlns:a="http://schemas.openxmlformats.org/drawingml/2006/main">
              <a:ext uri="{FF2B5EF4-FFF2-40B4-BE49-F238E27FC236}">
                <a16:creationId xmlns:a16="http://schemas.microsoft.com/office/drawing/2014/main" id="{C1C6EB06-3C31-4975-A4A1-BAFD3B4C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416" y="2123215"/>
            <a:ext cx="117766" cy="65425"/>
          </a:xfrm>
          <a:custGeom xmlns:a="http://schemas.openxmlformats.org/drawingml/2006/main">
            <a:pathLst>
              <a:path w="117766" h="65425">
                <a:moveTo>
                  <a:pt x="52340" y="9814"/>
                </a:move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3085"/>
                </a:lnTo>
                <a:lnTo>
                  <a:pt x="117766" y="13085"/>
                </a:lnTo>
                <a:lnTo>
                  <a:pt x="117766" y="29441"/>
                </a:lnTo>
                <a:lnTo>
                  <a:pt x="114494" y="29441"/>
                </a:lnTo>
                <a:lnTo>
                  <a:pt x="114494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81782" y="42526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39255" y="65425"/>
                </a:lnTo>
                <a:lnTo>
                  <a:pt x="39255" y="62154"/>
                </a:lnTo>
                <a:lnTo>
                  <a:pt x="29441" y="62154"/>
                </a:lnTo>
                <a:lnTo>
                  <a:pt x="29441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9441" y="22899"/>
                </a:lnTo>
                <a:lnTo>
                  <a:pt x="29441" y="26170"/>
                </a:lnTo>
                <a:lnTo>
                  <a:pt x="39255" y="26170"/>
                </a:lnTo>
                <a:lnTo>
                  <a:pt x="39255" y="22899"/>
                </a:lnTo>
                <a:lnTo>
                  <a:pt x="45798" y="22899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isible source SEC-093 inset-1 region 274">
            <a:extLst xmlns:a="http://schemas.openxmlformats.org/drawingml/2006/main">
              <a:ext uri="{FF2B5EF4-FFF2-40B4-BE49-F238E27FC236}">
                <a16:creationId xmlns:a16="http://schemas.microsoft.com/office/drawing/2014/main" id="{6153AED3-1ABB-400C-AA1D-C2F64DAD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363" y="2208268"/>
            <a:ext cx="304228" cy="179920"/>
          </a:xfrm>
          <a:custGeom xmlns:a="http://schemas.openxmlformats.org/drawingml/2006/main">
            <a:pathLst>
              <a:path w="304228" h="179920">
                <a:moveTo>
                  <a:pt x="91595" y="26170"/>
                </a:moveTo>
                <a:lnTo>
                  <a:pt x="88324" y="26170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43936" y="0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19628"/>
                </a:lnTo>
                <a:lnTo>
                  <a:pt x="163563" y="19628"/>
                </a:lnTo>
                <a:lnTo>
                  <a:pt x="163563" y="16356"/>
                </a:lnTo>
                <a:lnTo>
                  <a:pt x="179920" y="16356"/>
                </a:lnTo>
                <a:lnTo>
                  <a:pt x="179920" y="13085"/>
                </a:lnTo>
                <a:lnTo>
                  <a:pt x="183191" y="13085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93005" y="6543"/>
                </a:lnTo>
                <a:lnTo>
                  <a:pt x="193005" y="3271"/>
                </a:lnTo>
                <a:lnTo>
                  <a:pt x="242074" y="3271"/>
                </a:lnTo>
                <a:lnTo>
                  <a:pt x="242074" y="6543"/>
                </a:lnTo>
                <a:lnTo>
                  <a:pt x="248616" y="6543"/>
                </a:lnTo>
                <a:lnTo>
                  <a:pt x="248616" y="9814"/>
                </a:lnTo>
                <a:lnTo>
                  <a:pt x="251887" y="9814"/>
                </a:lnTo>
                <a:lnTo>
                  <a:pt x="251887" y="13085"/>
                </a:lnTo>
                <a:lnTo>
                  <a:pt x="255159" y="13085"/>
                </a:lnTo>
                <a:lnTo>
                  <a:pt x="255159" y="16356"/>
                </a:lnTo>
                <a:lnTo>
                  <a:pt x="287871" y="16356"/>
                </a:lnTo>
                <a:lnTo>
                  <a:pt x="287871" y="19628"/>
                </a:lnTo>
                <a:lnTo>
                  <a:pt x="294414" y="19628"/>
                </a:lnTo>
                <a:lnTo>
                  <a:pt x="294414" y="22899"/>
                </a:lnTo>
                <a:lnTo>
                  <a:pt x="297685" y="22899"/>
                </a:lnTo>
                <a:lnTo>
                  <a:pt x="297685" y="26170"/>
                </a:lnTo>
                <a:lnTo>
                  <a:pt x="300956" y="26170"/>
                </a:lnTo>
                <a:lnTo>
                  <a:pt x="300956" y="32713"/>
                </a:lnTo>
                <a:lnTo>
                  <a:pt x="304228" y="32713"/>
                </a:lnTo>
                <a:lnTo>
                  <a:pt x="304228" y="42526"/>
                </a:lnTo>
                <a:lnTo>
                  <a:pt x="300956" y="42526"/>
                </a:lnTo>
                <a:lnTo>
                  <a:pt x="300956" y="49069"/>
                </a:lnTo>
                <a:lnTo>
                  <a:pt x="297685" y="49069"/>
                </a:lnTo>
                <a:lnTo>
                  <a:pt x="297685" y="52340"/>
                </a:lnTo>
                <a:lnTo>
                  <a:pt x="294414" y="52340"/>
                </a:lnTo>
                <a:lnTo>
                  <a:pt x="294414" y="55612"/>
                </a:lnTo>
                <a:lnTo>
                  <a:pt x="287871" y="55612"/>
                </a:lnTo>
                <a:lnTo>
                  <a:pt x="287871" y="58883"/>
                </a:lnTo>
                <a:lnTo>
                  <a:pt x="242074" y="58883"/>
                </a:lnTo>
                <a:lnTo>
                  <a:pt x="242074" y="55612"/>
                </a:lnTo>
                <a:lnTo>
                  <a:pt x="235531" y="55612"/>
                </a:lnTo>
                <a:lnTo>
                  <a:pt x="235531" y="52340"/>
                </a:lnTo>
                <a:lnTo>
                  <a:pt x="232260" y="52340"/>
                </a:lnTo>
                <a:lnTo>
                  <a:pt x="232260" y="49069"/>
                </a:lnTo>
                <a:lnTo>
                  <a:pt x="228989" y="49069"/>
                </a:lnTo>
                <a:lnTo>
                  <a:pt x="228989" y="45798"/>
                </a:lnTo>
                <a:lnTo>
                  <a:pt x="212632" y="45798"/>
                </a:lnTo>
                <a:lnTo>
                  <a:pt x="212632" y="49069"/>
                </a:lnTo>
                <a:lnTo>
                  <a:pt x="209361" y="49069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5612"/>
                </a:lnTo>
                <a:lnTo>
                  <a:pt x="199547" y="55612"/>
                </a:lnTo>
                <a:lnTo>
                  <a:pt x="199547" y="58883"/>
                </a:lnTo>
                <a:lnTo>
                  <a:pt x="150478" y="58883"/>
                </a:lnTo>
                <a:lnTo>
                  <a:pt x="150478" y="55612"/>
                </a:lnTo>
                <a:lnTo>
                  <a:pt x="143936" y="55612"/>
                </a:lnTo>
                <a:lnTo>
                  <a:pt x="143936" y="52340"/>
                </a:lnTo>
                <a:lnTo>
                  <a:pt x="140664" y="52340"/>
                </a:lnTo>
                <a:lnTo>
                  <a:pt x="140664" y="49069"/>
                </a:lnTo>
                <a:lnTo>
                  <a:pt x="137393" y="49069"/>
                </a:lnTo>
                <a:lnTo>
                  <a:pt x="137393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24308" y="45798"/>
                </a:lnTo>
                <a:lnTo>
                  <a:pt x="124308" y="62154"/>
                </a:lnTo>
                <a:lnTo>
                  <a:pt x="121037" y="62154"/>
                </a:lnTo>
                <a:lnTo>
                  <a:pt x="121037" y="65425"/>
                </a:lnTo>
                <a:lnTo>
                  <a:pt x="117766" y="65425"/>
                </a:lnTo>
                <a:lnTo>
                  <a:pt x="117766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88324" y="75239"/>
                </a:lnTo>
                <a:lnTo>
                  <a:pt x="88324" y="71968"/>
                </a:lnTo>
                <a:lnTo>
                  <a:pt x="78510" y="71968"/>
                </a:lnTo>
                <a:lnTo>
                  <a:pt x="78510" y="85053"/>
                </a:lnTo>
                <a:lnTo>
                  <a:pt x="75239" y="85053"/>
                </a:lnTo>
                <a:lnTo>
                  <a:pt x="75239" y="91595"/>
                </a:lnTo>
                <a:lnTo>
                  <a:pt x="71968" y="91595"/>
                </a:lnTo>
                <a:lnTo>
                  <a:pt x="71968" y="94867"/>
                </a:lnTo>
                <a:lnTo>
                  <a:pt x="75239" y="94867"/>
                </a:lnTo>
                <a:lnTo>
                  <a:pt x="75239" y="98138"/>
                </a:lnTo>
                <a:lnTo>
                  <a:pt x="81782" y="98138"/>
                </a:lnTo>
                <a:lnTo>
                  <a:pt x="81782" y="101409"/>
                </a:lnTo>
                <a:lnTo>
                  <a:pt x="88324" y="101409"/>
                </a:lnTo>
                <a:lnTo>
                  <a:pt x="88324" y="98138"/>
                </a:lnTo>
                <a:lnTo>
                  <a:pt x="101409" y="98138"/>
                </a:lnTo>
                <a:lnTo>
                  <a:pt x="101409" y="101409"/>
                </a:lnTo>
                <a:lnTo>
                  <a:pt x="107952" y="101409"/>
                </a:lnTo>
                <a:lnTo>
                  <a:pt x="107952" y="104681"/>
                </a:lnTo>
                <a:lnTo>
                  <a:pt x="111223" y="104681"/>
                </a:lnTo>
                <a:lnTo>
                  <a:pt x="111223" y="107952"/>
                </a:lnTo>
                <a:lnTo>
                  <a:pt x="114494" y="107952"/>
                </a:lnTo>
                <a:lnTo>
                  <a:pt x="114494" y="114494"/>
                </a:lnTo>
                <a:lnTo>
                  <a:pt x="117766" y="114494"/>
                </a:lnTo>
                <a:lnTo>
                  <a:pt x="117766" y="124308"/>
                </a:lnTo>
                <a:lnTo>
                  <a:pt x="114494" y="124308"/>
                </a:lnTo>
                <a:lnTo>
                  <a:pt x="114494" y="130851"/>
                </a:lnTo>
                <a:lnTo>
                  <a:pt x="111223" y="130851"/>
                </a:lnTo>
                <a:lnTo>
                  <a:pt x="111223" y="134122"/>
                </a:lnTo>
                <a:lnTo>
                  <a:pt x="107952" y="134122"/>
                </a:lnTo>
                <a:lnTo>
                  <a:pt x="107952" y="137393"/>
                </a:lnTo>
                <a:lnTo>
                  <a:pt x="130851" y="137393"/>
                </a:lnTo>
                <a:lnTo>
                  <a:pt x="130851" y="134122"/>
                </a:lnTo>
                <a:lnTo>
                  <a:pt x="134122" y="134122"/>
                </a:lnTo>
                <a:lnTo>
                  <a:pt x="134122" y="127579"/>
                </a:lnTo>
                <a:lnTo>
                  <a:pt x="137393" y="127579"/>
                </a:lnTo>
                <a:lnTo>
                  <a:pt x="137393" y="124308"/>
                </a:lnTo>
                <a:lnTo>
                  <a:pt x="140664" y="124308"/>
                </a:lnTo>
                <a:lnTo>
                  <a:pt x="140664" y="121037"/>
                </a:lnTo>
                <a:lnTo>
                  <a:pt x="147207" y="121037"/>
                </a:lnTo>
                <a:lnTo>
                  <a:pt x="147207" y="117766"/>
                </a:lnTo>
                <a:lnTo>
                  <a:pt x="170106" y="117766"/>
                </a:lnTo>
                <a:lnTo>
                  <a:pt x="170106" y="121037"/>
                </a:lnTo>
                <a:lnTo>
                  <a:pt x="179920" y="121037"/>
                </a:lnTo>
                <a:lnTo>
                  <a:pt x="179920" y="117766"/>
                </a:lnTo>
                <a:lnTo>
                  <a:pt x="183191" y="117766"/>
                </a:lnTo>
                <a:lnTo>
                  <a:pt x="183191" y="111223"/>
                </a:lnTo>
                <a:lnTo>
                  <a:pt x="179920" y="111223"/>
                </a:lnTo>
                <a:lnTo>
                  <a:pt x="179920" y="101409"/>
                </a:lnTo>
                <a:lnTo>
                  <a:pt x="183191" y="101409"/>
                </a:lnTo>
                <a:lnTo>
                  <a:pt x="183191" y="94867"/>
                </a:lnTo>
                <a:lnTo>
                  <a:pt x="186462" y="94867"/>
                </a:lnTo>
                <a:lnTo>
                  <a:pt x="186462" y="91595"/>
                </a:lnTo>
                <a:lnTo>
                  <a:pt x="189733" y="91595"/>
                </a:lnTo>
                <a:lnTo>
                  <a:pt x="189733" y="88324"/>
                </a:lnTo>
                <a:lnTo>
                  <a:pt x="196276" y="88324"/>
                </a:lnTo>
                <a:lnTo>
                  <a:pt x="196276" y="85053"/>
                </a:lnTo>
                <a:lnTo>
                  <a:pt x="248616" y="85053"/>
                </a:lnTo>
                <a:lnTo>
                  <a:pt x="248616" y="88324"/>
                </a:lnTo>
                <a:lnTo>
                  <a:pt x="255159" y="88324"/>
                </a:lnTo>
                <a:lnTo>
                  <a:pt x="255159" y="91595"/>
                </a:lnTo>
                <a:lnTo>
                  <a:pt x="258430" y="91595"/>
                </a:lnTo>
                <a:lnTo>
                  <a:pt x="258430" y="98138"/>
                </a:lnTo>
                <a:lnTo>
                  <a:pt x="261701" y="98138"/>
                </a:lnTo>
                <a:lnTo>
                  <a:pt x="261701" y="114494"/>
                </a:lnTo>
                <a:lnTo>
                  <a:pt x="258430" y="114494"/>
                </a:lnTo>
                <a:lnTo>
                  <a:pt x="258430" y="121037"/>
                </a:lnTo>
                <a:lnTo>
                  <a:pt x="255159" y="121037"/>
                </a:lnTo>
                <a:lnTo>
                  <a:pt x="255159" y="124308"/>
                </a:lnTo>
                <a:lnTo>
                  <a:pt x="248616" y="124308"/>
                </a:lnTo>
                <a:lnTo>
                  <a:pt x="248616" y="127579"/>
                </a:lnTo>
                <a:lnTo>
                  <a:pt x="209361" y="127579"/>
                </a:lnTo>
                <a:lnTo>
                  <a:pt x="209361" y="130851"/>
                </a:lnTo>
                <a:lnTo>
                  <a:pt x="212632" y="130851"/>
                </a:lnTo>
                <a:lnTo>
                  <a:pt x="212632" y="147207"/>
                </a:lnTo>
                <a:lnTo>
                  <a:pt x="209361" y="147207"/>
                </a:lnTo>
                <a:lnTo>
                  <a:pt x="209361" y="150478"/>
                </a:lnTo>
                <a:lnTo>
                  <a:pt x="206090" y="150478"/>
                </a:lnTo>
                <a:lnTo>
                  <a:pt x="206090" y="153750"/>
                </a:lnTo>
                <a:lnTo>
                  <a:pt x="202818" y="153750"/>
                </a:lnTo>
                <a:lnTo>
                  <a:pt x="202818" y="157021"/>
                </a:lnTo>
                <a:lnTo>
                  <a:pt x="199547" y="157021"/>
                </a:lnTo>
                <a:lnTo>
                  <a:pt x="199547" y="160292"/>
                </a:lnTo>
                <a:lnTo>
                  <a:pt x="176648" y="160292"/>
                </a:lnTo>
                <a:lnTo>
                  <a:pt x="176648" y="157021"/>
                </a:lnTo>
                <a:lnTo>
                  <a:pt x="170106" y="157021"/>
                </a:lnTo>
                <a:lnTo>
                  <a:pt x="170106" y="163563"/>
                </a:lnTo>
                <a:lnTo>
                  <a:pt x="166835" y="163563"/>
                </a:lnTo>
                <a:lnTo>
                  <a:pt x="166835" y="170106"/>
                </a:lnTo>
                <a:lnTo>
                  <a:pt x="163563" y="170106"/>
                </a:lnTo>
                <a:lnTo>
                  <a:pt x="163563" y="173377"/>
                </a:lnTo>
                <a:lnTo>
                  <a:pt x="160292" y="173377"/>
                </a:lnTo>
                <a:lnTo>
                  <a:pt x="160292" y="176648"/>
                </a:lnTo>
                <a:lnTo>
                  <a:pt x="153750" y="176648"/>
                </a:lnTo>
                <a:lnTo>
                  <a:pt x="153750" y="179920"/>
                </a:lnTo>
                <a:lnTo>
                  <a:pt x="143936" y="179920"/>
                </a:lnTo>
                <a:lnTo>
                  <a:pt x="143936" y="176648"/>
                </a:lnTo>
                <a:lnTo>
                  <a:pt x="140664" y="176648"/>
                </a:lnTo>
                <a:lnTo>
                  <a:pt x="140664" y="179920"/>
                </a:lnTo>
                <a:lnTo>
                  <a:pt x="104681" y="179920"/>
                </a:lnTo>
                <a:lnTo>
                  <a:pt x="104681" y="176648"/>
                </a:lnTo>
                <a:lnTo>
                  <a:pt x="98138" y="176648"/>
                </a:lnTo>
                <a:lnTo>
                  <a:pt x="98138" y="173377"/>
                </a:lnTo>
                <a:lnTo>
                  <a:pt x="94867" y="173377"/>
                </a:lnTo>
                <a:lnTo>
                  <a:pt x="94867" y="170106"/>
                </a:lnTo>
                <a:lnTo>
                  <a:pt x="91595" y="170106"/>
                </a:lnTo>
                <a:lnTo>
                  <a:pt x="91595" y="163563"/>
                </a:lnTo>
                <a:lnTo>
                  <a:pt x="88324" y="163563"/>
                </a:lnTo>
                <a:lnTo>
                  <a:pt x="88324" y="153750"/>
                </a:lnTo>
                <a:lnTo>
                  <a:pt x="91595" y="153750"/>
                </a:lnTo>
                <a:lnTo>
                  <a:pt x="91595" y="147207"/>
                </a:lnTo>
                <a:lnTo>
                  <a:pt x="94867" y="147207"/>
                </a:lnTo>
                <a:lnTo>
                  <a:pt x="94867" y="143936"/>
                </a:lnTo>
                <a:lnTo>
                  <a:pt x="98138" y="143936"/>
                </a:lnTo>
                <a:lnTo>
                  <a:pt x="98138" y="140664"/>
                </a:lnTo>
                <a:lnTo>
                  <a:pt x="88324" y="140664"/>
                </a:lnTo>
                <a:lnTo>
                  <a:pt x="88324" y="137393"/>
                </a:lnTo>
                <a:lnTo>
                  <a:pt x="81782" y="137393"/>
                </a:lnTo>
                <a:lnTo>
                  <a:pt x="81782" y="140664"/>
                </a:lnTo>
                <a:lnTo>
                  <a:pt x="65425" y="140664"/>
                </a:lnTo>
                <a:lnTo>
                  <a:pt x="65425" y="137393"/>
                </a:lnTo>
                <a:lnTo>
                  <a:pt x="58883" y="137393"/>
                </a:lnTo>
                <a:lnTo>
                  <a:pt x="58883" y="134122"/>
                </a:lnTo>
                <a:lnTo>
                  <a:pt x="55612" y="134122"/>
                </a:lnTo>
                <a:lnTo>
                  <a:pt x="55612" y="130851"/>
                </a:lnTo>
                <a:lnTo>
                  <a:pt x="52340" y="130851"/>
                </a:lnTo>
                <a:lnTo>
                  <a:pt x="52340" y="127579"/>
                </a:lnTo>
                <a:lnTo>
                  <a:pt x="19628" y="127579"/>
                </a:lnTo>
                <a:lnTo>
                  <a:pt x="19628" y="124308"/>
                </a:lnTo>
                <a:lnTo>
                  <a:pt x="13085" y="124308"/>
                </a:lnTo>
                <a:lnTo>
                  <a:pt x="13085" y="121037"/>
                </a:lnTo>
                <a:lnTo>
                  <a:pt x="9814" y="121037"/>
                </a:lnTo>
                <a:lnTo>
                  <a:pt x="9814" y="117766"/>
                </a:lnTo>
                <a:lnTo>
                  <a:pt x="6543" y="117766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1409"/>
                </a:lnTo>
                <a:lnTo>
                  <a:pt x="6543" y="101409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49069" y="58883"/>
                </a:lnTo>
                <a:lnTo>
                  <a:pt x="49069" y="49069"/>
                </a:lnTo>
                <a:lnTo>
                  <a:pt x="52340" y="49069"/>
                </a:lnTo>
                <a:lnTo>
                  <a:pt x="52340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65425" y="35984"/>
                </a:lnTo>
                <a:lnTo>
                  <a:pt x="65425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88324" y="35984"/>
                </a:lnTo>
                <a:lnTo>
                  <a:pt x="88324" y="32713"/>
                </a:lnTo>
                <a:lnTo>
                  <a:pt x="91595" y="32713"/>
                </a:lnTo>
                <a:lnTo>
                  <a:pt x="91595" y="26170"/>
                </a:lnTo>
                <a:close/>
                <a:moveTo>
                  <a:pt x="104681" y="140664"/>
                </a:moveTo>
                <a:lnTo>
                  <a:pt x="104681" y="137393"/>
                </a:lnTo>
                <a:lnTo>
                  <a:pt x="101409" y="137393"/>
                </a:lnTo>
                <a:lnTo>
                  <a:pt x="101409" y="140664"/>
                </a:lnTo>
                <a:lnTo>
                  <a:pt x="104681" y="14066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isible source SEC-093 inset-1 region 275">
            <a:extLst xmlns:a="http://schemas.openxmlformats.org/drawingml/2006/main">
              <a:ext uri="{FF2B5EF4-FFF2-40B4-BE49-F238E27FC236}">
                <a16:creationId xmlns:a16="http://schemas.microsoft.com/office/drawing/2014/main" id="{3F991C9D-4EDE-4B2C-ACEE-DA0609D4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092" y="2345661"/>
            <a:ext cx="487419" cy="261701"/>
          </a:xfrm>
          <a:custGeom xmlns:a="http://schemas.openxmlformats.org/drawingml/2006/main">
            <a:pathLst>
              <a:path w="487419" h="261701">
                <a:moveTo>
                  <a:pt x="98138" y="88324"/>
                </a:moveTo>
                <a:lnTo>
                  <a:pt x="98138" y="78510"/>
                </a:lnTo>
                <a:lnTo>
                  <a:pt x="101409" y="78510"/>
                </a:lnTo>
                <a:lnTo>
                  <a:pt x="101409" y="71968"/>
                </a:lnTo>
                <a:lnTo>
                  <a:pt x="104681" y="71968"/>
                </a:lnTo>
                <a:lnTo>
                  <a:pt x="104681" y="68697"/>
                </a:lnTo>
                <a:lnTo>
                  <a:pt x="107952" y="68697"/>
                </a:lnTo>
                <a:lnTo>
                  <a:pt x="107952" y="65425"/>
                </a:lnTo>
                <a:lnTo>
                  <a:pt x="114494" y="65425"/>
                </a:lnTo>
                <a:lnTo>
                  <a:pt x="114494" y="62154"/>
                </a:lnTo>
                <a:lnTo>
                  <a:pt x="160292" y="62154"/>
                </a:lnTo>
                <a:lnTo>
                  <a:pt x="160292" y="65425"/>
                </a:lnTo>
                <a:lnTo>
                  <a:pt x="166835" y="65425"/>
                </a:lnTo>
                <a:lnTo>
                  <a:pt x="166835" y="68697"/>
                </a:lnTo>
                <a:lnTo>
                  <a:pt x="170106" y="68697"/>
                </a:lnTo>
                <a:lnTo>
                  <a:pt x="170106" y="71968"/>
                </a:lnTo>
                <a:lnTo>
                  <a:pt x="173377" y="71968"/>
                </a:lnTo>
                <a:lnTo>
                  <a:pt x="173377" y="78510"/>
                </a:lnTo>
                <a:lnTo>
                  <a:pt x="176648" y="78510"/>
                </a:lnTo>
                <a:lnTo>
                  <a:pt x="176648" y="81782"/>
                </a:lnTo>
                <a:lnTo>
                  <a:pt x="242074" y="81782"/>
                </a:lnTo>
                <a:lnTo>
                  <a:pt x="242074" y="78510"/>
                </a:lnTo>
                <a:lnTo>
                  <a:pt x="248616" y="78510"/>
                </a:lnTo>
                <a:lnTo>
                  <a:pt x="248616" y="75239"/>
                </a:lnTo>
                <a:lnTo>
                  <a:pt x="274786" y="75239"/>
                </a:lnTo>
                <a:lnTo>
                  <a:pt x="274786" y="71968"/>
                </a:lnTo>
                <a:lnTo>
                  <a:pt x="271515" y="71968"/>
                </a:lnTo>
                <a:lnTo>
                  <a:pt x="271515" y="65425"/>
                </a:lnTo>
                <a:lnTo>
                  <a:pt x="268244" y="65425"/>
                </a:lnTo>
                <a:lnTo>
                  <a:pt x="268244" y="55612"/>
                </a:lnTo>
                <a:lnTo>
                  <a:pt x="271515" y="55612"/>
                </a:lnTo>
                <a:lnTo>
                  <a:pt x="271515" y="49069"/>
                </a:lnTo>
                <a:lnTo>
                  <a:pt x="274786" y="49069"/>
                </a:lnTo>
                <a:lnTo>
                  <a:pt x="274786" y="42526"/>
                </a:lnTo>
                <a:lnTo>
                  <a:pt x="248616" y="42526"/>
                </a:lnTo>
                <a:lnTo>
                  <a:pt x="248616" y="39255"/>
                </a:lnTo>
                <a:lnTo>
                  <a:pt x="242074" y="39255"/>
                </a:lnTo>
                <a:lnTo>
                  <a:pt x="242074" y="35984"/>
                </a:lnTo>
                <a:lnTo>
                  <a:pt x="238802" y="35984"/>
                </a:lnTo>
                <a:lnTo>
                  <a:pt x="238802" y="32713"/>
                </a:lnTo>
                <a:lnTo>
                  <a:pt x="235531" y="32713"/>
                </a:lnTo>
                <a:lnTo>
                  <a:pt x="235531" y="26170"/>
                </a:lnTo>
                <a:lnTo>
                  <a:pt x="232260" y="26170"/>
                </a:lnTo>
                <a:lnTo>
                  <a:pt x="232260" y="16356"/>
                </a:lnTo>
                <a:lnTo>
                  <a:pt x="235531" y="16356"/>
                </a:lnTo>
                <a:lnTo>
                  <a:pt x="235531" y="9814"/>
                </a:lnTo>
                <a:lnTo>
                  <a:pt x="238802" y="9814"/>
                </a:lnTo>
                <a:lnTo>
                  <a:pt x="238802" y="6543"/>
                </a:lnTo>
                <a:lnTo>
                  <a:pt x="242074" y="6543"/>
                </a:lnTo>
                <a:lnTo>
                  <a:pt x="242074" y="3271"/>
                </a:lnTo>
                <a:lnTo>
                  <a:pt x="248616" y="3271"/>
                </a:lnTo>
                <a:lnTo>
                  <a:pt x="248616" y="0"/>
                </a:lnTo>
                <a:lnTo>
                  <a:pt x="278058" y="0"/>
                </a:lnTo>
                <a:lnTo>
                  <a:pt x="278058" y="3271"/>
                </a:lnTo>
                <a:lnTo>
                  <a:pt x="284600" y="3271"/>
                </a:lnTo>
                <a:lnTo>
                  <a:pt x="284600" y="0"/>
                </a:lnTo>
                <a:lnTo>
                  <a:pt x="294414" y="0"/>
                </a:lnTo>
                <a:lnTo>
                  <a:pt x="294414" y="3271"/>
                </a:lnTo>
                <a:lnTo>
                  <a:pt x="300956" y="3271"/>
                </a:lnTo>
                <a:lnTo>
                  <a:pt x="300956" y="6543"/>
                </a:lnTo>
                <a:lnTo>
                  <a:pt x="304228" y="6543"/>
                </a:lnTo>
                <a:lnTo>
                  <a:pt x="304228" y="9814"/>
                </a:lnTo>
                <a:lnTo>
                  <a:pt x="307499" y="9814"/>
                </a:lnTo>
                <a:lnTo>
                  <a:pt x="307499" y="13085"/>
                </a:lnTo>
                <a:lnTo>
                  <a:pt x="327127" y="13085"/>
                </a:lnTo>
                <a:lnTo>
                  <a:pt x="327127" y="16356"/>
                </a:lnTo>
                <a:lnTo>
                  <a:pt x="330398" y="16356"/>
                </a:lnTo>
                <a:lnTo>
                  <a:pt x="330398" y="13085"/>
                </a:lnTo>
                <a:lnTo>
                  <a:pt x="340212" y="13085"/>
                </a:lnTo>
                <a:lnTo>
                  <a:pt x="340212" y="16356"/>
                </a:lnTo>
                <a:lnTo>
                  <a:pt x="346754" y="16356"/>
                </a:lnTo>
                <a:lnTo>
                  <a:pt x="346754" y="19628"/>
                </a:lnTo>
                <a:lnTo>
                  <a:pt x="350025" y="19628"/>
                </a:lnTo>
                <a:lnTo>
                  <a:pt x="350025" y="22899"/>
                </a:lnTo>
                <a:lnTo>
                  <a:pt x="353297" y="22899"/>
                </a:lnTo>
                <a:lnTo>
                  <a:pt x="353297" y="29441"/>
                </a:lnTo>
                <a:lnTo>
                  <a:pt x="356568" y="29441"/>
                </a:lnTo>
                <a:lnTo>
                  <a:pt x="356568" y="39255"/>
                </a:lnTo>
                <a:lnTo>
                  <a:pt x="353297" y="39255"/>
                </a:lnTo>
                <a:lnTo>
                  <a:pt x="353297" y="45798"/>
                </a:lnTo>
                <a:lnTo>
                  <a:pt x="350025" y="45798"/>
                </a:lnTo>
                <a:lnTo>
                  <a:pt x="350025" y="49069"/>
                </a:lnTo>
                <a:lnTo>
                  <a:pt x="346754" y="49069"/>
                </a:lnTo>
                <a:lnTo>
                  <a:pt x="346754" y="55612"/>
                </a:lnTo>
                <a:lnTo>
                  <a:pt x="350025" y="55612"/>
                </a:lnTo>
                <a:lnTo>
                  <a:pt x="350025" y="65425"/>
                </a:lnTo>
                <a:lnTo>
                  <a:pt x="346754" y="65425"/>
                </a:lnTo>
                <a:lnTo>
                  <a:pt x="346754" y="71968"/>
                </a:lnTo>
                <a:lnTo>
                  <a:pt x="343483" y="71968"/>
                </a:lnTo>
                <a:lnTo>
                  <a:pt x="343483" y="75239"/>
                </a:lnTo>
                <a:lnTo>
                  <a:pt x="340212" y="75239"/>
                </a:lnTo>
                <a:lnTo>
                  <a:pt x="340212" y="78510"/>
                </a:lnTo>
                <a:lnTo>
                  <a:pt x="363111" y="78510"/>
                </a:lnTo>
                <a:lnTo>
                  <a:pt x="363111" y="71968"/>
                </a:lnTo>
                <a:lnTo>
                  <a:pt x="366382" y="71968"/>
                </a:lnTo>
                <a:lnTo>
                  <a:pt x="366382" y="68697"/>
                </a:lnTo>
                <a:lnTo>
                  <a:pt x="369653" y="68697"/>
                </a:lnTo>
                <a:lnTo>
                  <a:pt x="369653" y="65425"/>
                </a:lnTo>
                <a:lnTo>
                  <a:pt x="376196" y="65425"/>
                </a:lnTo>
                <a:lnTo>
                  <a:pt x="376196" y="62154"/>
                </a:lnTo>
                <a:lnTo>
                  <a:pt x="471062" y="62154"/>
                </a:lnTo>
                <a:lnTo>
                  <a:pt x="471062" y="65425"/>
                </a:lnTo>
                <a:lnTo>
                  <a:pt x="477605" y="65425"/>
                </a:lnTo>
                <a:lnTo>
                  <a:pt x="477605" y="68697"/>
                </a:lnTo>
                <a:lnTo>
                  <a:pt x="480876" y="68697"/>
                </a:lnTo>
                <a:lnTo>
                  <a:pt x="480876" y="71968"/>
                </a:lnTo>
                <a:lnTo>
                  <a:pt x="484147" y="71968"/>
                </a:lnTo>
                <a:lnTo>
                  <a:pt x="484147" y="78510"/>
                </a:lnTo>
                <a:lnTo>
                  <a:pt x="487419" y="78510"/>
                </a:lnTo>
                <a:lnTo>
                  <a:pt x="487419" y="88324"/>
                </a:lnTo>
                <a:lnTo>
                  <a:pt x="484147" y="88324"/>
                </a:lnTo>
                <a:lnTo>
                  <a:pt x="484147" y="94867"/>
                </a:lnTo>
                <a:lnTo>
                  <a:pt x="480876" y="94867"/>
                </a:lnTo>
                <a:lnTo>
                  <a:pt x="480876" y="98138"/>
                </a:lnTo>
                <a:lnTo>
                  <a:pt x="477605" y="98138"/>
                </a:lnTo>
                <a:lnTo>
                  <a:pt x="477605" y="101409"/>
                </a:lnTo>
                <a:lnTo>
                  <a:pt x="471062" y="101409"/>
                </a:lnTo>
                <a:lnTo>
                  <a:pt x="471062" y="104681"/>
                </a:lnTo>
                <a:lnTo>
                  <a:pt x="399094" y="104681"/>
                </a:lnTo>
                <a:lnTo>
                  <a:pt x="399094" y="107952"/>
                </a:lnTo>
                <a:lnTo>
                  <a:pt x="395823" y="107952"/>
                </a:lnTo>
                <a:lnTo>
                  <a:pt x="395823" y="111223"/>
                </a:lnTo>
                <a:lnTo>
                  <a:pt x="392552" y="111223"/>
                </a:lnTo>
                <a:lnTo>
                  <a:pt x="392552" y="114494"/>
                </a:lnTo>
                <a:lnTo>
                  <a:pt x="389281" y="114494"/>
                </a:lnTo>
                <a:lnTo>
                  <a:pt x="389281" y="117766"/>
                </a:lnTo>
                <a:lnTo>
                  <a:pt x="386009" y="117766"/>
                </a:lnTo>
                <a:lnTo>
                  <a:pt x="386009" y="121037"/>
                </a:lnTo>
                <a:lnTo>
                  <a:pt x="330398" y="121037"/>
                </a:lnTo>
                <a:lnTo>
                  <a:pt x="330398" y="117766"/>
                </a:lnTo>
                <a:lnTo>
                  <a:pt x="327127" y="117766"/>
                </a:lnTo>
                <a:lnTo>
                  <a:pt x="327127" y="114494"/>
                </a:lnTo>
                <a:lnTo>
                  <a:pt x="323855" y="114494"/>
                </a:lnTo>
                <a:lnTo>
                  <a:pt x="323855" y="111223"/>
                </a:lnTo>
                <a:lnTo>
                  <a:pt x="320584" y="111223"/>
                </a:lnTo>
                <a:lnTo>
                  <a:pt x="320584" y="104681"/>
                </a:lnTo>
                <a:lnTo>
                  <a:pt x="317313" y="104681"/>
                </a:lnTo>
                <a:lnTo>
                  <a:pt x="317313" y="94867"/>
                </a:lnTo>
                <a:lnTo>
                  <a:pt x="320584" y="94867"/>
                </a:lnTo>
                <a:lnTo>
                  <a:pt x="320584" y="88324"/>
                </a:lnTo>
                <a:lnTo>
                  <a:pt x="323855" y="88324"/>
                </a:lnTo>
                <a:lnTo>
                  <a:pt x="323855" y="85053"/>
                </a:lnTo>
                <a:lnTo>
                  <a:pt x="327127" y="85053"/>
                </a:lnTo>
                <a:lnTo>
                  <a:pt x="327127" y="81782"/>
                </a:lnTo>
                <a:lnTo>
                  <a:pt x="317313" y="81782"/>
                </a:lnTo>
                <a:lnTo>
                  <a:pt x="317313" y="78510"/>
                </a:lnTo>
                <a:lnTo>
                  <a:pt x="314042" y="78510"/>
                </a:lnTo>
                <a:lnTo>
                  <a:pt x="314042" y="81782"/>
                </a:lnTo>
                <a:lnTo>
                  <a:pt x="304228" y="81782"/>
                </a:lnTo>
                <a:lnTo>
                  <a:pt x="304228" y="85053"/>
                </a:lnTo>
                <a:lnTo>
                  <a:pt x="307499" y="85053"/>
                </a:lnTo>
                <a:lnTo>
                  <a:pt x="307499" y="91595"/>
                </a:lnTo>
                <a:lnTo>
                  <a:pt x="310770" y="91595"/>
                </a:lnTo>
                <a:lnTo>
                  <a:pt x="310770" y="101409"/>
                </a:lnTo>
                <a:lnTo>
                  <a:pt x="307499" y="101409"/>
                </a:lnTo>
                <a:lnTo>
                  <a:pt x="307499" y="107952"/>
                </a:lnTo>
                <a:lnTo>
                  <a:pt x="304228" y="107952"/>
                </a:lnTo>
                <a:lnTo>
                  <a:pt x="304228" y="111223"/>
                </a:lnTo>
                <a:lnTo>
                  <a:pt x="300956" y="111223"/>
                </a:lnTo>
                <a:lnTo>
                  <a:pt x="300956" y="114494"/>
                </a:lnTo>
                <a:lnTo>
                  <a:pt x="294414" y="114494"/>
                </a:lnTo>
                <a:lnTo>
                  <a:pt x="294414" y="117766"/>
                </a:lnTo>
                <a:lnTo>
                  <a:pt x="251887" y="117766"/>
                </a:lnTo>
                <a:lnTo>
                  <a:pt x="251887" y="121037"/>
                </a:lnTo>
                <a:lnTo>
                  <a:pt x="245345" y="121037"/>
                </a:lnTo>
                <a:lnTo>
                  <a:pt x="245345" y="124308"/>
                </a:lnTo>
                <a:lnTo>
                  <a:pt x="150478" y="124308"/>
                </a:lnTo>
                <a:lnTo>
                  <a:pt x="150478" y="121037"/>
                </a:lnTo>
                <a:lnTo>
                  <a:pt x="147207" y="121037"/>
                </a:lnTo>
                <a:lnTo>
                  <a:pt x="147207" y="117766"/>
                </a:lnTo>
                <a:lnTo>
                  <a:pt x="143936" y="117766"/>
                </a:lnTo>
                <a:lnTo>
                  <a:pt x="143936" y="114494"/>
                </a:lnTo>
                <a:lnTo>
                  <a:pt x="140664" y="114494"/>
                </a:lnTo>
                <a:lnTo>
                  <a:pt x="140664" y="107952"/>
                </a:lnTo>
                <a:lnTo>
                  <a:pt x="137393" y="107952"/>
                </a:lnTo>
                <a:lnTo>
                  <a:pt x="137393" y="104681"/>
                </a:lnTo>
                <a:lnTo>
                  <a:pt x="124308" y="104681"/>
                </a:lnTo>
                <a:lnTo>
                  <a:pt x="124308" y="107952"/>
                </a:lnTo>
                <a:lnTo>
                  <a:pt x="127579" y="107952"/>
                </a:lnTo>
                <a:lnTo>
                  <a:pt x="127579" y="114494"/>
                </a:lnTo>
                <a:lnTo>
                  <a:pt x="130851" y="114494"/>
                </a:lnTo>
                <a:lnTo>
                  <a:pt x="130851" y="124308"/>
                </a:lnTo>
                <a:lnTo>
                  <a:pt x="127579" y="124308"/>
                </a:lnTo>
                <a:lnTo>
                  <a:pt x="127579" y="130851"/>
                </a:lnTo>
                <a:lnTo>
                  <a:pt x="124308" y="130851"/>
                </a:lnTo>
                <a:lnTo>
                  <a:pt x="124308" y="134122"/>
                </a:lnTo>
                <a:lnTo>
                  <a:pt x="121037" y="134122"/>
                </a:lnTo>
                <a:lnTo>
                  <a:pt x="121037" y="137393"/>
                </a:lnTo>
                <a:lnTo>
                  <a:pt x="114494" y="137393"/>
                </a:lnTo>
                <a:lnTo>
                  <a:pt x="114494" y="140664"/>
                </a:lnTo>
                <a:lnTo>
                  <a:pt x="78510" y="140664"/>
                </a:lnTo>
                <a:lnTo>
                  <a:pt x="78510" y="153750"/>
                </a:lnTo>
                <a:lnTo>
                  <a:pt x="81782" y="153750"/>
                </a:lnTo>
                <a:lnTo>
                  <a:pt x="81782" y="157021"/>
                </a:lnTo>
                <a:lnTo>
                  <a:pt x="85053" y="157021"/>
                </a:lnTo>
                <a:lnTo>
                  <a:pt x="85053" y="163563"/>
                </a:lnTo>
                <a:lnTo>
                  <a:pt x="114494" y="163563"/>
                </a:lnTo>
                <a:lnTo>
                  <a:pt x="114494" y="166835"/>
                </a:lnTo>
                <a:lnTo>
                  <a:pt x="121037" y="166835"/>
                </a:lnTo>
                <a:lnTo>
                  <a:pt x="121037" y="170106"/>
                </a:lnTo>
                <a:lnTo>
                  <a:pt x="124308" y="170106"/>
                </a:lnTo>
                <a:lnTo>
                  <a:pt x="124308" y="173377"/>
                </a:lnTo>
                <a:lnTo>
                  <a:pt x="127579" y="173377"/>
                </a:lnTo>
                <a:lnTo>
                  <a:pt x="127579" y="179920"/>
                </a:lnTo>
                <a:lnTo>
                  <a:pt x="130851" y="179920"/>
                </a:lnTo>
                <a:lnTo>
                  <a:pt x="130851" y="189733"/>
                </a:lnTo>
                <a:lnTo>
                  <a:pt x="127579" y="189733"/>
                </a:lnTo>
                <a:lnTo>
                  <a:pt x="127579" y="196276"/>
                </a:lnTo>
                <a:lnTo>
                  <a:pt x="124308" y="196276"/>
                </a:lnTo>
                <a:lnTo>
                  <a:pt x="124308" y="199547"/>
                </a:lnTo>
                <a:lnTo>
                  <a:pt x="137393" y="199547"/>
                </a:lnTo>
                <a:lnTo>
                  <a:pt x="137393" y="193005"/>
                </a:lnTo>
                <a:lnTo>
                  <a:pt x="140664" y="193005"/>
                </a:lnTo>
                <a:lnTo>
                  <a:pt x="140664" y="189733"/>
                </a:lnTo>
                <a:lnTo>
                  <a:pt x="143936" y="189733"/>
                </a:lnTo>
                <a:lnTo>
                  <a:pt x="143936" y="186462"/>
                </a:lnTo>
                <a:lnTo>
                  <a:pt x="150478" y="186462"/>
                </a:lnTo>
                <a:lnTo>
                  <a:pt x="150478" y="183191"/>
                </a:lnTo>
                <a:lnTo>
                  <a:pt x="186462" y="183191"/>
                </a:lnTo>
                <a:lnTo>
                  <a:pt x="186462" y="179920"/>
                </a:lnTo>
                <a:lnTo>
                  <a:pt x="189733" y="179920"/>
                </a:lnTo>
                <a:lnTo>
                  <a:pt x="189733" y="173377"/>
                </a:lnTo>
                <a:lnTo>
                  <a:pt x="193005" y="173377"/>
                </a:lnTo>
                <a:lnTo>
                  <a:pt x="193005" y="170106"/>
                </a:lnTo>
                <a:lnTo>
                  <a:pt x="196276" y="170106"/>
                </a:lnTo>
                <a:lnTo>
                  <a:pt x="196276" y="166835"/>
                </a:lnTo>
                <a:lnTo>
                  <a:pt x="202818" y="166835"/>
                </a:lnTo>
                <a:lnTo>
                  <a:pt x="202818" y="163563"/>
                </a:lnTo>
                <a:lnTo>
                  <a:pt x="232260" y="163563"/>
                </a:lnTo>
                <a:lnTo>
                  <a:pt x="232260" y="166835"/>
                </a:lnTo>
                <a:lnTo>
                  <a:pt x="235531" y="166835"/>
                </a:lnTo>
                <a:lnTo>
                  <a:pt x="235531" y="163563"/>
                </a:lnTo>
                <a:lnTo>
                  <a:pt x="245345" y="163563"/>
                </a:lnTo>
                <a:lnTo>
                  <a:pt x="245345" y="166835"/>
                </a:lnTo>
                <a:lnTo>
                  <a:pt x="251887" y="166835"/>
                </a:lnTo>
                <a:lnTo>
                  <a:pt x="251887" y="170106"/>
                </a:lnTo>
                <a:lnTo>
                  <a:pt x="255159" y="170106"/>
                </a:lnTo>
                <a:lnTo>
                  <a:pt x="255159" y="173377"/>
                </a:lnTo>
                <a:lnTo>
                  <a:pt x="258430" y="173377"/>
                </a:lnTo>
                <a:lnTo>
                  <a:pt x="258430" y="179920"/>
                </a:lnTo>
                <a:lnTo>
                  <a:pt x="261701" y="179920"/>
                </a:lnTo>
                <a:lnTo>
                  <a:pt x="261701" y="189733"/>
                </a:lnTo>
                <a:lnTo>
                  <a:pt x="258430" y="189733"/>
                </a:lnTo>
                <a:lnTo>
                  <a:pt x="258430" y="196276"/>
                </a:lnTo>
                <a:lnTo>
                  <a:pt x="291143" y="196276"/>
                </a:lnTo>
                <a:lnTo>
                  <a:pt x="291143" y="199547"/>
                </a:lnTo>
                <a:lnTo>
                  <a:pt x="297685" y="199547"/>
                </a:lnTo>
                <a:lnTo>
                  <a:pt x="297685" y="202818"/>
                </a:lnTo>
                <a:lnTo>
                  <a:pt x="300956" y="202818"/>
                </a:lnTo>
                <a:lnTo>
                  <a:pt x="300956" y="209361"/>
                </a:lnTo>
                <a:lnTo>
                  <a:pt x="304228" y="209361"/>
                </a:lnTo>
                <a:lnTo>
                  <a:pt x="304228" y="219175"/>
                </a:lnTo>
                <a:lnTo>
                  <a:pt x="336940" y="219175"/>
                </a:lnTo>
                <a:lnTo>
                  <a:pt x="336940" y="222446"/>
                </a:lnTo>
                <a:lnTo>
                  <a:pt x="343483" y="222446"/>
                </a:lnTo>
                <a:lnTo>
                  <a:pt x="343483" y="225717"/>
                </a:lnTo>
                <a:lnTo>
                  <a:pt x="346754" y="225717"/>
                </a:lnTo>
                <a:lnTo>
                  <a:pt x="346754" y="228989"/>
                </a:lnTo>
                <a:lnTo>
                  <a:pt x="350025" y="228989"/>
                </a:lnTo>
                <a:lnTo>
                  <a:pt x="350025" y="235531"/>
                </a:lnTo>
                <a:lnTo>
                  <a:pt x="353297" y="235531"/>
                </a:lnTo>
                <a:lnTo>
                  <a:pt x="353297" y="245345"/>
                </a:lnTo>
                <a:lnTo>
                  <a:pt x="350025" y="245345"/>
                </a:lnTo>
                <a:lnTo>
                  <a:pt x="350025" y="251887"/>
                </a:lnTo>
                <a:lnTo>
                  <a:pt x="346754" y="251887"/>
                </a:lnTo>
                <a:lnTo>
                  <a:pt x="346754" y="255159"/>
                </a:lnTo>
                <a:lnTo>
                  <a:pt x="343483" y="255159"/>
                </a:lnTo>
                <a:lnTo>
                  <a:pt x="343483" y="258430"/>
                </a:lnTo>
                <a:lnTo>
                  <a:pt x="336940" y="258430"/>
                </a:lnTo>
                <a:lnTo>
                  <a:pt x="336940" y="261701"/>
                </a:lnTo>
                <a:lnTo>
                  <a:pt x="294414" y="261701"/>
                </a:lnTo>
                <a:lnTo>
                  <a:pt x="294414" y="258430"/>
                </a:lnTo>
                <a:lnTo>
                  <a:pt x="287871" y="258430"/>
                </a:lnTo>
                <a:lnTo>
                  <a:pt x="287871" y="255159"/>
                </a:lnTo>
                <a:lnTo>
                  <a:pt x="284600" y="255159"/>
                </a:lnTo>
                <a:lnTo>
                  <a:pt x="284600" y="251887"/>
                </a:lnTo>
                <a:lnTo>
                  <a:pt x="281329" y="251887"/>
                </a:lnTo>
                <a:lnTo>
                  <a:pt x="281329" y="245345"/>
                </a:lnTo>
                <a:lnTo>
                  <a:pt x="278058" y="245345"/>
                </a:lnTo>
                <a:lnTo>
                  <a:pt x="278058" y="238802"/>
                </a:lnTo>
                <a:lnTo>
                  <a:pt x="238802" y="238802"/>
                </a:lnTo>
                <a:lnTo>
                  <a:pt x="238802" y="235531"/>
                </a:lnTo>
                <a:lnTo>
                  <a:pt x="232260" y="235531"/>
                </a:lnTo>
                <a:lnTo>
                  <a:pt x="232260" y="232260"/>
                </a:lnTo>
                <a:lnTo>
                  <a:pt x="228989" y="232260"/>
                </a:lnTo>
                <a:lnTo>
                  <a:pt x="228989" y="228989"/>
                </a:lnTo>
                <a:lnTo>
                  <a:pt x="225717" y="228989"/>
                </a:lnTo>
                <a:lnTo>
                  <a:pt x="225717" y="222446"/>
                </a:lnTo>
                <a:lnTo>
                  <a:pt x="222446" y="222446"/>
                </a:lnTo>
                <a:lnTo>
                  <a:pt x="222446" y="212632"/>
                </a:lnTo>
                <a:lnTo>
                  <a:pt x="225717" y="212632"/>
                </a:lnTo>
                <a:lnTo>
                  <a:pt x="225717" y="206090"/>
                </a:lnTo>
                <a:lnTo>
                  <a:pt x="219175" y="206090"/>
                </a:lnTo>
                <a:lnTo>
                  <a:pt x="219175" y="209361"/>
                </a:lnTo>
                <a:lnTo>
                  <a:pt x="215904" y="209361"/>
                </a:lnTo>
                <a:lnTo>
                  <a:pt x="215904" y="215904"/>
                </a:lnTo>
                <a:lnTo>
                  <a:pt x="212632" y="215904"/>
                </a:lnTo>
                <a:lnTo>
                  <a:pt x="212632" y="219175"/>
                </a:lnTo>
                <a:lnTo>
                  <a:pt x="209361" y="219175"/>
                </a:lnTo>
                <a:lnTo>
                  <a:pt x="209361" y="222446"/>
                </a:lnTo>
                <a:lnTo>
                  <a:pt x="202818" y="222446"/>
                </a:lnTo>
                <a:lnTo>
                  <a:pt x="202818" y="225717"/>
                </a:lnTo>
                <a:lnTo>
                  <a:pt x="173377" y="225717"/>
                </a:lnTo>
                <a:lnTo>
                  <a:pt x="173377" y="228989"/>
                </a:lnTo>
                <a:lnTo>
                  <a:pt x="170106" y="228989"/>
                </a:lnTo>
                <a:lnTo>
                  <a:pt x="170106" y="232260"/>
                </a:lnTo>
                <a:lnTo>
                  <a:pt x="166835" y="232260"/>
                </a:lnTo>
                <a:lnTo>
                  <a:pt x="166835" y="235531"/>
                </a:lnTo>
                <a:lnTo>
                  <a:pt x="163563" y="235531"/>
                </a:lnTo>
                <a:lnTo>
                  <a:pt x="163563" y="238802"/>
                </a:lnTo>
                <a:lnTo>
                  <a:pt x="157021" y="238802"/>
                </a:lnTo>
                <a:lnTo>
                  <a:pt x="157021" y="242074"/>
                </a:lnTo>
                <a:lnTo>
                  <a:pt x="111223" y="242074"/>
                </a:lnTo>
                <a:lnTo>
                  <a:pt x="111223" y="238802"/>
                </a:lnTo>
                <a:lnTo>
                  <a:pt x="107952" y="238802"/>
                </a:lnTo>
                <a:lnTo>
                  <a:pt x="107952" y="235531"/>
                </a:lnTo>
                <a:lnTo>
                  <a:pt x="104681" y="235531"/>
                </a:lnTo>
                <a:lnTo>
                  <a:pt x="104681" y="232260"/>
                </a:lnTo>
                <a:lnTo>
                  <a:pt x="101409" y="232260"/>
                </a:lnTo>
                <a:lnTo>
                  <a:pt x="101409" y="225717"/>
                </a:lnTo>
                <a:lnTo>
                  <a:pt x="98138" y="225717"/>
                </a:lnTo>
                <a:lnTo>
                  <a:pt x="98138" y="215904"/>
                </a:lnTo>
                <a:lnTo>
                  <a:pt x="101409" y="215904"/>
                </a:lnTo>
                <a:lnTo>
                  <a:pt x="101409" y="209361"/>
                </a:lnTo>
                <a:lnTo>
                  <a:pt x="104681" y="209361"/>
                </a:lnTo>
                <a:lnTo>
                  <a:pt x="104681" y="206090"/>
                </a:lnTo>
                <a:lnTo>
                  <a:pt x="62154" y="206090"/>
                </a:lnTo>
                <a:lnTo>
                  <a:pt x="62154" y="202818"/>
                </a:lnTo>
                <a:lnTo>
                  <a:pt x="55612" y="202818"/>
                </a:lnTo>
                <a:lnTo>
                  <a:pt x="55612" y="199547"/>
                </a:lnTo>
                <a:lnTo>
                  <a:pt x="52340" y="199547"/>
                </a:lnTo>
                <a:lnTo>
                  <a:pt x="52340" y="196276"/>
                </a:lnTo>
                <a:lnTo>
                  <a:pt x="49069" y="196276"/>
                </a:lnTo>
                <a:lnTo>
                  <a:pt x="49069" y="189733"/>
                </a:lnTo>
                <a:lnTo>
                  <a:pt x="45798" y="189733"/>
                </a:lnTo>
                <a:lnTo>
                  <a:pt x="45798" y="186462"/>
                </a:lnTo>
                <a:lnTo>
                  <a:pt x="16356" y="186462"/>
                </a:lnTo>
                <a:lnTo>
                  <a:pt x="16356" y="183191"/>
                </a:lnTo>
                <a:lnTo>
                  <a:pt x="9814" y="183191"/>
                </a:lnTo>
                <a:lnTo>
                  <a:pt x="9814" y="179920"/>
                </a:lnTo>
                <a:lnTo>
                  <a:pt x="6543" y="179920"/>
                </a:lnTo>
                <a:lnTo>
                  <a:pt x="6543" y="176648"/>
                </a:lnTo>
                <a:lnTo>
                  <a:pt x="3271" y="176648"/>
                </a:lnTo>
                <a:lnTo>
                  <a:pt x="3271" y="170106"/>
                </a:lnTo>
                <a:lnTo>
                  <a:pt x="0" y="170106"/>
                </a:lnTo>
                <a:lnTo>
                  <a:pt x="0" y="160292"/>
                </a:lnTo>
                <a:lnTo>
                  <a:pt x="3271" y="160292"/>
                </a:lnTo>
                <a:lnTo>
                  <a:pt x="3271" y="147207"/>
                </a:lnTo>
                <a:lnTo>
                  <a:pt x="0" y="147207"/>
                </a:lnTo>
                <a:lnTo>
                  <a:pt x="0" y="137393"/>
                </a:lnTo>
                <a:lnTo>
                  <a:pt x="3271" y="137393"/>
                </a:lnTo>
                <a:lnTo>
                  <a:pt x="3271" y="130851"/>
                </a:lnTo>
                <a:lnTo>
                  <a:pt x="6543" y="130851"/>
                </a:lnTo>
                <a:lnTo>
                  <a:pt x="6543" y="127579"/>
                </a:lnTo>
                <a:lnTo>
                  <a:pt x="9814" y="127579"/>
                </a:lnTo>
                <a:lnTo>
                  <a:pt x="9814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42526" y="121037"/>
                </a:lnTo>
                <a:lnTo>
                  <a:pt x="42526" y="114494"/>
                </a:lnTo>
                <a:lnTo>
                  <a:pt x="45798" y="114494"/>
                </a:lnTo>
                <a:lnTo>
                  <a:pt x="45798" y="107952"/>
                </a:lnTo>
                <a:lnTo>
                  <a:pt x="49069" y="107952"/>
                </a:lnTo>
                <a:lnTo>
                  <a:pt x="49069" y="104681"/>
                </a:lnTo>
                <a:lnTo>
                  <a:pt x="52340" y="104681"/>
                </a:lnTo>
                <a:lnTo>
                  <a:pt x="52340" y="101409"/>
                </a:lnTo>
                <a:lnTo>
                  <a:pt x="58883" y="101409"/>
                </a:lnTo>
                <a:lnTo>
                  <a:pt x="58883" y="98138"/>
                </a:lnTo>
                <a:lnTo>
                  <a:pt x="104681" y="98138"/>
                </a:lnTo>
                <a:lnTo>
                  <a:pt x="104681" y="94867"/>
                </a:lnTo>
                <a:lnTo>
                  <a:pt x="101409" y="94867"/>
                </a:lnTo>
                <a:lnTo>
                  <a:pt x="101409" y="88324"/>
                </a:lnTo>
                <a:lnTo>
                  <a:pt x="98138" y="8832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isible source SEC-093 inset-1 region 276">
            <a:extLst xmlns:a="http://schemas.openxmlformats.org/drawingml/2006/main">
              <a:ext uri="{FF2B5EF4-FFF2-40B4-BE49-F238E27FC236}">
                <a16:creationId xmlns:a16="http://schemas.microsoft.com/office/drawing/2014/main" id="{DBE54C31-8A11-497C-B2A6-2863F85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05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isible source SEC-093 inset-1 region 277">
            <a:extLst xmlns:a="http://schemas.openxmlformats.org/drawingml/2006/main">
              <a:ext uri="{FF2B5EF4-FFF2-40B4-BE49-F238E27FC236}">
                <a16:creationId xmlns:a16="http://schemas.microsoft.com/office/drawing/2014/main" id="{876A269C-0B93-415B-AE81-348292DB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219" y="1570371"/>
            <a:ext cx="62154" cy="42526"/>
          </a:xfrm>
          <a:custGeom xmlns:a="http://schemas.openxmlformats.org/drawingml/2006/main">
            <a:pathLst>
              <a:path w="62154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isible source SEC-093 inset-1 region 278">
            <a:extLst xmlns:a="http://schemas.openxmlformats.org/drawingml/2006/main">
              <a:ext uri="{FF2B5EF4-FFF2-40B4-BE49-F238E27FC236}">
                <a16:creationId xmlns:a16="http://schemas.microsoft.com/office/drawing/2014/main" id="{33202093-51C0-4BC7-90D3-4054B6FE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830" y="160962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isible source SEC-093 inset-1 region 279">
            <a:extLst xmlns:a="http://schemas.openxmlformats.org/drawingml/2006/main">
              <a:ext uri="{FF2B5EF4-FFF2-40B4-BE49-F238E27FC236}">
                <a16:creationId xmlns:a16="http://schemas.microsoft.com/office/drawing/2014/main" id="{AEDD555B-52DE-4270-925A-2DC94BFE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267" y="164233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isible source SEC-093 inset-1 region 280">
            <a:extLst xmlns:a="http://schemas.openxmlformats.org/drawingml/2006/main">
              <a:ext uri="{FF2B5EF4-FFF2-40B4-BE49-F238E27FC236}">
                <a16:creationId xmlns:a16="http://schemas.microsoft.com/office/drawing/2014/main" id="{0B26072B-0F25-48B1-A0AC-69294EED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947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isible source SEC-093 inset-1 region 281">
            <a:extLst xmlns:a="http://schemas.openxmlformats.org/drawingml/2006/main">
              <a:ext uri="{FF2B5EF4-FFF2-40B4-BE49-F238E27FC236}">
                <a16:creationId xmlns:a16="http://schemas.microsoft.com/office/drawing/2014/main" id="{A3E095D5-58D4-464C-B930-43D0563F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527" y="1671780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isible source SEC-093 inset-1 region 282">
            <a:extLst xmlns:a="http://schemas.openxmlformats.org/drawingml/2006/main">
              <a:ext uri="{FF2B5EF4-FFF2-40B4-BE49-F238E27FC236}">
                <a16:creationId xmlns:a16="http://schemas.microsoft.com/office/drawing/2014/main" id="{28CC01A7-9488-47D2-8FFC-FF3B6AF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522" y="1743748"/>
            <a:ext cx="88324" cy="68697"/>
          </a:xfrm>
          <a:custGeom xmlns:a="http://schemas.openxmlformats.org/drawingml/2006/main">
            <a:pathLst>
              <a:path w="88324" h="68697">
                <a:moveTo>
                  <a:pt x="9814" y="22899"/>
                </a:move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85053" y="35984"/>
                </a:lnTo>
                <a:lnTo>
                  <a:pt x="85053" y="42526"/>
                </a:lnTo>
                <a:lnTo>
                  <a:pt x="88324" y="42526"/>
                </a:lnTo>
                <a:lnTo>
                  <a:pt x="88324" y="52340"/>
                </a:lnTo>
                <a:lnTo>
                  <a:pt x="85053" y="52340"/>
                </a:lnTo>
                <a:lnTo>
                  <a:pt x="85053" y="58883"/>
                </a:lnTo>
                <a:lnTo>
                  <a:pt x="81782" y="58883"/>
                </a:lnTo>
                <a:lnTo>
                  <a:pt x="81782" y="62154"/>
                </a:lnTo>
                <a:lnTo>
                  <a:pt x="78510" y="62154"/>
                </a:lnTo>
                <a:lnTo>
                  <a:pt x="78510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62154" y="68697"/>
                </a:lnTo>
                <a:lnTo>
                  <a:pt x="62154" y="65425"/>
                </a:lnTo>
                <a:lnTo>
                  <a:pt x="52340" y="65425"/>
                </a:lnTo>
                <a:lnTo>
                  <a:pt x="52340" y="68697"/>
                </a:lnTo>
                <a:lnTo>
                  <a:pt x="26170" y="68697"/>
                </a:lnTo>
                <a:lnTo>
                  <a:pt x="26170" y="65425"/>
                </a:lnTo>
                <a:lnTo>
                  <a:pt x="19628" y="65425"/>
                </a:lnTo>
                <a:lnTo>
                  <a:pt x="19628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13085" y="58883"/>
                </a:lnTo>
                <a:lnTo>
                  <a:pt x="13085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isible source SEC-093 inset-1 region 283">
            <a:extLst xmlns:a="http://schemas.openxmlformats.org/drawingml/2006/main">
              <a:ext uri="{FF2B5EF4-FFF2-40B4-BE49-F238E27FC236}">
                <a16:creationId xmlns:a16="http://schemas.microsoft.com/office/drawing/2014/main" id="{245A6AB8-3765-4F3B-8692-80F324C1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58" y="1747019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isible source SEC-093 inset-1 region 284">
            <a:extLst xmlns:a="http://schemas.openxmlformats.org/drawingml/2006/main">
              <a:ext uri="{FF2B5EF4-FFF2-40B4-BE49-F238E27FC236}">
                <a16:creationId xmlns:a16="http://schemas.microsoft.com/office/drawing/2014/main" id="{182A2A95-8546-4434-8C20-28C3946B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170" y="180917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isible source SEC-093 inset-1 region 285">
            <a:extLst xmlns:a="http://schemas.openxmlformats.org/drawingml/2006/main">
              <a:ext uri="{FF2B5EF4-FFF2-40B4-BE49-F238E27FC236}">
                <a16:creationId xmlns:a16="http://schemas.microsoft.com/office/drawing/2014/main" id="{263958F1-0DA2-454F-88CB-44F555B9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255" y="1871328"/>
            <a:ext cx="114494" cy="91595"/>
          </a:xfrm>
          <a:custGeom xmlns:a="http://schemas.openxmlformats.org/drawingml/2006/main">
            <a:pathLst>
              <a:path w="114494" h="91595">
                <a:moveTo>
                  <a:pt x="71968" y="3271"/>
                </a:move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49069"/>
                </a:lnTo>
                <a:lnTo>
                  <a:pt x="98138" y="49069"/>
                </a:lnTo>
                <a:lnTo>
                  <a:pt x="98138" y="52340"/>
                </a:lnTo>
                <a:lnTo>
                  <a:pt x="104681" y="52340"/>
                </a:lnTo>
                <a:lnTo>
                  <a:pt x="104681" y="55612"/>
                </a:lnTo>
                <a:lnTo>
                  <a:pt x="107952" y="55612"/>
                </a:lnTo>
                <a:lnTo>
                  <a:pt x="107952" y="58883"/>
                </a:lnTo>
                <a:lnTo>
                  <a:pt x="111223" y="58883"/>
                </a:lnTo>
                <a:lnTo>
                  <a:pt x="111223" y="65425"/>
                </a:lnTo>
                <a:lnTo>
                  <a:pt x="114494" y="65425"/>
                </a:lnTo>
                <a:lnTo>
                  <a:pt x="114494" y="75239"/>
                </a:lnTo>
                <a:lnTo>
                  <a:pt x="111223" y="75239"/>
                </a:lnTo>
                <a:lnTo>
                  <a:pt x="111223" y="81782"/>
                </a:lnTo>
                <a:lnTo>
                  <a:pt x="107952" y="81782"/>
                </a:lnTo>
                <a:lnTo>
                  <a:pt x="107952" y="85053"/>
                </a:lnTo>
                <a:lnTo>
                  <a:pt x="104681" y="85053"/>
                </a:lnTo>
                <a:lnTo>
                  <a:pt x="104681" y="88324"/>
                </a:lnTo>
                <a:lnTo>
                  <a:pt x="98138" y="88324"/>
                </a:lnTo>
                <a:lnTo>
                  <a:pt x="98138" y="91595"/>
                </a:lnTo>
                <a:lnTo>
                  <a:pt x="65425" y="91595"/>
                </a:lnTo>
                <a:lnTo>
                  <a:pt x="65425" y="88324"/>
                </a:lnTo>
                <a:lnTo>
                  <a:pt x="58883" y="88324"/>
                </a:lnTo>
                <a:lnTo>
                  <a:pt x="58883" y="85053"/>
                </a:lnTo>
                <a:lnTo>
                  <a:pt x="55612" y="85053"/>
                </a:lnTo>
                <a:lnTo>
                  <a:pt x="55612" y="81782"/>
                </a:lnTo>
                <a:lnTo>
                  <a:pt x="52340" y="81782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65425"/>
                </a:lnTo>
                <a:lnTo>
                  <a:pt x="35984" y="65425"/>
                </a:lnTo>
                <a:lnTo>
                  <a:pt x="35984" y="62154"/>
                </a:lnTo>
                <a:lnTo>
                  <a:pt x="29441" y="62154"/>
                </a:lnTo>
                <a:lnTo>
                  <a:pt x="29441" y="58883"/>
                </a:lnTo>
                <a:lnTo>
                  <a:pt x="26170" y="58883"/>
                </a:lnTo>
                <a:lnTo>
                  <a:pt x="26170" y="55612"/>
                </a:lnTo>
                <a:lnTo>
                  <a:pt x="22899" y="55612"/>
                </a:lnTo>
                <a:lnTo>
                  <a:pt x="22899" y="49069"/>
                </a:lnTo>
                <a:lnTo>
                  <a:pt x="19628" y="49069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isible source SEC-093 inset-1 region 286">
            <a:extLst xmlns:a="http://schemas.openxmlformats.org/drawingml/2006/main">
              <a:ext uri="{FF2B5EF4-FFF2-40B4-BE49-F238E27FC236}">
                <a16:creationId xmlns:a16="http://schemas.microsoft.com/office/drawing/2014/main" id="{9B53E590-87D8-46CC-BC4D-867D91F0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490" y="1877870"/>
            <a:ext cx="65425" cy="42526"/>
          </a:xfrm>
          <a:custGeom xmlns:a="http://schemas.openxmlformats.org/drawingml/2006/main">
            <a:pathLst>
              <a:path w="65425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isible source SEC-093 inset-1 region 287">
            <a:extLst xmlns:a="http://schemas.openxmlformats.org/drawingml/2006/main">
              <a:ext uri="{FF2B5EF4-FFF2-40B4-BE49-F238E27FC236}">
                <a16:creationId xmlns:a16="http://schemas.microsoft.com/office/drawing/2014/main" id="{9AC359AB-85B3-4E32-AE42-CD66AC4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931" y="1946567"/>
            <a:ext cx="127579" cy="42526"/>
          </a:xfrm>
          <a:custGeom xmlns:a="http://schemas.openxmlformats.org/drawingml/2006/main">
            <a:pathLst>
              <a:path w="12757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01409" y="42526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isible source SEC-093 inset-1 region 288">
            <a:extLst xmlns:a="http://schemas.openxmlformats.org/drawingml/2006/main">
              <a:ext uri="{FF2B5EF4-FFF2-40B4-BE49-F238E27FC236}">
                <a16:creationId xmlns:a16="http://schemas.microsoft.com/office/drawing/2014/main" id="{2956122D-8C53-43C7-AFCB-67FEA84D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38" y="1949838"/>
            <a:ext cx="261701" cy="101409"/>
          </a:xfrm>
          <a:custGeom xmlns:a="http://schemas.openxmlformats.org/drawingml/2006/main">
            <a:pathLst>
              <a:path w="261701" h="101409">
                <a:moveTo>
                  <a:pt x="65425" y="3271"/>
                </a:moveTo>
                <a:lnTo>
                  <a:pt x="71968" y="3271"/>
                </a:lnTo>
                <a:lnTo>
                  <a:pt x="71968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21037" y="29441"/>
                </a:lnTo>
                <a:lnTo>
                  <a:pt x="121037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7579" y="35984"/>
                </a:lnTo>
                <a:lnTo>
                  <a:pt x="127579" y="42526"/>
                </a:lnTo>
                <a:lnTo>
                  <a:pt x="130851" y="42526"/>
                </a:lnTo>
                <a:lnTo>
                  <a:pt x="130851" y="49069"/>
                </a:lnTo>
                <a:lnTo>
                  <a:pt x="147207" y="49069"/>
                </a:lnTo>
                <a:lnTo>
                  <a:pt x="147207" y="52340"/>
                </a:lnTo>
                <a:lnTo>
                  <a:pt x="153750" y="52340"/>
                </a:lnTo>
                <a:lnTo>
                  <a:pt x="153750" y="55612"/>
                </a:lnTo>
                <a:lnTo>
                  <a:pt x="157021" y="55612"/>
                </a:lnTo>
                <a:lnTo>
                  <a:pt x="157021" y="58883"/>
                </a:lnTo>
                <a:lnTo>
                  <a:pt x="160292" y="58883"/>
                </a:lnTo>
                <a:lnTo>
                  <a:pt x="160292" y="62154"/>
                </a:lnTo>
                <a:lnTo>
                  <a:pt x="163563" y="62154"/>
                </a:lnTo>
                <a:lnTo>
                  <a:pt x="163563" y="58883"/>
                </a:lnTo>
                <a:lnTo>
                  <a:pt x="173377" y="58883"/>
                </a:lnTo>
                <a:lnTo>
                  <a:pt x="173377" y="62154"/>
                </a:lnTo>
                <a:lnTo>
                  <a:pt x="176648" y="62154"/>
                </a:lnTo>
                <a:lnTo>
                  <a:pt x="176648" y="58883"/>
                </a:lnTo>
                <a:lnTo>
                  <a:pt x="196276" y="58883"/>
                </a:lnTo>
                <a:lnTo>
                  <a:pt x="196276" y="62154"/>
                </a:lnTo>
                <a:lnTo>
                  <a:pt x="202818" y="62154"/>
                </a:lnTo>
                <a:lnTo>
                  <a:pt x="202818" y="58883"/>
                </a:lnTo>
                <a:lnTo>
                  <a:pt x="245345" y="58883"/>
                </a:lnTo>
                <a:lnTo>
                  <a:pt x="245345" y="62154"/>
                </a:lnTo>
                <a:lnTo>
                  <a:pt x="251887" y="62154"/>
                </a:lnTo>
                <a:lnTo>
                  <a:pt x="251887" y="65425"/>
                </a:lnTo>
                <a:lnTo>
                  <a:pt x="255159" y="65425"/>
                </a:lnTo>
                <a:lnTo>
                  <a:pt x="255159" y="68697"/>
                </a:lnTo>
                <a:lnTo>
                  <a:pt x="258430" y="68697"/>
                </a:lnTo>
                <a:lnTo>
                  <a:pt x="258430" y="75239"/>
                </a:lnTo>
                <a:lnTo>
                  <a:pt x="261701" y="75239"/>
                </a:lnTo>
                <a:lnTo>
                  <a:pt x="261701" y="85053"/>
                </a:lnTo>
                <a:lnTo>
                  <a:pt x="258430" y="85053"/>
                </a:lnTo>
                <a:lnTo>
                  <a:pt x="258430" y="91595"/>
                </a:lnTo>
                <a:lnTo>
                  <a:pt x="255159" y="91595"/>
                </a:lnTo>
                <a:lnTo>
                  <a:pt x="255159" y="94867"/>
                </a:lnTo>
                <a:lnTo>
                  <a:pt x="251887" y="94867"/>
                </a:lnTo>
                <a:lnTo>
                  <a:pt x="251887" y="98138"/>
                </a:lnTo>
                <a:lnTo>
                  <a:pt x="245345" y="98138"/>
                </a:lnTo>
                <a:lnTo>
                  <a:pt x="245345" y="101409"/>
                </a:lnTo>
                <a:lnTo>
                  <a:pt x="202818" y="101409"/>
                </a:lnTo>
                <a:lnTo>
                  <a:pt x="202818" y="98138"/>
                </a:lnTo>
                <a:lnTo>
                  <a:pt x="199547" y="98138"/>
                </a:lnTo>
                <a:lnTo>
                  <a:pt x="199547" y="101409"/>
                </a:lnTo>
                <a:lnTo>
                  <a:pt x="163563" y="101409"/>
                </a:lnTo>
                <a:lnTo>
                  <a:pt x="163563" y="98138"/>
                </a:lnTo>
                <a:lnTo>
                  <a:pt x="157021" y="98138"/>
                </a:lnTo>
                <a:lnTo>
                  <a:pt x="157021" y="94867"/>
                </a:lnTo>
                <a:lnTo>
                  <a:pt x="153750" y="94867"/>
                </a:lnTo>
                <a:lnTo>
                  <a:pt x="153750" y="91595"/>
                </a:lnTo>
                <a:lnTo>
                  <a:pt x="150478" y="91595"/>
                </a:lnTo>
                <a:lnTo>
                  <a:pt x="150478" y="88324"/>
                </a:lnTo>
                <a:lnTo>
                  <a:pt x="147207" y="88324"/>
                </a:lnTo>
                <a:lnTo>
                  <a:pt x="147207" y="91595"/>
                </a:lnTo>
                <a:lnTo>
                  <a:pt x="111223" y="91595"/>
                </a:lnTo>
                <a:lnTo>
                  <a:pt x="111223" y="88324"/>
                </a:lnTo>
                <a:lnTo>
                  <a:pt x="104681" y="88324"/>
                </a:lnTo>
                <a:lnTo>
                  <a:pt x="104681" y="85053"/>
                </a:lnTo>
                <a:lnTo>
                  <a:pt x="101409" y="85053"/>
                </a:lnTo>
                <a:lnTo>
                  <a:pt x="101409" y="81782"/>
                </a:lnTo>
                <a:lnTo>
                  <a:pt x="98138" y="81782"/>
                </a:lnTo>
                <a:lnTo>
                  <a:pt x="98138" y="75239"/>
                </a:lnTo>
                <a:lnTo>
                  <a:pt x="94867" y="75239"/>
                </a:lnTo>
                <a:lnTo>
                  <a:pt x="94867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94867" y="62154"/>
                </a:lnTo>
                <a:lnTo>
                  <a:pt x="94867" y="58883"/>
                </a:lnTo>
                <a:lnTo>
                  <a:pt x="91595" y="58883"/>
                </a:lnTo>
                <a:lnTo>
                  <a:pt x="91595" y="52340"/>
                </a:lnTo>
                <a:lnTo>
                  <a:pt x="88324" y="52340"/>
                </a:lnTo>
                <a:lnTo>
                  <a:pt x="88324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42526"/>
                </a:lnTo>
                <a:lnTo>
                  <a:pt x="39255" y="42526"/>
                </a:lnTo>
                <a:lnTo>
                  <a:pt x="39255" y="45798"/>
                </a:lnTo>
                <a:lnTo>
                  <a:pt x="32713" y="45798"/>
                </a:lnTo>
                <a:lnTo>
                  <a:pt x="32713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0" y="32713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13085"/>
                </a:lnTo>
                <a:lnTo>
                  <a:pt x="9814" y="13085"/>
                </a:lnTo>
                <a:lnTo>
                  <a:pt x="9814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5798" y="13085"/>
                </a:lnTo>
                <a:lnTo>
                  <a:pt x="45798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65425" y="6543"/>
                </a:lnTo>
                <a:lnTo>
                  <a:pt x="65425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isible source SEC-093 inset-1 region 289">
            <a:extLst xmlns:a="http://schemas.openxmlformats.org/drawingml/2006/main">
              <a:ext uri="{FF2B5EF4-FFF2-40B4-BE49-F238E27FC236}">
                <a16:creationId xmlns:a16="http://schemas.microsoft.com/office/drawing/2014/main" id="{2C94848A-9386-4B7E-A2EA-B12F7A81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166" y="2028348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3085"/>
                </a:lnTo>
                <a:lnTo>
                  <a:pt x="52340" y="13085"/>
                </a:lnTo>
                <a:lnTo>
                  <a:pt x="52340" y="29441"/>
                </a:lnTo>
                <a:lnTo>
                  <a:pt x="49069" y="29441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isible source SEC-093 inset-1 region 290">
            <a:extLst xmlns:a="http://schemas.openxmlformats.org/drawingml/2006/main">
              <a:ext uri="{FF2B5EF4-FFF2-40B4-BE49-F238E27FC236}">
                <a16:creationId xmlns:a16="http://schemas.microsoft.com/office/drawing/2014/main" id="{FF63983D-63CC-4E3C-BF88-8DC42FEB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255" y="2067603"/>
            <a:ext cx="124308" cy="104681"/>
          </a:xfrm>
          <a:custGeom xmlns:a="http://schemas.openxmlformats.org/drawingml/2006/main">
            <a:pathLst>
              <a:path w="124308" h="104681">
                <a:moveTo>
                  <a:pt x="26170" y="9814"/>
                </a:move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75239" y="42526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114494" y="65425"/>
                </a:lnTo>
                <a:lnTo>
                  <a:pt x="114494" y="68697"/>
                </a:lnTo>
                <a:lnTo>
                  <a:pt x="117766" y="68697"/>
                </a:lnTo>
                <a:lnTo>
                  <a:pt x="117766" y="71968"/>
                </a:lnTo>
                <a:lnTo>
                  <a:pt x="121037" y="71968"/>
                </a:lnTo>
                <a:lnTo>
                  <a:pt x="121037" y="78510"/>
                </a:lnTo>
                <a:lnTo>
                  <a:pt x="124308" y="78510"/>
                </a:lnTo>
                <a:lnTo>
                  <a:pt x="124308" y="88324"/>
                </a:lnTo>
                <a:lnTo>
                  <a:pt x="121037" y="88324"/>
                </a:lnTo>
                <a:lnTo>
                  <a:pt x="121037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07952" y="101409"/>
                </a:lnTo>
                <a:lnTo>
                  <a:pt x="107952" y="104681"/>
                </a:lnTo>
                <a:lnTo>
                  <a:pt x="62154" y="104681"/>
                </a:lnTo>
                <a:lnTo>
                  <a:pt x="62154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52340" y="98138"/>
                </a:lnTo>
                <a:lnTo>
                  <a:pt x="52340" y="94867"/>
                </a:lnTo>
                <a:lnTo>
                  <a:pt x="49069" y="94867"/>
                </a:lnTo>
                <a:lnTo>
                  <a:pt x="49069" y="88324"/>
                </a:lnTo>
                <a:lnTo>
                  <a:pt x="45798" y="88324"/>
                </a:lnTo>
                <a:lnTo>
                  <a:pt x="45798" y="78510"/>
                </a:lnTo>
                <a:lnTo>
                  <a:pt x="49069" y="78510"/>
                </a:lnTo>
                <a:lnTo>
                  <a:pt x="49069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5798" y="68697"/>
                </a:lnTo>
                <a:lnTo>
                  <a:pt x="45798" y="65425"/>
                </a:lnTo>
                <a:lnTo>
                  <a:pt x="39255" y="65425"/>
                </a:lnTo>
                <a:lnTo>
                  <a:pt x="39255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19628" y="26170"/>
                </a:lnTo>
                <a:lnTo>
                  <a:pt x="19628" y="16356"/>
                </a:lnTo>
                <a:lnTo>
                  <a:pt x="22899" y="16356"/>
                </a:lnTo>
                <a:lnTo>
                  <a:pt x="22899" y="9814"/>
                </a:lnTo>
                <a:lnTo>
                  <a:pt x="2617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isible source SEC-093 inset-1 region 291">
            <a:extLst xmlns:a="http://schemas.openxmlformats.org/drawingml/2006/main">
              <a:ext uri="{FF2B5EF4-FFF2-40B4-BE49-F238E27FC236}">
                <a16:creationId xmlns:a16="http://schemas.microsoft.com/office/drawing/2014/main" id="{F017BC42-A14D-431A-80D7-5D1BA5C9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134" y="2090502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isible source SEC-093 inset-1 region 292">
            <a:extLst xmlns:a="http://schemas.openxmlformats.org/drawingml/2006/main">
              <a:ext uri="{FF2B5EF4-FFF2-40B4-BE49-F238E27FC236}">
                <a16:creationId xmlns:a16="http://schemas.microsoft.com/office/drawing/2014/main" id="{4AEE8C35-3A84-49C1-B5C9-9F3EB87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931" y="2146114"/>
            <a:ext cx="127579" cy="42526"/>
          </a:xfrm>
          <a:custGeom xmlns:a="http://schemas.openxmlformats.org/drawingml/2006/main">
            <a:pathLst>
              <a:path w="127579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isible source SEC-093 inset-1 region 293">
            <a:extLst xmlns:a="http://schemas.openxmlformats.org/drawingml/2006/main">
              <a:ext uri="{FF2B5EF4-FFF2-40B4-BE49-F238E27FC236}">
                <a16:creationId xmlns:a16="http://schemas.microsoft.com/office/drawing/2014/main" id="{23BB816F-C806-4FCD-A8F5-9C708DBD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809" y="2149385"/>
            <a:ext cx="264973" cy="104681"/>
          </a:xfrm>
          <a:custGeom xmlns:a="http://schemas.openxmlformats.org/drawingml/2006/main">
            <a:pathLst>
              <a:path w="264973" h="104681">
                <a:moveTo>
                  <a:pt x="0" y="29441"/>
                </a:moveTo>
                <a:lnTo>
                  <a:pt x="0" y="13085"/>
                </a:ln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39255" y="0"/>
                </a:lnTo>
                <a:lnTo>
                  <a:pt x="39255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2899"/>
                </a:lnTo>
                <a:lnTo>
                  <a:pt x="127579" y="22899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45798"/>
                </a:lnTo>
                <a:lnTo>
                  <a:pt x="127579" y="45798"/>
                </a:lnTo>
                <a:lnTo>
                  <a:pt x="127579" y="55612"/>
                </a:lnTo>
                <a:lnTo>
                  <a:pt x="124308" y="55612"/>
                </a:lnTo>
                <a:lnTo>
                  <a:pt x="124308" y="62154"/>
                </a:lnTo>
                <a:lnTo>
                  <a:pt x="134122" y="62154"/>
                </a:lnTo>
                <a:lnTo>
                  <a:pt x="134122" y="65425"/>
                </a:lnTo>
                <a:lnTo>
                  <a:pt x="140664" y="65425"/>
                </a:lnTo>
                <a:lnTo>
                  <a:pt x="140664" y="62154"/>
                </a:lnTo>
                <a:lnTo>
                  <a:pt x="150478" y="62154"/>
                </a:lnTo>
                <a:lnTo>
                  <a:pt x="150478" y="58883"/>
                </a:lnTo>
                <a:lnTo>
                  <a:pt x="232260" y="58883"/>
                </a:lnTo>
                <a:lnTo>
                  <a:pt x="232260" y="62154"/>
                </a:lnTo>
                <a:lnTo>
                  <a:pt x="238802" y="62154"/>
                </a:lnTo>
                <a:lnTo>
                  <a:pt x="238802" y="58883"/>
                </a:lnTo>
                <a:lnTo>
                  <a:pt x="248616" y="58883"/>
                </a:lnTo>
                <a:lnTo>
                  <a:pt x="248616" y="62154"/>
                </a:lnTo>
                <a:lnTo>
                  <a:pt x="255159" y="62154"/>
                </a:lnTo>
                <a:lnTo>
                  <a:pt x="255159" y="65425"/>
                </a:lnTo>
                <a:lnTo>
                  <a:pt x="258430" y="65425"/>
                </a:lnTo>
                <a:lnTo>
                  <a:pt x="258430" y="68697"/>
                </a:lnTo>
                <a:lnTo>
                  <a:pt x="261701" y="68697"/>
                </a:lnTo>
                <a:lnTo>
                  <a:pt x="261701" y="75239"/>
                </a:lnTo>
                <a:lnTo>
                  <a:pt x="264973" y="75239"/>
                </a:lnTo>
                <a:lnTo>
                  <a:pt x="264973" y="85053"/>
                </a:lnTo>
                <a:lnTo>
                  <a:pt x="261701" y="85053"/>
                </a:lnTo>
                <a:lnTo>
                  <a:pt x="261701" y="91595"/>
                </a:lnTo>
                <a:lnTo>
                  <a:pt x="258430" y="91595"/>
                </a:lnTo>
                <a:lnTo>
                  <a:pt x="258430" y="94867"/>
                </a:lnTo>
                <a:lnTo>
                  <a:pt x="255159" y="94867"/>
                </a:lnTo>
                <a:lnTo>
                  <a:pt x="255159" y="98138"/>
                </a:lnTo>
                <a:lnTo>
                  <a:pt x="248616" y="98138"/>
                </a:lnTo>
                <a:lnTo>
                  <a:pt x="248616" y="101409"/>
                </a:lnTo>
                <a:lnTo>
                  <a:pt x="238802" y="101409"/>
                </a:lnTo>
                <a:lnTo>
                  <a:pt x="238802" y="98138"/>
                </a:lnTo>
                <a:lnTo>
                  <a:pt x="232260" y="98138"/>
                </a:lnTo>
                <a:lnTo>
                  <a:pt x="232260" y="101409"/>
                </a:lnTo>
                <a:lnTo>
                  <a:pt x="153750" y="101409"/>
                </a:lnTo>
                <a:lnTo>
                  <a:pt x="153750" y="104681"/>
                </a:lnTo>
                <a:lnTo>
                  <a:pt x="140664" y="104681"/>
                </a:lnTo>
                <a:lnTo>
                  <a:pt x="140664" y="101409"/>
                </a:lnTo>
                <a:lnTo>
                  <a:pt x="134122" y="101409"/>
                </a:lnTo>
                <a:lnTo>
                  <a:pt x="134122" y="104681"/>
                </a:lnTo>
                <a:lnTo>
                  <a:pt x="101409" y="104681"/>
                </a:lnTo>
                <a:lnTo>
                  <a:pt x="101409" y="101409"/>
                </a:lnTo>
                <a:lnTo>
                  <a:pt x="98138" y="101409"/>
                </a:lnTo>
                <a:lnTo>
                  <a:pt x="98138" y="98138"/>
                </a:lnTo>
                <a:lnTo>
                  <a:pt x="94867" y="98138"/>
                </a:lnTo>
                <a:lnTo>
                  <a:pt x="94867" y="94867"/>
                </a:lnTo>
                <a:lnTo>
                  <a:pt x="91595" y="94867"/>
                </a:lnTo>
                <a:lnTo>
                  <a:pt x="91595" y="88324"/>
                </a:lnTo>
                <a:lnTo>
                  <a:pt x="88324" y="88324"/>
                </a:lnTo>
                <a:lnTo>
                  <a:pt x="88324" y="78510"/>
                </a:lnTo>
                <a:lnTo>
                  <a:pt x="91595" y="78510"/>
                </a:lnTo>
                <a:lnTo>
                  <a:pt x="91595" y="71968"/>
                </a:lnTo>
                <a:lnTo>
                  <a:pt x="58883" y="71968"/>
                </a:lnTo>
                <a:lnTo>
                  <a:pt x="58883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62154"/>
                </a:lnTo>
                <a:lnTo>
                  <a:pt x="45798" y="62154"/>
                </a:lnTo>
                <a:lnTo>
                  <a:pt x="45798" y="55612"/>
                </a:lnTo>
                <a:lnTo>
                  <a:pt x="42526" y="55612"/>
                </a:lnTo>
                <a:lnTo>
                  <a:pt x="42526" y="45798"/>
                </a:lnTo>
                <a:lnTo>
                  <a:pt x="45798" y="45798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isible source SEC-093 inset-1 region 294">
            <a:extLst xmlns:a="http://schemas.openxmlformats.org/drawingml/2006/main">
              <a:ext uri="{FF2B5EF4-FFF2-40B4-BE49-F238E27FC236}">
                <a16:creationId xmlns:a16="http://schemas.microsoft.com/office/drawing/2014/main" id="{96B8293B-3582-400E-BBD9-C06FE9C5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255" y="2267151"/>
            <a:ext cx="85053" cy="68697"/>
          </a:xfrm>
          <a:custGeom xmlns:a="http://schemas.openxmlformats.org/drawingml/2006/main">
            <a:pathLst>
              <a:path w="85053" h="68697">
                <a:moveTo>
                  <a:pt x="71968" y="3271"/>
                </a:move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5984"/>
                </a:lnTo>
                <a:lnTo>
                  <a:pt x="81782" y="35984"/>
                </a:lnTo>
                <a:lnTo>
                  <a:pt x="81782" y="42526"/>
                </a:lnTo>
                <a:lnTo>
                  <a:pt x="85053" y="42526"/>
                </a:lnTo>
                <a:lnTo>
                  <a:pt x="85053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35984" y="68697"/>
                </a:lnTo>
                <a:lnTo>
                  <a:pt x="35984" y="65425"/>
                </a:lnTo>
                <a:lnTo>
                  <a:pt x="29441" y="65425"/>
                </a:lnTo>
                <a:lnTo>
                  <a:pt x="29441" y="62154"/>
                </a:lnTo>
                <a:lnTo>
                  <a:pt x="26170" y="62154"/>
                </a:lnTo>
                <a:lnTo>
                  <a:pt x="26170" y="58883"/>
                </a:lnTo>
                <a:lnTo>
                  <a:pt x="22899" y="58883"/>
                </a:lnTo>
                <a:lnTo>
                  <a:pt x="22899" y="52340"/>
                </a:lnTo>
                <a:lnTo>
                  <a:pt x="19628" y="52340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isible source SEC-093 inset-1 region 295">
            <a:extLst xmlns:a="http://schemas.openxmlformats.org/drawingml/2006/main">
              <a:ext uri="{FF2B5EF4-FFF2-40B4-BE49-F238E27FC236}">
                <a16:creationId xmlns:a16="http://schemas.microsoft.com/office/drawing/2014/main" id="{399B1812-FBE6-47A8-84D6-7D2D8DC1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05" y="2303135"/>
            <a:ext cx="75239" cy="42526"/>
          </a:xfrm>
          <a:custGeom xmlns:a="http://schemas.openxmlformats.org/drawingml/2006/main">
            <a:pathLst>
              <a:path w="7523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isible source SEC-093 inset-1 region 296">
            <a:extLst xmlns:a="http://schemas.openxmlformats.org/drawingml/2006/main">
              <a:ext uri="{FF2B5EF4-FFF2-40B4-BE49-F238E27FC236}">
                <a16:creationId xmlns:a16="http://schemas.microsoft.com/office/drawing/2014/main" id="{9EC2F64D-21ED-463B-AC4D-6707AE6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03" y="2345661"/>
            <a:ext cx="121037" cy="42526"/>
          </a:xfrm>
          <a:custGeom xmlns:a="http://schemas.openxmlformats.org/drawingml/2006/main">
            <a:pathLst>
              <a:path w="121037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isible source SEC-093 inset-1 region 297">
            <a:extLst xmlns:a="http://schemas.openxmlformats.org/drawingml/2006/main">
              <a:ext uri="{FF2B5EF4-FFF2-40B4-BE49-F238E27FC236}">
                <a16:creationId xmlns:a16="http://schemas.microsoft.com/office/drawing/2014/main" id="{F7DAC77C-3D40-49E0-AF79-E324FA4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134" y="2519038"/>
            <a:ext cx="176648" cy="68697"/>
          </a:xfrm>
          <a:custGeom xmlns:a="http://schemas.openxmlformats.org/drawingml/2006/main">
            <a:pathLst>
              <a:path w="176648" h="68697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160292" y="26170"/>
                </a:lnTo>
                <a:lnTo>
                  <a:pt x="160292" y="29441"/>
                </a:lnTo>
                <a:lnTo>
                  <a:pt x="166835" y="29441"/>
                </a:lnTo>
                <a:lnTo>
                  <a:pt x="166835" y="32713"/>
                </a:lnTo>
                <a:lnTo>
                  <a:pt x="170106" y="32713"/>
                </a:lnTo>
                <a:lnTo>
                  <a:pt x="170106" y="35984"/>
                </a:lnTo>
                <a:lnTo>
                  <a:pt x="173377" y="35984"/>
                </a:lnTo>
                <a:lnTo>
                  <a:pt x="173377" y="42526"/>
                </a:lnTo>
                <a:lnTo>
                  <a:pt x="176648" y="42526"/>
                </a:lnTo>
                <a:lnTo>
                  <a:pt x="176648" y="52340"/>
                </a:lnTo>
                <a:lnTo>
                  <a:pt x="173377" y="52340"/>
                </a:lnTo>
                <a:lnTo>
                  <a:pt x="173377" y="58883"/>
                </a:lnTo>
                <a:lnTo>
                  <a:pt x="170106" y="58883"/>
                </a:lnTo>
                <a:lnTo>
                  <a:pt x="170106" y="62154"/>
                </a:lnTo>
                <a:lnTo>
                  <a:pt x="166835" y="62154"/>
                </a:lnTo>
                <a:lnTo>
                  <a:pt x="166835" y="65425"/>
                </a:lnTo>
                <a:lnTo>
                  <a:pt x="160292" y="65425"/>
                </a:lnTo>
                <a:lnTo>
                  <a:pt x="160292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2340" y="65425"/>
                </a:lnTo>
                <a:lnTo>
                  <a:pt x="52340" y="62154"/>
                </a:lnTo>
                <a:lnTo>
                  <a:pt x="49069" y="62154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isible source SEC-093 inset-1 region 298">
            <a:extLst xmlns:a="http://schemas.openxmlformats.org/drawingml/2006/main">
              <a:ext uri="{FF2B5EF4-FFF2-40B4-BE49-F238E27FC236}">
                <a16:creationId xmlns:a16="http://schemas.microsoft.com/office/drawing/2014/main" id="{F8146AB4-6A8A-46FF-8FAE-42EB44D6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973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isible source SEC-093 inset-1 region 299">
            <a:extLst xmlns:a="http://schemas.openxmlformats.org/drawingml/2006/main">
              <a:ext uri="{FF2B5EF4-FFF2-40B4-BE49-F238E27FC236}">
                <a16:creationId xmlns:a16="http://schemas.microsoft.com/office/drawing/2014/main" id="{862D62A3-98EC-4F78-8F45-1C4D20F3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053" y="1711035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isible source SEC-093 inset-1 region 300">
            <a:extLst xmlns:a="http://schemas.openxmlformats.org/drawingml/2006/main">
              <a:ext uri="{FF2B5EF4-FFF2-40B4-BE49-F238E27FC236}">
                <a16:creationId xmlns:a16="http://schemas.microsoft.com/office/drawing/2014/main" id="{881777AC-864E-4646-815D-8A21E68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090" y="175029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isible source SEC-093 inset-1 region 301">
            <a:extLst xmlns:a="http://schemas.openxmlformats.org/drawingml/2006/main">
              <a:ext uri="{FF2B5EF4-FFF2-40B4-BE49-F238E27FC236}">
                <a16:creationId xmlns:a16="http://schemas.microsoft.com/office/drawing/2014/main" id="{F42EEFFA-0E4C-4A3A-A6B1-590D3E4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053" y="1763376"/>
            <a:ext cx="127579" cy="68697"/>
          </a:xfrm>
          <a:custGeom xmlns:a="http://schemas.openxmlformats.org/drawingml/2006/main">
            <a:pathLst>
              <a:path w="127579" h="68697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29441"/>
                </a:lnTo>
                <a:lnTo>
                  <a:pt x="85053" y="29441"/>
                </a:lnTo>
                <a:lnTo>
                  <a:pt x="85053" y="26170"/>
                </a:lnTo>
                <a:lnTo>
                  <a:pt x="94867" y="26170"/>
                </a:lnTo>
                <a:lnTo>
                  <a:pt x="94867" y="29441"/>
                </a:lnTo>
                <a:lnTo>
                  <a:pt x="98138" y="29441"/>
                </a:lnTo>
                <a:lnTo>
                  <a:pt x="98138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24308" y="35984"/>
                </a:lnTo>
                <a:lnTo>
                  <a:pt x="124308" y="39255"/>
                </a:lnTo>
                <a:lnTo>
                  <a:pt x="127579" y="39255"/>
                </a:lnTo>
                <a:lnTo>
                  <a:pt x="127579" y="55612"/>
                </a:lnTo>
                <a:lnTo>
                  <a:pt x="124308" y="55612"/>
                </a:lnTo>
                <a:lnTo>
                  <a:pt x="124308" y="58883"/>
                </a:lnTo>
                <a:lnTo>
                  <a:pt x="121037" y="58883"/>
                </a:lnTo>
                <a:lnTo>
                  <a:pt x="121037" y="62154"/>
                </a:lnTo>
                <a:lnTo>
                  <a:pt x="117766" y="62154"/>
                </a:lnTo>
                <a:lnTo>
                  <a:pt x="117766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85053" y="68697"/>
                </a:lnTo>
                <a:lnTo>
                  <a:pt x="85053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62154" y="68697"/>
                </a:lnTo>
                <a:lnTo>
                  <a:pt x="62154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2340"/>
                </a:lnTo>
                <a:lnTo>
                  <a:pt x="45798" y="52340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isible source SEC-093 inset-1 region 302">
            <a:extLst xmlns:a="http://schemas.openxmlformats.org/drawingml/2006/main">
              <a:ext uri="{FF2B5EF4-FFF2-40B4-BE49-F238E27FC236}">
                <a16:creationId xmlns:a16="http://schemas.microsoft.com/office/drawing/2014/main" id="{A8B14799-D634-4BFC-A4F4-C8A244BE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72" y="1779732"/>
            <a:ext cx="189733" cy="121037"/>
          </a:xfrm>
          <a:custGeom xmlns:a="http://schemas.openxmlformats.org/drawingml/2006/main">
            <a:pathLst>
              <a:path w="189733" h="121037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29441"/>
                </a:lnTo>
                <a:lnTo>
                  <a:pt x="58883" y="29441"/>
                </a:lnTo>
                <a:lnTo>
                  <a:pt x="58883" y="32713"/>
                </a:lnTo>
                <a:lnTo>
                  <a:pt x="62154" y="32713"/>
                </a:lnTo>
                <a:lnTo>
                  <a:pt x="62154" y="29441"/>
                </a:lnTo>
                <a:lnTo>
                  <a:pt x="71968" y="29441"/>
                </a:lnTo>
                <a:lnTo>
                  <a:pt x="71968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81782" y="35984"/>
                </a:lnTo>
                <a:lnTo>
                  <a:pt x="81782" y="39255"/>
                </a:lnTo>
                <a:lnTo>
                  <a:pt x="85053" y="39255"/>
                </a:lnTo>
                <a:lnTo>
                  <a:pt x="85053" y="45798"/>
                </a:lnTo>
                <a:lnTo>
                  <a:pt x="88324" y="45798"/>
                </a:lnTo>
                <a:lnTo>
                  <a:pt x="88324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130851" y="42526"/>
                </a:lnTo>
                <a:lnTo>
                  <a:pt x="130851" y="45798"/>
                </a:lnTo>
                <a:lnTo>
                  <a:pt x="137393" y="45798"/>
                </a:lnTo>
                <a:lnTo>
                  <a:pt x="137393" y="49069"/>
                </a:lnTo>
                <a:lnTo>
                  <a:pt x="140664" y="49069"/>
                </a:lnTo>
                <a:lnTo>
                  <a:pt x="140664" y="52340"/>
                </a:lnTo>
                <a:lnTo>
                  <a:pt x="143936" y="52340"/>
                </a:lnTo>
                <a:lnTo>
                  <a:pt x="143936" y="58883"/>
                </a:lnTo>
                <a:lnTo>
                  <a:pt x="147207" y="58883"/>
                </a:lnTo>
                <a:lnTo>
                  <a:pt x="147207" y="65425"/>
                </a:lnTo>
                <a:lnTo>
                  <a:pt x="163563" y="65425"/>
                </a:lnTo>
                <a:lnTo>
                  <a:pt x="163563" y="68697"/>
                </a:lnTo>
                <a:lnTo>
                  <a:pt x="170106" y="68697"/>
                </a:lnTo>
                <a:lnTo>
                  <a:pt x="170106" y="71968"/>
                </a:lnTo>
                <a:lnTo>
                  <a:pt x="173377" y="71968"/>
                </a:lnTo>
                <a:lnTo>
                  <a:pt x="173377" y="75239"/>
                </a:lnTo>
                <a:lnTo>
                  <a:pt x="176648" y="75239"/>
                </a:lnTo>
                <a:lnTo>
                  <a:pt x="176648" y="81782"/>
                </a:lnTo>
                <a:lnTo>
                  <a:pt x="179920" y="81782"/>
                </a:lnTo>
                <a:lnTo>
                  <a:pt x="179920" y="85053"/>
                </a:lnTo>
                <a:lnTo>
                  <a:pt x="183191" y="85053"/>
                </a:lnTo>
                <a:lnTo>
                  <a:pt x="183191" y="88324"/>
                </a:lnTo>
                <a:lnTo>
                  <a:pt x="186462" y="88324"/>
                </a:lnTo>
                <a:lnTo>
                  <a:pt x="186462" y="94867"/>
                </a:lnTo>
                <a:lnTo>
                  <a:pt x="189733" y="94867"/>
                </a:lnTo>
                <a:lnTo>
                  <a:pt x="189733" y="104681"/>
                </a:lnTo>
                <a:lnTo>
                  <a:pt x="186462" y="104681"/>
                </a:lnTo>
                <a:lnTo>
                  <a:pt x="186462" y="111223"/>
                </a:lnTo>
                <a:lnTo>
                  <a:pt x="183191" y="111223"/>
                </a:lnTo>
                <a:lnTo>
                  <a:pt x="183191" y="114494"/>
                </a:lnTo>
                <a:lnTo>
                  <a:pt x="179920" y="114494"/>
                </a:lnTo>
                <a:lnTo>
                  <a:pt x="179920" y="117766"/>
                </a:lnTo>
                <a:lnTo>
                  <a:pt x="173377" y="117766"/>
                </a:lnTo>
                <a:lnTo>
                  <a:pt x="173377" y="121037"/>
                </a:lnTo>
                <a:lnTo>
                  <a:pt x="157021" y="121037"/>
                </a:lnTo>
                <a:lnTo>
                  <a:pt x="157021" y="117766"/>
                </a:lnTo>
                <a:lnTo>
                  <a:pt x="150478" y="117766"/>
                </a:lnTo>
                <a:lnTo>
                  <a:pt x="150478" y="114494"/>
                </a:lnTo>
                <a:lnTo>
                  <a:pt x="143936" y="114494"/>
                </a:lnTo>
                <a:lnTo>
                  <a:pt x="143936" y="117766"/>
                </a:lnTo>
                <a:lnTo>
                  <a:pt x="137393" y="117766"/>
                </a:lnTo>
                <a:lnTo>
                  <a:pt x="137393" y="121037"/>
                </a:lnTo>
                <a:lnTo>
                  <a:pt x="127579" y="121037"/>
                </a:lnTo>
                <a:lnTo>
                  <a:pt x="127579" y="117766"/>
                </a:lnTo>
                <a:lnTo>
                  <a:pt x="121037" y="117766"/>
                </a:lnTo>
                <a:lnTo>
                  <a:pt x="121037" y="114494"/>
                </a:lnTo>
                <a:lnTo>
                  <a:pt x="117766" y="114494"/>
                </a:lnTo>
                <a:lnTo>
                  <a:pt x="117766" y="111223"/>
                </a:lnTo>
                <a:lnTo>
                  <a:pt x="114494" y="111223"/>
                </a:lnTo>
                <a:lnTo>
                  <a:pt x="114494" y="104681"/>
                </a:lnTo>
                <a:lnTo>
                  <a:pt x="111223" y="104681"/>
                </a:lnTo>
                <a:lnTo>
                  <a:pt x="111223" y="94867"/>
                </a:lnTo>
                <a:lnTo>
                  <a:pt x="114494" y="94867"/>
                </a:lnTo>
                <a:lnTo>
                  <a:pt x="114494" y="85053"/>
                </a:lnTo>
                <a:lnTo>
                  <a:pt x="101409" y="85053"/>
                </a:lnTo>
                <a:lnTo>
                  <a:pt x="101409" y="81782"/>
                </a:lnTo>
                <a:lnTo>
                  <a:pt x="94867" y="81782"/>
                </a:lnTo>
                <a:lnTo>
                  <a:pt x="94867" y="78510"/>
                </a:lnTo>
                <a:lnTo>
                  <a:pt x="91595" y="78510"/>
                </a:lnTo>
                <a:lnTo>
                  <a:pt x="91595" y="75239"/>
                </a:lnTo>
                <a:lnTo>
                  <a:pt x="88324" y="75239"/>
                </a:lnTo>
                <a:lnTo>
                  <a:pt x="88324" y="68697"/>
                </a:lnTo>
                <a:lnTo>
                  <a:pt x="85053" y="68697"/>
                </a:lnTo>
                <a:lnTo>
                  <a:pt x="85053" y="62154"/>
                </a:lnTo>
                <a:lnTo>
                  <a:pt x="81782" y="62154"/>
                </a:lnTo>
                <a:lnTo>
                  <a:pt x="81782" y="65425"/>
                </a:lnTo>
                <a:lnTo>
                  <a:pt x="78510" y="65425"/>
                </a:lnTo>
                <a:lnTo>
                  <a:pt x="78510" y="68697"/>
                </a:lnTo>
                <a:lnTo>
                  <a:pt x="71968" y="68697"/>
                </a:lnTo>
                <a:lnTo>
                  <a:pt x="71968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39255" y="65425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55612"/>
                </a:lnTo>
                <a:lnTo>
                  <a:pt x="32713" y="55612"/>
                </a:lnTo>
                <a:lnTo>
                  <a:pt x="32713" y="45798"/>
                </a:lnTo>
                <a:lnTo>
                  <a:pt x="35984" y="45798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  <a:moveTo>
                  <a:pt x="85053" y="55612"/>
                </a:moveTo>
                <a:lnTo>
                  <a:pt x="85053" y="58883"/>
                </a:lnTo>
                <a:lnTo>
                  <a:pt x="88324" y="58883"/>
                </a:lnTo>
                <a:lnTo>
                  <a:pt x="88324" y="55612"/>
                </a:lnTo>
                <a:lnTo>
                  <a:pt x="85053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isible source SEC-093 inset-1 region 303">
            <a:extLst xmlns:a="http://schemas.openxmlformats.org/drawingml/2006/main">
              <a:ext uri="{FF2B5EF4-FFF2-40B4-BE49-F238E27FC236}">
                <a16:creationId xmlns:a16="http://schemas.microsoft.com/office/drawing/2014/main" id="{47952BA2-B02A-44D6-AAEA-3D71E79B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904" y="1838615"/>
            <a:ext cx="121037" cy="62154"/>
          </a:xfrm>
          <a:custGeom xmlns:a="http://schemas.openxmlformats.org/drawingml/2006/main">
            <a:pathLst>
              <a:path w="121037" h="62154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2899"/>
                </a:lnTo>
                <a:lnTo>
                  <a:pt x="52340" y="22899"/>
                </a:lnTo>
                <a:lnTo>
                  <a:pt x="52340" y="19628"/>
                </a:lnTo>
                <a:lnTo>
                  <a:pt x="62154" y="19628"/>
                </a:lnTo>
                <a:lnTo>
                  <a:pt x="62154" y="22899"/>
                </a:lnTo>
                <a:lnTo>
                  <a:pt x="68697" y="22899"/>
                </a:lnTo>
                <a:lnTo>
                  <a:pt x="68697" y="26170"/>
                </a:lnTo>
                <a:lnTo>
                  <a:pt x="71968" y="26170"/>
                </a:lnTo>
                <a:lnTo>
                  <a:pt x="71968" y="29441"/>
                </a:lnTo>
                <a:lnTo>
                  <a:pt x="75239" y="29441"/>
                </a:lnTo>
                <a:lnTo>
                  <a:pt x="75239" y="26170"/>
                </a:lnTo>
                <a:lnTo>
                  <a:pt x="78510" y="26170"/>
                </a:lnTo>
                <a:lnTo>
                  <a:pt x="78510" y="22899"/>
                </a:lnTo>
                <a:lnTo>
                  <a:pt x="85053" y="22899"/>
                </a:lnTo>
                <a:lnTo>
                  <a:pt x="85053" y="19628"/>
                </a:lnTo>
                <a:lnTo>
                  <a:pt x="104681" y="19628"/>
                </a:lnTo>
                <a:lnTo>
                  <a:pt x="104681" y="22899"/>
                </a:lnTo>
                <a:lnTo>
                  <a:pt x="111223" y="22899"/>
                </a:lnTo>
                <a:lnTo>
                  <a:pt x="111223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17766" y="29441"/>
                </a:lnTo>
                <a:lnTo>
                  <a:pt x="117766" y="35984"/>
                </a:lnTo>
                <a:lnTo>
                  <a:pt x="121037" y="35984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11223" y="55612"/>
                </a:lnTo>
                <a:lnTo>
                  <a:pt x="111223" y="58883"/>
                </a:lnTo>
                <a:lnTo>
                  <a:pt x="104681" y="58883"/>
                </a:lnTo>
                <a:lnTo>
                  <a:pt x="104681" y="62154"/>
                </a:lnTo>
                <a:lnTo>
                  <a:pt x="85053" y="62154"/>
                </a:lnTo>
                <a:lnTo>
                  <a:pt x="85053" y="58883"/>
                </a:lnTo>
                <a:lnTo>
                  <a:pt x="78510" y="58883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8697" y="55612"/>
                </a:lnTo>
                <a:lnTo>
                  <a:pt x="68697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5798" y="58883"/>
                </a:lnTo>
                <a:lnTo>
                  <a:pt x="45798" y="62154"/>
                </a:lnTo>
                <a:lnTo>
                  <a:pt x="29441" y="62154"/>
                </a:lnTo>
                <a:lnTo>
                  <a:pt x="29441" y="58883"/>
                </a:lnTo>
                <a:lnTo>
                  <a:pt x="26170" y="58883"/>
                </a:lnTo>
                <a:lnTo>
                  <a:pt x="26170" y="55612"/>
                </a:lnTo>
                <a:lnTo>
                  <a:pt x="22899" y="55612"/>
                </a:lnTo>
                <a:lnTo>
                  <a:pt x="22899" y="52340"/>
                </a:lnTo>
                <a:lnTo>
                  <a:pt x="19628" y="52340"/>
                </a:lnTo>
                <a:lnTo>
                  <a:pt x="19628" y="49069"/>
                </a:lnTo>
                <a:lnTo>
                  <a:pt x="16356" y="49069"/>
                </a:lnTo>
                <a:lnTo>
                  <a:pt x="1635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isible source SEC-093 inset-1 region 304">
            <a:extLst xmlns:a="http://schemas.openxmlformats.org/drawingml/2006/main">
              <a:ext uri="{FF2B5EF4-FFF2-40B4-BE49-F238E27FC236}">
                <a16:creationId xmlns:a16="http://schemas.microsoft.com/office/drawing/2014/main" id="{55267648-2CAB-4908-B07B-292C3B42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77" y="1946567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isible source SEC-093 inset-1 region 305">
            <a:extLst xmlns:a="http://schemas.openxmlformats.org/drawingml/2006/main">
              <a:ext uri="{FF2B5EF4-FFF2-40B4-BE49-F238E27FC236}">
                <a16:creationId xmlns:a16="http://schemas.microsoft.com/office/drawing/2014/main" id="{1D30CF8E-27B4-4B3A-9A25-91B63DF8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053" y="1972737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isible source SEC-093 inset-1 region 306">
            <a:extLst xmlns:a="http://schemas.openxmlformats.org/drawingml/2006/main">
              <a:ext uri="{FF2B5EF4-FFF2-40B4-BE49-F238E27FC236}">
                <a16:creationId xmlns:a16="http://schemas.microsoft.com/office/drawing/2014/main" id="{6DA51A28-3C2B-4B96-A192-17429415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244" y="1995636"/>
            <a:ext cx="258430" cy="111223"/>
          </a:xfrm>
          <a:custGeom xmlns:a="http://schemas.openxmlformats.org/drawingml/2006/main">
            <a:pathLst>
              <a:path w="258430" h="11122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13085"/>
                </a:lnTo>
                <a:lnTo>
                  <a:pt x="101409" y="13085"/>
                </a:lnTo>
                <a:lnTo>
                  <a:pt x="101409" y="16356"/>
                </a:lnTo>
                <a:lnTo>
                  <a:pt x="107952" y="16356"/>
                </a:lnTo>
                <a:lnTo>
                  <a:pt x="107952" y="19628"/>
                </a:lnTo>
                <a:lnTo>
                  <a:pt x="111223" y="19628"/>
                </a:lnTo>
                <a:lnTo>
                  <a:pt x="111223" y="22899"/>
                </a:lnTo>
                <a:lnTo>
                  <a:pt x="114494" y="22899"/>
                </a:lnTo>
                <a:lnTo>
                  <a:pt x="114494" y="29441"/>
                </a:lnTo>
                <a:lnTo>
                  <a:pt x="127579" y="29441"/>
                </a:lnTo>
                <a:lnTo>
                  <a:pt x="127579" y="32713"/>
                </a:lnTo>
                <a:lnTo>
                  <a:pt x="140664" y="32713"/>
                </a:lnTo>
                <a:lnTo>
                  <a:pt x="140664" y="29441"/>
                </a:lnTo>
                <a:lnTo>
                  <a:pt x="153750" y="29441"/>
                </a:lnTo>
                <a:lnTo>
                  <a:pt x="153750" y="32713"/>
                </a:lnTo>
                <a:lnTo>
                  <a:pt x="160292" y="32713"/>
                </a:lnTo>
                <a:lnTo>
                  <a:pt x="160292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66835" y="39255"/>
                </a:lnTo>
                <a:lnTo>
                  <a:pt x="166835" y="45798"/>
                </a:lnTo>
                <a:lnTo>
                  <a:pt x="170106" y="45798"/>
                </a:lnTo>
                <a:lnTo>
                  <a:pt x="170106" y="55612"/>
                </a:lnTo>
                <a:lnTo>
                  <a:pt x="176648" y="55612"/>
                </a:lnTo>
                <a:lnTo>
                  <a:pt x="176648" y="45798"/>
                </a:lnTo>
                <a:lnTo>
                  <a:pt x="179920" y="45798"/>
                </a:lnTo>
                <a:lnTo>
                  <a:pt x="179920" y="39255"/>
                </a:lnTo>
                <a:lnTo>
                  <a:pt x="183191" y="39255"/>
                </a:lnTo>
                <a:lnTo>
                  <a:pt x="183191" y="35984"/>
                </a:lnTo>
                <a:lnTo>
                  <a:pt x="186462" y="35984"/>
                </a:lnTo>
                <a:lnTo>
                  <a:pt x="186462" y="32713"/>
                </a:lnTo>
                <a:lnTo>
                  <a:pt x="193005" y="32713"/>
                </a:lnTo>
                <a:lnTo>
                  <a:pt x="193005" y="29441"/>
                </a:lnTo>
                <a:lnTo>
                  <a:pt x="202818" y="29441"/>
                </a:lnTo>
                <a:lnTo>
                  <a:pt x="202818" y="32713"/>
                </a:lnTo>
                <a:lnTo>
                  <a:pt x="206090" y="32713"/>
                </a:lnTo>
                <a:lnTo>
                  <a:pt x="206090" y="29441"/>
                </a:lnTo>
                <a:lnTo>
                  <a:pt x="225717" y="29441"/>
                </a:lnTo>
                <a:lnTo>
                  <a:pt x="225717" y="32713"/>
                </a:lnTo>
                <a:lnTo>
                  <a:pt x="228989" y="32713"/>
                </a:lnTo>
                <a:lnTo>
                  <a:pt x="228989" y="29441"/>
                </a:lnTo>
                <a:lnTo>
                  <a:pt x="242074" y="29441"/>
                </a:lnTo>
                <a:lnTo>
                  <a:pt x="242074" y="32713"/>
                </a:lnTo>
                <a:lnTo>
                  <a:pt x="248616" y="32713"/>
                </a:lnTo>
                <a:lnTo>
                  <a:pt x="248616" y="35984"/>
                </a:lnTo>
                <a:lnTo>
                  <a:pt x="251887" y="35984"/>
                </a:lnTo>
                <a:lnTo>
                  <a:pt x="251887" y="39255"/>
                </a:lnTo>
                <a:lnTo>
                  <a:pt x="255159" y="39255"/>
                </a:lnTo>
                <a:lnTo>
                  <a:pt x="255159" y="45798"/>
                </a:lnTo>
                <a:lnTo>
                  <a:pt x="258430" y="45798"/>
                </a:lnTo>
                <a:lnTo>
                  <a:pt x="258430" y="55612"/>
                </a:lnTo>
                <a:lnTo>
                  <a:pt x="255159" y="55612"/>
                </a:lnTo>
                <a:lnTo>
                  <a:pt x="255159" y="62154"/>
                </a:lnTo>
                <a:lnTo>
                  <a:pt x="251887" y="62154"/>
                </a:lnTo>
                <a:lnTo>
                  <a:pt x="251887" y="65425"/>
                </a:lnTo>
                <a:lnTo>
                  <a:pt x="248616" y="65425"/>
                </a:lnTo>
                <a:lnTo>
                  <a:pt x="248616" y="68697"/>
                </a:lnTo>
                <a:lnTo>
                  <a:pt x="242074" y="68697"/>
                </a:lnTo>
                <a:lnTo>
                  <a:pt x="242074" y="71968"/>
                </a:lnTo>
                <a:lnTo>
                  <a:pt x="212632" y="71968"/>
                </a:lnTo>
                <a:lnTo>
                  <a:pt x="212632" y="85053"/>
                </a:lnTo>
                <a:lnTo>
                  <a:pt x="215904" y="85053"/>
                </a:lnTo>
                <a:lnTo>
                  <a:pt x="215904" y="94867"/>
                </a:lnTo>
                <a:lnTo>
                  <a:pt x="212632" y="94867"/>
                </a:lnTo>
                <a:lnTo>
                  <a:pt x="212632" y="101409"/>
                </a:lnTo>
                <a:lnTo>
                  <a:pt x="209361" y="101409"/>
                </a:lnTo>
                <a:lnTo>
                  <a:pt x="209361" y="104681"/>
                </a:lnTo>
                <a:lnTo>
                  <a:pt x="206090" y="104681"/>
                </a:lnTo>
                <a:lnTo>
                  <a:pt x="206090" y="107952"/>
                </a:lnTo>
                <a:lnTo>
                  <a:pt x="199547" y="107952"/>
                </a:lnTo>
                <a:lnTo>
                  <a:pt x="199547" y="111223"/>
                </a:lnTo>
                <a:lnTo>
                  <a:pt x="150478" y="111223"/>
                </a:lnTo>
                <a:lnTo>
                  <a:pt x="150478" y="107952"/>
                </a:lnTo>
                <a:lnTo>
                  <a:pt x="143936" y="107952"/>
                </a:lnTo>
                <a:lnTo>
                  <a:pt x="143936" y="104681"/>
                </a:lnTo>
                <a:lnTo>
                  <a:pt x="140664" y="104681"/>
                </a:lnTo>
                <a:lnTo>
                  <a:pt x="140664" y="101409"/>
                </a:lnTo>
                <a:lnTo>
                  <a:pt x="137393" y="101409"/>
                </a:lnTo>
                <a:lnTo>
                  <a:pt x="137393" y="94867"/>
                </a:lnTo>
                <a:lnTo>
                  <a:pt x="134122" y="94867"/>
                </a:lnTo>
                <a:lnTo>
                  <a:pt x="134122" y="85053"/>
                </a:lnTo>
                <a:lnTo>
                  <a:pt x="137393" y="85053"/>
                </a:lnTo>
                <a:lnTo>
                  <a:pt x="137393" y="68697"/>
                </a:lnTo>
                <a:lnTo>
                  <a:pt x="127579" y="68697"/>
                </a:lnTo>
                <a:lnTo>
                  <a:pt x="127579" y="71968"/>
                </a:lnTo>
                <a:lnTo>
                  <a:pt x="117766" y="71968"/>
                </a:lnTo>
                <a:lnTo>
                  <a:pt x="117766" y="68697"/>
                </a:lnTo>
                <a:lnTo>
                  <a:pt x="111223" y="68697"/>
                </a:lnTo>
                <a:lnTo>
                  <a:pt x="111223" y="65425"/>
                </a:lnTo>
                <a:lnTo>
                  <a:pt x="107952" y="65425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55612"/>
                </a:lnTo>
                <a:lnTo>
                  <a:pt x="81782" y="55612"/>
                </a:lnTo>
                <a:lnTo>
                  <a:pt x="81782" y="52340"/>
                </a:lnTo>
                <a:lnTo>
                  <a:pt x="75239" y="52340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45798"/>
                </a:lnTo>
                <a:lnTo>
                  <a:pt x="68697" y="45798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isible source SEC-093 inset-1 region 307">
            <a:extLst xmlns:a="http://schemas.openxmlformats.org/drawingml/2006/main">
              <a:ext uri="{FF2B5EF4-FFF2-40B4-BE49-F238E27FC236}">
                <a16:creationId xmlns:a16="http://schemas.microsoft.com/office/drawing/2014/main" id="{4482C27B-3448-4905-B6A4-1ED9E6C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22" y="2015263"/>
            <a:ext cx="215904" cy="104681"/>
          </a:xfrm>
          <a:custGeom xmlns:a="http://schemas.openxmlformats.org/drawingml/2006/main">
            <a:pathLst>
              <a:path w="215904" h="104681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101409" y="16356"/>
                </a:lnTo>
                <a:lnTo>
                  <a:pt x="101409" y="19628"/>
                </a:lnTo>
                <a:lnTo>
                  <a:pt x="107952" y="19628"/>
                </a:lnTo>
                <a:lnTo>
                  <a:pt x="107952" y="22899"/>
                </a:lnTo>
                <a:lnTo>
                  <a:pt x="111223" y="22899"/>
                </a:lnTo>
                <a:lnTo>
                  <a:pt x="111223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53750" y="35984"/>
                </a:lnTo>
                <a:lnTo>
                  <a:pt x="153750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63563" y="42526"/>
                </a:lnTo>
                <a:lnTo>
                  <a:pt x="163563" y="45798"/>
                </a:lnTo>
                <a:lnTo>
                  <a:pt x="166835" y="45798"/>
                </a:lnTo>
                <a:lnTo>
                  <a:pt x="166835" y="52340"/>
                </a:lnTo>
                <a:lnTo>
                  <a:pt x="170106" y="52340"/>
                </a:lnTo>
                <a:lnTo>
                  <a:pt x="170106" y="62154"/>
                </a:lnTo>
                <a:lnTo>
                  <a:pt x="199547" y="62154"/>
                </a:lnTo>
                <a:lnTo>
                  <a:pt x="199547" y="65425"/>
                </a:lnTo>
                <a:lnTo>
                  <a:pt x="206090" y="65425"/>
                </a:lnTo>
                <a:lnTo>
                  <a:pt x="206090" y="68697"/>
                </a:lnTo>
                <a:lnTo>
                  <a:pt x="209361" y="68697"/>
                </a:lnTo>
                <a:lnTo>
                  <a:pt x="209361" y="71968"/>
                </a:lnTo>
                <a:lnTo>
                  <a:pt x="212632" y="71968"/>
                </a:lnTo>
                <a:lnTo>
                  <a:pt x="212632" y="78510"/>
                </a:lnTo>
                <a:lnTo>
                  <a:pt x="215904" y="78510"/>
                </a:lnTo>
                <a:lnTo>
                  <a:pt x="215904" y="88324"/>
                </a:lnTo>
                <a:lnTo>
                  <a:pt x="212632" y="88324"/>
                </a:lnTo>
                <a:lnTo>
                  <a:pt x="212632" y="94867"/>
                </a:lnTo>
                <a:lnTo>
                  <a:pt x="209361" y="94867"/>
                </a:lnTo>
                <a:lnTo>
                  <a:pt x="209361" y="98138"/>
                </a:lnTo>
                <a:lnTo>
                  <a:pt x="206090" y="98138"/>
                </a:lnTo>
                <a:lnTo>
                  <a:pt x="206090" y="101409"/>
                </a:lnTo>
                <a:lnTo>
                  <a:pt x="199547" y="101409"/>
                </a:lnTo>
                <a:lnTo>
                  <a:pt x="199547" y="104681"/>
                </a:lnTo>
                <a:lnTo>
                  <a:pt x="160292" y="104681"/>
                </a:lnTo>
                <a:lnTo>
                  <a:pt x="160292" y="101409"/>
                </a:lnTo>
                <a:lnTo>
                  <a:pt x="153750" y="101409"/>
                </a:lnTo>
                <a:lnTo>
                  <a:pt x="153750" y="98138"/>
                </a:lnTo>
                <a:lnTo>
                  <a:pt x="150478" y="98138"/>
                </a:lnTo>
                <a:lnTo>
                  <a:pt x="150478" y="94867"/>
                </a:lnTo>
                <a:lnTo>
                  <a:pt x="147207" y="94867"/>
                </a:lnTo>
                <a:lnTo>
                  <a:pt x="147207" y="91595"/>
                </a:lnTo>
                <a:lnTo>
                  <a:pt x="121037" y="91595"/>
                </a:lnTo>
                <a:lnTo>
                  <a:pt x="121037" y="88324"/>
                </a:lnTo>
                <a:lnTo>
                  <a:pt x="114494" y="88324"/>
                </a:lnTo>
                <a:lnTo>
                  <a:pt x="114494" y="91595"/>
                </a:lnTo>
                <a:lnTo>
                  <a:pt x="104681" y="91595"/>
                </a:lnTo>
                <a:lnTo>
                  <a:pt x="104681" y="88324"/>
                </a:lnTo>
                <a:lnTo>
                  <a:pt x="98138" y="88324"/>
                </a:lnTo>
                <a:lnTo>
                  <a:pt x="98138" y="85053"/>
                </a:lnTo>
                <a:lnTo>
                  <a:pt x="94867" y="85053"/>
                </a:lnTo>
                <a:lnTo>
                  <a:pt x="94867" y="81782"/>
                </a:lnTo>
                <a:lnTo>
                  <a:pt x="91595" y="81782"/>
                </a:lnTo>
                <a:lnTo>
                  <a:pt x="91595" y="75239"/>
                </a:lnTo>
                <a:lnTo>
                  <a:pt x="88324" y="75239"/>
                </a:lnTo>
                <a:lnTo>
                  <a:pt x="88324" y="62154"/>
                </a:lnTo>
                <a:lnTo>
                  <a:pt x="85053" y="62154"/>
                </a:lnTo>
                <a:lnTo>
                  <a:pt x="85053" y="58883"/>
                </a:lnTo>
                <a:lnTo>
                  <a:pt x="65425" y="58883"/>
                </a:lnTo>
                <a:lnTo>
                  <a:pt x="65425" y="55612"/>
                </a:lnTo>
                <a:lnTo>
                  <a:pt x="58883" y="55612"/>
                </a:lnTo>
                <a:lnTo>
                  <a:pt x="58883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52340" y="49069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isible source SEC-093 inset-1 region 308">
            <a:extLst xmlns:a="http://schemas.openxmlformats.org/drawingml/2006/main">
              <a:ext uri="{FF2B5EF4-FFF2-40B4-BE49-F238E27FC236}">
                <a16:creationId xmlns:a16="http://schemas.microsoft.com/office/drawing/2014/main" id="{4584EDFF-BC7B-4DF4-BDB1-32EE050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20" y="2142843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isible source SEC-093 inset-1 region 309">
            <a:extLst xmlns:a="http://schemas.openxmlformats.org/drawingml/2006/main">
              <a:ext uri="{FF2B5EF4-FFF2-40B4-BE49-F238E27FC236}">
                <a16:creationId xmlns:a16="http://schemas.microsoft.com/office/drawing/2014/main" id="{63AA7B2B-8925-4776-B8E6-63DF5DB5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96" y="2182098"/>
            <a:ext cx="78510" cy="42526"/>
          </a:xfrm>
          <a:custGeom xmlns:a="http://schemas.openxmlformats.org/drawingml/2006/main">
            <a:pathLst>
              <a:path w="78510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isible source SEC-093 inset-1 region 310">
            <a:extLst xmlns:a="http://schemas.openxmlformats.org/drawingml/2006/main">
              <a:ext uri="{FF2B5EF4-FFF2-40B4-BE49-F238E27FC236}">
                <a16:creationId xmlns:a16="http://schemas.microsoft.com/office/drawing/2014/main" id="{59DA4465-804C-4909-AE2D-5C44A6F8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973" y="2208268"/>
            <a:ext cx="209361" cy="107952"/>
          </a:xfrm>
          <a:custGeom xmlns:a="http://schemas.openxmlformats.org/drawingml/2006/main">
            <a:pathLst>
              <a:path w="209361" h="107952">
                <a:moveTo>
                  <a:pt x="16356" y="3271"/>
                </a:moveTo>
                <a:lnTo>
                  <a:pt x="29441" y="3271"/>
                </a:lnTo>
                <a:lnTo>
                  <a:pt x="29441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50478" y="16356"/>
                </a:lnTo>
                <a:lnTo>
                  <a:pt x="150478" y="19628"/>
                </a:lnTo>
                <a:lnTo>
                  <a:pt x="157021" y="19628"/>
                </a:lnTo>
                <a:lnTo>
                  <a:pt x="157021" y="22899"/>
                </a:lnTo>
                <a:lnTo>
                  <a:pt x="160292" y="22899"/>
                </a:lnTo>
                <a:lnTo>
                  <a:pt x="160292" y="26170"/>
                </a:lnTo>
                <a:lnTo>
                  <a:pt x="163563" y="26170"/>
                </a:lnTo>
                <a:lnTo>
                  <a:pt x="163563" y="32713"/>
                </a:lnTo>
                <a:lnTo>
                  <a:pt x="166835" y="32713"/>
                </a:lnTo>
                <a:lnTo>
                  <a:pt x="166835" y="42526"/>
                </a:lnTo>
                <a:lnTo>
                  <a:pt x="163563" y="42526"/>
                </a:lnTo>
                <a:lnTo>
                  <a:pt x="163563" y="49069"/>
                </a:lnTo>
                <a:lnTo>
                  <a:pt x="160292" y="49069"/>
                </a:lnTo>
                <a:lnTo>
                  <a:pt x="160292" y="52340"/>
                </a:lnTo>
                <a:lnTo>
                  <a:pt x="166835" y="52340"/>
                </a:lnTo>
                <a:lnTo>
                  <a:pt x="166835" y="55612"/>
                </a:lnTo>
                <a:lnTo>
                  <a:pt x="170106" y="55612"/>
                </a:lnTo>
                <a:lnTo>
                  <a:pt x="170106" y="52340"/>
                </a:lnTo>
                <a:lnTo>
                  <a:pt x="183191" y="52340"/>
                </a:lnTo>
                <a:lnTo>
                  <a:pt x="183191" y="55612"/>
                </a:lnTo>
                <a:lnTo>
                  <a:pt x="189733" y="55612"/>
                </a:lnTo>
                <a:lnTo>
                  <a:pt x="189733" y="58883"/>
                </a:lnTo>
                <a:lnTo>
                  <a:pt x="193005" y="58883"/>
                </a:lnTo>
                <a:lnTo>
                  <a:pt x="193005" y="62154"/>
                </a:lnTo>
                <a:lnTo>
                  <a:pt x="196276" y="62154"/>
                </a:lnTo>
                <a:lnTo>
                  <a:pt x="196276" y="68697"/>
                </a:lnTo>
                <a:lnTo>
                  <a:pt x="199547" y="68697"/>
                </a:lnTo>
                <a:lnTo>
                  <a:pt x="199547" y="71968"/>
                </a:lnTo>
                <a:lnTo>
                  <a:pt x="202818" y="71968"/>
                </a:lnTo>
                <a:lnTo>
                  <a:pt x="202818" y="75239"/>
                </a:lnTo>
                <a:lnTo>
                  <a:pt x="206090" y="75239"/>
                </a:lnTo>
                <a:lnTo>
                  <a:pt x="206090" y="81782"/>
                </a:lnTo>
                <a:lnTo>
                  <a:pt x="209361" y="81782"/>
                </a:lnTo>
                <a:lnTo>
                  <a:pt x="209361" y="91595"/>
                </a:lnTo>
                <a:lnTo>
                  <a:pt x="206090" y="91595"/>
                </a:lnTo>
                <a:lnTo>
                  <a:pt x="206090" y="98138"/>
                </a:lnTo>
                <a:lnTo>
                  <a:pt x="202818" y="98138"/>
                </a:lnTo>
                <a:lnTo>
                  <a:pt x="202818" y="101409"/>
                </a:lnTo>
                <a:lnTo>
                  <a:pt x="199547" y="101409"/>
                </a:lnTo>
                <a:lnTo>
                  <a:pt x="199547" y="104681"/>
                </a:lnTo>
                <a:lnTo>
                  <a:pt x="193005" y="104681"/>
                </a:lnTo>
                <a:lnTo>
                  <a:pt x="193005" y="107952"/>
                </a:lnTo>
                <a:lnTo>
                  <a:pt x="153750" y="107952"/>
                </a:lnTo>
                <a:lnTo>
                  <a:pt x="153750" y="104681"/>
                </a:lnTo>
                <a:lnTo>
                  <a:pt x="147207" y="104681"/>
                </a:lnTo>
                <a:lnTo>
                  <a:pt x="147207" y="101409"/>
                </a:lnTo>
                <a:lnTo>
                  <a:pt x="143936" y="101409"/>
                </a:lnTo>
                <a:lnTo>
                  <a:pt x="143936" y="98138"/>
                </a:lnTo>
                <a:lnTo>
                  <a:pt x="140664" y="98138"/>
                </a:lnTo>
                <a:lnTo>
                  <a:pt x="140664" y="91595"/>
                </a:lnTo>
                <a:lnTo>
                  <a:pt x="137393" y="91595"/>
                </a:lnTo>
                <a:lnTo>
                  <a:pt x="137393" y="78510"/>
                </a:lnTo>
                <a:lnTo>
                  <a:pt x="134122" y="78510"/>
                </a:lnTo>
                <a:lnTo>
                  <a:pt x="134122" y="68697"/>
                </a:lnTo>
                <a:lnTo>
                  <a:pt x="137393" y="68697"/>
                </a:lnTo>
                <a:lnTo>
                  <a:pt x="137393" y="62154"/>
                </a:lnTo>
                <a:lnTo>
                  <a:pt x="140664" y="62154"/>
                </a:lnTo>
                <a:lnTo>
                  <a:pt x="140664" y="55612"/>
                </a:lnTo>
                <a:lnTo>
                  <a:pt x="137393" y="55612"/>
                </a:lnTo>
                <a:lnTo>
                  <a:pt x="137393" y="58883"/>
                </a:lnTo>
                <a:lnTo>
                  <a:pt x="117766" y="58883"/>
                </a:lnTo>
                <a:lnTo>
                  <a:pt x="117766" y="55612"/>
                </a:lnTo>
                <a:lnTo>
                  <a:pt x="111223" y="55612"/>
                </a:lnTo>
                <a:lnTo>
                  <a:pt x="111223" y="52340"/>
                </a:lnTo>
                <a:lnTo>
                  <a:pt x="107952" y="52340"/>
                </a:lnTo>
                <a:lnTo>
                  <a:pt x="107952" y="49069"/>
                </a:lnTo>
                <a:lnTo>
                  <a:pt x="104681" y="49069"/>
                </a:lnTo>
                <a:lnTo>
                  <a:pt x="104681" y="42526"/>
                </a:lnTo>
                <a:lnTo>
                  <a:pt x="62154" y="42526"/>
                </a:lnTo>
                <a:lnTo>
                  <a:pt x="62154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29441" y="42526"/>
                </a:lnTo>
                <a:lnTo>
                  <a:pt x="29441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isible source SEC-093 inset-1 region 311">
            <a:extLst xmlns:a="http://schemas.openxmlformats.org/drawingml/2006/main">
              <a:ext uri="{FF2B5EF4-FFF2-40B4-BE49-F238E27FC236}">
                <a16:creationId xmlns:a16="http://schemas.microsoft.com/office/drawing/2014/main" id="{6C4733FC-0761-4416-B5C0-4D1F4E0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851" y="2227896"/>
            <a:ext cx="215904" cy="107952"/>
          </a:xfrm>
          <a:custGeom xmlns:a="http://schemas.openxmlformats.org/drawingml/2006/main">
            <a:pathLst>
              <a:path w="215904" h="107952">
                <a:moveTo>
                  <a:pt x="45798" y="9814"/>
                </a:move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37393" y="32713"/>
                </a:lnTo>
                <a:lnTo>
                  <a:pt x="137393" y="35984"/>
                </a:lnTo>
                <a:lnTo>
                  <a:pt x="140664" y="35984"/>
                </a:lnTo>
                <a:lnTo>
                  <a:pt x="140664" y="32713"/>
                </a:lnTo>
                <a:lnTo>
                  <a:pt x="160292" y="32713"/>
                </a:lnTo>
                <a:lnTo>
                  <a:pt x="160292" y="35984"/>
                </a:lnTo>
                <a:lnTo>
                  <a:pt x="166835" y="35984"/>
                </a:lnTo>
                <a:lnTo>
                  <a:pt x="166835" y="39255"/>
                </a:lnTo>
                <a:lnTo>
                  <a:pt x="170106" y="39255"/>
                </a:lnTo>
                <a:lnTo>
                  <a:pt x="170106" y="45798"/>
                </a:lnTo>
                <a:lnTo>
                  <a:pt x="173377" y="45798"/>
                </a:lnTo>
                <a:lnTo>
                  <a:pt x="173377" y="62154"/>
                </a:lnTo>
                <a:lnTo>
                  <a:pt x="170106" y="62154"/>
                </a:lnTo>
                <a:lnTo>
                  <a:pt x="170106" y="65425"/>
                </a:lnTo>
                <a:lnTo>
                  <a:pt x="199547" y="65425"/>
                </a:lnTo>
                <a:lnTo>
                  <a:pt x="199547" y="68697"/>
                </a:lnTo>
                <a:lnTo>
                  <a:pt x="206090" y="68697"/>
                </a:lnTo>
                <a:lnTo>
                  <a:pt x="206090" y="71968"/>
                </a:lnTo>
                <a:lnTo>
                  <a:pt x="209361" y="71968"/>
                </a:lnTo>
                <a:lnTo>
                  <a:pt x="209361" y="75239"/>
                </a:lnTo>
                <a:lnTo>
                  <a:pt x="212632" y="75239"/>
                </a:lnTo>
                <a:lnTo>
                  <a:pt x="212632" y="78510"/>
                </a:lnTo>
                <a:lnTo>
                  <a:pt x="215904" y="78510"/>
                </a:lnTo>
                <a:lnTo>
                  <a:pt x="215904" y="94867"/>
                </a:lnTo>
                <a:lnTo>
                  <a:pt x="212632" y="94867"/>
                </a:lnTo>
                <a:lnTo>
                  <a:pt x="212632" y="98138"/>
                </a:lnTo>
                <a:lnTo>
                  <a:pt x="209361" y="98138"/>
                </a:lnTo>
                <a:lnTo>
                  <a:pt x="209361" y="101409"/>
                </a:lnTo>
                <a:lnTo>
                  <a:pt x="206090" y="101409"/>
                </a:lnTo>
                <a:lnTo>
                  <a:pt x="206090" y="104681"/>
                </a:lnTo>
                <a:lnTo>
                  <a:pt x="202818" y="104681"/>
                </a:lnTo>
                <a:lnTo>
                  <a:pt x="202818" y="107952"/>
                </a:lnTo>
                <a:lnTo>
                  <a:pt x="153750" y="107952"/>
                </a:lnTo>
                <a:lnTo>
                  <a:pt x="153750" y="104681"/>
                </a:lnTo>
                <a:lnTo>
                  <a:pt x="147207" y="104681"/>
                </a:lnTo>
                <a:lnTo>
                  <a:pt x="147207" y="101409"/>
                </a:lnTo>
                <a:lnTo>
                  <a:pt x="143936" y="101409"/>
                </a:lnTo>
                <a:lnTo>
                  <a:pt x="143936" y="98138"/>
                </a:lnTo>
                <a:lnTo>
                  <a:pt x="140664" y="98138"/>
                </a:lnTo>
                <a:lnTo>
                  <a:pt x="140664" y="91595"/>
                </a:lnTo>
                <a:lnTo>
                  <a:pt x="137393" y="91595"/>
                </a:lnTo>
                <a:lnTo>
                  <a:pt x="137393" y="88324"/>
                </a:lnTo>
                <a:lnTo>
                  <a:pt x="134122" y="88324"/>
                </a:lnTo>
                <a:lnTo>
                  <a:pt x="134122" y="85053"/>
                </a:lnTo>
                <a:lnTo>
                  <a:pt x="130851" y="85053"/>
                </a:lnTo>
                <a:lnTo>
                  <a:pt x="130851" y="88324"/>
                </a:lnTo>
                <a:lnTo>
                  <a:pt x="104681" y="88324"/>
                </a:lnTo>
                <a:lnTo>
                  <a:pt x="104681" y="85053"/>
                </a:lnTo>
                <a:lnTo>
                  <a:pt x="98138" y="85053"/>
                </a:lnTo>
                <a:lnTo>
                  <a:pt x="98138" y="81782"/>
                </a:lnTo>
                <a:lnTo>
                  <a:pt x="94867" y="81782"/>
                </a:lnTo>
                <a:lnTo>
                  <a:pt x="94867" y="78510"/>
                </a:lnTo>
                <a:lnTo>
                  <a:pt x="91595" y="78510"/>
                </a:lnTo>
                <a:lnTo>
                  <a:pt x="91595" y="71968"/>
                </a:lnTo>
                <a:lnTo>
                  <a:pt x="88324" y="71968"/>
                </a:lnTo>
                <a:lnTo>
                  <a:pt x="88324" y="62154"/>
                </a:lnTo>
                <a:lnTo>
                  <a:pt x="91595" y="62154"/>
                </a:lnTo>
                <a:lnTo>
                  <a:pt x="91595" y="55612"/>
                </a:lnTo>
                <a:lnTo>
                  <a:pt x="94867" y="55612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13085" y="16356"/>
                </a:lnTo>
                <a:lnTo>
                  <a:pt x="13085" y="13085"/>
                </a:lnTo>
                <a:lnTo>
                  <a:pt x="45798" y="13085"/>
                </a:lnTo>
                <a:lnTo>
                  <a:pt x="45798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isible source SEC-093 inset-1 region 312">
            <a:extLst xmlns:a="http://schemas.openxmlformats.org/drawingml/2006/main">
              <a:ext uri="{FF2B5EF4-FFF2-40B4-BE49-F238E27FC236}">
                <a16:creationId xmlns:a16="http://schemas.microsoft.com/office/drawing/2014/main" id="{FC02E9B0-7786-416B-848B-2AB60E1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20" y="2339119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isible source SEC-093 inset-1 region 313">
            <a:extLst xmlns:a="http://schemas.openxmlformats.org/drawingml/2006/main">
              <a:ext uri="{FF2B5EF4-FFF2-40B4-BE49-F238E27FC236}">
                <a16:creationId xmlns:a16="http://schemas.microsoft.com/office/drawing/2014/main" id="{21CA9FE2-F45B-4276-8B81-14226FA0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324" y="2342390"/>
            <a:ext cx="78510" cy="42526"/>
          </a:xfrm>
          <a:custGeom xmlns:a="http://schemas.openxmlformats.org/drawingml/2006/main">
            <a:pathLst>
              <a:path w="78510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isible source SEC-093 inset-1 region 314">
            <a:extLst xmlns:a="http://schemas.openxmlformats.org/drawingml/2006/main">
              <a:ext uri="{FF2B5EF4-FFF2-40B4-BE49-F238E27FC236}">
                <a16:creationId xmlns:a16="http://schemas.microsoft.com/office/drawing/2014/main" id="{1E639DA3-3B83-41E3-9FBD-3BD69881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324" y="2394730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isible source SEC-093 inset-1 region 315">
            <a:extLst xmlns:a="http://schemas.openxmlformats.org/drawingml/2006/main">
              <a:ext uri="{FF2B5EF4-FFF2-40B4-BE49-F238E27FC236}">
                <a16:creationId xmlns:a16="http://schemas.microsoft.com/office/drawing/2014/main" id="{73F290F7-EC7C-44C2-AE71-7AB58E3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191" y="2424171"/>
            <a:ext cx="75239" cy="42526"/>
          </a:xfrm>
          <a:custGeom xmlns:a="http://schemas.openxmlformats.org/drawingml/2006/main">
            <a:pathLst>
              <a:path w="75239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isible source SEC-093 inset-1 region 316">
            <a:extLst xmlns:a="http://schemas.openxmlformats.org/drawingml/2006/main">
              <a:ext uri="{FF2B5EF4-FFF2-40B4-BE49-F238E27FC236}">
                <a16:creationId xmlns:a16="http://schemas.microsoft.com/office/drawing/2014/main" id="{359DF625-5E69-4245-86D7-B07F3A6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244" y="2407815"/>
            <a:ext cx="160292" cy="62154"/>
          </a:xfrm>
          <a:custGeom xmlns:a="http://schemas.openxmlformats.org/drawingml/2006/main">
            <a:pathLst>
              <a:path w="160292" h="62154">
                <a:moveTo>
                  <a:pt x="71968" y="58883"/>
                </a:moveTo>
                <a:lnTo>
                  <a:pt x="65425" y="58883"/>
                </a:lnTo>
                <a:lnTo>
                  <a:pt x="65425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42526" y="19628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19628"/>
                </a:lnTo>
                <a:lnTo>
                  <a:pt x="143936" y="19628"/>
                </a:lnTo>
                <a:lnTo>
                  <a:pt x="143936" y="22899"/>
                </a:lnTo>
                <a:lnTo>
                  <a:pt x="150478" y="22899"/>
                </a:lnTo>
                <a:lnTo>
                  <a:pt x="150478" y="26170"/>
                </a:lnTo>
                <a:lnTo>
                  <a:pt x="153750" y="26170"/>
                </a:lnTo>
                <a:lnTo>
                  <a:pt x="153750" y="29441"/>
                </a:lnTo>
                <a:lnTo>
                  <a:pt x="157021" y="29441"/>
                </a:lnTo>
                <a:lnTo>
                  <a:pt x="157021" y="35984"/>
                </a:lnTo>
                <a:lnTo>
                  <a:pt x="160292" y="35984"/>
                </a:lnTo>
                <a:lnTo>
                  <a:pt x="160292" y="45798"/>
                </a:lnTo>
                <a:lnTo>
                  <a:pt x="157021" y="45798"/>
                </a:lnTo>
                <a:lnTo>
                  <a:pt x="157021" y="52340"/>
                </a:lnTo>
                <a:lnTo>
                  <a:pt x="153750" y="52340"/>
                </a:lnTo>
                <a:lnTo>
                  <a:pt x="153750" y="55612"/>
                </a:lnTo>
                <a:lnTo>
                  <a:pt x="150478" y="55612"/>
                </a:lnTo>
                <a:lnTo>
                  <a:pt x="150478" y="58883"/>
                </a:lnTo>
                <a:lnTo>
                  <a:pt x="143936" y="58883"/>
                </a:lnTo>
                <a:lnTo>
                  <a:pt x="143936" y="62154"/>
                </a:lnTo>
                <a:lnTo>
                  <a:pt x="104681" y="62154"/>
                </a:lnTo>
                <a:lnTo>
                  <a:pt x="104681" y="58883"/>
                </a:lnTo>
                <a:lnTo>
                  <a:pt x="98138" y="58883"/>
                </a:lnTo>
                <a:lnTo>
                  <a:pt x="98138" y="55612"/>
                </a:lnTo>
                <a:lnTo>
                  <a:pt x="94867" y="55612"/>
                </a:lnTo>
                <a:lnTo>
                  <a:pt x="94867" y="52340"/>
                </a:lnTo>
                <a:lnTo>
                  <a:pt x="91595" y="52340"/>
                </a:lnTo>
                <a:lnTo>
                  <a:pt x="91595" y="45798"/>
                </a:lnTo>
                <a:lnTo>
                  <a:pt x="88324" y="45798"/>
                </a:lnTo>
                <a:lnTo>
                  <a:pt x="88324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71968" y="55612"/>
                </a:lnTo>
                <a:lnTo>
                  <a:pt x="71968" y="5888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isible source SEC-093 inset-1 region 317">
            <a:extLst xmlns:a="http://schemas.openxmlformats.org/drawingml/2006/main">
              <a:ext uri="{FF2B5EF4-FFF2-40B4-BE49-F238E27FC236}">
                <a16:creationId xmlns:a16="http://schemas.microsoft.com/office/drawing/2014/main" id="{C9ED01F7-BFBC-4C19-BAC5-F8C5044F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175" y="2466698"/>
            <a:ext cx="222446" cy="121037"/>
          </a:xfrm>
          <a:custGeom xmlns:a="http://schemas.openxmlformats.org/drawingml/2006/main">
            <a:pathLst>
              <a:path w="222446" h="121037">
                <a:moveTo>
                  <a:pt x="9814" y="19628"/>
                </a:move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19628"/>
                </a:lnTo>
                <a:lnTo>
                  <a:pt x="78510" y="19628"/>
                </a:lnTo>
                <a:lnTo>
                  <a:pt x="78510" y="22899"/>
                </a:lnTo>
                <a:lnTo>
                  <a:pt x="81782" y="22899"/>
                </a:lnTo>
                <a:lnTo>
                  <a:pt x="81782" y="29441"/>
                </a:lnTo>
                <a:lnTo>
                  <a:pt x="85053" y="29441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58883"/>
                </a:lnTo>
                <a:lnTo>
                  <a:pt x="130851" y="58883"/>
                </a:lnTo>
                <a:lnTo>
                  <a:pt x="130851" y="68697"/>
                </a:lnTo>
                <a:lnTo>
                  <a:pt x="127579" y="68697"/>
                </a:lnTo>
                <a:lnTo>
                  <a:pt x="127579" y="75239"/>
                </a:lnTo>
                <a:lnTo>
                  <a:pt x="124308" y="75239"/>
                </a:lnTo>
                <a:lnTo>
                  <a:pt x="124308" y="78510"/>
                </a:lnTo>
                <a:lnTo>
                  <a:pt x="140664" y="78510"/>
                </a:lnTo>
                <a:lnTo>
                  <a:pt x="140664" y="71968"/>
                </a:lnTo>
                <a:lnTo>
                  <a:pt x="143936" y="71968"/>
                </a:lnTo>
                <a:lnTo>
                  <a:pt x="143936" y="68697"/>
                </a:lnTo>
                <a:lnTo>
                  <a:pt x="147207" y="68697"/>
                </a:lnTo>
                <a:lnTo>
                  <a:pt x="147207" y="65425"/>
                </a:lnTo>
                <a:lnTo>
                  <a:pt x="153750" y="65425"/>
                </a:lnTo>
                <a:lnTo>
                  <a:pt x="153750" y="62154"/>
                </a:lnTo>
                <a:lnTo>
                  <a:pt x="206090" y="62154"/>
                </a:lnTo>
                <a:lnTo>
                  <a:pt x="206090" y="65425"/>
                </a:lnTo>
                <a:lnTo>
                  <a:pt x="212632" y="65425"/>
                </a:lnTo>
                <a:lnTo>
                  <a:pt x="212632" y="68697"/>
                </a:lnTo>
                <a:lnTo>
                  <a:pt x="215904" y="68697"/>
                </a:lnTo>
                <a:lnTo>
                  <a:pt x="215904" y="71968"/>
                </a:lnTo>
                <a:lnTo>
                  <a:pt x="219175" y="71968"/>
                </a:lnTo>
                <a:lnTo>
                  <a:pt x="219175" y="75239"/>
                </a:lnTo>
                <a:lnTo>
                  <a:pt x="222446" y="75239"/>
                </a:lnTo>
                <a:lnTo>
                  <a:pt x="222446" y="91595"/>
                </a:lnTo>
                <a:lnTo>
                  <a:pt x="219175" y="91595"/>
                </a:lnTo>
                <a:lnTo>
                  <a:pt x="219175" y="94867"/>
                </a:lnTo>
                <a:lnTo>
                  <a:pt x="215904" y="94867"/>
                </a:lnTo>
                <a:lnTo>
                  <a:pt x="215904" y="98138"/>
                </a:lnTo>
                <a:lnTo>
                  <a:pt x="212632" y="98138"/>
                </a:lnTo>
                <a:lnTo>
                  <a:pt x="212632" y="101409"/>
                </a:lnTo>
                <a:lnTo>
                  <a:pt x="209361" y="101409"/>
                </a:lnTo>
                <a:lnTo>
                  <a:pt x="209361" y="104681"/>
                </a:lnTo>
                <a:lnTo>
                  <a:pt x="173377" y="104681"/>
                </a:lnTo>
                <a:lnTo>
                  <a:pt x="173377" y="111223"/>
                </a:lnTo>
                <a:lnTo>
                  <a:pt x="170106" y="111223"/>
                </a:lnTo>
                <a:lnTo>
                  <a:pt x="170106" y="114494"/>
                </a:lnTo>
                <a:lnTo>
                  <a:pt x="166835" y="114494"/>
                </a:lnTo>
                <a:lnTo>
                  <a:pt x="166835" y="117766"/>
                </a:lnTo>
                <a:lnTo>
                  <a:pt x="160292" y="117766"/>
                </a:lnTo>
                <a:lnTo>
                  <a:pt x="160292" y="121037"/>
                </a:lnTo>
                <a:lnTo>
                  <a:pt x="104681" y="121037"/>
                </a:lnTo>
                <a:lnTo>
                  <a:pt x="104681" y="117766"/>
                </a:lnTo>
                <a:lnTo>
                  <a:pt x="98138" y="117766"/>
                </a:lnTo>
                <a:lnTo>
                  <a:pt x="98138" y="114494"/>
                </a:lnTo>
                <a:lnTo>
                  <a:pt x="94867" y="114494"/>
                </a:lnTo>
                <a:lnTo>
                  <a:pt x="94867" y="111223"/>
                </a:lnTo>
                <a:lnTo>
                  <a:pt x="91595" y="111223"/>
                </a:lnTo>
                <a:lnTo>
                  <a:pt x="91595" y="104681"/>
                </a:lnTo>
                <a:lnTo>
                  <a:pt x="88324" y="104681"/>
                </a:lnTo>
                <a:lnTo>
                  <a:pt x="88324" y="94867"/>
                </a:lnTo>
                <a:lnTo>
                  <a:pt x="91595" y="94867"/>
                </a:lnTo>
                <a:lnTo>
                  <a:pt x="91595" y="88324"/>
                </a:lnTo>
                <a:lnTo>
                  <a:pt x="94867" y="88324"/>
                </a:lnTo>
                <a:lnTo>
                  <a:pt x="94867" y="85053"/>
                </a:lnTo>
                <a:lnTo>
                  <a:pt x="62154" y="85053"/>
                </a:lnTo>
                <a:lnTo>
                  <a:pt x="62154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isible source SEC-093 inset-1 region 318">
            <a:extLst xmlns:a="http://schemas.openxmlformats.org/drawingml/2006/main">
              <a:ext uri="{FF2B5EF4-FFF2-40B4-BE49-F238E27FC236}">
                <a16:creationId xmlns:a16="http://schemas.microsoft.com/office/drawing/2014/main" id="{2185E243-466E-4D58-ACA8-06281548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580" y="2466698"/>
            <a:ext cx="88324" cy="42526"/>
          </a:xfrm>
          <a:custGeom xmlns:a="http://schemas.openxmlformats.org/drawingml/2006/main">
            <a:pathLst>
              <a:path w="88324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3085"/>
                </a:lnTo>
                <a:lnTo>
                  <a:pt x="88324" y="13085"/>
                </a:lnTo>
                <a:lnTo>
                  <a:pt x="88324" y="29441"/>
                </a:lnTo>
                <a:lnTo>
                  <a:pt x="85053" y="29441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isible source SEC-093 inset-1 region 319">
            <a:extLst xmlns:a="http://schemas.openxmlformats.org/drawingml/2006/main">
              <a:ext uri="{FF2B5EF4-FFF2-40B4-BE49-F238E27FC236}">
                <a16:creationId xmlns:a16="http://schemas.microsoft.com/office/drawing/2014/main" id="{D67A0ABB-57FB-47CA-A1F3-059583D6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527" y="2466698"/>
            <a:ext cx="81782" cy="65425"/>
          </a:xfrm>
          <a:custGeom xmlns:a="http://schemas.openxmlformats.org/drawingml/2006/main">
            <a:pathLst>
              <a:path w="81782" h="65425">
                <a:moveTo>
                  <a:pt x="6543" y="29441"/>
                </a:moveTo>
                <a:lnTo>
                  <a:pt x="6543" y="16356"/>
                </a:ln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9255"/>
                </a:lnTo>
                <a:lnTo>
                  <a:pt x="81782" y="39255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13085" y="65425"/>
                </a:lnTo>
                <a:lnTo>
                  <a:pt x="13085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isible source SEC-093 inset-1 region 320">
            <a:extLst xmlns:a="http://schemas.openxmlformats.org/drawingml/2006/main">
              <a:ext uri="{FF2B5EF4-FFF2-40B4-BE49-F238E27FC236}">
                <a16:creationId xmlns:a16="http://schemas.microsoft.com/office/drawing/2014/main" id="{88D83AF8-D4B1-4149-9826-4C09538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649" y="2535395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isible source SEC-093 inset-1 region 321">
            <a:extLst xmlns:a="http://schemas.openxmlformats.org/drawingml/2006/main">
              <a:ext uri="{FF2B5EF4-FFF2-40B4-BE49-F238E27FC236}">
                <a16:creationId xmlns:a16="http://schemas.microsoft.com/office/drawing/2014/main" id="{E01B2A3C-AC35-4EEA-9BA5-6B3D16A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324" y="2551751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isible source SEC-093 inset-1 region 322">
            <a:extLst xmlns:a="http://schemas.openxmlformats.org/drawingml/2006/main">
              <a:ext uri="{FF2B5EF4-FFF2-40B4-BE49-F238E27FC236}">
                <a16:creationId xmlns:a16="http://schemas.microsoft.com/office/drawing/2014/main" id="{335BA2D2-C9E5-4478-BF97-E9B02F3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095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isible source SEC-093 inset-1 region 323">
            <a:extLst xmlns:a="http://schemas.openxmlformats.org/drawingml/2006/main">
              <a:ext uri="{FF2B5EF4-FFF2-40B4-BE49-F238E27FC236}">
                <a16:creationId xmlns:a16="http://schemas.microsoft.com/office/drawing/2014/main" id="{D0163C0D-8009-4E0D-A167-04853C55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297" y="162271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isible source SEC-093 inset-1 region 324">
            <a:extLst xmlns:a="http://schemas.openxmlformats.org/drawingml/2006/main">
              <a:ext uri="{FF2B5EF4-FFF2-40B4-BE49-F238E27FC236}">
                <a16:creationId xmlns:a16="http://schemas.microsoft.com/office/drawing/2014/main" id="{81965973-29AD-4A85-99FD-E75BECD8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34" y="1622711"/>
            <a:ext cx="98138" cy="98138"/>
          </a:xfrm>
          <a:custGeom xmlns:a="http://schemas.openxmlformats.org/drawingml/2006/main">
            <a:pathLst>
              <a:path w="98138" h="98138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45798" y="19628"/>
                </a:lnTo>
                <a:lnTo>
                  <a:pt x="45798" y="16356"/>
                </a:lnTo>
                <a:lnTo>
                  <a:pt x="52340" y="16356"/>
                </a:lnTo>
                <a:lnTo>
                  <a:pt x="52340" y="13085"/>
                </a:lnTo>
                <a:lnTo>
                  <a:pt x="62154" y="13085"/>
                </a:lnTo>
                <a:lnTo>
                  <a:pt x="62154" y="16356"/>
                </a:lnTo>
                <a:lnTo>
                  <a:pt x="71968" y="16356"/>
                </a:lnTo>
                <a:lnTo>
                  <a:pt x="71968" y="13085"/>
                </a:lnTo>
                <a:lnTo>
                  <a:pt x="81782" y="13085"/>
                </a:lnTo>
                <a:lnTo>
                  <a:pt x="81782" y="16356"/>
                </a:lnTo>
                <a:lnTo>
                  <a:pt x="88324" y="16356"/>
                </a:lnTo>
                <a:lnTo>
                  <a:pt x="88324" y="19628"/>
                </a:lnTo>
                <a:lnTo>
                  <a:pt x="91595" y="19628"/>
                </a:lnTo>
                <a:lnTo>
                  <a:pt x="91595" y="22899"/>
                </a:lnTo>
                <a:lnTo>
                  <a:pt x="94867" y="22899"/>
                </a:lnTo>
                <a:lnTo>
                  <a:pt x="94867" y="29441"/>
                </a:lnTo>
                <a:lnTo>
                  <a:pt x="98138" y="29441"/>
                </a:lnTo>
                <a:lnTo>
                  <a:pt x="98138" y="39255"/>
                </a:lnTo>
                <a:lnTo>
                  <a:pt x="94867" y="39255"/>
                </a:lnTo>
                <a:lnTo>
                  <a:pt x="94867" y="45798"/>
                </a:lnTo>
                <a:lnTo>
                  <a:pt x="91595" y="45798"/>
                </a:lnTo>
                <a:lnTo>
                  <a:pt x="91595" y="49069"/>
                </a:lnTo>
                <a:lnTo>
                  <a:pt x="88324" y="49069"/>
                </a:lnTo>
                <a:lnTo>
                  <a:pt x="88324" y="52340"/>
                </a:lnTo>
                <a:lnTo>
                  <a:pt x="81782" y="52340"/>
                </a:lnTo>
                <a:lnTo>
                  <a:pt x="81782" y="55612"/>
                </a:lnTo>
                <a:lnTo>
                  <a:pt x="71968" y="55612"/>
                </a:lnTo>
                <a:lnTo>
                  <a:pt x="71968" y="52340"/>
                </a:lnTo>
                <a:lnTo>
                  <a:pt x="62154" y="52340"/>
                </a:lnTo>
                <a:lnTo>
                  <a:pt x="62154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78510" y="65425"/>
                </a:lnTo>
                <a:lnTo>
                  <a:pt x="78510" y="71968"/>
                </a:lnTo>
                <a:lnTo>
                  <a:pt x="81782" y="71968"/>
                </a:lnTo>
                <a:lnTo>
                  <a:pt x="81782" y="81782"/>
                </a:lnTo>
                <a:lnTo>
                  <a:pt x="78510" y="81782"/>
                </a:lnTo>
                <a:lnTo>
                  <a:pt x="78510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71968" y="91595"/>
                </a:lnTo>
                <a:lnTo>
                  <a:pt x="71968" y="94867"/>
                </a:lnTo>
                <a:lnTo>
                  <a:pt x="65425" y="94867"/>
                </a:lnTo>
                <a:lnTo>
                  <a:pt x="65425" y="98138"/>
                </a:lnTo>
                <a:lnTo>
                  <a:pt x="55612" y="98138"/>
                </a:lnTo>
                <a:lnTo>
                  <a:pt x="55612" y="94867"/>
                </a:lnTo>
                <a:lnTo>
                  <a:pt x="49069" y="94867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8324"/>
                </a:lnTo>
                <a:lnTo>
                  <a:pt x="42526" y="88324"/>
                </a:lnTo>
                <a:lnTo>
                  <a:pt x="42526" y="81782"/>
                </a:lnTo>
                <a:lnTo>
                  <a:pt x="39255" y="81782"/>
                </a:lnTo>
                <a:lnTo>
                  <a:pt x="39255" y="71968"/>
                </a:lnTo>
                <a:lnTo>
                  <a:pt x="42526" y="71968"/>
                </a:lnTo>
                <a:lnTo>
                  <a:pt x="42526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9069" y="62154"/>
                </a:lnTo>
                <a:lnTo>
                  <a:pt x="49069" y="58883"/>
                </a:lnTo>
                <a:lnTo>
                  <a:pt x="55612" y="58883"/>
                </a:lnTo>
                <a:lnTo>
                  <a:pt x="55612" y="55612"/>
                </a:lnTo>
                <a:lnTo>
                  <a:pt x="52340" y="55612"/>
                </a:lnTo>
                <a:lnTo>
                  <a:pt x="52340" y="52340"/>
                </a:lnTo>
                <a:lnTo>
                  <a:pt x="45798" y="52340"/>
                </a:lnTo>
                <a:lnTo>
                  <a:pt x="45798" y="49069"/>
                </a:lnTo>
                <a:lnTo>
                  <a:pt x="42526" y="49069"/>
                </a:lnTo>
                <a:lnTo>
                  <a:pt x="42526" y="45798"/>
                </a:lnTo>
                <a:lnTo>
                  <a:pt x="39255" y="45798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isible source SEC-093 inset-1 region 325">
            <a:extLst xmlns:a="http://schemas.openxmlformats.org/drawingml/2006/main">
              <a:ext uri="{FF2B5EF4-FFF2-40B4-BE49-F238E27FC236}">
                <a16:creationId xmlns:a16="http://schemas.microsoft.com/office/drawing/2014/main" id="{3C8BA17A-9A28-42AD-9438-82C94A16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21" y="164888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isible source SEC-093 inset-1 region 326">
            <a:extLst xmlns:a="http://schemas.openxmlformats.org/drawingml/2006/main">
              <a:ext uri="{FF2B5EF4-FFF2-40B4-BE49-F238E27FC236}">
                <a16:creationId xmlns:a16="http://schemas.microsoft.com/office/drawing/2014/main" id="{0723B4FD-FECB-45A6-8EB2-D356E84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892" y="1720849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isible source SEC-093 inset-1 region 327">
            <a:extLst xmlns:a="http://schemas.openxmlformats.org/drawingml/2006/main">
              <a:ext uri="{FF2B5EF4-FFF2-40B4-BE49-F238E27FC236}">
                <a16:creationId xmlns:a16="http://schemas.microsoft.com/office/drawing/2014/main" id="{16D096F8-18EA-432C-B477-AC369213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11" y="1720849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isible source SEC-093 inset-1 region 328">
            <a:extLst xmlns:a="http://schemas.openxmlformats.org/drawingml/2006/main">
              <a:ext uri="{FF2B5EF4-FFF2-40B4-BE49-F238E27FC236}">
                <a16:creationId xmlns:a16="http://schemas.microsoft.com/office/drawing/2014/main" id="{71967674-D8DE-41D0-8AE8-FF7EE77A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520" y="1822259"/>
            <a:ext cx="49069" cy="42526"/>
          </a:xfrm>
          <a:custGeom xmlns:a="http://schemas.openxmlformats.org/drawingml/2006/main">
            <a:pathLst>
              <a:path w="4906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isible source SEC-093 inset-1 region 329">
            <a:extLst xmlns:a="http://schemas.openxmlformats.org/drawingml/2006/main">
              <a:ext uri="{FF2B5EF4-FFF2-40B4-BE49-F238E27FC236}">
                <a16:creationId xmlns:a16="http://schemas.microsoft.com/office/drawing/2014/main" id="{43A464ED-C41D-4F11-A015-70BCC2A4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63" y="1907311"/>
            <a:ext cx="94867" cy="58883"/>
          </a:xfrm>
          <a:custGeom xmlns:a="http://schemas.openxmlformats.org/drawingml/2006/main">
            <a:pathLst>
              <a:path w="94867" h="58883">
                <a:moveTo>
                  <a:pt x="9814" y="22899"/>
                </a:move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35984" y="16356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6543"/>
                </a:lnTo>
                <a:lnTo>
                  <a:pt x="88324" y="6543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26170"/>
                </a:lnTo>
                <a:lnTo>
                  <a:pt x="91595" y="26170"/>
                </a:lnTo>
                <a:lnTo>
                  <a:pt x="91595" y="32713"/>
                </a:lnTo>
                <a:lnTo>
                  <a:pt x="88324" y="32713"/>
                </a:lnTo>
                <a:lnTo>
                  <a:pt x="88324" y="35984"/>
                </a:lnTo>
                <a:lnTo>
                  <a:pt x="85053" y="35984"/>
                </a:lnTo>
                <a:lnTo>
                  <a:pt x="85053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49069" y="42526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isible source SEC-093 inset-1 region 330">
            <a:extLst xmlns:a="http://schemas.openxmlformats.org/drawingml/2006/main">
              <a:ext uri="{FF2B5EF4-FFF2-40B4-BE49-F238E27FC236}">
                <a16:creationId xmlns:a16="http://schemas.microsoft.com/office/drawing/2014/main" id="{74D13302-F8BA-411A-993E-8D63229F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042" y="1923668"/>
            <a:ext cx="111223" cy="65425"/>
          </a:xfrm>
          <a:custGeom xmlns:a="http://schemas.openxmlformats.org/drawingml/2006/main">
            <a:pathLst>
              <a:path w="111223" h="65425">
                <a:moveTo>
                  <a:pt x="68697" y="16356"/>
                </a:moveTo>
                <a:lnTo>
                  <a:pt x="71968" y="16356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26170"/>
                </a:lnTo>
                <a:lnTo>
                  <a:pt x="107952" y="26170"/>
                </a:lnTo>
                <a:lnTo>
                  <a:pt x="107952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52340" y="65425"/>
                </a:lnTo>
                <a:lnTo>
                  <a:pt x="52340" y="62154"/>
                </a:lnTo>
                <a:lnTo>
                  <a:pt x="45798" y="62154"/>
                </a:lnTo>
                <a:lnTo>
                  <a:pt x="45798" y="58883"/>
                </a:lnTo>
                <a:lnTo>
                  <a:pt x="42526" y="58883"/>
                </a:lnTo>
                <a:lnTo>
                  <a:pt x="42526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6170" y="22899"/>
                </a:lnTo>
                <a:lnTo>
                  <a:pt x="26170" y="26170"/>
                </a:lnTo>
                <a:lnTo>
                  <a:pt x="32713" y="26170"/>
                </a:lnTo>
                <a:lnTo>
                  <a:pt x="32713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42526" y="32713"/>
                </a:lnTo>
                <a:lnTo>
                  <a:pt x="42526" y="29441"/>
                </a:lnTo>
                <a:lnTo>
                  <a:pt x="45798" y="29441"/>
                </a:lnTo>
                <a:lnTo>
                  <a:pt x="45798" y="26170"/>
                </a:lnTo>
                <a:lnTo>
                  <a:pt x="52340" y="26170"/>
                </a:lnTo>
                <a:lnTo>
                  <a:pt x="52340" y="22899"/>
                </a:lnTo>
                <a:lnTo>
                  <a:pt x="65425" y="22899"/>
                </a:lnTo>
                <a:lnTo>
                  <a:pt x="65425" y="26170"/>
                </a:lnTo>
                <a:lnTo>
                  <a:pt x="68697" y="26170"/>
                </a:lnTo>
                <a:lnTo>
                  <a:pt x="68697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isible source SEC-093 inset-1 region 331">
            <a:extLst xmlns:a="http://schemas.openxmlformats.org/drawingml/2006/main">
              <a:ext uri="{FF2B5EF4-FFF2-40B4-BE49-F238E27FC236}">
                <a16:creationId xmlns:a16="http://schemas.microsoft.com/office/drawing/2014/main" id="{2200690D-4FC8-4C74-BAB3-C62EEC81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706" y="2097045"/>
            <a:ext cx="143936" cy="88324"/>
          </a:xfrm>
          <a:custGeom xmlns:a="http://schemas.openxmlformats.org/drawingml/2006/main">
            <a:pathLst>
              <a:path w="143936" h="88324">
                <a:moveTo>
                  <a:pt x="52340" y="3271"/>
                </a:moveTo>
                <a:lnTo>
                  <a:pt x="58883" y="3271"/>
                </a:lnTo>
                <a:lnTo>
                  <a:pt x="58883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101409" y="42526"/>
                </a:lnTo>
                <a:lnTo>
                  <a:pt x="101409" y="45798"/>
                </a:lnTo>
                <a:lnTo>
                  <a:pt x="127579" y="45798"/>
                </a:lnTo>
                <a:lnTo>
                  <a:pt x="127579" y="49069"/>
                </a:lnTo>
                <a:lnTo>
                  <a:pt x="134122" y="49069"/>
                </a:lnTo>
                <a:lnTo>
                  <a:pt x="134122" y="52340"/>
                </a:lnTo>
                <a:lnTo>
                  <a:pt x="137393" y="52340"/>
                </a:lnTo>
                <a:lnTo>
                  <a:pt x="137393" y="55612"/>
                </a:lnTo>
                <a:lnTo>
                  <a:pt x="140664" y="55612"/>
                </a:lnTo>
                <a:lnTo>
                  <a:pt x="140664" y="62154"/>
                </a:lnTo>
                <a:lnTo>
                  <a:pt x="143936" y="62154"/>
                </a:lnTo>
                <a:lnTo>
                  <a:pt x="143936" y="71968"/>
                </a:lnTo>
                <a:lnTo>
                  <a:pt x="140664" y="71968"/>
                </a:lnTo>
                <a:lnTo>
                  <a:pt x="140664" y="78510"/>
                </a:lnTo>
                <a:lnTo>
                  <a:pt x="137393" y="78510"/>
                </a:lnTo>
                <a:lnTo>
                  <a:pt x="137393" y="81782"/>
                </a:lnTo>
                <a:lnTo>
                  <a:pt x="134122" y="81782"/>
                </a:lnTo>
                <a:lnTo>
                  <a:pt x="134122" y="85053"/>
                </a:lnTo>
                <a:lnTo>
                  <a:pt x="127579" y="85053"/>
                </a:lnTo>
                <a:lnTo>
                  <a:pt x="127579" y="88324"/>
                </a:lnTo>
                <a:lnTo>
                  <a:pt x="101409" y="88324"/>
                </a:lnTo>
                <a:lnTo>
                  <a:pt x="101409" y="85053"/>
                </a:lnTo>
                <a:lnTo>
                  <a:pt x="75239" y="85053"/>
                </a:lnTo>
                <a:lnTo>
                  <a:pt x="75239" y="81782"/>
                </a:lnTo>
                <a:lnTo>
                  <a:pt x="62154" y="81782"/>
                </a:lnTo>
                <a:lnTo>
                  <a:pt x="62154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45798" y="81782"/>
                </a:lnTo>
                <a:lnTo>
                  <a:pt x="45798" y="78510"/>
                </a:lnTo>
                <a:lnTo>
                  <a:pt x="42526" y="78510"/>
                </a:lnTo>
                <a:lnTo>
                  <a:pt x="42526" y="75239"/>
                </a:lnTo>
                <a:lnTo>
                  <a:pt x="39255" y="75239"/>
                </a:lnTo>
                <a:lnTo>
                  <a:pt x="39255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2526" y="26170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close/>
                <a:moveTo>
                  <a:pt x="75239" y="42526"/>
                </a:move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isible source SEC-093 inset-1 region 332">
            <a:extLst xmlns:a="http://schemas.openxmlformats.org/drawingml/2006/main">
              <a:ext uri="{FF2B5EF4-FFF2-40B4-BE49-F238E27FC236}">
                <a16:creationId xmlns:a16="http://schemas.microsoft.com/office/drawing/2014/main" id="{45C0627B-5E56-462E-833E-28C1208F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771" y="2123215"/>
            <a:ext cx="127579" cy="65425"/>
          </a:xfrm>
          <a:custGeom xmlns:a="http://schemas.openxmlformats.org/drawingml/2006/main">
            <a:pathLst>
              <a:path w="127579" h="65425">
                <a:moveTo>
                  <a:pt x="49069" y="9814"/>
                </a:move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85053" y="42526"/>
                </a:lnTo>
                <a:lnTo>
                  <a:pt x="85053" y="49069"/>
                </a:lnTo>
                <a:lnTo>
                  <a:pt x="81782" y="49069"/>
                </a:lnTo>
                <a:lnTo>
                  <a:pt x="81782" y="55612"/>
                </a:lnTo>
                <a:lnTo>
                  <a:pt x="78510" y="55612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13085" y="65425"/>
                </a:lnTo>
                <a:lnTo>
                  <a:pt x="13085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45798" y="22899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isible source SEC-093 inset-1 region 333">
            <a:extLst xmlns:a="http://schemas.openxmlformats.org/drawingml/2006/main">
              <a:ext uri="{FF2B5EF4-FFF2-40B4-BE49-F238E27FC236}">
                <a16:creationId xmlns:a16="http://schemas.microsoft.com/office/drawing/2014/main" id="{144F30F3-9A89-43D5-92E5-3FEF425F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164" y="2224624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isible source SEC-093 inset-1 region 334">
            <a:extLst xmlns:a="http://schemas.openxmlformats.org/drawingml/2006/main">
              <a:ext uri="{FF2B5EF4-FFF2-40B4-BE49-F238E27FC236}">
                <a16:creationId xmlns:a16="http://schemas.microsoft.com/office/drawing/2014/main" id="{CE72F936-D045-4D21-A981-B653E75E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042" y="2326033"/>
            <a:ext cx="124308" cy="62154"/>
          </a:xfrm>
          <a:custGeom xmlns:a="http://schemas.openxmlformats.org/drawingml/2006/main">
            <a:pathLst>
              <a:path w="124308" h="62154">
                <a:moveTo>
                  <a:pt x="39255" y="19628"/>
                </a:moveTo>
                <a:lnTo>
                  <a:pt x="39255" y="16356"/>
                </a:lnTo>
                <a:lnTo>
                  <a:pt x="42526" y="16356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8697" y="55612"/>
                </a:lnTo>
                <a:lnTo>
                  <a:pt x="68697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39255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isible source SEC-093 inset-1 region 335">
            <a:extLst xmlns:a="http://schemas.openxmlformats.org/drawingml/2006/main">
              <a:ext uri="{FF2B5EF4-FFF2-40B4-BE49-F238E27FC236}">
                <a16:creationId xmlns:a16="http://schemas.microsoft.com/office/drawing/2014/main" id="{F25ACCEA-F981-47F6-ACCE-24C3389C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164" y="2326033"/>
            <a:ext cx="166835" cy="85053"/>
          </a:xfrm>
          <a:custGeom xmlns:a="http://schemas.openxmlformats.org/drawingml/2006/main">
            <a:pathLst>
              <a:path w="166835" h="8505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50478" y="13085"/>
                </a:lnTo>
                <a:lnTo>
                  <a:pt x="150478" y="16356"/>
                </a:lnTo>
                <a:lnTo>
                  <a:pt x="157021" y="16356"/>
                </a:lnTo>
                <a:lnTo>
                  <a:pt x="157021" y="19628"/>
                </a:lnTo>
                <a:lnTo>
                  <a:pt x="160292" y="19628"/>
                </a:lnTo>
                <a:lnTo>
                  <a:pt x="160292" y="22899"/>
                </a:lnTo>
                <a:lnTo>
                  <a:pt x="163563" y="22899"/>
                </a:lnTo>
                <a:lnTo>
                  <a:pt x="163563" y="29441"/>
                </a:lnTo>
                <a:lnTo>
                  <a:pt x="166835" y="29441"/>
                </a:lnTo>
                <a:lnTo>
                  <a:pt x="166835" y="39255"/>
                </a:lnTo>
                <a:lnTo>
                  <a:pt x="163563" y="39255"/>
                </a:lnTo>
                <a:lnTo>
                  <a:pt x="163563" y="45798"/>
                </a:lnTo>
                <a:lnTo>
                  <a:pt x="160292" y="45798"/>
                </a:lnTo>
                <a:lnTo>
                  <a:pt x="160292" y="49069"/>
                </a:lnTo>
                <a:lnTo>
                  <a:pt x="157021" y="49069"/>
                </a:lnTo>
                <a:lnTo>
                  <a:pt x="157021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24308" y="55612"/>
                </a:lnTo>
                <a:lnTo>
                  <a:pt x="124308" y="71968"/>
                </a:lnTo>
                <a:lnTo>
                  <a:pt x="121037" y="71968"/>
                </a:lnTo>
                <a:lnTo>
                  <a:pt x="121037" y="75239"/>
                </a:lnTo>
                <a:lnTo>
                  <a:pt x="117766" y="75239"/>
                </a:lnTo>
                <a:lnTo>
                  <a:pt x="117766" y="78510"/>
                </a:lnTo>
                <a:lnTo>
                  <a:pt x="114494" y="78510"/>
                </a:lnTo>
                <a:lnTo>
                  <a:pt x="114494" y="81782"/>
                </a:lnTo>
                <a:lnTo>
                  <a:pt x="111223" y="81782"/>
                </a:lnTo>
                <a:lnTo>
                  <a:pt x="111223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68697"/>
                </a:lnTo>
                <a:lnTo>
                  <a:pt x="42526" y="68697"/>
                </a:lnTo>
                <a:lnTo>
                  <a:pt x="42526" y="58883"/>
                </a:lnTo>
                <a:lnTo>
                  <a:pt x="45798" y="58883"/>
                </a:lnTo>
                <a:lnTo>
                  <a:pt x="45798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isible source SEC-093 inset-1 region 336">
            <a:extLst xmlns:a="http://schemas.openxmlformats.org/drawingml/2006/main">
              <a:ext uri="{FF2B5EF4-FFF2-40B4-BE49-F238E27FC236}">
                <a16:creationId xmlns:a16="http://schemas.microsoft.com/office/drawing/2014/main" id="{E8B9AF8F-69E6-43D7-A02D-74341FFC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366" y="2427443"/>
            <a:ext cx="124308" cy="94867"/>
          </a:xfrm>
          <a:custGeom xmlns:a="http://schemas.openxmlformats.org/drawingml/2006/main">
            <a:pathLst>
              <a:path w="124308" h="94867">
                <a:moveTo>
                  <a:pt x="42526" y="16356"/>
                </a:move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13085"/>
                </a:lnTo>
                <a:lnTo>
                  <a:pt x="124308" y="13085"/>
                </a:lnTo>
                <a:lnTo>
                  <a:pt x="124308" y="29441"/>
                </a:lnTo>
                <a:lnTo>
                  <a:pt x="121037" y="29441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78510"/>
                </a:lnTo>
                <a:lnTo>
                  <a:pt x="78510" y="78510"/>
                </a:lnTo>
                <a:lnTo>
                  <a:pt x="78510" y="85053"/>
                </a:lnTo>
                <a:lnTo>
                  <a:pt x="75239" y="85053"/>
                </a:lnTo>
                <a:lnTo>
                  <a:pt x="75239" y="88324"/>
                </a:lnTo>
                <a:lnTo>
                  <a:pt x="71968" y="88324"/>
                </a:lnTo>
                <a:lnTo>
                  <a:pt x="71968" y="91595"/>
                </a:lnTo>
                <a:lnTo>
                  <a:pt x="65425" y="91595"/>
                </a:lnTo>
                <a:lnTo>
                  <a:pt x="65425" y="94867"/>
                </a:lnTo>
                <a:lnTo>
                  <a:pt x="13085" y="94867"/>
                </a:lnTo>
                <a:lnTo>
                  <a:pt x="13085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6543" y="62154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52340" y="39255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isible source SEC-093 inset-1 region 337">
            <a:extLst xmlns:a="http://schemas.openxmlformats.org/drawingml/2006/main">
              <a:ext uri="{FF2B5EF4-FFF2-40B4-BE49-F238E27FC236}">
                <a16:creationId xmlns:a16="http://schemas.microsoft.com/office/drawing/2014/main" id="{FC766B1F-5397-45EC-9CF2-2B962477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435" y="2528852"/>
            <a:ext cx="166835" cy="68697"/>
          </a:xfrm>
          <a:custGeom xmlns:a="http://schemas.openxmlformats.org/drawingml/2006/main">
            <a:pathLst>
              <a:path w="166835" h="68697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6170"/>
                </a:lnTo>
                <a:lnTo>
                  <a:pt x="85053" y="26170"/>
                </a:lnTo>
                <a:lnTo>
                  <a:pt x="85053" y="22899"/>
                </a:lnTo>
                <a:lnTo>
                  <a:pt x="88324" y="22899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13085"/>
                </a:lnTo>
                <a:lnTo>
                  <a:pt x="94867" y="13085"/>
                </a:lnTo>
                <a:lnTo>
                  <a:pt x="94867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60292" y="9814"/>
                </a:lnTo>
                <a:lnTo>
                  <a:pt x="160292" y="13085"/>
                </a:lnTo>
                <a:lnTo>
                  <a:pt x="163563" y="13085"/>
                </a:lnTo>
                <a:lnTo>
                  <a:pt x="163563" y="19628"/>
                </a:lnTo>
                <a:lnTo>
                  <a:pt x="166835" y="19628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53750" y="45798"/>
                </a:lnTo>
                <a:lnTo>
                  <a:pt x="153750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8883"/>
                </a:lnTo>
                <a:lnTo>
                  <a:pt x="117766" y="58883"/>
                </a:lnTo>
                <a:lnTo>
                  <a:pt x="117766" y="62154"/>
                </a:lnTo>
                <a:lnTo>
                  <a:pt x="114494" y="62154"/>
                </a:lnTo>
                <a:lnTo>
                  <a:pt x="114494" y="65425"/>
                </a:lnTo>
                <a:lnTo>
                  <a:pt x="107952" y="65425"/>
                </a:lnTo>
                <a:lnTo>
                  <a:pt x="107952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2526" y="62154"/>
                </a:lnTo>
                <a:lnTo>
                  <a:pt x="42526" y="58883"/>
                </a:lnTo>
                <a:lnTo>
                  <a:pt x="39255" y="58883"/>
                </a:lnTo>
                <a:lnTo>
                  <a:pt x="39255" y="52340"/>
                </a:lnTo>
                <a:lnTo>
                  <a:pt x="35984" y="52340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isible source SEC-093 inset-1 region 338">
            <a:extLst xmlns:a="http://schemas.openxmlformats.org/drawingml/2006/main">
              <a:ext uri="{FF2B5EF4-FFF2-40B4-BE49-F238E27FC236}">
                <a16:creationId xmlns:a16="http://schemas.microsoft.com/office/drawing/2014/main" id="{CAEE03A3-352F-4607-B403-3E12A970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743" y="144606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isible source SEC-093 inset-1 region 339">
            <a:extLst xmlns:a="http://schemas.openxmlformats.org/drawingml/2006/main">
              <a:ext uri="{FF2B5EF4-FFF2-40B4-BE49-F238E27FC236}">
                <a16:creationId xmlns:a16="http://schemas.microsoft.com/office/drawing/2014/main" id="{7F20BC3D-EAD0-4D67-A5D3-A3EF023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541" y="1452605"/>
            <a:ext cx="55612" cy="62154"/>
          </a:xfrm>
          <a:custGeom xmlns:a="http://schemas.openxmlformats.org/drawingml/2006/main">
            <a:pathLst>
              <a:path w="55612" h="62154">
                <a:moveTo>
                  <a:pt x="13085" y="22899"/>
                </a:moveTo>
                <a:lnTo>
                  <a:pt x="13085" y="16356"/>
                </a:lnTo>
                <a:lnTo>
                  <a:pt x="16356" y="16356"/>
                </a:lnTo>
                <a:lnTo>
                  <a:pt x="16356" y="9814"/>
                </a:lnTo>
                <a:lnTo>
                  <a:pt x="19628" y="9814"/>
                </a:lnTo>
                <a:lnTo>
                  <a:pt x="19628" y="6543"/>
                </a:lnTo>
                <a:lnTo>
                  <a:pt x="22899" y="6543"/>
                </a:lnTo>
                <a:lnTo>
                  <a:pt x="22899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5798"/>
                </a:lnTo>
                <a:lnTo>
                  <a:pt x="39255" y="45798"/>
                </a:lnTo>
                <a:lnTo>
                  <a:pt x="39255" y="52340"/>
                </a:lnTo>
                <a:lnTo>
                  <a:pt x="35984" y="52340"/>
                </a:lnTo>
                <a:lnTo>
                  <a:pt x="35984" y="55612"/>
                </a:lnTo>
                <a:lnTo>
                  <a:pt x="32713" y="55612"/>
                </a:lnTo>
                <a:lnTo>
                  <a:pt x="32713" y="58883"/>
                </a:lnTo>
                <a:lnTo>
                  <a:pt x="26170" y="58883"/>
                </a:lnTo>
                <a:lnTo>
                  <a:pt x="26170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3085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isible source SEC-093 inset-1 region 340">
            <a:extLst xmlns:a="http://schemas.openxmlformats.org/drawingml/2006/main">
              <a:ext uri="{FF2B5EF4-FFF2-40B4-BE49-F238E27FC236}">
                <a16:creationId xmlns:a16="http://schemas.microsoft.com/office/drawing/2014/main" id="{91646848-5A42-409B-995F-2ADA7485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881" y="1583456"/>
            <a:ext cx="81782" cy="55612"/>
          </a:xfrm>
          <a:custGeom xmlns:a="http://schemas.openxmlformats.org/drawingml/2006/main">
            <a:pathLst>
              <a:path w="81782" h="55612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5798" y="16356"/>
                </a:lnTo>
                <a:lnTo>
                  <a:pt x="45798" y="13085"/>
                </a:lnTo>
                <a:lnTo>
                  <a:pt x="65425" y="13085"/>
                </a:lnTo>
                <a:lnTo>
                  <a:pt x="65425" y="16356"/>
                </a:lnTo>
                <a:lnTo>
                  <a:pt x="71968" y="16356"/>
                </a:lnTo>
                <a:lnTo>
                  <a:pt x="71968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29441"/>
                </a:lnTo>
                <a:lnTo>
                  <a:pt x="81782" y="29441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45798" y="55612"/>
                </a:lnTo>
                <a:lnTo>
                  <a:pt x="45798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5984" y="49069"/>
                </a:lnTo>
                <a:lnTo>
                  <a:pt x="35984" y="45798"/>
                </a:lnTo>
                <a:lnTo>
                  <a:pt x="32713" y="45798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isible source SEC-093 inset-1 region 341">
            <a:extLst xmlns:a="http://schemas.openxmlformats.org/drawingml/2006/main">
              <a:ext uri="{FF2B5EF4-FFF2-40B4-BE49-F238E27FC236}">
                <a16:creationId xmlns:a16="http://schemas.microsoft.com/office/drawing/2014/main" id="{B717F04F-61C9-4018-AF7D-43DC8B34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998" y="1671780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isible source SEC-093 inset-1 region 342">
            <a:extLst xmlns:a="http://schemas.openxmlformats.org/drawingml/2006/main">
              <a:ext uri="{FF2B5EF4-FFF2-40B4-BE49-F238E27FC236}">
                <a16:creationId xmlns:a16="http://schemas.microsoft.com/office/drawing/2014/main" id="{600F8254-DAC8-473B-9348-DE115646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748" y="1635796"/>
            <a:ext cx="134122" cy="124308"/>
          </a:xfrm>
          <a:custGeom xmlns:a="http://schemas.openxmlformats.org/drawingml/2006/main">
            <a:pathLst>
              <a:path w="134122" h="124308">
                <a:moveTo>
                  <a:pt x="16356" y="45798"/>
                </a:moveTo>
                <a:lnTo>
                  <a:pt x="26170" y="45798"/>
                </a:lnTo>
                <a:lnTo>
                  <a:pt x="26170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35984" y="52340"/>
                </a:lnTo>
                <a:lnTo>
                  <a:pt x="35984" y="55612"/>
                </a:lnTo>
                <a:lnTo>
                  <a:pt x="39255" y="55612"/>
                </a:lnTo>
                <a:lnTo>
                  <a:pt x="39255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49069" y="49069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22899"/>
                </a:lnTo>
                <a:lnTo>
                  <a:pt x="52340" y="22899"/>
                </a:lnTo>
                <a:lnTo>
                  <a:pt x="52340" y="19628"/>
                </a:lnTo>
                <a:lnTo>
                  <a:pt x="55612" y="19628"/>
                </a:lnTo>
                <a:lnTo>
                  <a:pt x="55612" y="16356"/>
                </a:lnTo>
                <a:lnTo>
                  <a:pt x="62154" y="16356"/>
                </a:lnTo>
                <a:lnTo>
                  <a:pt x="62154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5053" y="22899"/>
                </a:lnTo>
                <a:lnTo>
                  <a:pt x="85053" y="19628"/>
                </a:lnTo>
                <a:lnTo>
                  <a:pt x="88324" y="19628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9441"/>
                </a:lnTo>
                <a:lnTo>
                  <a:pt x="134122" y="29441"/>
                </a:lnTo>
                <a:lnTo>
                  <a:pt x="134122" y="39255"/>
                </a:lnTo>
                <a:lnTo>
                  <a:pt x="130851" y="39255"/>
                </a:lnTo>
                <a:lnTo>
                  <a:pt x="130851" y="45798"/>
                </a:lnTo>
                <a:lnTo>
                  <a:pt x="127579" y="45798"/>
                </a:lnTo>
                <a:lnTo>
                  <a:pt x="127579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94867" y="55612"/>
                </a:lnTo>
                <a:lnTo>
                  <a:pt x="94867" y="52340"/>
                </a:lnTo>
                <a:lnTo>
                  <a:pt x="88324" y="52340"/>
                </a:lnTo>
                <a:lnTo>
                  <a:pt x="88324" y="49069"/>
                </a:lnTo>
                <a:lnTo>
                  <a:pt x="85053" y="49069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71968" y="52340"/>
                </a:lnTo>
                <a:lnTo>
                  <a:pt x="71968" y="62154"/>
                </a:lnTo>
                <a:lnTo>
                  <a:pt x="75239" y="62154"/>
                </a:lnTo>
                <a:lnTo>
                  <a:pt x="75239" y="71968"/>
                </a:lnTo>
                <a:lnTo>
                  <a:pt x="71968" y="71968"/>
                </a:lnTo>
                <a:lnTo>
                  <a:pt x="71968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58883" y="85053"/>
                </a:lnTo>
                <a:lnTo>
                  <a:pt x="58883" y="88324"/>
                </a:lnTo>
                <a:lnTo>
                  <a:pt x="49069" y="88324"/>
                </a:lnTo>
                <a:lnTo>
                  <a:pt x="49069" y="91595"/>
                </a:lnTo>
                <a:lnTo>
                  <a:pt x="52340" y="91595"/>
                </a:lnTo>
                <a:lnTo>
                  <a:pt x="52340" y="98138"/>
                </a:lnTo>
                <a:lnTo>
                  <a:pt x="55612" y="98138"/>
                </a:lnTo>
                <a:lnTo>
                  <a:pt x="55612" y="107952"/>
                </a:lnTo>
                <a:lnTo>
                  <a:pt x="52340" y="107952"/>
                </a:lnTo>
                <a:lnTo>
                  <a:pt x="52340" y="114494"/>
                </a:lnTo>
                <a:lnTo>
                  <a:pt x="49069" y="114494"/>
                </a:lnTo>
                <a:lnTo>
                  <a:pt x="49069" y="117766"/>
                </a:lnTo>
                <a:lnTo>
                  <a:pt x="45798" y="117766"/>
                </a:lnTo>
                <a:lnTo>
                  <a:pt x="45798" y="121037"/>
                </a:lnTo>
                <a:lnTo>
                  <a:pt x="39255" y="121037"/>
                </a:lnTo>
                <a:lnTo>
                  <a:pt x="39255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9814" y="121037"/>
                </a:lnTo>
                <a:lnTo>
                  <a:pt x="9814" y="117766"/>
                </a:lnTo>
                <a:lnTo>
                  <a:pt x="6543" y="117766"/>
                </a:lnTo>
                <a:lnTo>
                  <a:pt x="6543" y="114494"/>
                </a:lnTo>
                <a:lnTo>
                  <a:pt x="3271" y="114494"/>
                </a:lnTo>
                <a:lnTo>
                  <a:pt x="3271" y="107952"/>
                </a:lnTo>
                <a:lnTo>
                  <a:pt x="0" y="107952"/>
                </a:lnTo>
                <a:lnTo>
                  <a:pt x="0" y="98138"/>
                </a:lnTo>
                <a:lnTo>
                  <a:pt x="3271" y="98138"/>
                </a:lnTo>
                <a:lnTo>
                  <a:pt x="3271" y="91595"/>
                </a:lnTo>
                <a:lnTo>
                  <a:pt x="6543" y="91595"/>
                </a:lnTo>
                <a:lnTo>
                  <a:pt x="6543" y="88324"/>
                </a:lnTo>
                <a:lnTo>
                  <a:pt x="9814" y="88324"/>
                </a:lnTo>
                <a:lnTo>
                  <a:pt x="9814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71968"/>
                </a:lnTo>
                <a:lnTo>
                  <a:pt x="0" y="71968"/>
                </a:lnTo>
                <a:lnTo>
                  <a:pt x="0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6356" y="49069"/>
                </a:lnTo>
                <a:lnTo>
                  <a:pt x="16356" y="45798"/>
                </a:lnTo>
                <a:close/>
                <a:moveTo>
                  <a:pt x="45798" y="88324"/>
                </a:moveTo>
                <a:lnTo>
                  <a:pt x="49069" y="88324"/>
                </a:lnTo>
                <a:lnTo>
                  <a:pt x="49069" y="85053"/>
                </a:lnTo>
                <a:lnTo>
                  <a:pt x="45798" y="85053"/>
                </a:lnTo>
                <a:lnTo>
                  <a:pt x="45798" y="88324"/>
                </a:lnTo>
                <a:close/>
                <a:moveTo>
                  <a:pt x="39255" y="85053"/>
                </a:moveTo>
                <a:lnTo>
                  <a:pt x="42526" y="85053"/>
                </a:lnTo>
                <a:lnTo>
                  <a:pt x="42526" y="81782"/>
                </a:lnTo>
                <a:lnTo>
                  <a:pt x="39255" y="81782"/>
                </a:lnTo>
                <a:lnTo>
                  <a:pt x="39255" y="85053"/>
                </a:lnTo>
                <a:close/>
                <a:moveTo>
                  <a:pt x="35984" y="81782"/>
                </a:moveTo>
                <a:lnTo>
                  <a:pt x="39255" y="81782"/>
                </a:lnTo>
                <a:lnTo>
                  <a:pt x="39255" y="78510"/>
                </a:lnTo>
                <a:lnTo>
                  <a:pt x="35984" y="78510"/>
                </a:lnTo>
                <a:lnTo>
                  <a:pt x="35984" y="8178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isible source SEC-093 inset-1 region 343">
            <a:extLst xmlns:a="http://schemas.openxmlformats.org/drawingml/2006/main">
              <a:ext uri="{FF2B5EF4-FFF2-40B4-BE49-F238E27FC236}">
                <a16:creationId xmlns:a16="http://schemas.microsoft.com/office/drawing/2014/main" id="{C6B369DF-4ED5-4940-A932-12E5BA95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759" y="1750291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isible source SEC-093 inset-1 region 344">
            <a:extLst xmlns:a="http://schemas.openxmlformats.org/drawingml/2006/main">
              <a:ext uri="{FF2B5EF4-FFF2-40B4-BE49-F238E27FC236}">
                <a16:creationId xmlns:a16="http://schemas.microsoft.com/office/drawing/2014/main" id="{9F75BC98-9EA9-4A13-9175-D864AD4D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339" y="1783003"/>
            <a:ext cx="85053" cy="52340"/>
          </a:xfrm>
          <a:custGeom xmlns:a="http://schemas.openxmlformats.org/drawingml/2006/main">
            <a:pathLst>
              <a:path w="85053" h="52340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58883" y="13085"/>
                </a:lnTo>
                <a:lnTo>
                  <a:pt x="58883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5239" y="13085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6170"/>
                </a:lnTo>
                <a:lnTo>
                  <a:pt x="85053" y="26170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68697" y="49069"/>
                </a:lnTo>
                <a:lnTo>
                  <a:pt x="68697" y="52340"/>
                </a:lnTo>
                <a:lnTo>
                  <a:pt x="58883" y="52340"/>
                </a:lnTo>
                <a:lnTo>
                  <a:pt x="58883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isible source SEC-093 inset-1 region 345">
            <a:extLst xmlns:a="http://schemas.openxmlformats.org/drawingml/2006/main">
              <a:ext uri="{FF2B5EF4-FFF2-40B4-BE49-F238E27FC236}">
                <a16:creationId xmlns:a16="http://schemas.microsoft.com/office/drawing/2014/main" id="{DFB24B76-5755-46D1-B771-7DBFA4A4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913" y="1871328"/>
            <a:ext cx="107952" cy="107952"/>
          </a:xfrm>
          <a:custGeom xmlns:a="http://schemas.openxmlformats.org/drawingml/2006/main">
            <a:pathLst>
              <a:path w="107952" h="107952">
                <a:moveTo>
                  <a:pt x="6543" y="26170"/>
                </a:move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2899"/>
                </a:lnTo>
                <a:lnTo>
                  <a:pt x="68697" y="22899"/>
                </a:lnTo>
                <a:lnTo>
                  <a:pt x="68697" y="26170"/>
                </a:lnTo>
                <a:lnTo>
                  <a:pt x="75239" y="26170"/>
                </a:lnTo>
                <a:lnTo>
                  <a:pt x="75239" y="22899"/>
                </a:lnTo>
                <a:lnTo>
                  <a:pt x="88324" y="22899"/>
                </a:lnTo>
                <a:lnTo>
                  <a:pt x="88324" y="26170"/>
                </a:lnTo>
                <a:lnTo>
                  <a:pt x="94867" y="26170"/>
                </a:lnTo>
                <a:lnTo>
                  <a:pt x="94867" y="29441"/>
                </a:lnTo>
                <a:lnTo>
                  <a:pt x="98138" y="29441"/>
                </a:lnTo>
                <a:lnTo>
                  <a:pt x="98138" y="32713"/>
                </a:lnTo>
                <a:lnTo>
                  <a:pt x="101409" y="32713"/>
                </a:lnTo>
                <a:lnTo>
                  <a:pt x="101409" y="39255"/>
                </a:lnTo>
                <a:lnTo>
                  <a:pt x="104681" y="39255"/>
                </a:lnTo>
                <a:lnTo>
                  <a:pt x="104681" y="49069"/>
                </a:lnTo>
                <a:lnTo>
                  <a:pt x="101409" y="49069"/>
                </a:lnTo>
                <a:lnTo>
                  <a:pt x="101409" y="55612"/>
                </a:lnTo>
                <a:lnTo>
                  <a:pt x="98138" y="55612"/>
                </a:lnTo>
                <a:lnTo>
                  <a:pt x="98138" y="58883"/>
                </a:lnTo>
                <a:lnTo>
                  <a:pt x="94867" y="58883"/>
                </a:lnTo>
                <a:lnTo>
                  <a:pt x="94867" y="62154"/>
                </a:lnTo>
                <a:lnTo>
                  <a:pt x="88324" y="62154"/>
                </a:lnTo>
                <a:lnTo>
                  <a:pt x="88324" y="65425"/>
                </a:lnTo>
                <a:lnTo>
                  <a:pt x="91595" y="65425"/>
                </a:lnTo>
                <a:lnTo>
                  <a:pt x="91595" y="68697"/>
                </a:lnTo>
                <a:lnTo>
                  <a:pt x="98138" y="68697"/>
                </a:lnTo>
                <a:lnTo>
                  <a:pt x="98138" y="71968"/>
                </a:lnTo>
                <a:lnTo>
                  <a:pt x="101409" y="71968"/>
                </a:lnTo>
                <a:lnTo>
                  <a:pt x="101409" y="75239"/>
                </a:lnTo>
                <a:lnTo>
                  <a:pt x="104681" y="75239"/>
                </a:lnTo>
                <a:lnTo>
                  <a:pt x="104681" y="81782"/>
                </a:lnTo>
                <a:lnTo>
                  <a:pt x="107952" y="81782"/>
                </a:lnTo>
                <a:lnTo>
                  <a:pt x="107952" y="91595"/>
                </a:lnTo>
                <a:lnTo>
                  <a:pt x="104681" y="91595"/>
                </a:lnTo>
                <a:lnTo>
                  <a:pt x="104681" y="98138"/>
                </a:lnTo>
                <a:lnTo>
                  <a:pt x="101409" y="98138"/>
                </a:lnTo>
                <a:lnTo>
                  <a:pt x="101409" y="101409"/>
                </a:lnTo>
                <a:lnTo>
                  <a:pt x="98138" y="101409"/>
                </a:lnTo>
                <a:lnTo>
                  <a:pt x="98138" y="104681"/>
                </a:lnTo>
                <a:lnTo>
                  <a:pt x="91595" y="104681"/>
                </a:lnTo>
                <a:lnTo>
                  <a:pt x="91595" y="107952"/>
                </a:lnTo>
                <a:lnTo>
                  <a:pt x="71968" y="107952"/>
                </a:lnTo>
                <a:lnTo>
                  <a:pt x="71968" y="104681"/>
                </a:lnTo>
                <a:lnTo>
                  <a:pt x="65425" y="104681"/>
                </a:lnTo>
                <a:lnTo>
                  <a:pt x="65425" y="101409"/>
                </a:lnTo>
                <a:lnTo>
                  <a:pt x="62154" y="101409"/>
                </a:lnTo>
                <a:lnTo>
                  <a:pt x="62154" y="98138"/>
                </a:lnTo>
                <a:lnTo>
                  <a:pt x="58883" y="98138"/>
                </a:lnTo>
                <a:lnTo>
                  <a:pt x="58883" y="101409"/>
                </a:lnTo>
                <a:lnTo>
                  <a:pt x="55612" y="101409"/>
                </a:lnTo>
                <a:lnTo>
                  <a:pt x="55612" y="104681"/>
                </a:lnTo>
                <a:lnTo>
                  <a:pt x="49069" y="104681"/>
                </a:lnTo>
                <a:lnTo>
                  <a:pt x="49069" y="107952"/>
                </a:lnTo>
                <a:lnTo>
                  <a:pt x="39255" y="107952"/>
                </a:lnTo>
                <a:lnTo>
                  <a:pt x="39255" y="104681"/>
                </a:lnTo>
                <a:lnTo>
                  <a:pt x="32713" y="104681"/>
                </a:lnTo>
                <a:lnTo>
                  <a:pt x="32713" y="101409"/>
                </a:lnTo>
                <a:lnTo>
                  <a:pt x="29441" y="101409"/>
                </a:lnTo>
                <a:lnTo>
                  <a:pt x="29441" y="98138"/>
                </a:lnTo>
                <a:lnTo>
                  <a:pt x="26170" y="98138"/>
                </a:lnTo>
                <a:lnTo>
                  <a:pt x="26170" y="91595"/>
                </a:lnTo>
                <a:lnTo>
                  <a:pt x="22899" y="91595"/>
                </a:lnTo>
                <a:lnTo>
                  <a:pt x="22899" y="81782"/>
                </a:lnTo>
                <a:lnTo>
                  <a:pt x="26170" y="81782"/>
                </a:lnTo>
                <a:lnTo>
                  <a:pt x="26170" y="75239"/>
                </a:lnTo>
                <a:lnTo>
                  <a:pt x="29441" y="75239"/>
                </a:lnTo>
                <a:lnTo>
                  <a:pt x="29441" y="71968"/>
                </a:lnTo>
                <a:lnTo>
                  <a:pt x="32713" y="71968"/>
                </a:lnTo>
                <a:lnTo>
                  <a:pt x="32713" y="68697"/>
                </a:lnTo>
                <a:lnTo>
                  <a:pt x="39255" y="68697"/>
                </a:lnTo>
                <a:lnTo>
                  <a:pt x="39255" y="65425"/>
                </a:lnTo>
                <a:lnTo>
                  <a:pt x="42526" y="65425"/>
                </a:lnTo>
                <a:lnTo>
                  <a:pt x="42526" y="62154"/>
                </a:lnTo>
                <a:lnTo>
                  <a:pt x="35984" y="62154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6170"/>
                </a:lnTo>
                <a:close/>
                <a:moveTo>
                  <a:pt x="58883" y="75239"/>
                </a:moveTo>
                <a:lnTo>
                  <a:pt x="62154" y="75239"/>
                </a:lnTo>
                <a:lnTo>
                  <a:pt x="62154" y="71968"/>
                </a:lnTo>
                <a:lnTo>
                  <a:pt x="65425" y="71968"/>
                </a:lnTo>
                <a:lnTo>
                  <a:pt x="65425" y="68697"/>
                </a:lnTo>
                <a:lnTo>
                  <a:pt x="71968" y="68697"/>
                </a:lnTo>
                <a:lnTo>
                  <a:pt x="71968" y="65425"/>
                </a:lnTo>
                <a:lnTo>
                  <a:pt x="75239" y="65425"/>
                </a:lnTo>
                <a:lnTo>
                  <a:pt x="75239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49069" y="65425"/>
                </a:lnTo>
                <a:lnTo>
                  <a:pt x="49069" y="68697"/>
                </a:lnTo>
                <a:lnTo>
                  <a:pt x="55612" y="68697"/>
                </a:lnTo>
                <a:lnTo>
                  <a:pt x="55612" y="71968"/>
                </a:lnTo>
                <a:lnTo>
                  <a:pt x="58883" y="71968"/>
                </a:lnTo>
                <a:lnTo>
                  <a:pt x="58883" y="7523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isible source SEC-093 inset-1 region 346">
            <a:extLst xmlns:a="http://schemas.openxmlformats.org/drawingml/2006/main">
              <a:ext uri="{FF2B5EF4-FFF2-40B4-BE49-F238E27FC236}">
                <a16:creationId xmlns:a16="http://schemas.microsoft.com/office/drawing/2014/main" id="{8CF1C4D2-CC67-442D-B5EC-B934E1A2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221" y="1809173"/>
            <a:ext cx="278058" cy="147207"/>
          </a:xfrm>
          <a:custGeom xmlns:a="http://schemas.openxmlformats.org/drawingml/2006/main">
            <a:pathLst>
              <a:path w="278058" h="147207">
                <a:moveTo>
                  <a:pt x="55612" y="68697"/>
                </a:moveTo>
                <a:lnTo>
                  <a:pt x="58883" y="68697"/>
                </a:lnTo>
                <a:lnTo>
                  <a:pt x="58883" y="71968"/>
                </a:lnTo>
                <a:lnTo>
                  <a:pt x="62154" y="71968"/>
                </a:lnTo>
                <a:lnTo>
                  <a:pt x="62154" y="78510"/>
                </a:lnTo>
                <a:lnTo>
                  <a:pt x="65425" y="78510"/>
                </a:lnTo>
                <a:lnTo>
                  <a:pt x="65425" y="75239"/>
                </a:lnTo>
                <a:lnTo>
                  <a:pt x="68697" y="75239"/>
                </a:lnTo>
                <a:lnTo>
                  <a:pt x="68697" y="71968"/>
                </a:lnTo>
                <a:lnTo>
                  <a:pt x="75239" y="71968"/>
                </a:lnTo>
                <a:lnTo>
                  <a:pt x="75239" y="68697"/>
                </a:lnTo>
                <a:lnTo>
                  <a:pt x="78510" y="68697"/>
                </a:lnTo>
                <a:lnTo>
                  <a:pt x="78510" y="65425"/>
                </a:lnTo>
                <a:lnTo>
                  <a:pt x="81782" y="65425"/>
                </a:lnTo>
                <a:lnTo>
                  <a:pt x="81782" y="62154"/>
                </a:lnTo>
                <a:lnTo>
                  <a:pt x="78510" y="62154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45798"/>
                </a:lnTo>
                <a:lnTo>
                  <a:pt x="85053" y="45798"/>
                </a:lnTo>
                <a:lnTo>
                  <a:pt x="85053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94867" y="39255"/>
                </a:lnTo>
                <a:lnTo>
                  <a:pt x="94867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30851" y="49069"/>
                </a:lnTo>
                <a:lnTo>
                  <a:pt x="130851" y="52340"/>
                </a:lnTo>
                <a:lnTo>
                  <a:pt x="137393" y="52340"/>
                </a:lnTo>
                <a:lnTo>
                  <a:pt x="137393" y="55612"/>
                </a:lnTo>
                <a:lnTo>
                  <a:pt x="140664" y="55612"/>
                </a:lnTo>
                <a:lnTo>
                  <a:pt x="140664" y="58883"/>
                </a:lnTo>
                <a:lnTo>
                  <a:pt x="143936" y="58883"/>
                </a:lnTo>
                <a:lnTo>
                  <a:pt x="143936" y="55612"/>
                </a:lnTo>
                <a:lnTo>
                  <a:pt x="147207" y="55612"/>
                </a:lnTo>
                <a:lnTo>
                  <a:pt x="147207" y="52340"/>
                </a:lnTo>
                <a:lnTo>
                  <a:pt x="153750" y="52340"/>
                </a:lnTo>
                <a:lnTo>
                  <a:pt x="153750" y="49069"/>
                </a:lnTo>
                <a:lnTo>
                  <a:pt x="160292" y="49069"/>
                </a:lnTo>
                <a:lnTo>
                  <a:pt x="160292" y="45798"/>
                </a:lnTo>
                <a:lnTo>
                  <a:pt x="163563" y="45798"/>
                </a:lnTo>
                <a:lnTo>
                  <a:pt x="163563" y="42526"/>
                </a:lnTo>
                <a:lnTo>
                  <a:pt x="166835" y="42526"/>
                </a:lnTo>
                <a:lnTo>
                  <a:pt x="166835" y="39255"/>
                </a:lnTo>
                <a:lnTo>
                  <a:pt x="173377" y="39255"/>
                </a:lnTo>
                <a:lnTo>
                  <a:pt x="173377" y="35984"/>
                </a:lnTo>
                <a:lnTo>
                  <a:pt x="189733" y="35984"/>
                </a:lnTo>
                <a:lnTo>
                  <a:pt x="189733" y="39255"/>
                </a:lnTo>
                <a:lnTo>
                  <a:pt x="193005" y="39255"/>
                </a:lnTo>
                <a:lnTo>
                  <a:pt x="193005" y="35984"/>
                </a:lnTo>
                <a:lnTo>
                  <a:pt x="196276" y="35984"/>
                </a:lnTo>
                <a:lnTo>
                  <a:pt x="196276" y="32713"/>
                </a:lnTo>
                <a:lnTo>
                  <a:pt x="202818" y="32713"/>
                </a:lnTo>
                <a:lnTo>
                  <a:pt x="202818" y="29441"/>
                </a:lnTo>
                <a:lnTo>
                  <a:pt x="212632" y="29441"/>
                </a:lnTo>
                <a:lnTo>
                  <a:pt x="212632" y="32713"/>
                </a:lnTo>
                <a:lnTo>
                  <a:pt x="219175" y="32713"/>
                </a:lnTo>
                <a:lnTo>
                  <a:pt x="219175" y="29441"/>
                </a:lnTo>
                <a:lnTo>
                  <a:pt x="228989" y="29441"/>
                </a:lnTo>
                <a:lnTo>
                  <a:pt x="228989" y="26170"/>
                </a:lnTo>
                <a:lnTo>
                  <a:pt x="225717" y="26170"/>
                </a:lnTo>
                <a:lnTo>
                  <a:pt x="225717" y="16356"/>
                </a:lnTo>
                <a:lnTo>
                  <a:pt x="228989" y="16356"/>
                </a:lnTo>
                <a:lnTo>
                  <a:pt x="228989" y="9814"/>
                </a:lnTo>
                <a:lnTo>
                  <a:pt x="232260" y="9814"/>
                </a:lnTo>
                <a:lnTo>
                  <a:pt x="232260" y="6543"/>
                </a:lnTo>
                <a:lnTo>
                  <a:pt x="235531" y="6543"/>
                </a:lnTo>
                <a:lnTo>
                  <a:pt x="235531" y="3271"/>
                </a:lnTo>
                <a:lnTo>
                  <a:pt x="242074" y="3271"/>
                </a:lnTo>
                <a:lnTo>
                  <a:pt x="242074" y="0"/>
                </a:lnTo>
                <a:lnTo>
                  <a:pt x="261701" y="0"/>
                </a:lnTo>
                <a:lnTo>
                  <a:pt x="261701" y="3271"/>
                </a:lnTo>
                <a:lnTo>
                  <a:pt x="268244" y="3271"/>
                </a:lnTo>
                <a:lnTo>
                  <a:pt x="268244" y="6543"/>
                </a:lnTo>
                <a:lnTo>
                  <a:pt x="271515" y="6543"/>
                </a:lnTo>
                <a:lnTo>
                  <a:pt x="271515" y="9814"/>
                </a:lnTo>
                <a:lnTo>
                  <a:pt x="274786" y="9814"/>
                </a:lnTo>
                <a:lnTo>
                  <a:pt x="274786" y="16356"/>
                </a:lnTo>
                <a:lnTo>
                  <a:pt x="278058" y="16356"/>
                </a:lnTo>
                <a:lnTo>
                  <a:pt x="278058" y="26170"/>
                </a:lnTo>
                <a:lnTo>
                  <a:pt x="274786" y="26170"/>
                </a:lnTo>
                <a:lnTo>
                  <a:pt x="274786" y="32713"/>
                </a:lnTo>
                <a:lnTo>
                  <a:pt x="271515" y="32713"/>
                </a:lnTo>
                <a:lnTo>
                  <a:pt x="271515" y="35984"/>
                </a:lnTo>
                <a:lnTo>
                  <a:pt x="268244" y="35984"/>
                </a:lnTo>
                <a:lnTo>
                  <a:pt x="268244" y="39255"/>
                </a:lnTo>
                <a:lnTo>
                  <a:pt x="261701" y="39255"/>
                </a:lnTo>
                <a:lnTo>
                  <a:pt x="261701" y="42526"/>
                </a:lnTo>
                <a:lnTo>
                  <a:pt x="251887" y="42526"/>
                </a:lnTo>
                <a:lnTo>
                  <a:pt x="251887" y="45798"/>
                </a:lnTo>
                <a:lnTo>
                  <a:pt x="255159" y="45798"/>
                </a:lnTo>
                <a:lnTo>
                  <a:pt x="255159" y="55612"/>
                </a:lnTo>
                <a:lnTo>
                  <a:pt x="251887" y="55612"/>
                </a:lnTo>
                <a:lnTo>
                  <a:pt x="251887" y="62154"/>
                </a:lnTo>
                <a:lnTo>
                  <a:pt x="248616" y="62154"/>
                </a:lnTo>
                <a:lnTo>
                  <a:pt x="248616" y="65425"/>
                </a:lnTo>
                <a:lnTo>
                  <a:pt x="245345" y="65425"/>
                </a:lnTo>
                <a:lnTo>
                  <a:pt x="245345" y="68697"/>
                </a:lnTo>
                <a:lnTo>
                  <a:pt x="238802" y="68697"/>
                </a:lnTo>
                <a:lnTo>
                  <a:pt x="238802" y="71968"/>
                </a:lnTo>
                <a:lnTo>
                  <a:pt x="219175" y="71968"/>
                </a:lnTo>
                <a:lnTo>
                  <a:pt x="219175" y="68697"/>
                </a:lnTo>
                <a:lnTo>
                  <a:pt x="212632" y="68697"/>
                </a:lnTo>
                <a:lnTo>
                  <a:pt x="212632" y="71968"/>
                </a:lnTo>
                <a:lnTo>
                  <a:pt x="202818" y="71968"/>
                </a:lnTo>
                <a:lnTo>
                  <a:pt x="202818" y="68697"/>
                </a:lnTo>
                <a:lnTo>
                  <a:pt x="199547" y="68697"/>
                </a:lnTo>
                <a:lnTo>
                  <a:pt x="199547" y="71968"/>
                </a:lnTo>
                <a:lnTo>
                  <a:pt x="196276" y="71968"/>
                </a:lnTo>
                <a:lnTo>
                  <a:pt x="196276" y="75239"/>
                </a:lnTo>
                <a:lnTo>
                  <a:pt x="189733" y="75239"/>
                </a:lnTo>
                <a:lnTo>
                  <a:pt x="189733" y="78510"/>
                </a:lnTo>
                <a:lnTo>
                  <a:pt x="186462" y="78510"/>
                </a:lnTo>
                <a:lnTo>
                  <a:pt x="186462" y="81782"/>
                </a:lnTo>
                <a:lnTo>
                  <a:pt x="183191" y="81782"/>
                </a:lnTo>
                <a:lnTo>
                  <a:pt x="183191" y="85053"/>
                </a:lnTo>
                <a:lnTo>
                  <a:pt x="179920" y="85053"/>
                </a:lnTo>
                <a:lnTo>
                  <a:pt x="179920" y="88324"/>
                </a:lnTo>
                <a:lnTo>
                  <a:pt x="173377" y="88324"/>
                </a:lnTo>
                <a:lnTo>
                  <a:pt x="173377" y="91595"/>
                </a:lnTo>
                <a:lnTo>
                  <a:pt x="153750" y="91595"/>
                </a:lnTo>
                <a:lnTo>
                  <a:pt x="153750" y="88324"/>
                </a:lnTo>
                <a:lnTo>
                  <a:pt x="147207" y="88324"/>
                </a:lnTo>
                <a:lnTo>
                  <a:pt x="147207" y="85053"/>
                </a:lnTo>
                <a:lnTo>
                  <a:pt x="143936" y="85053"/>
                </a:lnTo>
                <a:lnTo>
                  <a:pt x="143936" y="81782"/>
                </a:lnTo>
                <a:lnTo>
                  <a:pt x="140664" y="81782"/>
                </a:lnTo>
                <a:lnTo>
                  <a:pt x="140664" y="85053"/>
                </a:lnTo>
                <a:lnTo>
                  <a:pt x="137393" y="85053"/>
                </a:lnTo>
                <a:lnTo>
                  <a:pt x="137393" y="88324"/>
                </a:lnTo>
                <a:lnTo>
                  <a:pt x="130851" y="88324"/>
                </a:lnTo>
                <a:lnTo>
                  <a:pt x="130851" y="91595"/>
                </a:lnTo>
                <a:lnTo>
                  <a:pt x="111223" y="91595"/>
                </a:lnTo>
                <a:lnTo>
                  <a:pt x="111223" y="94867"/>
                </a:lnTo>
                <a:lnTo>
                  <a:pt x="107952" y="94867"/>
                </a:lnTo>
                <a:lnTo>
                  <a:pt x="107952" y="101409"/>
                </a:lnTo>
                <a:lnTo>
                  <a:pt x="104681" y="101409"/>
                </a:lnTo>
                <a:lnTo>
                  <a:pt x="104681" y="104681"/>
                </a:lnTo>
                <a:lnTo>
                  <a:pt x="101409" y="104681"/>
                </a:lnTo>
                <a:lnTo>
                  <a:pt x="101409" y="107952"/>
                </a:lnTo>
                <a:lnTo>
                  <a:pt x="94867" y="107952"/>
                </a:lnTo>
                <a:lnTo>
                  <a:pt x="94867" y="114494"/>
                </a:lnTo>
                <a:lnTo>
                  <a:pt x="98138" y="114494"/>
                </a:lnTo>
                <a:lnTo>
                  <a:pt x="98138" y="121037"/>
                </a:lnTo>
                <a:lnTo>
                  <a:pt x="101409" y="121037"/>
                </a:lnTo>
                <a:lnTo>
                  <a:pt x="101409" y="130851"/>
                </a:lnTo>
                <a:lnTo>
                  <a:pt x="98138" y="130851"/>
                </a:lnTo>
                <a:lnTo>
                  <a:pt x="98138" y="137393"/>
                </a:lnTo>
                <a:lnTo>
                  <a:pt x="94867" y="137393"/>
                </a:lnTo>
                <a:lnTo>
                  <a:pt x="94867" y="140664"/>
                </a:lnTo>
                <a:lnTo>
                  <a:pt x="91595" y="140664"/>
                </a:lnTo>
                <a:lnTo>
                  <a:pt x="91595" y="143936"/>
                </a:lnTo>
                <a:lnTo>
                  <a:pt x="85053" y="143936"/>
                </a:lnTo>
                <a:lnTo>
                  <a:pt x="85053" y="147207"/>
                </a:lnTo>
                <a:lnTo>
                  <a:pt x="75239" y="147207"/>
                </a:lnTo>
                <a:lnTo>
                  <a:pt x="75239" y="143936"/>
                </a:lnTo>
                <a:lnTo>
                  <a:pt x="68697" y="143936"/>
                </a:lnTo>
                <a:lnTo>
                  <a:pt x="68697" y="140664"/>
                </a:lnTo>
                <a:lnTo>
                  <a:pt x="65425" y="140664"/>
                </a:lnTo>
                <a:lnTo>
                  <a:pt x="65425" y="137393"/>
                </a:lnTo>
                <a:lnTo>
                  <a:pt x="62154" y="137393"/>
                </a:lnTo>
                <a:lnTo>
                  <a:pt x="62154" y="130851"/>
                </a:lnTo>
                <a:lnTo>
                  <a:pt x="58883" y="130851"/>
                </a:lnTo>
                <a:lnTo>
                  <a:pt x="58883" y="121037"/>
                </a:lnTo>
                <a:lnTo>
                  <a:pt x="62154" y="121037"/>
                </a:lnTo>
                <a:lnTo>
                  <a:pt x="62154" y="114494"/>
                </a:lnTo>
                <a:lnTo>
                  <a:pt x="65425" y="114494"/>
                </a:lnTo>
                <a:lnTo>
                  <a:pt x="65425" y="111223"/>
                </a:lnTo>
                <a:lnTo>
                  <a:pt x="68697" y="111223"/>
                </a:lnTo>
                <a:lnTo>
                  <a:pt x="68697" y="104681"/>
                </a:lnTo>
                <a:lnTo>
                  <a:pt x="65425" y="104681"/>
                </a:lnTo>
                <a:lnTo>
                  <a:pt x="65425" y="101409"/>
                </a:lnTo>
                <a:lnTo>
                  <a:pt x="62154" y="101409"/>
                </a:lnTo>
                <a:lnTo>
                  <a:pt x="62154" y="111223"/>
                </a:lnTo>
                <a:lnTo>
                  <a:pt x="58883" y="111223"/>
                </a:lnTo>
                <a:lnTo>
                  <a:pt x="58883" y="117766"/>
                </a:lnTo>
                <a:lnTo>
                  <a:pt x="55612" y="117766"/>
                </a:lnTo>
                <a:lnTo>
                  <a:pt x="55612" y="121037"/>
                </a:lnTo>
                <a:lnTo>
                  <a:pt x="52340" y="121037"/>
                </a:lnTo>
                <a:lnTo>
                  <a:pt x="52340" y="124308"/>
                </a:lnTo>
                <a:lnTo>
                  <a:pt x="45798" y="124308"/>
                </a:lnTo>
                <a:lnTo>
                  <a:pt x="45798" y="127579"/>
                </a:lnTo>
                <a:lnTo>
                  <a:pt x="16356" y="127579"/>
                </a:lnTo>
                <a:lnTo>
                  <a:pt x="16356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0" y="111223"/>
                </a:lnTo>
                <a:lnTo>
                  <a:pt x="0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6543" y="94867"/>
                </a:lnTo>
                <a:lnTo>
                  <a:pt x="6543" y="88324"/>
                </a:lnTo>
                <a:lnTo>
                  <a:pt x="3271" y="88324"/>
                </a:lnTo>
                <a:lnTo>
                  <a:pt x="3271" y="78510"/>
                </a:lnTo>
                <a:lnTo>
                  <a:pt x="6543" y="78510"/>
                </a:lnTo>
                <a:lnTo>
                  <a:pt x="6543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19628" y="65425"/>
                </a:lnTo>
                <a:lnTo>
                  <a:pt x="19628" y="62154"/>
                </a:lnTo>
                <a:lnTo>
                  <a:pt x="49069" y="62154"/>
                </a:lnTo>
                <a:lnTo>
                  <a:pt x="49069" y="65425"/>
                </a:lnTo>
                <a:lnTo>
                  <a:pt x="55612" y="65425"/>
                </a:lnTo>
                <a:lnTo>
                  <a:pt x="55612" y="68697"/>
                </a:lnTo>
                <a:close/>
                <a:moveTo>
                  <a:pt x="58883" y="101409"/>
                </a:moveTo>
                <a:lnTo>
                  <a:pt x="62154" y="101409"/>
                </a:lnTo>
                <a:lnTo>
                  <a:pt x="62154" y="94867"/>
                </a:lnTo>
                <a:lnTo>
                  <a:pt x="58883" y="94867"/>
                </a:lnTo>
                <a:lnTo>
                  <a:pt x="58883" y="10140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isible source SEC-093 inset-1 region 347">
            <a:extLst xmlns:a="http://schemas.openxmlformats.org/drawingml/2006/main">
              <a:ext uri="{FF2B5EF4-FFF2-40B4-BE49-F238E27FC236}">
                <a16:creationId xmlns:a16="http://schemas.microsoft.com/office/drawing/2014/main" id="{19E4A319-1C06-4833-8538-EA8A4C7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302" y="1946567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3085"/>
                </a:lnTo>
                <a:lnTo>
                  <a:pt x="62154" y="13085"/>
                </a:lnTo>
                <a:lnTo>
                  <a:pt x="62154" y="29441"/>
                </a:lnTo>
                <a:lnTo>
                  <a:pt x="58883" y="29441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isible source SEC-093 inset-1 region 348">
            <a:extLst xmlns:a="http://schemas.openxmlformats.org/drawingml/2006/main">
              <a:ext uri="{FF2B5EF4-FFF2-40B4-BE49-F238E27FC236}">
                <a16:creationId xmlns:a16="http://schemas.microsoft.com/office/drawing/2014/main" id="{F55119AB-C137-4512-BDF0-A2CC446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52" y="1979279"/>
            <a:ext cx="71968" cy="55612"/>
          </a:xfrm>
          <a:custGeom xmlns:a="http://schemas.openxmlformats.org/drawingml/2006/main">
            <a:pathLst>
              <a:path w="71968" h="55612">
                <a:moveTo>
                  <a:pt x="3271" y="22899"/>
                </a:moveTo>
                <a:lnTo>
                  <a:pt x="6543" y="22899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5798"/>
                </a:lnTo>
                <a:lnTo>
                  <a:pt x="58883" y="45798"/>
                </a:lnTo>
                <a:lnTo>
                  <a:pt x="58883" y="49069"/>
                </a:lnTo>
                <a:lnTo>
                  <a:pt x="55612" y="49069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isible source SEC-093 inset-1 region 349">
            <a:extLst xmlns:a="http://schemas.openxmlformats.org/drawingml/2006/main">
              <a:ext uri="{FF2B5EF4-FFF2-40B4-BE49-F238E27FC236}">
                <a16:creationId xmlns:a16="http://schemas.microsoft.com/office/drawing/2014/main" id="{4DCF4679-B4FF-42D8-9BCF-B46A0E68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759" y="2031620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isible source SEC-093 inset-1 region 350">
            <a:extLst xmlns:a="http://schemas.openxmlformats.org/drawingml/2006/main">
              <a:ext uri="{FF2B5EF4-FFF2-40B4-BE49-F238E27FC236}">
                <a16:creationId xmlns:a16="http://schemas.microsoft.com/office/drawing/2014/main" id="{C726EEDE-DB18-4533-A850-FB803C1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407" y="2008721"/>
            <a:ext cx="340212" cy="140664"/>
          </a:xfrm>
          <a:custGeom xmlns:a="http://schemas.openxmlformats.org/drawingml/2006/main">
            <a:pathLst>
              <a:path w="340212" h="140664">
                <a:moveTo>
                  <a:pt x="65425" y="58883"/>
                </a:moveTo>
                <a:lnTo>
                  <a:pt x="65425" y="62154"/>
                </a:lnTo>
                <a:lnTo>
                  <a:pt x="78510" y="62154"/>
                </a:lnTo>
                <a:lnTo>
                  <a:pt x="78510" y="65425"/>
                </a:lnTo>
                <a:lnTo>
                  <a:pt x="85053" y="65425"/>
                </a:lnTo>
                <a:lnTo>
                  <a:pt x="85053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94867" y="65425"/>
                </a:lnTo>
                <a:lnTo>
                  <a:pt x="94867" y="58883"/>
                </a:lnTo>
                <a:lnTo>
                  <a:pt x="98138" y="58883"/>
                </a:lnTo>
                <a:lnTo>
                  <a:pt x="98138" y="52340"/>
                </a:lnTo>
                <a:lnTo>
                  <a:pt x="101409" y="52340"/>
                </a:lnTo>
                <a:lnTo>
                  <a:pt x="101409" y="49069"/>
                </a:lnTo>
                <a:lnTo>
                  <a:pt x="104681" y="49069"/>
                </a:lnTo>
                <a:lnTo>
                  <a:pt x="104681" y="45798"/>
                </a:lnTo>
                <a:lnTo>
                  <a:pt x="111223" y="45798"/>
                </a:lnTo>
                <a:lnTo>
                  <a:pt x="111223" y="42526"/>
                </a:lnTo>
                <a:lnTo>
                  <a:pt x="130851" y="42526"/>
                </a:lnTo>
                <a:lnTo>
                  <a:pt x="130851" y="45798"/>
                </a:lnTo>
                <a:lnTo>
                  <a:pt x="134122" y="45798"/>
                </a:lnTo>
                <a:lnTo>
                  <a:pt x="134122" y="42526"/>
                </a:lnTo>
                <a:lnTo>
                  <a:pt x="166835" y="42526"/>
                </a:lnTo>
                <a:lnTo>
                  <a:pt x="166835" y="45798"/>
                </a:lnTo>
                <a:lnTo>
                  <a:pt x="176648" y="45798"/>
                </a:lnTo>
                <a:lnTo>
                  <a:pt x="176648" y="42526"/>
                </a:lnTo>
                <a:lnTo>
                  <a:pt x="199547" y="42526"/>
                </a:lnTo>
                <a:lnTo>
                  <a:pt x="199547" y="39255"/>
                </a:lnTo>
                <a:lnTo>
                  <a:pt x="202818" y="39255"/>
                </a:lnTo>
                <a:lnTo>
                  <a:pt x="202818" y="32713"/>
                </a:lnTo>
                <a:lnTo>
                  <a:pt x="206090" y="32713"/>
                </a:lnTo>
                <a:lnTo>
                  <a:pt x="206090" y="29441"/>
                </a:lnTo>
                <a:lnTo>
                  <a:pt x="209361" y="29441"/>
                </a:lnTo>
                <a:lnTo>
                  <a:pt x="209361" y="26170"/>
                </a:lnTo>
                <a:lnTo>
                  <a:pt x="215904" y="26170"/>
                </a:lnTo>
                <a:lnTo>
                  <a:pt x="215904" y="22899"/>
                </a:lnTo>
                <a:lnTo>
                  <a:pt x="225717" y="22899"/>
                </a:lnTo>
                <a:lnTo>
                  <a:pt x="225717" y="16356"/>
                </a:lnTo>
                <a:lnTo>
                  <a:pt x="228989" y="16356"/>
                </a:lnTo>
                <a:lnTo>
                  <a:pt x="228989" y="9814"/>
                </a:lnTo>
                <a:lnTo>
                  <a:pt x="232260" y="9814"/>
                </a:lnTo>
                <a:lnTo>
                  <a:pt x="232260" y="6543"/>
                </a:lnTo>
                <a:lnTo>
                  <a:pt x="235531" y="6543"/>
                </a:lnTo>
                <a:lnTo>
                  <a:pt x="235531" y="3271"/>
                </a:lnTo>
                <a:lnTo>
                  <a:pt x="242074" y="3271"/>
                </a:lnTo>
                <a:lnTo>
                  <a:pt x="242074" y="0"/>
                </a:lnTo>
                <a:lnTo>
                  <a:pt x="251887" y="0"/>
                </a:lnTo>
                <a:lnTo>
                  <a:pt x="251887" y="3271"/>
                </a:lnTo>
                <a:lnTo>
                  <a:pt x="258430" y="3271"/>
                </a:lnTo>
                <a:lnTo>
                  <a:pt x="258430" y="6543"/>
                </a:lnTo>
                <a:lnTo>
                  <a:pt x="264973" y="6543"/>
                </a:lnTo>
                <a:lnTo>
                  <a:pt x="264973" y="3271"/>
                </a:lnTo>
                <a:lnTo>
                  <a:pt x="271515" y="3271"/>
                </a:lnTo>
                <a:lnTo>
                  <a:pt x="271515" y="0"/>
                </a:lnTo>
                <a:lnTo>
                  <a:pt x="281329" y="0"/>
                </a:lnTo>
                <a:lnTo>
                  <a:pt x="281329" y="3271"/>
                </a:lnTo>
                <a:lnTo>
                  <a:pt x="287871" y="3271"/>
                </a:lnTo>
                <a:lnTo>
                  <a:pt x="287871" y="6543"/>
                </a:lnTo>
                <a:lnTo>
                  <a:pt x="323855" y="6543"/>
                </a:lnTo>
                <a:lnTo>
                  <a:pt x="323855" y="9814"/>
                </a:lnTo>
                <a:lnTo>
                  <a:pt x="330398" y="9814"/>
                </a:lnTo>
                <a:lnTo>
                  <a:pt x="330398" y="13085"/>
                </a:lnTo>
                <a:lnTo>
                  <a:pt x="333669" y="13085"/>
                </a:lnTo>
                <a:lnTo>
                  <a:pt x="333669" y="16356"/>
                </a:lnTo>
                <a:lnTo>
                  <a:pt x="336940" y="16356"/>
                </a:lnTo>
                <a:lnTo>
                  <a:pt x="336940" y="22899"/>
                </a:lnTo>
                <a:lnTo>
                  <a:pt x="340212" y="22899"/>
                </a:lnTo>
                <a:lnTo>
                  <a:pt x="340212" y="32713"/>
                </a:lnTo>
                <a:lnTo>
                  <a:pt x="336940" y="32713"/>
                </a:lnTo>
                <a:lnTo>
                  <a:pt x="336940" y="39255"/>
                </a:lnTo>
                <a:lnTo>
                  <a:pt x="333669" y="39255"/>
                </a:lnTo>
                <a:lnTo>
                  <a:pt x="333669" y="42526"/>
                </a:lnTo>
                <a:lnTo>
                  <a:pt x="330398" y="42526"/>
                </a:lnTo>
                <a:lnTo>
                  <a:pt x="330398" y="45798"/>
                </a:lnTo>
                <a:lnTo>
                  <a:pt x="323855" y="45798"/>
                </a:lnTo>
                <a:lnTo>
                  <a:pt x="323855" y="49069"/>
                </a:lnTo>
                <a:lnTo>
                  <a:pt x="284600" y="49069"/>
                </a:lnTo>
                <a:lnTo>
                  <a:pt x="284600" y="45798"/>
                </a:lnTo>
                <a:lnTo>
                  <a:pt x="278058" y="45798"/>
                </a:lnTo>
                <a:lnTo>
                  <a:pt x="278058" y="42526"/>
                </a:lnTo>
                <a:lnTo>
                  <a:pt x="271515" y="42526"/>
                </a:lnTo>
                <a:lnTo>
                  <a:pt x="271515" y="39255"/>
                </a:lnTo>
                <a:lnTo>
                  <a:pt x="264973" y="39255"/>
                </a:lnTo>
                <a:lnTo>
                  <a:pt x="264973" y="35984"/>
                </a:lnTo>
                <a:lnTo>
                  <a:pt x="258430" y="35984"/>
                </a:lnTo>
                <a:lnTo>
                  <a:pt x="258430" y="39255"/>
                </a:lnTo>
                <a:lnTo>
                  <a:pt x="251887" y="39255"/>
                </a:lnTo>
                <a:lnTo>
                  <a:pt x="251887" y="42526"/>
                </a:lnTo>
                <a:lnTo>
                  <a:pt x="248616" y="42526"/>
                </a:lnTo>
                <a:lnTo>
                  <a:pt x="248616" y="49069"/>
                </a:lnTo>
                <a:lnTo>
                  <a:pt x="245345" y="49069"/>
                </a:lnTo>
                <a:lnTo>
                  <a:pt x="245345" y="55612"/>
                </a:lnTo>
                <a:lnTo>
                  <a:pt x="242074" y="55612"/>
                </a:lnTo>
                <a:lnTo>
                  <a:pt x="242074" y="58883"/>
                </a:lnTo>
                <a:lnTo>
                  <a:pt x="238802" y="58883"/>
                </a:lnTo>
                <a:lnTo>
                  <a:pt x="238802" y="62154"/>
                </a:lnTo>
                <a:lnTo>
                  <a:pt x="232260" y="62154"/>
                </a:lnTo>
                <a:lnTo>
                  <a:pt x="232260" y="65425"/>
                </a:lnTo>
                <a:lnTo>
                  <a:pt x="219175" y="65425"/>
                </a:lnTo>
                <a:lnTo>
                  <a:pt x="219175" y="68697"/>
                </a:lnTo>
                <a:lnTo>
                  <a:pt x="215904" y="68697"/>
                </a:lnTo>
                <a:lnTo>
                  <a:pt x="215904" y="75239"/>
                </a:lnTo>
                <a:lnTo>
                  <a:pt x="212632" y="75239"/>
                </a:lnTo>
                <a:lnTo>
                  <a:pt x="212632" y="81782"/>
                </a:lnTo>
                <a:lnTo>
                  <a:pt x="209361" y="81782"/>
                </a:lnTo>
                <a:lnTo>
                  <a:pt x="209361" y="88324"/>
                </a:lnTo>
                <a:lnTo>
                  <a:pt x="206090" y="88324"/>
                </a:lnTo>
                <a:lnTo>
                  <a:pt x="206090" y="91595"/>
                </a:lnTo>
                <a:lnTo>
                  <a:pt x="202818" y="91595"/>
                </a:lnTo>
                <a:lnTo>
                  <a:pt x="202818" y="94867"/>
                </a:lnTo>
                <a:lnTo>
                  <a:pt x="196276" y="94867"/>
                </a:lnTo>
                <a:lnTo>
                  <a:pt x="196276" y="98138"/>
                </a:lnTo>
                <a:lnTo>
                  <a:pt x="170106" y="98138"/>
                </a:lnTo>
                <a:lnTo>
                  <a:pt x="170106" y="94867"/>
                </a:lnTo>
                <a:lnTo>
                  <a:pt x="157021" y="94867"/>
                </a:lnTo>
                <a:lnTo>
                  <a:pt x="157021" y="98138"/>
                </a:lnTo>
                <a:lnTo>
                  <a:pt x="117766" y="98138"/>
                </a:lnTo>
                <a:lnTo>
                  <a:pt x="117766" y="101409"/>
                </a:lnTo>
                <a:lnTo>
                  <a:pt x="111223" y="101409"/>
                </a:lnTo>
                <a:lnTo>
                  <a:pt x="111223" y="107952"/>
                </a:lnTo>
                <a:lnTo>
                  <a:pt x="114494" y="107952"/>
                </a:lnTo>
                <a:lnTo>
                  <a:pt x="114494" y="114494"/>
                </a:lnTo>
                <a:lnTo>
                  <a:pt x="117766" y="114494"/>
                </a:lnTo>
                <a:lnTo>
                  <a:pt x="117766" y="124308"/>
                </a:lnTo>
                <a:lnTo>
                  <a:pt x="114494" y="124308"/>
                </a:lnTo>
                <a:lnTo>
                  <a:pt x="114494" y="130851"/>
                </a:lnTo>
                <a:lnTo>
                  <a:pt x="111223" y="130851"/>
                </a:lnTo>
                <a:lnTo>
                  <a:pt x="111223" y="134122"/>
                </a:lnTo>
                <a:lnTo>
                  <a:pt x="107952" y="134122"/>
                </a:lnTo>
                <a:lnTo>
                  <a:pt x="107952" y="137393"/>
                </a:lnTo>
                <a:lnTo>
                  <a:pt x="101409" y="137393"/>
                </a:lnTo>
                <a:lnTo>
                  <a:pt x="101409" y="140664"/>
                </a:lnTo>
                <a:lnTo>
                  <a:pt x="58883" y="140664"/>
                </a:lnTo>
                <a:lnTo>
                  <a:pt x="58883" y="137393"/>
                </a:lnTo>
                <a:lnTo>
                  <a:pt x="52340" y="137393"/>
                </a:lnTo>
                <a:lnTo>
                  <a:pt x="52340" y="134122"/>
                </a:lnTo>
                <a:lnTo>
                  <a:pt x="49069" y="134122"/>
                </a:lnTo>
                <a:lnTo>
                  <a:pt x="49069" y="130851"/>
                </a:lnTo>
                <a:lnTo>
                  <a:pt x="45798" y="130851"/>
                </a:lnTo>
                <a:lnTo>
                  <a:pt x="45798" y="127579"/>
                </a:lnTo>
                <a:lnTo>
                  <a:pt x="32713" y="127579"/>
                </a:lnTo>
                <a:lnTo>
                  <a:pt x="32713" y="124308"/>
                </a:lnTo>
                <a:lnTo>
                  <a:pt x="26170" y="124308"/>
                </a:lnTo>
                <a:lnTo>
                  <a:pt x="26170" y="127579"/>
                </a:lnTo>
                <a:lnTo>
                  <a:pt x="16356" y="127579"/>
                </a:lnTo>
                <a:lnTo>
                  <a:pt x="16356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0" y="111223"/>
                </a:lnTo>
                <a:lnTo>
                  <a:pt x="0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39255" y="62154"/>
                </a:lnTo>
                <a:lnTo>
                  <a:pt x="39255" y="65425"/>
                </a:lnTo>
                <a:lnTo>
                  <a:pt x="42526" y="65425"/>
                </a:lnTo>
                <a:lnTo>
                  <a:pt x="42526" y="68697"/>
                </a:lnTo>
                <a:lnTo>
                  <a:pt x="45798" y="68697"/>
                </a:lnTo>
                <a:lnTo>
                  <a:pt x="45798" y="65425"/>
                </a:lnTo>
                <a:lnTo>
                  <a:pt x="49069" y="65425"/>
                </a:lnTo>
                <a:lnTo>
                  <a:pt x="49069" y="62154"/>
                </a:lnTo>
                <a:lnTo>
                  <a:pt x="55612" y="62154"/>
                </a:lnTo>
                <a:lnTo>
                  <a:pt x="55612" y="58883"/>
                </a:lnTo>
                <a:lnTo>
                  <a:pt x="65425" y="5888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isible source SEC-093 inset-1 region 351">
            <a:extLst xmlns:a="http://schemas.openxmlformats.org/drawingml/2006/main">
              <a:ext uri="{FF2B5EF4-FFF2-40B4-BE49-F238E27FC236}">
                <a16:creationId xmlns:a16="http://schemas.microsoft.com/office/drawing/2014/main" id="{A67C67B1-FBEF-411A-ACB8-0491D54D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86" y="2067603"/>
            <a:ext cx="173377" cy="163563"/>
          </a:xfrm>
          <a:custGeom xmlns:a="http://schemas.openxmlformats.org/drawingml/2006/main">
            <a:pathLst>
              <a:path w="173377" h="163563">
                <a:moveTo>
                  <a:pt x="9814" y="9814"/>
                </a:move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42526"/>
                </a:lnTo>
                <a:lnTo>
                  <a:pt x="78510" y="42526"/>
                </a:lnTo>
                <a:lnTo>
                  <a:pt x="78510" y="49069"/>
                </a:lnTo>
                <a:lnTo>
                  <a:pt x="94867" y="49069"/>
                </a:lnTo>
                <a:lnTo>
                  <a:pt x="94867" y="52340"/>
                </a:lnTo>
                <a:lnTo>
                  <a:pt x="101409" y="52340"/>
                </a:lnTo>
                <a:lnTo>
                  <a:pt x="101409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21037" y="55612"/>
                </a:lnTo>
                <a:lnTo>
                  <a:pt x="121037" y="58883"/>
                </a:lnTo>
                <a:lnTo>
                  <a:pt x="124308" y="58883"/>
                </a:lnTo>
                <a:lnTo>
                  <a:pt x="124308" y="65425"/>
                </a:lnTo>
                <a:lnTo>
                  <a:pt x="127579" y="65425"/>
                </a:lnTo>
                <a:lnTo>
                  <a:pt x="127579" y="75239"/>
                </a:lnTo>
                <a:lnTo>
                  <a:pt x="124308" y="75239"/>
                </a:lnTo>
                <a:lnTo>
                  <a:pt x="124308" y="81782"/>
                </a:lnTo>
                <a:lnTo>
                  <a:pt x="121037" y="81782"/>
                </a:lnTo>
                <a:lnTo>
                  <a:pt x="121037" y="85053"/>
                </a:lnTo>
                <a:lnTo>
                  <a:pt x="117766" y="85053"/>
                </a:lnTo>
                <a:lnTo>
                  <a:pt x="117766" y="88324"/>
                </a:lnTo>
                <a:lnTo>
                  <a:pt x="111223" y="88324"/>
                </a:lnTo>
                <a:lnTo>
                  <a:pt x="111223" y="91595"/>
                </a:lnTo>
                <a:lnTo>
                  <a:pt x="104681" y="91595"/>
                </a:lnTo>
                <a:lnTo>
                  <a:pt x="104681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111223" y="98138"/>
                </a:lnTo>
                <a:lnTo>
                  <a:pt x="111223" y="104681"/>
                </a:lnTo>
                <a:lnTo>
                  <a:pt x="114494" y="104681"/>
                </a:lnTo>
                <a:lnTo>
                  <a:pt x="114494" y="107952"/>
                </a:lnTo>
                <a:lnTo>
                  <a:pt x="147207" y="107952"/>
                </a:lnTo>
                <a:lnTo>
                  <a:pt x="147207" y="111223"/>
                </a:lnTo>
                <a:lnTo>
                  <a:pt x="153750" y="111223"/>
                </a:lnTo>
                <a:lnTo>
                  <a:pt x="153750" y="114494"/>
                </a:lnTo>
                <a:lnTo>
                  <a:pt x="157021" y="114494"/>
                </a:lnTo>
                <a:lnTo>
                  <a:pt x="157021" y="117766"/>
                </a:lnTo>
                <a:lnTo>
                  <a:pt x="160292" y="117766"/>
                </a:lnTo>
                <a:lnTo>
                  <a:pt x="160292" y="124308"/>
                </a:lnTo>
                <a:lnTo>
                  <a:pt x="163563" y="124308"/>
                </a:lnTo>
                <a:lnTo>
                  <a:pt x="163563" y="127579"/>
                </a:lnTo>
                <a:lnTo>
                  <a:pt x="166835" y="127579"/>
                </a:lnTo>
                <a:lnTo>
                  <a:pt x="166835" y="130851"/>
                </a:lnTo>
                <a:lnTo>
                  <a:pt x="170106" y="130851"/>
                </a:lnTo>
                <a:lnTo>
                  <a:pt x="170106" y="137393"/>
                </a:lnTo>
                <a:lnTo>
                  <a:pt x="173377" y="137393"/>
                </a:lnTo>
                <a:lnTo>
                  <a:pt x="173377" y="147207"/>
                </a:lnTo>
                <a:lnTo>
                  <a:pt x="170106" y="147207"/>
                </a:lnTo>
                <a:lnTo>
                  <a:pt x="170106" y="153750"/>
                </a:lnTo>
                <a:lnTo>
                  <a:pt x="166835" y="153750"/>
                </a:lnTo>
                <a:lnTo>
                  <a:pt x="166835" y="157021"/>
                </a:lnTo>
                <a:lnTo>
                  <a:pt x="163563" y="157021"/>
                </a:lnTo>
                <a:lnTo>
                  <a:pt x="163563" y="160292"/>
                </a:lnTo>
                <a:lnTo>
                  <a:pt x="157021" y="160292"/>
                </a:lnTo>
                <a:lnTo>
                  <a:pt x="157021" y="163563"/>
                </a:lnTo>
                <a:lnTo>
                  <a:pt x="134122" y="163563"/>
                </a:lnTo>
                <a:lnTo>
                  <a:pt x="134122" y="160292"/>
                </a:lnTo>
                <a:lnTo>
                  <a:pt x="130851" y="160292"/>
                </a:lnTo>
                <a:lnTo>
                  <a:pt x="130851" y="163563"/>
                </a:lnTo>
                <a:lnTo>
                  <a:pt x="111223" y="163563"/>
                </a:lnTo>
                <a:lnTo>
                  <a:pt x="111223" y="160292"/>
                </a:lnTo>
                <a:lnTo>
                  <a:pt x="104681" y="160292"/>
                </a:lnTo>
                <a:lnTo>
                  <a:pt x="104681" y="157021"/>
                </a:lnTo>
                <a:lnTo>
                  <a:pt x="101409" y="157021"/>
                </a:lnTo>
                <a:lnTo>
                  <a:pt x="101409" y="153750"/>
                </a:lnTo>
                <a:lnTo>
                  <a:pt x="98138" y="153750"/>
                </a:lnTo>
                <a:lnTo>
                  <a:pt x="98138" y="147207"/>
                </a:lnTo>
                <a:lnTo>
                  <a:pt x="94867" y="147207"/>
                </a:lnTo>
                <a:lnTo>
                  <a:pt x="94867" y="140664"/>
                </a:lnTo>
                <a:lnTo>
                  <a:pt x="91595" y="140664"/>
                </a:lnTo>
                <a:lnTo>
                  <a:pt x="91595" y="134122"/>
                </a:lnTo>
                <a:lnTo>
                  <a:pt x="88324" y="134122"/>
                </a:lnTo>
                <a:lnTo>
                  <a:pt x="88324" y="130851"/>
                </a:lnTo>
                <a:lnTo>
                  <a:pt x="58883" y="130851"/>
                </a:lnTo>
                <a:lnTo>
                  <a:pt x="58883" y="127579"/>
                </a:lnTo>
                <a:lnTo>
                  <a:pt x="55612" y="127579"/>
                </a:lnTo>
                <a:lnTo>
                  <a:pt x="55612" y="124308"/>
                </a:lnTo>
                <a:lnTo>
                  <a:pt x="52340" y="124308"/>
                </a:lnTo>
                <a:lnTo>
                  <a:pt x="52340" y="121037"/>
                </a:lnTo>
                <a:lnTo>
                  <a:pt x="49069" y="121037"/>
                </a:lnTo>
                <a:lnTo>
                  <a:pt x="49069" y="114494"/>
                </a:lnTo>
                <a:lnTo>
                  <a:pt x="45798" y="114494"/>
                </a:lnTo>
                <a:lnTo>
                  <a:pt x="45798" y="104681"/>
                </a:lnTo>
                <a:lnTo>
                  <a:pt x="49069" y="104681"/>
                </a:lnTo>
                <a:lnTo>
                  <a:pt x="49069" y="98138"/>
                </a:lnTo>
                <a:lnTo>
                  <a:pt x="52340" y="98138"/>
                </a:lnTo>
                <a:lnTo>
                  <a:pt x="52340" y="94867"/>
                </a:lnTo>
                <a:lnTo>
                  <a:pt x="55612" y="94867"/>
                </a:lnTo>
                <a:lnTo>
                  <a:pt x="55612" y="91595"/>
                </a:lnTo>
                <a:lnTo>
                  <a:pt x="58883" y="91595"/>
                </a:lnTo>
                <a:lnTo>
                  <a:pt x="58883" y="88324"/>
                </a:lnTo>
                <a:lnTo>
                  <a:pt x="52340" y="88324"/>
                </a:lnTo>
                <a:lnTo>
                  <a:pt x="52340" y="85053"/>
                </a:lnTo>
                <a:lnTo>
                  <a:pt x="49069" y="85053"/>
                </a:lnTo>
                <a:lnTo>
                  <a:pt x="49069" y="81782"/>
                </a:lnTo>
                <a:lnTo>
                  <a:pt x="45798" y="81782"/>
                </a:lnTo>
                <a:lnTo>
                  <a:pt x="45798" y="75239"/>
                </a:lnTo>
                <a:lnTo>
                  <a:pt x="42526" y="75239"/>
                </a:lnTo>
                <a:lnTo>
                  <a:pt x="42526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isible source SEC-093 inset-1 region 352">
            <a:extLst xmlns:a="http://schemas.openxmlformats.org/drawingml/2006/main">
              <a:ext uri="{FF2B5EF4-FFF2-40B4-BE49-F238E27FC236}">
                <a16:creationId xmlns:a16="http://schemas.microsoft.com/office/drawing/2014/main" id="{DCCE3B7C-BE9B-4CC5-AAA1-91B06B79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88" y="2227896"/>
            <a:ext cx="124308" cy="107952"/>
          </a:xfrm>
          <a:custGeom xmlns:a="http://schemas.openxmlformats.org/drawingml/2006/main">
            <a:pathLst>
              <a:path w="124308" h="107952">
                <a:moveTo>
                  <a:pt x="9814" y="3271"/>
                </a:move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42526"/>
                </a:lnTo>
                <a:lnTo>
                  <a:pt x="81782" y="42526"/>
                </a:lnTo>
                <a:lnTo>
                  <a:pt x="81782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24308" y="52340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81782"/>
                </a:lnTo>
                <a:lnTo>
                  <a:pt x="121037" y="81782"/>
                </a:lnTo>
                <a:lnTo>
                  <a:pt x="121037" y="91595"/>
                </a:lnTo>
                <a:lnTo>
                  <a:pt x="117766" y="91595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11223" y="101409"/>
                </a:lnTo>
                <a:lnTo>
                  <a:pt x="111223" y="104681"/>
                </a:lnTo>
                <a:lnTo>
                  <a:pt x="104681" y="104681"/>
                </a:lnTo>
                <a:lnTo>
                  <a:pt x="104681" y="107952"/>
                </a:lnTo>
                <a:lnTo>
                  <a:pt x="58883" y="107952"/>
                </a:lnTo>
                <a:lnTo>
                  <a:pt x="58883" y="104681"/>
                </a:lnTo>
                <a:lnTo>
                  <a:pt x="52340" y="104681"/>
                </a:lnTo>
                <a:lnTo>
                  <a:pt x="52340" y="101409"/>
                </a:lnTo>
                <a:lnTo>
                  <a:pt x="49069" y="101409"/>
                </a:lnTo>
                <a:lnTo>
                  <a:pt x="49069" y="98138"/>
                </a:lnTo>
                <a:lnTo>
                  <a:pt x="45798" y="98138"/>
                </a:lnTo>
                <a:lnTo>
                  <a:pt x="45798" y="91595"/>
                </a:lnTo>
                <a:lnTo>
                  <a:pt x="42526" y="91595"/>
                </a:lnTo>
                <a:lnTo>
                  <a:pt x="42526" y="81782"/>
                </a:lnTo>
                <a:lnTo>
                  <a:pt x="45798" y="81782"/>
                </a:lnTo>
                <a:lnTo>
                  <a:pt x="45798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55612"/>
                </a:lnTo>
                <a:lnTo>
                  <a:pt x="45798" y="55612"/>
                </a:lnTo>
                <a:lnTo>
                  <a:pt x="45798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isible source SEC-093 inset-1 region 353">
            <a:extLst xmlns:a="http://schemas.openxmlformats.org/drawingml/2006/main">
              <a:ext uri="{FF2B5EF4-FFF2-40B4-BE49-F238E27FC236}">
                <a16:creationId xmlns:a16="http://schemas.microsoft.com/office/drawing/2014/main" id="{A4FA95D9-8243-4E74-BA22-2CFA6055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679" y="2208268"/>
            <a:ext cx="843987" cy="160292"/>
          </a:xfrm>
          <a:custGeom xmlns:a="http://schemas.openxmlformats.org/drawingml/2006/main">
            <a:pathLst>
              <a:path w="843987" h="160292">
                <a:moveTo>
                  <a:pt x="9814" y="65425"/>
                </a:move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35984" y="62154"/>
                </a:lnTo>
                <a:lnTo>
                  <a:pt x="35984" y="58883"/>
                </a:lnTo>
                <a:lnTo>
                  <a:pt x="94867" y="58883"/>
                </a:lnTo>
                <a:lnTo>
                  <a:pt x="94867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140664" y="52340"/>
                </a:lnTo>
                <a:lnTo>
                  <a:pt x="140664" y="55612"/>
                </a:lnTo>
                <a:lnTo>
                  <a:pt x="147207" y="55612"/>
                </a:lnTo>
                <a:lnTo>
                  <a:pt x="147207" y="52340"/>
                </a:lnTo>
                <a:lnTo>
                  <a:pt x="179920" y="52340"/>
                </a:lnTo>
                <a:lnTo>
                  <a:pt x="179920" y="45798"/>
                </a:lnTo>
                <a:lnTo>
                  <a:pt x="176648" y="45798"/>
                </a:lnTo>
                <a:lnTo>
                  <a:pt x="176648" y="35984"/>
                </a:lnTo>
                <a:lnTo>
                  <a:pt x="179920" y="35984"/>
                </a:lnTo>
                <a:lnTo>
                  <a:pt x="179920" y="29441"/>
                </a:lnTo>
                <a:lnTo>
                  <a:pt x="183191" y="29441"/>
                </a:lnTo>
                <a:lnTo>
                  <a:pt x="183191" y="26170"/>
                </a:lnTo>
                <a:lnTo>
                  <a:pt x="186462" y="26170"/>
                </a:lnTo>
                <a:lnTo>
                  <a:pt x="186462" y="22899"/>
                </a:lnTo>
                <a:lnTo>
                  <a:pt x="193005" y="22899"/>
                </a:lnTo>
                <a:lnTo>
                  <a:pt x="193005" y="19628"/>
                </a:lnTo>
                <a:lnTo>
                  <a:pt x="215904" y="19628"/>
                </a:lnTo>
                <a:lnTo>
                  <a:pt x="215904" y="22899"/>
                </a:lnTo>
                <a:lnTo>
                  <a:pt x="219175" y="22899"/>
                </a:lnTo>
                <a:lnTo>
                  <a:pt x="219175" y="16356"/>
                </a:lnTo>
                <a:lnTo>
                  <a:pt x="222446" y="16356"/>
                </a:lnTo>
                <a:lnTo>
                  <a:pt x="222446" y="9814"/>
                </a:lnTo>
                <a:lnTo>
                  <a:pt x="225717" y="9814"/>
                </a:lnTo>
                <a:lnTo>
                  <a:pt x="225717" y="6543"/>
                </a:lnTo>
                <a:lnTo>
                  <a:pt x="228989" y="6543"/>
                </a:lnTo>
                <a:lnTo>
                  <a:pt x="228989" y="3271"/>
                </a:lnTo>
                <a:lnTo>
                  <a:pt x="235531" y="3271"/>
                </a:lnTo>
                <a:lnTo>
                  <a:pt x="235531" y="0"/>
                </a:lnTo>
                <a:lnTo>
                  <a:pt x="281329" y="0"/>
                </a:lnTo>
                <a:lnTo>
                  <a:pt x="281329" y="3271"/>
                </a:lnTo>
                <a:lnTo>
                  <a:pt x="287871" y="3271"/>
                </a:lnTo>
                <a:lnTo>
                  <a:pt x="287871" y="6543"/>
                </a:lnTo>
                <a:lnTo>
                  <a:pt x="291143" y="6543"/>
                </a:lnTo>
                <a:lnTo>
                  <a:pt x="291143" y="9814"/>
                </a:lnTo>
                <a:lnTo>
                  <a:pt x="294414" y="9814"/>
                </a:lnTo>
                <a:lnTo>
                  <a:pt x="294414" y="16356"/>
                </a:lnTo>
                <a:lnTo>
                  <a:pt x="297685" y="16356"/>
                </a:lnTo>
                <a:lnTo>
                  <a:pt x="297685" y="26170"/>
                </a:lnTo>
                <a:lnTo>
                  <a:pt x="294414" y="26170"/>
                </a:lnTo>
                <a:lnTo>
                  <a:pt x="294414" y="32713"/>
                </a:lnTo>
                <a:lnTo>
                  <a:pt x="336940" y="32713"/>
                </a:lnTo>
                <a:lnTo>
                  <a:pt x="336940" y="35984"/>
                </a:lnTo>
                <a:lnTo>
                  <a:pt x="343483" y="35984"/>
                </a:lnTo>
                <a:lnTo>
                  <a:pt x="343483" y="39255"/>
                </a:lnTo>
                <a:lnTo>
                  <a:pt x="346754" y="39255"/>
                </a:lnTo>
                <a:lnTo>
                  <a:pt x="346754" y="45798"/>
                </a:lnTo>
                <a:lnTo>
                  <a:pt x="350025" y="45798"/>
                </a:lnTo>
                <a:lnTo>
                  <a:pt x="350025" y="58883"/>
                </a:lnTo>
                <a:lnTo>
                  <a:pt x="366382" y="58883"/>
                </a:lnTo>
                <a:lnTo>
                  <a:pt x="366382" y="55612"/>
                </a:lnTo>
                <a:lnTo>
                  <a:pt x="372924" y="55612"/>
                </a:lnTo>
                <a:lnTo>
                  <a:pt x="372924" y="52340"/>
                </a:lnTo>
                <a:lnTo>
                  <a:pt x="402366" y="52340"/>
                </a:lnTo>
                <a:lnTo>
                  <a:pt x="402366" y="49069"/>
                </a:lnTo>
                <a:lnTo>
                  <a:pt x="405637" y="49069"/>
                </a:lnTo>
                <a:lnTo>
                  <a:pt x="405637" y="42526"/>
                </a:lnTo>
                <a:lnTo>
                  <a:pt x="408908" y="42526"/>
                </a:lnTo>
                <a:lnTo>
                  <a:pt x="408908" y="39255"/>
                </a:lnTo>
                <a:lnTo>
                  <a:pt x="412180" y="39255"/>
                </a:lnTo>
                <a:lnTo>
                  <a:pt x="412180" y="35984"/>
                </a:lnTo>
                <a:lnTo>
                  <a:pt x="418722" y="35984"/>
                </a:lnTo>
                <a:lnTo>
                  <a:pt x="418722" y="32713"/>
                </a:lnTo>
                <a:lnTo>
                  <a:pt x="428536" y="32713"/>
                </a:lnTo>
                <a:lnTo>
                  <a:pt x="428536" y="35984"/>
                </a:lnTo>
                <a:lnTo>
                  <a:pt x="431807" y="35984"/>
                </a:lnTo>
                <a:lnTo>
                  <a:pt x="431807" y="32713"/>
                </a:lnTo>
                <a:lnTo>
                  <a:pt x="448163" y="32713"/>
                </a:lnTo>
                <a:lnTo>
                  <a:pt x="448163" y="26170"/>
                </a:lnTo>
                <a:lnTo>
                  <a:pt x="451435" y="26170"/>
                </a:lnTo>
                <a:lnTo>
                  <a:pt x="451435" y="22899"/>
                </a:lnTo>
                <a:lnTo>
                  <a:pt x="454706" y="22899"/>
                </a:lnTo>
                <a:lnTo>
                  <a:pt x="454706" y="19628"/>
                </a:lnTo>
                <a:lnTo>
                  <a:pt x="461249" y="19628"/>
                </a:lnTo>
                <a:lnTo>
                  <a:pt x="461249" y="16356"/>
                </a:lnTo>
                <a:lnTo>
                  <a:pt x="471062" y="16356"/>
                </a:lnTo>
                <a:lnTo>
                  <a:pt x="471062" y="19628"/>
                </a:lnTo>
                <a:lnTo>
                  <a:pt x="480876" y="19628"/>
                </a:lnTo>
                <a:lnTo>
                  <a:pt x="480876" y="16356"/>
                </a:lnTo>
                <a:lnTo>
                  <a:pt x="510317" y="16356"/>
                </a:lnTo>
                <a:lnTo>
                  <a:pt x="510317" y="19628"/>
                </a:lnTo>
                <a:lnTo>
                  <a:pt x="516860" y="19628"/>
                </a:lnTo>
                <a:lnTo>
                  <a:pt x="516860" y="22899"/>
                </a:lnTo>
                <a:lnTo>
                  <a:pt x="520131" y="22899"/>
                </a:lnTo>
                <a:lnTo>
                  <a:pt x="520131" y="26170"/>
                </a:lnTo>
                <a:lnTo>
                  <a:pt x="523403" y="26170"/>
                </a:lnTo>
                <a:lnTo>
                  <a:pt x="523403" y="32713"/>
                </a:lnTo>
                <a:lnTo>
                  <a:pt x="539759" y="32713"/>
                </a:lnTo>
                <a:lnTo>
                  <a:pt x="539759" y="26170"/>
                </a:lnTo>
                <a:lnTo>
                  <a:pt x="536488" y="26170"/>
                </a:lnTo>
                <a:lnTo>
                  <a:pt x="536488" y="16356"/>
                </a:lnTo>
                <a:lnTo>
                  <a:pt x="539759" y="16356"/>
                </a:lnTo>
                <a:lnTo>
                  <a:pt x="539759" y="9814"/>
                </a:lnTo>
                <a:lnTo>
                  <a:pt x="543030" y="9814"/>
                </a:lnTo>
                <a:lnTo>
                  <a:pt x="543030" y="6543"/>
                </a:lnTo>
                <a:lnTo>
                  <a:pt x="546301" y="6543"/>
                </a:lnTo>
                <a:lnTo>
                  <a:pt x="546301" y="3271"/>
                </a:lnTo>
                <a:lnTo>
                  <a:pt x="552844" y="3271"/>
                </a:lnTo>
                <a:lnTo>
                  <a:pt x="552844" y="0"/>
                </a:lnTo>
                <a:lnTo>
                  <a:pt x="601913" y="0"/>
                </a:lnTo>
                <a:lnTo>
                  <a:pt x="601913" y="3271"/>
                </a:lnTo>
                <a:lnTo>
                  <a:pt x="608455" y="3271"/>
                </a:lnTo>
                <a:lnTo>
                  <a:pt x="608455" y="6543"/>
                </a:lnTo>
                <a:lnTo>
                  <a:pt x="611727" y="6543"/>
                </a:lnTo>
                <a:lnTo>
                  <a:pt x="611727" y="13085"/>
                </a:lnTo>
                <a:lnTo>
                  <a:pt x="614998" y="13085"/>
                </a:lnTo>
                <a:lnTo>
                  <a:pt x="614998" y="29441"/>
                </a:lnTo>
                <a:lnTo>
                  <a:pt x="611727" y="29441"/>
                </a:lnTo>
                <a:lnTo>
                  <a:pt x="611727" y="32713"/>
                </a:lnTo>
                <a:lnTo>
                  <a:pt x="693508" y="32713"/>
                </a:lnTo>
                <a:lnTo>
                  <a:pt x="693508" y="35984"/>
                </a:lnTo>
                <a:lnTo>
                  <a:pt x="700051" y="35984"/>
                </a:lnTo>
                <a:lnTo>
                  <a:pt x="700051" y="39255"/>
                </a:lnTo>
                <a:lnTo>
                  <a:pt x="703322" y="39255"/>
                </a:lnTo>
                <a:lnTo>
                  <a:pt x="703322" y="42526"/>
                </a:lnTo>
                <a:lnTo>
                  <a:pt x="706593" y="42526"/>
                </a:lnTo>
                <a:lnTo>
                  <a:pt x="706593" y="49069"/>
                </a:lnTo>
                <a:lnTo>
                  <a:pt x="709865" y="49069"/>
                </a:lnTo>
                <a:lnTo>
                  <a:pt x="709865" y="58883"/>
                </a:lnTo>
                <a:lnTo>
                  <a:pt x="739306" y="58883"/>
                </a:lnTo>
                <a:lnTo>
                  <a:pt x="739306" y="62154"/>
                </a:lnTo>
                <a:lnTo>
                  <a:pt x="745849" y="62154"/>
                </a:lnTo>
                <a:lnTo>
                  <a:pt x="745849" y="65425"/>
                </a:lnTo>
                <a:lnTo>
                  <a:pt x="749120" y="65425"/>
                </a:lnTo>
                <a:lnTo>
                  <a:pt x="749120" y="68697"/>
                </a:lnTo>
                <a:lnTo>
                  <a:pt x="752391" y="68697"/>
                </a:lnTo>
                <a:lnTo>
                  <a:pt x="752391" y="75239"/>
                </a:lnTo>
                <a:lnTo>
                  <a:pt x="755662" y="75239"/>
                </a:lnTo>
                <a:lnTo>
                  <a:pt x="755662" y="85053"/>
                </a:lnTo>
                <a:lnTo>
                  <a:pt x="762205" y="85053"/>
                </a:lnTo>
                <a:lnTo>
                  <a:pt x="762205" y="81782"/>
                </a:lnTo>
                <a:lnTo>
                  <a:pt x="765476" y="81782"/>
                </a:lnTo>
                <a:lnTo>
                  <a:pt x="765476" y="68697"/>
                </a:lnTo>
                <a:lnTo>
                  <a:pt x="768748" y="68697"/>
                </a:lnTo>
                <a:lnTo>
                  <a:pt x="768748" y="62154"/>
                </a:lnTo>
                <a:lnTo>
                  <a:pt x="772019" y="62154"/>
                </a:lnTo>
                <a:lnTo>
                  <a:pt x="772019" y="58883"/>
                </a:lnTo>
                <a:lnTo>
                  <a:pt x="775290" y="58883"/>
                </a:lnTo>
                <a:lnTo>
                  <a:pt x="775290" y="55612"/>
                </a:lnTo>
                <a:lnTo>
                  <a:pt x="781833" y="55612"/>
                </a:lnTo>
                <a:lnTo>
                  <a:pt x="781833" y="52340"/>
                </a:lnTo>
                <a:lnTo>
                  <a:pt x="827630" y="52340"/>
                </a:lnTo>
                <a:lnTo>
                  <a:pt x="827630" y="55612"/>
                </a:lnTo>
                <a:lnTo>
                  <a:pt x="834173" y="55612"/>
                </a:lnTo>
                <a:lnTo>
                  <a:pt x="834173" y="58883"/>
                </a:lnTo>
                <a:lnTo>
                  <a:pt x="837444" y="58883"/>
                </a:lnTo>
                <a:lnTo>
                  <a:pt x="837444" y="62154"/>
                </a:lnTo>
                <a:lnTo>
                  <a:pt x="840715" y="62154"/>
                </a:lnTo>
                <a:lnTo>
                  <a:pt x="840715" y="68697"/>
                </a:lnTo>
                <a:lnTo>
                  <a:pt x="843987" y="68697"/>
                </a:lnTo>
                <a:lnTo>
                  <a:pt x="843987" y="91595"/>
                </a:lnTo>
                <a:lnTo>
                  <a:pt x="840715" y="91595"/>
                </a:lnTo>
                <a:lnTo>
                  <a:pt x="840715" y="98138"/>
                </a:lnTo>
                <a:lnTo>
                  <a:pt x="837444" y="98138"/>
                </a:lnTo>
                <a:lnTo>
                  <a:pt x="837444" y="101409"/>
                </a:lnTo>
                <a:lnTo>
                  <a:pt x="834173" y="101409"/>
                </a:lnTo>
                <a:lnTo>
                  <a:pt x="834173" y="104681"/>
                </a:lnTo>
                <a:lnTo>
                  <a:pt x="827630" y="104681"/>
                </a:lnTo>
                <a:lnTo>
                  <a:pt x="827630" y="107952"/>
                </a:lnTo>
                <a:lnTo>
                  <a:pt x="794918" y="107952"/>
                </a:lnTo>
                <a:lnTo>
                  <a:pt x="794918" y="111223"/>
                </a:lnTo>
                <a:lnTo>
                  <a:pt x="791646" y="111223"/>
                </a:lnTo>
                <a:lnTo>
                  <a:pt x="791646" y="117766"/>
                </a:lnTo>
                <a:lnTo>
                  <a:pt x="788375" y="117766"/>
                </a:lnTo>
                <a:lnTo>
                  <a:pt x="788375" y="121037"/>
                </a:lnTo>
                <a:lnTo>
                  <a:pt x="785104" y="121037"/>
                </a:lnTo>
                <a:lnTo>
                  <a:pt x="785104" y="124308"/>
                </a:lnTo>
                <a:lnTo>
                  <a:pt x="778561" y="124308"/>
                </a:lnTo>
                <a:lnTo>
                  <a:pt x="778561" y="127579"/>
                </a:lnTo>
                <a:lnTo>
                  <a:pt x="686966" y="127579"/>
                </a:lnTo>
                <a:lnTo>
                  <a:pt x="686966" y="124308"/>
                </a:lnTo>
                <a:lnTo>
                  <a:pt x="680423" y="124308"/>
                </a:lnTo>
                <a:lnTo>
                  <a:pt x="680423" y="121037"/>
                </a:lnTo>
                <a:lnTo>
                  <a:pt x="677152" y="121037"/>
                </a:lnTo>
                <a:lnTo>
                  <a:pt x="677152" y="117766"/>
                </a:lnTo>
                <a:lnTo>
                  <a:pt x="673881" y="117766"/>
                </a:lnTo>
                <a:lnTo>
                  <a:pt x="673881" y="111223"/>
                </a:lnTo>
                <a:lnTo>
                  <a:pt x="670610" y="111223"/>
                </a:lnTo>
                <a:lnTo>
                  <a:pt x="670610" y="101409"/>
                </a:lnTo>
                <a:lnTo>
                  <a:pt x="673881" y="101409"/>
                </a:lnTo>
                <a:lnTo>
                  <a:pt x="673881" y="94867"/>
                </a:lnTo>
                <a:lnTo>
                  <a:pt x="677152" y="94867"/>
                </a:lnTo>
                <a:lnTo>
                  <a:pt x="677152" y="85053"/>
                </a:lnTo>
                <a:lnTo>
                  <a:pt x="673881" y="85053"/>
                </a:lnTo>
                <a:lnTo>
                  <a:pt x="673881" y="75239"/>
                </a:lnTo>
                <a:lnTo>
                  <a:pt x="595370" y="75239"/>
                </a:lnTo>
                <a:lnTo>
                  <a:pt x="595370" y="71968"/>
                </a:lnTo>
                <a:lnTo>
                  <a:pt x="588828" y="71968"/>
                </a:lnTo>
                <a:lnTo>
                  <a:pt x="588828" y="68697"/>
                </a:lnTo>
                <a:lnTo>
                  <a:pt x="585557" y="68697"/>
                </a:lnTo>
                <a:lnTo>
                  <a:pt x="585557" y="65425"/>
                </a:lnTo>
                <a:lnTo>
                  <a:pt x="582285" y="65425"/>
                </a:lnTo>
                <a:lnTo>
                  <a:pt x="582285" y="58883"/>
                </a:lnTo>
                <a:lnTo>
                  <a:pt x="579014" y="58883"/>
                </a:lnTo>
                <a:lnTo>
                  <a:pt x="579014" y="49069"/>
                </a:lnTo>
                <a:lnTo>
                  <a:pt x="582285" y="49069"/>
                </a:lnTo>
                <a:lnTo>
                  <a:pt x="582285" y="42526"/>
                </a:lnTo>
                <a:lnTo>
                  <a:pt x="572472" y="42526"/>
                </a:lnTo>
                <a:lnTo>
                  <a:pt x="572472" y="49069"/>
                </a:lnTo>
                <a:lnTo>
                  <a:pt x="575743" y="49069"/>
                </a:lnTo>
                <a:lnTo>
                  <a:pt x="575743" y="58883"/>
                </a:lnTo>
                <a:lnTo>
                  <a:pt x="572472" y="58883"/>
                </a:lnTo>
                <a:lnTo>
                  <a:pt x="572472" y="65425"/>
                </a:lnTo>
                <a:lnTo>
                  <a:pt x="569200" y="65425"/>
                </a:lnTo>
                <a:lnTo>
                  <a:pt x="569200" y="68697"/>
                </a:lnTo>
                <a:lnTo>
                  <a:pt x="565929" y="68697"/>
                </a:lnTo>
                <a:lnTo>
                  <a:pt x="565929" y="71968"/>
                </a:lnTo>
                <a:lnTo>
                  <a:pt x="559386" y="71968"/>
                </a:lnTo>
                <a:lnTo>
                  <a:pt x="559386" y="75239"/>
                </a:lnTo>
                <a:lnTo>
                  <a:pt x="503775" y="75239"/>
                </a:lnTo>
                <a:lnTo>
                  <a:pt x="503775" y="71968"/>
                </a:lnTo>
                <a:lnTo>
                  <a:pt x="497232" y="71968"/>
                </a:lnTo>
                <a:lnTo>
                  <a:pt x="497232" y="68697"/>
                </a:lnTo>
                <a:lnTo>
                  <a:pt x="493961" y="68697"/>
                </a:lnTo>
                <a:lnTo>
                  <a:pt x="493961" y="65425"/>
                </a:lnTo>
                <a:lnTo>
                  <a:pt x="490690" y="65425"/>
                </a:lnTo>
                <a:lnTo>
                  <a:pt x="490690" y="58883"/>
                </a:lnTo>
                <a:lnTo>
                  <a:pt x="480876" y="58883"/>
                </a:lnTo>
                <a:lnTo>
                  <a:pt x="480876" y="65425"/>
                </a:lnTo>
                <a:lnTo>
                  <a:pt x="477605" y="65425"/>
                </a:lnTo>
                <a:lnTo>
                  <a:pt x="477605" y="68697"/>
                </a:lnTo>
                <a:lnTo>
                  <a:pt x="474334" y="68697"/>
                </a:lnTo>
                <a:lnTo>
                  <a:pt x="474334" y="71968"/>
                </a:lnTo>
                <a:lnTo>
                  <a:pt x="467791" y="71968"/>
                </a:lnTo>
                <a:lnTo>
                  <a:pt x="467791" y="75239"/>
                </a:lnTo>
                <a:lnTo>
                  <a:pt x="457977" y="75239"/>
                </a:lnTo>
                <a:lnTo>
                  <a:pt x="457977" y="71968"/>
                </a:lnTo>
                <a:lnTo>
                  <a:pt x="451435" y="71968"/>
                </a:lnTo>
                <a:lnTo>
                  <a:pt x="451435" y="75239"/>
                </a:lnTo>
                <a:lnTo>
                  <a:pt x="435078" y="75239"/>
                </a:lnTo>
                <a:lnTo>
                  <a:pt x="435078" y="81782"/>
                </a:lnTo>
                <a:lnTo>
                  <a:pt x="438350" y="81782"/>
                </a:lnTo>
                <a:lnTo>
                  <a:pt x="438350" y="91595"/>
                </a:lnTo>
                <a:lnTo>
                  <a:pt x="435078" y="91595"/>
                </a:lnTo>
                <a:lnTo>
                  <a:pt x="435078" y="98138"/>
                </a:lnTo>
                <a:lnTo>
                  <a:pt x="467791" y="98138"/>
                </a:lnTo>
                <a:lnTo>
                  <a:pt x="467791" y="101409"/>
                </a:lnTo>
                <a:lnTo>
                  <a:pt x="471062" y="101409"/>
                </a:lnTo>
                <a:lnTo>
                  <a:pt x="471062" y="104681"/>
                </a:lnTo>
                <a:lnTo>
                  <a:pt x="474334" y="104681"/>
                </a:lnTo>
                <a:lnTo>
                  <a:pt x="474334" y="107952"/>
                </a:lnTo>
                <a:lnTo>
                  <a:pt x="477605" y="107952"/>
                </a:lnTo>
                <a:lnTo>
                  <a:pt x="477605" y="111223"/>
                </a:lnTo>
                <a:lnTo>
                  <a:pt x="480876" y="111223"/>
                </a:lnTo>
                <a:lnTo>
                  <a:pt x="480876" y="117766"/>
                </a:lnTo>
                <a:lnTo>
                  <a:pt x="513589" y="117766"/>
                </a:lnTo>
                <a:lnTo>
                  <a:pt x="513589" y="121037"/>
                </a:lnTo>
                <a:lnTo>
                  <a:pt x="520131" y="121037"/>
                </a:lnTo>
                <a:lnTo>
                  <a:pt x="520131" y="124308"/>
                </a:lnTo>
                <a:lnTo>
                  <a:pt x="523403" y="124308"/>
                </a:lnTo>
                <a:lnTo>
                  <a:pt x="523403" y="127579"/>
                </a:lnTo>
                <a:lnTo>
                  <a:pt x="526674" y="127579"/>
                </a:lnTo>
                <a:lnTo>
                  <a:pt x="526674" y="134122"/>
                </a:lnTo>
                <a:lnTo>
                  <a:pt x="529945" y="134122"/>
                </a:lnTo>
                <a:lnTo>
                  <a:pt x="529945" y="143936"/>
                </a:lnTo>
                <a:lnTo>
                  <a:pt x="526674" y="143936"/>
                </a:lnTo>
                <a:lnTo>
                  <a:pt x="526674" y="150478"/>
                </a:lnTo>
                <a:lnTo>
                  <a:pt x="523403" y="150478"/>
                </a:lnTo>
                <a:lnTo>
                  <a:pt x="523403" y="153750"/>
                </a:lnTo>
                <a:lnTo>
                  <a:pt x="520131" y="153750"/>
                </a:lnTo>
                <a:lnTo>
                  <a:pt x="520131" y="157021"/>
                </a:lnTo>
                <a:lnTo>
                  <a:pt x="513589" y="157021"/>
                </a:lnTo>
                <a:lnTo>
                  <a:pt x="513589" y="160292"/>
                </a:lnTo>
                <a:lnTo>
                  <a:pt x="477605" y="160292"/>
                </a:lnTo>
                <a:lnTo>
                  <a:pt x="477605" y="157021"/>
                </a:lnTo>
                <a:lnTo>
                  <a:pt x="471062" y="157021"/>
                </a:lnTo>
                <a:lnTo>
                  <a:pt x="471062" y="153750"/>
                </a:lnTo>
                <a:lnTo>
                  <a:pt x="467791" y="153750"/>
                </a:lnTo>
                <a:lnTo>
                  <a:pt x="467791" y="150478"/>
                </a:lnTo>
                <a:lnTo>
                  <a:pt x="464520" y="150478"/>
                </a:lnTo>
                <a:lnTo>
                  <a:pt x="464520" y="143936"/>
                </a:lnTo>
                <a:lnTo>
                  <a:pt x="461249" y="143936"/>
                </a:lnTo>
                <a:lnTo>
                  <a:pt x="461249" y="140664"/>
                </a:lnTo>
                <a:lnTo>
                  <a:pt x="418722" y="140664"/>
                </a:lnTo>
                <a:lnTo>
                  <a:pt x="418722" y="137393"/>
                </a:lnTo>
                <a:lnTo>
                  <a:pt x="412180" y="137393"/>
                </a:lnTo>
                <a:lnTo>
                  <a:pt x="412180" y="134122"/>
                </a:lnTo>
                <a:lnTo>
                  <a:pt x="408908" y="134122"/>
                </a:lnTo>
                <a:lnTo>
                  <a:pt x="408908" y="130851"/>
                </a:lnTo>
                <a:lnTo>
                  <a:pt x="405637" y="130851"/>
                </a:lnTo>
                <a:lnTo>
                  <a:pt x="405637" y="124308"/>
                </a:lnTo>
                <a:lnTo>
                  <a:pt x="402366" y="124308"/>
                </a:lnTo>
                <a:lnTo>
                  <a:pt x="402366" y="114494"/>
                </a:lnTo>
                <a:lnTo>
                  <a:pt x="405637" y="114494"/>
                </a:lnTo>
                <a:lnTo>
                  <a:pt x="405637" y="107952"/>
                </a:lnTo>
                <a:lnTo>
                  <a:pt x="382738" y="107952"/>
                </a:lnTo>
                <a:lnTo>
                  <a:pt x="382738" y="111223"/>
                </a:lnTo>
                <a:lnTo>
                  <a:pt x="379467" y="111223"/>
                </a:lnTo>
                <a:lnTo>
                  <a:pt x="379467" y="117766"/>
                </a:lnTo>
                <a:lnTo>
                  <a:pt x="376196" y="117766"/>
                </a:lnTo>
                <a:lnTo>
                  <a:pt x="376196" y="121037"/>
                </a:lnTo>
                <a:lnTo>
                  <a:pt x="372924" y="121037"/>
                </a:lnTo>
                <a:lnTo>
                  <a:pt x="372924" y="124308"/>
                </a:lnTo>
                <a:lnTo>
                  <a:pt x="366382" y="124308"/>
                </a:lnTo>
                <a:lnTo>
                  <a:pt x="366382" y="127579"/>
                </a:lnTo>
                <a:lnTo>
                  <a:pt x="340212" y="127579"/>
                </a:lnTo>
                <a:lnTo>
                  <a:pt x="340212" y="124308"/>
                </a:lnTo>
                <a:lnTo>
                  <a:pt x="333669" y="124308"/>
                </a:lnTo>
                <a:lnTo>
                  <a:pt x="333669" y="121037"/>
                </a:lnTo>
                <a:lnTo>
                  <a:pt x="330398" y="121037"/>
                </a:lnTo>
                <a:lnTo>
                  <a:pt x="330398" y="117766"/>
                </a:lnTo>
                <a:lnTo>
                  <a:pt x="327127" y="117766"/>
                </a:lnTo>
                <a:lnTo>
                  <a:pt x="327127" y="111223"/>
                </a:lnTo>
                <a:lnTo>
                  <a:pt x="323855" y="111223"/>
                </a:lnTo>
                <a:lnTo>
                  <a:pt x="323855" y="101409"/>
                </a:lnTo>
                <a:lnTo>
                  <a:pt x="327127" y="101409"/>
                </a:lnTo>
                <a:lnTo>
                  <a:pt x="327127" y="98138"/>
                </a:lnTo>
                <a:lnTo>
                  <a:pt x="320584" y="98138"/>
                </a:lnTo>
                <a:lnTo>
                  <a:pt x="320584" y="94867"/>
                </a:lnTo>
                <a:lnTo>
                  <a:pt x="317313" y="94867"/>
                </a:lnTo>
                <a:lnTo>
                  <a:pt x="317313" y="91595"/>
                </a:lnTo>
                <a:lnTo>
                  <a:pt x="314042" y="91595"/>
                </a:lnTo>
                <a:lnTo>
                  <a:pt x="314042" y="85053"/>
                </a:lnTo>
                <a:lnTo>
                  <a:pt x="310770" y="85053"/>
                </a:lnTo>
                <a:lnTo>
                  <a:pt x="310770" y="75239"/>
                </a:lnTo>
                <a:lnTo>
                  <a:pt x="284600" y="75239"/>
                </a:lnTo>
                <a:lnTo>
                  <a:pt x="284600" y="71968"/>
                </a:lnTo>
                <a:lnTo>
                  <a:pt x="278058" y="71968"/>
                </a:lnTo>
                <a:lnTo>
                  <a:pt x="278058" y="68697"/>
                </a:lnTo>
                <a:lnTo>
                  <a:pt x="274786" y="68697"/>
                </a:lnTo>
                <a:lnTo>
                  <a:pt x="274786" y="62154"/>
                </a:lnTo>
                <a:lnTo>
                  <a:pt x="271515" y="62154"/>
                </a:lnTo>
                <a:lnTo>
                  <a:pt x="271515" y="45798"/>
                </a:lnTo>
                <a:lnTo>
                  <a:pt x="274786" y="45798"/>
                </a:lnTo>
                <a:lnTo>
                  <a:pt x="274786" y="42526"/>
                </a:lnTo>
                <a:lnTo>
                  <a:pt x="255159" y="42526"/>
                </a:lnTo>
                <a:lnTo>
                  <a:pt x="255159" y="45798"/>
                </a:lnTo>
                <a:lnTo>
                  <a:pt x="251887" y="45798"/>
                </a:lnTo>
                <a:lnTo>
                  <a:pt x="251887" y="52340"/>
                </a:lnTo>
                <a:lnTo>
                  <a:pt x="248616" y="52340"/>
                </a:lnTo>
                <a:lnTo>
                  <a:pt x="248616" y="55612"/>
                </a:lnTo>
                <a:lnTo>
                  <a:pt x="245345" y="55612"/>
                </a:lnTo>
                <a:lnTo>
                  <a:pt x="245345" y="58883"/>
                </a:lnTo>
                <a:lnTo>
                  <a:pt x="238802" y="58883"/>
                </a:lnTo>
                <a:lnTo>
                  <a:pt x="238802" y="62154"/>
                </a:lnTo>
                <a:lnTo>
                  <a:pt x="212632" y="62154"/>
                </a:lnTo>
                <a:lnTo>
                  <a:pt x="212632" y="65425"/>
                </a:lnTo>
                <a:lnTo>
                  <a:pt x="215904" y="65425"/>
                </a:lnTo>
                <a:lnTo>
                  <a:pt x="215904" y="81782"/>
                </a:lnTo>
                <a:lnTo>
                  <a:pt x="212632" y="81782"/>
                </a:lnTo>
                <a:lnTo>
                  <a:pt x="212632" y="85053"/>
                </a:lnTo>
                <a:lnTo>
                  <a:pt x="209361" y="85053"/>
                </a:lnTo>
                <a:lnTo>
                  <a:pt x="209361" y="88324"/>
                </a:lnTo>
                <a:lnTo>
                  <a:pt x="206090" y="88324"/>
                </a:lnTo>
                <a:lnTo>
                  <a:pt x="206090" y="91595"/>
                </a:lnTo>
                <a:lnTo>
                  <a:pt x="202818" y="91595"/>
                </a:lnTo>
                <a:lnTo>
                  <a:pt x="202818" y="98138"/>
                </a:lnTo>
                <a:lnTo>
                  <a:pt x="199547" y="98138"/>
                </a:lnTo>
                <a:lnTo>
                  <a:pt x="199547" y="101409"/>
                </a:lnTo>
                <a:lnTo>
                  <a:pt x="196276" y="101409"/>
                </a:lnTo>
                <a:lnTo>
                  <a:pt x="196276" y="104681"/>
                </a:lnTo>
                <a:lnTo>
                  <a:pt x="189733" y="104681"/>
                </a:lnTo>
                <a:lnTo>
                  <a:pt x="189733" y="107952"/>
                </a:lnTo>
                <a:lnTo>
                  <a:pt x="153750" y="107952"/>
                </a:lnTo>
                <a:lnTo>
                  <a:pt x="153750" y="104681"/>
                </a:lnTo>
                <a:lnTo>
                  <a:pt x="147207" y="104681"/>
                </a:lnTo>
                <a:lnTo>
                  <a:pt x="147207" y="107952"/>
                </a:lnTo>
                <a:lnTo>
                  <a:pt x="121037" y="107952"/>
                </a:lnTo>
                <a:lnTo>
                  <a:pt x="121037" y="124308"/>
                </a:lnTo>
                <a:lnTo>
                  <a:pt x="117766" y="124308"/>
                </a:lnTo>
                <a:lnTo>
                  <a:pt x="117766" y="127579"/>
                </a:lnTo>
                <a:lnTo>
                  <a:pt x="114494" y="127579"/>
                </a:lnTo>
                <a:lnTo>
                  <a:pt x="114494" y="130851"/>
                </a:lnTo>
                <a:lnTo>
                  <a:pt x="111223" y="130851"/>
                </a:lnTo>
                <a:lnTo>
                  <a:pt x="111223" y="134122"/>
                </a:lnTo>
                <a:lnTo>
                  <a:pt x="104681" y="134122"/>
                </a:lnTo>
                <a:lnTo>
                  <a:pt x="104681" y="137393"/>
                </a:lnTo>
                <a:lnTo>
                  <a:pt x="58883" y="137393"/>
                </a:lnTo>
                <a:lnTo>
                  <a:pt x="58883" y="134122"/>
                </a:lnTo>
                <a:lnTo>
                  <a:pt x="52340" y="134122"/>
                </a:lnTo>
                <a:lnTo>
                  <a:pt x="52340" y="130851"/>
                </a:lnTo>
                <a:lnTo>
                  <a:pt x="49069" y="130851"/>
                </a:lnTo>
                <a:lnTo>
                  <a:pt x="49069" y="127579"/>
                </a:lnTo>
                <a:lnTo>
                  <a:pt x="16356" y="127579"/>
                </a:lnTo>
                <a:lnTo>
                  <a:pt x="16356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0" y="111223"/>
                </a:lnTo>
                <a:lnTo>
                  <a:pt x="0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isible source SEC-093 inset-1 region 354">
            <a:extLst xmlns:a="http://schemas.openxmlformats.org/drawingml/2006/main">
              <a:ext uri="{FF2B5EF4-FFF2-40B4-BE49-F238E27FC236}">
                <a16:creationId xmlns:a16="http://schemas.microsoft.com/office/drawing/2014/main" id="{9469177E-487C-4F86-AD0A-C54F715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812" y="2335847"/>
            <a:ext cx="124308" cy="94867"/>
          </a:xfrm>
          <a:custGeom xmlns:a="http://schemas.openxmlformats.org/drawingml/2006/main">
            <a:pathLst>
              <a:path w="124308" h="94867">
                <a:moveTo>
                  <a:pt x="3271" y="16356"/>
                </a:move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14494" y="45798"/>
                </a:lnTo>
                <a:lnTo>
                  <a:pt x="114494" y="49069"/>
                </a:lnTo>
                <a:lnTo>
                  <a:pt x="117766" y="49069"/>
                </a:lnTo>
                <a:lnTo>
                  <a:pt x="117766" y="52340"/>
                </a:lnTo>
                <a:lnTo>
                  <a:pt x="121037" y="52340"/>
                </a:lnTo>
                <a:lnTo>
                  <a:pt x="121037" y="65425"/>
                </a:lnTo>
                <a:lnTo>
                  <a:pt x="124308" y="65425"/>
                </a:lnTo>
                <a:lnTo>
                  <a:pt x="124308" y="81782"/>
                </a:lnTo>
                <a:lnTo>
                  <a:pt x="121037" y="81782"/>
                </a:lnTo>
                <a:lnTo>
                  <a:pt x="121037" y="88324"/>
                </a:lnTo>
                <a:lnTo>
                  <a:pt x="117766" y="88324"/>
                </a:lnTo>
                <a:lnTo>
                  <a:pt x="117766" y="91595"/>
                </a:lnTo>
                <a:lnTo>
                  <a:pt x="111223" y="91595"/>
                </a:lnTo>
                <a:lnTo>
                  <a:pt x="111223" y="94867"/>
                </a:lnTo>
                <a:lnTo>
                  <a:pt x="94867" y="94867"/>
                </a:lnTo>
                <a:lnTo>
                  <a:pt x="94867" y="91595"/>
                </a:lnTo>
                <a:lnTo>
                  <a:pt x="91595" y="91595"/>
                </a:lnTo>
                <a:lnTo>
                  <a:pt x="91595" y="94867"/>
                </a:lnTo>
                <a:lnTo>
                  <a:pt x="58883" y="94867"/>
                </a:lnTo>
                <a:lnTo>
                  <a:pt x="58883" y="91595"/>
                </a:lnTo>
                <a:lnTo>
                  <a:pt x="55612" y="91595"/>
                </a:lnTo>
                <a:lnTo>
                  <a:pt x="55612" y="88324"/>
                </a:lnTo>
                <a:lnTo>
                  <a:pt x="52340" y="88324"/>
                </a:lnTo>
                <a:lnTo>
                  <a:pt x="52340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isible source SEC-093 inset-1 region 355">
            <a:extLst xmlns:a="http://schemas.openxmlformats.org/drawingml/2006/main">
              <a:ext uri="{FF2B5EF4-FFF2-40B4-BE49-F238E27FC236}">
                <a16:creationId xmlns:a16="http://schemas.microsoft.com/office/drawing/2014/main" id="{FBDC4817-26D0-4E47-B171-3DBF95F6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17" y="2424171"/>
            <a:ext cx="130851" cy="107952"/>
          </a:xfrm>
          <a:custGeom xmlns:a="http://schemas.openxmlformats.org/drawingml/2006/main">
            <a:pathLst>
              <a:path w="130851" h="10795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91595" y="42526"/>
                </a:lnTo>
                <a:lnTo>
                  <a:pt x="91595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55612"/>
                </a:lnTo>
                <a:lnTo>
                  <a:pt x="130851" y="55612"/>
                </a:lnTo>
                <a:lnTo>
                  <a:pt x="130851" y="71968"/>
                </a:lnTo>
                <a:lnTo>
                  <a:pt x="127579" y="71968"/>
                </a:lnTo>
                <a:lnTo>
                  <a:pt x="127579" y="81782"/>
                </a:lnTo>
                <a:lnTo>
                  <a:pt x="130851" y="81782"/>
                </a:lnTo>
                <a:lnTo>
                  <a:pt x="130851" y="91595"/>
                </a:lnTo>
                <a:lnTo>
                  <a:pt x="127579" y="91595"/>
                </a:lnTo>
                <a:lnTo>
                  <a:pt x="127579" y="98138"/>
                </a:lnTo>
                <a:lnTo>
                  <a:pt x="124308" y="98138"/>
                </a:lnTo>
                <a:lnTo>
                  <a:pt x="124308" y="101409"/>
                </a:lnTo>
                <a:lnTo>
                  <a:pt x="121037" y="101409"/>
                </a:lnTo>
                <a:lnTo>
                  <a:pt x="121037" y="104681"/>
                </a:lnTo>
                <a:lnTo>
                  <a:pt x="114494" y="104681"/>
                </a:lnTo>
                <a:lnTo>
                  <a:pt x="114494" y="107952"/>
                </a:lnTo>
                <a:lnTo>
                  <a:pt x="62154" y="107952"/>
                </a:lnTo>
                <a:lnTo>
                  <a:pt x="62154" y="104681"/>
                </a:lnTo>
                <a:lnTo>
                  <a:pt x="55612" y="104681"/>
                </a:lnTo>
                <a:lnTo>
                  <a:pt x="55612" y="101409"/>
                </a:lnTo>
                <a:lnTo>
                  <a:pt x="52340" y="101409"/>
                </a:lnTo>
                <a:lnTo>
                  <a:pt x="52340" y="98138"/>
                </a:lnTo>
                <a:lnTo>
                  <a:pt x="49069" y="98138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75239"/>
                </a:lnTo>
                <a:lnTo>
                  <a:pt x="52340" y="75239"/>
                </a:lnTo>
                <a:lnTo>
                  <a:pt x="52340" y="68697"/>
                </a:lnTo>
                <a:lnTo>
                  <a:pt x="49069" y="68697"/>
                </a:lnTo>
                <a:lnTo>
                  <a:pt x="49069" y="58883"/>
                </a:lnTo>
                <a:lnTo>
                  <a:pt x="52340" y="58883"/>
                </a:lnTo>
                <a:lnTo>
                  <a:pt x="52340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58883" y="49069"/>
                </a:lnTo>
                <a:lnTo>
                  <a:pt x="58883" y="45798"/>
                </a:lnTo>
                <a:lnTo>
                  <a:pt x="65425" y="45798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isible source SEC-093 inset-1 region 356">
            <a:extLst xmlns:a="http://schemas.openxmlformats.org/drawingml/2006/main">
              <a:ext uri="{FF2B5EF4-FFF2-40B4-BE49-F238E27FC236}">
                <a16:creationId xmlns:a16="http://schemas.microsoft.com/office/drawing/2014/main" id="{C152711A-79D5-48F9-98E0-4E7EE268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136" y="2407815"/>
            <a:ext cx="307499" cy="134122"/>
          </a:xfrm>
          <a:custGeom xmlns:a="http://schemas.openxmlformats.org/drawingml/2006/main">
            <a:pathLst>
              <a:path w="307499" h="134122">
                <a:moveTo>
                  <a:pt x="75239" y="130851"/>
                </a:moveTo>
                <a:lnTo>
                  <a:pt x="68697" y="130851"/>
                </a:lnTo>
                <a:lnTo>
                  <a:pt x="68697" y="127579"/>
                </a:lnTo>
                <a:lnTo>
                  <a:pt x="65425" y="127579"/>
                </a:lnTo>
                <a:lnTo>
                  <a:pt x="65425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9814" y="121037"/>
                </a:lnTo>
                <a:lnTo>
                  <a:pt x="9814" y="117766"/>
                </a:lnTo>
                <a:lnTo>
                  <a:pt x="6543" y="117766"/>
                </a:lnTo>
                <a:lnTo>
                  <a:pt x="6543" y="114494"/>
                </a:lnTo>
                <a:lnTo>
                  <a:pt x="3271" y="114494"/>
                </a:lnTo>
                <a:lnTo>
                  <a:pt x="3271" y="107952"/>
                </a:lnTo>
                <a:lnTo>
                  <a:pt x="0" y="107952"/>
                </a:lnTo>
                <a:lnTo>
                  <a:pt x="0" y="98138"/>
                </a:lnTo>
                <a:lnTo>
                  <a:pt x="3271" y="98138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62154" y="58883"/>
                </a:lnTo>
                <a:lnTo>
                  <a:pt x="62154" y="55612"/>
                </a:lnTo>
                <a:lnTo>
                  <a:pt x="117766" y="55612"/>
                </a:lnTo>
                <a:lnTo>
                  <a:pt x="117766" y="58883"/>
                </a:lnTo>
                <a:lnTo>
                  <a:pt x="199547" y="58883"/>
                </a:lnTo>
                <a:lnTo>
                  <a:pt x="199547" y="55612"/>
                </a:lnTo>
                <a:lnTo>
                  <a:pt x="193005" y="55612"/>
                </a:lnTo>
                <a:lnTo>
                  <a:pt x="193005" y="52340"/>
                </a:lnTo>
                <a:lnTo>
                  <a:pt x="189733" y="52340"/>
                </a:lnTo>
                <a:lnTo>
                  <a:pt x="189733" y="49069"/>
                </a:lnTo>
                <a:lnTo>
                  <a:pt x="186462" y="49069"/>
                </a:lnTo>
                <a:lnTo>
                  <a:pt x="186462" y="42526"/>
                </a:lnTo>
                <a:lnTo>
                  <a:pt x="183191" y="42526"/>
                </a:lnTo>
                <a:lnTo>
                  <a:pt x="183191" y="32713"/>
                </a:lnTo>
                <a:lnTo>
                  <a:pt x="186462" y="32713"/>
                </a:lnTo>
                <a:lnTo>
                  <a:pt x="186462" y="26170"/>
                </a:lnTo>
                <a:lnTo>
                  <a:pt x="189733" y="26170"/>
                </a:lnTo>
                <a:lnTo>
                  <a:pt x="189733" y="22899"/>
                </a:lnTo>
                <a:lnTo>
                  <a:pt x="193005" y="22899"/>
                </a:lnTo>
                <a:lnTo>
                  <a:pt x="193005" y="19628"/>
                </a:lnTo>
                <a:lnTo>
                  <a:pt x="199547" y="19628"/>
                </a:lnTo>
                <a:lnTo>
                  <a:pt x="199547" y="16356"/>
                </a:lnTo>
                <a:lnTo>
                  <a:pt x="228989" y="16356"/>
                </a:lnTo>
                <a:lnTo>
                  <a:pt x="228989" y="13085"/>
                </a:lnTo>
                <a:lnTo>
                  <a:pt x="232260" y="13085"/>
                </a:lnTo>
                <a:lnTo>
                  <a:pt x="232260" y="6543"/>
                </a:lnTo>
                <a:lnTo>
                  <a:pt x="235531" y="6543"/>
                </a:lnTo>
                <a:lnTo>
                  <a:pt x="235531" y="3271"/>
                </a:lnTo>
                <a:lnTo>
                  <a:pt x="242074" y="3271"/>
                </a:lnTo>
                <a:lnTo>
                  <a:pt x="242074" y="0"/>
                </a:lnTo>
                <a:lnTo>
                  <a:pt x="291143" y="0"/>
                </a:lnTo>
                <a:lnTo>
                  <a:pt x="291143" y="3271"/>
                </a:lnTo>
                <a:lnTo>
                  <a:pt x="297685" y="3271"/>
                </a:lnTo>
                <a:lnTo>
                  <a:pt x="297685" y="6543"/>
                </a:lnTo>
                <a:lnTo>
                  <a:pt x="300956" y="6543"/>
                </a:lnTo>
                <a:lnTo>
                  <a:pt x="300956" y="9814"/>
                </a:lnTo>
                <a:lnTo>
                  <a:pt x="304228" y="9814"/>
                </a:lnTo>
                <a:lnTo>
                  <a:pt x="304228" y="13085"/>
                </a:lnTo>
                <a:lnTo>
                  <a:pt x="307499" y="13085"/>
                </a:lnTo>
                <a:lnTo>
                  <a:pt x="307499" y="29441"/>
                </a:lnTo>
                <a:lnTo>
                  <a:pt x="304228" y="29441"/>
                </a:lnTo>
                <a:lnTo>
                  <a:pt x="304228" y="32713"/>
                </a:lnTo>
                <a:lnTo>
                  <a:pt x="300956" y="32713"/>
                </a:lnTo>
                <a:lnTo>
                  <a:pt x="300956" y="35984"/>
                </a:lnTo>
                <a:lnTo>
                  <a:pt x="297685" y="35984"/>
                </a:lnTo>
                <a:lnTo>
                  <a:pt x="297685" y="39255"/>
                </a:lnTo>
                <a:lnTo>
                  <a:pt x="294414" y="39255"/>
                </a:lnTo>
                <a:lnTo>
                  <a:pt x="294414" y="42526"/>
                </a:lnTo>
                <a:lnTo>
                  <a:pt x="258430" y="42526"/>
                </a:lnTo>
                <a:lnTo>
                  <a:pt x="258430" y="49069"/>
                </a:lnTo>
                <a:lnTo>
                  <a:pt x="255159" y="49069"/>
                </a:lnTo>
                <a:lnTo>
                  <a:pt x="255159" y="52340"/>
                </a:lnTo>
                <a:lnTo>
                  <a:pt x="251887" y="52340"/>
                </a:lnTo>
                <a:lnTo>
                  <a:pt x="251887" y="55612"/>
                </a:lnTo>
                <a:lnTo>
                  <a:pt x="245345" y="55612"/>
                </a:lnTo>
                <a:lnTo>
                  <a:pt x="245345" y="58883"/>
                </a:lnTo>
                <a:lnTo>
                  <a:pt x="202818" y="58883"/>
                </a:lnTo>
                <a:lnTo>
                  <a:pt x="202818" y="62154"/>
                </a:lnTo>
                <a:lnTo>
                  <a:pt x="206090" y="62154"/>
                </a:lnTo>
                <a:lnTo>
                  <a:pt x="206090" y="65425"/>
                </a:lnTo>
                <a:lnTo>
                  <a:pt x="209361" y="65425"/>
                </a:lnTo>
                <a:lnTo>
                  <a:pt x="209361" y="68697"/>
                </a:lnTo>
                <a:lnTo>
                  <a:pt x="212632" y="68697"/>
                </a:lnTo>
                <a:lnTo>
                  <a:pt x="212632" y="71968"/>
                </a:lnTo>
                <a:lnTo>
                  <a:pt x="215904" y="71968"/>
                </a:lnTo>
                <a:lnTo>
                  <a:pt x="215904" y="88324"/>
                </a:lnTo>
                <a:lnTo>
                  <a:pt x="219175" y="88324"/>
                </a:lnTo>
                <a:lnTo>
                  <a:pt x="219175" y="98138"/>
                </a:lnTo>
                <a:lnTo>
                  <a:pt x="215904" y="98138"/>
                </a:lnTo>
                <a:lnTo>
                  <a:pt x="215904" y="104681"/>
                </a:lnTo>
                <a:lnTo>
                  <a:pt x="212632" y="104681"/>
                </a:lnTo>
                <a:lnTo>
                  <a:pt x="212632" y="107952"/>
                </a:lnTo>
                <a:lnTo>
                  <a:pt x="209361" y="107952"/>
                </a:lnTo>
                <a:lnTo>
                  <a:pt x="209361" y="111223"/>
                </a:lnTo>
                <a:lnTo>
                  <a:pt x="202818" y="111223"/>
                </a:lnTo>
                <a:lnTo>
                  <a:pt x="202818" y="114494"/>
                </a:lnTo>
                <a:lnTo>
                  <a:pt x="124308" y="114494"/>
                </a:lnTo>
                <a:lnTo>
                  <a:pt x="124308" y="121037"/>
                </a:lnTo>
                <a:lnTo>
                  <a:pt x="121037" y="121037"/>
                </a:lnTo>
                <a:lnTo>
                  <a:pt x="121037" y="124308"/>
                </a:lnTo>
                <a:lnTo>
                  <a:pt x="117766" y="124308"/>
                </a:lnTo>
                <a:lnTo>
                  <a:pt x="117766" y="127579"/>
                </a:lnTo>
                <a:lnTo>
                  <a:pt x="114494" y="127579"/>
                </a:lnTo>
                <a:lnTo>
                  <a:pt x="114494" y="130851"/>
                </a:lnTo>
                <a:lnTo>
                  <a:pt x="107952" y="130851"/>
                </a:lnTo>
                <a:lnTo>
                  <a:pt x="107952" y="134122"/>
                </a:lnTo>
                <a:lnTo>
                  <a:pt x="75239" y="134122"/>
                </a:lnTo>
                <a:lnTo>
                  <a:pt x="75239" y="13085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isible source SEC-093 inset-1 region 357">
            <a:extLst xmlns:a="http://schemas.openxmlformats.org/drawingml/2006/main">
              <a:ext uri="{FF2B5EF4-FFF2-40B4-BE49-F238E27FC236}">
                <a16:creationId xmlns:a16="http://schemas.microsoft.com/office/drawing/2014/main" id="{F8D5361F-06F2-40BC-91BE-6B6DE7AC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355" y="2558293"/>
            <a:ext cx="124308" cy="55612"/>
          </a:xfrm>
          <a:custGeom xmlns:a="http://schemas.openxmlformats.org/drawingml/2006/main">
            <a:pathLst>
              <a:path w="124308" h="55612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107952" y="13085"/>
                </a:lnTo>
                <a:lnTo>
                  <a:pt x="107952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9441"/>
                </a:lnTo>
                <a:lnTo>
                  <a:pt x="124308" y="29441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isible source SEC-093 inset-1 region 358">
            <a:extLst xmlns:a="http://schemas.openxmlformats.org/drawingml/2006/main">
              <a:ext uri="{FF2B5EF4-FFF2-40B4-BE49-F238E27FC236}">
                <a16:creationId xmlns:a16="http://schemas.microsoft.com/office/drawing/2014/main" id="{9B5536EA-CB1F-40DF-AE4D-9EA27644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28" y="144279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isible source SEC-093 inset-1 region 359">
            <a:extLst xmlns:a="http://schemas.openxmlformats.org/drawingml/2006/main">
              <a:ext uri="{FF2B5EF4-FFF2-40B4-BE49-F238E27FC236}">
                <a16:creationId xmlns:a16="http://schemas.microsoft.com/office/drawing/2014/main" id="{4446A790-5AC4-4753-8CF1-30D1A257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50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isible source SEC-093 inset-1 region 360">
            <a:extLst xmlns:a="http://schemas.openxmlformats.org/drawingml/2006/main">
              <a:ext uri="{FF2B5EF4-FFF2-40B4-BE49-F238E27FC236}">
                <a16:creationId xmlns:a16="http://schemas.microsoft.com/office/drawing/2014/main" id="{62198BB7-545E-4231-AF7A-338B2E6F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752" y="1609626"/>
            <a:ext cx="42526" cy="42526"/>
          </a:xfrm>
          <a:custGeom xmlns:a="http://schemas.openxmlformats.org/drawingml/2006/main">
            <a:pathLst>
              <a:path w="42526" h="42526">
                <a:moveTo>
                  <a:pt x="32713" y="6543"/>
                </a:move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isible source SEC-093 inset-1 region 361">
            <a:extLst xmlns:a="http://schemas.openxmlformats.org/drawingml/2006/main">
              <a:ext uri="{FF2B5EF4-FFF2-40B4-BE49-F238E27FC236}">
                <a16:creationId xmlns:a16="http://schemas.microsoft.com/office/drawing/2014/main" id="{BEC29939-8D3A-4A1E-80B0-3A53F2B9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178" y="1671780"/>
            <a:ext cx="88324" cy="68697"/>
          </a:xfrm>
          <a:custGeom xmlns:a="http://schemas.openxmlformats.org/drawingml/2006/main">
            <a:pathLst>
              <a:path w="88324" h="68697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68697" y="42526"/>
                </a:lnTo>
                <a:lnTo>
                  <a:pt x="68697" y="52340"/>
                </a:lnTo>
                <a:lnTo>
                  <a:pt x="65425" y="52340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58883" y="62154"/>
                </a:lnTo>
                <a:lnTo>
                  <a:pt x="58883" y="65425"/>
                </a:lnTo>
                <a:lnTo>
                  <a:pt x="52340" y="65425"/>
                </a:lnTo>
                <a:lnTo>
                  <a:pt x="52340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35984" y="65425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26170" y="26170"/>
                </a:lnTo>
                <a:lnTo>
                  <a:pt x="26170" y="29441"/>
                </a:lnTo>
                <a:lnTo>
                  <a:pt x="32713" y="29441"/>
                </a:lnTo>
                <a:lnTo>
                  <a:pt x="32713" y="32713"/>
                </a:lnTo>
                <a:lnTo>
                  <a:pt x="35984" y="32713"/>
                </a:lnTo>
                <a:lnTo>
                  <a:pt x="35984" y="29441"/>
                </a:lnTo>
                <a:lnTo>
                  <a:pt x="42526" y="29441"/>
                </a:lnTo>
                <a:lnTo>
                  <a:pt x="42526" y="26170"/>
                </a:lnTo>
                <a:lnTo>
                  <a:pt x="45798" y="26170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isible source SEC-093 inset-1 region 362">
            <a:extLst xmlns:a="http://schemas.openxmlformats.org/drawingml/2006/main">
              <a:ext uri="{FF2B5EF4-FFF2-40B4-BE49-F238E27FC236}">
                <a16:creationId xmlns:a16="http://schemas.microsoft.com/office/drawing/2014/main" id="{9D89A40E-E998-47D1-AD22-CF925382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598" y="1747019"/>
            <a:ext cx="124308" cy="45798"/>
          </a:xfrm>
          <a:custGeom xmlns:a="http://schemas.openxmlformats.org/drawingml/2006/main">
            <a:pathLst>
              <a:path w="124308" h="45798">
                <a:moveTo>
                  <a:pt x="35984" y="9814"/>
                </a:moveTo>
                <a:lnTo>
                  <a:pt x="35984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52340" y="42526"/>
                </a:lnTo>
                <a:lnTo>
                  <a:pt x="52340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26170" y="42526"/>
                </a:lnTo>
                <a:lnTo>
                  <a:pt x="26170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6170" y="3271"/>
                </a:lnTo>
                <a:lnTo>
                  <a:pt x="26170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isible source SEC-093 inset-1 region 363">
            <a:extLst xmlns:a="http://schemas.openxmlformats.org/drawingml/2006/main">
              <a:ext uri="{FF2B5EF4-FFF2-40B4-BE49-F238E27FC236}">
                <a16:creationId xmlns:a16="http://schemas.microsoft.com/office/drawing/2014/main" id="{67A23095-A3A9-42D7-ABDE-2F73AAA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821" y="1789546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isible source SEC-093 inset-1 region 364">
            <a:extLst xmlns:a="http://schemas.openxmlformats.org/drawingml/2006/main">
              <a:ext uri="{FF2B5EF4-FFF2-40B4-BE49-F238E27FC236}">
                <a16:creationId xmlns:a16="http://schemas.microsoft.com/office/drawing/2014/main" id="{93FA3353-6B69-4961-8ECC-366834A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0" y="1822259"/>
            <a:ext cx="215904" cy="114494"/>
          </a:xfrm>
          <a:custGeom xmlns:a="http://schemas.openxmlformats.org/drawingml/2006/main">
            <a:pathLst>
              <a:path w="215904" h="114494">
                <a:moveTo>
                  <a:pt x="42526" y="32713"/>
                </a:moveTo>
                <a:lnTo>
                  <a:pt x="45798" y="32713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26170"/>
                </a:lnTo>
                <a:lnTo>
                  <a:pt x="55612" y="26170"/>
                </a:lnTo>
                <a:lnTo>
                  <a:pt x="55612" y="22899"/>
                </a:lnTo>
                <a:lnTo>
                  <a:pt x="65425" y="22899"/>
                </a:lnTo>
                <a:lnTo>
                  <a:pt x="65425" y="26170"/>
                </a:lnTo>
                <a:lnTo>
                  <a:pt x="71968" y="26170"/>
                </a:lnTo>
                <a:lnTo>
                  <a:pt x="71968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85053" y="35984"/>
                </a:lnTo>
                <a:lnTo>
                  <a:pt x="85053" y="32713"/>
                </a:lnTo>
                <a:lnTo>
                  <a:pt x="88324" y="32713"/>
                </a:lnTo>
                <a:lnTo>
                  <a:pt x="88324" y="29441"/>
                </a:lnTo>
                <a:lnTo>
                  <a:pt x="91595" y="29441"/>
                </a:lnTo>
                <a:lnTo>
                  <a:pt x="91595" y="26170"/>
                </a:lnTo>
                <a:lnTo>
                  <a:pt x="98138" y="26170"/>
                </a:lnTo>
                <a:lnTo>
                  <a:pt x="98138" y="22899"/>
                </a:lnTo>
                <a:lnTo>
                  <a:pt x="107952" y="22899"/>
                </a:lnTo>
                <a:lnTo>
                  <a:pt x="107952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17766" y="29441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19628"/>
                </a:lnTo>
                <a:lnTo>
                  <a:pt x="124308" y="19628"/>
                </a:lnTo>
                <a:lnTo>
                  <a:pt x="124308" y="16356"/>
                </a:lnTo>
                <a:lnTo>
                  <a:pt x="130851" y="16356"/>
                </a:lnTo>
                <a:lnTo>
                  <a:pt x="130851" y="13085"/>
                </a:lnTo>
                <a:lnTo>
                  <a:pt x="140664" y="13085"/>
                </a:lnTo>
                <a:lnTo>
                  <a:pt x="140664" y="9814"/>
                </a:lnTo>
                <a:lnTo>
                  <a:pt x="143936" y="9814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3271"/>
                </a:lnTo>
                <a:lnTo>
                  <a:pt x="153750" y="3271"/>
                </a:lnTo>
                <a:lnTo>
                  <a:pt x="153750" y="0"/>
                </a:lnTo>
                <a:lnTo>
                  <a:pt x="163563" y="0"/>
                </a:lnTo>
                <a:lnTo>
                  <a:pt x="163563" y="3271"/>
                </a:lnTo>
                <a:lnTo>
                  <a:pt x="170106" y="3271"/>
                </a:lnTo>
                <a:lnTo>
                  <a:pt x="170106" y="6543"/>
                </a:lnTo>
                <a:lnTo>
                  <a:pt x="173377" y="6543"/>
                </a:lnTo>
                <a:lnTo>
                  <a:pt x="173377" y="9814"/>
                </a:lnTo>
                <a:lnTo>
                  <a:pt x="179920" y="9814"/>
                </a:lnTo>
                <a:lnTo>
                  <a:pt x="179920" y="6543"/>
                </a:lnTo>
                <a:lnTo>
                  <a:pt x="183191" y="6543"/>
                </a:lnTo>
                <a:lnTo>
                  <a:pt x="183191" y="3271"/>
                </a:lnTo>
                <a:lnTo>
                  <a:pt x="189733" y="3271"/>
                </a:lnTo>
                <a:lnTo>
                  <a:pt x="189733" y="0"/>
                </a:lnTo>
                <a:lnTo>
                  <a:pt x="199547" y="0"/>
                </a:lnTo>
                <a:lnTo>
                  <a:pt x="199547" y="3271"/>
                </a:lnTo>
                <a:lnTo>
                  <a:pt x="206090" y="3271"/>
                </a:lnTo>
                <a:lnTo>
                  <a:pt x="206090" y="6543"/>
                </a:lnTo>
                <a:lnTo>
                  <a:pt x="209361" y="6543"/>
                </a:lnTo>
                <a:lnTo>
                  <a:pt x="209361" y="9814"/>
                </a:lnTo>
                <a:lnTo>
                  <a:pt x="212632" y="9814"/>
                </a:lnTo>
                <a:lnTo>
                  <a:pt x="212632" y="16356"/>
                </a:lnTo>
                <a:lnTo>
                  <a:pt x="215904" y="16356"/>
                </a:lnTo>
                <a:lnTo>
                  <a:pt x="215904" y="26170"/>
                </a:lnTo>
                <a:lnTo>
                  <a:pt x="212632" y="26170"/>
                </a:lnTo>
                <a:lnTo>
                  <a:pt x="212632" y="32713"/>
                </a:lnTo>
                <a:lnTo>
                  <a:pt x="209361" y="32713"/>
                </a:lnTo>
                <a:lnTo>
                  <a:pt x="209361" y="35984"/>
                </a:lnTo>
                <a:lnTo>
                  <a:pt x="206090" y="35984"/>
                </a:lnTo>
                <a:lnTo>
                  <a:pt x="206090" y="39255"/>
                </a:lnTo>
                <a:lnTo>
                  <a:pt x="199547" y="39255"/>
                </a:lnTo>
                <a:lnTo>
                  <a:pt x="199547" y="42526"/>
                </a:lnTo>
                <a:lnTo>
                  <a:pt x="189733" y="42526"/>
                </a:lnTo>
                <a:lnTo>
                  <a:pt x="189733" y="39255"/>
                </a:lnTo>
                <a:lnTo>
                  <a:pt x="183191" y="39255"/>
                </a:lnTo>
                <a:lnTo>
                  <a:pt x="183191" y="35984"/>
                </a:lnTo>
                <a:lnTo>
                  <a:pt x="179920" y="35984"/>
                </a:lnTo>
                <a:lnTo>
                  <a:pt x="179920" y="32713"/>
                </a:lnTo>
                <a:lnTo>
                  <a:pt x="173377" y="32713"/>
                </a:lnTo>
                <a:lnTo>
                  <a:pt x="173377" y="35984"/>
                </a:lnTo>
                <a:lnTo>
                  <a:pt x="170106" y="35984"/>
                </a:lnTo>
                <a:lnTo>
                  <a:pt x="170106" y="39255"/>
                </a:lnTo>
                <a:lnTo>
                  <a:pt x="163563" y="39255"/>
                </a:lnTo>
                <a:lnTo>
                  <a:pt x="163563" y="42526"/>
                </a:lnTo>
                <a:lnTo>
                  <a:pt x="157021" y="42526"/>
                </a:lnTo>
                <a:lnTo>
                  <a:pt x="157021" y="45798"/>
                </a:lnTo>
                <a:lnTo>
                  <a:pt x="153750" y="45798"/>
                </a:lnTo>
                <a:lnTo>
                  <a:pt x="153750" y="49069"/>
                </a:lnTo>
                <a:lnTo>
                  <a:pt x="150478" y="49069"/>
                </a:lnTo>
                <a:lnTo>
                  <a:pt x="150478" y="52340"/>
                </a:lnTo>
                <a:lnTo>
                  <a:pt x="143936" y="52340"/>
                </a:lnTo>
                <a:lnTo>
                  <a:pt x="143936" y="55612"/>
                </a:lnTo>
                <a:lnTo>
                  <a:pt x="130851" y="55612"/>
                </a:lnTo>
                <a:lnTo>
                  <a:pt x="130851" y="52340"/>
                </a:lnTo>
                <a:lnTo>
                  <a:pt x="124308" y="52340"/>
                </a:lnTo>
                <a:lnTo>
                  <a:pt x="124308" y="49069"/>
                </a:lnTo>
                <a:lnTo>
                  <a:pt x="121037" y="49069"/>
                </a:lnTo>
                <a:lnTo>
                  <a:pt x="121037" y="55612"/>
                </a:lnTo>
                <a:lnTo>
                  <a:pt x="117766" y="55612"/>
                </a:lnTo>
                <a:lnTo>
                  <a:pt x="117766" y="58883"/>
                </a:lnTo>
                <a:lnTo>
                  <a:pt x="114494" y="58883"/>
                </a:lnTo>
                <a:lnTo>
                  <a:pt x="114494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98138" y="65425"/>
                </a:lnTo>
                <a:lnTo>
                  <a:pt x="98138" y="68697"/>
                </a:lnTo>
                <a:lnTo>
                  <a:pt x="94867" y="68697"/>
                </a:lnTo>
                <a:lnTo>
                  <a:pt x="94867" y="71968"/>
                </a:lnTo>
                <a:lnTo>
                  <a:pt x="91595" y="71968"/>
                </a:lnTo>
                <a:lnTo>
                  <a:pt x="91595" y="75239"/>
                </a:lnTo>
                <a:lnTo>
                  <a:pt x="85053" y="75239"/>
                </a:lnTo>
                <a:lnTo>
                  <a:pt x="85053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75239" y="81782"/>
                </a:lnTo>
                <a:lnTo>
                  <a:pt x="75239" y="85053"/>
                </a:lnTo>
                <a:lnTo>
                  <a:pt x="71968" y="85053"/>
                </a:lnTo>
                <a:lnTo>
                  <a:pt x="71968" y="88324"/>
                </a:lnTo>
                <a:lnTo>
                  <a:pt x="68697" y="88324"/>
                </a:lnTo>
                <a:lnTo>
                  <a:pt x="68697" y="98138"/>
                </a:lnTo>
                <a:lnTo>
                  <a:pt x="65425" y="98138"/>
                </a:lnTo>
                <a:lnTo>
                  <a:pt x="65425" y="104681"/>
                </a:lnTo>
                <a:lnTo>
                  <a:pt x="62154" y="104681"/>
                </a:lnTo>
                <a:lnTo>
                  <a:pt x="62154" y="107952"/>
                </a:lnTo>
                <a:lnTo>
                  <a:pt x="58883" y="107952"/>
                </a:lnTo>
                <a:lnTo>
                  <a:pt x="58883" y="111223"/>
                </a:lnTo>
                <a:lnTo>
                  <a:pt x="52340" y="111223"/>
                </a:lnTo>
                <a:lnTo>
                  <a:pt x="52340" y="114494"/>
                </a:lnTo>
                <a:lnTo>
                  <a:pt x="16356" y="114494"/>
                </a:lnTo>
                <a:lnTo>
                  <a:pt x="16356" y="111223"/>
                </a:lnTo>
                <a:lnTo>
                  <a:pt x="9814" y="111223"/>
                </a:lnTo>
                <a:lnTo>
                  <a:pt x="9814" y="107952"/>
                </a:lnTo>
                <a:lnTo>
                  <a:pt x="6543" y="107952"/>
                </a:lnTo>
                <a:lnTo>
                  <a:pt x="6543" y="104681"/>
                </a:lnTo>
                <a:lnTo>
                  <a:pt x="3271" y="104681"/>
                </a:lnTo>
                <a:lnTo>
                  <a:pt x="3271" y="98138"/>
                </a:lnTo>
                <a:lnTo>
                  <a:pt x="0" y="98138"/>
                </a:lnTo>
                <a:lnTo>
                  <a:pt x="0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6543" y="81782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5425"/>
                </a:lnTo>
                <a:lnTo>
                  <a:pt x="6543" y="65425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19628" y="52340"/>
                </a:lnTo>
                <a:lnTo>
                  <a:pt x="19628" y="49069"/>
                </a:lnTo>
                <a:lnTo>
                  <a:pt x="29441" y="49069"/>
                </a:lnTo>
                <a:lnTo>
                  <a:pt x="29441" y="52340"/>
                </a:lnTo>
                <a:lnTo>
                  <a:pt x="35984" y="52340"/>
                </a:lnTo>
                <a:lnTo>
                  <a:pt x="35984" y="55612"/>
                </a:lnTo>
                <a:lnTo>
                  <a:pt x="39255" y="55612"/>
                </a:lnTo>
                <a:lnTo>
                  <a:pt x="39255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39255"/>
                </a:lnTo>
                <a:lnTo>
                  <a:pt x="42526" y="39255"/>
                </a:lnTo>
                <a:lnTo>
                  <a:pt x="42526" y="3271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isible source SEC-093 inset-1 region 365">
            <a:extLst xmlns:a="http://schemas.openxmlformats.org/drawingml/2006/main">
              <a:ext uri="{FF2B5EF4-FFF2-40B4-BE49-F238E27FC236}">
                <a16:creationId xmlns:a16="http://schemas.microsoft.com/office/drawing/2014/main" id="{F9E13B25-ADE3-48EE-BFE5-F16EC898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056" y="1946567"/>
            <a:ext cx="130851" cy="42526"/>
          </a:xfrm>
          <a:custGeom xmlns:a="http://schemas.openxmlformats.org/drawingml/2006/main">
            <a:pathLst>
              <a:path w="130851" h="42526">
                <a:moveTo>
                  <a:pt x="62154" y="3271"/>
                </a:moveTo>
                <a:lnTo>
                  <a:pt x="68697" y="3271"/>
                </a:lnTo>
                <a:lnTo>
                  <a:pt x="68697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3085"/>
                </a:lnTo>
                <a:lnTo>
                  <a:pt x="130851" y="13085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35984"/>
                </a:lnTo>
                <a:lnTo>
                  <a:pt x="85053" y="35984"/>
                </a:lnTo>
                <a:lnTo>
                  <a:pt x="85053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68697" y="42526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62154" y="6543"/>
                </a:lnTo>
                <a:lnTo>
                  <a:pt x="6215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isible source SEC-093 inset-1 region 366">
            <a:extLst xmlns:a="http://schemas.openxmlformats.org/drawingml/2006/main">
              <a:ext uri="{FF2B5EF4-FFF2-40B4-BE49-F238E27FC236}">
                <a16:creationId xmlns:a16="http://schemas.microsoft.com/office/drawing/2014/main" id="{E6DA2626-508E-4C80-9F6B-E56F498A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0" y="2008721"/>
            <a:ext cx="304228" cy="157021"/>
          </a:xfrm>
          <a:custGeom xmlns:a="http://schemas.openxmlformats.org/drawingml/2006/main">
            <a:pathLst>
              <a:path w="304228" h="157021">
                <a:moveTo>
                  <a:pt x="3271" y="85053"/>
                </a:move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26170" y="58883"/>
                </a:lnTo>
                <a:lnTo>
                  <a:pt x="26170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39255" y="68697"/>
                </a:lnTo>
                <a:lnTo>
                  <a:pt x="39255" y="75239"/>
                </a:lnTo>
                <a:lnTo>
                  <a:pt x="42526" y="75239"/>
                </a:lnTo>
                <a:lnTo>
                  <a:pt x="42526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9069" y="65425"/>
                </a:lnTo>
                <a:lnTo>
                  <a:pt x="49069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58883" y="58883"/>
                </a:lnTo>
                <a:lnTo>
                  <a:pt x="58883" y="55612"/>
                </a:lnTo>
                <a:lnTo>
                  <a:pt x="68697" y="55612"/>
                </a:lnTo>
                <a:lnTo>
                  <a:pt x="68697" y="52340"/>
                </a:lnTo>
                <a:lnTo>
                  <a:pt x="71968" y="52340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45798"/>
                </a:lnTo>
                <a:lnTo>
                  <a:pt x="81782" y="45798"/>
                </a:lnTo>
                <a:lnTo>
                  <a:pt x="81782" y="42526"/>
                </a:lnTo>
                <a:lnTo>
                  <a:pt x="91595" y="42526"/>
                </a:lnTo>
                <a:lnTo>
                  <a:pt x="91595" y="45798"/>
                </a:lnTo>
                <a:lnTo>
                  <a:pt x="94867" y="45798"/>
                </a:lnTo>
                <a:lnTo>
                  <a:pt x="94867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101409" y="39255"/>
                </a:lnTo>
                <a:lnTo>
                  <a:pt x="101409" y="35984"/>
                </a:lnTo>
                <a:lnTo>
                  <a:pt x="104681" y="35984"/>
                </a:lnTo>
                <a:lnTo>
                  <a:pt x="104681" y="32713"/>
                </a:lnTo>
                <a:lnTo>
                  <a:pt x="111223" y="32713"/>
                </a:lnTo>
                <a:lnTo>
                  <a:pt x="111223" y="29441"/>
                </a:lnTo>
                <a:lnTo>
                  <a:pt x="134122" y="29441"/>
                </a:lnTo>
                <a:lnTo>
                  <a:pt x="134122" y="26170"/>
                </a:lnTo>
                <a:lnTo>
                  <a:pt x="137393" y="26170"/>
                </a:lnTo>
                <a:lnTo>
                  <a:pt x="137393" y="22899"/>
                </a:lnTo>
                <a:lnTo>
                  <a:pt x="140664" y="22899"/>
                </a:lnTo>
                <a:lnTo>
                  <a:pt x="140664" y="19628"/>
                </a:lnTo>
                <a:lnTo>
                  <a:pt x="147207" y="19628"/>
                </a:lnTo>
                <a:lnTo>
                  <a:pt x="147207" y="16356"/>
                </a:lnTo>
                <a:lnTo>
                  <a:pt x="166835" y="16356"/>
                </a:lnTo>
                <a:lnTo>
                  <a:pt x="166835" y="19628"/>
                </a:lnTo>
                <a:lnTo>
                  <a:pt x="170106" y="19628"/>
                </a:lnTo>
                <a:lnTo>
                  <a:pt x="170106" y="16356"/>
                </a:lnTo>
                <a:lnTo>
                  <a:pt x="183191" y="16356"/>
                </a:lnTo>
                <a:lnTo>
                  <a:pt x="183191" y="13085"/>
                </a:lnTo>
                <a:lnTo>
                  <a:pt x="186462" y="13085"/>
                </a:lnTo>
                <a:lnTo>
                  <a:pt x="186462" y="9814"/>
                </a:lnTo>
                <a:lnTo>
                  <a:pt x="193005" y="9814"/>
                </a:lnTo>
                <a:lnTo>
                  <a:pt x="193005" y="6543"/>
                </a:lnTo>
                <a:lnTo>
                  <a:pt x="238802" y="6543"/>
                </a:lnTo>
                <a:lnTo>
                  <a:pt x="238802" y="9814"/>
                </a:lnTo>
                <a:lnTo>
                  <a:pt x="248616" y="9814"/>
                </a:lnTo>
                <a:lnTo>
                  <a:pt x="248616" y="6543"/>
                </a:lnTo>
                <a:lnTo>
                  <a:pt x="251887" y="6543"/>
                </a:lnTo>
                <a:lnTo>
                  <a:pt x="251887" y="3271"/>
                </a:lnTo>
                <a:lnTo>
                  <a:pt x="258430" y="3271"/>
                </a:lnTo>
                <a:lnTo>
                  <a:pt x="258430" y="0"/>
                </a:lnTo>
                <a:lnTo>
                  <a:pt x="268244" y="0"/>
                </a:lnTo>
                <a:lnTo>
                  <a:pt x="268244" y="3271"/>
                </a:lnTo>
                <a:lnTo>
                  <a:pt x="271515" y="3271"/>
                </a:lnTo>
                <a:lnTo>
                  <a:pt x="271515" y="0"/>
                </a:lnTo>
                <a:lnTo>
                  <a:pt x="287871" y="0"/>
                </a:lnTo>
                <a:lnTo>
                  <a:pt x="287871" y="3271"/>
                </a:lnTo>
                <a:lnTo>
                  <a:pt x="294414" y="3271"/>
                </a:lnTo>
                <a:lnTo>
                  <a:pt x="294414" y="6543"/>
                </a:lnTo>
                <a:lnTo>
                  <a:pt x="297685" y="6543"/>
                </a:lnTo>
                <a:lnTo>
                  <a:pt x="297685" y="9814"/>
                </a:lnTo>
                <a:lnTo>
                  <a:pt x="300956" y="9814"/>
                </a:lnTo>
                <a:lnTo>
                  <a:pt x="300956" y="16356"/>
                </a:lnTo>
                <a:lnTo>
                  <a:pt x="304228" y="16356"/>
                </a:lnTo>
                <a:lnTo>
                  <a:pt x="304228" y="26170"/>
                </a:lnTo>
                <a:lnTo>
                  <a:pt x="300956" y="26170"/>
                </a:lnTo>
                <a:lnTo>
                  <a:pt x="300956" y="32713"/>
                </a:lnTo>
                <a:lnTo>
                  <a:pt x="297685" y="32713"/>
                </a:lnTo>
                <a:lnTo>
                  <a:pt x="297685" y="35984"/>
                </a:lnTo>
                <a:lnTo>
                  <a:pt x="294414" y="35984"/>
                </a:lnTo>
                <a:lnTo>
                  <a:pt x="294414" y="39255"/>
                </a:lnTo>
                <a:lnTo>
                  <a:pt x="287871" y="39255"/>
                </a:lnTo>
                <a:lnTo>
                  <a:pt x="287871" y="42526"/>
                </a:lnTo>
                <a:lnTo>
                  <a:pt x="258430" y="42526"/>
                </a:lnTo>
                <a:lnTo>
                  <a:pt x="258430" y="39255"/>
                </a:lnTo>
                <a:lnTo>
                  <a:pt x="248616" y="39255"/>
                </a:lnTo>
                <a:lnTo>
                  <a:pt x="248616" y="42526"/>
                </a:lnTo>
                <a:lnTo>
                  <a:pt x="245345" y="42526"/>
                </a:lnTo>
                <a:lnTo>
                  <a:pt x="245345" y="45798"/>
                </a:lnTo>
                <a:lnTo>
                  <a:pt x="238802" y="45798"/>
                </a:lnTo>
                <a:lnTo>
                  <a:pt x="238802" y="49069"/>
                </a:lnTo>
                <a:lnTo>
                  <a:pt x="209361" y="49069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5612"/>
                </a:lnTo>
                <a:lnTo>
                  <a:pt x="199547" y="55612"/>
                </a:lnTo>
                <a:lnTo>
                  <a:pt x="199547" y="58883"/>
                </a:lnTo>
                <a:lnTo>
                  <a:pt x="166835" y="58883"/>
                </a:lnTo>
                <a:lnTo>
                  <a:pt x="166835" y="62154"/>
                </a:lnTo>
                <a:lnTo>
                  <a:pt x="163563" y="62154"/>
                </a:lnTo>
                <a:lnTo>
                  <a:pt x="163563" y="65425"/>
                </a:lnTo>
                <a:lnTo>
                  <a:pt x="160292" y="65425"/>
                </a:lnTo>
                <a:lnTo>
                  <a:pt x="160292" y="68697"/>
                </a:lnTo>
                <a:lnTo>
                  <a:pt x="153750" y="68697"/>
                </a:lnTo>
                <a:lnTo>
                  <a:pt x="153750" y="71968"/>
                </a:lnTo>
                <a:lnTo>
                  <a:pt x="124308" y="71968"/>
                </a:lnTo>
                <a:lnTo>
                  <a:pt x="124308" y="81782"/>
                </a:lnTo>
                <a:lnTo>
                  <a:pt x="121037" y="81782"/>
                </a:lnTo>
                <a:lnTo>
                  <a:pt x="121037" y="88324"/>
                </a:lnTo>
                <a:lnTo>
                  <a:pt x="117766" y="88324"/>
                </a:lnTo>
                <a:lnTo>
                  <a:pt x="117766" y="91595"/>
                </a:lnTo>
                <a:lnTo>
                  <a:pt x="157021" y="91595"/>
                </a:lnTo>
                <a:lnTo>
                  <a:pt x="157021" y="94867"/>
                </a:lnTo>
                <a:lnTo>
                  <a:pt x="163563" y="94867"/>
                </a:lnTo>
                <a:lnTo>
                  <a:pt x="163563" y="98138"/>
                </a:lnTo>
                <a:lnTo>
                  <a:pt x="166835" y="98138"/>
                </a:lnTo>
                <a:lnTo>
                  <a:pt x="166835" y="104681"/>
                </a:lnTo>
                <a:lnTo>
                  <a:pt x="170106" y="104681"/>
                </a:lnTo>
                <a:lnTo>
                  <a:pt x="170106" y="117766"/>
                </a:lnTo>
                <a:lnTo>
                  <a:pt x="173377" y="117766"/>
                </a:lnTo>
                <a:lnTo>
                  <a:pt x="173377" y="114494"/>
                </a:lnTo>
                <a:lnTo>
                  <a:pt x="196276" y="114494"/>
                </a:lnTo>
                <a:lnTo>
                  <a:pt x="196276" y="117766"/>
                </a:lnTo>
                <a:lnTo>
                  <a:pt x="202818" y="117766"/>
                </a:lnTo>
                <a:lnTo>
                  <a:pt x="202818" y="121037"/>
                </a:lnTo>
                <a:lnTo>
                  <a:pt x="206090" y="121037"/>
                </a:lnTo>
                <a:lnTo>
                  <a:pt x="206090" y="124308"/>
                </a:lnTo>
                <a:lnTo>
                  <a:pt x="209361" y="124308"/>
                </a:lnTo>
                <a:lnTo>
                  <a:pt x="209361" y="130851"/>
                </a:lnTo>
                <a:lnTo>
                  <a:pt x="212632" y="130851"/>
                </a:lnTo>
                <a:lnTo>
                  <a:pt x="212632" y="140664"/>
                </a:lnTo>
                <a:lnTo>
                  <a:pt x="209361" y="140664"/>
                </a:lnTo>
                <a:lnTo>
                  <a:pt x="209361" y="147207"/>
                </a:lnTo>
                <a:lnTo>
                  <a:pt x="206090" y="147207"/>
                </a:lnTo>
                <a:lnTo>
                  <a:pt x="206090" y="150478"/>
                </a:lnTo>
                <a:lnTo>
                  <a:pt x="202818" y="150478"/>
                </a:lnTo>
                <a:lnTo>
                  <a:pt x="202818" y="153750"/>
                </a:lnTo>
                <a:lnTo>
                  <a:pt x="196276" y="153750"/>
                </a:lnTo>
                <a:lnTo>
                  <a:pt x="196276" y="157021"/>
                </a:lnTo>
                <a:lnTo>
                  <a:pt x="173377" y="157021"/>
                </a:lnTo>
                <a:lnTo>
                  <a:pt x="173377" y="153750"/>
                </a:lnTo>
                <a:lnTo>
                  <a:pt x="166835" y="153750"/>
                </a:lnTo>
                <a:lnTo>
                  <a:pt x="166835" y="150478"/>
                </a:lnTo>
                <a:lnTo>
                  <a:pt x="163563" y="150478"/>
                </a:lnTo>
                <a:lnTo>
                  <a:pt x="163563" y="147207"/>
                </a:lnTo>
                <a:lnTo>
                  <a:pt x="160292" y="147207"/>
                </a:lnTo>
                <a:lnTo>
                  <a:pt x="160292" y="140664"/>
                </a:lnTo>
                <a:lnTo>
                  <a:pt x="157021" y="140664"/>
                </a:lnTo>
                <a:lnTo>
                  <a:pt x="157021" y="134122"/>
                </a:lnTo>
                <a:lnTo>
                  <a:pt x="124308" y="134122"/>
                </a:lnTo>
                <a:lnTo>
                  <a:pt x="124308" y="130851"/>
                </a:lnTo>
                <a:lnTo>
                  <a:pt x="121037" y="130851"/>
                </a:lnTo>
                <a:lnTo>
                  <a:pt x="121037" y="134122"/>
                </a:lnTo>
                <a:lnTo>
                  <a:pt x="101409" y="134122"/>
                </a:lnTo>
                <a:lnTo>
                  <a:pt x="101409" y="130851"/>
                </a:lnTo>
                <a:lnTo>
                  <a:pt x="94867" y="130851"/>
                </a:lnTo>
                <a:lnTo>
                  <a:pt x="94867" y="127579"/>
                </a:lnTo>
                <a:lnTo>
                  <a:pt x="91595" y="127579"/>
                </a:lnTo>
                <a:lnTo>
                  <a:pt x="91595" y="124308"/>
                </a:lnTo>
                <a:lnTo>
                  <a:pt x="88324" y="124308"/>
                </a:lnTo>
                <a:lnTo>
                  <a:pt x="88324" y="117766"/>
                </a:lnTo>
                <a:lnTo>
                  <a:pt x="85053" y="117766"/>
                </a:lnTo>
                <a:lnTo>
                  <a:pt x="85053" y="107952"/>
                </a:lnTo>
                <a:lnTo>
                  <a:pt x="88324" y="107952"/>
                </a:lnTo>
                <a:lnTo>
                  <a:pt x="88324" y="101409"/>
                </a:lnTo>
                <a:lnTo>
                  <a:pt x="91595" y="101409"/>
                </a:lnTo>
                <a:lnTo>
                  <a:pt x="91595" y="98138"/>
                </a:lnTo>
                <a:lnTo>
                  <a:pt x="62154" y="98138"/>
                </a:lnTo>
                <a:lnTo>
                  <a:pt x="62154" y="101409"/>
                </a:lnTo>
                <a:lnTo>
                  <a:pt x="65425" y="101409"/>
                </a:lnTo>
                <a:lnTo>
                  <a:pt x="65425" y="111223"/>
                </a:lnTo>
                <a:lnTo>
                  <a:pt x="62154" y="111223"/>
                </a:lnTo>
                <a:lnTo>
                  <a:pt x="62154" y="117766"/>
                </a:lnTo>
                <a:lnTo>
                  <a:pt x="58883" y="117766"/>
                </a:lnTo>
                <a:lnTo>
                  <a:pt x="58883" y="121037"/>
                </a:lnTo>
                <a:lnTo>
                  <a:pt x="55612" y="121037"/>
                </a:lnTo>
                <a:lnTo>
                  <a:pt x="55612" y="124308"/>
                </a:lnTo>
                <a:lnTo>
                  <a:pt x="49069" y="124308"/>
                </a:lnTo>
                <a:lnTo>
                  <a:pt x="49069" y="127579"/>
                </a:lnTo>
                <a:lnTo>
                  <a:pt x="22899" y="127579"/>
                </a:lnTo>
                <a:lnTo>
                  <a:pt x="22899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13085" y="121037"/>
                </a:lnTo>
                <a:lnTo>
                  <a:pt x="13085" y="117766"/>
                </a:lnTo>
                <a:lnTo>
                  <a:pt x="9814" y="117766"/>
                </a:lnTo>
                <a:lnTo>
                  <a:pt x="9814" y="111223"/>
                </a:lnTo>
                <a:lnTo>
                  <a:pt x="6543" y="111223"/>
                </a:lnTo>
                <a:lnTo>
                  <a:pt x="6543" y="101409"/>
                </a:lnTo>
                <a:lnTo>
                  <a:pt x="9814" y="101409"/>
                </a:lnTo>
                <a:lnTo>
                  <a:pt x="9814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close/>
                <a:moveTo>
                  <a:pt x="45798" y="81782"/>
                </a:moveTo>
                <a:lnTo>
                  <a:pt x="42526" y="81782"/>
                </a:lnTo>
                <a:lnTo>
                  <a:pt x="42526" y="85053"/>
                </a:lnTo>
                <a:lnTo>
                  <a:pt x="45798" y="85053"/>
                </a:lnTo>
                <a:lnTo>
                  <a:pt x="45798" y="8178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isible source SEC-093 inset-1 region 367">
            <a:extLst xmlns:a="http://schemas.openxmlformats.org/drawingml/2006/main">
              <a:ext uri="{FF2B5EF4-FFF2-40B4-BE49-F238E27FC236}">
                <a16:creationId xmlns:a16="http://schemas.microsoft.com/office/drawing/2014/main" id="{85AEDBF9-C69F-4F7E-B33A-F6BDC7B0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056" y="2142843"/>
            <a:ext cx="130851" cy="45798"/>
          </a:xfrm>
          <a:custGeom xmlns:a="http://schemas.openxmlformats.org/drawingml/2006/main">
            <a:pathLst>
              <a:path w="130851" h="45798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71968" y="6543"/>
                </a:lnTo>
                <a:lnTo>
                  <a:pt x="71968" y="3271"/>
                </a:lnTo>
                <a:lnTo>
                  <a:pt x="81782" y="3271"/>
                </a:lnTo>
                <a:lnTo>
                  <a:pt x="81782" y="6543"/>
                </a:lnTo>
                <a:lnTo>
                  <a:pt x="88324" y="6543"/>
                </a:lnTo>
                <a:lnTo>
                  <a:pt x="88324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19628"/>
                </a:lnTo>
                <a:lnTo>
                  <a:pt x="130851" y="19628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5984"/>
                </a:lnTo>
                <a:lnTo>
                  <a:pt x="124308" y="35984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88324" y="45798"/>
                </a:lnTo>
                <a:lnTo>
                  <a:pt x="88324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1968" y="45798"/>
                </a:lnTo>
                <a:lnTo>
                  <a:pt x="71968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isible source SEC-093 inset-1 region 368">
            <a:extLst xmlns:a="http://schemas.openxmlformats.org/drawingml/2006/main">
              <a:ext uri="{FF2B5EF4-FFF2-40B4-BE49-F238E27FC236}">
                <a16:creationId xmlns:a16="http://schemas.microsoft.com/office/drawing/2014/main" id="{72941587-991D-4466-B159-4EF01B7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27" y="2339119"/>
            <a:ext cx="127579" cy="49069"/>
          </a:xfrm>
          <a:custGeom xmlns:a="http://schemas.openxmlformats.org/drawingml/2006/main">
            <a:pathLst>
              <a:path w="127579" h="49069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2899"/>
                </a:lnTo>
                <a:lnTo>
                  <a:pt x="127579" y="22899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91595" y="49069"/>
                </a:lnTo>
                <a:lnTo>
                  <a:pt x="91595" y="45798"/>
                </a:lnTo>
                <a:lnTo>
                  <a:pt x="88324" y="45798"/>
                </a:lnTo>
                <a:lnTo>
                  <a:pt x="88324" y="49069"/>
                </a:lnTo>
                <a:lnTo>
                  <a:pt x="65425" y="49069"/>
                </a:lnTo>
                <a:lnTo>
                  <a:pt x="65425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isible source SEC-093 inset-1 region 369">
            <a:extLst xmlns:a="http://schemas.openxmlformats.org/drawingml/2006/main">
              <a:ext uri="{FF2B5EF4-FFF2-40B4-BE49-F238E27FC236}">
                <a16:creationId xmlns:a16="http://schemas.microsoft.com/office/drawing/2014/main" id="{DBC982DC-88DE-4D66-A280-7EEBEC6D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651" y="2427443"/>
            <a:ext cx="310770" cy="143936"/>
          </a:xfrm>
          <a:custGeom xmlns:a="http://schemas.openxmlformats.org/drawingml/2006/main">
            <a:pathLst>
              <a:path w="310770" h="143936">
                <a:moveTo>
                  <a:pt x="0" y="52340"/>
                </a:moveTo>
                <a:lnTo>
                  <a:pt x="3271" y="52340"/>
                </a:lnTo>
                <a:lnTo>
                  <a:pt x="3271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137393" y="39255"/>
                </a:lnTo>
                <a:lnTo>
                  <a:pt x="137393" y="32713"/>
                </a:lnTo>
                <a:lnTo>
                  <a:pt x="140664" y="32713"/>
                </a:lnTo>
                <a:lnTo>
                  <a:pt x="140664" y="26170"/>
                </a:lnTo>
                <a:lnTo>
                  <a:pt x="143936" y="26170"/>
                </a:lnTo>
                <a:lnTo>
                  <a:pt x="143936" y="22899"/>
                </a:lnTo>
                <a:lnTo>
                  <a:pt x="147207" y="22899"/>
                </a:lnTo>
                <a:lnTo>
                  <a:pt x="147207" y="19628"/>
                </a:lnTo>
                <a:lnTo>
                  <a:pt x="153750" y="19628"/>
                </a:lnTo>
                <a:lnTo>
                  <a:pt x="153750" y="16356"/>
                </a:lnTo>
                <a:lnTo>
                  <a:pt x="186462" y="16356"/>
                </a:lnTo>
                <a:lnTo>
                  <a:pt x="186462" y="9814"/>
                </a:lnTo>
                <a:lnTo>
                  <a:pt x="189733" y="9814"/>
                </a:lnTo>
                <a:lnTo>
                  <a:pt x="189733" y="6543"/>
                </a:lnTo>
                <a:lnTo>
                  <a:pt x="193005" y="6543"/>
                </a:lnTo>
                <a:lnTo>
                  <a:pt x="193005" y="3271"/>
                </a:lnTo>
                <a:lnTo>
                  <a:pt x="199547" y="3271"/>
                </a:lnTo>
                <a:lnTo>
                  <a:pt x="199547" y="0"/>
                </a:lnTo>
                <a:lnTo>
                  <a:pt x="248616" y="0"/>
                </a:lnTo>
                <a:lnTo>
                  <a:pt x="248616" y="3271"/>
                </a:lnTo>
                <a:lnTo>
                  <a:pt x="255159" y="3271"/>
                </a:lnTo>
                <a:lnTo>
                  <a:pt x="255159" y="6543"/>
                </a:lnTo>
                <a:lnTo>
                  <a:pt x="258430" y="6543"/>
                </a:lnTo>
                <a:lnTo>
                  <a:pt x="258430" y="9814"/>
                </a:lnTo>
                <a:lnTo>
                  <a:pt x="261701" y="9814"/>
                </a:lnTo>
                <a:lnTo>
                  <a:pt x="261701" y="16356"/>
                </a:lnTo>
                <a:lnTo>
                  <a:pt x="264973" y="16356"/>
                </a:lnTo>
                <a:lnTo>
                  <a:pt x="264973" y="26170"/>
                </a:lnTo>
                <a:lnTo>
                  <a:pt x="261701" y="26170"/>
                </a:lnTo>
                <a:lnTo>
                  <a:pt x="261701" y="32713"/>
                </a:lnTo>
                <a:lnTo>
                  <a:pt x="258430" y="32713"/>
                </a:lnTo>
                <a:lnTo>
                  <a:pt x="258430" y="35984"/>
                </a:lnTo>
                <a:lnTo>
                  <a:pt x="255159" y="35984"/>
                </a:lnTo>
                <a:lnTo>
                  <a:pt x="255159" y="39255"/>
                </a:lnTo>
                <a:lnTo>
                  <a:pt x="294414" y="39255"/>
                </a:lnTo>
                <a:lnTo>
                  <a:pt x="294414" y="42526"/>
                </a:lnTo>
                <a:lnTo>
                  <a:pt x="300956" y="42526"/>
                </a:lnTo>
                <a:lnTo>
                  <a:pt x="300956" y="45798"/>
                </a:lnTo>
                <a:lnTo>
                  <a:pt x="304228" y="45798"/>
                </a:lnTo>
                <a:lnTo>
                  <a:pt x="304228" y="49069"/>
                </a:lnTo>
                <a:lnTo>
                  <a:pt x="307499" y="49069"/>
                </a:lnTo>
                <a:lnTo>
                  <a:pt x="307499" y="55612"/>
                </a:lnTo>
                <a:lnTo>
                  <a:pt x="310770" y="55612"/>
                </a:lnTo>
                <a:lnTo>
                  <a:pt x="310770" y="65425"/>
                </a:lnTo>
                <a:lnTo>
                  <a:pt x="307499" y="65425"/>
                </a:lnTo>
                <a:lnTo>
                  <a:pt x="307499" y="71968"/>
                </a:lnTo>
                <a:lnTo>
                  <a:pt x="304228" y="71968"/>
                </a:lnTo>
                <a:lnTo>
                  <a:pt x="304228" y="75239"/>
                </a:lnTo>
                <a:lnTo>
                  <a:pt x="300956" y="75239"/>
                </a:lnTo>
                <a:lnTo>
                  <a:pt x="300956" y="78510"/>
                </a:lnTo>
                <a:lnTo>
                  <a:pt x="294414" y="78510"/>
                </a:lnTo>
                <a:lnTo>
                  <a:pt x="294414" y="81782"/>
                </a:lnTo>
                <a:lnTo>
                  <a:pt x="242074" y="81782"/>
                </a:lnTo>
                <a:lnTo>
                  <a:pt x="242074" y="78510"/>
                </a:lnTo>
                <a:lnTo>
                  <a:pt x="235531" y="78510"/>
                </a:lnTo>
                <a:lnTo>
                  <a:pt x="235531" y="75239"/>
                </a:lnTo>
                <a:lnTo>
                  <a:pt x="232260" y="75239"/>
                </a:lnTo>
                <a:lnTo>
                  <a:pt x="232260" y="71968"/>
                </a:lnTo>
                <a:lnTo>
                  <a:pt x="228989" y="71968"/>
                </a:lnTo>
                <a:lnTo>
                  <a:pt x="228989" y="65425"/>
                </a:lnTo>
                <a:lnTo>
                  <a:pt x="225717" y="65425"/>
                </a:lnTo>
                <a:lnTo>
                  <a:pt x="225717" y="55612"/>
                </a:lnTo>
                <a:lnTo>
                  <a:pt x="228989" y="55612"/>
                </a:lnTo>
                <a:lnTo>
                  <a:pt x="228989" y="49069"/>
                </a:lnTo>
                <a:lnTo>
                  <a:pt x="232260" y="49069"/>
                </a:lnTo>
                <a:lnTo>
                  <a:pt x="232260" y="45798"/>
                </a:lnTo>
                <a:lnTo>
                  <a:pt x="235531" y="45798"/>
                </a:lnTo>
                <a:lnTo>
                  <a:pt x="235531" y="42526"/>
                </a:lnTo>
                <a:lnTo>
                  <a:pt x="212632" y="42526"/>
                </a:lnTo>
                <a:lnTo>
                  <a:pt x="212632" y="45798"/>
                </a:lnTo>
                <a:lnTo>
                  <a:pt x="209361" y="45798"/>
                </a:lnTo>
                <a:lnTo>
                  <a:pt x="209361" y="49069"/>
                </a:lnTo>
                <a:lnTo>
                  <a:pt x="206090" y="49069"/>
                </a:lnTo>
                <a:lnTo>
                  <a:pt x="206090" y="52340"/>
                </a:lnTo>
                <a:lnTo>
                  <a:pt x="202818" y="52340"/>
                </a:lnTo>
                <a:lnTo>
                  <a:pt x="202818" y="55612"/>
                </a:lnTo>
                <a:lnTo>
                  <a:pt x="199547" y="55612"/>
                </a:lnTo>
                <a:lnTo>
                  <a:pt x="199547" y="58883"/>
                </a:lnTo>
                <a:lnTo>
                  <a:pt x="173377" y="58883"/>
                </a:lnTo>
                <a:lnTo>
                  <a:pt x="173377" y="68697"/>
                </a:lnTo>
                <a:lnTo>
                  <a:pt x="176648" y="68697"/>
                </a:lnTo>
                <a:lnTo>
                  <a:pt x="176648" y="78510"/>
                </a:lnTo>
                <a:lnTo>
                  <a:pt x="173377" y="78510"/>
                </a:lnTo>
                <a:lnTo>
                  <a:pt x="173377" y="81782"/>
                </a:lnTo>
                <a:lnTo>
                  <a:pt x="202818" y="81782"/>
                </a:lnTo>
                <a:lnTo>
                  <a:pt x="202818" y="85053"/>
                </a:lnTo>
                <a:lnTo>
                  <a:pt x="206090" y="85053"/>
                </a:lnTo>
                <a:lnTo>
                  <a:pt x="206090" y="88324"/>
                </a:lnTo>
                <a:lnTo>
                  <a:pt x="209361" y="88324"/>
                </a:lnTo>
                <a:lnTo>
                  <a:pt x="209361" y="91595"/>
                </a:lnTo>
                <a:lnTo>
                  <a:pt x="212632" y="91595"/>
                </a:lnTo>
                <a:lnTo>
                  <a:pt x="212632" y="94867"/>
                </a:lnTo>
                <a:lnTo>
                  <a:pt x="215904" y="94867"/>
                </a:lnTo>
                <a:lnTo>
                  <a:pt x="215904" y="101409"/>
                </a:lnTo>
                <a:lnTo>
                  <a:pt x="245345" y="101409"/>
                </a:lnTo>
                <a:lnTo>
                  <a:pt x="245345" y="104681"/>
                </a:lnTo>
                <a:lnTo>
                  <a:pt x="251887" y="104681"/>
                </a:lnTo>
                <a:lnTo>
                  <a:pt x="251887" y="107952"/>
                </a:lnTo>
                <a:lnTo>
                  <a:pt x="255159" y="107952"/>
                </a:lnTo>
                <a:lnTo>
                  <a:pt x="255159" y="111223"/>
                </a:lnTo>
                <a:lnTo>
                  <a:pt x="258430" y="111223"/>
                </a:lnTo>
                <a:lnTo>
                  <a:pt x="258430" y="117766"/>
                </a:lnTo>
                <a:lnTo>
                  <a:pt x="261701" y="117766"/>
                </a:lnTo>
                <a:lnTo>
                  <a:pt x="261701" y="127579"/>
                </a:lnTo>
                <a:lnTo>
                  <a:pt x="258430" y="127579"/>
                </a:lnTo>
                <a:lnTo>
                  <a:pt x="258430" y="134122"/>
                </a:lnTo>
                <a:lnTo>
                  <a:pt x="255159" y="134122"/>
                </a:lnTo>
                <a:lnTo>
                  <a:pt x="255159" y="137393"/>
                </a:lnTo>
                <a:lnTo>
                  <a:pt x="251887" y="137393"/>
                </a:lnTo>
                <a:lnTo>
                  <a:pt x="251887" y="140664"/>
                </a:lnTo>
                <a:lnTo>
                  <a:pt x="245345" y="140664"/>
                </a:lnTo>
                <a:lnTo>
                  <a:pt x="245345" y="143936"/>
                </a:lnTo>
                <a:lnTo>
                  <a:pt x="196276" y="143936"/>
                </a:lnTo>
                <a:lnTo>
                  <a:pt x="196276" y="140664"/>
                </a:lnTo>
                <a:lnTo>
                  <a:pt x="189733" y="140664"/>
                </a:lnTo>
                <a:lnTo>
                  <a:pt x="189733" y="137393"/>
                </a:lnTo>
                <a:lnTo>
                  <a:pt x="186462" y="137393"/>
                </a:lnTo>
                <a:lnTo>
                  <a:pt x="186462" y="130851"/>
                </a:lnTo>
                <a:lnTo>
                  <a:pt x="183191" y="130851"/>
                </a:lnTo>
                <a:lnTo>
                  <a:pt x="183191" y="124308"/>
                </a:lnTo>
                <a:lnTo>
                  <a:pt x="150478" y="124308"/>
                </a:lnTo>
                <a:lnTo>
                  <a:pt x="150478" y="121037"/>
                </a:lnTo>
                <a:lnTo>
                  <a:pt x="147207" y="121037"/>
                </a:lnTo>
                <a:lnTo>
                  <a:pt x="147207" y="117766"/>
                </a:lnTo>
                <a:lnTo>
                  <a:pt x="143936" y="117766"/>
                </a:lnTo>
                <a:lnTo>
                  <a:pt x="143936" y="114494"/>
                </a:lnTo>
                <a:lnTo>
                  <a:pt x="140664" y="114494"/>
                </a:lnTo>
                <a:lnTo>
                  <a:pt x="140664" y="107952"/>
                </a:lnTo>
                <a:lnTo>
                  <a:pt x="137393" y="107952"/>
                </a:lnTo>
                <a:lnTo>
                  <a:pt x="137393" y="98138"/>
                </a:lnTo>
                <a:lnTo>
                  <a:pt x="140664" y="98138"/>
                </a:lnTo>
                <a:lnTo>
                  <a:pt x="140664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07952" y="101409"/>
                </a:lnTo>
                <a:lnTo>
                  <a:pt x="107952" y="104681"/>
                </a:lnTo>
                <a:lnTo>
                  <a:pt x="58883" y="104681"/>
                </a:lnTo>
                <a:lnTo>
                  <a:pt x="58883" y="101409"/>
                </a:lnTo>
                <a:lnTo>
                  <a:pt x="52340" y="101409"/>
                </a:lnTo>
                <a:lnTo>
                  <a:pt x="52340" y="98138"/>
                </a:lnTo>
                <a:lnTo>
                  <a:pt x="49069" y="98138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1782"/>
                </a:lnTo>
                <a:lnTo>
                  <a:pt x="13085" y="81782"/>
                </a:lnTo>
                <a:lnTo>
                  <a:pt x="13085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234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isible source SEC-093 inset-1 region 370">
            <a:extLst xmlns:a="http://schemas.openxmlformats.org/drawingml/2006/main">
              <a:ext uri="{FF2B5EF4-FFF2-40B4-BE49-F238E27FC236}">
                <a16:creationId xmlns:a16="http://schemas.microsoft.com/office/drawing/2014/main" id="{42C84149-3000-4107-9121-9439090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27" y="2535395"/>
            <a:ext cx="124308" cy="52340"/>
          </a:xfrm>
          <a:custGeom xmlns:a="http://schemas.openxmlformats.org/drawingml/2006/main">
            <a:pathLst>
              <a:path w="124308" h="52340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107952" y="9814"/>
                </a:lnTo>
                <a:lnTo>
                  <a:pt x="107952" y="13085"/>
                </a:lnTo>
                <a:lnTo>
                  <a:pt x="114494" y="13085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19628"/>
                </a:lnTo>
                <a:lnTo>
                  <a:pt x="121037" y="19628"/>
                </a:lnTo>
                <a:lnTo>
                  <a:pt x="121037" y="26170"/>
                </a:lnTo>
                <a:lnTo>
                  <a:pt x="124308" y="26170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14494" y="45798"/>
                </a:lnTo>
                <a:lnTo>
                  <a:pt x="114494" y="49069"/>
                </a:lnTo>
                <a:lnTo>
                  <a:pt x="107952" y="49069"/>
                </a:lnTo>
                <a:lnTo>
                  <a:pt x="107952" y="52340"/>
                </a:lnTo>
                <a:lnTo>
                  <a:pt x="58883" y="52340"/>
                </a:lnTo>
                <a:lnTo>
                  <a:pt x="58883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isible source SEC-093 inset-1 region 371">
            <a:extLst xmlns:a="http://schemas.openxmlformats.org/drawingml/2006/main">
              <a:ext uri="{FF2B5EF4-FFF2-40B4-BE49-F238E27FC236}">
                <a16:creationId xmlns:a16="http://schemas.microsoft.com/office/drawing/2014/main" id="{B0F88EA2-4926-43D1-972F-E70141C9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385" y="152130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isible source SEC-093 inset-1 region 372">
            <a:extLst xmlns:a="http://schemas.openxmlformats.org/drawingml/2006/main">
              <a:ext uri="{FF2B5EF4-FFF2-40B4-BE49-F238E27FC236}">
                <a16:creationId xmlns:a16="http://schemas.microsoft.com/office/drawing/2014/main" id="{75B09C2D-BFFC-4B53-A0E4-68FA655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523" y="154747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isible source SEC-093 inset-1 region 373">
            <a:extLst xmlns:a="http://schemas.openxmlformats.org/drawingml/2006/main">
              <a:ext uri="{FF2B5EF4-FFF2-40B4-BE49-F238E27FC236}">
                <a16:creationId xmlns:a16="http://schemas.microsoft.com/office/drawing/2014/main" id="{C1CD48F7-C1C7-4BD5-AD2E-6A99EB83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38" y="1609626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isible source SEC-093 inset-1 region 374">
            <a:extLst xmlns:a="http://schemas.openxmlformats.org/drawingml/2006/main">
              <a:ext uri="{FF2B5EF4-FFF2-40B4-BE49-F238E27FC236}">
                <a16:creationId xmlns:a16="http://schemas.microsoft.com/office/drawing/2014/main" id="{6A905BAB-6585-42D4-8444-B0C27A75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874" y="1632525"/>
            <a:ext cx="65425" cy="45798"/>
          </a:xfrm>
          <a:custGeom xmlns:a="http://schemas.openxmlformats.org/drawingml/2006/main">
            <a:pathLst>
              <a:path w="65425" h="45798">
                <a:moveTo>
                  <a:pt x="3271" y="13085"/>
                </a:move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6170" y="3271"/>
                </a:lnTo>
                <a:lnTo>
                  <a:pt x="26170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26170" y="42526"/>
                </a:lnTo>
                <a:lnTo>
                  <a:pt x="26170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lnTo>
                  <a:pt x="3271" y="19628"/>
                </a:lnTo>
                <a:lnTo>
                  <a:pt x="3271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isible source SEC-093 inset-1 region 375">
            <a:extLst xmlns:a="http://schemas.openxmlformats.org/drawingml/2006/main">
              <a:ext uri="{FF2B5EF4-FFF2-40B4-BE49-F238E27FC236}">
                <a16:creationId xmlns:a16="http://schemas.microsoft.com/office/drawing/2014/main" id="{6B14798B-AFB0-443C-A62A-652C5BE4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63" y="169467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isible source SEC-093 inset-1 region 376">
            <a:extLst xmlns:a="http://schemas.openxmlformats.org/drawingml/2006/main">
              <a:ext uri="{FF2B5EF4-FFF2-40B4-BE49-F238E27FC236}">
                <a16:creationId xmlns:a16="http://schemas.microsoft.com/office/drawing/2014/main" id="{A1B92B7E-5E2C-4016-86B8-8F1AA22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571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isible source SEC-093 inset-1 region 377">
            <a:extLst xmlns:a="http://schemas.openxmlformats.org/drawingml/2006/main">
              <a:ext uri="{FF2B5EF4-FFF2-40B4-BE49-F238E27FC236}">
                <a16:creationId xmlns:a16="http://schemas.microsoft.com/office/drawing/2014/main" id="{C14DC270-6029-4637-8762-721C9CA8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523" y="174701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isible source SEC-093 inset-1 region 378">
            <a:extLst xmlns:a="http://schemas.openxmlformats.org/drawingml/2006/main">
              <a:ext uri="{FF2B5EF4-FFF2-40B4-BE49-F238E27FC236}">
                <a16:creationId xmlns:a16="http://schemas.microsoft.com/office/drawing/2014/main" id="{E465AAE9-8F7C-4C15-813B-6985F7C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268" y="1789546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58883" y="13085"/>
                </a:lnTo>
                <a:lnTo>
                  <a:pt x="58883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isible source SEC-093 inset-1 region 379">
            <a:extLst xmlns:a="http://schemas.openxmlformats.org/drawingml/2006/main">
              <a:ext uri="{FF2B5EF4-FFF2-40B4-BE49-F238E27FC236}">
                <a16:creationId xmlns:a16="http://schemas.microsoft.com/office/drawing/2014/main" id="{B20E7712-5137-41CD-9C47-6464AC69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964" y="1835344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isible source SEC-093 inset-1 region 380">
            <a:extLst xmlns:a="http://schemas.openxmlformats.org/drawingml/2006/main">
              <a:ext uri="{FF2B5EF4-FFF2-40B4-BE49-F238E27FC236}">
                <a16:creationId xmlns:a16="http://schemas.microsoft.com/office/drawing/2014/main" id="{8C1937FD-0293-420B-A924-B56A04A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320" y="1897498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isible source SEC-093 inset-1 region 381">
            <a:extLst xmlns:a="http://schemas.openxmlformats.org/drawingml/2006/main">
              <a:ext uri="{FF2B5EF4-FFF2-40B4-BE49-F238E27FC236}">
                <a16:creationId xmlns:a16="http://schemas.microsoft.com/office/drawing/2014/main" id="{77C4CE78-FC72-40A7-8A57-F64F634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73" y="189749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isible source SEC-093 inset-1 region 382">
            <a:extLst xmlns:a="http://schemas.openxmlformats.org/drawingml/2006/main">
              <a:ext uri="{FF2B5EF4-FFF2-40B4-BE49-F238E27FC236}">
                <a16:creationId xmlns:a16="http://schemas.microsoft.com/office/drawing/2014/main" id="{D1AE5C4A-C711-4BCA-9CFA-7AD756A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571" y="1923668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isible source SEC-093 inset-1 region 383">
            <a:extLst xmlns:a="http://schemas.openxmlformats.org/drawingml/2006/main">
              <a:ext uri="{FF2B5EF4-FFF2-40B4-BE49-F238E27FC236}">
                <a16:creationId xmlns:a16="http://schemas.microsoft.com/office/drawing/2014/main" id="{059567B4-B545-4737-ADC2-ED7E7DC3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80" y="1946567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isible source SEC-093 inset-1 region 384">
            <a:extLst xmlns:a="http://schemas.openxmlformats.org/drawingml/2006/main">
              <a:ext uri="{FF2B5EF4-FFF2-40B4-BE49-F238E27FC236}">
                <a16:creationId xmlns:a16="http://schemas.microsoft.com/office/drawing/2014/main" id="{BA1E8640-C399-4052-88B4-0708AA5B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63" y="2015263"/>
            <a:ext cx="104681" cy="65425"/>
          </a:xfrm>
          <a:custGeom xmlns:a="http://schemas.openxmlformats.org/drawingml/2006/main">
            <a:pathLst>
              <a:path w="104681" h="65425">
                <a:moveTo>
                  <a:pt x="52340" y="52340"/>
                </a:moveTo>
                <a:lnTo>
                  <a:pt x="49069" y="52340"/>
                </a:lnTo>
                <a:lnTo>
                  <a:pt x="49069" y="55612"/>
                </a:lnTo>
                <a:lnTo>
                  <a:pt x="45798" y="55612"/>
                </a:lnTo>
                <a:lnTo>
                  <a:pt x="45798" y="58883"/>
                </a:lnTo>
                <a:lnTo>
                  <a:pt x="42526" y="58883"/>
                </a:lnTo>
                <a:lnTo>
                  <a:pt x="42526" y="62154"/>
                </a:lnTo>
                <a:lnTo>
                  <a:pt x="39255" y="62154"/>
                </a:lnTo>
                <a:lnTo>
                  <a:pt x="39255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2899" y="22899"/>
                </a:lnTo>
                <a:lnTo>
                  <a:pt x="22899" y="16356"/>
                </a:lnTo>
                <a:lnTo>
                  <a:pt x="26170" y="16356"/>
                </a:lnTo>
                <a:lnTo>
                  <a:pt x="26170" y="9814"/>
                </a:lnTo>
                <a:lnTo>
                  <a:pt x="29441" y="9814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52340" y="42526"/>
                </a:lnTo>
                <a:lnTo>
                  <a:pt x="52340" y="5234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isible source SEC-093 inset-1 region 385">
            <a:extLst xmlns:a="http://schemas.openxmlformats.org/drawingml/2006/main">
              <a:ext uri="{FF2B5EF4-FFF2-40B4-BE49-F238E27FC236}">
                <a16:creationId xmlns:a16="http://schemas.microsoft.com/office/drawing/2014/main" id="{CACDCE84-76A8-455B-8773-4E27584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778" y="2100316"/>
            <a:ext cx="71968" cy="42526"/>
          </a:xfrm>
          <a:custGeom xmlns:a="http://schemas.openxmlformats.org/drawingml/2006/main">
            <a:pathLst>
              <a:path w="71968" h="42526">
                <a:moveTo>
                  <a:pt x="55612" y="0"/>
                </a:move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isible source SEC-093 inset-1 region 386">
            <a:extLst xmlns:a="http://schemas.openxmlformats.org/drawingml/2006/main">
              <a:ext uri="{FF2B5EF4-FFF2-40B4-BE49-F238E27FC236}">
                <a16:creationId xmlns:a16="http://schemas.microsoft.com/office/drawing/2014/main" id="{8D92780D-25BE-4A36-8495-35FAACF2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38" y="2146114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isible source SEC-093 inset-1 region 387">
            <a:extLst xmlns:a="http://schemas.openxmlformats.org/drawingml/2006/main">
              <a:ext uri="{FF2B5EF4-FFF2-40B4-BE49-F238E27FC236}">
                <a16:creationId xmlns:a16="http://schemas.microsoft.com/office/drawing/2014/main" id="{BBC0C95B-809C-43EC-8CEC-69059FDF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523" y="2306406"/>
            <a:ext cx="104681" cy="81782"/>
          </a:xfrm>
          <a:custGeom xmlns:a="http://schemas.openxmlformats.org/drawingml/2006/main">
            <a:pathLst>
              <a:path w="104681" h="81782">
                <a:moveTo>
                  <a:pt x="35984" y="13085"/>
                </a:move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91595" y="0"/>
                </a:lnTo>
                <a:lnTo>
                  <a:pt x="91595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3085"/>
                </a:lnTo>
                <a:lnTo>
                  <a:pt x="104681" y="13085"/>
                </a:lnTo>
                <a:lnTo>
                  <a:pt x="104681" y="29441"/>
                </a:lnTo>
                <a:lnTo>
                  <a:pt x="101409" y="29441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58883" y="42526"/>
                </a:lnTo>
                <a:lnTo>
                  <a:pt x="58883" y="45798"/>
                </a:lnTo>
                <a:lnTo>
                  <a:pt x="62154" y="45798"/>
                </a:lnTo>
                <a:lnTo>
                  <a:pt x="62154" y="49069"/>
                </a:lnTo>
                <a:lnTo>
                  <a:pt x="65425" y="49069"/>
                </a:lnTo>
                <a:lnTo>
                  <a:pt x="65425" y="55612"/>
                </a:lnTo>
                <a:lnTo>
                  <a:pt x="68697" y="55612"/>
                </a:lnTo>
                <a:lnTo>
                  <a:pt x="68697" y="65425"/>
                </a:lnTo>
                <a:lnTo>
                  <a:pt x="65425" y="65425"/>
                </a:lnTo>
                <a:lnTo>
                  <a:pt x="65425" y="71968"/>
                </a:lnTo>
                <a:lnTo>
                  <a:pt x="62154" y="71968"/>
                </a:lnTo>
                <a:lnTo>
                  <a:pt x="62154" y="75239"/>
                </a:lnTo>
                <a:lnTo>
                  <a:pt x="58883" y="75239"/>
                </a:lnTo>
                <a:lnTo>
                  <a:pt x="58883" y="78510"/>
                </a:lnTo>
                <a:lnTo>
                  <a:pt x="52340" y="78510"/>
                </a:lnTo>
                <a:lnTo>
                  <a:pt x="52340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29441"/>
                </a:lnTo>
                <a:lnTo>
                  <a:pt x="32713" y="29441"/>
                </a:lnTo>
                <a:lnTo>
                  <a:pt x="32713" y="13085"/>
                </a:lnTo>
                <a:lnTo>
                  <a:pt x="35984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isible source SEC-093 inset-1 region 388">
            <a:extLst xmlns:a="http://schemas.openxmlformats.org/drawingml/2006/main">
              <a:ext uri="{FF2B5EF4-FFF2-40B4-BE49-F238E27FC236}">
                <a16:creationId xmlns:a16="http://schemas.microsoft.com/office/drawing/2014/main" id="{9E2D4A81-7C20-4383-90C4-ACC583E0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95" y="2407815"/>
            <a:ext cx="310770" cy="179920"/>
          </a:xfrm>
          <a:custGeom xmlns:a="http://schemas.openxmlformats.org/drawingml/2006/main">
            <a:pathLst>
              <a:path w="310770" h="179920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27579" y="45798"/>
                </a:lnTo>
                <a:lnTo>
                  <a:pt x="127579" y="49069"/>
                </a:lnTo>
                <a:lnTo>
                  <a:pt x="130851" y="49069"/>
                </a:lnTo>
                <a:lnTo>
                  <a:pt x="130851" y="58883"/>
                </a:lnTo>
                <a:lnTo>
                  <a:pt x="193005" y="58883"/>
                </a:lnTo>
                <a:lnTo>
                  <a:pt x="193005" y="55612"/>
                </a:lnTo>
                <a:lnTo>
                  <a:pt x="189733" y="55612"/>
                </a:lnTo>
                <a:lnTo>
                  <a:pt x="189733" y="52340"/>
                </a:lnTo>
                <a:lnTo>
                  <a:pt x="186462" y="52340"/>
                </a:lnTo>
                <a:lnTo>
                  <a:pt x="186462" y="45798"/>
                </a:lnTo>
                <a:lnTo>
                  <a:pt x="183191" y="45798"/>
                </a:lnTo>
                <a:lnTo>
                  <a:pt x="183191" y="35984"/>
                </a:lnTo>
                <a:lnTo>
                  <a:pt x="186462" y="35984"/>
                </a:lnTo>
                <a:lnTo>
                  <a:pt x="186462" y="29441"/>
                </a:lnTo>
                <a:lnTo>
                  <a:pt x="189733" y="29441"/>
                </a:lnTo>
                <a:lnTo>
                  <a:pt x="189733" y="26170"/>
                </a:lnTo>
                <a:lnTo>
                  <a:pt x="193005" y="26170"/>
                </a:lnTo>
                <a:lnTo>
                  <a:pt x="193005" y="22899"/>
                </a:lnTo>
                <a:lnTo>
                  <a:pt x="199547" y="22899"/>
                </a:lnTo>
                <a:lnTo>
                  <a:pt x="199547" y="19628"/>
                </a:lnTo>
                <a:lnTo>
                  <a:pt x="251887" y="19628"/>
                </a:lnTo>
                <a:lnTo>
                  <a:pt x="251887" y="22899"/>
                </a:lnTo>
                <a:lnTo>
                  <a:pt x="258430" y="22899"/>
                </a:lnTo>
                <a:lnTo>
                  <a:pt x="258430" y="26170"/>
                </a:lnTo>
                <a:lnTo>
                  <a:pt x="261701" y="26170"/>
                </a:lnTo>
                <a:lnTo>
                  <a:pt x="261701" y="29441"/>
                </a:lnTo>
                <a:lnTo>
                  <a:pt x="264973" y="29441"/>
                </a:lnTo>
                <a:lnTo>
                  <a:pt x="264973" y="35984"/>
                </a:lnTo>
                <a:lnTo>
                  <a:pt x="268244" y="35984"/>
                </a:lnTo>
                <a:lnTo>
                  <a:pt x="268244" y="45798"/>
                </a:lnTo>
                <a:lnTo>
                  <a:pt x="264973" y="45798"/>
                </a:lnTo>
                <a:lnTo>
                  <a:pt x="264973" y="52340"/>
                </a:lnTo>
                <a:lnTo>
                  <a:pt x="261701" y="52340"/>
                </a:lnTo>
                <a:lnTo>
                  <a:pt x="261701" y="55612"/>
                </a:lnTo>
                <a:lnTo>
                  <a:pt x="258430" y="55612"/>
                </a:lnTo>
                <a:lnTo>
                  <a:pt x="258430" y="58883"/>
                </a:lnTo>
                <a:lnTo>
                  <a:pt x="297685" y="58883"/>
                </a:lnTo>
                <a:lnTo>
                  <a:pt x="297685" y="62154"/>
                </a:lnTo>
                <a:lnTo>
                  <a:pt x="300956" y="62154"/>
                </a:lnTo>
                <a:lnTo>
                  <a:pt x="300956" y="65425"/>
                </a:lnTo>
                <a:lnTo>
                  <a:pt x="304228" y="65425"/>
                </a:lnTo>
                <a:lnTo>
                  <a:pt x="304228" y="68697"/>
                </a:lnTo>
                <a:lnTo>
                  <a:pt x="307499" y="68697"/>
                </a:lnTo>
                <a:lnTo>
                  <a:pt x="307499" y="71968"/>
                </a:lnTo>
                <a:lnTo>
                  <a:pt x="310770" y="71968"/>
                </a:lnTo>
                <a:lnTo>
                  <a:pt x="310770" y="98138"/>
                </a:lnTo>
                <a:lnTo>
                  <a:pt x="307499" y="98138"/>
                </a:lnTo>
                <a:lnTo>
                  <a:pt x="307499" y="104681"/>
                </a:lnTo>
                <a:lnTo>
                  <a:pt x="304228" y="104681"/>
                </a:lnTo>
                <a:lnTo>
                  <a:pt x="304228" y="107952"/>
                </a:lnTo>
                <a:lnTo>
                  <a:pt x="300956" y="107952"/>
                </a:lnTo>
                <a:lnTo>
                  <a:pt x="300956" y="111223"/>
                </a:lnTo>
                <a:lnTo>
                  <a:pt x="294414" y="111223"/>
                </a:lnTo>
                <a:lnTo>
                  <a:pt x="294414" y="114494"/>
                </a:lnTo>
                <a:lnTo>
                  <a:pt x="261701" y="114494"/>
                </a:lnTo>
                <a:lnTo>
                  <a:pt x="261701" y="117766"/>
                </a:lnTo>
                <a:lnTo>
                  <a:pt x="264973" y="117766"/>
                </a:lnTo>
                <a:lnTo>
                  <a:pt x="264973" y="127579"/>
                </a:lnTo>
                <a:lnTo>
                  <a:pt x="261701" y="127579"/>
                </a:lnTo>
                <a:lnTo>
                  <a:pt x="261701" y="134122"/>
                </a:lnTo>
                <a:lnTo>
                  <a:pt x="258430" y="134122"/>
                </a:lnTo>
                <a:lnTo>
                  <a:pt x="258430" y="137393"/>
                </a:lnTo>
                <a:lnTo>
                  <a:pt x="255159" y="137393"/>
                </a:lnTo>
                <a:lnTo>
                  <a:pt x="255159" y="140664"/>
                </a:lnTo>
                <a:lnTo>
                  <a:pt x="248616" y="140664"/>
                </a:lnTo>
                <a:lnTo>
                  <a:pt x="248616" y="143936"/>
                </a:lnTo>
                <a:lnTo>
                  <a:pt x="199547" y="143936"/>
                </a:lnTo>
                <a:lnTo>
                  <a:pt x="199547" y="140664"/>
                </a:lnTo>
                <a:lnTo>
                  <a:pt x="196276" y="140664"/>
                </a:lnTo>
                <a:lnTo>
                  <a:pt x="196276" y="137393"/>
                </a:lnTo>
                <a:lnTo>
                  <a:pt x="193005" y="137393"/>
                </a:lnTo>
                <a:lnTo>
                  <a:pt x="193005" y="134122"/>
                </a:lnTo>
                <a:lnTo>
                  <a:pt x="189733" y="134122"/>
                </a:lnTo>
                <a:lnTo>
                  <a:pt x="189733" y="127579"/>
                </a:lnTo>
                <a:lnTo>
                  <a:pt x="186462" y="127579"/>
                </a:lnTo>
                <a:lnTo>
                  <a:pt x="186462" y="124308"/>
                </a:lnTo>
                <a:lnTo>
                  <a:pt x="150478" y="124308"/>
                </a:lnTo>
                <a:lnTo>
                  <a:pt x="150478" y="121037"/>
                </a:lnTo>
                <a:lnTo>
                  <a:pt x="143936" y="121037"/>
                </a:lnTo>
                <a:lnTo>
                  <a:pt x="143936" y="117766"/>
                </a:lnTo>
                <a:lnTo>
                  <a:pt x="140664" y="117766"/>
                </a:lnTo>
                <a:lnTo>
                  <a:pt x="140664" y="111223"/>
                </a:lnTo>
                <a:lnTo>
                  <a:pt x="137393" y="111223"/>
                </a:lnTo>
                <a:lnTo>
                  <a:pt x="137393" y="101409"/>
                </a:lnTo>
                <a:lnTo>
                  <a:pt x="114494" y="101409"/>
                </a:lnTo>
                <a:lnTo>
                  <a:pt x="114494" y="104681"/>
                </a:lnTo>
                <a:lnTo>
                  <a:pt x="121037" y="104681"/>
                </a:lnTo>
                <a:lnTo>
                  <a:pt x="121037" y="107952"/>
                </a:lnTo>
                <a:lnTo>
                  <a:pt x="124308" y="107952"/>
                </a:lnTo>
                <a:lnTo>
                  <a:pt x="124308" y="111223"/>
                </a:lnTo>
                <a:lnTo>
                  <a:pt x="127579" y="111223"/>
                </a:lnTo>
                <a:lnTo>
                  <a:pt x="127579" y="117766"/>
                </a:lnTo>
                <a:lnTo>
                  <a:pt x="130851" y="117766"/>
                </a:lnTo>
                <a:lnTo>
                  <a:pt x="130851" y="127579"/>
                </a:lnTo>
                <a:lnTo>
                  <a:pt x="127579" y="127579"/>
                </a:lnTo>
                <a:lnTo>
                  <a:pt x="127579" y="134122"/>
                </a:lnTo>
                <a:lnTo>
                  <a:pt x="124308" y="134122"/>
                </a:lnTo>
                <a:lnTo>
                  <a:pt x="124308" y="137393"/>
                </a:lnTo>
                <a:lnTo>
                  <a:pt x="121037" y="137393"/>
                </a:lnTo>
                <a:lnTo>
                  <a:pt x="121037" y="140664"/>
                </a:lnTo>
                <a:lnTo>
                  <a:pt x="114494" y="140664"/>
                </a:lnTo>
                <a:lnTo>
                  <a:pt x="114494" y="143936"/>
                </a:lnTo>
                <a:lnTo>
                  <a:pt x="68697" y="143936"/>
                </a:lnTo>
                <a:lnTo>
                  <a:pt x="68697" y="147207"/>
                </a:lnTo>
                <a:lnTo>
                  <a:pt x="71968" y="147207"/>
                </a:lnTo>
                <a:lnTo>
                  <a:pt x="71968" y="153750"/>
                </a:lnTo>
                <a:lnTo>
                  <a:pt x="75239" y="153750"/>
                </a:lnTo>
                <a:lnTo>
                  <a:pt x="75239" y="163563"/>
                </a:lnTo>
                <a:lnTo>
                  <a:pt x="71968" y="163563"/>
                </a:lnTo>
                <a:lnTo>
                  <a:pt x="71968" y="170106"/>
                </a:lnTo>
                <a:lnTo>
                  <a:pt x="68697" y="170106"/>
                </a:lnTo>
                <a:lnTo>
                  <a:pt x="68697" y="173377"/>
                </a:lnTo>
                <a:lnTo>
                  <a:pt x="65425" y="173377"/>
                </a:lnTo>
                <a:lnTo>
                  <a:pt x="65425" y="176648"/>
                </a:lnTo>
                <a:lnTo>
                  <a:pt x="58883" y="176648"/>
                </a:lnTo>
                <a:lnTo>
                  <a:pt x="58883" y="179920"/>
                </a:lnTo>
                <a:lnTo>
                  <a:pt x="16356" y="179920"/>
                </a:lnTo>
                <a:lnTo>
                  <a:pt x="16356" y="176648"/>
                </a:lnTo>
                <a:lnTo>
                  <a:pt x="13085" y="176648"/>
                </a:lnTo>
                <a:lnTo>
                  <a:pt x="13085" y="173377"/>
                </a:lnTo>
                <a:lnTo>
                  <a:pt x="9814" y="173377"/>
                </a:lnTo>
                <a:lnTo>
                  <a:pt x="9814" y="170106"/>
                </a:lnTo>
                <a:lnTo>
                  <a:pt x="6543" y="170106"/>
                </a:lnTo>
                <a:lnTo>
                  <a:pt x="6543" y="163563"/>
                </a:lnTo>
                <a:lnTo>
                  <a:pt x="3271" y="163563"/>
                </a:lnTo>
                <a:lnTo>
                  <a:pt x="3271" y="153750"/>
                </a:lnTo>
                <a:lnTo>
                  <a:pt x="6543" y="153750"/>
                </a:lnTo>
                <a:lnTo>
                  <a:pt x="6543" y="147207"/>
                </a:lnTo>
                <a:lnTo>
                  <a:pt x="9814" y="147207"/>
                </a:lnTo>
                <a:lnTo>
                  <a:pt x="9814" y="143936"/>
                </a:lnTo>
                <a:lnTo>
                  <a:pt x="13085" y="143936"/>
                </a:lnTo>
                <a:lnTo>
                  <a:pt x="13085" y="140664"/>
                </a:lnTo>
                <a:lnTo>
                  <a:pt x="19628" y="140664"/>
                </a:lnTo>
                <a:lnTo>
                  <a:pt x="19628" y="137393"/>
                </a:lnTo>
                <a:lnTo>
                  <a:pt x="52340" y="137393"/>
                </a:lnTo>
                <a:lnTo>
                  <a:pt x="52340" y="134122"/>
                </a:lnTo>
                <a:lnTo>
                  <a:pt x="49069" y="134122"/>
                </a:lnTo>
                <a:lnTo>
                  <a:pt x="49069" y="127579"/>
                </a:lnTo>
                <a:lnTo>
                  <a:pt x="45798" y="127579"/>
                </a:lnTo>
                <a:lnTo>
                  <a:pt x="45798" y="117766"/>
                </a:lnTo>
                <a:lnTo>
                  <a:pt x="49069" y="117766"/>
                </a:lnTo>
                <a:lnTo>
                  <a:pt x="49069" y="111223"/>
                </a:lnTo>
                <a:lnTo>
                  <a:pt x="52340" y="111223"/>
                </a:lnTo>
                <a:lnTo>
                  <a:pt x="52340" y="107952"/>
                </a:lnTo>
                <a:lnTo>
                  <a:pt x="55612" y="107952"/>
                </a:lnTo>
                <a:lnTo>
                  <a:pt x="55612" y="104681"/>
                </a:lnTo>
                <a:lnTo>
                  <a:pt x="62154" y="104681"/>
                </a:lnTo>
                <a:lnTo>
                  <a:pt x="62154" y="101409"/>
                </a:lnTo>
                <a:lnTo>
                  <a:pt x="104681" y="101409"/>
                </a:lnTo>
                <a:lnTo>
                  <a:pt x="104681" y="98138"/>
                </a:lnTo>
                <a:lnTo>
                  <a:pt x="101409" y="98138"/>
                </a:lnTo>
                <a:lnTo>
                  <a:pt x="101409" y="94867"/>
                </a:lnTo>
                <a:lnTo>
                  <a:pt x="98138" y="94867"/>
                </a:lnTo>
                <a:lnTo>
                  <a:pt x="98138" y="91595"/>
                </a:lnTo>
                <a:lnTo>
                  <a:pt x="94867" y="91595"/>
                </a:lnTo>
                <a:lnTo>
                  <a:pt x="94867" y="85053"/>
                </a:lnTo>
                <a:lnTo>
                  <a:pt x="91595" y="85053"/>
                </a:lnTo>
                <a:lnTo>
                  <a:pt x="91595" y="78510"/>
                </a:lnTo>
                <a:lnTo>
                  <a:pt x="65425" y="78510"/>
                </a:lnTo>
                <a:lnTo>
                  <a:pt x="65425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52340" y="68697"/>
                </a:lnTo>
                <a:lnTo>
                  <a:pt x="52340" y="62154"/>
                </a:lnTo>
                <a:lnTo>
                  <a:pt x="49069" y="62154"/>
                </a:lnTo>
                <a:lnTo>
                  <a:pt x="49069" y="52340"/>
                </a:lnTo>
                <a:lnTo>
                  <a:pt x="52340" y="52340"/>
                </a:lnTo>
                <a:lnTo>
                  <a:pt x="52340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  <a:moveTo>
                  <a:pt x="235531" y="65425"/>
                </a:moveTo>
                <a:lnTo>
                  <a:pt x="235531" y="62154"/>
                </a:lnTo>
                <a:lnTo>
                  <a:pt x="209361" y="62154"/>
                </a:lnTo>
                <a:lnTo>
                  <a:pt x="209361" y="65425"/>
                </a:lnTo>
                <a:lnTo>
                  <a:pt x="212632" y="65425"/>
                </a:lnTo>
                <a:lnTo>
                  <a:pt x="212632" y="68697"/>
                </a:lnTo>
                <a:lnTo>
                  <a:pt x="215904" y="68697"/>
                </a:lnTo>
                <a:lnTo>
                  <a:pt x="215904" y="71968"/>
                </a:lnTo>
                <a:lnTo>
                  <a:pt x="219175" y="71968"/>
                </a:lnTo>
                <a:lnTo>
                  <a:pt x="219175" y="88324"/>
                </a:lnTo>
                <a:lnTo>
                  <a:pt x="215904" y="88324"/>
                </a:lnTo>
                <a:lnTo>
                  <a:pt x="215904" y="98138"/>
                </a:lnTo>
                <a:lnTo>
                  <a:pt x="219175" y="98138"/>
                </a:lnTo>
                <a:lnTo>
                  <a:pt x="219175" y="101409"/>
                </a:lnTo>
                <a:lnTo>
                  <a:pt x="228989" y="101409"/>
                </a:lnTo>
                <a:lnTo>
                  <a:pt x="228989" y="98138"/>
                </a:lnTo>
                <a:lnTo>
                  <a:pt x="225717" y="98138"/>
                </a:lnTo>
                <a:lnTo>
                  <a:pt x="225717" y="75239"/>
                </a:lnTo>
                <a:lnTo>
                  <a:pt x="228989" y="75239"/>
                </a:lnTo>
                <a:lnTo>
                  <a:pt x="228989" y="68697"/>
                </a:lnTo>
                <a:lnTo>
                  <a:pt x="232260" y="68697"/>
                </a:lnTo>
                <a:lnTo>
                  <a:pt x="232260" y="65425"/>
                </a:lnTo>
                <a:lnTo>
                  <a:pt x="235531" y="6542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isible source SEC-093 inset-1 region 389">
            <a:extLst xmlns:a="http://schemas.openxmlformats.org/drawingml/2006/main">
              <a:ext uri="{FF2B5EF4-FFF2-40B4-BE49-F238E27FC236}">
                <a16:creationId xmlns:a16="http://schemas.microsoft.com/office/drawing/2014/main" id="{3B0484D7-50FC-475F-82C4-7AC17E9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070" y="1128750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isible source SEC-093 inset-1 region 390">
            <a:extLst xmlns:a="http://schemas.openxmlformats.org/drawingml/2006/main">
              <a:ext uri="{FF2B5EF4-FFF2-40B4-BE49-F238E27FC236}">
                <a16:creationId xmlns:a16="http://schemas.microsoft.com/office/drawing/2014/main" id="{0CC2E44F-1323-44FE-A603-AE488F06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783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isible source SEC-093 inset-1 region 391">
            <a:extLst xmlns:a="http://schemas.openxmlformats.org/drawingml/2006/main">
              <a:ext uri="{FF2B5EF4-FFF2-40B4-BE49-F238E27FC236}">
                <a16:creationId xmlns:a16="http://schemas.microsoft.com/office/drawing/2014/main" id="{9217496F-0039-419A-BF1A-FF8B2E3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665" y="145260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isible source SEC-093 inset-1 region 392">
            <a:extLst xmlns:a="http://schemas.openxmlformats.org/drawingml/2006/main">
              <a:ext uri="{FF2B5EF4-FFF2-40B4-BE49-F238E27FC236}">
                <a16:creationId xmlns:a16="http://schemas.microsoft.com/office/drawing/2014/main" id="{FE36BDE0-F7EC-4A5A-A799-AAE69372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580" y="149513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isible source SEC-093 inset-1 region 393">
            <a:extLst xmlns:a="http://schemas.openxmlformats.org/drawingml/2006/main">
              <a:ext uri="{FF2B5EF4-FFF2-40B4-BE49-F238E27FC236}">
                <a16:creationId xmlns:a16="http://schemas.microsoft.com/office/drawing/2014/main" id="{C108324E-6341-43A7-B85C-7A61DA36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41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isible source SEC-093 inset-1 region 394">
            <a:extLst xmlns:a="http://schemas.openxmlformats.org/drawingml/2006/main">
              <a:ext uri="{FF2B5EF4-FFF2-40B4-BE49-F238E27FC236}">
                <a16:creationId xmlns:a16="http://schemas.microsoft.com/office/drawing/2014/main" id="{5B49E61C-9955-4F88-9D30-C82BBD23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900" y="1642339"/>
            <a:ext cx="58883" cy="42526"/>
          </a:xfrm>
          <a:custGeom xmlns:a="http://schemas.openxmlformats.org/drawingml/2006/main">
            <a:pathLst>
              <a:path w="5888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isible source SEC-093 inset-1 region 395">
            <a:extLst xmlns:a="http://schemas.openxmlformats.org/drawingml/2006/main">
              <a:ext uri="{FF2B5EF4-FFF2-40B4-BE49-F238E27FC236}">
                <a16:creationId xmlns:a16="http://schemas.microsoft.com/office/drawing/2014/main" id="{E7292DD4-B7E0-47D5-8566-7671DFD2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868" y="164888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isible source SEC-093 inset-1 region 396">
            <a:extLst xmlns:a="http://schemas.openxmlformats.org/drawingml/2006/main">
              <a:ext uri="{FF2B5EF4-FFF2-40B4-BE49-F238E27FC236}">
                <a16:creationId xmlns:a16="http://schemas.microsoft.com/office/drawing/2014/main" id="{F708C688-E4A2-46B3-A9BD-8987C835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560" y="1671780"/>
            <a:ext cx="62154" cy="68697"/>
          </a:xfrm>
          <a:custGeom xmlns:a="http://schemas.openxmlformats.org/drawingml/2006/main">
            <a:pathLst>
              <a:path w="62154" h="68697">
                <a:moveTo>
                  <a:pt x="16356" y="16356"/>
                </a:moveTo>
                <a:lnTo>
                  <a:pt x="19628" y="16356"/>
                </a:lnTo>
                <a:lnTo>
                  <a:pt x="19628" y="9814"/>
                </a:lnTo>
                <a:lnTo>
                  <a:pt x="22899" y="9814"/>
                </a:lnTo>
                <a:lnTo>
                  <a:pt x="22899" y="6543"/>
                </a:ln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5984"/>
                </a:lnTo>
                <a:lnTo>
                  <a:pt x="58883" y="35984"/>
                </a:lnTo>
                <a:lnTo>
                  <a:pt x="58883" y="42526"/>
                </a:lnTo>
                <a:lnTo>
                  <a:pt x="62154" y="42526"/>
                </a:lnTo>
                <a:lnTo>
                  <a:pt x="62154" y="52340"/>
                </a:lnTo>
                <a:lnTo>
                  <a:pt x="58883" y="52340"/>
                </a:lnTo>
                <a:lnTo>
                  <a:pt x="58883" y="58883"/>
                </a:lnTo>
                <a:lnTo>
                  <a:pt x="55612" y="58883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65425"/>
                </a:lnTo>
                <a:lnTo>
                  <a:pt x="45798" y="65425"/>
                </a:lnTo>
                <a:lnTo>
                  <a:pt x="45798" y="68697"/>
                </a:lnTo>
                <a:lnTo>
                  <a:pt x="35984" y="68697"/>
                </a:lnTo>
                <a:lnTo>
                  <a:pt x="35984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isible source SEC-093 inset-1 region 397">
            <a:extLst xmlns:a="http://schemas.openxmlformats.org/drawingml/2006/main">
              <a:ext uri="{FF2B5EF4-FFF2-40B4-BE49-F238E27FC236}">
                <a16:creationId xmlns:a16="http://schemas.microsoft.com/office/drawing/2014/main" id="{56550D30-18B3-4DDF-81FC-91421E31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81" y="1714307"/>
            <a:ext cx="49069" cy="42526"/>
          </a:xfrm>
          <a:custGeom xmlns:a="http://schemas.openxmlformats.org/drawingml/2006/main">
            <a:pathLst>
              <a:path w="4906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isible source SEC-093 inset-1 region 398">
            <a:extLst xmlns:a="http://schemas.openxmlformats.org/drawingml/2006/main">
              <a:ext uri="{FF2B5EF4-FFF2-40B4-BE49-F238E27FC236}">
                <a16:creationId xmlns:a16="http://schemas.microsoft.com/office/drawing/2014/main" id="{81D43A68-332B-4B69-A2BD-039C66B3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629" y="1779732"/>
            <a:ext cx="71968" cy="42526"/>
          </a:xfrm>
          <a:custGeom xmlns:a="http://schemas.openxmlformats.org/drawingml/2006/main">
            <a:pathLst>
              <a:path w="71968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isible source SEC-093 inset-1 region 399">
            <a:extLst xmlns:a="http://schemas.openxmlformats.org/drawingml/2006/main">
              <a:ext uri="{FF2B5EF4-FFF2-40B4-BE49-F238E27FC236}">
                <a16:creationId xmlns:a16="http://schemas.microsoft.com/office/drawing/2014/main" id="{78C2FCBE-6124-4590-8F5B-FABA458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491" y="1789546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isible source SEC-093 inset-1 region 400">
            <a:extLst xmlns:a="http://schemas.openxmlformats.org/drawingml/2006/main">
              <a:ext uri="{FF2B5EF4-FFF2-40B4-BE49-F238E27FC236}">
                <a16:creationId xmlns:a16="http://schemas.microsoft.com/office/drawing/2014/main" id="{FA239593-041C-4024-B0A1-41B0CF4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831" y="1845157"/>
            <a:ext cx="212632" cy="134122"/>
          </a:xfrm>
          <a:custGeom xmlns:a="http://schemas.openxmlformats.org/drawingml/2006/main">
            <a:pathLst>
              <a:path w="212632" h="134122">
                <a:moveTo>
                  <a:pt x="45798" y="22899"/>
                </a:moveTo>
                <a:lnTo>
                  <a:pt x="45798" y="19628"/>
                </a:lnTo>
                <a:lnTo>
                  <a:pt x="49069" y="19628"/>
                </a:lnTo>
                <a:lnTo>
                  <a:pt x="49069" y="16356"/>
                </a:lnTo>
                <a:lnTo>
                  <a:pt x="55612" y="16356"/>
                </a:lnTo>
                <a:lnTo>
                  <a:pt x="55612" y="13085"/>
                </a:lnTo>
                <a:lnTo>
                  <a:pt x="88324" y="13085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30851" y="13085"/>
                </a:lnTo>
                <a:lnTo>
                  <a:pt x="130851" y="16356"/>
                </a:lnTo>
                <a:lnTo>
                  <a:pt x="134122" y="16356"/>
                </a:lnTo>
                <a:lnTo>
                  <a:pt x="134122" y="13085"/>
                </a:lnTo>
                <a:lnTo>
                  <a:pt x="143936" y="13085"/>
                </a:lnTo>
                <a:lnTo>
                  <a:pt x="143936" y="16356"/>
                </a:lnTo>
                <a:lnTo>
                  <a:pt x="150478" y="16356"/>
                </a:lnTo>
                <a:lnTo>
                  <a:pt x="150478" y="19628"/>
                </a:lnTo>
                <a:lnTo>
                  <a:pt x="153750" y="19628"/>
                </a:lnTo>
                <a:lnTo>
                  <a:pt x="153750" y="22899"/>
                </a:lnTo>
                <a:lnTo>
                  <a:pt x="157021" y="22899"/>
                </a:lnTo>
                <a:lnTo>
                  <a:pt x="157021" y="29441"/>
                </a:lnTo>
                <a:lnTo>
                  <a:pt x="160292" y="29441"/>
                </a:lnTo>
                <a:lnTo>
                  <a:pt x="160292" y="39255"/>
                </a:lnTo>
                <a:lnTo>
                  <a:pt x="157021" y="39255"/>
                </a:lnTo>
                <a:lnTo>
                  <a:pt x="157021" y="45798"/>
                </a:lnTo>
                <a:lnTo>
                  <a:pt x="153750" y="45798"/>
                </a:lnTo>
                <a:lnTo>
                  <a:pt x="153750" y="49069"/>
                </a:lnTo>
                <a:lnTo>
                  <a:pt x="160292" y="49069"/>
                </a:lnTo>
                <a:lnTo>
                  <a:pt x="160292" y="52340"/>
                </a:lnTo>
                <a:lnTo>
                  <a:pt x="166835" y="52340"/>
                </a:lnTo>
                <a:lnTo>
                  <a:pt x="166835" y="55612"/>
                </a:lnTo>
                <a:lnTo>
                  <a:pt x="170106" y="55612"/>
                </a:lnTo>
                <a:lnTo>
                  <a:pt x="170106" y="58883"/>
                </a:lnTo>
                <a:lnTo>
                  <a:pt x="176648" y="58883"/>
                </a:lnTo>
                <a:lnTo>
                  <a:pt x="176648" y="55612"/>
                </a:lnTo>
                <a:lnTo>
                  <a:pt x="179920" y="55612"/>
                </a:lnTo>
                <a:lnTo>
                  <a:pt x="179920" y="52340"/>
                </a:lnTo>
                <a:lnTo>
                  <a:pt x="186462" y="52340"/>
                </a:lnTo>
                <a:lnTo>
                  <a:pt x="186462" y="49069"/>
                </a:lnTo>
                <a:lnTo>
                  <a:pt x="196276" y="49069"/>
                </a:lnTo>
                <a:lnTo>
                  <a:pt x="196276" y="52340"/>
                </a:lnTo>
                <a:lnTo>
                  <a:pt x="202818" y="52340"/>
                </a:lnTo>
                <a:lnTo>
                  <a:pt x="202818" y="55612"/>
                </a:lnTo>
                <a:lnTo>
                  <a:pt x="206090" y="55612"/>
                </a:lnTo>
                <a:lnTo>
                  <a:pt x="206090" y="58883"/>
                </a:lnTo>
                <a:lnTo>
                  <a:pt x="209361" y="58883"/>
                </a:lnTo>
                <a:lnTo>
                  <a:pt x="209361" y="62154"/>
                </a:lnTo>
                <a:lnTo>
                  <a:pt x="212632" y="62154"/>
                </a:lnTo>
                <a:lnTo>
                  <a:pt x="212632" y="78510"/>
                </a:lnTo>
                <a:lnTo>
                  <a:pt x="209361" y="78510"/>
                </a:lnTo>
                <a:lnTo>
                  <a:pt x="209361" y="81782"/>
                </a:lnTo>
                <a:lnTo>
                  <a:pt x="206090" y="81782"/>
                </a:lnTo>
                <a:lnTo>
                  <a:pt x="206090" y="85053"/>
                </a:lnTo>
                <a:lnTo>
                  <a:pt x="202818" y="85053"/>
                </a:lnTo>
                <a:lnTo>
                  <a:pt x="202818" y="88324"/>
                </a:lnTo>
                <a:lnTo>
                  <a:pt x="199547" y="88324"/>
                </a:lnTo>
                <a:lnTo>
                  <a:pt x="199547" y="91595"/>
                </a:lnTo>
                <a:lnTo>
                  <a:pt x="183191" y="91595"/>
                </a:lnTo>
                <a:lnTo>
                  <a:pt x="183191" y="88324"/>
                </a:lnTo>
                <a:lnTo>
                  <a:pt x="179920" y="88324"/>
                </a:lnTo>
                <a:lnTo>
                  <a:pt x="179920" y="85053"/>
                </a:lnTo>
                <a:lnTo>
                  <a:pt x="176648" y="85053"/>
                </a:lnTo>
                <a:lnTo>
                  <a:pt x="176648" y="81782"/>
                </a:lnTo>
                <a:lnTo>
                  <a:pt x="170106" y="81782"/>
                </a:lnTo>
                <a:lnTo>
                  <a:pt x="170106" y="85053"/>
                </a:lnTo>
                <a:lnTo>
                  <a:pt x="166835" y="85053"/>
                </a:lnTo>
                <a:lnTo>
                  <a:pt x="166835" y="88324"/>
                </a:lnTo>
                <a:lnTo>
                  <a:pt x="160292" y="88324"/>
                </a:lnTo>
                <a:lnTo>
                  <a:pt x="160292" y="91595"/>
                </a:lnTo>
                <a:lnTo>
                  <a:pt x="153750" y="91595"/>
                </a:lnTo>
                <a:lnTo>
                  <a:pt x="153750" y="94867"/>
                </a:lnTo>
                <a:lnTo>
                  <a:pt x="166835" y="94867"/>
                </a:lnTo>
                <a:lnTo>
                  <a:pt x="166835" y="91595"/>
                </a:lnTo>
                <a:lnTo>
                  <a:pt x="176648" y="91595"/>
                </a:lnTo>
                <a:lnTo>
                  <a:pt x="176648" y="94867"/>
                </a:lnTo>
                <a:lnTo>
                  <a:pt x="183191" y="94867"/>
                </a:lnTo>
                <a:lnTo>
                  <a:pt x="183191" y="98138"/>
                </a:lnTo>
                <a:lnTo>
                  <a:pt x="186462" y="98138"/>
                </a:lnTo>
                <a:lnTo>
                  <a:pt x="186462" y="101409"/>
                </a:lnTo>
                <a:lnTo>
                  <a:pt x="189733" y="101409"/>
                </a:lnTo>
                <a:lnTo>
                  <a:pt x="189733" y="104681"/>
                </a:lnTo>
                <a:lnTo>
                  <a:pt x="193005" y="104681"/>
                </a:lnTo>
                <a:lnTo>
                  <a:pt x="193005" y="121037"/>
                </a:lnTo>
                <a:lnTo>
                  <a:pt x="189733" y="121037"/>
                </a:lnTo>
                <a:lnTo>
                  <a:pt x="189733" y="124308"/>
                </a:lnTo>
                <a:lnTo>
                  <a:pt x="186462" y="124308"/>
                </a:lnTo>
                <a:lnTo>
                  <a:pt x="186462" y="127579"/>
                </a:lnTo>
                <a:lnTo>
                  <a:pt x="183191" y="127579"/>
                </a:lnTo>
                <a:lnTo>
                  <a:pt x="183191" y="130851"/>
                </a:lnTo>
                <a:lnTo>
                  <a:pt x="179920" y="130851"/>
                </a:lnTo>
                <a:lnTo>
                  <a:pt x="179920" y="134122"/>
                </a:lnTo>
                <a:lnTo>
                  <a:pt x="163563" y="134122"/>
                </a:lnTo>
                <a:lnTo>
                  <a:pt x="163563" y="130851"/>
                </a:lnTo>
                <a:lnTo>
                  <a:pt x="153750" y="130851"/>
                </a:lnTo>
                <a:lnTo>
                  <a:pt x="153750" y="134122"/>
                </a:lnTo>
                <a:lnTo>
                  <a:pt x="143936" y="134122"/>
                </a:lnTo>
                <a:lnTo>
                  <a:pt x="143936" y="130851"/>
                </a:lnTo>
                <a:lnTo>
                  <a:pt x="137393" y="130851"/>
                </a:lnTo>
                <a:lnTo>
                  <a:pt x="137393" y="127579"/>
                </a:lnTo>
                <a:lnTo>
                  <a:pt x="134122" y="127579"/>
                </a:lnTo>
                <a:lnTo>
                  <a:pt x="134122" y="124308"/>
                </a:lnTo>
                <a:lnTo>
                  <a:pt x="130851" y="124308"/>
                </a:lnTo>
                <a:lnTo>
                  <a:pt x="130851" y="117766"/>
                </a:lnTo>
                <a:lnTo>
                  <a:pt x="127579" y="117766"/>
                </a:lnTo>
                <a:lnTo>
                  <a:pt x="127579" y="107952"/>
                </a:lnTo>
                <a:lnTo>
                  <a:pt x="130851" y="107952"/>
                </a:lnTo>
                <a:lnTo>
                  <a:pt x="130851" y="101409"/>
                </a:lnTo>
                <a:lnTo>
                  <a:pt x="134122" y="101409"/>
                </a:lnTo>
                <a:lnTo>
                  <a:pt x="134122" y="98138"/>
                </a:lnTo>
                <a:lnTo>
                  <a:pt x="137393" y="98138"/>
                </a:lnTo>
                <a:lnTo>
                  <a:pt x="137393" y="94867"/>
                </a:lnTo>
                <a:lnTo>
                  <a:pt x="143936" y="94867"/>
                </a:lnTo>
                <a:lnTo>
                  <a:pt x="143936" y="91595"/>
                </a:lnTo>
                <a:lnTo>
                  <a:pt x="150478" y="91595"/>
                </a:lnTo>
                <a:lnTo>
                  <a:pt x="150478" y="88324"/>
                </a:lnTo>
                <a:lnTo>
                  <a:pt x="143936" y="88324"/>
                </a:lnTo>
                <a:lnTo>
                  <a:pt x="143936" y="85053"/>
                </a:lnTo>
                <a:lnTo>
                  <a:pt x="140664" y="85053"/>
                </a:lnTo>
                <a:lnTo>
                  <a:pt x="140664" y="81782"/>
                </a:lnTo>
                <a:lnTo>
                  <a:pt x="137393" y="81782"/>
                </a:lnTo>
                <a:lnTo>
                  <a:pt x="137393" y="75239"/>
                </a:lnTo>
                <a:lnTo>
                  <a:pt x="134122" y="75239"/>
                </a:lnTo>
                <a:lnTo>
                  <a:pt x="134122" y="65425"/>
                </a:lnTo>
                <a:lnTo>
                  <a:pt x="137393" y="65425"/>
                </a:lnTo>
                <a:lnTo>
                  <a:pt x="137393" y="58883"/>
                </a:lnTo>
                <a:lnTo>
                  <a:pt x="140664" y="58883"/>
                </a:lnTo>
                <a:lnTo>
                  <a:pt x="140664" y="55612"/>
                </a:lnTo>
                <a:lnTo>
                  <a:pt x="121037" y="55612"/>
                </a:lnTo>
                <a:lnTo>
                  <a:pt x="121037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88324" y="52340"/>
                </a:lnTo>
                <a:lnTo>
                  <a:pt x="88324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68697" y="58883"/>
                </a:lnTo>
                <a:lnTo>
                  <a:pt x="68697" y="65425"/>
                </a:lnTo>
                <a:lnTo>
                  <a:pt x="71968" y="65425"/>
                </a:lnTo>
                <a:lnTo>
                  <a:pt x="71968" y="75239"/>
                </a:lnTo>
                <a:lnTo>
                  <a:pt x="68697" y="75239"/>
                </a:lnTo>
                <a:lnTo>
                  <a:pt x="68697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62154" y="85053"/>
                </a:lnTo>
                <a:lnTo>
                  <a:pt x="62154" y="88324"/>
                </a:lnTo>
                <a:lnTo>
                  <a:pt x="55612" y="88324"/>
                </a:lnTo>
                <a:lnTo>
                  <a:pt x="55612" y="91595"/>
                </a:lnTo>
                <a:lnTo>
                  <a:pt x="42526" y="91595"/>
                </a:lnTo>
                <a:lnTo>
                  <a:pt x="42526" y="88324"/>
                </a:lnTo>
                <a:lnTo>
                  <a:pt x="32713" y="88324"/>
                </a:lnTo>
                <a:lnTo>
                  <a:pt x="32713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6356" y="52340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5984"/>
                </a:lnTo>
                <a:lnTo>
                  <a:pt x="22899" y="35984"/>
                </a:lnTo>
                <a:lnTo>
                  <a:pt x="22899" y="32713"/>
                </a:lnTo>
                <a:lnTo>
                  <a:pt x="26170" y="32713"/>
                </a:lnTo>
                <a:lnTo>
                  <a:pt x="26170" y="29441"/>
                </a:lnTo>
                <a:lnTo>
                  <a:pt x="32713" y="29441"/>
                </a:lnTo>
                <a:lnTo>
                  <a:pt x="32713" y="26170"/>
                </a:lnTo>
                <a:lnTo>
                  <a:pt x="42526" y="26170"/>
                </a:lnTo>
                <a:lnTo>
                  <a:pt x="42526" y="22899"/>
                </a:lnTo>
                <a:lnTo>
                  <a:pt x="45798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isible source SEC-093 inset-1 region 401">
            <a:extLst xmlns:a="http://schemas.openxmlformats.org/drawingml/2006/main">
              <a:ext uri="{FF2B5EF4-FFF2-40B4-BE49-F238E27FC236}">
                <a16:creationId xmlns:a16="http://schemas.microsoft.com/office/drawing/2014/main" id="{9F771370-3756-4E57-A405-75B3DDCD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357" y="1995636"/>
            <a:ext cx="68697" cy="42526"/>
          </a:xfrm>
          <a:custGeom xmlns:a="http://schemas.openxmlformats.org/drawingml/2006/main">
            <a:pathLst>
              <a:path w="68697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isible source SEC-093 inset-1 region 402">
            <a:extLst xmlns:a="http://schemas.openxmlformats.org/drawingml/2006/main">
              <a:ext uri="{FF2B5EF4-FFF2-40B4-BE49-F238E27FC236}">
                <a16:creationId xmlns:a16="http://schemas.microsoft.com/office/drawing/2014/main" id="{CF63D79E-E0F6-4E65-953B-6E4F743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698" y="2051247"/>
            <a:ext cx="65425" cy="55612"/>
          </a:xfrm>
          <a:custGeom xmlns:a="http://schemas.openxmlformats.org/drawingml/2006/main">
            <a:pathLst>
              <a:path w="65425" h="5561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9255"/>
                </a:lnTo>
                <a:lnTo>
                  <a:pt x="55612" y="39255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52340"/>
                </a:lnTo>
                <a:lnTo>
                  <a:pt x="42526" y="52340"/>
                </a:lnTo>
                <a:lnTo>
                  <a:pt x="42526" y="55612"/>
                </a:lnTo>
                <a:lnTo>
                  <a:pt x="29441" y="55612"/>
                </a:lnTo>
                <a:lnTo>
                  <a:pt x="29441" y="52340"/>
                </a:lnTo>
                <a:lnTo>
                  <a:pt x="22899" y="52340"/>
                </a:lnTo>
                <a:lnTo>
                  <a:pt x="22899" y="49069"/>
                </a:lnTo>
                <a:lnTo>
                  <a:pt x="19628" y="49069"/>
                </a:lnTo>
                <a:lnTo>
                  <a:pt x="19628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isible source SEC-093 inset-1 region 403">
            <a:extLst xmlns:a="http://schemas.openxmlformats.org/drawingml/2006/main">
              <a:ext uri="{FF2B5EF4-FFF2-40B4-BE49-F238E27FC236}">
                <a16:creationId xmlns:a16="http://schemas.microsoft.com/office/drawing/2014/main" id="{A8EB097C-AADE-4D1F-BF68-61FA3AE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017" y="2067603"/>
            <a:ext cx="111223" cy="68697"/>
          </a:xfrm>
          <a:custGeom xmlns:a="http://schemas.openxmlformats.org/drawingml/2006/main">
            <a:pathLst>
              <a:path w="111223" h="68697">
                <a:moveTo>
                  <a:pt x="16356" y="26170"/>
                </a:moveTo>
                <a:lnTo>
                  <a:pt x="29441" y="26170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94867" y="9814"/>
                </a:lnTo>
                <a:lnTo>
                  <a:pt x="94867" y="13085"/>
                </a:lnTo>
                <a:lnTo>
                  <a:pt x="101409" y="13085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19628"/>
                </a:lnTo>
                <a:lnTo>
                  <a:pt x="107952" y="19628"/>
                </a:lnTo>
                <a:lnTo>
                  <a:pt x="107952" y="26170"/>
                </a:lnTo>
                <a:lnTo>
                  <a:pt x="111223" y="26170"/>
                </a:lnTo>
                <a:lnTo>
                  <a:pt x="111223" y="35984"/>
                </a:lnTo>
                <a:lnTo>
                  <a:pt x="107952" y="35984"/>
                </a:lnTo>
                <a:lnTo>
                  <a:pt x="107952" y="42526"/>
                </a:lnTo>
                <a:lnTo>
                  <a:pt x="104681" y="42526"/>
                </a:lnTo>
                <a:lnTo>
                  <a:pt x="104681" y="45798"/>
                </a:lnTo>
                <a:lnTo>
                  <a:pt x="101409" y="45798"/>
                </a:lnTo>
                <a:lnTo>
                  <a:pt x="101409" y="49069"/>
                </a:lnTo>
                <a:lnTo>
                  <a:pt x="94867" y="49069"/>
                </a:lnTo>
                <a:lnTo>
                  <a:pt x="94867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45798" y="65425"/>
                </a:lnTo>
                <a:lnTo>
                  <a:pt x="45798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isible source SEC-093 inset-1 region 404">
            <a:extLst xmlns:a="http://schemas.openxmlformats.org/drawingml/2006/main">
              <a:ext uri="{FF2B5EF4-FFF2-40B4-BE49-F238E27FC236}">
                <a16:creationId xmlns:a16="http://schemas.microsoft.com/office/drawing/2014/main" id="{80DA211E-3B9E-4E8A-8952-F07C467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410" y="2116672"/>
            <a:ext cx="85053" cy="81782"/>
          </a:xfrm>
          <a:custGeom xmlns:a="http://schemas.openxmlformats.org/drawingml/2006/main">
            <a:pathLst>
              <a:path w="85053" h="8178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5798"/>
                </a:lnTo>
                <a:lnTo>
                  <a:pt x="71968" y="45798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78510" y="52340"/>
                </a:lnTo>
                <a:lnTo>
                  <a:pt x="78510" y="68697"/>
                </a:lnTo>
                <a:lnTo>
                  <a:pt x="75239" y="68697"/>
                </a:lnTo>
                <a:lnTo>
                  <a:pt x="75239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68697" y="75239"/>
                </a:lnTo>
                <a:lnTo>
                  <a:pt x="68697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isible source SEC-093 inset-1 region 405">
            <a:extLst xmlns:a="http://schemas.openxmlformats.org/drawingml/2006/main">
              <a:ext uri="{FF2B5EF4-FFF2-40B4-BE49-F238E27FC236}">
                <a16:creationId xmlns:a16="http://schemas.microsoft.com/office/drawing/2014/main" id="{79E520DF-99EA-44D4-8D30-9BEE5F7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15" y="2211539"/>
            <a:ext cx="85053" cy="42526"/>
          </a:xfrm>
          <a:custGeom xmlns:a="http://schemas.openxmlformats.org/drawingml/2006/main">
            <a:pathLst>
              <a:path w="8505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9069" y="0"/>
                </a:lnTo>
                <a:lnTo>
                  <a:pt x="49069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isible source SEC-093 inset-1 region 406">
            <a:extLst xmlns:a="http://schemas.openxmlformats.org/drawingml/2006/main">
              <a:ext uri="{FF2B5EF4-FFF2-40B4-BE49-F238E27FC236}">
                <a16:creationId xmlns:a16="http://schemas.microsoft.com/office/drawing/2014/main" id="{F42B8415-DCEE-40F4-BD4B-69A785E5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410" y="2335847"/>
            <a:ext cx="81782" cy="85053"/>
          </a:xfrm>
          <a:custGeom xmlns:a="http://schemas.openxmlformats.org/drawingml/2006/main">
            <a:pathLst>
              <a:path w="81782" h="85053">
                <a:moveTo>
                  <a:pt x="6543" y="26170"/>
                </a:moveTo>
                <a:lnTo>
                  <a:pt x="6543" y="16356"/>
                </a:ln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58883" y="42526"/>
                </a:lnTo>
                <a:lnTo>
                  <a:pt x="58883" y="45798"/>
                </a:lnTo>
                <a:lnTo>
                  <a:pt x="62154" y="45798"/>
                </a:lnTo>
                <a:lnTo>
                  <a:pt x="62154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71968" y="55612"/>
                </a:lnTo>
                <a:lnTo>
                  <a:pt x="71968" y="71968"/>
                </a:lnTo>
                <a:lnTo>
                  <a:pt x="68697" y="71968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58883" y="81782"/>
                </a:lnTo>
                <a:lnTo>
                  <a:pt x="58883" y="85053"/>
                </a:lnTo>
                <a:lnTo>
                  <a:pt x="13085" y="85053"/>
                </a:lnTo>
                <a:lnTo>
                  <a:pt x="13085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9255"/>
                </a:lnTo>
                <a:lnTo>
                  <a:pt x="16356" y="39255"/>
                </a:lnTo>
                <a:lnTo>
                  <a:pt x="16356" y="35984"/>
                </a:lnTo>
                <a:lnTo>
                  <a:pt x="13085" y="35984"/>
                </a:lnTo>
                <a:lnTo>
                  <a:pt x="13085" y="32713"/>
                </a:lnTo>
                <a:lnTo>
                  <a:pt x="9814" y="32713"/>
                </a:lnTo>
                <a:lnTo>
                  <a:pt x="9814" y="26170"/>
                </a:lnTo>
                <a:lnTo>
                  <a:pt x="6543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isible source SEC-093 inset-1 region 407">
            <a:extLst xmlns:a="http://schemas.openxmlformats.org/drawingml/2006/main">
              <a:ext uri="{FF2B5EF4-FFF2-40B4-BE49-F238E27FC236}">
                <a16:creationId xmlns:a16="http://schemas.microsoft.com/office/drawing/2014/main" id="{67843E76-B9D2-413A-A24C-DA85E1E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81" y="2558293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isible source SEC-093 inset-1 region 408">
            <a:extLst xmlns:a="http://schemas.openxmlformats.org/drawingml/2006/main">
              <a:ext uri="{FF2B5EF4-FFF2-40B4-BE49-F238E27FC236}">
                <a16:creationId xmlns:a16="http://schemas.microsoft.com/office/drawing/2014/main" id="{37C1E654-7D69-4264-A73B-15A577D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378" y="1338111"/>
            <a:ext cx="42526" cy="42526"/>
          </a:xfrm>
          <a:custGeom xmlns:a="http://schemas.openxmlformats.org/drawingml/2006/main">
            <a:pathLst>
              <a:path w="42526" h="42526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isible source SEC-093 inset-1 region 409">
            <a:extLst xmlns:a="http://schemas.openxmlformats.org/drawingml/2006/main">
              <a:ext uri="{FF2B5EF4-FFF2-40B4-BE49-F238E27FC236}">
                <a16:creationId xmlns:a16="http://schemas.microsoft.com/office/drawing/2014/main" id="{F470413C-E02F-428C-A636-754D1CA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702" y="1547472"/>
            <a:ext cx="101409" cy="65425"/>
          </a:xfrm>
          <a:custGeom xmlns:a="http://schemas.openxmlformats.org/drawingml/2006/main">
            <a:pathLst>
              <a:path w="101409" h="65425">
                <a:moveTo>
                  <a:pt x="29441" y="26170"/>
                </a:move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6356"/>
                </a:lnTo>
                <a:lnTo>
                  <a:pt x="101409" y="16356"/>
                </a:lnTo>
                <a:lnTo>
                  <a:pt x="101409" y="26170"/>
                </a:lnTo>
                <a:lnTo>
                  <a:pt x="98138" y="26170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6170" y="22899"/>
                </a:lnTo>
                <a:lnTo>
                  <a:pt x="26170" y="26170"/>
                </a:lnTo>
                <a:lnTo>
                  <a:pt x="2944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isible source SEC-093 inset-1 region 410">
            <a:extLst xmlns:a="http://schemas.openxmlformats.org/drawingml/2006/main">
              <a:ext uri="{FF2B5EF4-FFF2-40B4-BE49-F238E27FC236}">
                <a16:creationId xmlns:a16="http://schemas.microsoft.com/office/drawing/2014/main" id="{581A5DFF-D8EC-4DAE-A3BC-985A420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107" y="1563829"/>
            <a:ext cx="55612" cy="42526"/>
          </a:xfrm>
          <a:custGeom xmlns:a="http://schemas.openxmlformats.org/drawingml/2006/main">
            <a:pathLst>
              <a:path w="5561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isible source SEC-093 inset-1 region 411">
            <a:extLst xmlns:a="http://schemas.openxmlformats.org/drawingml/2006/main">
              <a:ext uri="{FF2B5EF4-FFF2-40B4-BE49-F238E27FC236}">
                <a16:creationId xmlns:a16="http://schemas.microsoft.com/office/drawing/2014/main" id="{0F9BD0B0-7A67-42F1-8D6A-84BE5FF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144" y="1609626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isible source SEC-093 inset-1 region 412">
            <a:extLst xmlns:a="http://schemas.openxmlformats.org/drawingml/2006/main">
              <a:ext uri="{FF2B5EF4-FFF2-40B4-BE49-F238E27FC236}">
                <a16:creationId xmlns:a16="http://schemas.microsoft.com/office/drawing/2014/main" id="{3C0F8B1B-6947-4A7D-B947-22CDC0F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548" y="160962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isible source SEC-093 inset-1 region 413">
            <a:extLst xmlns:a="http://schemas.openxmlformats.org/drawingml/2006/main">
              <a:ext uri="{FF2B5EF4-FFF2-40B4-BE49-F238E27FC236}">
                <a16:creationId xmlns:a16="http://schemas.microsoft.com/office/drawing/2014/main" id="{19148863-D04D-4111-A73E-9250E885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468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isible source SEC-093 inset-1 region 414">
            <a:extLst xmlns:a="http://schemas.openxmlformats.org/drawingml/2006/main">
              <a:ext uri="{FF2B5EF4-FFF2-40B4-BE49-F238E27FC236}">
                <a16:creationId xmlns:a16="http://schemas.microsoft.com/office/drawing/2014/main" id="{ECBC48BB-D8E0-489F-BC06-67DC04EE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856" y="1743748"/>
            <a:ext cx="65425" cy="94867"/>
          </a:xfrm>
          <a:custGeom xmlns:a="http://schemas.openxmlformats.org/drawingml/2006/main">
            <a:pathLst>
              <a:path w="65425" h="94867">
                <a:moveTo>
                  <a:pt x="9814" y="26170"/>
                </a:moveTo>
                <a:lnTo>
                  <a:pt x="6543" y="26170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62154" y="35984"/>
                </a:lnTo>
                <a:lnTo>
                  <a:pt x="62154" y="42526"/>
                </a:lnTo>
                <a:lnTo>
                  <a:pt x="65425" y="42526"/>
                </a:lnTo>
                <a:lnTo>
                  <a:pt x="65425" y="52340"/>
                </a:lnTo>
                <a:lnTo>
                  <a:pt x="62154" y="52340"/>
                </a:lnTo>
                <a:lnTo>
                  <a:pt x="62154" y="58883"/>
                </a:lnTo>
                <a:lnTo>
                  <a:pt x="58883" y="58883"/>
                </a:lnTo>
                <a:lnTo>
                  <a:pt x="58883" y="62154"/>
                </a:lnTo>
                <a:lnTo>
                  <a:pt x="55612" y="62154"/>
                </a:lnTo>
                <a:lnTo>
                  <a:pt x="55612" y="65425"/>
                </a:lnTo>
                <a:lnTo>
                  <a:pt x="49069" y="65425"/>
                </a:lnTo>
                <a:lnTo>
                  <a:pt x="49069" y="68697"/>
                </a:lnTo>
                <a:lnTo>
                  <a:pt x="42526" y="68697"/>
                </a:lnTo>
                <a:lnTo>
                  <a:pt x="42526" y="78510"/>
                </a:lnTo>
                <a:lnTo>
                  <a:pt x="39255" y="78510"/>
                </a:lnTo>
                <a:lnTo>
                  <a:pt x="39255" y="85053"/>
                </a:lnTo>
                <a:lnTo>
                  <a:pt x="35984" y="85053"/>
                </a:lnTo>
                <a:lnTo>
                  <a:pt x="35984" y="88324"/>
                </a:lnTo>
                <a:lnTo>
                  <a:pt x="32713" y="88324"/>
                </a:lnTo>
                <a:lnTo>
                  <a:pt x="32713" y="91595"/>
                </a:lnTo>
                <a:lnTo>
                  <a:pt x="26170" y="91595"/>
                </a:lnTo>
                <a:lnTo>
                  <a:pt x="26170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19628" y="52340"/>
                </a:lnTo>
                <a:lnTo>
                  <a:pt x="19628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6356" y="39255"/>
                </a:lnTo>
                <a:lnTo>
                  <a:pt x="16356" y="35984"/>
                </a:lnTo>
                <a:lnTo>
                  <a:pt x="13085" y="35984"/>
                </a:lnTo>
                <a:lnTo>
                  <a:pt x="13085" y="32713"/>
                </a:lnTo>
                <a:lnTo>
                  <a:pt x="9814" y="32713"/>
                </a:lnTo>
                <a:lnTo>
                  <a:pt x="9814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isible source SEC-093 inset-1 region 415">
            <a:extLst xmlns:a="http://schemas.openxmlformats.org/drawingml/2006/main">
              <a:ext uri="{FF2B5EF4-FFF2-40B4-BE49-F238E27FC236}">
                <a16:creationId xmlns:a16="http://schemas.microsoft.com/office/drawing/2014/main" id="{69D07B84-F6CF-4864-AA0C-E079D3AA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905" y="174701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isible source SEC-093 inset-1 region 416">
            <a:extLst xmlns:a="http://schemas.openxmlformats.org/drawingml/2006/main">
              <a:ext uri="{FF2B5EF4-FFF2-40B4-BE49-F238E27FC236}">
                <a16:creationId xmlns:a16="http://schemas.microsoft.com/office/drawing/2014/main" id="{B6A0AFD9-DE62-400C-B2E2-EAFBB59C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479" y="1789546"/>
            <a:ext cx="124308" cy="62154"/>
          </a:xfrm>
          <a:custGeom xmlns:a="http://schemas.openxmlformats.org/drawingml/2006/main">
            <a:pathLst>
              <a:path w="124308" h="62154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81782" y="26170"/>
                </a:lnTo>
                <a:lnTo>
                  <a:pt x="81782" y="29441"/>
                </a:lnTo>
                <a:lnTo>
                  <a:pt x="88324" y="29441"/>
                </a:lnTo>
                <a:lnTo>
                  <a:pt x="88324" y="26170"/>
                </a:lnTo>
                <a:lnTo>
                  <a:pt x="91595" y="26170"/>
                </a:lnTo>
                <a:lnTo>
                  <a:pt x="91595" y="22899"/>
                </a:lnTo>
                <a:lnTo>
                  <a:pt x="98138" y="22899"/>
                </a:lnTo>
                <a:lnTo>
                  <a:pt x="98138" y="19628"/>
                </a:lnTo>
                <a:lnTo>
                  <a:pt x="107952" y="19628"/>
                </a:lnTo>
                <a:lnTo>
                  <a:pt x="107952" y="22899"/>
                </a:lnTo>
                <a:lnTo>
                  <a:pt x="114494" y="22899"/>
                </a:lnTo>
                <a:lnTo>
                  <a:pt x="114494" y="26170"/>
                </a:lnTo>
                <a:lnTo>
                  <a:pt x="117766" y="26170"/>
                </a:lnTo>
                <a:lnTo>
                  <a:pt x="117766" y="29441"/>
                </a:lnTo>
                <a:lnTo>
                  <a:pt x="121037" y="29441"/>
                </a:lnTo>
                <a:lnTo>
                  <a:pt x="121037" y="35984"/>
                </a:lnTo>
                <a:lnTo>
                  <a:pt x="124308" y="35984"/>
                </a:lnTo>
                <a:lnTo>
                  <a:pt x="124308" y="45798"/>
                </a:lnTo>
                <a:lnTo>
                  <a:pt x="121037" y="45798"/>
                </a:lnTo>
                <a:lnTo>
                  <a:pt x="121037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14494" y="55612"/>
                </a:lnTo>
                <a:lnTo>
                  <a:pt x="114494" y="58883"/>
                </a:lnTo>
                <a:lnTo>
                  <a:pt x="107952" y="58883"/>
                </a:lnTo>
                <a:lnTo>
                  <a:pt x="107952" y="62154"/>
                </a:lnTo>
                <a:lnTo>
                  <a:pt x="98138" y="62154"/>
                </a:lnTo>
                <a:lnTo>
                  <a:pt x="98138" y="58883"/>
                </a:lnTo>
                <a:lnTo>
                  <a:pt x="91595" y="58883"/>
                </a:lnTo>
                <a:lnTo>
                  <a:pt x="91595" y="55612"/>
                </a:lnTo>
                <a:lnTo>
                  <a:pt x="88324" y="55612"/>
                </a:lnTo>
                <a:lnTo>
                  <a:pt x="88324" y="52340"/>
                </a:lnTo>
                <a:lnTo>
                  <a:pt x="81782" y="52340"/>
                </a:lnTo>
                <a:lnTo>
                  <a:pt x="81782" y="55612"/>
                </a:lnTo>
                <a:lnTo>
                  <a:pt x="78510" y="55612"/>
                </a:lnTo>
                <a:lnTo>
                  <a:pt x="78510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2154" y="62154"/>
                </a:lnTo>
                <a:lnTo>
                  <a:pt x="62154" y="58883"/>
                </a:lnTo>
                <a:lnTo>
                  <a:pt x="55612" y="58883"/>
                </a:lnTo>
                <a:lnTo>
                  <a:pt x="55612" y="55612"/>
                </a:lnTo>
                <a:lnTo>
                  <a:pt x="52340" y="55612"/>
                </a:lnTo>
                <a:lnTo>
                  <a:pt x="52340" y="52340"/>
                </a:lnTo>
                <a:lnTo>
                  <a:pt x="49069" y="52340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isible source SEC-093 inset-1 region 417">
            <a:extLst xmlns:a="http://schemas.openxmlformats.org/drawingml/2006/main">
              <a:ext uri="{FF2B5EF4-FFF2-40B4-BE49-F238E27FC236}">
                <a16:creationId xmlns:a16="http://schemas.microsoft.com/office/drawing/2014/main" id="{436892A4-1C30-4D21-91DF-93B78805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57" y="1858242"/>
            <a:ext cx="42526" cy="42526"/>
          </a:xfrm>
          <a:custGeom xmlns:a="http://schemas.openxmlformats.org/drawingml/2006/main">
            <a:pathLst>
              <a:path w="42526" h="42526">
                <a:moveTo>
                  <a:pt x="16356" y="3271"/>
                </a:move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isible source SEC-093 inset-1 region 418">
            <a:extLst xmlns:a="http://schemas.openxmlformats.org/drawingml/2006/main">
              <a:ext uri="{FF2B5EF4-FFF2-40B4-BE49-F238E27FC236}">
                <a16:creationId xmlns:a16="http://schemas.microsoft.com/office/drawing/2014/main" id="{06C9E2FB-9BDE-4D9D-BBEB-4271E6F0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468" y="1845157"/>
            <a:ext cx="85053" cy="75239"/>
          </a:xfrm>
          <a:custGeom xmlns:a="http://schemas.openxmlformats.org/drawingml/2006/main">
            <a:pathLst>
              <a:path w="85053" h="75239">
                <a:moveTo>
                  <a:pt x="0" y="49069"/>
                </a:move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26170" y="32713"/>
                </a:lnTo>
                <a:lnTo>
                  <a:pt x="26170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42526" y="39255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26170"/>
                </a:lnTo>
                <a:lnTo>
                  <a:pt x="35984" y="26170"/>
                </a:lnTo>
                <a:lnTo>
                  <a:pt x="35984" y="16356"/>
                </a:lnTo>
                <a:lnTo>
                  <a:pt x="39255" y="16356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71968" y="42526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65425" y="68697"/>
                </a:lnTo>
                <a:lnTo>
                  <a:pt x="65425" y="71968"/>
                </a:lnTo>
                <a:lnTo>
                  <a:pt x="58883" y="71968"/>
                </a:lnTo>
                <a:lnTo>
                  <a:pt x="58883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2526" y="71968"/>
                </a:lnTo>
                <a:lnTo>
                  <a:pt x="42526" y="68697"/>
                </a:lnTo>
                <a:lnTo>
                  <a:pt x="39255" y="68697"/>
                </a:lnTo>
                <a:lnTo>
                  <a:pt x="39255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32713" y="68697"/>
                </a:lnTo>
                <a:lnTo>
                  <a:pt x="32713" y="71968"/>
                </a:lnTo>
                <a:lnTo>
                  <a:pt x="26170" y="71968"/>
                </a:lnTo>
                <a:lnTo>
                  <a:pt x="26170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isible source SEC-093 inset-1 region 419">
            <a:extLst xmlns:a="http://schemas.openxmlformats.org/drawingml/2006/main">
              <a:ext uri="{FF2B5EF4-FFF2-40B4-BE49-F238E27FC236}">
                <a16:creationId xmlns:a16="http://schemas.microsoft.com/office/drawing/2014/main" id="{5307E36F-9B85-40D0-8C87-8E8C941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819" y="1946567"/>
            <a:ext cx="58883" cy="42526"/>
          </a:xfrm>
          <a:custGeom xmlns:a="http://schemas.openxmlformats.org/drawingml/2006/main">
            <a:pathLst>
              <a:path w="5888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58883" y="13085"/>
                </a:lnTo>
                <a:lnTo>
                  <a:pt x="58883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isible source SEC-093 inset-1 region 420">
            <a:extLst xmlns:a="http://schemas.openxmlformats.org/drawingml/2006/main">
              <a:ext uri="{FF2B5EF4-FFF2-40B4-BE49-F238E27FC236}">
                <a16:creationId xmlns:a16="http://schemas.microsoft.com/office/drawing/2014/main" id="{C8106DC0-E422-4991-A590-4F3C4CD3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856" y="1949838"/>
            <a:ext cx="111223" cy="91595"/>
          </a:xfrm>
          <a:custGeom xmlns:a="http://schemas.openxmlformats.org/drawingml/2006/main">
            <a:pathLst>
              <a:path w="111223" h="91595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5984"/>
                </a:lnTo>
                <a:lnTo>
                  <a:pt x="85053" y="35984"/>
                </a:lnTo>
                <a:lnTo>
                  <a:pt x="85053" y="42526"/>
                </a:lnTo>
                <a:lnTo>
                  <a:pt x="88324" y="42526"/>
                </a:lnTo>
                <a:lnTo>
                  <a:pt x="88324" y="49069"/>
                </a:lnTo>
                <a:lnTo>
                  <a:pt x="94867" y="49069"/>
                </a:lnTo>
                <a:lnTo>
                  <a:pt x="94867" y="52340"/>
                </a:lnTo>
                <a:lnTo>
                  <a:pt x="101409" y="52340"/>
                </a:lnTo>
                <a:lnTo>
                  <a:pt x="101409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107952" y="58883"/>
                </a:lnTo>
                <a:lnTo>
                  <a:pt x="107952" y="65425"/>
                </a:lnTo>
                <a:lnTo>
                  <a:pt x="111223" y="65425"/>
                </a:lnTo>
                <a:lnTo>
                  <a:pt x="111223" y="75239"/>
                </a:lnTo>
                <a:lnTo>
                  <a:pt x="107952" y="75239"/>
                </a:lnTo>
                <a:lnTo>
                  <a:pt x="107952" y="81782"/>
                </a:lnTo>
                <a:lnTo>
                  <a:pt x="104681" y="81782"/>
                </a:lnTo>
                <a:lnTo>
                  <a:pt x="104681" y="85053"/>
                </a:lnTo>
                <a:lnTo>
                  <a:pt x="101409" y="85053"/>
                </a:lnTo>
                <a:lnTo>
                  <a:pt x="101409" y="88324"/>
                </a:lnTo>
                <a:lnTo>
                  <a:pt x="94867" y="88324"/>
                </a:lnTo>
                <a:lnTo>
                  <a:pt x="94867" y="91595"/>
                </a:lnTo>
                <a:lnTo>
                  <a:pt x="62154" y="91595"/>
                </a:lnTo>
                <a:lnTo>
                  <a:pt x="62154" y="88324"/>
                </a:lnTo>
                <a:lnTo>
                  <a:pt x="55612" y="88324"/>
                </a:lnTo>
                <a:lnTo>
                  <a:pt x="55612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49069" y="81782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68697"/>
                </a:lnTo>
                <a:lnTo>
                  <a:pt x="22899" y="68697"/>
                </a:lnTo>
                <a:lnTo>
                  <a:pt x="22899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13085" y="62154"/>
                </a:lnTo>
                <a:lnTo>
                  <a:pt x="13085" y="58883"/>
                </a:lnTo>
                <a:lnTo>
                  <a:pt x="9814" y="58883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2526"/>
                </a:lnTo>
                <a:lnTo>
                  <a:pt x="9814" y="42526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isible source SEC-093 inset-1 region 421">
            <a:extLst xmlns:a="http://schemas.openxmlformats.org/drawingml/2006/main">
              <a:ext uri="{FF2B5EF4-FFF2-40B4-BE49-F238E27FC236}">
                <a16:creationId xmlns:a16="http://schemas.microsoft.com/office/drawing/2014/main" id="{8321A5B2-6DE9-4773-8E75-5E69C1B8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937" y="1998907"/>
            <a:ext cx="160292" cy="58883"/>
          </a:xfrm>
          <a:custGeom xmlns:a="http://schemas.openxmlformats.org/drawingml/2006/main">
            <a:pathLst>
              <a:path w="160292" h="58883">
                <a:moveTo>
                  <a:pt x="71968" y="9814"/>
                </a:moveTo>
                <a:lnTo>
                  <a:pt x="81782" y="9814"/>
                </a:lnTo>
                <a:lnTo>
                  <a:pt x="81782" y="13085"/>
                </a:lnTo>
                <a:lnTo>
                  <a:pt x="94867" y="13085"/>
                </a:lnTo>
                <a:lnTo>
                  <a:pt x="94867" y="9814"/>
                </a:lnTo>
                <a:lnTo>
                  <a:pt x="104681" y="9814"/>
                </a:lnTo>
                <a:lnTo>
                  <a:pt x="104681" y="6543"/>
                </a:lnTo>
                <a:lnTo>
                  <a:pt x="107952" y="6543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0"/>
                </a:lnTo>
                <a:lnTo>
                  <a:pt x="143936" y="0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26170"/>
                </a:lnTo>
                <a:lnTo>
                  <a:pt x="157021" y="26170"/>
                </a:lnTo>
                <a:lnTo>
                  <a:pt x="157021" y="32713"/>
                </a:lnTo>
                <a:lnTo>
                  <a:pt x="153750" y="32713"/>
                </a:lnTo>
                <a:lnTo>
                  <a:pt x="153750" y="35984"/>
                </a:lnTo>
                <a:lnTo>
                  <a:pt x="150478" y="35984"/>
                </a:lnTo>
                <a:lnTo>
                  <a:pt x="150478" y="39255"/>
                </a:lnTo>
                <a:lnTo>
                  <a:pt x="143936" y="39255"/>
                </a:lnTo>
                <a:lnTo>
                  <a:pt x="143936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94867" y="52340"/>
                </a:lnTo>
                <a:lnTo>
                  <a:pt x="94867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68697" y="55612"/>
                </a:lnTo>
                <a:lnTo>
                  <a:pt x="68697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65425" y="16356"/>
                </a:lnTo>
                <a:lnTo>
                  <a:pt x="65425" y="13085"/>
                </a:lnTo>
                <a:lnTo>
                  <a:pt x="71968" y="13085"/>
                </a:lnTo>
                <a:lnTo>
                  <a:pt x="71968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isible source SEC-093 inset-1 region 422">
            <a:extLst xmlns:a="http://schemas.openxmlformats.org/drawingml/2006/main">
              <a:ext uri="{FF2B5EF4-FFF2-40B4-BE49-F238E27FC236}">
                <a16:creationId xmlns:a16="http://schemas.microsoft.com/office/drawing/2014/main" id="{EA8410E6-4388-42F3-8629-D41C569F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803" y="2047976"/>
            <a:ext cx="127579" cy="104681"/>
          </a:xfrm>
          <a:custGeom xmlns:a="http://schemas.openxmlformats.org/drawingml/2006/main">
            <a:pathLst>
              <a:path w="127579" h="104681">
                <a:moveTo>
                  <a:pt x="52340" y="26170"/>
                </a:moveTo>
                <a:lnTo>
                  <a:pt x="49069" y="26170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78510" y="55612"/>
                </a:lnTo>
                <a:lnTo>
                  <a:pt x="78510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21037" y="75239"/>
                </a:lnTo>
                <a:lnTo>
                  <a:pt x="121037" y="91595"/>
                </a:lnTo>
                <a:lnTo>
                  <a:pt x="117766" y="91595"/>
                </a:lnTo>
                <a:lnTo>
                  <a:pt x="117766" y="94867"/>
                </a:lnTo>
                <a:lnTo>
                  <a:pt x="114494" y="94867"/>
                </a:lnTo>
                <a:lnTo>
                  <a:pt x="114494" y="98138"/>
                </a:lnTo>
                <a:lnTo>
                  <a:pt x="111223" y="98138"/>
                </a:lnTo>
                <a:lnTo>
                  <a:pt x="111223" y="101409"/>
                </a:lnTo>
                <a:lnTo>
                  <a:pt x="107952" y="101409"/>
                </a:lnTo>
                <a:lnTo>
                  <a:pt x="107952" y="104681"/>
                </a:lnTo>
                <a:lnTo>
                  <a:pt x="62154" y="104681"/>
                </a:lnTo>
                <a:lnTo>
                  <a:pt x="62154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52340" y="98138"/>
                </a:lnTo>
                <a:lnTo>
                  <a:pt x="52340" y="94867"/>
                </a:lnTo>
                <a:lnTo>
                  <a:pt x="49069" y="94867"/>
                </a:lnTo>
                <a:lnTo>
                  <a:pt x="49069" y="88324"/>
                </a:lnTo>
                <a:lnTo>
                  <a:pt x="45798" y="88324"/>
                </a:lnTo>
                <a:lnTo>
                  <a:pt x="45798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isible source SEC-093 inset-1 region 423">
            <a:extLst xmlns:a="http://schemas.openxmlformats.org/drawingml/2006/main">
              <a:ext uri="{FF2B5EF4-FFF2-40B4-BE49-F238E27FC236}">
                <a16:creationId xmlns:a16="http://schemas.microsoft.com/office/drawing/2014/main" id="{3770B1D8-FBEA-4EE7-B5D1-6E33827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819" y="2146114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isible source SEC-093 inset-1 region 424">
            <a:extLst xmlns:a="http://schemas.openxmlformats.org/drawingml/2006/main">
              <a:ext uri="{FF2B5EF4-FFF2-40B4-BE49-F238E27FC236}">
                <a16:creationId xmlns:a16="http://schemas.microsoft.com/office/drawing/2014/main" id="{4D4B0DD8-A3D1-4984-839B-D731783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128" y="2155928"/>
            <a:ext cx="124308" cy="98138"/>
          </a:xfrm>
          <a:custGeom xmlns:a="http://schemas.openxmlformats.org/drawingml/2006/main">
            <a:pathLst>
              <a:path w="124308" h="9813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9255"/>
                </a:lnTo>
                <a:lnTo>
                  <a:pt x="81782" y="39255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5612"/>
                </a:lnTo>
                <a:lnTo>
                  <a:pt x="107952" y="55612"/>
                </a:lnTo>
                <a:lnTo>
                  <a:pt x="107952" y="58883"/>
                </a:lnTo>
                <a:lnTo>
                  <a:pt x="114494" y="58883"/>
                </a:lnTo>
                <a:lnTo>
                  <a:pt x="114494" y="62154"/>
                </a:lnTo>
                <a:lnTo>
                  <a:pt x="117766" y="62154"/>
                </a:lnTo>
                <a:lnTo>
                  <a:pt x="117766" y="65425"/>
                </a:lnTo>
                <a:lnTo>
                  <a:pt x="121037" y="65425"/>
                </a:lnTo>
                <a:lnTo>
                  <a:pt x="121037" y="71968"/>
                </a:lnTo>
                <a:lnTo>
                  <a:pt x="124308" y="71968"/>
                </a:lnTo>
                <a:lnTo>
                  <a:pt x="124308" y="81782"/>
                </a:lnTo>
                <a:lnTo>
                  <a:pt x="121037" y="81782"/>
                </a:lnTo>
                <a:lnTo>
                  <a:pt x="121037" y="88324"/>
                </a:lnTo>
                <a:lnTo>
                  <a:pt x="117766" y="88324"/>
                </a:lnTo>
                <a:lnTo>
                  <a:pt x="117766" y="91595"/>
                </a:lnTo>
                <a:lnTo>
                  <a:pt x="114494" y="91595"/>
                </a:lnTo>
                <a:lnTo>
                  <a:pt x="114494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68697" y="98138"/>
                </a:lnTo>
                <a:lnTo>
                  <a:pt x="68697" y="94867"/>
                </a:lnTo>
                <a:lnTo>
                  <a:pt x="65425" y="94867"/>
                </a:lnTo>
                <a:lnTo>
                  <a:pt x="65425" y="91595"/>
                </a:lnTo>
                <a:lnTo>
                  <a:pt x="62154" y="91595"/>
                </a:lnTo>
                <a:lnTo>
                  <a:pt x="62154" y="88324"/>
                </a:lnTo>
                <a:lnTo>
                  <a:pt x="58883" y="88324"/>
                </a:lnTo>
                <a:lnTo>
                  <a:pt x="58883" y="81782"/>
                </a:lnTo>
                <a:lnTo>
                  <a:pt x="55612" y="81782"/>
                </a:lnTo>
                <a:lnTo>
                  <a:pt x="55612" y="71968"/>
                </a:lnTo>
                <a:lnTo>
                  <a:pt x="58883" y="71968"/>
                </a:lnTo>
                <a:lnTo>
                  <a:pt x="58883" y="65425"/>
                </a:lnTo>
                <a:lnTo>
                  <a:pt x="29441" y="65425"/>
                </a:lnTo>
                <a:lnTo>
                  <a:pt x="29441" y="62154"/>
                </a:lnTo>
                <a:lnTo>
                  <a:pt x="22899" y="62154"/>
                </a:lnTo>
                <a:lnTo>
                  <a:pt x="22899" y="58883"/>
                </a:lnTo>
                <a:lnTo>
                  <a:pt x="19628" y="58883"/>
                </a:lnTo>
                <a:lnTo>
                  <a:pt x="19628" y="55612"/>
                </a:lnTo>
                <a:lnTo>
                  <a:pt x="16356" y="55612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isible source SEC-093 inset-1 region 425">
            <a:extLst xmlns:a="http://schemas.openxmlformats.org/drawingml/2006/main">
              <a:ext uri="{FF2B5EF4-FFF2-40B4-BE49-F238E27FC236}">
                <a16:creationId xmlns:a16="http://schemas.microsoft.com/office/drawing/2014/main" id="{F57681BF-61ED-47AF-9428-F0558AF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479" y="2208268"/>
            <a:ext cx="170106" cy="75239"/>
          </a:xfrm>
          <a:custGeom xmlns:a="http://schemas.openxmlformats.org/drawingml/2006/main">
            <a:pathLst>
              <a:path w="170106" h="75239">
                <a:moveTo>
                  <a:pt x="39255" y="26170"/>
                </a:moveTo>
                <a:lnTo>
                  <a:pt x="39255" y="16356"/>
                </a:lnTo>
                <a:lnTo>
                  <a:pt x="42526" y="16356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60292" y="6543"/>
                </a:lnTo>
                <a:lnTo>
                  <a:pt x="160292" y="9814"/>
                </a:lnTo>
                <a:lnTo>
                  <a:pt x="163563" y="9814"/>
                </a:lnTo>
                <a:lnTo>
                  <a:pt x="163563" y="13085"/>
                </a:lnTo>
                <a:lnTo>
                  <a:pt x="166835" y="13085"/>
                </a:lnTo>
                <a:lnTo>
                  <a:pt x="166835" y="16356"/>
                </a:lnTo>
                <a:lnTo>
                  <a:pt x="170106" y="16356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57021" y="42526"/>
                </a:lnTo>
                <a:lnTo>
                  <a:pt x="157021" y="45798"/>
                </a:lnTo>
                <a:lnTo>
                  <a:pt x="104681" y="45798"/>
                </a:lnTo>
                <a:lnTo>
                  <a:pt x="104681" y="42526"/>
                </a:lnTo>
                <a:lnTo>
                  <a:pt x="75239" y="42526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68697" y="68697"/>
                </a:lnTo>
                <a:lnTo>
                  <a:pt x="68697" y="71968"/>
                </a:lnTo>
                <a:lnTo>
                  <a:pt x="62154" y="71968"/>
                </a:lnTo>
                <a:lnTo>
                  <a:pt x="62154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42526" y="32713"/>
                </a:lnTo>
                <a:lnTo>
                  <a:pt x="42526" y="26170"/>
                </a:lnTo>
                <a:lnTo>
                  <a:pt x="39255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isible source SEC-093 inset-1 region 426">
            <a:extLst xmlns:a="http://schemas.openxmlformats.org/drawingml/2006/main">
              <a:ext uri="{FF2B5EF4-FFF2-40B4-BE49-F238E27FC236}">
                <a16:creationId xmlns:a16="http://schemas.microsoft.com/office/drawing/2014/main" id="{C3A37C74-1C69-4FDE-B614-5EA4414E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277" y="2296592"/>
            <a:ext cx="166835" cy="91595"/>
          </a:xfrm>
          <a:custGeom xmlns:a="http://schemas.openxmlformats.org/drawingml/2006/main">
            <a:pathLst>
              <a:path w="166835" h="91595">
                <a:moveTo>
                  <a:pt x="55612" y="9814"/>
                </a:moveTo>
                <a:lnTo>
                  <a:pt x="55612" y="6543"/>
                </a:lnTo>
                <a:lnTo>
                  <a:pt x="88324" y="6543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37393" y="0"/>
                </a:lnTo>
                <a:lnTo>
                  <a:pt x="137393" y="3271"/>
                </a:lnTo>
                <a:lnTo>
                  <a:pt x="140664" y="3271"/>
                </a:lnTo>
                <a:lnTo>
                  <a:pt x="140664" y="0"/>
                </a:lnTo>
                <a:lnTo>
                  <a:pt x="150478" y="0"/>
                </a:lnTo>
                <a:lnTo>
                  <a:pt x="150478" y="3271"/>
                </a:lnTo>
                <a:lnTo>
                  <a:pt x="157021" y="3271"/>
                </a:lnTo>
                <a:lnTo>
                  <a:pt x="157021" y="6543"/>
                </a:lnTo>
                <a:lnTo>
                  <a:pt x="160292" y="6543"/>
                </a:lnTo>
                <a:lnTo>
                  <a:pt x="160292" y="9814"/>
                </a:lnTo>
                <a:lnTo>
                  <a:pt x="163563" y="9814"/>
                </a:lnTo>
                <a:lnTo>
                  <a:pt x="163563" y="16356"/>
                </a:lnTo>
                <a:lnTo>
                  <a:pt x="166835" y="16356"/>
                </a:lnTo>
                <a:lnTo>
                  <a:pt x="166835" y="26170"/>
                </a:lnTo>
                <a:lnTo>
                  <a:pt x="163563" y="26170"/>
                </a:lnTo>
                <a:lnTo>
                  <a:pt x="163563" y="32713"/>
                </a:lnTo>
                <a:lnTo>
                  <a:pt x="160292" y="32713"/>
                </a:lnTo>
                <a:lnTo>
                  <a:pt x="160292" y="35984"/>
                </a:lnTo>
                <a:lnTo>
                  <a:pt x="157021" y="35984"/>
                </a:lnTo>
                <a:lnTo>
                  <a:pt x="157021" y="39255"/>
                </a:lnTo>
                <a:lnTo>
                  <a:pt x="150478" y="39255"/>
                </a:lnTo>
                <a:lnTo>
                  <a:pt x="150478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07952" y="45798"/>
                </a:lnTo>
                <a:lnTo>
                  <a:pt x="107952" y="49069"/>
                </a:lnTo>
                <a:lnTo>
                  <a:pt x="91595" y="49069"/>
                </a:lnTo>
                <a:lnTo>
                  <a:pt x="91595" y="45798"/>
                </a:lnTo>
                <a:lnTo>
                  <a:pt x="88324" y="45798"/>
                </a:lnTo>
                <a:lnTo>
                  <a:pt x="88324" y="49069"/>
                </a:lnTo>
                <a:lnTo>
                  <a:pt x="62154" y="49069"/>
                </a:lnTo>
                <a:lnTo>
                  <a:pt x="62154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75239" y="58883"/>
                </a:lnTo>
                <a:lnTo>
                  <a:pt x="75239" y="65425"/>
                </a:lnTo>
                <a:lnTo>
                  <a:pt x="78510" y="65425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81782"/>
                </a:lnTo>
                <a:lnTo>
                  <a:pt x="71968" y="81782"/>
                </a:lnTo>
                <a:lnTo>
                  <a:pt x="71968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62154" y="88324"/>
                </a:lnTo>
                <a:lnTo>
                  <a:pt x="62154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55612" y="49069"/>
                </a:lnTo>
                <a:lnTo>
                  <a:pt x="55612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13085"/>
                </a:lnTo>
                <a:lnTo>
                  <a:pt x="49069" y="13085"/>
                </a:lnTo>
                <a:lnTo>
                  <a:pt x="49069" y="9814"/>
                </a:lnTo>
                <a:lnTo>
                  <a:pt x="55612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isible source SEC-093 inset-1 region 427">
            <a:extLst xmlns:a="http://schemas.openxmlformats.org/drawingml/2006/main">
              <a:ext uri="{FF2B5EF4-FFF2-40B4-BE49-F238E27FC236}">
                <a16:creationId xmlns:a16="http://schemas.microsoft.com/office/drawing/2014/main" id="{CBD46AB0-225D-4CBB-8FDB-B623473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925" y="2260608"/>
            <a:ext cx="392552" cy="225717"/>
          </a:xfrm>
          <a:custGeom xmlns:a="http://schemas.openxmlformats.org/drawingml/2006/main">
            <a:pathLst>
              <a:path w="392552" h="225717">
                <a:moveTo>
                  <a:pt x="16356" y="45798"/>
                </a:moveTo>
                <a:lnTo>
                  <a:pt x="16356" y="42526"/>
                </a:lnTo>
                <a:lnTo>
                  <a:pt x="32713" y="42526"/>
                </a:lnTo>
                <a:lnTo>
                  <a:pt x="32713" y="45798"/>
                </a:lnTo>
                <a:lnTo>
                  <a:pt x="35984" y="45798"/>
                </a:lnTo>
                <a:lnTo>
                  <a:pt x="35984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22899"/>
                </a:lnTo>
                <a:lnTo>
                  <a:pt x="52340" y="22899"/>
                </a:lnTo>
                <a:lnTo>
                  <a:pt x="52340" y="19628"/>
                </a:lnTo>
                <a:lnTo>
                  <a:pt x="55612" y="19628"/>
                </a:lnTo>
                <a:lnTo>
                  <a:pt x="55612" y="16356"/>
                </a:lnTo>
                <a:lnTo>
                  <a:pt x="62154" y="16356"/>
                </a:lnTo>
                <a:lnTo>
                  <a:pt x="62154" y="13085"/>
                </a:lnTo>
                <a:lnTo>
                  <a:pt x="71968" y="13085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2899"/>
                </a:lnTo>
                <a:lnTo>
                  <a:pt x="124308" y="22899"/>
                </a:lnTo>
                <a:lnTo>
                  <a:pt x="124308" y="26170"/>
                </a:lnTo>
                <a:lnTo>
                  <a:pt x="127579" y="26170"/>
                </a:lnTo>
                <a:lnTo>
                  <a:pt x="127579" y="32713"/>
                </a:lnTo>
                <a:lnTo>
                  <a:pt x="153750" y="32713"/>
                </a:lnTo>
                <a:lnTo>
                  <a:pt x="153750" y="35984"/>
                </a:lnTo>
                <a:lnTo>
                  <a:pt x="160292" y="35984"/>
                </a:lnTo>
                <a:lnTo>
                  <a:pt x="160292" y="39255"/>
                </a:lnTo>
                <a:lnTo>
                  <a:pt x="163563" y="39255"/>
                </a:lnTo>
                <a:lnTo>
                  <a:pt x="163563" y="42526"/>
                </a:lnTo>
                <a:lnTo>
                  <a:pt x="166835" y="42526"/>
                </a:lnTo>
                <a:lnTo>
                  <a:pt x="166835" y="49069"/>
                </a:lnTo>
                <a:lnTo>
                  <a:pt x="170106" y="49069"/>
                </a:lnTo>
                <a:lnTo>
                  <a:pt x="170106" y="58883"/>
                </a:lnTo>
                <a:lnTo>
                  <a:pt x="166835" y="58883"/>
                </a:lnTo>
                <a:lnTo>
                  <a:pt x="166835" y="65425"/>
                </a:lnTo>
                <a:lnTo>
                  <a:pt x="163563" y="65425"/>
                </a:lnTo>
                <a:lnTo>
                  <a:pt x="163563" y="68697"/>
                </a:lnTo>
                <a:lnTo>
                  <a:pt x="160292" y="68697"/>
                </a:lnTo>
                <a:lnTo>
                  <a:pt x="160292" y="71968"/>
                </a:lnTo>
                <a:lnTo>
                  <a:pt x="153750" y="71968"/>
                </a:lnTo>
                <a:lnTo>
                  <a:pt x="153750" y="75239"/>
                </a:lnTo>
                <a:lnTo>
                  <a:pt x="183191" y="75239"/>
                </a:lnTo>
                <a:lnTo>
                  <a:pt x="183191" y="71968"/>
                </a:lnTo>
                <a:lnTo>
                  <a:pt x="179920" y="71968"/>
                </a:lnTo>
                <a:lnTo>
                  <a:pt x="179920" y="62154"/>
                </a:lnTo>
                <a:lnTo>
                  <a:pt x="183191" y="62154"/>
                </a:lnTo>
                <a:lnTo>
                  <a:pt x="183191" y="55612"/>
                </a:lnTo>
                <a:lnTo>
                  <a:pt x="186462" y="55612"/>
                </a:lnTo>
                <a:lnTo>
                  <a:pt x="186462" y="52340"/>
                </a:lnTo>
                <a:lnTo>
                  <a:pt x="189733" y="52340"/>
                </a:lnTo>
                <a:lnTo>
                  <a:pt x="189733" y="49069"/>
                </a:lnTo>
                <a:lnTo>
                  <a:pt x="196276" y="49069"/>
                </a:lnTo>
                <a:lnTo>
                  <a:pt x="196276" y="45798"/>
                </a:lnTo>
                <a:lnTo>
                  <a:pt x="242074" y="45798"/>
                </a:lnTo>
                <a:lnTo>
                  <a:pt x="242074" y="42526"/>
                </a:lnTo>
                <a:lnTo>
                  <a:pt x="294414" y="42526"/>
                </a:lnTo>
                <a:lnTo>
                  <a:pt x="294414" y="45798"/>
                </a:lnTo>
                <a:lnTo>
                  <a:pt x="297685" y="45798"/>
                </a:lnTo>
                <a:lnTo>
                  <a:pt x="297685" y="49069"/>
                </a:lnTo>
                <a:lnTo>
                  <a:pt x="300956" y="49069"/>
                </a:lnTo>
                <a:lnTo>
                  <a:pt x="300956" y="52340"/>
                </a:lnTo>
                <a:lnTo>
                  <a:pt x="304228" y="52340"/>
                </a:lnTo>
                <a:lnTo>
                  <a:pt x="304228" y="55612"/>
                </a:lnTo>
                <a:lnTo>
                  <a:pt x="307499" y="55612"/>
                </a:lnTo>
                <a:lnTo>
                  <a:pt x="307499" y="71968"/>
                </a:lnTo>
                <a:lnTo>
                  <a:pt x="304228" y="71968"/>
                </a:lnTo>
                <a:lnTo>
                  <a:pt x="304228" y="75239"/>
                </a:lnTo>
                <a:lnTo>
                  <a:pt x="300956" y="75239"/>
                </a:lnTo>
                <a:lnTo>
                  <a:pt x="300956" y="78510"/>
                </a:lnTo>
                <a:lnTo>
                  <a:pt x="297685" y="78510"/>
                </a:lnTo>
                <a:lnTo>
                  <a:pt x="297685" y="81782"/>
                </a:lnTo>
                <a:lnTo>
                  <a:pt x="336940" y="81782"/>
                </a:lnTo>
                <a:lnTo>
                  <a:pt x="336940" y="85053"/>
                </a:lnTo>
                <a:lnTo>
                  <a:pt x="343483" y="85053"/>
                </a:lnTo>
                <a:lnTo>
                  <a:pt x="343483" y="88324"/>
                </a:lnTo>
                <a:lnTo>
                  <a:pt x="346754" y="88324"/>
                </a:lnTo>
                <a:lnTo>
                  <a:pt x="346754" y="91595"/>
                </a:lnTo>
                <a:lnTo>
                  <a:pt x="350025" y="91595"/>
                </a:lnTo>
                <a:lnTo>
                  <a:pt x="350025" y="98138"/>
                </a:lnTo>
                <a:lnTo>
                  <a:pt x="376196" y="98138"/>
                </a:lnTo>
                <a:lnTo>
                  <a:pt x="376196" y="101409"/>
                </a:lnTo>
                <a:lnTo>
                  <a:pt x="382738" y="101409"/>
                </a:lnTo>
                <a:lnTo>
                  <a:pt x="382738" y="104681"/>
                </a:lnTo>
                <a:lnTo>
                  <a:pt x="386009" y="104681"/>
                </a:lnTo>
                <a:lnTo>
                  <a:pt x="386009" y="107952"/>
                </a:lnTo>
                <a:lnTo>
                  <a:pt x="389281" y="107952"/>
                </a:lnTo>
                <a:lnTo>
                  <a:pt x="389281" y="114494"/>
                </a:lnTo>
                <a:lnTo>
                  <a:pt x="392552" y="114494"/>
                </a:lnTo>
                <a:lnTo>
                  <a:pt x="392552" y="124308"/>
                </a:lnTo>
                <a:lnTo>
                  <a:pt x="389281" y="124308"/>
                </a:lnTo>
                <a:lnTo>
                  <a:pt x="389281" y="130851"/>
                </a:lnTo>
                <a:lnTo>
                  <a:pt x="386009" y="130851"/>
                </a:lnTo>
                <a:lnTo>
                  <a:pt x="386009" y="137393"/>
                </a:lnTo>
                <a:lnTo>
                  <a:pt x="389281" y="137393"/>
                </a:lnTo>
                <a:lnTo>
                  <a:pt x="389281" y="153750"/>
                </a:lnTo>
                <a:lnTo>
                  <a:pt x="386009" y="153750"/>
                </a:lnTo>
                <a:lnTo>
                  <a:pt x="386009" y="160292"/>
                </a:lnTo>
                <a:lnTo>
                  <a:pt x="382738" y="160292"/>
                </a:lnTo>
                <a:lnTo>
                  <a:pt x="382738" y="163563"/>
                </a:lnTo>
                <a:lnTo>
                  <a:pt x="376196" y="163563"/>
                </a:lnTo>
                <a:lnTo>
                  <a:pt x="376196" y="166835"/>
                </a:lnTo>
                <a:lnTo>
                  <a:pt x="336940" y="166835"/>
                </a:lnTo>
                <a:lnTo>
                  <a:pt x="336940" y="170106"/>
                </a:lnTo>
                <a:lnTo>
                  <a:pt x="333669" y="170106"/>
                </a:lnTo>
                <a:lnTo>
                  <a:pt x="333669" y="173377"/>
                </a:lnTo>
                <a:lnTo>
                  <a:pt x="327127" y="173377"/>
                </a:lnTo>
                <a:lnTo>
                  <a:pt x="327127" y="176648"/>
                </a:lnTo>
                <a:lnTo>
                  <a:pt x="307499" y="176648"/>
                </a:lnTo>
                <a:lnTo>
                  <a:pt x="307499" y="193005"/>
                </a:lnTo>
                <a:lnTo>
                  <a:pt x="304228" y="193005"/>
                </a:lnTo>
                <a:lnTo>
                  <a:pt x="304228" y="196276"/>
                </a:lnTo>
                <a:lnTo>
                  <a:pt x="300956" y="196276"/>
                </a:lnTo>
                <a:lnTo>
                  <a:pt x="300956" y="199547"/>
                </a:lnTo>
                <a:lnTo>
                  <a:pt x="297685" y="199547"/>
                </a:lnTo>
                <a:lnTo>
                  <a:pt x="297685" y="202818"/>
                </a:lnTo>
                <a:lnTo>
                  <a:pt x="294414" y="202818"/>
                </a:lnTo>
                <a:lnTo>
                  <a:pt x="294414" y="206090"/>
                </a:lnTo>
                <a:lnTo>
                  <a:pt x="261701" y="206090"/>
                </a:lnTo>
                <a:lnTo>
                  <a:pt x="261701" y="212632"/>
                </a:lnTo>
                <a:lnTo>
                  <a:pt x="258430" y="212632"/>
                </a:lnTo>
                <a:lnTo>
                  <a:pt x="258430" y="219175"/>
                </a:lnTo>
                <a:lnTo>
                  <a:pt x="255159" y="219175"/>
                </a:lnTo>
                <a:lnTo>
                  <a:pt x="255159" y="222446"/>
                </a:lnTo>
                <a:lnTo>
                  <a:pt x="248616" y="222446"/>
                </a:lnTo>
                <a:lnTo>
                  <a:pt x="248616" y="225717"/>
                </a:lnTo>
                <a:lnTo>
                  <a:pt x="215904" y="225717"/>
                </a:lnTo>
                <a:lnTo>
                  <a:pt x="215904" y="222446"/>
                </a:lnTo>
                <a:lnTo>
                  <a:pt x="209361" y="222446"/>
                </a:lnTo>
                <a:lnTo>
                  <a:pt x="209361" y="225717"/>
                </a:lnTo>
                <a:lnTo>
                  <a:pt x="193005" y="225717"/>
                </a:lnTo>
                <a:lnTo>
                  <a:pt x="193005" y="222446"/>
                </a:lnTo>
                <a:lnTo>
                  <a:pt x="186462" y="222446"/>
                </a:lnTo>
                <a:lnTo>
                  <a:pt x="186462" y="219175"/>
                </a:lnTo>
                <a:lnTo>
                  <a:pt x="183191" y="219175"/>
                </a:lnTo>
                <a:lnTo>
                  <a:pt x="183191" y="215904"/>
                </a:lnTo>
                <a:lnTo>
                  <a:pt x="179920" y="215904"/>
                </a:lnTo>
                <a:lnTo>
                  <a:pt x="179920" y="209361"/>
                </a:lnTo>
                <a:lnTo>
                  <a:pt x="176648" y="209361"/>
                </a:lnTo>
                <a:lnTo>
                  <a:pt x="176648" y="199547"/>
                </a:lnTo>
                <a:lnTo>
                  <a:pt x="179920" y="199547"/>
                </a:lnTo>
                <a:lnTo>
                  <a:pt x="179920" y="193005"/>
                </a:lnTo>
                <a:lnTo>
                  <a:pt x="183191" y="193005"/>
                </a:lnTo>
                <a:lnTo>
                  <a:pt x="183191" y="189733"/>
                </a:lnTo>
                <a:lnTo>
                  <a:pt x="186462" y="189733"/>
                </a:lnTo>
                <a:lnTo>
                  <a:pt x="186462" y="186462"/>
                </a:lnTo>
                <a:lnTo>
                  <a:pt x="193005" y="186462"/>
                </a:lnTo>
                <a:lnTo>
                  <a:pt x="193005" y="183191"/>
                </a:lnTo>
                <a:lnTo>
                  <a:pt x="209361" y="183191"/>
                </a:lnTo>
                <a:lnTo>
                  <a:pt x="209361" y="186462"/>
                </a:lnTo>
                <a:lnTo>
                  <a:pt x="215904" y="186462"/>
                </a:lnTo>
                <a:lnTo>
                  <a:pt x="215904" y="183191"/>
                </a:lnTo>
                <a:lnTo>
                  <a:pt x="222446" y="183191"/>
                </a:lnTo>
                <a:lnTo>
                  <a:pt x="222446" y="179920"/>
                </a:lnTo>
                <a:lnTo>
                  <a:pt x="225717" y="179920"/>
                </a:lnTo>
                <a:lnTo>
                  <a:pt x="225717" y="173377"/>
                </a:lnTo>
                <a:lnTo>
                  <a:pt x="228989" y="173377"/>
                </a:lnTo>
                <a:lnTo>
                  <a:pt x="228989" y="170106"/>
                </a:lnTo>
                <a:lnTo>
                  <a:pt x="232260" y="170106"/>
                </a:lnTo>
                <a:lnTo>
                  <a:pt x="232260" y="166835"/>
                </a:lnTo>
                <a:lnTo>
                  <a:pt x="238802" y="166835"/>
                </a:lnTo>
                <a:lnTo>
                  <a:pt x="238802" y="163563"/>
                </a:lnTo>
                <a:lnTo>
                  <a:pt x="271515" y="163563"/>
                </a:lnTo>
                <a:lnTo>
                  <a:pt x="271515" y="160292"/>
                </a:lnTo>
                <a:lnTo>
                  <a:pt x="268244" y="160292"/>
                </a:lnTo>
                <a:lnTo>
                  <a:pt x="268244" y="150478"/>
                </a:lnTo>
                <a:lnTo>
                  <a:pt x="271515" y="150478"/>
                </a:lnTo>
                <a:lnTo>
                  <a:pt x="271515" y="143936"/>
                </a:lnTo>
                <a:lnTo>
                  <a:pt x="274786" y="143936"/>
                </a:lnTo>
                <a:lnTo>
                  <a:pt x="274786" y="140664"/>
                </a:lnTo>
                <a:lnTo>
                  <a:pt x="278058" y="140664"/>
                </a:lnTo>
                <a:lnTo>
                  <a:pt x="278058" y="137393"/>
                </a:lnTo>
                <a:lnTo>
                  <a:pt x="284600" y="137393"/>
                </a:lnTo>
                <a:lnTo>
                  <a:pt x="284600" y="134122"/>
                </a:lnTo>
                <a:lnTo>
                  <a:pt x="317313" y="134122"/>
                </a:lnTo>
                <a:lnTo>
                  <a:pt x="317313" y="124308"/>
                </a:lnTo>
                <a:lnTo>
                  <a:pt x="284600" y="124308"/>
                </a:lnTo>
                <a:lnTo>
                  <a:pt x="284600" y="121037"/>
                </a:lnTo>
                <a:lnTo>
                  <a:pt x="278058" y="121037"/>
                </a:lnTo>
                <a:lnTo>
                  <a:pt x="278058" y="117766"/>
                </a:lnTo>
                <a:lnTo>
                  <a:pt x="274786" y="117766"/>
                </a:lnTo>
                <a:lnTo>
                  <a:pt x="274786" y="114494"/>
                </a:lnTo>
                <a:lnTo>
                  <a:pt x="271515" y="114494"/>
                </a:lnTo>
                <a:lnTo>
                  <a:pt x="271515" y="107952"/>
                </a:lnTo>
                <a:lnTo>
                  <a:pt x="268244" y="107952"/>
                </a:lnTo>
                <a:lnTo>
                  <a:pt x="268244" y="98138"/>
                </a:lnTo>
                <a:lnTo>
                  <a:pt x="271515" y="98138"/>
                </a:lnTo>
                <a:lnTo>
                  <a:pt x="271515" y="91595"/>
                </a:lnTo>
                <a:lnTo>
                  <a:pt x="274786" y="91595"/>
                </a:lnTo>
                <a:lnTo>
                  <a:pt x="274786" y="88324"/>
                </a:lnTo>
                <a:lnTo>
                  <a:pt x="278058" y="88324"/>
                </a:lnTo>
                <a:lnTo>
                  <a:pt x="278058" y="85053"/>
                </a:lnTo>
                <a:lnTo>
                  <a:pt x="238802" y="85053"/>
                </a:lnTo>
                <a:lnTo>
                  <a:pt x="238802" y="88324"/>
                </a:lnTo>
                <a:lnTo>
                  <a:pt x="209361" y="88324"/>
                </a:lnTo>
                <a:lnTo>
                  <a:pt x="209361" y="91595"/>
                </a:lnTo>
                <a:lnTo>
                  <a:pt x="212632" y="91595"/>
                </a:lnTo>
                <a:lnTo>
                  <a:pt x="212632" y="101409"/>
                </a:lnTo>
                <a:lnTo>
                  <a:pt x="209361" y="101409"/>
                </a:lnTo>
                <a:lnTo>
                  <a:pt x="209361" y="107952"/>
                </a:lnTo>
                <a:lnTo>
                  <a:pt x="206090" y="107952"/>
                </a:lnTo>
                <a:lnTo>
                  <a:pt x="206090" y="111223"/>
                </a:lnTo>
                <a:lnTo>
                  <a:pt x="202818" y="111223"/>
                </a:lnTo>
                <a:lnTo>
                  <a:pt x="202818" y="114494"/>
                </a:lnTo>
                <a:lnTo>
                  <a:pt x="196276" y="114494"/>
                </a:lnTo>
                <a:lnTo>
                  <a:pt x="196276" y="117766"/>
                </a:lnTo>
                <a:lnTo>
                  <a:pt x="206090" y="117766"/>
                </a:lnTo>
                <a:lnTo>
                  <a:pt x="206090" y="121037"/>
                </a:lnTo>
                <a:lnTo>
                  <a:pt x="209361" y="121037"/>
                </a:lnTo>
                <a:lnTo>
                  <a:pt x="209361" y="124308"/>
                </a:lnTo>
                <a:lnTo>
                  <a:pt x="212632" y="124308"/>
                </a:lnTo>
                <a:lnTo>
                  <a:pt x="212632" y="127579"/>
                </a:lnTo>
                <a:lnTo>
                  <a:pt x="215904" y="127579"/>
                </a:lnTo>
                <a:lnTo>
                  <a:pt x="215904" y="130851"/>
                </a:lnTo>
                <a:lnTo>
                  <a:pt x="219175" y="130851"/>
                </a:lnTo>
                <a:lnTo>
                  <a:pt x="219175" y="147207"/>
                </a:lnTo>
                <a:lnTo>
                  <a:pt x="215904" y="147207"/>
                </a:lnTo>
                <a:lnTo>
                  <a:pt x="215904" y="150478"/>
                </a:lnTo>
                <a:lnTo>
                  <a:pt x="212632" y="150478"/>
                </a:lnTo>
                <a:lnTo>
                  <a:pt x="212632" y="153750"/>
                </a:lnTo>
                <a:lnTo>
                  <a:pt x="209361" y="153750"/>
                </a:lnTo>
                <a:lnTo>
                  <a:pt x="209361" y="157021"/>
                </a:lnTo>
                <a:lnTo>
                  <a:pt x="206090" y="157021"/>
                </a:lnTo>
                <a:lnTo>
                  <a:pt x="206090" y="160292"/>
                </a:lnTo>
                <a:lnTo>
                  <a:pt x="157021" y="160292"/>
                </a:lnTo>
                <a:lnTo>
                  <a:pt x="157021" y="157021"/>
                </a:lnTo>
                <a:lnTo>
                  <a:pt x="150478" y="157021"/>
                </a:lnTo>
                <a:lnTo>
                  <a:pt x="150478" y="153750"/>
                </a:lnTo>
                <a:lnTo>
                  <a:pt x="147207" y="153750"/>
                </a:lnTo>
                <a:lnTo>
                  <a:pt x="147207" y="150478"/>
                </a:lnTo>
                <a:lnTo>
                  <a:pt x="143936" y="150478"/>
                </a:lnTo>
                <a:lnTo>
                  <a:pt x="143936" y="143936"/>
                </a:lnTo>
                <a:lnTo>
                  <a:pt x="140664" y="143936"/>
                </a:lnTo>
                <a:lnTo>
                  <a:pt x="140664" y="134122"/>
                </a:lnTo>
                <a:lnTo>
                  <a:pt x="143936" y="134122"/>
                </a:lnTo>
                <a:lnTo>
                  <a:pt x="143936" y="127579"/>
                </a:lnTo>
                <a:lnTo>
                  <a:pt x="147207" y="127579"/>
                </a:lnTo>
                <a:lnTo>
                  <a:pt x="147207" y="124308"/>
                </a:lnTo>
                <a:lnTo>
                  <a:pt x="150478" y="124308"/>
                </a:lnTo>
                <a:lnTo>
                  <a:pt x="150478" y="121037"/>
                </a:lnTo>
                <a:lnTo>
                  <a:pt x="157021" y="121037"/>
                </a:lnTo>
                <a:lnTo>
                  <a:pt x="157021" y="117766"/>
                </a:lnTo>
                <a:lnTo>
                  <a:pt x="147207" y="117766"/>
                </a:lnTo>
                <a:lnTo>
                  <a:pt x="147207" y="114494"/>
                </a:lnTo>
                <a:lnTo>
                  <a:pt x="140664" y="114494"/>
                </a:lnTo>
                <a:lnTo>
                  <a:pt x="140664" y="111223"/>
                </a:lnTo>
                <a:lnTo>
                  <a:pt x="137393" y="111223"/>
                </a:lnTo>
                <a:lnTo>
                  <a:pt x="137393" y="107952"/>
                </a:lnTo>
                <a:lnTo>
                  <a:pt x="134122" y="107952"/>
                </a:lnTo>
                <a:lnTo>
                  <a:pt x="134122" y="101409"/>
                </a:lnTo>
                <a:lnTo>
                  <a:pt x="130851" y="101409"/>
                </a:lnTo>
                <a:lnTo>
                  <a:pt x="130851" y="91595"/>
                </a:lnTo>
                <a:lnTo>
                  <a:pt x="134122" y="91595"/>
                </a:lnTo>
                <a:lnTo>
                  <a:pt x="134122" y="85053"/>
                </a:lnTo>
                <a:lnTo>
                  <a:pt x="137393" y="85053"/>
                </a:lnTo>
                <a:lnTo>
                  <a:pt x="137393" y="81782"/>
                </a:lnTo>
                <a:lnTo>
                  <a:pt x="140664" y="81782"/>
                </a:lnTo>
                <a:lnTo>
                  <a:pt x="140664" y="78510"/>
                </a:lnTo>
                <a:lnTo>
                  <a:pt x="147207" y="78510"/>
                </a:lnTo>
                <a:lnTo>
                  <a:pt x="147207" y="75239"/>
                </a:lnTo>
                <a:lnTo>
                  <a:pt x="101409" y="75239"/>
                </a:lnTo>
                <a:lnTo>
                  <a:pt x="101409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94867" y="68697"/>
                </a:lnTo>
                <a:lnTo>
                  <a:pt x="94867" y="65425"/>
                </a:lnTo>
                <a:lnTo>
                  <a:pt x="91595" y="65425"/>
                </a:lnTo>
                <a:lnTo>
                  <a:pt x="91595" y="58883"/>
                </a:lnTo>
                <a:lnTo>
                  <a:pt x="88324" y="58883"/>
                </a:lnTo>
                <a:lnTo>
                  <a:pt x="88324" y="55612"/>
                </a:lnTo>
                <a:lnTo>
                  <a:pt x="78510" y="55612"/>
                </a:lnTo>
                <a:lnTo>
                  <a:pt x="78510" y="58883"/>
                </a:lnTo>
                <a:lnTo>
                  <a:pt x="81782" y="58883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35984" y="85053"/>
                </a:lnTo>
                <a:lnTo>
                  <a:pt x="35984" y="81782"/>
                </a:lnTo>
                <a:lnTo>
                  <a:pt x="32713" y="81782"/>
                </a:lnTo>
                <a:lnTo>
                  <a:pt x="32713" y="85053"/>
                </a:lnTo>
                <a:lnTo>
                  <a:pt x="13085" y="85053"/>
                </a:lnTo>
                <a:lnTo>
                  <a:pt x="13085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isible source SEC-093 inset-1 region 428">
            <a:extLst xmlns:a="http://schemas.openxmlformats.org/drawingml/2006/main">
              <a:ext uri="{FF2B5EF4-FFF2-40B4-BE49-F238E27FC236}">
                <a16:creationId xmlns:a16="http://schemas.microsoft.com/office/drawing/2014/main" id="{2D909DD3-7B7D-44C2-8564-4DB66A6D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330" y="2358746"/>
            <a:ext cx="264973" cy="202818"/>
          </a:xfrm>
          <a:custGeom xmlns:a="http://schemas.openxmlformats.org/drawingml/2006/main">
            <a:pathLst>
              <a:path w="264973" h="202818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9255"/>
                </a:lnTo>
                <a:lnTo>
                  <a:pt x="127579" y="39255"/>
                </a:lnTo>
                <a:lnTo>
                  <a:pt x="127579" y="55612"/>
                </a:lnTo>
                <a:lnTo>
                  <a:pt x="124308" y="55612"/>
                </a:lnTo>
                <a:lnTo>
                  <a:pt x="124308" y="58883"/>
                </a:lnTo>
                <a:lnTo>
                  <a:pt x="121037" y="58883"/>
                </a:lnTo>
                <a:lnTo>
                  <a:pt x="121037" y="62154"/>
                </a:lnTo>
                <a:lnTo>
                  <a:pt x="117766" y="62154"/>
                </a:lnTo>
                <a:lnTo>
                  <a:pt x="117766" y="65425"/>
                </a:lnTo>
                <a:lnTo>
                  <a:pt x="157021" y="65425"/>
                </a:lnTo>
                <a:lnTo>
                  <a:pt x="157021" y="68697"/>
                </a:lnTo>
                <a:lnTo>
                  <a:pt x="163563" y="68697"/>
                </a:lnTo>
                <a:lnTo>
                  <a:pt x="163563" y="71968"/>
                </a:lnTo>
                <a:lnTo>
                  <a:pt x="166835" y="71968"/>
                </a:lnTo>
                <a:lnTo>
                  <a:pt x="166835" y="75239"/>
                </a:lnTo>
                <a:lnTo>
                  <a:pt x="170106" y="75239"/>
                </a:lnTo>
                <a:lnTo>
                  <a:pt x="170106" y="81782"/>
                </a:lnTo>
                <a:lnTo>
                  <a:pt x="173377" y="81782"/>
                </a:lnTo>
                <a:lnTo>
                  <a:pt x="173377" y="91595"/>
                </a:lnTo>
                <a:lnTo>
                  <a:pt x="170106" y="91595"/>
                </a:lnTo>
                <a:lnTo>
                  <a:pt x="170106" y="98138"/>
                </a:lnTo>
                <a:lnTo>
                  <a:pt x="166835" y="98138"/>
                </a:lnTo>
                <a:lnTo>
                  <a:pt x="166835" y="101409"/>
                </a:lnTo>
                <a:lnTo>
                  <a:pt x="163563" y="101409"/>
                </a:lnTo>
                <a:lnTo>
                  <a:pt x="163563" y="104681"/>
                </a:lnTo>
                <a:lnTo>
                  <a:pt x="157021" y="104681"/>
                </a:lnTo>
                <a:lnTo>
                  <a:pt x="157021" y="107952"/>
                </a:lnTo>
                <a:lnTo>
                  <a:pt x="193005" y="107952"/>
                </a:lnTo>
                <a:lnTo>
                  <a:pt x="193005" y="104681"/>
                </a:lnTo>
                <a:lnTo>
                  <a:pt x="189733" y="104681"/>
                </a:lnTo>
                <a:lnTo>
                  <a:pt x="189733" y="101409"/>
                </a:lnTo>
                <a:lnTo>
                  <a:pt x="186462" y="101409"/>
                </a:lnTo>
                <a:lnTo>
                  <a:pt x="186462" y="94867"/>
                </a:lnTo>
                <a:lnTo>
                  <a:pt x="183191" y="94867"/>
                </a:lnTo>
                <a:lnTo>
                  <a:pt x="183191" y="85053"/>
                </a:lnTo>
                <a:lnTo>
                  <a:pt x="186462" y="85053"/>
                </a:lnTo>
                <a:lnTo>
                  <a:pt x="186462" y="78510"/>
                </a:lnTo>
                <a:lnTo>
                  <a:pt x="189733" y="78510"/>
                </a:lnTo>
                <a:lnTo>
                  <a:pt x="189733" y="75239"/>
                </a:lnTo>
                <a:lnTo>
                  <a:pt x="193005" y="75239"/>
                </a:lnTo>
                <a:lnTo>
                  <a:pt x="193005" y="71968"/>
                </a:lnTo>
                <a:lnTo>
                  <a:pt x="199547" y="71968"/>
                </a:lnTo>
                <a:lnTo>
                  <a:pt x="199547" y="68697"/>
                </a:lnTo>
                <a:lnTo>
                  <a:pt x="251887" y="68697"/>
                </a:lnTo>
                <a:lnTo>
                  <a:pt x="251887" y="71968"/>
                </a:lnTo>
                <a:lnTo>
                  <a:pt x="255159" y="71968"/>
                </a:lnTo>
                <a:lnTo>
                  <a:pt x="255159" y="75239"/>
                </a:lnTo>
                <a:lnTo>
                  <a:pt x="258430" y="75239"/>
                </a:lnTo>
                <a:lnTo>
                  <a:pt x="258430" y="78510"/>
                </a:lnTo>
                <a:lnTo>
                  <a:pt x="261701" y="78510"/>
                </a:lnTo>
                <a:lnTo>
                  <a:pt x="261701" y="81782"/>
                </a:lnTo>
                <a:lnTo>
                  <a:pt x="264973" y="81782"/>
                </a:lnTo>
                <a:lnTo>
                  <a:pt x="264973" y="98138"/>
                </a:lnTo>
                <a:lnTo>
                  <a:pt x="261701" y="98138"/>
                </a:lnTo>
                <a:lnTo>
                  <a:pt x="261701" y="101409"/>
                </a:lnTo>
                <a:lnTo>
                  <a:pt x="258430" y="101409"/>
                </a:lnTo>
                <a:lnTo>
                  <a:pt x="258430" y="104681"/>
                </a:lnTo>
                <a:lnTo>
                  <a:pt x="255159" y="104681"/>
                </a:lnTo>
                <a:lnTo>
                  <a:pt x="255159" y="107952"/>
                </a:lnTo>
                <a:lnTo>
                  <a:pt x="251887" y="107952"/>
                </a:lnTo>
                <a:lnTo>
                  <a:pt x="251887" y="111223"/>
                </a:lnTo>
                <a:lnTo>
                  <a:pt x="209361" y="111223"/>
                </a:lnTo>
                <a:lnTo>
                  <a:pt x="209361" y="114494"/>
                </a:lnTo>
                <a:lnTo>
                  <a:pt x="212632" y="114494"/>
                </a:lnTo>
                <a:lnTo>
                  <a:pt x="212632" y="117766"/>
                </a:lnTo>
                <a:lnTo>
                  <a:pt x="215904" y="117766"/>
                </a:lnTo>
                <a:lnTo>
                  <a:pt x="215904" y="124308"/>
                </a:lnTo>
                <a:lnTo>
                  <a:pt x="219175" y="124308"/>
                </a:lnTo>
                <a:lnTo>
                  <a:pt x="219175" y="147207"/>
                </a:lnTo>
                <a:lnTo>
                  <a:pt x="215904" y="147207"/>
                </a:lnTo>
                <a:lnTo>
                  <a:pt x="215904" y="150478"/>
                </a:lnTo>
                <a:lnTo>
                  <a:pt x="242074" y="150478"/>
                </a:lnTo>
                <a:lnTo>
                  <a:pt x="242074" y="153750"/>
                </a:lnTo>
                <a:lnTo>
                  <a:pt x="248616" y="153750"/>
                </a:lnTo>
                <a:lnTo>
                  <a:pt x="248616" y="157021"/>
                </a:lnTo>
                <a:lnTo>
                  <a:pt x="251887" y="157021"/>
                </a:lnTo>
                <a:lnTo>
                  <a:pt x="251887" y="160292"/>
                </a:lnTo>
                <a:lnTo>
                  <a:pt x="255159" y="160292"/>
                </a:lnTo>
                <a:lnTo>
                  <a:pt x="255159" y="166835"/>
                </a:lnTo>
                <a:lnTo>
                  <a:pt x="258430" y="166835"/>
                </a:lnTo>
                <a:lnTo>
                  <a:pt x="258430" y="176648"/>
                </a:lnTo>
                <a:lnTo>
                  <a:pt x="255159" y="176648"/>
                </a:lnTo>
                <a:lnTo>
                  <a:pt x="255159" y="183191"/>
                </a:lnTo>
                <a:lnTo>
                  <a:pt x="251887" y="183191"/>
                </a:lnTo>
                <a:lnTo>
                  <a:pt x="251887" y="186462"/>
                </a:lnTo>
                <a:lnTo>
                  <a:pt x="248616" y="186462"/>
                </a:lnTo>
                <a:lnTo>
                  <a:pt x="248616" y="189733"/>
                </a:lnTo>
                <a:lnTo>
                  <a:pt x="242074" y="189733"/>
                </a:lnTo>
                <a:lnTo>
                  <a:pt x="242074" y="193005"/>
                </a:lnTo>
                <a:lnTo>
                  <a:pt x="196276" y="193005"/>
                </a:lnTo>
                <a:lnTo>
                  <a:pt x="196276" y="189733"/>
                </a:lnTo>
                <a:lnTo>
                  <a:pt x="189733" y="189733"/>
                </a:lnTo>
                <a:lnTo>
                  <a:pt x="189733" y="186462"/>
                </a:lnTo>
                <a:lnTo>
                  <a:pt x="186462" y="186462"/>
                </a:lnTo>
                <a:lnTo>
                  <a:pt x="186462" y="183191"/>
                </a:lnTo>
                <a:lnTo>
                  <a:pt x="183191" y="183191"/>
                </a:lnTo>
                <a:lnTo>
                  <a:pt x="183191" y="176648"/>
                </a:lnTo>
                <a:lnTo>
                  <a:pt x="179920" y="176648"/>
                </a:lnTo>
                <a:lnTo>
                  <a:pt x="179920" y="166835"/>
                </a:lnTo>
                <a:lnTo>
                  <a:pt x="183191" y="166835"/>
                </a:lnTo>
                <a:lnTo>
                  <a:pt x="183191" y="163563"/>
                </a:lnTo>
                <a:lnTo>
                  <a:pt x="166835" y="163563"/>
                </a:lnTo>
                <a:lnTo>
                  <a:pt x="166835" y="166835"/>
                </a:lnTo>
                <a:lnTo>
                  <a:pt x="170106" y="166835"/>
                </a:lnTo>
                <a:lnTo>
                  <a:pt x="170106" y="170106"/>
                </a:lnTo>
                <a:lnTo>
                  <a:pt x="173377" y="170106"/>
                </a:lnTo>
                <a:lnTo>
                  <a:pt x="173377" y="176648"/>
                </a:lnTo>
                <a:lnTo>
                  <a:pt x="176648" y="176648"/>
                </a:lnTo>
                <a:lnTo>
                  <a:pt x="176648" y="186462"/>
                </a:lnTo>
                <a:lnTo>
                  <a:pt x="173377" y="186462"/>
                </a:lnTo>
                <a:lnTo>
                  <a:pt x="173377" y="193005"/>
                </a:lnTo>
                <a:lnTo>
                  <a:pt x="170106" y="193005"/>
                </a:lnTo>
                <a:lnTo>
                  <a:pt x="170106" y="196276"/>
                </a:lnTo>
                <a:lnTo>
                  <a:pt x="166835" y="196276"/>
                </a:lnTo>
                <a:lnTo>
                  <a:pt x="166835" y="199547"/>
                </a:lnTo>
                <a:lnTo>
                  <a:pt x="160292" y="199547"/>
                </a:lnTo>
                <a:lnTo>
                  <a:pt x="160292" y="202818"/>
                </a:lnTo>
                <a:lnTo>
                  <a:pt x="107952" y="202818"/>
                </a:lnTo>
                <a:lnTo>
                  <a:pt x="107952" y="199547"/>
                </a:lnTo>
                <a:lnTo>
                  <a:pt x="101409" y="199547"/>
                </a:lnTo>
                <a:lnTo>
                  <a:pt x="101409" y="196276"/>
                </a:lnTo>
                <a:lnTo>
                  <a:pt x="98138" y="196276"/>
                </a:lnTo>
                <a:lnTo>
                  <a:pt x="98138" y="193005"/>
                </a:lnTo>
                <a:lnTo>
                  <a:pt x="94867" y="193005"/>
                </a:lnTo>
                <a:lnTo>
                  <a:pt x="94867" y="186462"/>
                </a:lnTo>
                <a:lnTo>
                  <a:pt x="91595" y="186462"/>
                </a:lnTo>
                <a:lnTo>
                  <a:pt x="91595" y="176648"/>
                </a:lnTo>
                <a:lnTo>
                  <a:pt x="94867" y="176648"/>
                </a:lnTo>
                <a:lnTo>
                  <a:pt x="94867" y="170106"/>
                </a:lnTo>
                <a:lnTo>
                  <a:pt x="98138" y="170106"/>
                </a:lnTo>
                <a:lnTo>
                  <a:pt x="98138" y="166835"/>
                </a:lnTo>
                <a:lnTo>
                  <a:pt x="101409" y="166835"/>
                </a:lnTo>
                <a:lnTo>
                  <a:pt x="101409" y="163563"/>
                </a:lnTo>
                <a:lnTo>
                  <a:pt x="107952" y="163563"/>
                </a:lnTo>
                <a:lnTo>
                  <a:pt x="107952" y="160292"/>
                </a:lnTo>
                <a:lnTo>
                  <a:pt x="143936" y="160292"/>
                </a:lnTo>
                <a:lnTo>
                  <a:pt x="143936" y="157021"/>
                </a:lnTo>
                <a:lnTo>
                  <a:pt x="140664" y="157021"/>
                </a:lnTo>
                <a:lnTo>
                  <a:pt x="140664" y="153750"/>
                </a:lnTo>
                <a:lnTo>
                  <a:pt x="137393" y="153750"/>
                </a:lnTo>
                <a:lnTo>
                  <a:pt x="137393" y="147207"/>
                </a:lnTo>
                <a:lnTo>
                  <a:pt x="134122" y="147207"/>
                </a:lnTo>
                <a:lnTo>
                  <a:pt x="134122" y="137393"/>
                </a:lnTo>
                <a:lnTo>
                  <a:pt x="137393" y="137393"/>
                </a:lnTo>
                <a:lnTo>
                  <a:pt x="137393" y="124308"/>
                </a:lnTo>
                <a:lnTo>
                  <a:pt x="140664" y="124308"/>
                </a:lnTo>
                <a:lnTo>
                  <a:pt x="140664" y="117766"/>
                </a:lnTo>
                <a:lnTo>
                  <a:pt x="143936" y="117766"/>
                </a:lnTo>
                <a:lnTo>
                  <a:pt x="143936" y="114494"/>
                </a:lnTo>
                <a:lnTo>
                  <a:pt x="147207" y="114494"/>
                </a:lnTo>
                <a:lnTo>
                  <a:pt x="147207" y="111223"/>
                </a:lnTo>
                <a:lnTo>
                  <a:pt x="153750" y="111223"/>
                </a:lnTo>
                <a:lnTo>
                  <a:pt x="153750" y="107952"/>
                </a:lnTo>
                <a:lnTo>
                  <a:pt x="104681" y="107952"/>
                </a:lnTo>
                <a:lnTo>
                  <a:pt x="104681" y="104681"/>
                </a:lnTo>
                <a:lnTo>
                  <a:pt x="98138" y="104681"/>
                </a:lnTo>
                <a:lnTo>
                  <a:pt x="98138" y="101409"/>
                </a:lnTo>
                <a:lnTo>
                  <a:pt x="94867" y="101409"/>
                </a:lnTo>
                <a:lnTo>
                  <a:pt x="94867" y="98138"/>
                </a:lnTo>
                <a:lnTo>
                  <a:pt x="91595" y="98138"/>
                </a:lnTo>
                <a:lnTo>
                  <a:pt x="91595" y="91595"/>
                </a:lnTo>
                <a:lnTo>
                  <a:pt x="88324" y="91595"/>
                </a:lnTo>
                <a:lnTo>
                  <a:pt x="88324" y="81782"/>
                </a:lnTo>
                <a:lnTo>
                  <a:pt x="91595" y="81782"/>
                </a:lnTo>
                <a:lnTo>
                  <a:pt x="91595" y="75239"/>
                </a:lnTo>
                <a:lnTo>
                  <a:pt x="94867" y="75239"/>
                </a:lnTo>
                <a:lnTo>
                  <a:pt x="94867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71968" y="68697"/>
                </a:lnTo>
                <a:lnTo>
                  <a:pt x="71968" y="65425"/>
                </a:lnTo>
                <a:lnTo>
                  <a:pt x="65425" y="65425"/>
                </a:lnTo>
                <a:lnTo>
                  <a:pt x="65425" y="62154"/>
                </a:lnTo>
                <a:lnTo>
                  <a:pt x="62154" y="62154"/>
                </a:lnTo>
                <a:lnTo>
                  <a:pt x="62154" y="58883"/>
                </a:lnTo>
                <a:lnTo>
                  <a:pt x="58883" y="58883"/>
                </a:lnTo>
                <a:lnTo>
                  <a:pt x="58883" y="52340"/>
                </a:lnTo>
                <a:lnTo>
                  <a:pt x="55612" y="52340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isible source SEC-093 inset-1 region 429">
            <a:extLst xmlns:a="http://schemas.openxmlformats.org/drawingml/2006/main">
              <a:ext uri="{FF2B5EF4-FFF2-40B4-BE49-F238E27FC236}">
                <a16:creationId xmlns:a16="http://schemas.microsoft.com/office/drawing/2014/main" id="{CE8CDAD7-2A3C-4088-992D-7DBBF5F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734" y="2407815"/>
            <a:ext cx="121037" cy="58883"/>
          </a:xfrm>
          <a:custGeom xmlns:a="http://schemas.openxmlformats.org/drawingml/2006/main">
            <a:pathLst>
              <a:path w="121037" h="58883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104681" y="16356"/>
                </a:lnTo>
                <a:lnTo>
                  <a:pt x="104681" y="19628"/>
                </a:lnTo>
                <a:lnTo>
                  <a:pt x="111223" y="19628"/>
                </a:lnTo>
                <a:lnTo>
                  <a:pt x="111223" y="22899"/>
                </a:lnTo>
                <a:lnTo>
                  <a:pt x="114494" y="22899"/>
                </a:lnTo>
                <a:lnTo>
                  <a:pt x="114494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42526"/>
                </a:lnTo>
                <a:lnTo>
                  <a:pt x="117766" y="42526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62154" y="58883"/>
                </a:lnTo>
                <a:lnTo>
                  <a:pt x="62154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isible source SEC-093 inset-1 region 430">
            <a:extLst xmlns:a="http://schemas.openxmlformats.org/drawingml/2006/main">
              <a:ext uri="{FF2B5EF4-FFF2-40B4-BE49-F238E27FC236}">
                <a16:creationId xmlns:a16="http://schemas.microsoft.com/office/drawing/2014/main" id="{E2899FF1-73CC-4096-A1E1-1BFFD82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208" y="2466698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29441"/>
                </a:moveTo>
                <a:lnTo>
                  <a:pt x="0" y="13085"/>
                </a:ln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isible source SEC-093 inset-1 region 431">
            <a:extLst xmlns:a="http://schemas.openxmlformats.org/drawingml/2006/main">
              <a:ext uri="{FF2B5EF4-FFF2-40B4-BE49-F238E27FC236}">
                <a16:creationId xmlns:a16="http://schemas.microsoft.com/office/drawing/2014/main" id="{AB22C159-A974-48E5-B99B-FDBC3BC0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006" y="2519038"/>
            <a:ext cx="209361" cy="88324"/>
          </a:xfrm>
          <a:custGeom xmlns:a="http://schemas.openxmlformats.org/drawingml/2006/main">
            <a:pathLst>
              <a:path w="209361" h="88324">
                <a:moveTo>
                  <a:pt x="42526" y="26170"/>
                </a:move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6170"/>
                </a:lnTo>
                <a:lnTo>
                  <a:pt x="157021" y="26170"/>
                </a:lnTo>
                <a:lnTo>
                  <a:pt x="157021" y="29441"/>
                </a:lnTo>
                <a:lnTo>
                  <a:pt x="163563" y="29441"/>
                </a:lnTo>
                <a:lnTo>
                  <a:pt x="163563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70106" y="35984"/>
                </a:lnTo>
                <a:lnTo>
                  <a:pt x="170106" y="42526"/>
                </a:lnTo>
                <a:lnTo>
                  <a:pt x="173377" y="42526"/>
                </a:lnTo>
                <a:lnTo>
                  <a:pt x="173377" y="45798"/>
                </a:lnTo>
                <a:lnTo>
                  <a:pt x="193005" y="45798"/>
                </a:lnTo>
                <a:lnTo>
                  <a:pt x="193005" y="49069"/>
                </a:lnTo>
                <a:lnTo>
                  <a:pt x="199547" y="49069"/>
                </a:lnTo>
                <a:lnTo>
                  <a:pt x="199547" y="52340"/>
                </a:lnTo>
                <a:lnTo>
                  <a:pt x="202818" y="52340"/>
                </a:lnTo>
                <a:lnTo>
                  <a:pt x="202818" y="55612"/>
                </a:lnTo>
                <a:lnTo>
                  <a:pt x="206090" y="55612"/>
                </a:lnTo>
                <a:lnTo>
                  <a:pt x="206090" y="62154"/>
                </a:lnTo>
                <a:lnTo>
                  <a:pt x="209361" y="62154"/>
                </a:lnTo>
                <a:lnTo>
                  <a:pt x="209361" y="71968"/>
                </a:lnTo>
                <a:lnTo>
                  <a:pt x="206090" y="71968"/>
                </a:lnTo>
                <a:lnTo>
                  <a:pt x="206090" y="78510"/>
                </a:lnTo>
                <a:lnTo>
                  <a:pt x="202818" y="78510"/>
                </a:lnTo>
                <a:lnTo>
                  <a:pt x="202818" y="81782"/>
                </a:lnTo>
                <a:lnTo>
                  <a:pt x="199547" y="81782"/>
                </a:lnTo>
                <a:lnTo>
                  <a:pt x="199547" y="85053"/>
                </a:lnTo>
                <a:lnTo>
                  <a:pt x="193005" y="85053"/>
                </a:lnTo>
                <a:lnTo>
                  <a:pt x="193005" y="88324"/>
                </a:lnTo>
                <a:lnTo>
                  <a:pt x="147207" y="88324"/>
                </a:lnTo>
                <a:lnTo>
                  <a:pt x="147207" y="85053"/>
                </a:lnTo>
                <a:lnTo>
                  <a:pt x="140664" y="85053"/>
                </a:lnTo>
                <a:lnTo>
                  <a:pt x="140664" y="81782"/>
                </a:lnTo>
                <a:lnTo>
                  <a:pt x="137393" y="81782"/>
                </a:lnTo>
                <a:lnTo>
                  <a:pt x="137393" y="75239"/>
                </a:lnTo>
                <a:lnTo>
                  <a:pt x="134122" y="75239"/>
                </a:lnTo>
                <a:lnTo>
                  <a:pt x="134122" y="68697"/>
                </a:lnTo>
                <a:lnTo>
                  <a:pt x="101409" y="68697"/>
                </a:lnTo>
                <a:lnTo>
                  <a:pt x="101409" y="65425"/>
                </a:lnTo>
                <a:lnTo>
                  <a:pt x="94867" y="65425"/>
                </a:lnTo>
                <a:lnTo>
                  <a:pt x="94867" y="62154"/>
                </a:lnTo>
                <a:lnTo>
                  <a:pt x="91595" y="62154"/>
                </a:lnTo>
                <a:lnTo>
                  <a:pt x="91595" y="55612"/>
                </a:lnTo>
                <a:lnTo>
                  <a:pt x="88324" y="55612"/>
                </a:lnTo>
                <a:lnTo>
                  <a:pt x="88324" y="42526"/>
                </a:lnTo>
                <a:lnTo>
                  <a:pt x="81782" y="42526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13085" y="29441"/>
                </a:lnTo>
                <a:lnTo>
                  <a:pt x="13085" y="26170"/>
                </a:lnTo>
                <a:lnTo>
                  <a:pt x="42526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isible source SEC-093 inset-1 region 432">
            <a:extLst xmlns:a="http://schemas.openxmlformats.org/drawingml/2006/main">
              <a:ext uri="{FF2B5EF4-FFF2-40B4-BE49-F238E27FC236}">
                <a16:creationId xmlns:a16="http://schemas.microsoft.com/office/drawing/2014/main" id="{68992CA6-CB86-43C9-A31D-521B32F7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675" y="149513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isible source SEC-093 inset-1 region 433">
            <a:extLst xmlns:a="http://schemas.openxmlformats.org/drawingml/2006/main">
              <a:ext uri="{FF2B5EF4-FFF2-40B4-BE49-F238E27FC236}">
                <a16:creationId xmlns:a16="http://schemas.microsoft.com/office/drawing/2014/main" id="{6D569DDF-9B12-4007-BE36-E4267110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622" y="1635796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isible source SEC-093 inset-1 region 434">
            <a:extLst xmlns:a="http://schemas.openxmlformats.org/drawingml/2006/main">
              <a:ext uri="{FF2B5EF4-FFF2-40B4-BE49-F238E27FC236}">
                <a16:creationId xmlns:a16="http://schemas.microsoft.com/office/drawing/2014/main" id="{5772C2D8-65D6-487B-8D5A-D3343A2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659" y="169467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isible source SEC-093 inset-1 region 435">
            <a:extLst xmlns:a="http://schemas.openxmlformats.org/drawingml/2006/main">
              <a:ext uri="{FF2B5EF4-FFF2-40B4-BE49-F238E27FC236}">
                <a16:creationId xmlns:a16="http://schemas.microsoft.com/office/drawing/2014/main" id="{4CBBB37B-1164-4821-B1D6-BC4516C7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420" y="177973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isible source SEC-093 inset-1 region 436">
            <a:extLst xmlns:a="http://schemas.openxmlformats.org/drawingml/2006/main">
              <a:ext uri="{FF2B5EF4-FFF2-40B4-BE49-F238E27FC236}">
                <a16:creationId xmlns:a16="http://schemas.microsoft.com/office/drawing/2014/main" id="{E5BAF076-CD34-4D92-8C53-17309B4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270" y="1743748"/>
            <a:ext cx="117766" cy="81782"/>
          </a:xfrm>
          <a:custGeom xmlns:a="http://schemas.openxmlformats.org/drawingml/2006/main">
            <a:pathLst>
              <a:path w="117766" h="81782">
                <a:moveTo>
                  <a:pt x="6543" y="71968"/>
                </a:move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32713" y="39255"/>
                </a:lnTo>
                <a:lnTo>
                  <a:pt x="32713" y="35984"/>
                </a:lnTo>
                <a:lnTo>
                  <a:pt x="35984" y="35984"/>
                </a:lnTo>
                <a:lnTo>
                  <a:pt x="35984" y="29441"/>
                </a:lnTo>
                <a:lnTo>
                  <a:pt x="39255" y="29441"/>
                </a:lnTo>
                <a:lnTo>
                  <a:pt x="39255" y="26170"/>
                </a:lnTo>
                <a:lnTo>
                  <a:pt x="42526" y="26170"/>
                </a:lnTo>
                <a:lnTo>
                  <a:pt x="42526" y="22899"/>
                </a:lnTo>
                <a:lnTo>
                  <a:pt x="49069" y="22899"/>
                </a:lnTo>
                <a:lnTo>
                  <a:pt x="49069" y="19628"/>
                </a:lnTo>
                <a:lnTo>
                  <a:pt x="58883" y="19628"/>
                </a:lnTo>
                <a:lnTo>
                  <a:pt x="58883" y="22899"/>
                </a:lnTo>
                <a:lnTo>
                  <a:pt x="65425" y="22899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81782" y="42526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5798"/>
                </a:lnTo>
                <a:lnTo>
                  <a:pt x="71968" y="45798"/>
                </a:lnTo>
                <a:lnTo>
                  <a:pt x="71968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58883" y="58883"/>
                </a:lnTo>
                <a:lnTo>
                  <a:pt x="58883" y="62154"/>
                </a:lnTo>
                <a:lnTo>
                  <a:pt x="52340" y="62154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75239"/>
                </a:lnTo>
                <a:lnTo>
                  <a:pt x="42526" y="75239"/>
                </a:lnTo>
                <a:lnTo>
                  <a:pt x="42526" y="78510"/>
                </a:lnTo>
                <a:lnTo>
                  <a:pt x="35984" y="78510"/>
                </a:lnTo>
                <a:lnTo>
                  <a:pt x="3598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isible source SEC-093 inset-1 region 437">
            <a:extLst xmlns:a="http://schemas.openxmlformats.org/drawingml/2006/main">
              <a:ext uri="{FF2B5EF4-FFF2-40B4-BE49-F238E27FC236}">
                <a16:creationId xmlns:a16="http://schemas.microsoft.com/office/drawing/2014/main" id="{5828919F-C87F-47AC-804E-C9F45AF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574" y="1835344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isible source SEC-093 inset-1 region 438">
            <a:extLst xmlns:a="http://schemas.openxmlformats.org/drawingml/2006/main">
              <a:ext uri="{FF2B5EF4-FFF2-40B4-BE49-F238E27FC236}">
                <a16:creationId xmlns:a16="http://schemas.microsoft.com/office/drawing/2014/main" id="{8958679B-B7EF-4530-8F6B-0956920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318" y="1877870"/>
            <a:ext cx="147207" cy="101409"/>
          </a:xfrm>
          <a:custGeom xmlns:a="http://schemas.openxmlformats.org/drawingml/2006/main">
            <a:pathLst>
              <a:path w="147207" h="101409">
                <a:moveTo>
                  <a:pt x="91595" y="19628"/>
                </a:moveTo>
                <a:lnTo>
                  <a:pt x="91595" y="16356"/>
                </a:lnTo>
                <a:lnTo>
                  <a:pt x="94867" y="16356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1037" y="3271"/>
                </a:lnTo>
                <a:lnTo>
                  <a:pt x="121037" y="0"/>
                </a:lnTo>
                <a:lnTo>
                  <a:pt x="130851" y="0"/>
                </a:lnTo>
                <a:lnTo>
                  <a:pt x="130851" y="3271"/>
                </a:lnTo>
                <a:lnTo>
                  <a:pt x="137393" y="3271"/>
                </a:lnTo>
                <a:lnTo>
                  <a:pt x="137393" y="6543"/>
                </a:lnTo>
                <a:lnTo>
                  <a:pt x="140664" y="6543"/>
                </a:lnTo>
                <a:lnTo>
                  <a:pt x="140664" y="9814"/>
                </a:lnTo>
                <a:lnTo>
                  <a:pt x="143936" y="9814"/>
                </a:lnTo>
                <a:lnTo>
                  <a:pt x="143936" y="16356"/>
                </a:lnTo>
                <a:lnTo>
                  <a:pt x="147207" y="16356"/>
                </a:lnTo>
                <a:lnTo>
                  <a:pt x="147207" y="26170"/>
                </a:lnTo>
                <a:lnTo>
                  <a:pt x="143936" y="26170"/>
                </a:lnTo>
                <a:lnTo>
                  <a:pt x="143936" y="32713"/>
                </a:lnTo>
                <a:lnTo>
                  <a:pt x="140664" y="32713"/>
                </a:lnTo>
                <a:lnTo>
                  <a:pt x="140664" y="35984"/>
                </a:lnTo>
                <a:lnTo>
                  <a:pt x="137393" y="35984"/>
                </a:lnTo>
                <a:lnTo>
                  <a:pt x="137393" y="39255"/>
                </a:lnTo>
                <a:lnTo>
                  <a:pt x="130851" y="39255"/>
                </a:lnTo>
                <a:lnTo>
                  <a:pt x="130851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14494" y="45798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07952" y="55612"/>
                </a:lnTo>
                <a:lnTo>
                  <a:pt x="107952" y="58883"/>
                </a:lnTo>
                <a:lnTo>
                  <a:pt x="101409" y="58883"/>
                </a:lnTo>
                <a:lnTo>
                  <a:pt x="101409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75239" y="68697"/>
                </a:lnTo>
                <a:lnTo>
                  <a:pt x="75239" y="75239"/>
                </a:lnTo>
                <a:lnTo>
                  <a:pt x="78510" y="75239"/>
                </a:lnTo>
                <a:lnTo>
                  <a:pt x="78510" y="85053"/>
                </a:lnTo>
                <a:lnTo>
                  <a:pt x="75239" y="85053"/>
                </a:lnTo>
                <a:lnTo>
                  <a:pt x="75239" y="91595"/>
                </a:lnTo>
                <a:lnTo>
                  <a:pt x="71968" y="91595"/>
                </a:lnTo>
                <a:lnTo>
                  <a:pt x="71968" y="94867"/>
                </a:lnTo>
                <a:lnTo>
                  <a:pt x="68697" y="94867"/>
                </a:lnTo>
                <a:lnTo>
                  <a:pt x="68697" y="98138"/>
                </a:lnTo>
                <a:lnTo>
                  <a:pt x="62154" y="98138"/>
                </a:lnTo>
                <a:lnTo>
                  <a:pt x="62154" y="101409"/>
                </a:lnTo>
                <a:lnTo>
                  <a:pt x="52340" y="101409"/>
                </a:lnTo>
                <a:lnTo>
                  <a:pt x="52340" y="98138"/>
                </a:lnTo>
                <a:lnTo>
                  <a:pt x="45798" y="98138"/>
                </a:lnTo>
                <a:lnTo>
                  <a:pt x="45798" y="94867"/>
                </a:lnTo>
                <a:lnTo>
                  <a:pt x="42526" y="94867"/>
                </a:lnTo>
                <a:lnTo>
                  <a:pt x="42526" y="91595"/>
                </a:lnTo>
                <a:lnTo>
                  <a:pt x="35984" y="91595"/>
                </a:lnTo>
                <a:lnTo>
                  <a:pt x="35984" y="94867"/>
                </a:lnTo>
                <a:lnTo>
                  <a:pt x="32713" y="94867"/>
                </a:lnTo>
                <a:lnTo>
                  <a:pt x="32713" y="98138"/>
                </a:lnTo>
                <a:lnTo>
                  <a:pt x="26170" y="98138"/>
                </a:lnTo>
                <a:lnTo>
                  <a:pt x="26170" y="101409"/>
                </a:lnTo>
                <a:lnTo>
                  <a:pt x="16356" y="101409"/>
                </a:lnTo>
                <a:lnTo>
                  <a:pt x="16356" y="98138"/>
                </a:lnTo>
                <a:lnTo>
                  <a:pt x="9814" y="98138"/>
                </a:lnTo>
                <a:lnTo>
                  <a:pt x="9814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0" y="85053"/>
                </a:lnTo>
                <a:lnTo>
                  <a:pt x="0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26170" y="58883"/>
                </a:lnTo>
                <a:lnTo>
                  <a:pt x="26170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35984" y="58883"/>
                </a:lnTo>
                <a:lnTo>
                  <a:pt x="35984" y="55612"/>
                </a:lnTo>
                <a:lnTo>
                  <a:pt x="29441" y="55612"/>
                </a:lnTo>
                <a:lnTo>
                  <a:pt x="29441" y="52340"/>
                </a:lnTo>
                <a:lnTo>
                  <a:pt x="26170" y="52340"/>
                </a:lnTo>
                <a:lnTo>
                  <a:pt x="26170" y="49069"/>
                </a:lnTo>
                <a:lnTo>
                  <a:pt x="22899" y="49069"/>
                </a:lnTo>
                <a:lnTo>
                  <a:pt x="22899" y="42526"/>
                </a:lnTo>
                <a:lnTo>
                  <a:pt x="19628" y="42526"/>
                </a:lnTo>
                <a:lnTo>
                  <a:pt x="19628" y="32713"/>
                </a:lnTo>
                <a:lnTo>
                  <a:pt x="22899" y="32713"/>
                </a:lnTo>
                <a:lnTo>
                  <a:pt x="22899" y="26170"/>
                </a:lnTo>
                <a:lnTo>
                  <a:pt x="26170" y="26170"/>
                </a:lnTo>
                <a:lnTo>
                  <a:pt x="26170" y="22899"/>
                </a:lnTo>
                <a:lnTo>
                  <a:pt x="29441" y="22899"/>
                </a:lnTo>
                <a:lnTo>
                  <a:pt x="29441" y="19628"/>
                </a:lnTo>
                <a:lnTo>
                  <a:pt x="35984" y="19628"/>
                </a:lnTo>
                <a:lnTo>
                  <a:pt x="35984" y="16356"/>
                </a:lnTo>
                <a:lnTo>
                  <a:pt x="55612" y="16356"/>
                </a:lnTo>
                <a:lnTo>
                  <a:pt x="55612" y="19628"/>
                </a:lnTo>
                <a:lnTo>
                  <a:pt x="62154" y="19628"/>
                </a:lnTo>
                <a:lnTo>
                  <a:pt x="62154" y="22899"/>
                </a:lnTo>
                <a:lnTo>
                  <a:pt x="68697" y="22899"/>
                </a:lnTo>
                <a:lnTo>
                  <a:pt x="68697" y="19628"/>
                </a:lnTo>
                <a:lnTo>
                  <a:pt x="78510" y="19628"/>
                </a:lnTo>
                <a:lnTo>
                  <a:pt x="78510" y="22899"/>
                </a:lnTo>
                <a:lnTo>
                  <a:pt x="81782" y="22899"/>
                </a:lnTo>
                <a:lnTo>
                  <a:pt x="81782" y="19628"/>
                </a:lnTo>
                <a:lnTo>
                  <a:pt x="91595" y="19628"/>
                </a:lnTo>
                <a:close/>
                <a:moveTo>
                  <a:pt x="62154" y="62154"/>
                </a:moveTo>
                <a:lnTo>
                  <a:pt x="68697" y="62154"/>
                </a:lnTo>
                <a:lnTo>
                  <a:pt x="68697" y="58883"/>
                </a:lnTo>
                <a:lnTo>
                  <a:pt x="62154" y="58883"/>
                </a:lnTo>
                <a:lnTo>
                  <a:pt x="62154" y="62154"/>
                </a:lnTo>
                <a:close/>
                <a:moveTo>
                  <a:pt x="55612" y="58883"/>
                </a:moveTo>
                <a:lnTo>
                  <a:pt x="62154" y="58883"/>
                </a:lnTo>
                <a:lnTo>
                  <a:pt x="62154" y="55612"/>
                </a:lnTo>
                <a:lnTo>
                  <a:pt x="55612" y="55612"/>
                </a:lnTo>
                <a:lnTo>
                  <a:pt x="55612" y="5888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isible source SEC-093 inset-1 region 439">
            <a:extLst xmlns:a="http://schemas.openxmlformats.org/drawingml/2006/main">
              <a:ext uri="{FF2B5EF4-FFF2-40B4-BE49-F238E27FC236}">
                <a16:creationId xmlns:a16="http://schemas.microsoft.com/office/drawing/2014/main" id="{BEED5DFB-012F-48D3-89FE-8AFC642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505" y="199563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isible source SEC-093 inset-1 region 440">
            <a:extLst xmlns:a="http://schemas.openxmlformats.org/drawingml/2006/main">
              <a:ext uri="{FF2B5EF4-FFF2-40B4-BE49-F238E27FC236}">
                <a16:creationId xmlns:a16="http://schemas.microsoft.com/office/drawing/2014/main" id="{C608039A-F2D0-4654-B767-0AC9A694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845" y="2038162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isible source SEC-093 inset-1 region 441">
            <a:extLst xmlns:a="http://schemas.openxmlformats.org/drawingml/2006/main">
              <a:ext uri="{FF2B5EF4-FFF2-40B4-BE49-F238E27FC236}">
                <a16:creationId xmlns:a16="http://schemas.microsoft.com/office/drawing/2014/main" id="{5A19B62C-0F7F-4E02-B2CD-245CE7A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197" y="2051247"/>
            <a:ext cx="278058" cy="147207"/>
          </a:xfrm>
          <a:custGeom xmlns:a="http://schemas.openxmlformats.org/drawingml/2006/main">
            <a:pathLst>
              <a:path w="278058" h="147207">
                <a:moveTo>
                  <a:pt x="39255" y="16356"/>
                </a:moveTo>
                <a:lnTo>
                  <a:pt x="42526" y="16356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3085"/>
                </a:lnTo>
                <a:lnTo>
                  <a:pt x="111223" y="13085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6170"/>
                </a:lnTo>
                <a:lnTo>
                  <a:pt x="130851" y="26170"/>
                </a:lnTo>
                <a:lnTo>
                  <a:pt x="130851" y="29441"/>
                </a:lnTo>
                <a:lnTo>
                  <a:pt x="134122" y="29441"/>
                </a:lnTo>
                <a:lnTo>
                  <a:pt x="134122" y="26170"/>
                </a:lnTo>
                <a:lnTo>
                  <a:pt x="153750" y="26170"/>
                </a:lnTo>
                <a:lnTo>
                  <a:pt x="153750" y="29441"/>
                </a:lnTo>
                <a:lnTo>
                  <a:pt x="160292" y="29441"/>
                </a:lnTo>
                <a:lnTo>
                  <a:pt x="160292" y="32713"/>
                </a:lnTo>
                <a:lnTo>
                  <a:pt x="163563" y="32713"/>
                </a:lnTo>
                <a:lnTo>
                  <a:pt x="163563" y="35984"/>
                </a:lnTo>
                <a:lnTo>
                  <a:pt x="166835" y="35984"/>
                </a:lnTo>
                <a:lnTo>
                  <a:pt x="166835" y="42526"/>
                </a:lnTo>
                <a:lnTo>
                  <a:pt x="170106" y="42526"/>
                </a:lnTo>
                <a:lnTo>
                  <a:pt x="170106" y="52340"/>
                </a:lnTo>
                <a:lnTo>
                  <a:pt x="166835" y="52340"/>
                </a:lnTo>
                <a:lnTo>
                  <a:pt x="166835" y="58883"/>
                </a:lnTo>
                <a:lnTo>
                  <a:pt x="163563" y="58883"/>
                </a:lnTo>
                <a:lnTo>
                  <a:pt x="163563" y="62154"/>
                </a:lnTo>
                <a:lnTo>
                  <a:pt x="160292" y="62154"/>
                </a:lnTo>
                <a:lnTo>
                  <a:pt x="160292" y="65425"/>
                </a:lnTo>
                <a:lnTo>
                  <a:pt x="170106" y="65425"/>
                </a:lnTo>
                <a:lnTo>
                  <a:pt x="170106" y="68697"/>
                </a:lnTo>
                <a:lnTo>
                  <a:pt x="173377" y="68697"/>
                </a:lnTo>
                <a:lnTo>
                  <a:pt x="173377" y="65425"/>
                </a:lnTo>
                <a:lnTo>
                  <a:pt x="189733" y="65425"/>
                </a:lnTo>
                <a:lnTo>
                  <a:pt x="189733" y="58883"/>
                </a:lnTo>
                <a:lnTo>
                  <a:pt x="193005" y="58883"/>
                </a:lnTo>
                <a:lnTo>
                  <a:pt x="193005" y="55612"/>
                </a:lnTo>
                <a:lnTo>
                  <a:pt x="196276" y="55612"/>
                </a:lnTo>
                <a:lnTo>
                  <a:pt x="196276" y="52340"/>
                </a:lnTo>
                <a:lnTo>
                  <a:pt x="202818" y="52340"/>
                </a:lnTo>
                <a:lnTo>
                  <a:pt x="202818" y="49069"/>
                </a:lnTo>
                <a:lnTo>
                  <a:pt x="225717" y="49069"/>
                </a:lnTo>
                <a:lnTo>
                  <a:pt x="225717" y="45798"/>
                </a:lnTo>
                <a:lnTo>
                  <a:pt x="228989" y="45798"/>
                </a:lnTo>
                <a:lnTo>
                  <a:pt x="228989" y="42526"/>
                </a:lnTo>
                <a:lnTo>
                  <a:pt x="235531" y="42526"/>
                </a:lnTo>
                <a:lnTo>
                  <a:pt x="235531" y="39255"/>
                </a:lnTo>
                <a:lnTo>
                  <a:pt x="261701" y="39255"/>
                </a:lnTo>
                <a:lnTo>
                  <a:pt x="261701" y="42526"/>
                </a:lnTo>
                <a:lnTo>
                  <a:pt x="268244" y="42526"/>
                </a:lnTo>
                <a:lnTo>
                  <a:pt x="268244" y="45798"/>
                </a:lnTo>
                <a:lnTo>
                  <a:pt x="271515" y="45798"/>
                </a:lnTo>
                <a:lnTo>
                  <a:pt x="271515" y="49069"/>
                </a:lnTo>
                <a:lnTo>
                  <a:pt x="274786" y="49069"/>
                </a:lnTo>
                <a:lnTo>
                  <a:pt x="274786" y="55612"/>
                </a:lnTo>
                <a:lnTo>
                  <a:pt x="278058" y="55612"/>
                </a:lnTo>
                <a:lnTo>
                  <a:pt x="278058" y="65425"/>
                </a:lnTo>
                <a:lnTo>
                  <a:pt x="274786" y="65425"/>
                </a:lnTo>
                <a:lnTo>
                  <a:pt x="274786" y="71968"/>
                </a:lnTo>
                <a:lnTo>
                  <a:pt x="271515" y="71968"/>
                </a:lnTo>
                <a:lnTo>
                  <a:pt x="271515" y="75239"/>
                </a:lnTo>
                <a:lnTo>
                  <a:pt x="268244" y="75239"/>
                </a:lnTo>
                <a:lnTo>
                  <a:pt x="268244" y="78510"/>
                </a:lnTo>
                <a:lnTo>
                  <a:pt x="261701" y="78510"/>
                </a:lnTo>
                <a:lnTo>
                  <a:pt x="261701" y="81782"/>
                </a:lnTo>
                <a:lnTo>
                  <a:pt x="248616" y="81782"/>
                </a:lnTo>
                <a:lnTo>
                  <a:pt x="248616" y="85053"/>
                </a:lnTo>
                <a:lnTo>
                  <a:pt x="245345" y="85053"/>
                </a:lnTo>
                <a:lnTo>
                  <a:pt x="245345" y="88324"/>
                </a:lnTo>
                <a:lnTo>
                  <a:pt x="242074" y="88324"/>
                </a:lnTo>
                <a:lnTo>
                  <a:pt x="242074" y="91595"/>
                </a:lnTo>
                <a:lnTo>
                  <a:pt x="199547" y="91595"/>
                </a:lnTo>
                <a:lnTo>
                  <a:pt x="199547" y="98138"/>
                </a:lnTo>
                <a:lnTo>
                  <a:pt x="196276" y="98138"/>
                </a:lnTo>
                <a:lnTo>
                  <a:pt x="196276" y="101409"/>
                </a:lnTo>
                <a:lnTo>
                  <a:pt x="193005" y="101409"/>
                </a:lnTo>
                <a:lnTo>
                  <a:pt x="193005" y="107952"/>
                </a:lnTo>
                <a:lnTo>
                  <a:pt x="199547" y="107952"/>
                </a:lnTo>
                <a:lnTo>
                  <a:pt x="199547" y="111223"/>
                </a:lnTo>
                <a:lnTo>
                  <a:pt x="202818" y="111223"/>
                </a:lnTo>
                <a:lnTo>
                  <a:pt x="202818" y="114494"/>
                </a:lnTo>
                <a:lnTo>
                  <a:pt x="206090" y="114494"/>
                </a:lnTo>
                <a:lnTo>
                  <a:pt x="206090" y="121037"/>
                </a:lnTo>
                <a:lnTo>
                  <a:pt x="209361" y="121037"/>
                </a:lnTo>
                <a:lnTo>
                  <a:pt x="209361" y="130851"/>
                </a:lnTo>
                <a:lnTo>
                  <a:pt x="206090" y="130851"/>
                </a:lnTo>
                <a:lnTo>
                  <a:pt x="206090" y="137393"/>
                </a:lnTo>
                <a:lnTo>
                  <a:pt x="202818" y="137393"/>
                </a:lnTo>
                <a:lnTo>
                  <a:pt x="202818" y="140664"/>
                </a:lnTo>
                <a:lnTo>
                  <a:pt x="199547" y="140664"/>
                </a:lnTo>
                <a:lnTo>
                  <a:pt x="199547" y="143936"/>
                </a:lnTo>
                <a:lnTo>
                  <a:pt x="193005" y="143936"/>
                </a:lnTo>
                <a:lnTo>
                  <a:pt x="193005" y="147207"/>
                </a:lnTo>
                <a:lnTo>
                  <a:pt x="147207" y="147207"/>
                </a:lnTo>
                <a:lnTo>
                  <a:pt x="147207" y="143936"/>
                </a:lnTo>
                <a:lnTo>
                  <a:pt x="140664" y="143936"/>
                </a:lnTo>
                <a:lnTo>
                  <a:pt x="140664" y="140664"/>
                </a:lnTo>
                <a:lnTo>
                  <a:pt x="137393" y="140664"/>
                </a:lnTo>
                <a:lnTo>
                  <a:pt x="137393" y="137393"/>
                </a:lnTo>
                <a:lnTo>
                  <a:pt x="134122" y="137393"/>
                </a:lnTo>
                <a:lnTo>
                  <a:pt x="134122" y="130851"/>
                </a:lnTo>
                <a:lnTo>
                  <a:pt x="130851" y="130851"/>
                </a:lnTo>
                <a:lnTo>
                  <a:pt x="130851" y="121037"/>
                </a:lnTo>
                <a:lnTo>
                  <a:pt x="134122" y="121037"/>
                </a:lnTo>
                <a:lnTo>
                  <a:pt x="134122" y="114494"/>
                </a:lnTo>
                <a:lnTo>
                  <a:pt x="137393" y="114494"/>
                </a:lnTo>
                <a:lnTo>
                  <a:pt x="137393" y="111223"/>
                </a:lnTo>
                <a:lnTo>
                  <a:pt x="140664" y="111223"/>
                </a:lnTo>
                <a:lnTo>
                  <a:pt x="140664" y="107952"/>
                </a:lnTo>
                <a:lnTo>
                  <a:pt x="143936" y="107952"/>
                </a:lnTo>
                <a:lnTo>
                  <a:pt x="143936" y="104681"/>
                </a:lnTo>
                <a:lnTo>
                  <a:pt x="140664" y="104681"/>
                </a:lnTo>
                <a:lnTo>
                  <a:pt x="140664" y="101409"/>
                </a:lnTo>
                <a:lnTo>
                  <a:pt x="137393" y="101409"/>
                </a:lnTo>
                <a:lnTo>
                  <a:pt x="137393" y="98138"/>
                </a:lnTo>
                <a:lnTo>
                  <a:pt x="134122" y="98138"/>
                </a:lnTo>
                <a:lnTo>
                  <a:pt x="134122" y="91595"/>
                </a:lnTo>
                <a:lnTo>
                  <a:pt x="130851" y="91595"/>
                </a:lnTo>
                <a:lnTo>
                  <a:pt x="130851" y="81782"/>
                </a:lnTo>
                <a:lnTo>
                  <a:pt x="134122" y="81782"/>
                </a:lnTo>
                <a:lnTo>
                  <a:pt x="134122" y="75239"/>
                </a:lnTo>
                <a:lnTo>
                  <a:pt x="137393" y="75239"/>
                </a:lnTo>
                <a:lnTo>
                  <a:pt x="137393" y="71968"/>
                </a:lnTo>
                <a:lnTo>
                  <a:pt x="140664" y="71968"/>
                </a:lnTo>
                <a:lnTo>
                  <a:pt x="140664" y="68697"/>
                </a:lnTo>
                <a:lnTo>
                  <a:pt x="104681" y="68697"/>
                </a:lnTo>
                <a:lnTo>
                  <a:pt x="104681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94867" y="62154"/>
                </a:lnTo>
                <a:lnTo>
                  <a:pt x="94867" y="58883"/>
                </a:lnTo>
                <a:lnTo>
                  <a:pt x="91595" y="58883"/>
                </a:lnTo>
                <a:lnTo>
                  <a:pt x="91595" y="55612"/>
                </a:lnTo>
                <a:lnTo>
                  <a:pt x="81782" y="55612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68697" y="75239"/>
                </a:lnTo>
                <a:lnTo>
                  <a:pt x="68697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45798" y="81782"/>
                </a:lnTo>
                <a:lnTo>
                  <a:pt x="45798" y="78510"/>
                </a:lnTo>
                <a:lnTo>
                  <a:pt x="35984" y="78510"/>
                </a:lnTo>
                <a:lnTo>
                  <a:pt x="3598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45798" y="42526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isible source SEC-093 inset-1 region 442">
            <a:extLst xmlns:a="http://schemas.openxmlformats.org/drawingml/2006/main">
              <a:ext uri="{FF2B5EF4-FFF2-40B4-BE49-F238E27FC236}">
                <a16:creationId xmlns:a16="http://schemas.microsoft.com/office/drawing/2014/main" id="{F5DF35D3-D1BA-4C32-870C-644823F6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249" y="2211539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isible source SEC-093 inset-1 region 443">
            <a:extLst xmlns:a="http://schemas.openxmlformats.org/drawingml/2006/main">
              <a:ext uri="{FF2B5EF4-FFF2-40B4-BE49-F238E27FC236}">
                <a16:creationId xmlns:a16="http://schemas.microsoft.com/office/drawing/2014/main" id="{CFB74A25-2231-4767-A9EE-125BB1C8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387" y="2129758"/>
            <a:ext cx="389281" cy="153750"/>
          </a:xfrm>
          <a:custGeom xmlns:a="http://schemas.openxmlformats.org/drawingml/2006/main">
            <a:pathLst>
              <a:path w="389281" h="153750">
                <a:moveTo>
                  <a:pt x="16356" y="114494"/>
                </a:moveTo>
                <a:lnTo>
                  <a:pt x="16356" y="111223"/>
                </a:lnTo>
                <a:lnTo>
                  <a:pt x="35984" y="111223"/>
                </a:lnTo>
                <a:lnTo>
                  <a:pt x="35984" y="114494"/>
                </a:lnTo>
                <a:lnTo>
                  <a:pt x="39255" y="114494"/>
                </a:lnTo>
                <a:lnTo>
                  <a:pt x="39255" y="107952"/>
                </a:lnTo>
                <a:lnTo>
                  <a:pt x="35984" y="107952"/>
                </a:lnTo>
                <a:lnTo>
                  <a:pt x="35984" y="98138"/>
                </a:lnTo>
                <a:lnTo>
                  <a:pt x="39255" y="98138"/>
                </a:lnTo>
                <a:lnTo>
                  <a:pt x="39255" y="91595"/>
                </a:lnTo>
                <a:lnTo>
                  <a:pt x="42526" y="91595"/>
                </a:lnTo>
                <a:lnTo>
                  <a:pt x="42526" y="88324"/>
                </a:lnTo>
                <a:lnTo>
                  <a:pt x="45798" y="88324"/>
                </a:lnTo>
                <a:lnTo>
                  <a:pt x="45798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88324" y="81782"/>
                </a:lnTo>
                <a:lnTo>
                  <a:pt x="88324" y="78510"/>
                </a:lnTo>
                <a:lnTo>
                  <a:pt x="85053" y="78510"/>
                </a:lnTo>
                <a:lnTo>
                  <a:pt x="85053" y="68697"/>
                </a:lnTo>
                <a:lnTo>
                  <a:pt x="88324" y="68697"/>
                </a:lnTo>
                <a:lnTo>
                  <a:pt x="88324" y="62154"/>
                </a:lnTo>
                <a:lnTo>
                  <a:pt x="91595" y="62154"/>
                </a:lnTo>
                <a:lnTo>
                  <a:pt x="91595" y="58883"/>
                </a:lnTo>
                <a:lnTo>
                  <a:pt x="94867" y="58883"/>
                </a:lnTo>
                <a:lnTo>
                  <a:pt x="94867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130851" y="52340"/>
                </a:lnTo>
                <a:lnTo>
                  <a:pt x="130851" y="42526"/>
                </a:lnTo>
                <a:lnTo>
                  <a:pt x="121037" y="42526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91595" y="39255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0"/>
                </a:lnTo>
                <a:lnTo>
                  <a:pt x="147207" y="0"/>
                </a:lnTo>
                <a:lnTo>
                  <a:pt x="147207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57021" y="6543"/>
                </a:lnTo>
                <a:lnTo>
                  <a:pt x="157021" y="9814"/>
                </a:lnTo>
                <a:lnTo>
                  <a:pt x="160292" y="9814"/>
                </a:lnTo>
                <a:lnTo>
                  <a:pt x="160292" y="16356"/>
                </a:lnTo>
                <a:lnTo>
                  <a:pt x="163563" y="16356"/>
                </a:lnTo>
                <a:lnTo>
                  <a:pt x="163563" y="26170"/>
                </a:lnTo>
                <a:lnTo>
                  <a:pt x="173377" y="26170"/>
                </a:lnTo>
                <a:lnTo>
                  <a:pt x="173377" y="29441"/>
                </a:lnTo>
                <a:lnTo>
                  <a:pt x="183191" y="29441"/>
                </a:lnTo>
                <a:lnTo>
                  <a:pt x="183191" y="26170"/>
                </a:lnTo>
                <a:lnTo>
                  <a:pt x="193005" y="26170"/>
                </a:lnTo>
                <a:lnTo>
                  <a:pt x="193005" y="29441"/>
                </a:lnTo>
                <a:lnTo>
                  <a:pt x="199547" y="29441"/>
                </a:lnTo>
                <a:lnTo>
                  <a:pt x="199547" y="32713"/>
                </a:lnTo>
                <a:lnTo>
                  <a:pt x="202818" y="32713"/>
                </a:lnTo>
                <a:lnTo>
                  <a:pt x="202818" y="35984"/>
                </a:lnTo>
                <a:lnTo>
                  <a:pt x="206090" y="35984"/>
                </a:lnTo>
                <a:lnTo>
                  <a:pt x="206090" y="42526"/>
                </a:lnTo>
                <a:lnTo>
                  <a:pt x="209361" y="42526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8883"/>
                </a:lnTo>
                <a:lnTo>
                  <a:pt x="209361" y="58883"/>
                </a:lnTo>
                <a:lnTo>
                  <a:pt x="209361" y="65425"/>
                </a:lnTo>
                <a:lnTo>
                  <a:pt x="212632" y="65425"/>
                </a:lnTo>
                <a:lnTo>
                  <a:pt x="212632" y="75239"/>
                </a:lnTo>
                <a:lnTo>
                  <a:pt x="209361" y="75239"/>
                </a:lnTo>
                <a:lnTo>
                  <a:pt x="209361" y="81782"/>
                </a:lnTo>
                <a:lnTo>
                  <a:pt x="219175" y="81782"/>
                </a:lnTo>
                <a:lnTo>
                  <a:pt x="219175" y="85053"/>
                </a:lnTo>
                <a:lnTo>
                  <a:pt x="222446" y="85053"/>
                </a:lnTo>
                <a:lnTo>
                  <a:pt x="222446" y="81782"/>
                </a:lnTo>
                <a:lnTo>
                  <a:pt x="228989" y="81782"/>
                </a:lnTo>
                <a:lnTo>
                  <a:pt x="228989" y="75239"/>
                </a:lnTo>
                <a:lnTo>
                  <a:pt x="225717" y="75239"/>
                </a:lnTo>
                <a:lnTo>
                  <a:pt x="225717" y="62154"/>
                </a:lnTo>
                <a:lnTo>
                  <a:pt x="222446" y="62154"/>
                </a:lnTo>
                <a:lnTo>
                  <a:pt x="222446" y="58883"/>
                </a:lnTo>
                <a:lnTo>
                  <a:pt x="219175" y="58883"/>
                </a:lnTo>
                <a:lnTo>
                  <a:pt x="219175" y="52340"/>
                </a:lnTo>
                <a:lnTo>
                  <a:pt x="215904" y="52340"/>
                </a:lnTo>
                <a:lnTo>
                  <a:pt x="215904" y="42526"/>
                </a:lnTo>
                <a:lnTo>
                  <a:pt x="219175" y="42526"/>
                </a:lnTo>
                <a:lnTo>
                  <a:pt x="219175" y="35984"/>
                </a:lnTo>
                <a:lnTo>
                  <a:pt x="222446" y="35984"/>
                </a:lnTo>
                <a:lnTo>
                  <a:pt x="222446" y="32713"/>
                </a:lnTo>
                <a:lnTo>
                  <a:pt x="225717" y="32713"/>
                </a:lnTo>
                <a:lnTo>
                  <a:pt x="225717" y="29441"/>
                </a:lnTo>
                <a:lnTo>
                  <a:pt x="232260" y="29441"/>
                </a:lnTo>
                <a:lnTo>
                  <a:pt x="232260" y="26170"/>
                </a:lnTo>
                <a:lnTo>
                  <a:pt x="258430" y="26170"/>
                </a:lnTo>
                <a:lnTo>
                  <a:pt x="258430" y="29441"/>
                </a:lnTo>
                <a:lnTo>
                  <a:pt x="268244" y="29441"/>
                </a:lnTo>
                <a:lnTo>
                  <a:pt x="268244" y="26170"/>
                </a:lnTo>
                <a:lnTo>
                  <a:pt x="330398" y="26170"/>
                </a:lnTo>
                <a:lnTo>
                  <a:pt x="330398" y="29441"/>
                </a:lnTo>
                <a:lnTo>
                  <a:pt x="336940" y="29441"/>
                </a:lnTo>
                <a:lnTo>
                  <a:pt x="336940" y="32713"/>
                </a:lnTo>
                <a:lnTo>
                  <a:pt x="340212" y="32713"/>
                </a:lnTo>
                <a:lnTo>
                  <a:pt x="340212" y="35984"/>
                </a:lnTo>
                <a:lnTo>
                  <a:pt x="350025" y="35984"/>
                </a:lnTo>
                <a:lnTo>
                  <a:pt x="350025" y="32713"/>
                </a:lnTo>
                <a:lnTo>
                  <a:pt x="372924" y="32713"/>
                </a:lnTo>
                <a:lnTo>
                  <a:pt x="372924" y="35984"/>
                </a:lnTo>
                <a:lnTo>
                  <a:pt x="379467" y="35984"/>
                </a:lnTo>
                <a:lnTo>
                  <a:pt x="379467" y="39255"/>
                </a:lnTo>
                <a:lnTo>
                  <a:pt x="382738" y="39255"/>
                </a:lnTo>
                <a:lnTo>
                  <a:pt x="382738" y="42526"/>
                </a:lnTo>
                <a:lnTo>
                  <a:pt x="386009" y="42526"/>
                </a:lnTo>
                <a:lnTo>
                  <a:pt x="386009" y="49069"/>
                </a:lnTo>
                <a:lnTo>
                  <a:pt x="389281" y="49069"/>
                </a:lnTo>
                <a:lnTo>
                  <a:pt x="389281" y="58883"/>
                </a:lnTo>
                <a:lnTo>
                  <a:pt x="386009" y="58883"/>
                </a:lnTo>
                <a:lnTo>
                  <a:pt x="386009" y="65425"/>
                </a:lnTo>
                <a:lnTo>
                  <a:pt x="382738" y="65425"/>
                </a:lnTo>
                <a:lnTo>
                  <a:pt x="382738" y="68697"/>
                </a:lnTo>
                <a:lnTo>
                  <a:pt x="379467" y="68697"/>
                </a:lnTo>
                <a:lnTo>
                  <a:pt x="379467" y="71968"/>
                </a:lnTo>
                <a:lnTo>
                  <a:pt x="372924" y="71968"/>
                </a:lnTo>
                <a:lnTo>
                  <a:pt x="372924" y="75239"/>
                </a:lnTo>
                <a:lnTo>
                  <a:pt x="350025" y="75239"/>
                </a:lnTo>
                <a:lnTo>
                  <a:pt x="350025" y="71968"/>
                </a:lnTo>
                <a:lnTo>
                  <a:pt x="340212" y="71968"/>
                </a:lnTo>
                <a:lnTo>
                  <a:pt x="340212" y="75239"/>
                </a:lnTo>
                <a:lnTo>
                  <a:pt x="336940" y="75239"/>
                </a:lnTo>
                <a:lnTo>
                  <a:pt x="336940" y="81782"/>
                </a:lnTo>
                <a:lnTo>
                  <a:pt x="333669" y="81782"/>
                </a:lnTo>
                <a:lnTo>
                  <a:pt x="333669" y="85053"/>
                </a:lnTo>
                <a:lnTo>
                  <a:pt x="330398" y="85053"/>
                </a:lnTo>
                <a:lnTo>
                  <a:pt x="330398" y="88324"/>
                </a:lnTo>
                <a:lnTo>
                  <a:pt x="323855" y="88324"/>
                </a:lnTo>
                <a:lnTo>
                  <a:pt x="323855" y="91595"/>
                </a:lnTo>
                <a:lnTo>
                  <a:pt x="278058" y="91595"/>
                </a:lnTo>
                <a:lnTo>
                  <a:pt x="278058" y="88324"/>
                </a:lnTo>
                <a:lnTo>
                  <a:pt x="271515" y="88324"/>
                </a:lnTo>
                <a:lnTo>
                  <a:pt x="271515" y="91595"/>
                </a:lnTo>
                <a:lnTo>
                  <a:pt x="251887" y="91595"/>
                </a:lnTo>
                <a:lnTo>
                  <a:pt x="251887" y="94867"/>
                </a:lnTo>
                <a:lnTo>
                  <a:pt x="255159" y="94867"/>
                </a:lnTo>
                <a:lnTo>
                  <a:pt x="255159" y="111223"/>
                </a:lnTo>
                <a:lnTo>
                  <a:pt x="251887" y="111223"/>
                </a:lnTo>
                <a:lnTo>
                  <a:pt x="251887" y="117766"/>
                </a:lnTo>
                <a:lnTo>
                  <a:pt x="248616" y="117766"/>
                </a:lnTo>
                <a:lnTo>
                  <a:pt x="248616" y="121037"/>
                </a:lnTo>
                <a:lnTo>
                  <a:pt x="242074" y="121037"/>
                </a:lnTo>
                <a:lnTo>
                  <a:pt x="242074" y="124308"/>
                </a:lnTo>
                <a:lnTo>
                  <a:pt x="189733" y="124308"/>
                </a:lnTo>
                <a:lnTo>
                  <a:pt x="189733" y="121037"/>
                </a:lnTo>
                <a:lnTo>
                  <a:pt x="183191" y="121037"/>
                </a:lnTo>
                <a:lnTo>
                  <a:pt x="183191" y="117766"/>
                </a:lnTo>
                <a:lnTo>
                  <a:pt x="179920" y="117766"/>
                </a:lnTo>
                <a:lnTo>
                  <a:pt x="179920" y="114494"/>
                </a:lnTo>
                <a:lnTo>
                  <a:pt x="176648" y="114494"/>
                </a:lnTo>
                <a:lnTo>
                  <a:pt x="176648" y="107952"/>
                </a:lnTo>
                <a:lnTo>
                  <a:pt x="173377" y="107952"/>
                </a:lnTo>
                <a:lnTo>
                  <a:pt x="173377" y="98138"/>
                </a:lnTo>
                <a:lnTo>
                  <a:pt x="176648" y="98138"/>
                </a:lnTo>
                <a:lnTo>
                  <a:pt x="176648" y="91595"/>
                </a:lnTo>
                <a:lnTo>
                  <a:pt x="147207" y="91595"/>
                </a:lnTo>
                <a:lnTo>
                  <a:pt x="147207" y="88324"/>
                </a:lnTo>
                <a:lnTo>
                  <a:pt x="143936" y="88324"/>
                </a:lnTo>
                <a:lnTo>
                  <a:pt x="143936" y="91595"/>
                </a:lnTo>
                <a:lnTo>
                  <a:pt x="137393" y="91595"/>
                </a:lnTo>
                <a:lnTo>
                  <a:pt x="137393" y="94867"/>
                </a:lnTo>
                <a:lnTo>
                  <a:pt x="114494" y="94867"/>
                </a:lnTo>
                <a:lnTo>
                  <a:pt x="114494" y="98138"/>
                </a:lnTo>
                <a:lnTo>
                  <a:pt x="117766" y="98138"/>
                </a:lnTo>
                <a:lnTo>
                  <a:pt x="117766" y="107952"/>
                </a:lnTo>
                <a:lnTo>
                  <a:pt x="114494" y="107952"/>
                </a:lnTo>
                <a:lnTo>
                  <a:pt x="114494" y="114494"/>
                </a:lnTo>
                <a:lnTo>
                  <a:pt x="111223" y="114494"/>
                </a:lnTo>
                <a:lnTo>
                  <a:pt x="111223" y="117766"/>
                </a:lnTo>
                <a:lnTo>
                  <a:pt x="107952" y="117766"/>
                </a:lnTo>
                <a:lnTo>
                  <a:pt x="107952" y="121037"/>
                </a:lnTo>
                <a:lnTo>
                  <a:pt x="101409" y="121037"/>
                </a:lnTo>
                <a:lnTo>
                  <a:pt x="101409" y="124308"/>
                </a:lnTo>
                <a:lnTo>
                  <a:pt x="71968" y="124308"/>
                </a:lnTo>
                <a:lnTo>
                  <a:pt x="71968" y="127579"/>
                </a:lnTo>
                <a:lnTo>
                  <a:pt x="75239" y="127579"/>
                </a:lnTo>
                <a:lnTo>
                  <a:pt x="75239" y="137393"/>
                </a:lnTo>
                <a:lnTo>
                  <a:pt x="71968" y="137393"/>
                </a:lnTo>
                <a:lnTo>
                  <a:pt x="71968" y="143936"/>
                </a:lnTo>
                <a:lnTo>
                  <a:pt x="68697" y="143936"/>
                </a:lnTo>
                <a:lnTo>
                  <a:pt x="68697" y="147207"/>
                </a:lnTo>
                <a:lnTo>
                  <a:pt x="65425" y="147207"/>
                </a:lnTo>
                <a:lnTo>
                  <a:pt x="65425" y="150478"/>
                </a:lnTo>
                <a:lnTo>
                  <a:pt x="58883" y="150478"/>
                </a:lnTo>
                <a:lnTo>
                  <a:pt x="58883" y="153750"/>
                </a:lnTo>
                <a:lnTo>
                  <a:pt x="42526" y="153750"/>
                </a:lnTo>
                <a:lnTo>
                  <a:pt x="42526" y="150478"/>
                </a:lnTo>
                <a:lnTo>
                  <a:pt x="35984" y="150478"/>
                </a:lnTo>
                <a:lnTo>
                  <a:pt x="35984" y="153750"/>
                </a:lnTo>
                <a:lnTo>
                  <a:pt x="16356" y="153750"/>
                </a:lnTo>
                <a:lnTo>
                  <a:pt x="16356" y="150478"/>
                </a:lnTo>
                <a:lnTo>
                  <a:pt x="9814" y="150478"/>
                </a:lnTo>
                <a:lnTo>
                  <a:pt x="9814" y="147207"/>
                </a:lnTo>
                <a:lnTo>
                  <a:pt x="6543" y="147207"/>
                </a:lnTo>
                <a:lnTo>
                  <a:pt x="6543" y="143936"/>
                </a:lnTo>
                <a:lnTo>
                  <a:pt x="3271" y="143936"/>
                </a:lnTo>
                <a:lnTo>
                  <a:pt x="3271" y="137393"/>
                </a:lnTo>
                <a:lnTo>
                  <a:pt x="0" y="137393"/>
                </a:lnTo>
                <a:lnTo>
                  <a:pt x="0" y="127579"/>
                </a:lnTo>
                <a:lnTo>
                  <a:pt x="3271" y="127579"/>
                </a:lnTo>
                <a:lnTo>
                  <a:pt x="3271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16356" y="11449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isible source SEC-093 inset-1 region 444">
            <a:extLst xmlns:a="http://schemas.openxmlformats.org/drawingml/2006/main">
              <a:ext uri="{FF2B5EF4-FFF2-40B4-BE49-F238E27FC236}">
                <a16:creationId xmlns:a16="http://schemas.microsoft.com/office/drawing/2014/main" id="{0D8E5979-C69F-4940-B7EA-B99087C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845" y="2509224"/>
            <a:ext cx="219175" cy="98138"/>
          </a:xfrm>
          <a:custGeom xmlns:a="http://schemas.openxmlformats.org/drawingml/2006/main">
            <a:pathLst>
              <a:path w="219175" h="9813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111223" y="9814"/>
                </a:lnTo>
                <a:lnTo>
                  <a:pt x="111223" y="13085"/>
                </a:lnTo>
                <a:lnTo>
                  <a:pt x="117766" y="13085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19628"/>
                </a:lnTo>
                <a:lnTo>
                  <a:pt x="124308" y="19628"/>
                </a:lnTo>
                <a:lnTo>
                  <a:pt x="124308" y="26170"/>
                </a:lnTo>
                <a:lnTo>
                  <a:pt x="127579" y="26170"/>
                </a:lnTo>
                <a:lnTo>
                  <a:pt x="127579" y="35984"/>
                </a:lnTo>
                <a:lnTo>
                  <a:pt x="124308" y="35984"/>
                </a:lnTo>
                <a:lnTo>
                  <a:pt x="124308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63563" y="45798"/>
                </a:lnTo>
                <a:lnTo>
                  <a:pt x="163563" y="49069"/>
                </a:lnTo>
                <a:lnTo>
                  <a:pt x="166835" y="49069"/>
                </a:lnTo>
                <a:lnTo>
                  <a:pt x="166835" y="52340"/>
                </a:lnTo>
                <a:lnTo>
                  <a:pt x="170106" y="52340"/>
                </a:lnTo>
                <a:lnTo>
                  <a:pt x="170106" y="55612"/>
                </a:lnTo>
                <a:lnTo>
                  <a:pt x="202818" y="55612"/>
                </a:lnTo>
                <a:lnTo>
                  <a:pt x="202818" y="58883"/>
                </a:lnTo>
                <a:lnTo>
                  <a:pt x="209361" y="58883"/>
                </a:lnTo>
                <a:lnTo>
                  <a:pt x="209361" y="62154"/>
                </a:lnTo>
                <a:lnTo>
                  <a:pt x="212632" y="62154"/>
                </a:lnTo>
                <a:lnTo>
                  <a:pt x="212632" y="65425"/>
                </a:lnTo>
                <a:lnTo>
                  <a:pt x="215904" y="65425"/>
                </a:lnTo>
                <a:lnTo>
                  <a:pt x="215904" y="71968"/>
                </a:lnTo>
                <a:lnTo>
                  <a:pt x="219175" y="71968"/>
                </a:lnTo>
                <a:lnTo>
                  <a:pt x="219175" y="81782"/>
                </a:lnTo>
                <a:lnTo>
                  <a:pt x="215904" y="81782"/>
                </a:lnTo>
                <a:lnTo>
                  <a:pt x="215904" y="88324"/>
                </a:lnTo>
                <a:lnTo>
                  <a:pt x="212632" y="88324"/>
                </a:lnTo>
                <a:lnTo>
                  <a:pt x="212632" y="91595"/>
                </a:lnTo>
                <a:lnTo>
                  <a:pt x="209361" y="91595"/>
                </a:lnTo>
                <a:lnTo>
                  <a:pt x="209361" y="94867"/>
                </a:lnTo>
                <a:lnTo>
                  <a:pt x="202818" y="94867"/>
                </a:lnTo>
                <a:lnTo>
                  <a:pt x="202818" y="98138"/>
                </a:lnTo>
                <a:lnTo>
                  <a:pt x="150478" y="98138"/>
                </a:lnTo>
                <a:lnTo>
                  <a:pt x="150478" y="94867"/>
                </a:lnTo>
                <a:lnTo>
                  <a:pt x="143936" y="94867"/>
                </a:lnTo>
                <a:lnTo>
                  <a:pt x="143936" y="91595"/>
                </a:lnTo>
                <a:lnTo>
                  <a:pt x="140664" y="91595"/>
                </a:lnTo>
                <a:lnTo>
                  <a:pt x="140664" y="88324"/>
                </a:lnTo>
                <a:lnTo>
                  <a:pt x="137393" y="88324"/>
                </a:lnTo>
                <a:lnTo>
                  <a:pt x="137393" y="85053"/>
                </a:lnTo>
                <a:lnTo>
                  <a:pt x="107952" y="85053"/>
                </a:lnTo>
                <a:lnTo>
                  <a:pt x="107952" y="81782"/>
                </a:lnTo>
                <a:lnTo>
                  <a:pt x="101409" y="81782"/>
                </a:lnTo>
                <a:lnTo>
                  <a:pt x="101409" y="78510"/>
                </a:lnTo>
                <a:lnTo>
                  <a:pt x="98138" y="78510"/>
                </a:lnTo>
                <a:lnTo>
                  <a:pt x="98138" y="75239"/>
                </a:lnTo>
                <a:lnTo>
                  <a:pt x="94867" y="75239"/>
                </a:lnTo>
                <a:lnTo>
                  <a:pt x="94867" y="68697"/>
                </a:lnTo>
                <a:lnTo>
                  <a:pt x="91595" y="68697"/>
                </a:lnTo>
                <a:lnTo>
                  <a:pt x="91595" y="58883"/>
                </a:lnTo>
                <a:lnTo>
                  <a:pt x="94867" y="58883"/>
                </a:lnTo>
                <a:lnTo>
                  <a:pt x="94867" y="52340"/>
                </a:lnTo>
                <a:lnTo>
                  <a:pt x="58883" y="52340"/>
                </a:lnTo>
                <a:lnTo>
                  <a:pt x="58883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isible source SEC-093 inset-1 region 445">
            <a:extLst xmlns:a="http://schemas.openxmlformats.org/drawingml/2006/main">
              <a:ext uri="{FF2B5EF4-FFF2-40B4-BE49-F238E27FC236}">
                <a16:creationId xmlns:a16="http://schemas.microsoft.com/office/drawing/2014/main" id="{30EE8827-8068-4568-8993-98AC0BEF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047" y="2558293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isible source SEC-093 inset-1 region 446">
            <a:extLst xmlns:a="http://schemas.openxmlformats.org/drawingml/2006/main">
              <a:ext uri="{FF2B5EF4-FFF2-40B4-BE49-F238E27FC236}">
                <a16:creationId xmlns:a16="http://schemas.microsoft.com/office/drawing/2014/main" id="{DE40468D-B534-450D-A501-C11D64B5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27" y="1550743"/>
            <a:ext cx="68697" cy="62154"/>
          </a:xfrm>
          <a:custGeom xmlns:a="http://schemas.openxmlformats.org/drawingml/2006/main">
            <a:pathLst>
              <a:path w="68697" h="62154">
                <a:moveTo>
                  <a:pt x="16356" y="22899"/>
                </a:moveTo>
                <a:lnTo>
                  <a:pt x="16356" y="19628"/>
                </a:lnTo>
                <a:lnTo>
                  <a:pt x="26170" y="19628"/>
                </a:lnTo>
                <a:lnTo>
                  <a:pt x="26170" y="16356"/>
                </a:lnTo>
                <a:lnTo>
                  <a:pt x="29441" y="16356"/>
                </a:lnTo>
                <a:lnTo>
                  <a:pt x="29441" y="9814"/>
                </a:lnTo>
                <a:lnTo>
                  <a:pt x="32713" y="9814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2526" y="42526"/>
                </a:lnTo>
                <a:lnTo>
                  <a:pt x="42526" y="45798"/>
                </a:lnTo>
                <a:lnTo>
                  <a:pt x="39255" y="45798"/>
                </a:lnTo>
                <a:lnTo>
                  <a:pt x="39255" y="52340"/>
                </a:lnTo>
                <a:lnTo>
                  <a:pt x="35984" y="52340"/>
                </a:lnTo>
                <a:lnTo>
                  <a:pt x="35984" y="55612"/>
                </a:lnTo>
                <a:lnTo>
                  <a:pt x="32713" y="55612"/>
                </a:lnTo>
                <a:lnTo>
                  <a:pt x="32713" y="58883"/>
                </a:lnTo>
                <a:lnTo>
                  <a:pt x="26170" y="58883"/>
                </a:lnTo>
                <a:lnTo>
                  <a:pt x="26170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isible source SEC-093 inset-1 region 447">
            <a:extLst xmlns:a="http://schemas.openxmlformats.org/drawingml/2006/main">
              <a:ext uri="{FF2B5EF4-FFF2-40B4-BE49-F238E27FC236}">
                <a16:creationId xmlns:a16="http://schemas.microsoft.com/office/drawing/2014/main" id="{C9455BA6-73F7-4D73-A0E4-7A84CED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22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isible source SEC-093 inset-1 region 448">
            <a:extLst xmlns:a="http://schemas.openxmlformats.org/drawingml/2006/main">
              <a:ext uri="{FF2B5EF4-FFF2-40B4-BE49-F238E27FC236}">
                <a16:creationId xmlns:a16="http://schemas.microsoft.com/office/drawing/2014/main" id="{DE7BAEA2-C701-4784-BCE1-1E5636C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63" y="164233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isible source SEC-093 inset-1 region 449">
            <a:extLst xmlns:a="http://schemas.openxmlformats.org/drawingml/2006/main">
              <a:ext uri="{FF2B5EF4-FFF2-40B4-BE49-F238E27FC236}">
                <a16:creationId xmlns:a16="http://schemas.microsoft.com/office/drawing/2014/main" id="{7549E646-1B78-45F6-8767-802874B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71" y="167505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isible source SEC-093 inset-1 region 450">
            <a:extLst xmlns:a="http://schemas.openxmlformats.org/drawingml/2006/main">
              <a:ext uri="{FF2B5EF4-FFF2-40B4-BE49-F238E27FC236}">
                <a16:creationId xmlns:a16="http://schemas.microsoft.com/office/drawing/2014/main" id="{96D1E90D-FEBD-4044-9986-5E34EE5D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440" y="1711035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isible source SEC-093 inset-1 region 451">
            <a:extLst xmlns:a="http://schemas.openxmlformats.org/drawingml/2006/main">
              <a:ext uri="{FF2B5EF4-FFF2-40B4-BE49-F238E27FC236}">
                <a16:creationId xmlns:a16="http://schemas.microsoft.com/office/drawing/2014/main" id="{F22ED7E6-DE0D-4C59-9313-C74F9C7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716" y="174374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isible source SEC-093 inset-1 region 452">
            <a:extLst xmlns:a="http://schemas.openxmlformats.org/drawingml/2006/main">
              <a:ext uri="{FF2B5EF4-FFF2-40B4-BE49-F238E27FC236}">
                <a16:creationId xmlns:a16="http://schemas.microsoft.com/office/drawing/2014/main" id="{54D9D3CA-6B97-4E81-BFF2-3EFC90C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22" y="1769918"/>
            <a:ext cx="65425" cy="52340"/>
          </a:xfrm>
          <a:custGeom xmlns:a="http://schemas.openxmlformats.org/drawingml/2006/main">
            <a:pathLst>
              <a:path w="65425" h="52340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49069" y="9814"/>
                </a:lnTo>
                <a:lnTo>
                  <a:pt x="49069" y="13085"/>
                </a:lnTo>
                <a:lnTo>
                  <a:pt x="55612" y="13085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19628"/>
                </a:lnTo>
                <a:lnTo>
                  <a:pt x="62154" y="19628"/>
                </a:lnTo>
                <a:lnTo>
                  <a:pt x="62154" y="26170"/>
                </a:lnTo>
                <a:lnTo>
                  <a:pt x="65425" y="26170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42526"/>
                </a:lnTo>
                <a:lnTo>
                  <a:pt x="58883" y="42526"/>
                </a:lnTo>
                <a:lnTo>
                  <a:pt x="58883" y="45798"/>
                </a:lnTo>
                <a:lnTo>
                  <a:pt x="55612" y="45798"/>
                </a:lnTo>
                <a:lnTo>
                  <a:pt x="55612" y="49069"/>
                </a:lnTo>
                <a:lnTo>
                  <a:pt x="49069" y="49069"/>
                </a:lnTo>
                <a:lnTo>
                  <a:pt x="49069" y="52340"/>
                </a:lnTo>
                <a:lnTo>
                  <a:pt x="26170" y="52340"/>
                </a:lnTo>
                <a:lnTo>
                  <a:pt x="26170" y="49069"/>
                </a:lnTo>
                <a:lnTo>
                  <a:pt x="19628" y="49069"/>
                </a:lnTo>
                <a:lnTo>
                  <a:pt x="19628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isible source SEC-093 inset-1 region 453">
            <a:extLst xmlns:a="http://schemas.openxmlformats.org/drawingml/2006/main">
              <a:ext uri="{FF2B5EF4-FFF2-40B4-BE49-F238E27FC236}">
                <a16:creationId xmlns:a16="http://schemas.microsoft.com/office/drawing/2014/main" id="{9CE850C3-4F09-4113-B163-6DBD605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647" y="1769918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isible source SEC-093 inset-1 region 454">
            <a:extLst xmlns:a="http://schemas.openxmlformats.org/drawingml/2006/main">
              <a:ext uri="{FF2B5EF4-FFF2-40B4-BE49-F238E27FC236}">
                <a16:creationId xmlns:a16="http://schemas.microsoft.com/office/drawing/2014/main" id="{692E6F0A-7E0D-4A34-B018-A90DE89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85" y="1783003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isible source SEC-093 inset-1 region 455">
            <a:extLst xmlns:a="http://schemas.openxmlformats.org/drawingml/2006/main">
              <a:ext uri="{FF2B5EF4-FFF2-40B4-BE49-F238E27FC236}">
                <a16:creationId xmlns:a16="http://schemas.microsoft.com/office/drawing/2014/main" id="{72A4C2DA-B057-4460-AC1C-2AEF3F4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578" y="1858242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isible source SEC-093 inset-1 region 456">
            <a:extLst xmlns:a="http://schemas.openxmlformats.org/drawingml/2006/main">
              <a:ext uri="{FF2B5EF4-FFF2-40B4-BE49-F238E27FC236}">
                <a16:creationId xmlns:a16="http://schemas.microsoft.com/office/drawing/2014/main" id="{03CAB9BF-8A07-4F45-9592-86FDCA2D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429" y="1920397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isible source SEC-093 inset-1 region 457">
            <a:extLst xmlns:a="http://schemas.openxmlformats.org/drawingml/2006/main">
              <a:ext uri="{FF2B5EF4-FFF2-40B4-BE49-F238E27FC236}">
                <a16:creationId xmlns:a16="http://schemas.microsoft.com/office/drawing/2014/main" id="{4EB9BB7A-0A91-4B27-9AF6-812EFD67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525" y="1920397"/>
            <a:ext cx="232260" cy="117766"/>
          </a:xfrm>
          <a:custGeom xmlns:a="http://schemas.openxmlformats.org/drawingml/2006/main">
            <a:pathLst>
              <a:path w="232260" h="117766">
                <a:moveTo>
                  <a:pt x="6543" y="26170"/>
                </a:move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29441"/>
                </a:lnTo>
                <a:lnTo>
                  <a:pt x="71968" y="29441"/>
                </a:lnTo>
                <a:lnTo>
                  <a:pt x="71968" y="32713"/>
                </a:lnTo>
                <a:lnTo>
                  <a:pt x="85053" y="32713"/>
                </a:lnTo>
                <a:lnTo>
                  <a:pt x="85053" y="29441"/>
                </a:lnTo>
                <a:lnTo>
                  <a:pt x="94867" y="29441"/>
                </a:lnTo>
                <a:lnTo>
                  <a:pt x="94867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107952" y="39255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55612"/>
                </a:lnTo>
                <a:lnTo>
                  <a:pt x="107952" y="55612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94867" y="68697"/>
                </a:lnTo>
                <a:lnTo>
                  <a:pt x="94867" y="71968"/>
                </a:lnTo>
                <a:lnTo>
                  <a:pt x="91595" y="71968"/>
                </a:lnTo>
                <a:lnTo>
                  <a:pt x="91595" y="75239"/>
                </a:lnTo>
                <a:lnTo>
                  <a:pt x="107952" y="75239"/>
                </a:lnTo>
                <a:lnTo>
                  <a:pt x="107952" y="78510"/>
                </a:lnTo>
                <a:lnTo>
                  <a:pt x="124308" y="78510"/>
                </a:lnTo>
                <a:lnTo>
                  <a:pt x="124308" y="75239"/>
                </a:lnTo>
                <a:lnTo>
                  <a:pt x="137393" y="75239"/>
                </a:lnTo>
                <a:lnTo>
                  <a:pt x="137393" y="68697"/>
                </a:lnTo>
                <a:lnTo>
                  <a:pt x="130851" y="68697"/>
                </a:lnTo>
                <a:lnTo>
                  <a:pt x="130851" y="65425"/>
                </a:lnTo>
                <a:lnTo>
                  <a:pt x="127579" y="65425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55612"/>
                </a:lnTo>
                <a:lnTo>
                  <a:pt x="121037" y="55612"/>
                </a:lnTo>
                <a:lnTo>
                  <a:pt x="121037" y="45798"/>
                </a:lnTo>
                <a:lnTo>
                  <a:pt x="124308" y="45798"/>
                </a:lnTo>
                <a:lnTo>
                  <a:pt x="124308" y="39255"/>
                </a:lnTo>
                <a:lnTo>
                  <a:pt x="127579" y="39255"/>
                </a:lnTo>
                <a:lnTo>
                  <a:pt x="127579" y="35984"/>
                </a:lnTo>
                <a:lnTo>
                  <a:pt x="130851" y="35984"/>
                </a:lnTo>
                <a:lnTo>
                  <a:pt x="130851" y="32713"/>
                </a:lnTo>
                <a:lnTo>
                  <a:pt x="137393" y="32713"/>
                </a:lnTo>
                <a:lnTo>
                  <a:pt x="137393" y="29441"/>
                </a:lnTo>
                <a:lnTo>
                  <a:pt x="147207" y="29441"/>
                </a:lnTo>
                <a:lnTo>
                  <a:pt x="147207" y="32713"/>
                </a:lnTo>
                <a:lnTo>
                  <a:pt x="153750" y="32713"/>
                </a:lnTo>
                <a:lnTo>
                  <a:pt x="153750" y="29441"/>
                </a:lnTo>
                <a:lnTo>
                  <a:pt x="166835" y="29441"/>
                </a:lnTo>
                <a:lnTo>
                  <a:pt x="166835" y="32713"/>
                </a:lnTo>
                <a:lnTo>
                  <a:pt x="173377" y="32713"/>
                </a:lnTo>
                <a:lnTo>
                  <a:pt x="173377" y="35984"/>
                </a:lnTo>
                <a:lnTo>
                  <a:pt x="176648" y="35984"/>
                </a:lnTo>
                <a:lnTo>
                  <a:pt x="176648" y="39255"/>
                </a:lnTo>
                <a:lnTo>
                  <a:pt x="179920" y="39255"/>
                </a:lnTo>
                <a:lnTo>
                  <a:pt x="179920" y="45798"/>
                </a:lnTo>
                <a:lnTo>
                  <a:pt x="183191" y="45798"/>
                </a:lnTo>
                <a:lnTo>
                  <a:pt x="183191" y="55612"/>
                </a:lnTo>
                <a:lnTo>
                  <a:pt x="193005" y="55612"/>
                </a:lnTo>
                <a:lnTo>
                  <a:pt x="193005" y="58883"/>
                </a:lnTo>
                <a:lnTo>
                  <a:pt x="202818" y="58883"/>
                </a:lnTo>
                <a:lnTo>
                  <a:pt x="202818" y="55612"/>
                </a:lnTo>
                <a:lnTo>
                  <a:pt x="219175" y="55612"/>
                </a:lnTo>
                <a:lnTo>
                  <a:pt x="219175" y="58883"/>
                </a:lnTo>
                <a:lnTo>
                  <a:pt x="222446" y="58883"/>
                </a:lnTo>
                <a:lnTo>
                  <a:pt x="222446" y="62154"/>
                </a:lnTo>
                <a:lnTo>
                  <a:pt x="225717" y="62154"/>
                </a:lnTo>
                <a:lnTo>
                  <a:pt x="225717" y="65425"/>
                </a:lnTo>
                <a:lnTo>
                  <a:pt x="228989" y="65425"/>
                </a:lnTo>
                <a:lnTo>
                  <a:pt x="228989" y="68697"/>
                </a:lnTo>
                <a:lnTo>
                  <a:pt x="232260" y="68697"/>
                </a:lnTo>
                <a:lnTo>
                  <a:pt x="232260" y="85053"/>
                </a:lnTo>
                <a:lnTo>
                  <a:pt x="228989" y="85053"/>
                </a:lnTo>
                <a:lnTo>
                  <a:pt x="228989" y="88324"/>
                </a:lnTo>
                <a:lnTo>
                  <a:pt x="225717" y="88324"/>
                </a:lnTo>
                <a:lnTo>
                  <a:pt x="225717" y="91595"/>
                </a:lnTo>
                <a:lnTo>
                  <a:pt x="222446" y="91595"/>
                </a:lnTo>
                <a:lnTo>
                  <a:pt x="222446" y="94867"/>
                </a:lnTo>
                <a:lnTo>
                  <a:pt x="219175" y="94867"/>
                </a:lnTo>
                <a:lnTo>
                  <a:pt x="219175" y="98138"/>
                </a:lnTo>
                <a:lnTo>
                  <a:pt x="199547" y="98138"/>
                </a:lnTo>
                <a:lnTo>
                  <a:pt x="199547" y="94867"/>
                </a:lnTo>
                <a:lnTo>
                  <a:pt x="193005" y="94867"/>
                </a:lnTo>
                <a:lnTo>
                  <a:pt x="193005" y="98138"/>
                </a:lnTo>
                <a:lnTo>
                  <a:pt x="157021" y="98138"/>
                </a:lnTo>
                <a:lnTo>
                  <a:pt x="157021" y="101409"/>
                </a:lnTo>
                <a:lnTo>
                  <a:pt x="153750" y="101409"/>
                </a:lnTo>
                <a:lnTo>
                  <a:pt x="153750" y="107952"/>
                </a:lnTo>
                <a:lnTo>
                  <a:pt x="150478" y="107952"/>
                </a:lnTo>
                <a:lnTo>
                  <a:pt x="150478" y="111223"/>
                </a:lnTo>
                <a:lnTo>
                  <a:pt x="147207" y="111223"/>
                </a:lnTo>
                <a:lnTo>
                  <a:pt x="147207" y="114494"/>
                </a:lnTo>
                <a:lnTo>
                  <a:pt x="140664" y="114494"/>
                </a:lnTo>
                <a:lnTo>
                  <a:pt x="140664" y="117766"/>
                </a:lnTo>
                <a:lnTo>
                  <a:pt x="121037" y="117766"/>
                </a:lnTo>
                <a:lnTo>
                  <a:pt x="121037" y="114494"/>
                </a:lnTo>
                <a:lnTo>
                  <a:pt x="111223" y="114494"/>
                </a:lnTo>
                <a:lnTo>
                  <a:pt x="111223" y="117766"/>
                </a:lnTo>
                <a:lnTo>
                  <a:pt x="88324" y="117766"/>
                </a:lnTo>
                <a:lnTo>
                  <a:pt x="88324" y="114494"/>
                </a:lnTo>
                <a:lnTo>
                  <a:pt x="81782" y="114494"/>
                </a:lnTo>
                <a:lnTo>
                  <a:pt x="81782" y="111223"/>
                </a:lnTo>
                <a:lnTo>
                  <a:pt x="78510" y="111223"/>
                </a:lnTo>
                <a:lnTo>
                  <a:pt x="78510" y="107952"/>
                </a:lnTo>
                <a:lnTo>
                  <a:pt x="75239" y="107952"/>
                </a:lnTo>
                <a:lnTo>
                  <a:pt x="75239" y="101409"/>
                </a:lnTo>
                <a:lnTo>
                  <a:pt x="71968" y="101409"/>
                </a:lnTo>
                <a:lnTo>
                  <a:pt x="71968" y="98138"/>
                </a:lnTo>
                <a:lnTo>
                  <a:pt x="55612" y="98138"/>
                </a:lnTo>
                <a:lnTo>
                  <a:pt x="55612" y="94867"/>
                </a:lnTo>
                <a:lnTo>
                  <a:pt x="35984" y="94867"/>
                </a:lnTo>
                <a:lnTo>
                  <a:pt x="35984" y="91595"/>
                </a:lnTo>
                <a:lnTo>
                  <a:pt x="29441" y="91595"/>
                </a:lnTo>
                <a:lnTo>
                  <a:pt x="29441" y="94867"/>
                </a:lnTo>
                <a:lnTo>
                  <a:pt x="13085" y="94867"/>
                </a:lnTo>
                <a:lnTo>
                  <a:pt x="13085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26170" y="52340"/>
                </a:lnTo>
                <a:lnTo>
                  <a:pt x="26170" y="55612"/>
                </a:lnTo>
                <a:lnTo>
                  <a:pt x="35984" y="55612"/>
                </a:lnTo>
                <a:lnTo>
                  <a:pt x="35984" y="52340"/>
                </a:lnTo>
                <a:lnTo>
                  <a:pt x="39255" y="52340"/>
                </a:lnTo>
                <a:lnTo>
                  <a:pt x="39255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19628" y="42526"/>
                </a:lnTo>
                <a:lnTo>
                  <a:pt x="19628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isible source SEC-093 inset-1 region 458">
            <a:extLst xmlns:a="http://schemas.openxmlformats.org/drawingml/2006/main">
              <a:ext uri="{FF2B5EF4-FFF2-40B4-BE49-F238E27FC236}">
                <a16:creationId xmlns:a16="http://schemas.microsoft.com/office/drawing/2014/main" id="{AF5A134D-8CEE-452D-94E7-CD3A4E20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886" y="2015263"/>
            <a:ext cx="170106" cy="65425"/>
          </a:xfrm>
          <a:custGeom xmlns:a="http://schemas.openxmlformats.org/drawingml/2006/main">
            <a:pathLst>
              <a:path w="170106" h="65425">
                <a:moveTo>
                  <a:pt x="3271" y="19628"/>
                </a:move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29441" y="9814"/>
                </a:lnTo>
                <a:lnTo>
                  <a:pt x="29441" y="13085"/>
                </a:lnTo>
                <a:lnTo>
                  <a:pt x="35984" y="13085"/>
                </a:lnTo>
                <a:lnTo>
                  <a:pt x="35984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62154" y="13085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19628"/>
                </a:lnTo>
                <a:lnTo>
                  <a:pt x="68697" y="19628"/>
                </a:lnTo>
                <a:lnTo>
                  <a:pt x="68697" y="22899"/>
                </a:lnTo>
                <a:lnTo>
                  <a:pt x="75239" y="22899"/>
                </a:lnTo>
                <a:lnTo>
                  <a:pt x="75239" y="26170"/>
                </a:lnTo>
                <a:lnTo>
                  <a:pt x="81782" y="26170"/>
                </a:lnTo>
                <a:lnTo>
                  <a:pt x="81782" y="29441"/>
                </a:lnTo>
                <a:lnTo>
                  <a:pt x="85053" y="29441"/>
                </a:lnTo>
                <a:lnTo>
                  <a:pt x="85053" y="26170"/>
                </a:lnTo>
                <a:lnTo>
                  <a:pt x="88324" y="26170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53750" y="0"/>
                </a:lnTo>
                <a:lnTo>
                  <a:pt x="153750" y="3271"/>
                </a:lnTo>
                <a:lnTo>
                  <a:pt x="160292" y="3271"/>
                </a:lnTo>
                <a:lnTo>
                  <a:pt x="160292" y="6543"/>
                </a:lnTo>
                <a:lnTo>
                  <a:pt x="163563" y="6543"/>
                </a:lnTo>
                <a:lnTo>
                  <a:pt x="163563" y="9814"/>
                </a:lnTo>
                <a:lnTo>
                  <a:pt x="166835" y="9814"/>
                </a:lnTo>
                <a:lnTo>
                  <a:pt x="166835" y="16356"/>
                </a:lnTo>
                <a:lnTo>
                  <a:pt x="170106" y="16356"/>
                </a:lnTo>
                <a:lnTo>
                  <a:pt x="170106" y="26170"/>
                </a:lnTo>
                <a:lnTo>
                  <a:pt x="166835" y="26170"/>
                </a:lnTo>
                <a:lnTo>
                  <a:pt x="166835" y="32713"/>
                </a:lnTo>
                <a:lnTo>
                  <a:pt x="163563" y="32713"/>
                </a:lnTo>
                <a:lnTo>
                  <a:pt x="163563" y="35984"/>
                </a:lnTo>
                <a:lnTo>
                  <a:pt x="160292" y="35984"/>
                </a:lnTo>
                <a:lnTo>
                  <a:pt x="160292" y="39255"/>
                </a:lnTo>
                <a:lnTo>
                  <a:pt x="153750" y="39255"/>
                </a:lnTo>
                <a:lnTo>
                  <a:pt x="153750" y="42526"/>
                </a:lnTo>
                <a:lnTo>
                  <a:pt x="127579" y="42526"/>
                </a:lnTo>
                <a:lnTo>
                  <a:pt x="127579" y="49069"/>
                </a:lnTo>
                <a:lnTo>
                  <a:pt x="124308" y="49069"/>
                </a:lnTo>
                <a:lnTo>
                  <a:pt x="124308" y="55612"/>
                </a:lnTo>
                <a:lnTo>
                  <a:pt x="121037" y="55612"/>
                </a:lnTo>
                <a:lnTo>
                  <a:pt x="121037" y="58883"/>
                </a:lnTo>
                <a:lnTo>
                  <a:pt x="117766" y="58883"/>
                </a:lnTo>
                <a:lnTo>
                  <a:pt x="117766" y="62154"/>
                </a:lnTo>
                <a:lnTo>
                  <a:pt x="111223" y="62154"/>
                </a:lnTo>
                <a:lnTo>
                  <a:pt x="111223" y="65425"/>
                </a:lnTo>
                <a:lnTo>
                  <a:pt x="91595" y="65425"/>
                </a:lnTo>
                <a:lnTo>
                  <a:pt x="91595" y="62154"/>
                </a:lnTo>
                <a:lnTo>
                  <a:pt x="85053" y="62154"/>
                </a:lnTo>
                <a:lnTo>
                  <a:pt x="85053" y="58883"/>
                </a:lnTo>
                <a:lnTo>
                  <a:pt x="81782" y="58883"/>
                </a:lnTo>
                <a:lnTo>
                  <a:pt x="81782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45798" y="55612"/>
                </a:lnTo>
                <a:lnTo>
                  <a:pt x="45798" y="52340"/>
                </a:lnTo>
                <a:lnTo>
                  <a:pt x="35984" y="52340"/>
                </a:lnTo>
                <a:lnTo>
                  <a:pt x="35984" y="49069"/>
                </a:lnTo>
                <a:lnTo>
                  <a:pt x="29441" y="49069"/>
                </a:lnTo>
                <a:lnTo>
                  <a:pt x="29441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isible source SEC-093 inset-1 region 459">
            <a:extLst xmlns:a="http://schemas.openxmlformats.org/drawingml/2006/main">
              <a:ext uri="{FF2B5EF4-FFF2-40B4-BE49-F238E27FC236}">
                <a16:creationId xmlns:a16="http://schemas.microsoft.com/office/drawing/2014/main" id="{55C82821-838A-47BE-A1A8-C80B37F5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036" y="2077417"/>
            <a:ext cx="68697" cy="42526"/>
          </a:xfrm>
          <a:custGeom xmlns:a="http://schemas.openxmlformats.org/drawingml/2006/main">
            <a:pathLst>
              <a:path w="68697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isible source SEC-093 inset-1 region 460">
            <a:extLst xmlns:a="http://schemas.openxmlformats.org/drawingml/2006/main">
              <a:ext uri="{FF2B5EF4-FFF2-40B4-BE49-F238E27FC236}">
                <a16:creationId xmlns:a16="http://schemas.microsoft.com/office/drawing/2014/main" id="{FEA4038B-90C1-44AC-A164-A70E946F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58" y="2240981"/>
            <a:ext cx="170106" cy="107952"/>
          </a:xfrm>
          <a:custGeom xmlns:a="http://schemas.openxmlformats.org/drawingml/2006/main">
            <a:pathLst>
              <a:path w="170106" h="107952">
                <a:moveTo>
                  <a:pt x="6543" y="62154"/>
                </a:move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2526" y="26170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85053" y="0"/>
                </a:lnTo>
                <a:lnTo>
                  <a:pt x="85053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13085"/>
                </a:lnTo>
                <a:lnTo>
                  <a:pt x="170106" y="13085"/>
                </a:lnTo>
                <a:lnTo>
                  <a:pt x="170106" y="29441"/>
                </a:lnTo>
                <a:lnTo>
                  <a:pt x="166835" y="29441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107952" y="68697"/>
                </a:lnTo>
                <a:lnTo>
                  <a:pt x="107952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114494" y="75239"/>
                </a:lnTo>
                <a:lnTo>
                  <a:pt x="114494" y="81782"/>
                </a:lnTo>
                <a:lnTo>
                  <a:pt x="117766" y="81782"/>
                </a:lnTo>
                <a:lnTo>
                  <a:pt x="117766" y="91595"/>
                </a:lnTo>
                <a:lnTo>
                  <a:pt x="114494" y="91595"/>
                </a:lnTo>
                <a:lnTo>
                  <a:pt x="114494" y="98138"/>
                </a:lnTo>
                <a:lnTo>
                  <a:pt x="111223" y="98138"/>
                </a:lnTo>
                <a:lnTo>
                  <a:pt x="111223" y="101409"/>
                </a:lnTo>
                <a:lnTo>
                  <a:pt x="107952" y="101409"/>
                </a:lnTo>
                <a:lnTo>
                  <a:pt x="107952" y="104681"/>
                </a:lnTo>
                <a:lnTo>
                  <a:pt x="101409" y="104681"/>
                </a:lnTo>
                <a:lnTo>
                  <a:pt x="101409" y="107952"/>
                </a:lnTo>
                <a:lnTo>
                  <a:pt x="65425" y="107952"/>
                </a:lnTo>
                <a:lnTo>
                  <a:pt x="65425" y="104681"/>
                </a:lnTo>
                <a:lnTo>
                  <a:pt x="62154" y="104681"/>
                </a:lnTo>
                <a:lnTo>
                  <a:pt x="62154" y="101409"/>
                </a:lnTo>
                <a:lnTo>
                  <a:pt x="58883" y="101409"/>
                </a:lnTo>
                <a:lnTo>
                  <a:pt x="58883" y="98138"/>
                </a:lnTo>
                <a:lnTo>
                  <a:pt x="55612" y="98138"/>
                </a:lnTo>
                <a:lnTo>
                  <a:pt x="55612" y="91595"/>
                </a:lnTo>
                <a:lnTo>
                  <a:pt x="52340" y="91595"/>
                </a:lnTo>
                <a:lnTo>
                  <a:pt x="52340" y="81782"/>
                </a:lnTo>
                <a:lnTo>
                  <a:pt x="55612" y="81782"/>
                </a:lnTo>
                <a:lnTo>
                  <a:pt x="55612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isible source SEC-093 inset-1 region 461">
            <a:extLst xmlns:a="http://schemas.openxmlformats.org/drawingml/2006/main">
              <a:ext uri="{FF2B5EF4-FFF2-40B4-BE49-F238E27FC236}">
                <a16:creationId xmlns:a16="http://schemas.microsoft.com/office/drawing/2014/main" id="{AB157626-D3C5-4725-99A8-6831802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65" y="2293321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isible source SEC-093 inset-1 region 462">
            <a:extLst xmlns:a="http://schemas.openxmlformats.org/drawingml/2006/main">
              <a:ext uri="{FF2B5EF4-FFF2-40B4-BE49-F238E27FC236}">
                <a16:creationId xmlns:a16="http://schemas.microsoft.com/office/drawing/2014/main" id="{A24134DE-C2CB-402C-BCB8-EDD45F8B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65" y="2358746"/>
            <a:ext cx="307499" cy="193005"/>
          </a:xfrm>
          <a:custGeom xmlns:a="http://schemas.openxmlformats.org/drawingml/2006/main">
            <a:pathLst>
              <a:path w="307499" h="193005">
                <a:moveTo>
                  <a:pt x="45798" y="9814"/>
                </a:move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3085"/>
                </a:lnTo>
                <a:lnTo>
                  <a:pt x="173377" y="13085"/>
                </a:lnTo>
                <a:lnTo>
                  <a:pt x="173377" y="29441"/>
                </a:lnTo>
                <a:lnTo>
                  <a:pt x="170106" y="29441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66835" y="39255"/>
                </a:lnTo>
                <a:lnTo>
                  <a:pt x="166835" y="45798"/>
                </a:lnTo>
                <a:lnTo>
                  <a:pt x="202818" y="45798"/>
                </a:lnTo>
                <a:lnTo>
                  <a:pt x="202818" y="49069"/>
                </a:lnTo>
                <a:lnTo>
                  <a:pt x="209361" y="49069"/>
                </a:lnTo>
                <a:lnTo>
                  <a:pt x="209361" y="52340"/>
                </a:lnTo>
                <a:lnTo>
                  <a:pt x="212632" y="52340"/>
                </a:lnTo>
                <a:lnTo>
                  <a:pt x="212632" y="55612"/>
                </a:lnTo>
                <a:lnTo>
                  <a:pt x="215904" y="55612"/>
                </a:lnTo>
                <a:lnTo>
                  <a:pt x="215904" y="62154"/>
                </a:lnTo>
                <a:lnTo>
                  <a:pt x="219175" y="62154"/>
                </a:lnTo>
                <a:lnTo>
                  <a:pt x="219175" y="71968"/>
                </a:lnTo>
                <a:lnTo>
                  <a:pt x="215904" y="71968"/>
                </a:lnTo>
                <a:lnTo>
                  <a:pt x="215904" y="78510"/>
                </a:lnTo>
                <a:lnTo>
                  <a:pt x="212632" y="78510"/>
                </a:lnTo>
                <a:lnTo>
                  <a:pt x="212632" y="81782"/>
                </a:lnTo>
                <a:lnTo>
                  <a:pt x="209361" y="81782"/>
                </a:lnTo>
                <a:lnTo>
                  <a:pt x="209361" y="85053"/>
                </a:lnTo>
                <a:lnTo>
                  <a:pt x="245345" y="85053"/>
                </a:lnTo>
                <a:lnTo>
                  <a:pt x="245345" y="88324"/>
                </a:lnTo>
                <a:lnTo>
                  <a:pt x="251887" y="88324"/>
                </a:lnTo>
                <a:lnTo>
                  <a:pt x="251887" y="91595"/>
                </a:lnTo>
                <a:lnTo>
                  <a:pt x="255159" y="91595"/>
                </a:lnTo>
                <a:lnTo>
                  <a:pt x="255159" y="94867"/>
                </a:lnTo>
                <a:lnTo>
                  <a:pt x="258430" y="94867"/>
                </a:lnTo>
                <a:lnTo>
                  <a:pt x="258430" y="101409"/>
                </a:lnTo>
                <a:lnTo>
                  <a:pt x="261701" y="101409"/>
                </a:lnTo>
                <a:lnTo>
                  <a:pt x="261701" y="107952"/>
                </a:lnTo>
                <a:lnTo>
                  <a:pt x="294414" y="107952"/>
                </a:lnTo>
                <a:lnTo>
                  <a:pt x="294414" y="111223"/>
                </a:lnTo>
                <a:lnTo>
                  <a:pt x="297685" y="111223"/>
                </a:lnTo>
                <a:lnTo>
                  <a:pt x="297685" y="114494"/>
                </a:lnTo>
                <a:lnTo>
                  <a:pt x="300956" y="114494"/>
                </a:lnTo>
                <a:lnTo>
                  <a:pt x="300956" y="117766"/>
                </a:lnTo>
                <a:lnTo>
                  <a:pt x="304228" y="117766"/>
                </a:lnTo>
                <a:lnTo>
                  <a:pt x="304228" y="121037"/>
                </a:lnTo>
                <a:lnTo>
                  <a:pt x="307499" y="121037"/>
                </a:lnTo>
                <a:lnTo>
                  <a:pt x="307499" y="137393"/>
                </a:lnTo>
                <a:lnTo>
                  <a:pt x="304228" y="137393"/>
                </a:lnTo>
                <a:lnTo>
                  <a:pt x="304228" y="140664"/>
                </a:lnTo>
                <a:lnTo>
                  <a:pt x="300956" y="140664"/>
                </a:lnTo>
                <a:lnTo>
                  <a:pt x="300956" y="143936"/>
                </a:lnTo>
                <a:lnTo>
                  <a:pt x="297685" y="143936"/>
                </a:lnTo>
                <a:lnTo>
                  <a:pt x="297685" y="147207"/>
                </a:lnTo>
                <a:lnTo>
                  <a:pt x="294414" y="147207"/>
                </a:lnTo>
                <a:lnTo>
                  <a:pt x="294414" y="150478"/>
                </a:lnTo>
                <a:lnTo>
                  <a:pt x="242074" y="150478"/>
                </a:lnTo>
                <a:lnTo>
                  <a:pt x="242074" y="153750"/>
                </a:lnTo>
                <a:lnTo>
                  <a:pt x="248616" y="153750"/>
                </a:lnTo>
                <a:lnTo>
                  <a:pt x="248616" y="157021"/>
                </a:lnTo>
                <a:lnTo>
                  <a:pt x="251887" y="157021"/>
                </a:lnTo>
                <a:lnTo>
                  <a:pt x="251887" y="160292"/>
                </a:lnTo>
                <a:lnTo>
                  <a:pt x="255159" y="160292"/>
                </a:lnTo>
                <a:lnTo>
                  <a:pt x="255159" y="166835"/>
                </a:lnTo>
                <a:lnTo>
                  <a:pt x="258430" y="166835"/>
                </a:lnTo>
                <a:lnTo>
                  <a:pt x="258430" y="176648"/>
                </a:lnTo>
                <a:lnTo>
                  <a:pt x="255159" y="176648"/>
                </a:lnTo>
                <a:lnTo>
                  <a:pt x="255159" y="183191"/>
                </a:lnTo>
                <a:lnTo>
                  <a:pt x="251887" y="183191"/>
                </a:lnTo>
                <a:lnTo>
                  <a:pt x="251887" y="186462"/>
                </a:lnTo>
                <a:lnTo>
                  <a:pt x="248616" y="186462"/>
                </a:lnTo>
                <a:lnTo>
                  <a:pt x="248616" y="189733"/>
                </a:lnTo>
                <a:lnTo>
                  <a:pt x="242074" y="189733"/>
                </a:lnTo>
                <a:lnTo>
                  <a:pt x="242074" y="193005"/>
                </a:lnTo>
                <a:lnTo>
                  <a:pt x="150478" y="193005"/>
                </a:lnTo>
                <a:lnTo>
                  <a:pt x="150478" y="189733"/>
                </a:lnTo>
                <a:lnTo>
                  <a:pt x="147207" y="189733"/>
                </a:lnTo>
                <a:lnTo>
                  <a:pt x="147207" y="186462"/>
                </a:lnTo>
                <a:lnTo>
                  <a:pt x="143936" y="186462"/>
                </a:lnTo>
                <a:lnTo>
                  <a:pt x="143936" y="183191"/>
                </a:lnTo>
                <a:lnTo>
                  <a:pt x="140664" y="183191"/>
                </a:lnTo>
                <a:lnTo>
                  <a:pt x="140664" y="176648"/>
                </a:lnTo>
                <a:lnTo>
                  <a:pt x="137393" y="176648"/>
                </a:lnTo>
                <a:lnTo>
                  <a:pt x="137393" y="166835"/>
                </a:lnTo>
                <a:lnTo>
                  <a:pt x="140664" y="166835"/>
                </a:lnTo>
                <a:lnTo>
                  <a:pt x="140664" y="160292"/>
                </a:lnTo>
                <a:lnTo>
                  <a:pt x="143936" y="160292"/>
                </a:lnTo>
                <a:lnTo>
                  <a:pt x="143936" y="157021"/>
                </a:lnTo>
                <a:lnTo>
                  <a:pt x="147207" y="157021"/>
                </a:lnTo>
                <a:lnTo>
                  <a:pt x="147207" y="153750"/>
                </a:lnTo>
                <a:lnTo>
                  <a:pt x="153750" y="153750"/>
                </a:lnTo>
                <a:lnTo>
                  <a:pt x="153750" y="150478"/>
                </a:lnTo>
                <a:lnTo>
                  <a:pt x="238802" y="150478"/>
                </a:lnTo>
                <a:lnTo>
                  <a:pt x="238802" y="147207"/>
                </a:lnTo>
                <a:lnTo>
                  <a:pt x="232260" y="147207"/>
                </a:lnTo>
                <a:lnTo>
                  <a:pt x="232260" y="143936"/>
                </a:lnTo>
                <a:lnTo>
                  <a:pt x="228989" y="143936"/>
                </a:lnTo>
                <a:lnTo>
                  <a:pt x="228989" y="140664"/>
                </a:lnTo>
                <a:lnTo>
                  <a:pt x="225717" y="140664"/>
                </a:lnTo>
                <a:lnTo>
                  <a:pt x="225717" y="134122"/>
                </a:lnTo>
                <a:lnTo>
                  <a:pt x="222446" y="134122"/>
                </a:lnTo>
                <a:lnTo>
                  <a:pt x="222446" y="127579"/>
                </a:lnTo>
                <a:lnTo>
                  <a:pt x="196276" y="127579"/>
                </a:lnTo>
                <a:lnTo>
                  <a:pt x="196276" y="124308"/>
                </a:lnTo>
                <a:lnTo>
                  <a:pt x="189733" y="124308"/>
                </a:lnTo>
                <a:lnTo>
                  <a:pt x="189733" y="121037"/>
                </a:lnTo>
                <a:lnTo>
                  <a:pt x="186462" y="121037"/>
                </a:lnTo>
                <a:lnTo>
                  <a:pt x="186462" y="117766"/>
                </a:lnTo>
                <a:lnTo>
                  <a:pt x="183191" y="117766"/>
                </a:lnTo>
                <a:lnTo>
                  <a:pt x="183191" y="111223"/>
                </a:lnTo>
                <a:lnTo>
                  <a:pt x="179920" y="111223"/>
                </a:lnTo>
                <a:lnTo>
                  <a:pt x="179920" y="101409"/>
                </a:lnTo>
                <a:lnTo>
                  <a:pt x="183191" y="101409"/>
                </a:lnTo>
                <a:lnTo>
                  <a:pt x="183191" y="94867"/>
                </a:lnTo>
                <a:lnTo>
                  <a:pt x="186462" y="94867"/>
                </a:lnTo>
                <a:lnTo>
                  <a:pt x="186462" y="91595"/>
                </a:lnTo>
                <a:lnTo>
                  <a:pt x="189733" y="91595"/>
                </a:lnTo>
                <a:lnTo>
                  <a:pt x="189733" y="88324"/>
                </a:lnTo>
                <a:lnTo>
                  <a:pt x="150478" y="88324"/>
                </a:lnTo>
                <a:lnTo>
                  <a:pt x="150478" y="85053"/>
                </a:lnTo>
                <a:lnTo>
                  <a:pt x="143936" y="85053"/>
                </a:lnTo>
                <a:lnTo>
                  <a:pt x="143936" y="81782"/>
                </a:lnTo>
                <a:lnTo>
                  <a:pt x="140664" y="81782"/>
                </a:lnTo>
                <a:lnTo>
                  <a:pt x="140664" y="78510"/>
                </a:lnTo>
                <a:lnTo>
                  <a:pt x="137393" y="78510"/>
                </a:lnTo>
                <a:lnTo>
                  <a:pt x="137393" y="71968"/>
                </a:lnTo>
                <a:lnTo>
                  <a:pt x="134122" y="71968"/>
                </a:lnTo>
                <a:lnTo>
                  <a:pt x="134122" y="68697"/>
                </a:lnTo>
                <a:lnTo>
                  <a:pt x="65425" y="68697"/>
                </a:lnTo>
                <a:lnTo>
                  <a:pt x="65425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78510" y="78510"/>
                </a:lnTo>
                <a:lnTo>
                  <a:pt x="78510" y="85053"/>
                </a:lnTo>
                <a:lnTo>
                  <a:pt x="81782" y="85053"/>
                </a:lnTo>
                <a:lnTo>
                  <a:pt x="81782" y="94867"/>
                </a:lnTo>
                <a:lnTo>
                  <a:pt x="78510" y="94867"/>
                </a:lnTo>
                <a:lnTo>
                  <a:pt x="78510" y="101409"/>
                </a:lnTo>
                <a:lnTo>
                  <a:pt x="75239" y="101409"/>
                </a:lnTo>
                <a:lnTo>
                  <a:pt x="75239" y="104681"/>
                </a:lnTo>
                <a:lnTo>
                  <a:pt x="71968" y="104681"/>
                </a:lnTo>
                <a:lnTo>
                  <a:pt x="71968" y="107952"/>
                </a:lnTo>
                <a:lnTo>
                  <a:pt x="65425" y="107952"/>
                </a:lnTo>
                <a:lnTo>
                  <a:pt x="65425" y="111223"/>
                </a:lnTo>
                <a:lnTo>
                  <a:pt x="16356" y="111223"/>
                </a:lnTo>
                <a:lnTo>
                  <a:pt x="16356" y="107952"/>
                </a:lnTo>
                <a:lnTo>
                  <a:pt x="9814" y="107952"/>
                </a:lnTo>
                <a:lnTo>
                  <a:pt x="9814" y="104681"/>
                </a:lnTo>
                <a:lnTo>
                  <a:pt x="6543" y="104681"/>
                </a:lnTo>
                <a:lnTo>
                  <a:pt x="6543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0" y="94867"/>
                </a:lnTo>
                <a:lnTo>
                  <a:pt x="0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9814" y="75239"/>
                </a:lnTo>
                <a:lnTo>
                  <a:pt x="9814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2340"/>
                </a:lnTo>
                <a:lnTo>
                  <a:pt x="45798" y="52340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isible source SEC-093 inset-1 region 463">
            <a:extLst xmlns:a="http://schemas.openxmlformats.org/drawingml/2006/main">
              <a:ext uri="{FF2B5EF4-FFF2-40B4-BE49-F238E27FC236}">
                <a16:creationId xmlns:a16="http://schemas.microsoft.com/office/drawing/2014/main" id="{B7191847-E342-4E3F-BC72-C65A0A78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493" y="2509224"/>
            <a:ext cx="88324" cy="42526"/>
          </a:xfrm>
          <a:custGeom xmlns:a="http://schemas.openxmlformats.org/drawingml/2006/main">
            <a:pathLst>
              <a:path w="88324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isible source SEC-093 inset-1 region 464">
            <a:extLst xmlns:a="http://schemas.openxmlformats.org/drawingml/2006/main">
              <a:ext uri="{FF2B5EF4-FFF2-40B4-BE49-F238E27FC236}">
                <a16:creationId xmlns:a16="http://schemas.microsoft.com/office/drawing/2014/main" id="{66765AD0-A969-412A-900A-64158694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91" y="2564836"/>
            <a:ext cx="127579" cy="42526"/>
          </a:xfrm>
          <a:custGeom xmlns:a="http://schemas.openxmlformats.org/drawingml/2006/main">
            <a:pathLst>
              <a:path w="12757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isible source SEC-093 inset-1 region 465">
            <a:extLst xmlns:a="http://schemas.openxmlformats.org/drawingml/2006/main">
              <a:ext uri="{FF2B5EF4-FFF2-40B4-BE49-F238E27FC236}">
                <a16:creationId xmlns:a16="http://schemas.microsoft.com/office/drawing/2014/main" id="{E57A46D1-30F8-4A29-91A8-59BB767D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806" y="123670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isible source SEC-093 inset-1 region 466">
            <a:extLst xmlns:a="http://schemas.openxmlformats.org/drawingml/2006/main">
              <a:ext uri="{FF2B5EF4-FFF2-40B4-BE49-F238E27FC236}">
                <a16:creationId xmlns:a16="http://schemas.microsoft.com/office/drawing/2014/main" id="{EE1C8F7F-7CD7-48E8-A495-CD618F8C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567" y="133811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isible source SEC-093 inset-1 region 467">
            <a:extLst xmlns:a="http://schemas.openxmlformats.org/drawingml/2006/main">
              <a:ext uri="{FF2B5EF4-FFF2-40B4-BE49-F238E27FC236}">
                <a16:creationId xmlns:a16="http://schemas.microsoft.com/office/drawing/2014/main" id="{ED1C3805-8E5C-4804-815F-0E27033E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482" y="1563829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isible source SEC-093 inset-1 region 468">
            <a:extLst xmlns:a="http://schemas.openxmlformats.org/drawingml/2006/main">
              <a:ext uri="{FF2B5EF4-FFF2-40B4-BE49-F238E27FC236}">
                <a16:creationId xmlns:a16="http://schemas.microsoft.com/office/drawing/2014/main" id="{C6119B53-1A20-4E8A-AEC8-A72697E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684" y="1632525"/>
            <a:ext cx="49069" cy="42526"/>
          </a:xfrm>
          <a:custGeom xmlns:a="http://schemas.openxmlformats.org/drawingml/2006/main">
            <a:pathLst>
              <a:path w="4906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isible source SEC-093 inset-1 region 469">
            <a:extLst xmlns:a="http://schemas.openxmlformats.org/drawingml/2006/main">
              <a:ext uri="{FF2B5EF4-FFF2-40B4-BE49-F238E27FC236}">
                <a16:creationId xmlns:a16="http://schemas.microsoft.com/office/drawing/2014/main" id="{72964933-F61D-43B3-85C2-18DCBE48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146" y="163252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isible source SEC-093 inset-1 region 470">
            <a:extLst xmlns:a="http://schemas.openxmlformats.org/drawingml/2006/main">
              <a:ext uri="{FF2B5EF4-FFF2-40B4-BE49-F238E27FC236}">
                <a16:creationId xmlns:a16="http://schemas.microsoft.com/office/drawing/2014/main" id="{73CCE0BD-3D0C-40E5-82D8-C453AF02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535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isible source SEC-093 inset-1 region 471">
            <a:extLst xmlns:a="http://schemas.openxmlformats.org/drawingml/2006/main">
              <a:ext uri="{FF2B5EF4-FFF2-40B4-BE49-F238E27FC236}">
                <a16:creationId xmlns:a16="http://schemas.microsoft.com/office/drawing/2014/main" id="{206AFF90-56CE-4B22-AB78-B7BFE1E8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18" y="1694679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isible source SEC-093 inset-1 region 472">
            <a:extLst xmlns:a="http://schemas.openxmlformats.org/drawingml/2006/main">
              <a:ext uri="{FF2B5EF4-FFF2-40B4-BE49-F238E27FC236}">
                <a16:creationId xmlns:a16="http://schemas.microsoft.com/office/drawing/2014/main" id="{D4A8B6BA-089B-4241-ADBA-777E130D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98" y="1694679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isible source SEC-093 inset-1 region 473">
            <a:extLst xmlns:a="http://schemas.openxmlformats.org/drawingml/2006/main">
              <a:ext uri="{FF2B5EF4-FFF2-40B4-BE49-F238E27FC236}">
                <a16:creationId xmlns:a16="http://schemas.microsoft.com/office/drawing/2014/main" id="{9AAFA61D-5245-4573-9991-8952B18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093" y="1714307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isible source SEC-093 inset-1 region 474">
            <a:extLst xmlns:a="http://schemas.openxmlformats.org/drawingml/2006/main">
              <a:ext uri="{FF2B5EF4-FFF2-40B4-BE49-F238E27FC236}">
                <a16:creationId xmlns:a16="http://schemas.microsoft.com/office/drawing/2014/main" id="{DE91E430-9076-4184-BB55-3EB3AED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753" y="1789546"/>
            <a:ext cx="45798" cy="42526"/>
          </a:xfrm>
          <a:custGeom xmlns:a="http://schemas.openxmlformats.org/drawingml/2006/main">
            <a:pathLst>
              <a:path w="4579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isible source SEC-093 inset-1 region 475">
            <a:extLst xmlns:a="http://schemas.openxmlformats.org/drawingml/2006/main">
              <a:ext uri="{FF2B5EF4-FFF2-40B4-BE49-F238E27FC236}">
                <a16:creationId xmlns:a16="http://schemas.microsoft.com/office/drawing/2014/main" id="{E24F5BEB-1C82-4EED-8551-37955026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955" y="1835344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isible source SEC-093 inset-1 region 476">
            <a:extLst xmlns:a="http://schemas.openxmlformats.org/drawingml/2006/main">
              <a:ext uri="{FF2B5EF4-FFF2-40B4-BE49-F238E27FC236}">
                <a16:creationId xmlns:a16="http://schemas.microsoft.com/office/drawing/2014/main" id="{A2D6135E-7265-42D3-A85F-11B644B2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875" y="1835344"/>
            <a:ext cx="55612" cy="42526"/>
          </a:xfrm>
          <a:custGeom xmlns:a="http://schemas.openxmlformats.org/drawingml/2006/main">
            <a:pathLst>
              <a:path w="55612" h="42526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isible source SEC-093 inset-1 region 477">
            <a:extLst xmlns:a="http://schemas.openxmlformats.org/drawingml/2006/main">
              <a:ext uri="{FF2B5EF4-FFF2-40B4-BE49-F238E27FC236}">
                <a16:creationId xmlns:a16="http://schemas.microsoft.com/office/drawing/2014/main" id="{C3381DB5-0A10-4351-9B47-12AA49A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008" y="1877870"/>
            <a:ext cx="94867" cy="101409"/>
          </a:xfrm>
          <a:custGeom xmlns:a="http://schemas.openxmlformats.org/drawingml/2006/main">
            <a:pathLst>
              <a:path w="94867" h="101409">
                <a:moveTo>
                  <a:pt x="49069" y="16356"/>
                </a:moveTo>
                <a:lnTo>
                  <a:pt x="49069" y="19628"/>
                </a:lnTo>
                <a:lnTo>
                  <a:pt x="52340" y="19628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6543"/>
                </a:lnTo>
                <a:lnTo>
                  <a:pt x="88324" y="6543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26170"/>
                </a:lnTo>
                <a:lnTo>
                  <a:pt x="91595" y="26170"/>
                </a:lnTo>
                <a:lnTo>
                  <a:pt x="91595" y="32713"/>
                </a:lnTo>
                <a:lnTo>
                  <a:pt x="88324" y="32713"/>
                </a:lnTo>
                <a:lnTo>
                  <a:pt x="88324" y="35984"/>
                </a:lnTo>
                <a:lnTo>
                  <a:pt x="85053" y="35984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55612" y="58883"/>
                </a:lnTo>
                <a:lnTo>
                  <a:pt x="55612" y="62154"/>
                </a:lnTo>
                <a:lnTo>
                  <a:pt x="62154" y="62154"/>
                </a:lnTo>
                <a:lnTo>
                  <a:pt x="62154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68697" y="68697"/>
                </a:lnTo>
                <a:lnTo>
                  <a:pt x="68697" y="75239"/>
                </a:lnTo>
                <a:lnTo>
                  <a:pt x="71968" y="75239"/>
                </a:lnTo>
                <a:lnTo>
                  <a:pt x="71968" y="85053"/>
                </a:lnTo>
                <a:lnTo>
                  <a:pt x="68697" y="85053"/>
                </a:lnTo>
                <a:lnTo>
                  <a:pt x="68697" y="91595"/>
                </a:lnTo>
                <a:lnTo>
                  <a:pt x="65425" y="91595"/>
                </a:lnTo>
                <a:lnTo>
                  <a:pt x="65425" y="94867"/>
                </a:lnTo>
                <a:lnTo>
                  <a:pt x="62154" y="94867"/>
                </a:lnTo>
                <a:lnTo>
                  <a:pt x="62154" y="98138"/>
                </a:lnTo>
                <a:lnTo>
                  <a:pt x="55612" y="98138"/>
                </a:lnTo>
                <a:lnTo>
                  <a:pt x="55612" y="101409"/>
                </a:lnTo>
                <a:lnTo>
                  <a:pt x="19628" y="101409"/>
                </a:lnTo>
                <a:lnTo>
                  <a:pt x="19628" y="98138"/>
                </a:lnTo>
                <a:lnTo>
                  <a:pt x="13085" y="98138"/>
                </a:lnTo>
                <a:lnTo>
                  <a:pt x="13085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5239"/>
                </a:lnTo>
                <a:lnTo>
                  <a:pt x="6543" y="75239"/>
                </a:lnTo>
                <a:lnTo>
                  <a:pt x="6543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13085" y="65425"/>
                </a:lnTo>
                <a:lnTo>
                  <a:pt x="13085" y="62154"/>
                </a:lnTo>
                <a:lnTo>
                  <a:pt x="19628" y="62154"/>
                </a:lnTo>
                <a:lnTo>
                  <a:pt x="19628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26170" y="16356"/>
                </a:lnTo>
                <a:lnTo>
                  <a:pt x="26170" y="19628"/>
                </a:lnTo>
                <a:lnTo>
                  <a:pt x="39255" y="19628"/>
                </a:lnTo>
                <a:lnTo>
                  <a:pt x="39255" y="16356"/>
                </a:lnTo>
                <a:lnTo>
                  <a:pt x="49069" y="16356"/>
                </a:lnTo>
                <a:close/>
                <a:moveTo>
                  <a:pt x="49069" y="58883"/>
                </a:moveTo>
                <a:lnTo>
                  <a:pt x="55612" y="58883"/>
                </a:lnTo>
                <a:lnTo>
                  <a:pt x="55612" y="55612"/>
                </a:lnTo>
                <a:lnTo>
                  <a:pt x="49069" y="55612"/>
                </a:lnTo>
                <a:lnTo>
                  <a:pt x="49069" y="58883"/>
                </a:lnTo>
                <a:close/>
                <a:moveTo>
                  <a:pt x="26170" y="58883"/>
                </a:moveTo>
                <a:lnTo>
                  <a:pt x="29441" y="58883"/>
                </a:lnTo>
                <a:lnTo>
                  <a:pt x="29441" y="62154"/>
                </a:lnTo>
                <a:lnTo>
                  <a:pt x="32713" y="62154"/>
                </a:lnTo>
                <a:lnTo>
                  <a:pt x="32713" y="58883"/>
                </a:lnTo>
                <a:lnTo>
                  <a:pt x="39255" y="58883"/>
                </a:lnTo>
                <a:lnTo>
                  <a:pt x="39255" y="55612"/>
                </a:lnTo>
                <a:lnTo>
                  <a:pt x="26170" y="55612"/>
                </a:lnTo>
                <a:lnTo>
                  <a:pt x="26170" y="58883"/>
                </a:lnTo>
                <a:close/>
                <a:moveTo>
                  <a:pt x="45798" y="58883"/>
                </a:moveTo>
                <a:lnTo>
                  <a:pt x="42526" y="58883"/>
                </a:lnTo>
                <a:lnTo>
                  <a:pt x="42526" y="62154"/>
                </a:lnTo>
                <a:lnTo>
                  <a:pt x="45798" y="62154"/>
                </a:lnTo>
                <a:lnTo>
                  <a:pt x="45798" y="5888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isible source SEC-093 inset-1 region 478">
            <a:extLst xmlns:a="http://schemas.openxmlformats.org/drawingml/2006/main">
              <a:ext uri="{FF2B5EF4-FFF2-40B4-BE49-F238E27FC236}">
                <a16:creationId xmlns:a16="http://schemas.microsoft.com/office/drawing/2014/main" id="{1899074F-BC09-4228-B63F-5A95702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98" y="1897498"/>
            <a:ext cx="71968" cy="42526"/>
          </a:xfrm>
          <a:custGeom xmlns:a="http://schemas.openxmlformats.org/drawingml/2006/main">
            <a:pathLst>
              <a:path w="71968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isible source SEC-093 inset-1 region 479">
            <a:extLst xmlns:a="http://schemas.openxmlformats.org/drawingml/2006/main">
              <a:ext uri="{FF2B5EF4-FFF2-40B4-BE49-F238E27FC236}">
                <a16:creationId xmlns:a16="http://schemas.microsoft.com/office/drawing/2014/main" id="{6A1D12BE-EFF2-4236-A7BE-AB4ED61F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960" y="1897498"/>
            <a:ext cx="153750" cy="91595"/>
          </a:xfrm>
          <a:custGeom xmlns:a="http://schemas.openxmlformats.org/drawingml/2006/main">
            <a:pathLst>
              <a:path w="153750" h="91595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71968" y="26170"/>
                </a:lnTo>
                <a:lnTo>
                  <a:pt x="71968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85053" y="35984"/>
                </a:lnTo>
                <a:lnTo>
                  <a:pt x="85053" y="42526"/>
                </a:lnTo>
                <a:lnTo>
                  <a:pt x="88324" y="42526"/>
                </a:lnTo>
                <a:lnTo>
                  <a:pt x="88324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101409" y="49069"/>
                </a:lnTo>
                <a:lnTo>
                  <a:pt x="101409" y="52340"/>
                </a:lnTo>
                <a:lnTo>
                  <a:pt x="104681" y="52340"/>
                </a:lnTo>
                <a:lnTo>
                  <a:pt x="104681" y="49069"/>
                </a:lnTo>
                <a:lnTo>
                  <a:pt x="137393" y="49069"/>
                </a:lnTo>
                <a:lnTo>
                  <a:pt x="137393" y="52340"/>
                </a:lnTo>
                <a:lnTo>
                  <a:pt x="143936" y="52340"/>
                </a:lnTo>
                <a:lnTo>
                  <a:pt x="143936" y="55612"/>
                </a:lnTo>
                <a:lnTo>
                  <a:pt x="147207" y="55612"/>
                </a:lnTo>
                <a:lnTo>
                  <a:pt x="147207" y="58883"/>
                </a:lnTo>
                <a:lnTo>
                  <a:pt x="150478" y="58883"/>
                </a:lnTo>
                <a:lnTo>
                  <a:pt x="150478" y="65425"/>
                </a:lnTo>
                <a:lnTo>
                  <a:pt x="153750" y="65425"/>
                </a:lnTo>
                <a:lnTo>
                  <a:pt x="153750" y="75239"/>
                </a:lnTo>
                <a:lnTo>
                  <a:pt x="150478" y="75239"/>
                </a:lnTo>
                <a:lnTo>
                  <a:pt x="150478" y="81782"/>
                </a:lnTo>
                <a:lnTo>
                  <a:pt x="147207" y="81782"/>
                </a:lnTo>
                <a:lnTo>
                  <a:pt x="147207" y="85053"/>
                </a:lnTo>
                <a:lnTo>
                  <a:pt x="143936" y="85053"/>
                </a:lnTo>
                <a:lnTo>
                  <a:pt x="143936" y="88324"/>
                </a:lnTo>
                <a:lnTo>
                  <a:pt x="137393" y="88324"/>
                </a:lnTo>
                <a:lnTo>
                  <a:pt x="137393" y="91595"/>
                </a:lnTo>
                <a:lnTo>
                  <a:pt x="91595" y="91595"/>
                </a:lnTo>
                <a:lnTo>
                  <a:pt x="91595" y="88324"/>
                </a:lnTo>
                <a:lnTo>
                  <a:pt x="85053" y="88324"/>
                </a:lnTo>
                <a:lnTo>
                  <a:pt x="85053" y="85053"/>
                </a:lnTo>
                <a:lnTo>
                  <a:pt x="81782" y="85053"/>
                </a:lnTo>
                <a:lnTo>
                  <a:pt x="81782" y="81782"/>
                </a:lnTo>
                <a:lnTo>
                  <a:pt x="78510" y="81782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35984" y="65425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58883"/>
                </a:lnTo>
                <a:lnTo>
                  <a:pt x="29441" y="58883"/>
                </a:lnTo>
                <a:lnTo>
                  <a:pt x="29441" y="52340"/>
                </a:lnTo>
                <a:lnTo>
                  <a:pt x="26170" y="52340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isible source SEC-093 inset-1 region 480">
            <a:extLst xmlns:a="http://schemas.openxmlformats.org/drawingml/2006/main">
              <a:ext uri="{FF2B5EF4-FFF2-40B4-BE49-F238E27FC236}">
                <a16:creationId xmlns:a16="http://schemas.microsoft.com/office/drawing/2014/main" id="{A97969A1-A25D-466F-B395-DD529BD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1998907"/>
            <a:ext cx="75239" cy="81782"/>
          </a:xfrm>
          <a:custGeom xmlns:a="http://schemas.openxmlformats.org/drawingml/2006/main">
            <a:pathLst>
              <a:path w="75239" h="8178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55612"/>
                </a:lnTo>
                <a:lnTo>
                  <a:pt x="75239" y="55612"/>
                </a:lnTo>
                <a:lnTo>
                  <a:pt x="75239" y="65425"/>
                </a:lnTo>
                <a:lnTo>
                  <a:pt x="71968" y="65425"/>
                </a:lnTo>
                <a:lnTo>
                  <a:pt x="71968" y="71968"/>
                </a:lnTo>
                <a:lnTo>
                  <a:pt x="68697" y="71968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8510"/>
                </a:lnTo>
                <a:lnTo>
                  <a:pt x="58883" y="78510"/>
                </a:lnTo>
                <a:lnTo>
                  <a:pt x="58883" y="81782"/>
                </a:lnTo>
                <a:lnTo>
                  <a:pt x="49069" y="81782"/>
                </a:lnTo>
                <a:lnTo>
                  <a:pt x="49069" y="78510"/>
                </a:lnTo>
                <a:lnTo>
                  <a:pt x="42526" y="78510"/>
                </a:lnTo>
                <a:lnTo>
                  <a:pt x="42526" y="75239"/>
                </a:lnTo>
                <a:lnTo>
                  <a:pt x="39255" y="75239"/>
                </a:lnTo>
                <a:lnTo>
                  <a:pt x="39255" y="71968"/>
                </a:lnTo>
                <a:lnTo>
                  <a:pt x="35984" y="71968"/>
                </a:lnTo>
                <a:lnTo>
                  <a:pt x="35984" y="65425"/>
                </a:lnTo>
                <a:lnTo>
                  <a:pt x="32713" y="65425"/>
                </a:lnTo>
                <a:lnTo>
                  <a:pt x="32713" y="55612"/>
                </a:lnTo>
                <a:lnTo>
                  <a:pt x="35984" y="55612"/>
                </a:lnTo>
                <a:lnTo>
                  <a:pt x="35984" y="49069"/>
                </a:lnTo>
                <a:lnTo>
                  <a:pt x="39255" y="49069"/>
                </a:lnTo>
                <a:lnTo>
                  <a:pt x="39255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isible source SEC-093 inset-1 region 481">
            <a:extLst xmlns:a="http://schemas.openxmlformats.org/drawingml/2006/main">
              <a:ext uri="{FF2B5EF4-FFF2-40B4-BE49-F238E27FC236}">
                <a16:creationId xmlns:a16="http://schemas.microsoft.com/office/drawing/2014/main" id="{EE2AE3A9-C422-41C7-8DC6-2DED6F1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008" y="2090502"/>
            <a:ext cx="264973" cy="107952"/>
          </a:xfrm>
          <a:custGeom xmlns:a="http://schemas.openxmlformats.org/drawingml/2006/main">
            <a:pathLst>
              <a:path w="264973" h="107952">
                <a:moveTo>
                  <a:pt x="58883" y="9814"/>
                </a:move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91595" y="0"/>
                </a:lnTo>
                <a:lnTo>
                  <a:pt x="91595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30851" y="9814"/>
                </a:lnTo>
                <a:lnTo>
                  <a:pt x="130851" y="13085"/>
                </a:lnTo>
                <a:lnTo>
                  <a:pt x="143936" y="13085"/>
                </a:lnTo>
                <a:lnTo>
                  <a:pt x="143936" y="9814"/>
                </a:lnTo>
                <a:lnTo>
                  <a:pt x="153750" y="9814"/>
                </a:lnTo>
                <a:lnTo>
                  <a:pt x="153750" y="13085"/>
                </a:lnTo>
                <a:lnTo>
                  <a:pt x="160292" y="13085"/>
                </a:lnTo>
                <a:lnTo>
                  <a:pt x="160292" y="16356"/>
                </a:lnTo>
                <a:lnTo>
                  <a:pt x="163563" y="16356"/>
                </a:lnTo>
                <a:lnTo>
                  <a:pt x="163563" y="19628"/>
                </a:lnTo>
                <a:lnTo>
                  <a:pt x="166835" y="19628"/>
                </a:lnTo>
                <a:lnTo>
                  <a:pt x="166835" y="26170"/>
                </a:lnTo>
                <a:lnTo>
                  <a:pt x="170106" y="26170"/>
                </a:lnTo>
                <a:lnTo>
                  <a:pt x="170106" y="32713"/>
                </a:lnTo>
                <a:lnTo>
                  <a:pt x="179920" y="32713"/>
                </a:lnTo>
                <a:lnTo>
                  <a:pt x="179920" y="35984"/>
                </a:lnTo>
                <a:lnTo>
                  <a:pt x="193005" y="35984"/>
                </a:lnTo>
                <a:lnTo>
                  <a:pt x="193005" y="32713"/>
                </a:lnTo>
                <a:lnTo>
                  <a:pt x="202818" y="32713"/>
                </a:lnTo>
                <a:lnTo>
                  <a:pt x="202818" y="35984"/>
                </a:lnTo>
                <a:lnTo>
                  <a:pt x="209361" y="35984"/>
                </a:lnTo>
                <a:lnTo>
                  <a:pt x="209361" y="39255"/>
                </a:lnTo>
                <a:lnTo>
                  <a:pt x="212632" y="39255"/>
                </a:lnTo>
                <a:lnTo>
                  <a:pt x="212632" y="42526"/>
                </a:lnTo>
                <a:lnTo>
                  <a:pt x="215904" y="42526"/>
                </a:lnTo>
                <a:lnTo>
                  <a:pt x="215904" y="45798"/>
                </a:lnTo>
                <a:lnTo>
                  <a:pt x="219175" y="45798"/>
                </a:lnTo>
                <a:lnTo>
                  <a:pt x="219175" y="55612"/>
                </a:lnTo>
                <a:lnTo>
                  <a:pt x="248616" y="55612"/>
                </a:lnTo>
                <a:lnTo>
                  <a:pt x="248616" y="58883"/>
                </a:lnTo>
                <a:lnTo>
                  <a:pt x="255159" y="58883"/>
                </a:lnTo>
                <a:lnTo>
                  <a:pt x="255159" y="62154"/>
                </a:lnTo>
                <a:lnTo>
                  <a:pt x="258430" y="62154"/>
                </a:lnTo>
                <a:lnTo>
                  <a:pt x="258430" y="65425"/>
                </a:lnTo>
                <a:lnTo>
                  <a:pt x="261701" y="65425"/>
                </a:lnTo>
                <a:lnTo>
                  <a:pt x="261701" y="71968"/>
                </a:lnTo>
                <a:lnTo>
                  <a:pt x="264973" y="71968"/>
                </a:lnTo>
                <a:lnTo>
                  <a:pt x="264973" y="81782"/>
                </a:lnTo>
                <a:lnTo>
                  <a:pt x="261701" y="81782"/>
                </a:lnTo>
                <a:lnTo>
                  <a:pt x="261701" y="88324"/>
                </a:lnTo>
                <a:lnTo>
                  <a:pt x="258430" y="88324"/>
                </a:lnTo>
                <a:lnTo>
                  <a:pt x="258430" y="91595"/>
                </a:lnTo>
                <a:lnTo>
                  <a:pt x="255159" y="91595"/>
                </a:lnTo>
                <a:lnTo>
                  <a:pt x="255159" y="94867"/>
                </a:lnTo>
                <a:lnTo>
                  <a:pt x="248616" y="94867"/>
                </a:lnTo>
                <a:lnTo>
                  <a:pt x="248616" y="98138"/>
                </a:lnTo>
                <a:lnTo>
                  <a:pt x="199547" y="98138"/>
                </a:lnTo>
                <a:lnTo>
                  <a:pt x="199547" y="94867"/>
                </a:lnTo>
                <a:lnTo>
                  <a:pt x="196276" y="94867"/>
                </a:lnTo>
                <a:lnTo>
                  <a:pt x="196276" y="91595"/>
                </a:lnTo>
                <a:lnTo>
                  <a:pt x="193005" y="91595"/>
                </a:lnTo>
                <a:lnTo>
                  <a:pt x="193005" y="88324"/>
                </a:lnTo>
                <a:lnTo>
                  <a:pt x="189733" y="88324"/>
                </a:lnTo>
                <a:lnTo>
                  <a:pt x="189733" y="81782"/>
                </a:lnTo>
                <a:lnTo>
                  <a:pt x="186462" y="81782"/>
                </a:lnTo>
                <a:lnTo>
                  <a:pt x="186462" y="71968"/>
                </a:lnTo>
                <a:lnTo>
                  <a:pt x="183191" y="71968"/>
                </a:lnTo>
                <a:lnTo>
                  <a:pt x="183191" y="75239"/>
                </a:lnTo>
                <a:lnTo>
                  <a:pt x="157021" y="75239"/>
                </a:lnTo>
                <a:lnTo>
                  <a:pt x="157021" y="71968"/>
                </a:lnTo>
                <a:lnTo>
                  <a:pt x="150478" y="71968"/>
                </a:lnTo>
                <a:lnTo>
                  <a:pt x="150478" y="68697"/>
                </a:lnTo>
                <a:lnTo>
                  <a:pt x="147207" y="68697"/>
                </a:lnTo>
                <a:lnTo>
                  <a:pt x="147207" y="65425"/>
                </a:lnTo>
                <a:lnTo>
                  <a:pt x="143936" y="65425"/>
                </a:lnTo>
                <a:lnTo>
                  <a:pt x="143936" y="58883"/>
                </a:lnTo>
                <a:lnTo>
                  <a:pt x="140664" y="58883"/>
                </a:lnTo>
                <a:lnTo>
                  <a:pt x="140664" y="49069"/>
                </a:lnTo>
                <a:lnTo>
                  <a:pt x="130851" y="49069"/>
                </a:lnTo>
                <a:lnTo>
                  <a:pt x="130851" y="52340"/>
                </a:lnTo>
                <a:lnTo>
                  <a:pt x="114494" y="52340"/>
                </a:lnTo>
                <a:lnTo>
                  <a:pt x="114494" y="49069"/>
                </a:lnTo>
                <a:lnTo>
                  <a:pt x="107952" y="49069"/>
                </a:lnTo>
                <a:lnTo>
                  <a:pt x="107952" y="45798"/>
                </a:lnTo>
                <a:lnTo>
                  <a:pt x="104681" y="45798"/>
                </a:lnTo>
                <a:lnTo>
                  <a:pt x="104681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81782" y="42526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75239" y="68697"/>
                </a:lnTo>
                <a:lnTo>
                  <a:pt x="75239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81782" y="75239"/>
                </a:lnTo>
                <a:lnTo>
                  <a:pt x="81782" y="81782"/>
                </a:lnTo>
                <a:lnTo>
                  <a:pt x="85053" y="81782"/>
                </a:lnTo>
                <a:lnTo>
                  <a:pt x="85053" y="91595"/>
                </a:lnTo>
                <a:lnTo>
                  <a:pt x="81782" y="91595"/>
                </a:lnTo>
                <a:lnTo>
                  <a:pt x="81782" y="98138"/>
                </a:lnTo>
                <a:lnTo>
                  <a:pt x="78510" y="98138"/>
                </a:lnTo>
                <a:lnTo>
                  <a:pt x="78510" y="101409"/>
                </a:lnTo>
                <a:lnTo>
                  <a:pt x="75239" y="101409"/>
                </a:lnTo>
                <a:lnTo>
                  <a:pt x="75239" y="104681"/>
                </a:lnTo>
                <a:lnTo>
                  <a:pt x="68697" y="104681"/>
                </a:lnTo>
                <a:lnTo>
                  <a:pt x="68697" y="107952"/>
                </a:lnTo>
                <a:lnTo>
                  <a:pt x="16356" y="107952"/>
                </a:lnTo>
                <a:lnTo>
                  <a:pt x="16356" y="104681"/>
                </a:lnTo>
                <a:lnTo>
                  <a:pt x="9814" y="104681"/>
                </a:lnTo>
                <a:lnTo>
                  <a:pt x="9814" y="101409"/>
                </a:lnTo>
                <a:lnTo>
                  <a:pt x="6543" y="101409"/>
                </a:lnTo>
                <a:lnTo>
                  <a:pt x="6543" y="98138"/>
                </a:lnTo>
                <a:lnTo>
                  <a:pt x="3271" y="98138"/>
                </a:lnTo>
                <a:lnTo>
                  <a:pt x="3271" y="91595"/>
                </a:lnTo>
                <a:lnTo>
                  <a:pt x="0" y="91595"/>
                </a:lnTo>
                <a:lnTo>
                  <a:pt x="0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2526" y="26170"/>
                </a:lnTo>
                <a:lnTo>
                  <a:pt x="42526" y="29441"/>
                </a:lnTo>
                <a:lnTo>
                  <a:pt x="45798" y="29441"/>
                </a:lnTo>
                <a:lnTo>
                  <a:pt x="45798" y="26170"/>
                </a:lnTo>
                <a:lnTo>
                  <a:pt x="55612" y="26170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isible source SEC-093 inset-1 region 482">
            <a:extLst xmlns:a="http://schemas.openxmlformats.org/drawingml/2006/main">
              <a:ext uri="{FF2B5EF4-FFF2-40B4-BE49-F238E27FC236}">
                <a16:creationId xmlns:a16="http://schemas.microsoft.com/office/drawing/2014/main" id="{CB1F5E11-9E46-43A2-AA80-EF52C52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98" y="2100316"/>
            <a:ext cx="75239" cy="42526"/>
          </a:xfrm>
          <a:custGeom xmlns:a="http://schemas.openxmlformats.org/drawingml/2006/main">
            <a:pathLst>
              <a:path w="7523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isible source SEC-093 inset-1 region 483">
            <a:extLst xmlns:a="http://schemas.openxmlformats.org/drawingml/2006/main">
              <a:ext uri="{FF2B5EF4-FFF2-40B4-BE49-F238E27FC236}">
                <a16:creationId xmlns:a16="http://schemas.microsoft.com/office/drawing/2014/main" id="{1DB15DB2-43C8-4808-A82B-8189892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806" y="2208268"/>
            <a:ext cx="261701" cy="75239"/>
          </a:xfrm>
          <a:custGeom xmlns:a="http://schemas.openxmlformats.org/drawingml/2006/main">
            <a:pathLst>
              <a:path w="261701" h="75239">
                <a:moveTo>
                  <a:pt x="0" y="19628"/>
                </a:move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19628"/>
                </a:lnTo>
                <a:lnTo>
                  <a:pt x="85053" y="19628"/>
                </a:lnTo>
                <a:lnTo>
                  <a:pt x="85053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94867" y="26170"/>
                </a:lnTo>
                <a:lnTo>
                  <a:pt x="94867" y="22899"/>
                </a:lnTo>
                <a:lnTo>
                  <a:pt x="98138" y="22899"/>
                </a:lnTo>
                <a:lnTo>
                  <a:pt x="98138" y="19628"/>
                </a:lnTo>
                <a:lnTo>
                  <a:pt x="104681" y="19628"/>
                </a:lnTo>
                <a:lnTo>
                  <a:pt x="104681" y="16356"/>
                </a:lnTo>
                <a:lnTo>
                  <a:pt x="121037" y="16356"/>
                </a:lnTo>
                <a:lnTo>
                  <a:pt x="121037" y="19628"/>
                </a:lnTo>
                <a:lnTo>
                  <a:pt x="127579" y="19628"/>
                </a:lnTo>
                <a:lnTo>
                  <a:pt x="127579" y="16356"/>
                </a:lnTo>
                <a:lnTo>
                  <a:pt x="137393" y="16356"/>
                </a:lnTo>
                <a:lnTo>
                  <a:pt x="137393" y="9814"/>
                </a:lnTo>
                <a:lnTo>
                  <a:pt x="140664" y="9814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0"/>
                </a:lnTo>
                <a:lnTo>
                  <a:pt x="199547" y="0"/>
                </a:lnTo>
                <a:lnTo>
                  <a:pt x="199547" y="3271"/>
                </a:lnTo>
                <a:lnTo>
                  <a:pt x="225717" y="3271"/>
                </a:lnTo>
                <a:lnTo>
                  <a:pt x="225717" y="6543"/>
                </a:lnTo>
                <a:lnTo>
                  <a:pt x="235531" y="6543"/>
                </a:lnTo>
                <a:lnTo>
                  <a:pt x="235531" y="3271"/>
                </a:lnTo>
                <a:lnTo>
                  <a:pt x="245345" y="3271"/>
                </a:lnTo>
                <a:lnTo>
                  <a:pt x="245345" y="6543"/>
                </a:lnTo>
                <a:lnTo>
                  <a:pt x="251887" y="6543"/>
                </a:lnTo>
                <a:lnTo>
                  <a:pt x="251887" y="9814"/>
                </a:lnTo>
                <a:lnTo>
                  <a:pt x="255159" y="9814"/>
                </a:lnTo>
                <a:lnTo>
                  <a:pt x="255159" y="13085"/>
                </a:lnTo>
                <a:lnTo>
                  <a:pt x="258430" y="13085"/>
                </a:lnTo>
                <a:lnTo>
                  <a:pt x="258430" y="19628"/>
                </a:lnTo>
                <a:lnTo>
                  <a:pt x="261701" y="19628"/>
                </a:lnTo>
                <a:lnTo>
                  <a:pt x="261701" y="29441"/>
                </a:lnTo>
                <a:lnTo>
                  <a:pt x="258430" y="29441"/>
                </a:lnTo>
                <a:lnTo>
                  <a:pt x="258430" y="35984"/>
                </a:lnTo>
                <a:lnTo>
                  <a:pt x="255159" y="35984"/>
                </a:lnTo>
                <a:lnTo>
                  <a:pt x="255159" y="39255"/>
                </a:lnTo>
                <a:lnTo>
                  <a:pt x="251887" y="39255"/>
                </a:lnTo>
                <a:lnTo>
                  <a:pt x="251887" y="42526"/>
                </a:lnTo>
                <a:lnTo>
                  <a:pt x="245345" y="42526"/>
                </a:lnTo>
                <a:lnTo>
                  <a:pt x="245345" y="45798"/>
                </a:lnTo>
                <a:lnTo>
                  <a:pt x="235531" y="45798"/>
                </a:lnTo>
                <a:lnTo>
                  <a:pt x="235531" y="42526"/>
                </a:lnTo>
                <a:lnTo>
                  <a:pt x="225717" y="42526"/>
                </a:lnTo>
                <a:lnTo>
                  <a:pt x="225717" y="45798"/>
                </a:lnTo>
                <a:lnTo>
                  <a:pt x="202818" y="45798"/>
                </a:lnTo>
                <a:lnTo>
                  <a:pt x="202818" y="42526"/>
                </a:lnTo>
                <a:lnTo>
                  <a:pt x="170106" y="42526"/>
                </a:lnTo>
                <a:lnTo>
                  <a:pt x="170106" y="49069"/>
                </a:lnTo>
                <a:lnTo>
                  <a:pt x="166835" y="49069"/>
                </a:lnTo>
                <a:lnTo>
                  <a:pt x="166835" y="52340"/>
                </a:lnTo>
                <a:lnTo>
                  <a:pt x="163563" y="52340"/>
                </a:lnTo>
                <a:lnTo>
                  <a:pt x="163563" y="55612"/>
                </a:lnTo>
                <a:lnTo>
                  <a:pt x="157021" y="55612"/>
                </a:lnTo>
                <a:lnTo>
                  <a:pt x="157021" y="58883"/>
                </a:lnTo>
                <a:lnTo>
                  <a:pt x="127579" y="58883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68697"/>
                </a:lnTo>
                <a:lnTo>
                  <a:pt x="117766" y="68697"/>
                </a:lnTo>
                <a:lnTo>
                  <a:pt x="117766" y="71968"/>
                </a:lnTo>
                <a:lnTo>
                  <a:pt x="114494" y="71968"/>
                </a:lnTo>
                <a:lnTo>
                  <a:pt x="114494" y="75239"/>
                </a:lnTo>
                <a:lnTo>
                  <a:pt x="62154" y="75239"/>
                </a:lnTo>
                <a:lnTo>
                  <a:pt x="62154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52340" y="68697"/>
                </a:lnTo>
                <a:lnTo>
                  <a:pt x="52340" y="62154"/>
                </a:lnTo>
                <a:lnTo>
                  <a:pt x="49069" y="62154"/>
                </a:lnTo>
                <a:lnTo>
                  <a:pt x="49069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isible source SEC-093 inset-1 region 484">
            <a:extLst xmlns:a="http://schemas.openxmlformats.org/drawingml/2006/main">
              <a:ext uri="{FF2B5EF4-FFF2-40B4-BE49-F238E27FC236}">
                <a16:creationId xmlns:a16="http://schemas.microsoft.com/office/drawing/2014/main" id="{F8E17FE0-70C8-4F80-9C11-F167663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280" y="2303135"/>
            <a:ext cx="255159" cy="117766"/>
          </a:xfrm>
          <a:custGeom xmlns:a="http://schemas.openxmlformats.org/drawingml/2006/main">
            <a:pathLst>
              <a:path w="255159" h="117766">
                <a:moveTo>
                  <a:pt x="45798" y="29441"/>
                </a:moveTo>
                <a:lnTo>
                  <a:pt x="45798" y="13085"/>
                </a:lnTo>
                <a:lnTo>
                  <a:pt x="49069" y="13085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47207" y="3271"/>
                </a:lnTo>
                <a:lnTo>
                  <a:pt x="147207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13085"/>
                </a:lnTo>
                <a:lnTo>
                  <a:pt x="160292" y="13085"/>
                </a:lnTo>
                <a:lnTo>
                  <a:pt x="160292" y="16356"/>
                </a:lnTo>
                <a:lnTo>
                  <a:pt x="163563" y="16356"/>
                </a:lnTo>
                <a:lnTo>
                  <a:pt x="163563" y="22899"/>
                </a:lnTo>
                <a:lnTo>
                  <a:pt x="196276" y="22899"/>
                </a:lnTo>
                <a:lnTo>
                  <a:pt x="196276" y="26170"/>
                </a:lnTo>
                <a:lnTo>
                  <a:pt x="202818" y="26170"/>
                </a:lnTo>
                <a:lnTo>
                  <a:pt x="202818" y="29441"/>
                </a:lnTo>
                <a:lnTo>
                  <a:pt x="206090" y="29441"/>
                </a:lnTo>
                <a:lnTo>
                  <a:pt x="206090" y="32713"/>
                </a:lnTo>
                <a:lnTo>
                  <a:pt x="209361" y="32713"/>
                </a:lnTo>
                <a:lnTo>
                  <a:pt x="209361" y="39255"/>
                </a:lnTo>
                <a:lnTo>
                  <a:pt x="212632" y="39255"/>
                </a:lnTo>
                <a:lnTo>
                  <a:pt x="212632" y="42526"/>
                </a:lnTo>
                <a:lnTo>
                  <a:pt x="242074" y="42526"/>
                </a:lnTo>
                <a:lnTo>
                  <a:pt x="242074" y="45798"/>
                </a:lnTo>
                <a:lnTo>
                  <a:pt x="248616" y="45798"/>
                </a:lnTo>
                <a:lnTo>
                  <a:pt x="248616" y="49069"/>
                </a:lnTo>
                <a:lnTo>
                  <a:pt x="251887" y="49069"/>
                </a:lnTo>
                <a:lnTo>
                  <a:pt x="251887" y="55612"/>
                </a:lnTo>
                <a:lnTo>
                  <a:pt x="255159" y="55612"/>
                </a:lnTo>
                <a:lnTo>
                  <a:pt x="255159" y="71968"/>
                </a:lnTo>
                <a:lnTo>
                  <a:pt x="251887" y="71968"/>
                </a:lnTo>
                <a:lnTo>
                  <a:pt x="251887" y="78510"/>
                </a:lnTo>
                <a:lnTo>
                  <a:pt x="248616" y="78510"/>
                </a:lnTo>
                <a:lnTo>
                  <a:pt x="248616" y="81782"/>
                </a:lnTo>
                <a:lnTo>
                  <a:pt x="242074" y="81782"/>
                </a:lnTo>
                <a:lnTo>
                  <a:pt x="242074" y="85053"/>
                </a:lnTo>
                <a:lnTo>
                  <a:pt x="193005" y="85053"/>
                </a:lnTo>
                <a:lnTo>
                  <a:pt x="193005" y="81782"/>
                </a:lnTo>
                <a:lnTo>
                  <a:pt x="186462" y="81782"/>
                </a:lnTo>
                <a:lnTo>
                  <a:pt x="186462" y="78510"/>
                </a:lnTo>
                <a:lnTo>
                  <a:pt x="183191" y="78510"/>
                </a:lnTo>
                <a:lnTo>
                  <a:pt x="183191" y="75239"/>
                </a:lnTo>
                <a:lnTo>
                  <a:pt x="179920" y="75239"/>
                </a:lnTo>
                <a:lnTo>
                  <a:pt x="179920" y="68697"/>
                </a:lnTo>
                <a:lnTo>
                  <a:pt x="176648" y="68697"/>
                </a:lnTo>
                <a:lnTo>
                  <a:pt x="176648" y="65425"/>
                </a:lnTo>
                <a:lnTo>
                  <a:pt x="150478" y="65425"/>
                </a:lnTo>
                <a:lnTo>
                  <a:pt x="150478" y="62154"/>
                </a:lnTo>
                <a:lnTo>
                  <a:pt x="143936" y="62154"/>
                </a:lnTo>
                <a:lnTo>
                  <a:pt x="143936" y="58883"/>
                </a:lnTo>
                <a:lnTo>
                  <a:pt x="140664" y="58883"/>
                </a:lnTo>
                <a:lnTo>
                  <a:pt x="140664" y="55612"/>
                </a:lnTo>
                <a:lnTo>
                  <a:pt x="137393" y="55612"/>
                </a:lnTo>
                <a:lnTo>
                  <a:pt x="137393" y="49069"/>
                </a:lnTo>
                <a:lnTo>
                  <a:pt x="134122" y="49069"/>
                </a:lnTo>
                <a:lnTo>
                  <a:pt x="134122" y="45798"/>
                </a:lnTo>
                <a:lnTo>
                  <a:pt x="111223" y="45798"/>
                </a:lnTo>
                <a:lnTo>
                  <a:pt x="111223" y="42526"/>
                </a:lnTo>
                <a:lnTo>
                  <a:pt x="78510" y="42526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71968" y="68697"/>
                </a:lnTo>
                <a:lnTo>
                  <a:pt x="71968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71968" y="81782"/>
                </a:lnTo>
                <a:lnTo>
                  <a:pt x="71968" y="88324"/>
                </a:lnTo>
                <a:lnTo>
                  <a:pt x="75239" y="88324"/>
                </a:lnTo>
                <a:lnTo>
                  <a:pt x="75239" y="104681"/>
                </a:lnTo>
                <a:lnTo>
                  <a:pt x="71968" y="104681"/>
                </a:lnTo>
                <a:lnTo>
                  <a:pt x="71968" y="111223"/>
                </a:lnTo>
                <a:lnTo>
                  <a:pt x="68697" y="111223"/>
                </a:lnTo>
                <a:lnTo>
                  <a:pt x="68697" y="114494"/>
                </a:lnTo>
                <a:lnTo>
                  <a:pt x="62154" y="114494"/>
                </a:lnTo>
                <a:lnTo>
                  <a:pt x="62154" y="117766"/>
                </a:lnTo>
                <a:lnTo>
                  <a:pt x="16356" y="117766"/>
                </a:lnTo>
                <a:lnTo>
                  <a:pt x="16356" y="114494"/>
                </a:lnTo>
                <a:lnTo>
                  <a:pt x="9814" y="114494"/>
                </a:lnTo>
                <a:lnTo>
                  <a:pt x="9814" y="111223"/>
                </a:lnTo>
                <a:lnTo>
                  <a:pt x="6543" y="111223"/>
                </a:lnTo>
                <a:lnTo>
                  <a:pt x="6543" y="107952"/>
                </a:lnTo>
                <a:lnTo>
                  <a:pt x="3271" y="107952"/>
                </a:lnTo>
                <a:lnTo>
                  <a:pt x="3271" y="101409"/>
                </a:lnTo>
                <a:lnTo>
                  <a:pt x="0" y="101409"/>
                </a:lnTo>
                <a:lnTo>
                  <a:pt x="0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16356" y="78510"/>
                </a:lnTo>
                <a:lnTo>
                  <a:pt x="16356" y="71968"/>
                </a:lnTo>
                <a:lnTo>
                  <a:pt x="13085" y="71968"/>
                </a:lnTo>
                <a:lnTo>
                  <a:pt x="13085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19628" y="35984"/>
                </a:lnTo>
                <a:lnTo>
                  <a:pt x="19628" y="32713"/>
                </a:lnTo>
                <a:lnTo>
                  <a:pt x="49069" y="32713"/>
                </a:lnTo>
                <a:lnTo>
                  <a:pt x="49069" y="29441"/>
                </a:lnTo>
                <a:lnTo>
                  <a:pt x="45798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isible source SEC-093 inset-1 region 485">
            <a:extLst xmlns:a="http://schemas.openxmlformats.org/drawingml/2006/main">
              <a:ext uri="{FF2B5EF4-FFF2-40B4-BE49-F238E27FC236}">
                <a16:creationId xmlns:a16="http://schemas.microsoft.com/office/drawing/2014/main" id="{F812D407-D03F-4DDA-B929-A973ECD5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008" y="2407815"/>
            <a:ext cx="399094" cy="193005"/>
          </a:xfrm>
          <a:custGeom xmlns:a="http://schemas.openxmlformats.org/drawingml/2006/main">
            <a:pathLst>
              <a:path w="399094" h="193005">
                <a:moveTo>
                  <a:pt x="49069" y="42526"/>
                </a:moveTo>
                <a:lnTo>
                  <a:pt x="49069" y="32713"/>
                </a:lnTo>
                <a:lnTo>
                  <a:pt x="52340" y="32713"/>
                </a:lnTo>
                <a:lnTo>
                  <a:pt x="52340" y="26170"/>
                </a:lnTo>
                <a:lnTo>
                  <a:pt x="55612" y="26170"/>
                </a:lnTo>
                <a:lnTo>
                  <a:pt x="55612" y="22899"/>
                </a:lnTo>
                <a:lnTo>
                  <a:pt x="58883" y="22899"/>
                </a:lnTo>
                <a:lnTo>
                  <a:pt x="58883" y="19628"/>
                </a:lnTo>
                <a:lnTo>
                  <a:pt x="65425" y="19628"/>
                </a:lnTo>
                <a:lnTo>
                  <a:pt x="65425" y="16356"/>
                </a:lnTo>
                <a:lnTo>
                  <a:pt x="111223" y="16356"/>
                </a:lnTo>
                <a:lnTo>
                  <a:pt x="111223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7579" y="32713"/>
                </a:lnTo>
                <a:lnTo>
                  <a:pt x="127579" y="35984"/>
                </a:lnTo>
                <a:lnTo>
                  <a:pt x="137393" y="35984"/>
                </a:lnTo>
                <a:lnTo>
                  <a:pt x="137393" y="29441"/>
                </a:lnTo>
                <a:lnTo>
                  <a:pt x="140664" y="29441"/>
                </a:lnTo>
                <a:lnTo>
                  <a:pt x="140664" y="26170"/>
                </a:lnTo>
                <a:lnTo>
                  <a:pt x="143936" y="26170"/>
                </a:lnTo>
                <a:lnTo>
                  <a:pt x="143936" y="22899"/>
                </a:lnTo>
                <a:lnTo>
                  <a:pt x="150478" y="22899"/>
                </a:lnTo>
                <a:lnTo>
                  <a:pt x="150478" y="19628"/>
                </a:lnTo>
                <a:lnTo>
                  <a:pt x="179920" y="19628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48616" y="0"/>
                </a:lnTo>
                <a:lnTo>
                  <a:pt x="248616" y="3271"/>
                </a:lnTo>
                <a:lnTo>
                  <a:pt x="255159" y="3271"/>
                </a:lnTo>
                <a:lnTo>
                  <a:pt x="255159" y="6543"/>
                </a:lnTo>
                <a:lnTo>
                  <a:pt x="258430" y="6543"/>
                </a:lnTo>
                <a:lnTo>
                  <a:pt x="258430" y="13085"/>
                </a:lnTo>
                <a:lnTo>
                  <a:pt x="261701" y="13085"/>
                </a:lnTo>
                <a:lnTo>
                  <a:pt x="261701" y="19628"/>
                </a:lnTo>
                <a:lnTo>
                  <a:pt x="287871" y="19628"/>
                </a:lnTo>
                <a:lnTo>
                  <a:pt x="287871" y="22899"/>
                </a:lnTo>
                <a:lnTo>
                  <a:pt x="294414" y="22899"/>
                </a:lnTo>
                <a:lnTo>
                  <a:pt x="294414" y="26170"/>
                </a:lnTo>
                <a:lnTo>
                  <a:pt x="297685" y="26170"/>
                </a:lnTo>
                <a:lnTo>
                  <a:pt x="297685" y="29441"/>
                </a:lnTo>
                <a:lnTo>
                  <a:pt x="300956" y="29441"/>
                </a:lnTo>
                <a:lnTo>
                  <a:pt x="300956" y="35984"/>
                </a:lnTo>
                <a:lnTo>
                  <a:pt x="304228" y="35984"/>
                </a:lnTo>
                <a:lnTo>
                  <a:pt x="304228" y="45798"/>
                </a:lnTo>
                <a:lnTo>
                  <a:pt x="300956" y="45798"/>
                </a:lnTo>
                <a:lnTo>
                  <a:pt x="300956" y="52340"/>
                </a:lnTo>
                <a:lnTo>
                  <a:pt x="297685" y="52340"/>
                </a:lnTo>
                <a:lnTo>
                  <a:pt x="297685" y="55612"/>
                </a:lnTo>
                <a:lnTo>
                  <a:pt x="294414" y="55612"/>
                </a:lnTo>
                <a:lnTo>
                  <a:pt x="294414" y="58883"/>
                </a:lnTo>
                <a:lnTo>
                  <a:pt x="333669" y="58883"/>
                </a:lnTo>
                <a:lnTo>
                  <a:pt x="333669" y="62154"/>
                </a:lnTo>
                <a:lnTo>
                  <a:pt x="336940" y="62154"/>
                </a:lnTo>
                <a:lnTo>
                  <a:pt x="336940" y="65425"/>
                </a:lnTo>
                <a:lnTo>
                  <a:pt x="340212" y="65425"/>
                </a:lnTo>
                <a:lnTo>
                  <a:pt x="340212" y="68697"/>
                </a:lnTo>
                <a:lnTo>
                  <a:pt x="343483" y="68697"/>
                </a:lnTo>
                <a:lnTo>
                  <a:pt x="343483" y="71968"/>
                </a:lnTo>
                <a:lnTo>
                  <a:pt x="346754" y="71968"/>
                </a:lnTo>
                <a:lnTo>
                  <a:pt x="346754" y="78510"/>
                </a:lnTo>
                <a:lnTo>
                  <a:pt x="350025" y="78510"/>
                </a:lnTo>
                <a:lnTo>
                  <a:pt x="350025" y="85053"/>
                </a:lnTo>
                <a:lnTo>
                  <a:pt x="353297" y="85053"/>
                </a:lnTo>
                <a:lnTo>
                  <a:pt x="353297" y="98138"/>
                </a:lnTo>
                <a:lnTo>
                  <a:pt x="382738" y="98138"/>
                </a:lnTo>
                <a:lnTo>
                  <a:pt x="382738" y="101409"/>
                </a:lnTo>
                <a:lnTo>
                  <a:pt x="389281" y="101409"/>
                </a:lnTo>
                <a:lnTo>
                  <a:pt x="389281" y="104681"/>
                </a:lnTo>
                <a:lnTo>
                  <a:pt x="392552" y="104681"/>
                </a:lnTo>
                <a:lnTo>
                  <a:pt x="392552" y="107952"/>
                </a:lnTo>
                <a:lnTo>
                  <a:pt x="395823" y="107952"/>
                </a:lnTo>
                <a:lnTo>
                  <a:pt x="395823" y="114494"/>
                </a:lnTo>
                <a:lnTo>
                  <a:pt x="399094" y="114494"/>
                </a:lnTo>
                <a:lnTo>
                  <a:pt x="399094" y="124308"/>
                </a:lnTo>
                <a:lnTo>
                  <a:pt x="395823" y="124308"/>
                </a:lnTo>
                <a:lnTo>
                  <a:pt x="395823" y="130851"/>
                </a:lnTo>
                <a:lnTo>
                  <a:pt x="392552" y="130851"/>
                </a:lnTo>
                <a:lnTo>
                  <a:pt x="392552" y="134122"/>
                </a:lnTo>
                <a:lnTo>
                  <a:pt x="389281" y="134122"/>
                </a:lnTo>
                <a:lnTo>
                  <a:pt x="389281" y="137393"/>
                </a:lnTo>
                <a:lnTo>
                  <a:pt x="382738" y="137393"/>
                </a:lnTo>
                <a:lnTo>
                  <a:pt x="382738" y="140664"/>
                </a:lnTo>
                <a:lnTo>
                  <a:pt x="336940" y="140664"/>
                </a:lnTo>
                <a:lnTo>
                  <a:pt x="336940" y="137393"/>
                </a:lnTo>
                <a:lnTo>
                  <a:pt x="333669" y="137393"/>
                </a:lnTo>
                <a:lnTo>
                  <a:pt x="333669" y="134122"/>
                </a:lnTo>
                <a:lnTo>
                  <a:pt x="330398" y="134122"/>
                </a:lnTo>
                <a:lnTo>
                  <a:pt x="330398" y="130851"/>
                </a:lnTo>
                <a:lnTo>
                  <a:pt x="327127" y="130851"/>
                </a:lnTo>
                <a:lnTo>
                  <a:pt x="327127" y="124308"/>
                </a:lnTo>
                <a:lnTo>
                  <a:pt x="323855" y="124308"/>
                </a:lnTo>
                <a:lnTo>
                  <a:pt x="323855" y="114494"/>
                </a:lnTo>
                <a:lnTo>
                  <a:pt x="310770" y="114494"/>
                </a:lnTo>
                <a:lnTo>
                  <a:pt x="310770" y="130851"/>
                </a:lnTo>
                <a:lnTo>
                  <a:pt x="307499" y="130851"/>
                </a:lnTo>
                <a:lnTo>
                  <a:pt x="307499" y="134122"/>
                </a:lnTo>
                <a:lnTo>
                  <a:pt x="304228" y="134122"/>
                </a:lnTo>
                <a:lnTo>
                  <a:pt x="304228" y="137393"/>
                </a:lnTo>
                <a:lnTo>
                  <a:pt x="300956" y="137393"/>
                </a:lnTo>
                <a:lnTo>
                  <a:pt x="300956" y="140664"/>
                </a:lnTo>
                <a:lnTo>
                  <a:pt x="294414" y="140664"/>
                </a:lnTo>
                <a:lnTo>
                  <a:pt x="294414" y="143936"/>
                </a:lnTo>
                <a:lnTo>
                  <a:pt x="258430" y="143936"/>
                </a:lnTo>
                <a:lnTo>
                  <a:pt x="258430" y="147207"/>
                </a:lnTo>
                <a:lnTo>
                  <a:pt x="261701" y="147207"/>
                </a:lnTo>
                <a:lnTo>
                  <a:pt x="261701" y="150478"/>
                </a:lnTo>
                <a:lnTo>
                  <a:pt x="264973" y="150478"/>
                </a:lnTo>
                <a:lnTo>
                  <a:pt x="264973" y="166835"/>
                </a:lnTo>
                <a:lnTo>
                  <a:pt x="261701" y="166835"/>
                </a:lnTo>
                <a:lnTo>
                  <a:pt x="261701" y="170106"/>
                </a:lnTo>
                <a:lnTo>
                  <a:pt x="258430" y="170106"/>
                </a:lnTo>
                <a:lnTo>
                  <a:pt x="258430" y="173377"/>
                </a:lnTo>
                <a:lnTo>
                  <a:pt x="255159" y="173377"/>
                </a:lnTo>
                <a:lnTo>
                  <a:pt x="255159" y="176648"/>
                </a:lnTo>
                <a:lnTo>
                  <a:pt x="251887" y="176648"/>
                </a:lnTo>
                <a:lnTo>
                  <a:pt x="251887" y="179920"/>
                </a:lnTo>
                <a:lnTo>
                  <a:pt x="193005" y="179920"/>
                </a:lnTo>
                <a:lnTo>
                  <a:pt x="193005" y="176648"/>
                </a:lnTo>
                <a:lnTo>
                  <a:pt x="189733" y="176648"/>
                </a:lnTo>
                <a:lnTo>
                  <a:pt x="189733" y="173377"/>
                </a:lnTo>
                <a:lnTo>
                  <a:pt x="186462" y="173377"/>
                </a:lnTo>
                <a:lnTo>
                  <a:pt x="186462" y="170106"/>
                </a:lnTo>
                <a:lnTo>
                  <a:pt x="183191" y="170106"/>
                </a:lnTo>
                <a:lnTo>
                  <a:pt x="183191" y="163563"/>
                </a:lnTo>
                <a:lnTo>
                  <a:pt x="150478" y="163563"/>
                </a:lnTo>
                <a:lnTo>
                  <a:pt x="150478" y="160292"/>
                </a:lnTo>
                <a:lnTo>
                  <a:pt x="143936" y="160292"/>
                </a:lnTo>
                <a:lnTo>
                  <a:pt x="143936" y="157021"/>
                </a:lnTo>
                <a:lnTo>
                  <a:pt x="140664" y="157021"/>
                </a:lnTo>
                <a:lnTo>
                  <a:pt x="140664" y="153750"/>
                </a:lnTo>
                <a:lnTo>
                  <a:pt x="137393" y="153750"/>
                </a:lnTo>
                <a:lnTo>
                  <a:pt x="137393" y="147207"/>
                </a:lnTo>
                <a:lnTo>
                  <a:pt x="134122" y="147207"/>
                </a:lnTo>
                <a:lnTo>
                  <a:pt x="134122" y="143936"/>
                </a:lnTo>
                <a:lnTo>
                  <a:pt x="124308" y="143936"/>
                </a:lnTo>
                <a:lnTo>
                  <a:pt x="124308" y="147207"/>
                </a:lnTo>
                <a:lnTo>
                  <a:pt x="121037" y="147207"/>
                </a:lnTo>
                <a:lnTo>
                  <a:pt x="121037" y="150478"/>
                </a:lnTo>
                <a:lnTo>
                  <a:pt x="114494" y="150478"/>
                </a:lnTo>
                <a:lnTo>
                  <a:pt x="114494" y="153750"/>
                </a:lnTo>
                <a:lnTo>
                  <a:pt x="78510" y="153750"/>
                </a:lnTo>
                <a:lnTo>
                  <a:pt x="78510" y="150478"/>
                </a:lnTo>
                <a:lnTo>
                  <a:pt x="75239" y="150478"/>
                </a:lnTo>
                <a:lnTo>
                  <a:pt x="75239" y="157021"/>
                </a:lnTo>
                <a:lnTo>
                  <a:pt x="78510" y="157021"/>
                </a:lnTo>
                <a:lnTo>
                  <a:pt x="78510" y="160292"/>
                </a:lnTo>
                <a:lnTo>
                  <a:pt x="81782" y="160292"/>
                </a:lnTo>
                <a:lnTo>
                  <a:pt x="81782" y="166835"/>
                </a:lnTo>
                <a:lnTo>
                  <a:pt x="85053" y="166835"/>
                </a:lnTo>
                <a:lnTo>
                  <a:pt x="85053" y="176648"/>
                </a:lnTo>
                <a:lnTo>
                  <a:pt x="81782" y="176648"/>
                </a:lnTo>
                <a:lnTo>
                  <a:pt x="81782" y="183191"/>
                </a:lnTo>
                <a:lnTo>
                  <a:pt x="78510" y="183191"/>
                </a:lnTo>
                <a:lnTo>
                  <a:pt x="78510" y="186462"/>
                </a:lnTo>
                <a:lnTo>
                  <a:pt x="75239" y="186462"/>
                </a:lnTo>
                <a:lnTo>
                  <a:pt x="75239" y="189733"/>
                </a:lnTo>
                <a:lnTo>
                  <a:pt x="68697" y="189733"/>
                </a:lnTo>
                <a:lnTo>
                  <a:pt x="68697" y="193005"/>
                </a:lnTo>
                <a:lnTo>
                  <a:pt x="16356" y="193005"/>
                </a:lnTo>
                <a:lnTo>
                  <a:pt x="16356" y="189733"/>
                </a:lnTo>
                <a:lnTo>
                  <a:pt x="9814" y="189733"/>
                </a:lnTo>
                <a:lnTo>
                  <a:pt x="9814" y="186462"/>
                </a:lnTo>
                <a:lnTo>
                  <a:pt x="6543" y="186462"/>
                </a:lnTo>
                <a:lnTo>
                  <a:pt x="6543" y="183191"/>
                </a:lnTo>
                <a:lnTo>
                  <a:pt x="3271" y="183191"/>
                </a:lnTo>
                <a:lnTo>
                  <a:pt x="3271" y="176648"/>
                </a:lnTo>
                <a:lnTo>
                  <a:pt x="0" y="176648"/>
                </a:lnTo>
                <a:lnTo>
                  <a:pt x="0" y="166835"/>
                </a:lnTo>
                <a:lnTo>
                  <a:pt x="3271" y="166835"/>
                </a:lnTo>
                <a:lnTo>
                  <a:pt x="3271" y="160292"/>
                </a:lnTo>
                <a:lnTo>
                  <a:pt x="6543" y="160292"/>
                </a:lnTo>
                <a:lnTo>
                  <a:pt x="6543" y="157021"/>
                </a:lnTo>
                <a:lnTo>
                  <a:pt x="9814" y="157021"/>
                </a:lnTo>
                <a:lnTo>
                  <a:pt x="9814" y="153750"/>
                </a:lnTo>
                <a:lnTo>
                  <a:pt x="16356" y="153750"/>
                </a:lnTo>
                <a:lnTo>
                  <a:pt x="16356" y="150478"/>
                </a:lnTo>
                <a:lnTo>
                  <a:pt x="52340" y="150478"/>
                </a:lnTo>
                <a:lnTo>
                  <a:pt x="52340" y="147207"/>
                </a:lnTo>
                <a:lnTo>
                  <a:pt x="49069" y="147207"/>
                </a:lnTo>
                <a:lnTo>
                  <a:pt x="49069" y="140664"/>
                </a:lnTo>
                <a:lnTo>
                  <a:pt x="45798" y="140664"/>
                </a:lnTo>
                <a:lnTo>
                  <a:pt x="45798" y="124308"/>
                </a:lnTo>
                <a:lnTo>
                  <a:pt x="49069" y="124308"/>
                </a:lnTo>
                <a:lnTo>
                  <a:pt x="49069" y="117766"/>
                </a:lnTo>
                <a:lnTo>
                  <a:pt x="52340" y="117766"/>
                </a:lnTo>
                <a:lnTo>
                  <a:pt x="52340" y="114494"/>
                </a:lnTo>
                <a:lnTo>
                  <a:pt x="58883" y="114494"/>
                </a:lnTo>
                <a:lnTo>
                  <a:pt x="58883" y="111223"/>
                </a:lnTo>
                <a:lnTo>
                  <a:pt x="75239" y="111223"/>
                </a:lnTo>
                <a:lnTo>
                  <a:pt x="75239" y="114494"/>
                </a:lnTo>
                <a:lnTo>
                  <a:pt x="78510" y="114494"/>
                </a:lnTo>
                <a:lnTo>
                  <a:pt x="78510" y="111223"/>
                </a:lnTo>
                <a:lnTo>
                  <a:pt x="98138" y="111223"/>
                </a:lnTo>
                <a:lnTo>
                  <a:pt x="98138" y="107952"/>
                </a:lnTo>
                <a:lnTo>
                  <a:pt x="101409" y="107952"/>
                </a:lnTo>
                <a:lnTo>
                  <a:pt x="101409" y="104681"/>
                </a:lnTo>
                <a:lnTo>
                  <a:pt x="107952" y="104681"/>
                </a:lnTo>
                <a:lnTo>
                  <a:pt x="107952" y="101409"/>
                </a:lnTo>
                <a:lnTo>
                  <a:pt x="117766" y="101409"/>
                </a:lnTo>
                <a:lnTo>
                  <a:pt x="117766" y="104681"/>
                </a:lnTo>
                <a:lnTo>
                  <a:pt x="124308" y="104681"/>
                </a:lnTo>
                <a:lnTo>
                  <a:pt x="124308" y="101409"/>
                </a:lnTo>
                <a:lnTo>
                  <a:pt x="157021" y="101409"/>
                </a:lnTo>
                <a:lnTo>
                  <a:pt x="157021" y="104681"/>
                </a:lnTo>
                <a:lnTo>
                  <a:pt x="163563" y="104681"/>
                </a:lnTo>
                <a:lnTo>
                  <a:pt x="163563" y="107952"/>
                </a:lnTo>
                <a:lnTo>
                  <a:pt x="166835" y="107952"/>
                </a:lnTo>
                <a:lnTo>
                  <a:pt x="166835" y="111223"/>
                </a:lnTo>
                <a:lnTo>
                  <a:pt x="170106" y="111223"/>
                </a:lnTo>
                <a:lnTo>
                  <a:pt x="170106" y="117766"/>
                </a:lnTo>
                <a:lnTo>
                  <a:pt x="173377" y="117766"/>
                </a:lnTo>
                <a:lnTo>
                  <a:pt x="173377" y="121037"/>
                </a:lnTo>
                <a:lnTo>
                  <a:pt x="202818" y="121037"/>
                </a:lnTo>
                <a:lnTo>
                  <a:pt x="202818" y="124308"/>
                </a:lnTo>
                <a:lnTo>
                  <a:pt x="209361" y="124308"/>
                </a:lnTo>
                <a:lnTo>
                  <a:pt x="209361" y="127579"/>
                </a:lnTo>
                <a:lnTo>
                  <a:pt x="212632" y="127579"/>
                </a:lnTo>
                <a:lnTo>
                  <a:pt x="212632" y="130851"/>
                </a:lnTo>
                <a:lnTo>
                  <a:pt x="215904" y="130851"/>
                </a:lnTo>
                <a:lnTo>
                  <a:pt x="215904" y="137393"/>
                </a:lnTo>
                <a:lnTo>
                  <a:pt x="232260" y="137393"/>
                </a:lnTo>
                <a:lnTo>
                  <a:pt x="232260" y="134122"/>
                </a:lnTo>
                <a:lnTo>
                  <a:pt x="228989" y="134122"/>
                </a:lnTo>
                <a:lnTo>
                  <a:pt x="228989" y="127579"/>
                </a:lnTo>
                <a:lnTo>
                  <a:pt x="225717" y="127579"/>
                </a:lnTo>
                <a:lnTo>
                  <a:pt x="225717" y="117766"/>
                </a:lnTo>
                <a:lnTo>
                  <a:pt x="228989" y="117766"/>
                </a:lnTo>
                <a:lnTo>
                  <a:pt x="228989" y="111223"/>
                </a:lnTo>
                <a:lnTo>
                  <a:pt x="232260" y="111223"/>
                </a:lnTo>
                <a:lnTo>
                  <a:pt x="232260" y="107952"/>
                </a:lnTo>
                <a:lnTo>
                  <a:pt x="235531" y="107952"/>
                </a:lnTo>
                <a:lnTo>
                  <a:pt x="235531" y="104681"/>
                </a:lnTo>
                <a:lnTo>
                  <a:pt x="242074" y="104681"/>
                </a:lnTo>
                <a:lnTo>
                  <a:pt x="242074" y="101409"/>
                </a:lnTo>
                <a:lnTo>
                  <a:pt x="271515" y="101409"/>
                </a:lnTo>
                <a:lnTo>
                  <a:pt x="271515" y="98138"/>
                </a:lnTo>
                <a:lnTo>
                  <a:pt x="268244" y="98138"/>
                </a:lnTo>
                <a:lnTo>
                  <a:pt x="268244" y="75239"/>
                </a:lnTo>
                <a:lnTo>
                  <a:pt x="271515" y="75239"/>
                </a:lnTo>
                <a:lnTo>
                  <a:pt x="271515" y="68697"/>
                </a:lnTo>
                <a:lnTo>
                  <a:pt x="274786" y="68697"/>
                </a:lnTo>
                <a:lnTo>
                  <a:pt x="274786" y="65425"/>
                </a:lnTo>
                <a:lnTo>
                  <a:pt x="278058" y="65425"/>
                </a:lnTo>
                <a:lnTo>
                  <a:pt x="278058" y="62154"/>
                </a:lnTo>
                <a:lnTo>
                  <a:pt x="242074" y="62154"/>
                </a:lnTo>
                <a:lnTo>
                  <a:pt x="242074" y="58883"/>
                </a:lnTo>
                <a:lnTo>
                  <a:pt x="235531" y="58883"/>
                </a:lnTo>
                <a:lnTo>
                  <a:pt x="235531" y="55612"/>
                </a:lnTo>
                <a:lnTo>
                  <a:pt x="232260" y="55612"/>
                </a:lnTo>
                <a:lnTo>
                  <a:pt x="232260" y="52340"/>
                </a:lnTo>
                <a:lnTo>
                  <a:pt x="228989" y="52340"/>
                </a:lnTo>
                <a:lnTo>
                  <a:pt x="228989" y="45798"/>
                </a:lnTo>
                <a:lnTo>
                  <a:pt x="225717" y="45798"/>
                </a:lnTo>
                <a:lnTo>
                  <a:pt x="225717" y="42526"/>
                </a:lnTo>
                <a:lnTo>
                  <a:pt x="212632" y="42526"/>
                </a:lnTo>
                <a:lnTo>
                  <a:pt x="212632" y="45798"/>
                </a:lnTo>
                <a:lnTo>
                  <a:pt x="209361" y="45798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5612"/>
                </a:lnTo>
                <a:lnTo>
                  <a:pt x="202818" y="55612"/>
                </a:lnTo>
                <a:lnTo>
                  <a:pt x="202818" y="58883"/>
                </a:lnTo>
                <a:lnTo>
                  <a:pt x="196276" y="58883"/>
                </a:lnTo>
                <a:lnTo>
                  <a:pt x="196276" y="62154"/>
                </a:lnTo>
                <a:lnTo>
                  <a:pt x="173377" y="62154"/>
                </a:lnTo>
                <a:lnTo>
                  <a:pt x="173377" y="68697"/>
                </a:lnTo>
                <a:lnTo>
                  <a:pt x="170106" y="68697"/>
                </a:lnTo>
                <a:lnTo>
                  <a:pt x="170106" y="71968"/>
                </a:lnTo>
                <a:lnTo>
                  <a:pt x="166835" y="71968"/>
                </a:lnTo>
                <a:lnTo>
                  <a:pt x="166835" y="75239"/>
                </a:lnTo>
                <a:lnTo>
                  <a:pt x="160292" y="75239"/>
                </a:lnTo>
                <a:lnTo>
                  <a:pt x="160292" y="78510"/>
                </a:lnTo>
                <a:lnTo>
                  <a:pt x="101409" y="78510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71968"/>
                </a:lnTo>
                <a:lnTo>
                  <a:pt x="94867" y="71968"/>
                </a:lnTo>
                <a:lnTo>
                  <a:pt x="94867" y="68697"/>
                </a:lnTo>
                <a:lnTo>
                  <a:pt x="91595" y="68697"/>
                </a:lnTo>
                <a:lnTo>
                  <a:pt x="91595" y="62154"/>
                </a:lnTo>
                <a:lnTo>
                  <a:pt x="88324" y="62154"/>
                </a:lnTo>
                <a:lnTo>
                  <a:pt x="88324" y="58883"/>
                </a:lnTo>
                <a:lnTo>
                  <a:pt x="65425" y="58883"/>
                </a:lnTo>
                <a:lnTo>
                  <a:pt x="65425" y="55612"/>
                </a:lnTo>
                <a:lnTo>
                  <a:pt x="58883" y="55612"/>
                </a:lnTo>
                <a:lnTo>
                  <a:pt x="58883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52340" y="49069"/>
                </a:lnTo>
                <a:lnTo>
                  <a:pt x="52340" y="42526"/>
                </a:lnTo>
                <a:lnTo>
                  <a:pt x="49069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isible source SEC-093 inset-1 region 486">
            <a:extLst xmlns:a="http://schemas.openxmlformats.org/drawingml/2006/main">
              <a:ext uri="{FF2B5EF4-FFF2-40B4-BE49-F238E27FC236}">
                <a16:creationId xmlns:a16="http://schemas.microsoft.com/office/drawing/2014/main" id="{E14B04F3-A507-46BC-9EA9-1CD6229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795" y="144279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isible source SEC-093 inset-1 region 487">
            <a:extLst xmlns:a="http://schemas.openxmlformats.org/drawingml/2006/main">
              <a:ext uri="{FF2B5EF4-FFF2-40B4-BE49-F238E27FC236}">
                <a16:creationId xmlns:a16="http://schemas.microsoft.com/office/drawing/2014/main" id="{CE557D6A-FC48-4EF9-866D-56E6AF7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491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16356" y="3271"/>
                </a:move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isible source SEC-093 inset-1 region 488">
            <a:extLst xmlns:a="http://schemas.openxmlformats.org/drawingml/2006/main">
              <a:ext uri="{FF2B5EF4-FFF2-40B4-BE49-F238E27FC236}">
                <a16:creationId xmlns:a16="http://schemas.microsoft.com/office/drawing/2014/main" id="{93C3010E-F041-482E-A83F-16FFDAD6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236" y="163579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isible source SEC-093 inset-1 region 489">
            <a:extLst xmlns:a="http://schemas.openxmlformats.org/drawingml/2006/main">
              <a:ext uri="{FF2B5EF4-FFF2-40B4-BE49-F238E27FC236}">
                <a16:creationId xmlns:a16="http://schemas.microsoft.com/office/drawing/2014/main" id="{B5C29C96-4E02-447A-8A87-428B831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20" y="1675052"/>
            <a:ext cx="173377" cy="81782"/>
          </a:xfrm>
          <a:custGeom xmlns:a="http://schemas.openxmlformats.org/drawingml/2006/main">
            <a:pathLst>
              <a:path w="173377" h="81782">
                <a:moveTo>
                  <a:pt x="26170" y="26170"/>
                </a:moveTo>
                <a:lnTo>
                  <a:pt x="22899" y="26170"/>
                </a:lnTo>
                <a:lnTo>
                  <a:pt x="22899" y="16356"/>
                </a:lnTo>
                <a:lnTo>
                  <a:pt x="26170" y="16356"/>
                </a:lnTo>
                <a:lnTo>
                  <a:pt x="26170" y="9814"/>
                </a:lnTo>
                <a:lnTo>
                  <a:pt x="29441" y="9814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85053" y="39255"/>
                </a:lnTo>
                <a:lnTo>
                  <a:pt x="85053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04681" y="42526"/>
                </a:lnTo>
                <a:lnTo>
                  <a:pt x="104681" y="45798"/>
                </a:lnTo>
                <a:lnTo>
                  <a:pt x="111223" y="45798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39255"/>
                </a:lnTo>
                <a:lnTo>
                  <a:pt x="121037" y="39255"/>
                </a:lnTo>
                <a:lnTo>
                  <a:pt x="121037" y="35984"/>
                </a:lnTo>
                <a:lnTo>
                  <a:pt x="130851" y="35984"/>
                </a:lnTo>
                <a:lnTo>
                  <a:pt x="130851" y="39255"/>
                </a:lnTo>
                <a:lnTo>
                  <a:pt x="137393" y="39255"/>
                </a:lnTo>
                <a:lnTo>
                  <a:pt x="137393" y="42526"/>
                </a:lnTo>
                <a:lnTo>
                  <a:pt x="140664" y="42526"/>
                </a:lnTo>
                <a:lnTo>
                  <a:pt x="140664" y="39255"/>
                </a:lnTo>
                <a:lnTo>
                  <a:pt x="147207" y="39255"/>
                </a:lnTo>
                <a:lnTo>
                  <a:pt x="147207" y="35984"/>
                </a:lnTo>
                <a:lnTo>
                  <a:pt x="157021" y="35984"/>
                </a:lnTo>
                <a:lnTo>
                  <a:pt x="157021" y="39255"/>
                </a:lnTo>
                <a:lnTo>
                  <a:pt x="163563" y="39255"/>
                </a:lnTo>
                <a:lnTo>
                  <a:pt x="163563" y="42526"/>
                </a:lnTo>
                <a:lnTo>
                  <a:pt x="166835" y="42526"/>
                </a:lnTo>
                <a:lnTo>
                  <a:pt x="166835" y="45798"/>
                </a:lnTo>
                <a:lnTo>
                  <a:pt x="170106" y="45798"/>
                </a:lnTo>
                <a:lnTo>
                  <a:pt x="170106" y="52340"/>
                </a:lnTo>
                <a:lnTo>
                  <a:pt x="173377" y="52340"/>
                </a:lnTo>
                <a:lnTo>
                  <a:pt x="173377" y="62154"/>
                </a:lnTo>
                <a:lnTo>
                  <a:pt x="170106" y="62154"/>
                </a:lnTo>
                <a:lnTo>
                  <a:pt x="170106" y="68697"/>
                </a:lnTo>
                <a:lnTo>
                  <a:pt x="166835" y="68697"/>
                </a:lnTo>
                <a:lnTo>
                  <a:pt x="166835" y="71968"/>
                </a:lnTo>
                <a:lnTo>
                  <a:pt x="163563" y="71968"/>
                </a:lnTo>
                <a:lnTo>
                  <a:pt x="163563" y="75239"/>
                </a:lnTo>
                <a:lnTo>
                  <a:pt x="157021" y="75239"/>
                </a:lnTo>
                <a:lnTo>
                  <a:pt x="157021" y="78510"/>
                </a:lnTo>
                <a:lnTo>
                  <a:pt x="147207" y="78510"/>
                </a:lnTo>
                <a:lnTo>
                  <a:pt x="147207" y="75239"/>
                </a:lnTo>
                <a:lnTo>
                  <a:pt x="140664" y="75239"/>
                </a:lnTo>
                <a:lnTo>
                  <a:pt x="140664" y="71968"/>
                </a:lnTo>
                <a:lnTo>
                  <a:pt x="137393" y="71968"/>
                </a:lnTo>
                <a:lnTo>
                  <a:pt x="137393" y="75239"/>
                </a:lnTo>
                <a:lnTo>
                  <a:pt x="130851" y="75239"/>
                </a:lnTo>
                <a:lnTo>
                  <a:pt x="130851" y="78510"/>
                </a:lnTo>
                <a:lnTo>
                  <a:pt x="121037" y="78510"/>
                </a:lnTo>
                <a:lnTo>
                  <a:pt x="121037" y="75239"/>
                </a:lnTo>
                <a:lnTo>
                  <a:pt x="114494" y="75239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68697"/>
                </a:lnTo>
                <a:lnTo>
                  <a:pt x="104681" y="68697"/>
                </a:lnTo>
                <a:lnTo>
                  <a:pt x="104681" y="71968"/>
                </a:lnTo>
                <a:lnTo>
                  <a:pt x="101409" y="71968"/>
                </a:lnTo>
                <a:lnTo>
                  <a:pt x="101409" y="75239"/>
                </a:lnTo>
                <a:lnTo>
                  <a:pt x="94867" y="75239"/>
                </a:lnTo>
                <a:lnTo>
                  <a:pt x="94867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68697" y="81782"/>
                </a:lnTo>
                <a:lnTo>
                  <a:pt x="68697" y="78510"/>
                </a:lnTo>
                <a:lnTo>
                  <a:pt x="62154" y="78510"/>
                </a:lnTo>
                <a:lnTo>
                  <a:pt x="62154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55612" y="71968"/>
                </a:lnTo>
                <a:lnTo>
                  <a:pt x="55612" y="65425"/>
                </a:lnTo>
                <a:lnTo>
                  <a:pt x="52340" y="65425"/>
                </a:lnTo>
                <a:lnTo>
                  <a:pt x="52340" y="55612"/>
                </a:lnTo>
                <a:lnTo>
                  <a:pt x="55612" y="55612"/>
                </a:lnTo>
                <a:lnTo>
                  <a:pt x="55612" y="49069"/>
                </a:lnTo>
                <a:lnTo>
                  <a:pt x="58883" y="49069"/>
                </a:lnTo>
                <a:lnTo>
                  <a:pt x="58883" y="45798"/>
                </a:lnTo>
                <a:lnTo>
                  <a:pt x="62154" y="45798"/>
                </a:lnTo>
                <a:lnTo>
                  <a:pt x="62154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49069"/>
                </a:lnTo>
                <a:lnTo>
                  <a:pt x="42526" y="49069"/>
                </a:lnTo>
                <a:lnTo>
                  <a:pt x="42526" y="58883"/>
                </a:lnTo>
                <a:lnTo>
                  <a:pt x="39255" y="58883"/>
                </a:lnTo>
                <a:lnTo>
                  <a:pt x="39255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32713" y="68697"/>
                </a:lnTo>
                <a:lnTo>
                  <a:pt x="32713" y="71968"/>
                </a:lnTo>
                <a:lnTo>
                  <a:pt x="26170" y="71968"/>
                </a:lnTo>
                <a:lnTo>
                  <a:pt x="26170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26170" y="32713"/>
                </a:lnTo>
                <a:lnTo>
                  <a:pt x="26170" y="26170"/>
                </a:lnTo>
                <a:close/>
                <a:moveTo>
                  <a:pt x="29441" y="32713"/>
                </a:moveTo>
                <a:lnTo>
                  <a:pt x="26170" y="32713"/>
                </a:lnTo>
                <a:lnTo>
                  <a:pt x="26170" y="35984"/>
                </a:lnTo>
                <a:lnTo>
                  <a:pt x="29441" y="35984"/>
                </a:lnTo>
                <a:lnTo>
                  <a:pt x="29441" y="32713"/>
                </a:lnTo>
                <a:close/>
                <a:moveTo>
                  <a:pt x="35984" y="42526"/>
                </a:moveTo>
                <a:lnTo>
                  <a:pt x="39255" y="42526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close/>
                <a:moveTo>
                  <a:pt x="68697" y="42526"/>
                </a:move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68697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isible source SEC-093 inset-1 region 490">
            <a:extLst xmlns:a="http://schemas.openxmlformats.org/drawingml/2006/main">
              <a:ext uri="{FF2B5EF4-FFF2-40B4-BE49-F238E27FC236}">
                <a16:creationId xmlns:a16="http://schemas.microsoft.com/office/drawing/2014/main" id="{86FC4946-C80B-43D7-B884-E929E9D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284" y="1779732"/>
            <a:ext cx="88324" cy="71968"/>
          </a:xfrm>
          <a:custGeom xmlns:a="http://schemas.openxmlformats.org/drawingml/2006/main">
            <a:pathLst>
              <a:path w="88324" h="71968">
                <a:moveTo>
                  <a:pt x="32713" y="26170"/>
                </a:moveTo>
                <a:lnTo>
                  <a:pt x="29441" y="26170"/>
                </a:lnTo>
                <a:lnTo>
                  <a:pt x="29441" y="16356"/>
                </a:ln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5798"/>
                </a:lnTo>
                <a:lnTo>
                  <a:pt x="45798" y="45798"/>
                </a:lnTo>
                <a:lnTo>
                  <a:pt x="45798" y="55612"/>
                </a:lnTo>
                <a:lnTo>
                  <a:pt x="42526" y="55612"/>
                </a:lnTo>
                <a:lnTo>
                  <a:pt x="42526" y="62154"/>
                </a:lnTo>
                <a:lnTo>
                  <a:pt x="39255" y="62154"/>
                </a:lnTo>
                <a:lnTo>
                  <a:pt x="39255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29441" y="68697"/>
                </a:lnTo>
                <a:lnTo>
                  <a:pt x="29441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29441" y="29441"/>
                </a:lnTo>
                <a:lnTo>
                  <a:pt x="29441" y="32713"/>
                </a:lnTo>
                <a:lnTo>
                  <a:pt x="32713" y="32713"/>
                </a:lnTo>
                <a:lnTo>
                  <a:pt x="32713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isible source SEC-093 inset-1 region 491">
            <a:extLst xmlns:a="http://schemas.openxmlformats.org/drawingml/2006/main">
              <a:ext uri="{FF2B5EF4-FFF2-40B4-BE49-F238E27FC236}">
                <a16:creationId xmlns:a16="http://schemas.microsoft.com/office/drawing/2014/main" id="{61730512-E36B-4860-85A7-32B94CF5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135" y="1796088"/>
            <a:ext cx="55612" cy="42526"/>
          </a:xfrm>
          <a:custGeom xmlns:a="http://schemas.openxmlformats.org/drawingml/2006/main">
            <a:pathLst>
              <a:path w="55612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isible source SEC-093 inset-1 region 492">
            <a:extLst xmlns:a="http://schemas.openxmlformats.org/drawingml/2006/main">
              <a:ext uri="{FF2B5EF4-FFF2-40B4-BE49-F238E27FC236}">
                <a16:creationId xmlns:a16="http://schemas.microsoft.com/office/drawing/2014/main" id="{2E83BD55-E807-47DE-AADB-4DFE701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487" y="1822259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isible source SEC-093 inset-1 region 493">
            <a:extLst xmlns:a="http://schemas.openxmlformats.org/drawingml/2006/main">
              <a:ext uri="{FF2B5EF4-FFF2-40B4-BE49-F238E27FC236}">
                <a16:creationId xmlns:a16="http://schemas.microsoft.com/office/drawing/2014/main" id="{07A2F0CA-3ABC-47E4-9255-4E23653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539" y="1845157"/>
            <a:ext cx="111223" cy="55612"/>
          </a:xfrm>
          <a:custGeom xmlns:a="http://schemas.openxmlformats.org/drawingml/2006/main">
            <a:pathLst>
              <a:path w="111223" h="55612">
                <a:moveTo>
                  <a:pt x="32713" y="16356"/>
                </a:moveTo>
                <a:lnTo>
                  <a:pt x="32713" y="19628"/>
                </a:lnTo>
                <a:lnTo>
                  <a:pt x="39255" y="19628"/>
                </a:lnTo>
                <a:lnTo>
                  <a:pt x="39255" y="16356"/>
                </a:lnTo>
                <a:lnTo>
                  <a:pt x="45798" y="16356"/>
                </a:lnTo>
                <a:lnTo>
                  <a:pt x="45798" y="13085"/>
                </a:lnTo>
                <a:lnTo>
                  <a:pt x="65425" y="13085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26170"/>
                </a:lnTo>
                <a:lnTo>
                  <a:pt x="107952" y="26170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45798"/>
                </a:lnTo>
                <a:lnTo>
                  <a:pt x="101409" y="45798"/>
                </a:lnTo>
                <a:lnTo>
                  <a:pt x="101409" y="49069"/>
                </a:lnTo>
                <a:lnTo>
                  <a:pt x="98138" y="49069"/>
                </a:lnTo>
                <a:lnTo>
                  <a:pt x="98138" y="52340"/>
                </a:lnTo>
                <a:lnTo>
                  <a:pt x="91595" y="52340"/>
                </a:lnTo>
                <a:lnTo>
                  <a:pt x="91595" y="55612"/>
                </a:lnTo>
                <a:lnTo>
                  <a:pt x="42526" y="55612"/>
                </a:lnTo>
                <a:lnTo>
                  <a:pt x="42526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26170" y="52340"/>
                </a:lnTo>
                <a:lnTo>
                  <a:pt x="26170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26170" y="13085"/>
                </a:lnTo>
                <a:lnTo>
                  <a:pt x="26170" y="16356"/>
                </a:lnTo>
                <a:lnTo>
                  <a:pt x="3271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isible source SEC-093 inset-1 region 494">
            <a:extLst xmlns:a="http://schemas.openxmlformats.org/drawingml/2006/main">
              <a:ext uri="{FF2B5EF4-FFF2-40B4-BE49-F238E27FC236}">
                <a16:creationId xmlns:a16="http://schemas.microsoft.com/office/drawing/2014/main" id="{970DAB17-BE5E-4702-8C68-015ED14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050" y="1894226"/>
            <a:ext cx="117766" cy="91595"/>
          </a:xfrm>
          <a:custGeom xmlns:a="http://schemas.openxmlformats.org/drawingml/2006/main">
            <a:pathLst>
              <a:path w="117766" h="91595">
                <a:moveTo>
                  <a:pt x="55612" y="16356"/>
                </a:move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104681" y="42526"/>
                </a:lnTo>
                <a:lnTo>
                  <a:pt x="104681" y="45798"/>
                </a:lnTo>
                <a:lnTo>
                  <a:pt x="107952" y="45798"/>
                </a:lnTo>
                <a:lnTo>
                  <a:pt x="107952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17766" y="55612"/>
                </a:lnTo>
                <a:lnTo>
                  <a:pt x="117766" y="71968"/>
                </a:lnTo>
                <a:lnTo>
                  <a:pt x="114494" y="71968"/>
                </a:lnTo>
                <a:lnTo>
                  <a:pt x="114494" y="75239"/>
                </a:lnTo>
                <a:lnTo>
                  <a:pt x="111223" y="75239"/>
                </a:lnTo>
                <a:lnTo>
                  <a:pt x="111223" y="78510"/>
                </a:lnTo>
                <a:lnTo>
                  <a:pt x="107952" y="78510"/>
                </a:lnTo>
                <a:lnTo>
                  <a:pt x="107952" y="81782"/>
                </a:lnTo>
                <a:lnTo>
                  <a:pt x="101409" y="81782"/>
                </a:lnTo>
                <a:lnTo>
                  <a:pt x="101409" y="85053"/>
                </a:lnTo>
                <a:lnTo>
                  <a:pt x="81782" y="85053"/>
                </a:lnTo>
                <a:lnTo>
                  <a:pt x="81782" y="81782"/>
                </a:lnTo>
                <a:lnTo>
                  <a:pt x="75239" y="81782"/>
                </a:lnTo>
                <a:lnTo>
                  <a:pt x="75239" y="85053"/>
                </a:lnTo>
                <a:lnTo>
                  <a:pt x="71968" y="85053"/>
                </a:lnTo>
                <a:lnTo>
                  <a:pt x="71968" y="88324"/>
                </a:lnTo>
                <a:lnTo>
                  <a:pt x="65425" y="88324"/>
                </a:lnTo>
                <a:lnTo>
                  <a:pt x="65425" y="91595"/>
                </a:lnTo>
                <a:lnTo>
                  <a:pt x="39255" y="91595"/>
                </a:lnTo>
                <a:lnTo>
                  <a:pt x="39255" y="88324"/>
                </a:lnTo>
                <a:lnTo>
                  <a:pt x="29441" y="88324"/>
                </a:lnTo>
                <a:lnTo>
                  <a:pt x="29441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71968" y="52340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45798"/>
                </a:lnTo>
                <a:lnTo>
                  <a:pt x="81782" y="45798"/>
                </a:lnTo>
                <a:lnTo>
                  <a:pt x="81782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isible source SEC-093 inset-1 region 495">
            <a:extLst xmlns:a="http://schemas.openxmlformats.org/drawingml/2006/main">
              <a:ext uri="{FF2B5EF4-FFF2-40B4-BE49-F238E27FC236}">
                <a16:creationId xmlns:a16="http://schemas.microsoft.com/office/drawing/2014/main" id="{47E6AC44-9E43-4228-84B5-D893F53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944" y="1995636"/>
            <a:ext cx="157021" cy="71968"/>
          </a:xfrm>
          <a:custGeom xmlns:a="http://schemas.openxmlformats.org/drawingml/2006/main">
            <a:pathLst>
              <a:path w="157021" h="71968">
                <a:moveTo>
                  <a:pt x="78510" y="16356"/>
                </a:moveTo>
                <a:lnTo>
                  <a:pt x="81782" y="16356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6543"/>
                </a:lnTo>
                <a:lnTo>
                  <a:pt x="88324" y="6543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3271"/>
                </a:lnTo>
                <a:lnTo>
                  <a:pt x="130851" y="3271"/>
                </a:lnTo>
                <a:lnTo>
                  <a:pt x="130851" y="0"/>
                </a:lnTo>
                <a:lnTo>
                  <a:pt x="140664" y="0"/>
                </a:lnTo>
                <a:lnTo>
                  <a:pt x="140664" y="3271"/>
                </a:lnTo>
                <a:lnTo>
                  <a:pt x="147207" y="3271"/>
                </a:lnTo>
                <a:lnTo>
                  <a:pt x="147207" y="6543"/>
                </a:lnTo>
                <a:lnTo>
                  <a:pt x="150478" y="6543"/>
                </a:lnTo>
                <a:lnTo>
                  <a:pt x="150478" y="9814"/>
                </a:lnTo>
                <a:lnTo>
                  <a:pt x="153750" y="9814"/>
                </a:lnTo>
                <a:lnTo>
                  <a:pt x="153750" y="16356"/>
                </a:lnTo>
                <a:lnTo>
                  <a:pt x="157021" y="16356"/>
                </a:lnTo>
                <a:lnTo>
                  <a:pt x="157021" y="26170"/>
                </a:lnTo>
                <a:lnTo>
                  <a:pt x="153750" y="26170"/>
                </a:lnTo>
                <a:lnTo>
                  <a:pt x="153750" y="32713"/>
                </a:lnTo>
                <a:lnTo>
                  <a:pt x="150478" y="32713"/>
                </a:lnTo>
                <a:lnTo>
                  <a:pt x="150478" y="35984"/>
                </a:lnTo>
                <a:lnTo>
                  <a:pt x="147207" y="35984"/>
                </a:lnTo>
                <a:lnTo>
                  <a:pt x="147207" y="39255"/>
                </a:lnTo>
                <a:lnTo>
                  <a:pt x="140664" y="39255"/>
                </a:lnTo>
                <a:lnTo>
                  <a:pt x="140664" y="42526"/>
                </a:lnTo>
                <a:lnTo>
                  <a:pt x="130851" y="42526"/>
                </a:lnTo>
                <a:lnTo>
                  <a:pt x="130851" y="39255"/>
                </a:lnTo>
                <a:lnTo>
                  <a:pt x="124308" y="39255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07952" y="45798"/>
                </a:lnTo>
                <a:lnTo>
                  <a:pt x="107952" y="49069"/>
                </a:lnTo>
                <a:lnTo>
                  <a:pt x="104681" y="49069"/>
                </a:lnTo>
                <a:lnTo>
                  <a:pt x="104681" y="52340"/>
                </a:lnTo>
                <a:lnTo>
                  <a:pt x="98138" y="52340"/>
                </a:lnTo>
                <a:lnTo>
                  <a:pt x="98138" y="55612"/>
                </a:lnTo>
                <a:lnTo>
                  <a:pt x="88324" y="55612"/>
                </a:lnTo>
                <a:lnTo>
                  <a:pt x="88324" y="52340"/>
                </a:lnTo>
                <a:lnTo>
                  <a:pt x="81782" y="52340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5612"/>
                </a:lnTo>
                <a:lnTo>
                  <a:pt x="68697" y="55612"/>
                </a:lnTo>
                <a:lnTo>
                  <a:pt x="68697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62154" y="65425"/>
                </a:lnTo>
                <a:lnTo>
                  <a:pt x="62154" y="68697"/>
                </a:lnTo>
                <a:lnTo>
                  <a:pt x="55612" y="68697"/>
                </a:lnTo>
                <a:lnTo>
                  <a:pt x="55612" y="71968"/>
                </a:lnTo>
                <a:lnTo>
                  <a:pt x="32713" y="71968"/>
                </a:lnTo>
                <a:lnTo>
                  <a:pt x="32713" y="68697"/>
                </a:lnTo>
                <a:lnTo>
                  <a:pt x="26170" y="68697"/>
                </a:lnTo>
                <a:lnTo>
                  <a:pt x="26170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26170" y="29441"/>
                </a:lnTo>
                <a:lnTo>
                  <a:pt x="26170" y="32713"/>
                </a:lnTo>
                <a:lnTo>
                  <a:pt x="32713" y="32713"/>
                </a:lnTo>
                <a:lnTo>
                  <a:pt x="32713" y="29441"/>
                </a:lnTo>
                <a:lnTo>
                  <a:pt x="42526" y="29441"/>
                </a:lnTo>
                <a:lnTo>
                  <a:pt x="42526" y="22899"/>
                </a:lnTo>
                <a:lnTo>
                  <a:pt x="45798" y="22899"/>
                </a:lnTo>
                <a:lnTo>
                  <a:pt x="45798" y="19628"/>
                </a:lnTo>
                <a:lnTo>
                  <a:pt x="49069" y="19628"/>
                </a:lnTo>
                <a:lnTo>
                  <a:pt x="49069" y="16356"/>
                </a:lnTo>
                <a:lnTo>
                  <a:pt x="55612" y="16356"/>
                </a:lnTo>
                <a:lnTo>
                  <a:pt x="55612" y="13085"/>
                </a:lnTo>
                <a:lnTo>
                  <a:pt x="65425" y="13085"/>
                </a:lnTo>
                <a:lnTo>
                  <a:pt x="65425" y="16356"/>
                </a:lnTo>
                <a:lnTo>
                  <a:pt x="71968" y="16356"/>
                </a:lnTo>
                <a:lnTo>
                  <a:pt x="71968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isible source SEC-093 inset-1 region 496">
            <a:extLst xmlns:a="http://schemas.openxmlformats.org/drawingml/2006/main">
              <a:ext uri="{FF2B5EF4-FFF2-40B4-BE49-F238E27FC236}">
                <a16:creationId xmlns:a16="http://schemas.microsoft.com/office/drawing/2014/main" id="{1092F7BC-7761-4968-8EB5-C44DC6D4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97" y="2031620"/>
            <a:ext cx="170106" cy="88324"/>
          </a:xfrm>
          <a:custGeom xmlns:a="http://schemas.openxmlformats.org/drawingml/2006/main">
            <a:pathLst>
              <a:path w="170106" h="88324">
                <a:moveTo>
                  <a:pt x="55612" y="19628"/>
                </a:moveTo>
                <a:lnTo>
                  <a:pt x="88324" y="19628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53750" y="0"/>
                </a:lnTo>
                <a:lnTo>
                  <a:pt x="153750" y="3271"/>
                </a:lnTo>
                <a:lnTo>
                  <a:pt x="160292" y="3271"/>
                </a:lnTo>
                <a:lnTo>
                  <a:pt x="160292" y="6543"/>
                </a:lnTo>
                <a:lnTo>
                  <a:pt x="163563" y="6543"/>
                </a:lnTo>
                <a:lnTo>
                  <a:pt x="163563" y="9814"/>
                </a:lnTo>
                <a:lnTo>
                  <a:pt x="166835" y="9814"/>
                </a:lnTo>
                <a:lnTo>
                  <a:pt x="166835" y="16356"/>
                </a:lnTo>
                <a:lnTo>
                  <a:pt x="170106" y="16356"/>
                </a:lnTo>
                <a:lnTo>
                  <a:pt x="170106" y="26170"/>
                </a:lnTo>
                <a:lnTo>
                  <a:pt x="166835" y="26170"/>
                </a:lnTo>
                <a:lnTo>
                  <a:pt x="166835" y="32713"/>
                </a:lnTo>
                <a:lnTo>
                  <a:pt x="163563" y="32713"/>
                </a:lnTo>
                <a:lnTo>
                  <a:pt x="163563" y="35984"/>
                </a:lnTo>
                <a:lnTo>
                  <a:pt x="160292" y="35984"/>
                </a:lnTo>
                <a:lnTo>
                  <a:pt x="160292" y="39255"/>
                </a:lnTo>
                <a:lnTo>
                  <a:pt x="153750" y="39255"/>
                </a:lnTo>
                <a:lnTo>
                  <a:pt x="153750" y="42526"/>
                </a:lnTo>
                <a:lnTo>
                  <a:pt x="143936" y="42526"/>
                </a:lnTo>
                <a:lnTo>
                  <a:pt x="143936" y="39255"/>
                </a:lnTo>
                <a:lnTo>
                  <a:pt x="140664" y="39255"/>
                </a:lnTo>
                <a:lnTo>
                  <a:pt x="140664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21037" y="45798"/>
                </a:lnTo>
                <a:lnTo>
                  <a:pt x="121037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14494" y="55612"/>
                </a:lnTo>
                <a:lnTo>
                  <a:pt x="114494" y="58883"/>
                </a:lnTo>
                <a:lnTo>
                  <a:pt x="107952" y="58883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98138" y="68697"/>
                </a:lnTo>
                <a:lnTo>
                  <a:pt x="98138" y="71968"/>
                </a:lnTo>
                <a:lnTo>
                  <a:pt x="91595" y="71968"/>
                </a:lnTo>
                <a:lnTo>
                  <a:pt x="91595" y="75239"/>
                </a:lnTo>
                <a:lnTo>
                  <a:pt x="71968" y="75239"/>
                </a:lnTo>
                <a:lnTo>
                  <a:pt x="71968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58883" y="85053"/>
                </a:lnTo>
                <a:lnTo>
                  <a:pt x="58883" y="88324"/>
                </a:lnTo>
                <a:lnTo>
                  <a:pt x="45798" y="88324"/>
                </a:lnTo>
                <a:lnTo>
                  <a:pt x="45798" y="85053"/>
                </a:lnTo>
                <a:lnTo>
                  <a:pt x="39255" y="85053"/>
                </a:lnTo>
                <a:lnTo>
                  <a:pt x="39255" y="88324"/>
                </a:lnTo>
                <a:lnTo>
                  <a:pt x="16356" y="88324"/>
                </a:lnTo>
                <a:lnTo>
                  <a:pt x="16356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71968"/>
                </a:lnTo>
                <a:lnTo>
                  <a:pt x="0" y="71968"/>
                </a:lnTo>
                <a:lnTo>
                  <a:pt x="0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39255" y="45798"/>
                </a:lnTo>
                <a:lnTo>
                  <a:pt x="39255" y="49069"/>
                </a:lnTo>
                <a:lnTo>
                  <a:pt x="42526" y="49069"/>
                </a:lnTo>
                <a:lnTo>
                  <a:pt x="42526" y="32713"/>
                </a:lnTo>
                <a:lnTo>
                  <a:pt x="45798" y="32713"/>
                </a:lnTo>
                <a:lnTo>
                  <a:pt x="45798" y="26170"/>
                </a:lnTo>
                <a:lnTo>
                  <a:pt x="49069" y="26170"/>
                </a:lnTo>
                <a:lnTo>
                  <a:pt x="49069" y="22899"/>
                </a:lnTo>
                <a:lnTo>
                  <a:pt x="55612" y="22899"/>
                </a:lnTo>
                <a:lnTo>
                  <a:pt x="55612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isible source SEC-093 inset-1 region 497">
            <a:extLst xmlns:a="http://schemas.openxmlformats.org/drawingml/2006/main">
              <a:ext uri="{FF2B5EF4-FFF2-40B4-BE49-F238E27FC236}">
                <a16:creationId xmlns:a16="http://schemas.microsoft.com/office/drawing/2014/main" id="{16407AED-B24E-4394-9202-AA39EC4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321" y="2077417"/>
            <a:ext cx="621541" cy="176648"/>
          </a:xfrm>
          <a:custGeom xmlns:a="http://schemas.openxmlformats.org/drawingml/2006/main">
            <a:pathLst>
              <a:path w="621541" h="176648">
                <a:moveTo>
                  <a:pt x="58883" y="55612"/>
                </a:moveTo>
                <a:lnTo>
                  <a:pt x="62154" y="55612"/>
                </a:lnTo>
                <a:lnTo>
                  <a:pt x="62154" y="49069"/>
                </a:lnTo>
                <a:lnTo>
                  <a:pt x="65425" y="49069"/>
                </a:lnTo>
                <a:lnTo>
                  <a:pt x="65425" y="45798"/>
                </a:lnTo>
                <a:lnTo>
                  <a:pt x="68697" y="45798"/>
                </a:lnTo>
                <a:lnTo>
                  <a:pt x="68697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91595" y="42526"/>
                </a:lnTo>
                <a:lnTo>
                  <a:pt x="91595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24308" y="55612"/>
                </a:lnTo>
                <a:lnTo>
                  <a:pt x="124308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60292" y="55612"/>
                </a:lnTo>
                <a:lnTo>
                  <a:pt x="160292" y="52340"/>
                </a:lnTo>
                <a:lnTo>
                  <a:pt x="189733" y="52340"/>
                </a:lnTo>
                <a:lnTo>
                  <a:pt x="189733" y="49069"/>
                </a:lnTo>
                <a:lnTo>
                  <a:pt x="186462" y="49069"/>
                </a:lnTo>
                <a:lnTo>
                  <a:pt x="186462" y="45798"/>
                </a:lnTo>
                <a:lnTo>
                  <a:pt x="183191" y="45798"/>
                </a:lnTo>
                <a:lnTo>
                  <a:pt x="183191" y="39255"/>
                </a:lnTo>
                <a:lnTo>
                  <a:pt x="179920" y="39255"/>
                </a:lnTo>
                <a:lnTo>
                  <a:pt x="179920" y="29441"/>
                </a:lnTo>
                <a:lnTo>
                  <a:pt x="183191" y="29441"/>
                </a:lnTo>
                <a:lnTo>
                  <a:pt x="183191" y="22899"/>
                </a:lnTo>
                <a:lnTo>
                  <a:pt x="186462" y="22899"/>
                </a:lnTo>
                <a:lnTo>
                  <a:pt x="186462" y="19628"/>
                </a:lnTo>
                <a:lnTo>
                  <a:pt x="189733" y="19628"/>
                </a:lnTo>
                <a:lnTo>
                  <a:pt x="189733" y="16356"/>
                </a:lnTo>
                <a:lnTo>
                  <a:pt x="196276" y="16356"/>
                </a:lnTo>
                <a:lnTo>
                  <a:pt x="196276" y="13085"/>
                </a:lnTo>
                <a:lnTo>
                  <a:pt x="215904" y="13085"/>
                </a:lnTo>
                <a:lnTo>
                  <a:pt x="215904" y="16356"/>
                </a:lnTo>
                <a:lnTo>
                  <a:pt x="219175" y="16356"/>
                </a:lnTo>
                <a:lnTo>
                  <a:pt x="219175" y="13085"/>
                </a:lnTo>
                <a:lnTo>
                  <a:pt x="238802" y="13085"/>
                </a:lnTo>
                <a:lnTo>
                  <a:pt x="238802" y="16356"/>
                </a:lnTo>
                <a:lnTo>
                  <a:pt x="245345" y="16356"/>
                </a:lnTo>
                <a:lnTo>
                  <a:pt x="245345" y="19628"/>
                </a:lnTo>
                <a:lnTo>
                  <a:pt x="248616" y="19628"/>
                </a:lnTo>
                <a:lnTo>
                  <a:pt x="248616" y="22899"/>
                </a:lnTo>
                <a:lnTo>
                  <a:pt x="251887" y="22899"/>
                </a:lnTo>
                <a:lnTo>
                  <a:pt x="251887" y="29441"/>
                </a:lnTo>
                <a:lnTo>
                  <a:pt x="255159" y="29441"/>
                </a:lnTo>
                <a:lnTo>
                  <a:pt x="255159" y="39255"/>
                </a:lnTo>
                <a:lnTo>
                  <a:pt x="251887" y="39255"/>
                </a:lnTo>
                <a:lnTo>
                  <a:pt x="251887" y="45798"/>
                </a:lnTo>
                <a:lnTo>
                  <a:pt x="248616" y="45798"/>
                </a:lnTo>
                <a:lnTo>
                  <a:pt x="248616" y="49069"/>
                </a:lnTo>
                <a:lnTo>
                  <a:pt x="245345" y="49069"/>
                </a:lnTo>
                <a:lnTo>
                  <a:pt x="245345" y="52340"/>
                </a:lnTo>
                <a:lnTo>
                  <a:pt x="238802" y="52340"/>
                </a:lnTo>
                <a:lnTo>
                  <a:pt x="238802" y="55612"/>
                </a:lnTo>
                <a:lnTo>
                  <a:pt x="206090" y="55612"/>
                </a:lnTo>
                <a:lnTo>
                  <a:pt x="206090" y="58883"/>
                </a:lnTo>
                <a:lnTo>
                  <a:pt x="209361" y="58883"/>
                </a:lnTo>
                <a:lnTo>
                  <a:pt x="209361" y="62154"/>
                </a:lnTo>
                <a:lnTo>
                  <a:pt x="212632" y="62154"/>
                </a:lnTo>
                <a:lnTo>
                  <a:pt x="212632" y="68697"/>
                </a:lnTo>
                <a:lnTo>
                  <a:pt x="215904" y="68697"/>
                </a:lnTo>
                <a:lnTo>
                  <a:pt x="215904" y="78510"/>
                </a:lnTo>
                <a:lnTo>
                  <a:pt x="212632" y="78510"/>
                </a:lnTo>
                <a:lnTo>
                  <a:pt x="212632" y="85053"/>
                </a:lnTo>
                <a:lnTo>
                  <a:pt x="209361" y="85053"/>
                </a:lnTo>
                <a:lnTo>
                  <a:pt x="209361" y="88324"/>
                </a:lnTo>
                <a:lnTo>
                  <a:pt x="206090" y="88324"/>
                </a:lnTo>
                <a:lnTo>
                  <a:pt x="206090" y="91595"/>
                </a:lnTo>
                <a:lnTo>
                  <a:pt x="199547" y="91595"/>
                </a:lnTo>
                <a:lnTo>
                  <a:pt x="199547" y="94867"/>
                </a:lnTo>
                <a:lnTo>
                  <a:pt x="160292" y="94867"/>
                </a:lnTo>
                <a:lnTo>
                  <a:pt x="160292" y="91595"/>
                </a:lnTo>
                <a:lnTo>
                  <a:pt x="150478" y="91595"/>
                </a:lnTo>
                <a:lnTo>
                  <a:pt x="150478" y="94867"/>
                </a:lnTo>
                <a:lnTo>
                  <a:pt x="124308" y="94867"/>
                </a:lnTo>
                <a:lnTo>
                  <a:pt x="124308" y="91595"/>
                </a:lnTo>
                <a:lnTo>
                  <a:pt x="121037" y="91595"/>
                </a:lnTo>
                <a:lnTo>
                  <a:pt x="121037" y="104681"/>
                </a:lnTo>
                <a:lnTo>
                  <a:pt x="143936" y="104681"/>
                </a:lnTo>
                <a:lnTo>
                  <a:pt x="143936" y="107952"/>
                </a:lnTo>
                <a:lnTo>
                  <a:pt x="147207" y="107952"/>
                </a:lnTo>
                <a:lnTo>
                  <a:pt x="147207" y="104681"/>
                </a:lnTo>
                <a:lnTo>
                  <a:pt x="166835" y="104681"/>
                </a:lnTo>
                <a:lnTo>
                  <a:pt x="166835" y="107952"/>
                </a:lnTo>
                <a:lnTo>
                  <a:pt x="176648" y="107952"/>
                </a:lnTo>
                <a:lnTo>
                  <a:pt x="176648" y="104681"/>
                </a:lnTo>
                <a:lnTo>
                  <a:pt x="186462" y="104681"/>
                </a:lnTo>
                <a:lnTo>
                  <a:pt x="186462" y="107952"/>
                </a:lnTo>
                <a:lnTo>
                  <a:pt x="189733" y="107952"/>
                </a:lnTo>
                <a:lnTo>
                  <a:pt x="189733" y="104681"/>
                </a:lnTo>
                <a:lnTo>
                  <a:pt x="199547" y="104681"/>
                </a:lnTo>
                <a:lnTo>
                  <a:pt x="199547" y="107952"/>
                </a:lnTo>
                <a:lnTo>
                  <a:pt x="206090" y="107952"/>
                </a:lnTo>
                <a:lnTo>
                  <a:pt x="206090" y="111223"/>
                </a:lnTo>
                <a:lnTo>
                  <a:pt x="209361" y="111223"/>
                </a:lnTo>
                <a:lnTo>
                  <a:pt x="209361" y="114494"/>
                </a:lnTo>
                <a:lnTo>
                  <a:pt x="212632" y="114494"/>
                </a:lnTo>
                <a:lnTo>
                  <a:pt x="212632" y="121037"/>
                </a:lnTo>
                <a:lnTo>
                  <a:pt x="215904" y="121037"/>
                </a:lnTo>
                <a:lnTo>
                  <a:pt x="215904" y="130851"/>
                </a:lnTo>
                <a:lnTo>
                  <a:pt x="212632" y="130851"/>
                </a:lnTo>
                <a:lnTo>
                  <a:pt x="212632" y="134122"/>
                </a:lnTo>
                <a:lnTo>
                  <a:pt x="215904" y="134122"/>
                </a:lnTo>
                <a:lnTo>
                  <a:pt x="215904" y="137393"/>
                </a:lnTo>
                <a:lnTo>
                  <a:pt x="222446" y="137393"/>
                </a:lnTo>
                <a:lnTo>
                  <a:pt x="222446" y="134122"/>
                </a:lnTo>
                <a:lnTo>
                  <a:pt x="225717" y="134122"/>
                </a:lnTo>
                <a:lnTo>
                  <a:pt x="225717" y="130851"/>
                </a:lnTo>
                <a:lnTo>
                  <a:pt x="222446" y="130851"/>
                </a:lnTo>
                <a:lnTo>
                  <a:pt x="222446" y="121037"/>
                </a:lnTo>
                <a:lnTo>
                  <a:pt x="225717" y="121037"/>
                </a:lnTo>
                <a:lnTo>
                  <a:pt x="225717" y="114494"/>
                </a:lnTo>
                <a:lnTo>
                  <a:pt x="228989" y="114494"/>
                </a:lnTo>
                <a:lnTo>
                  <a:pt x="228989" y="111223"/>
                </a:lnTo>
                <a:lnTo>
                  <a:pt x="232260" y="111223"/>
                </a:lnTo>
                <a:lnTo>
                  <a:pt x="232260" y="107952"/>
                </a:lnTo>
                <a:lnTo>
                  <a:pt x="238802" y="107952"/>
                </a:lnTo>
                <a:lnTo>
                  <a:pt x="238802" y="104681"/>
                </a:lnTo>
                <a:lnTo>
                  <a:pt x="264973" y="104681"/>
                </a:lnTo>
                <a:lnTo>
                  <a:pt x="264973" y="107952"/>
                </a:lnTo>
                <a:lnTo>
                  <a:pt x="271515" y="107952"/>
                </a:lnTo>
                <a:lnTo>
                  <a:pt x="271515" y="104681"/>
                </a:lnTo>
                <a:lnTo>
                  <a:pt x="274786" y="104681"/>
                </a:lnTo>
                <a:lnTo>
                  <a:pt x="274786" y="101409"/>
                </a:lnTo>
                <a:lnTo>
                  <a:pt x="278058" y="101409"/>
                </a:lnTo>
                <a:lnTo>
                  <a:pt x="278058" y="94867"/>
                </a:lnTo>
                <a:lnTo>
                  <a:pt x="248616" y="94867"/>
                </a:lnTo>
                <a:lnTo>
                  <a:pt x="248616" y="91595"/>
                </a:lnTo>
                <a:lnTo>
                  <a:pt x="242074" y="91595"/>
                </a:lnTo>
                <a:lnTo>
                  <a:pt x="242074" y="88324"/>
                </a:lnTo>
                <a:lnTo>
                  <a:pt x="238802" y="88324"/>
                </a:lnTo>
                <a:lnTo>
                  <a:pt x="238802" y="85053"/>
                </a:lnTo>
                <a:lnTo>
                  <a:pt x="235531" y="85053"/>
                </a:lnTo>
                <a:lnTo>
                  <a:pt x="235531" y="78510"/>
                </a:lnTo>
                <a:lnTo>
                  <a:pt x="232260" y="78510"/>
                </a:lnTo>
                <a:lnTo>
                  <a:pt x="232260" y="68697"/>
                </a:lnTo>
                <a:lnTo>
                  <a:pt x="235531" y="68697"/>
                </a:lnTo>
                <a:lnTo>
                  <a:pt x="235531" y="62154"/>
                </a:lnTo>
                <a:lnTo>
                  <a:pt x="238802" y="62154"/>
                </a:lnTo>
                <a:lnTo>
                  <a:pt x="238802" y="58883"/>
                </a:lnTo>
                <a:lnTo>
                  <a:pt x="242074" y="58883"/>
                </a:lnTo>
                <a:lnTo>
                  <a:pt x="242074" y="55612"/>
                </a:lnTo>
                <a:lnTo>
                  <a:pt x="248616" y="55612"/>
                </a:lnTo>
                <a:lnTo>
                  <a:pt x="248616" y="52340"/>
                </a:lnTo>
                <a:lnTo>
                  <a:pt x="278058" y="52340"/>
                </a:lnTo>
                <a:lnTo>
                  <a:pt x="278058" y="55612"/>
                </a:lnTo>
                <a:lnTo>
                  <a:pt x="284600" y="55612"/>
                </a:lnTo>
                <a:lnTo>
                  <a:pt x="284600" y="58883"/>
                </a:lnTo>
                <a:lnTo>
                  <a:pt x="287871" y="58883"/>
                </a:lnTo>
                <a:lnTo>
                  <a:pt x="287871" y="62154"/>
                </a:lnTo>
                <a:lnTo>
                  <a:pt x="291143" y="62154"/>
                </a:lnTo>
                <a:lnTo>
                  <a:pt x="291143" y="68697"/>
                </a:lnTo>
                <a:lnTo>
                  <a:pt x="294414" y="68697"/>
                </a:lnTo>
                <a:lnTo>
                  <a:pt x="294414" y="78510"/>
                </a:lnTo>
                <a:lnTo>
                  <a:pt x="291143" y="78510"/>
                </a:lnTo>
                <a:lnTo>
                  <a:pt x="291143" y="85053"/>
                </a:lnTo>
                <a:lnTo>
                  <a:pt x="327127" y="85053"/>
                </a:lnTo>
                <a:lnTo>
                  <a:pt x="327127" y="81782"/>
                </a:lnTo>
                <a:lnTo>
                  <a:pt x="323855" y="81782"/>
                </a:lnTo>
                <a:lnTo>
                  <a:pt x="323855" y="78510"/>
                </a:lnTo>
                <a:lnTo>
                  <a:pt x="320584" y="78510"/>
                </a:lnTo>
                <a:lnTo>
                  <a:pt x="320584" y="71968"/>
                </a:lnTo>
                <a:lnTo>
                  <a:pt x="317313" y="71968"/>
                </a:lnTo>
                <a:lnTo>
                  <a:pt x="317313" y="62154"/>
                </a:lnTo>
                <a:lnTo>
                  <a:pt x="320584" y="62154"/>
                </a:lnTo>
                <a:lnTo>
                  <a:pt x="320584" y="55612"/>
                </a:lnTo>
                <a:lnTo>
                  <a:pt x="323855" y="55612"/>
                </a:lnTo>
                <a:lnTo>
                  <a:pt x="323855" y="52340"/>
                </a:lnTo>
                <a:lnTo>
                  <a:pt x="327127" y="52340"/>
                </a:lnTo>
                <a:lnTo>
                  <a:pt x="327127" y="49069"/>
                </a:lnTo>
                <a:lnTo>
                  <a:pt x="333669" y="49069"/>
                </a:lnTo>
                <a:lnTo>
                  <a:pt x="333669" y="45798"/>
                </a:lnTo>
                <a:lnTo>
                  <a:pt x="356568" y="45798"/>
                </a:lnTo>
                <a:lnTo>
                  <a:pt x="356568" y="35984"/>
                </a:lnTo>
                <a:lnTo>
                  <a:pt x="359839" y="35984"/>
                </a:lnTo>
                <a:lnTo>
                  <a:pt x="359839" y="29441"/>
                </a:lnTo>
                <a:lnTo>
                  <a:pt x="363111" y="29441"/>
                </a:lnTo>
                <a:lnTo>
                  <a:pt x="363111" y="26170"/>
                </a:lnTo>
                <a:lnTo>
                  <a:pt x="366382" y="26170"/>
                </a:lnTo>
                <a:lnTo>
                  <a:pt x="366382" y="22899"/>
                </a:lnTo>
                <a:lnTo>
                  <a:pt x="372924" y="22899"/>
                </a:lnTo>
                <a:lnTo>
                  <a:pt x="372924" y="19628"/>
                </a:lnTo>
                <a:lnTo>
                  <a:pt x="412180" y="19628"/>
                </a:lnTo>
                <a:lnTo>
                  <a:pt x="412180" y="16356"/>
                </a:lnTo>
                <a:lnTo>
                  <a:pt x="415451" y="16356"/>
                </a:lnTo>
                <a:lnTo>
                  <a:pt x="415451" y="9814"/>
                </a:lnTo>
                <a:lnTo>
                  <a:pt x="418722" y="9814"/>
                </a:lnTo>
                <a:lnTo>
                  <a:pt x="418722" y="6543"/>
                </a:lnTo>
                <a:lnTo>
                  <a:pt x="421993" y="6543"/>
                </a:lnTo>
                <a:lnTo>
                  <a:pt x="421993" y="3271"/>
                </a:lnTo>
                <a:lnTo>
                  <a:pt x="428536" y="3271"/>
                </a:lnTo>
                <a:lnTo>
                  <a:pt x="428536" y="0"/>
                </a:lnTo>
                <a:lnTo>
                  <a:pt x="454706" y="0"/>
                </a:lnTo>
                <a:lnTo>
                  <a:pt x="454706" y="3271"/>
                </a:lnTo>
                <a:lnTo>
                  <a:pt x="464520" y="3271"/>
                </a:lnTo>
                <a:lnTo>
                  <a:pt x="464520" y="0"/>
                </a:lnTo>
                <a:lnTo>
                  <a:pt x="474334" y="0"/>
                </a:lnTo>
                <a:lnTo>
                  <a:pt x="474334" y="3271"/>
                </a:lnTo>
                <a:lnTo>
                  <a:pt x="484147" y="3271"/>
                </a:lnTo>
                <a:lnTo>
                  <a:pt x="484147" y="0"/>
                </a:lnTo>
                <a:lnTo>
                  <a:pt x="507046" y="0"/>
                </a:lnTo>
                <a:lnTo>
                  <a:pt x="507046" y="3271"/>
                </a:lnTo>
                <a:lnTo>
                  <a:pt x="513589" y="3271"/>
                </a:lnTo>
                <a:lnTo>
                  <a:pt x="513589" y="6543"/>
                </a:lnTo>
                <a:lnTo>
                  <a:pt x="516860" y="6543"/>
                </a:lnTo>
                <a:lnTo>
                  <a:pt x="516860" y="9814"/>
                </a:lnTo>
                <a:lnTo>
                  <a:pt x="520131" y="9814"/>
                </a:lnTo>
                <a:lnTo>
                  <a:pt x="520131" y="13085"/>
                </a:lnTo>
                <a:lnTo>
                  <a:pt x="549573" y="13085"/>
                </a:lnTo>
                <a:lnTo>
                  <a:pt x="549573" y="9814"/>
                </a:lnTo>
                <a:lnTo>
                  <a:pt x="552844" y="9814"/>
                </a:lnTo>
                <a:lnTo>
                  <a:pt x="552844" y="6543"/>
                </a:lnTo>
                <a:lnTo>
                  <a:pt x="556115" y="6543"/>
                </a:lnTo>
                <a:lnTo>
                  <a:pt x="556115" y="3271"/>
                </a:lnTo>
                <a:lnTo>
                  <a:pt x="562658" y="3271"/>
                </a:lnTo>
                <a:lnTo>
                  <a:pt x="562658" y="0"/>
                </a:lnTo>
                <a:lnTo>
                  <a:pt x="579014" y="0"/>
                </a:lnTo>
                <a:lnTo>
                  <a:pt x="579014" y="3271"/>
                </a:lnTo>
                <a:lnTo>
                  <a:pt x="592099" y="3271"/>
                </a:lnTo>
                <a:lnTo>
                  <a:pt x="592099" y="0"/>
                </a:lnTo>
                <a:lnTo>
                  <a:pt x="605184" y="0"/>
                </a:lnTo>
                <a:lnTo>
                  <a:pt x="605184" y="3271"/>
                </a:lnTo>
                <a:lnTo>
                  <a:pt x="611727" y="3271"/>
                </a:lnTo>
                <a:lnTo>
                  <a:pt x="611727" y="6543"/>
                </a:lnTo>
                <a:lnTo>
                  <a:pt x="614998" y="6543"/>
                </a:lnTo>
                <a:lnTo>
                  <a:pt x="614998" y="9814"/>
                </a:lnTo>
                <a:lnTo>
                  <a:pt x="618269" y="9814"/>
                </a:lnTo>
                <a:lnTo>
                  <a:pt x="618269" y="16356"/>
                </a:lnTo>
                <a:lnTo>
                  <a:pt x="621541" y="16356"/>
                </a:lnTo>
                <a:lnTo>
                  <a:pt x="621541" y="26170"/>
                </a:lnTo>
                <a:lnTo>
                  <a:pt x="618269" y="26170"/>
                </a:lnTo>
                <a:lnTo>
                  <a:pt x="618269" y="32713"/>
                </a:lnTo>
                <a:lnTo>
                  <a:pt x="614998" y="32713"/>
                </a:lnTo>
                <a:lnTo>
                  <a:pt x="614998" y="35984"/>
                </a:lnTo>
                <a:lnTo>
                  <a:pt x="611727" y="35984"/>
                </a:lnTo>
                <a:lnTo>
                  <a:pt x="611727" y="39255"/>
                </a:lnTo>
                <a:lnTo>
                  <a:pt x="605184" y="39255"/>
                </a:lnTo>
                <a:lnTo>
                  <a:pt x="605184" y="42526"/>
                </a:lnTo>
                <a:lnTo>
                  <a:pt x="588828" y="42526"/>
                </a:lnTo>
                <a:lnTo>
                  <a:pt x="588828" y="39255"/>
                </a:lnTo>
                <a:lnTo>
                  <a:pt x="579014" y="39255"/>
                </a:lnTo>
                <a:lnTo>
                  <a:pt x="579014" y="42526"/>
                </a:lnTo>
                <a:lnTo>
                  <a:pt x="575743" y="42526"/>
                </a:lnTo>
                <a:lnTo>
                  <a:pt x="575743" y="45798"/>
                </a:lnTo>
                <a:lnTo>
                  <a:pt x="572472" y="45798"/>
                </a:lnTo>
                <a:lnTo>
                  <a:pt x="572472" y="49069"/>
                </a:lnTo>
                <a:lnTo>
                  <a:pt x="569200" y="49069"/>
                </a:lnTo>
                <a:lnTo>
                  <a:pt x="569200" y="52340"/>
                </a:lnTo>
                <a:lnTo>
                  <a:pt x="562658" y="52340"/>
                </a:lnTo>
                <a:lnTo>
                  <a:pt x="562658" y="55612"/>
                </a:lnTo>
                <a:lnTo>
                  <a:pt x="507046" y="55612"/>
                </a:lnTo>
                <a:lnTo>
                  <a:pt x="507046" y="52340"/>
                </a:lnTo>
                <a:lnTo>
                  <a:pt x="500504" y="52340"/>
                </a:lnTo>
                <a:lnTo>
                  <a:pt x="500504" y="49069"/>
                </a:lnTo>
                <a:lnTo>
                  <a:pt x="497232" y="49069"/>
                </a:lnTo>
                <a:lnTo>
                  <a:pt x="497232" y="45798"/>
                </a:lnTo>
                <a:lnTo>
                  <a:pt x="493961" y="45798"/>
                </a:lnTo>
                <a:lnTo>
                  <a:pt x="493961" y="42526"/>
                </a:lnTo>
                <a:lnTo>
                  <a:pt x="484147" y="42526"/>
                </a:lnTo>
                <a:lnTo>
                  <a:pt x="484147" y="39255"/>
                </a:lnTo>
                <a:lnTo>
                  <a:pt x="474334" y="39255"/>
                </a:lnTo>
                <a:lnTo>
                  <a:pt x="474334" y="42526"/>
                </a:lnTo>
                <a:lnTo>
                  <a:pt x="464520" y="42526"/>
                </a:lnTo>
                <a:lnTo>
                  <a:pt x="464520" y="39255"/>
                </a:lnTo>
                <a:lnTo>
                  <a:pt x="454706" y="39255"/>
                </a:lnTo>
                <a:lnTo>
                  <a:pt x="454706" y="42526"/>
                </a:lnTo>
                <a:lnTo>
                  <a:pt x="438350" y="42526"/>
                </a:lnTo>
                <a:lnTo>
                  <a:pt x="438350" y="45798"/>
                </a:lnTo>
                <a:lnTo>
                  <a:pt x="435078" y="45798"/>
                </a:lnTo>
                <a:lnTo>
                  <a:pt x="435078" y="52340"/>
                </a:lnTo>
                <a:lnTo>
                  <a:pt x="431807" y="52340"/>
                </a:lnTo>
                <a:lnTo>
                  <a:pt x="431807" y="55612"/>
                </a:lnTo>
                <a:lnTo>
                  <a:pt x="428536" y="55612"/>
                </a:lnTo>
                <a:lnTo>
                  <a:pt x="428536" y="58883"/>
                </a:lnTo>
                <a:lnTo>
                  <a:pt x="421993" y="58883"/>
                </a:lnTo>
                <a:lnTo>
                  <a:pt x="421993" y="62154"/>
                </a:lnTo>
                <a:lnTo>
                  <a:pt x="425265" y="62154"/>
                </a:lnTo>
                <a:lnTo>
                  <a:pt x="425265" y="65425"/>
                </a:lnTo>
                <a:lnTo>
                  <a:pt x="431807" y="65425"/>
                </a:lnTo>
                <a:lnTo>
                  <a:pt x="431807" y="68697"/>
                </a:lnTo>
                <a:lnTo>
                  <a:pt x="435078" y="68697"/>
                </a:lnTo>
                <a:lnTo>
                  <a:pt x="435078" y="71968"/>
                </a:lnTo>
                <a:lnTo>
                  <a:pt x="438350" y="71968"/>
                </a:lnTo>
                <a:lnTo>
                  <a:pt x="438350" y="78510"/>
                </a:lnTo>
                <a:lnTo>
                  <a:pt x="441621" y="78510"/>
                </a:lnTo>
                <a:lnTo>
                  <a:pt x="441621" y="88324"/>
                </a:lnTo>
                <a:lnTo>
                  <a:pt x="438350" y="88324"/>
                </a:lnTo>
                <a:lnTo>
                  <a:pt x="438350" y="94867"/>
                </a:lnTo>
                <a:lnTo>
                  <a:pt x="435078" y="94867"/>
                </a:lnTo>
                <a:lnTo>
                  <a:pt x="435078" y="98138"/>
                </a:lnTo>
                <a:lnTo>
                  <a:pt x="431807" y="98138"/>
                </a:lnTo>
                <a:lnTo>
                  <a:pt x="431807" y="101409"/>
                </a:lnTo>
                <a:lnTo>
                  <a:pt x="425265" y="101409"/>
                </a:lnTo>
                <a:lnTo>
                  <a:pt x="425265" y="104681"/>
                </a:lnTo>
                <a:lnTo>
                  <a:pt x="392552" y="104681"/>
                </a:lnTo>
                <a:lnTo>
                  <a:pt x="392552" y="101409"/>
                </a:lnTo>
                <a:lnTo>
                  <a:pt x="386009" y="101409"/>
                </a:lnTo>
                <a:lnTo>
                  <a:pt x="386009" y="104681"/>
                </a:lnTo>
                <a:lnTo>
                  <a:pt x="369653" y="104681"/>
                </a:lnTo>
                <a:lnTo>
                  <a:pt x="369653" y="101409"/>
                </a:lnTo>
                <a:lnTo>
                  <a:pt x="366382" y="101409"/>
                </a:lnTo>
                <a:lnTo>
                  <a:pt x="366382" y="98138"/>
                </a:lnTo>
                <a:lnTo>
                  <a:pt x="363111" y="98138"/>
                </a:lnTo>
                <a:lnTo>
                  <a:pt x="363111" y="94867"/>
                </a:lnTo>
                <a:lnTo>
                  <a:pt x="359839" y="94867"/>
                </a:lnTo>
                <a:lnTo>
                  <a:pt x="359839" y="88324"/>
                </a:lnTo>
                <a:lnTo>
                  <a:pt x="343483" y="88324"/>
                </a:lnTo>
                <a:lnTo>
                  <a:pt x="343483" y="91595"/>
                </a:lnTo>
                <a:lnTo>
                  <a:pt x="346754" y="91595"/>
                </a:lnTo>
                <a:lnTo>
                  <a:pt x="346754" y="94867"/>
                </a:lnTo>
                <a:lnTo>
                  <a:pt x="350025" y="94867"/>
                </a:lnTo>
                <a:lnTo>
                  <a:pt x="350025" y="101409"/>
                </a:lnTo>
                <a:lnTo>
                  <a:pt x="353297" y="101409"/>
                </a:lnTo>
                <a:lnTo>
                  <a:pt x="353297" y="111223"/>
                </a:lnTo>
                <a:lnTo>
                  <a:pt x="350025" y="111223"/>
                </a:lnTo>
                <a:lnTo>
                  <a:pt x="350025" y="117766"/>
                </a:lnTo>
                <a:lnTo>
                  <a:pt x="346754" y="117766"/>
                </a:lnTo>
                <a:lnTo>
                  <a:pt x="346754" y="121037"/>
                </a:lnTo>
                <a:lnTo>
                  <a:pt x="343483" y="121037"/>
                </a:lnTo>
                <a:lnTo>
                  <a:pt x="343483" y="124308"/>
                </a:lnTo>
                <a:lnTo>
                  <a:pt x="336940" y="124308"/>
                </a:lnTo>
                <a:lnTo>
                  <a:pt x="336940" y="127579"/>
                </a:lnTo>
                <a:lnTo>
                  <a:pt x="307499" y="127579"/>
                </a:lnTo>
                <a:lnTo>
                  <a:pt x="307499" y="134122"/>
                </a:lnTo>
                <a:lnTo>
                  <a:pt x="304228" y="134122"/>
                </a:lnTo>
                <a:lnTo>
                  <a:pt x="304228" y="140664"/>
                </a:lnTo>
                <a:lnTo>
                  <a:pt x="300956" y="140664"/>
                </a:lnTo>
                <a:lnTo>
                  <a:pt x="300956" y="143936"/>
                </a:lnTo>
                <a:lnTo>
                  <a:pt x="294414" y="143936"/>
                </a:lnTo>
                <a:lnTo>
                  <a:pt x="294414" y="147207"/>
                </a:lnTo>
                <a:lnTo>
                  <a:pt x="271515" y="147207"/>
                </a:lnTo>
                <a:lnTo>
                  <a:pt x="271515" y="143936"/>
                </a:lnTo>
                <a:lnTo>
                  <a:pt x="264973" y="143936"/>
                </a:lnTo>
                <a:lnTo>
                  <a:pt x="264973" y="147207"/>
                </a:lnTo>
                <a:lnTo>
                  <a:pt x="248616" y="147207"/>
                </a:lnTo>
                <a:lnTo>
                  <a:pt x="248616" y="150478"/>
                </a:lnTo>
                <a:lnTo>
                  <a:pt x="251887" y="150478"/>
                </a:lnTo>
                <a:lnTo>
                  <a:pt x="251887" y="160292"/>
                </a:lnTo>
                <a:lnTo>
                  <a:pt x="248616" y="160292"/>
                </a:lnTo>
                <a:lnTo>
                  <a:pt x="248616" y="166835"/>
                </a:lnTo>
                <a:lnTo>
                  <a:pt x="245345" y="166835"/>
                </a:lnTo>
                <a:lnTo>
                  <a:pt x="245345" y="170106"/>
                </a:lnTo>
                <a:lnTo>
                  <a:pt x="242074" y="170106"/>
                </a:lnTo>
                <a:lnTo>
                  <a:pt x="242074" y="173377"/>
                </a:lnTo>
                <a:lnTo>
                  <a:pt x="235531" y="173377"/>
                </a:lnTo>
                <a:lnTo>
                  <a:pt x="235531" y="176648"/>
                </a:lnTo>
                <a:lnTo>
                  <a:pt x="222446" y="176648"/>
                </a:lnTo>
                <a:lnTo>
                  <a:pt x="222446" y="173377"/>
                </a:lnTo>
                <a:lnTo>
                  <a:pt x="215904" y="173377"/>
                </a:lnTo>
                <a:lnTo>
                  <a:pt x="215904" y="176648"/>
                </a:lnTo>
                <a:lnTo>
                  <a:pt x="196276" y="176648"/>
                </a:lnTo>
                <a:lnTo>
                  <a:pt x="196276" y="173377"/>
                </a:lnTo>
                <a:lnTo>
                  <a:pt x="189733" y="173377"/>
                </a:lnTo>
                <a:lnTo>
                  <a:pt x="189733" y="170106"/>
                </a:lnTo>
                <a:lnTo>
                  <a:pt x="186462" y="170106"/>
                </a:lnTo>
                <a:lnTo>
                  <a:pt x="186462" y="166835"/>
                </a:lnTo>
                <a:lnTo>
                  <a:pt x="183191" y="166835"/>
                </a:lnTo>
                <a:lnTo>
                  <a:pt x="183191" y="160292"/>
                </a:lnTo>
                <a:lnTo>
                  <a:pt x="179920" y="160292"/>
                </a:lnTo>
                <a:lnTo>
                  <a:pt x="179920" y="150478"/>
                </a:lnTo>
                <a:lnTo>
                  <a:pt x="183191" y="150478"/>
                </a:lnTo>
                <a:lnTo>
                  <a:pt x="183191" y="147207"/>
                </a:lnTo>
                <a:lnTo>
                  <a:pt x="176648" y="147207"/>
                </a:lnTo>
                <a:lnTo>
                  <a:pt x="176648" y="143936"/>
                </a:lnTo>
                <a:lnTo>
                  <a:pt x="170106" y="143936"/>
                </a:lnTo>
                <a:lnTo>
                  <a:pt x="170106" y="147207"/>
                </a:lnTo>
                <a:lnTo>
                  <a:pt x="117766" y="147207"/>
                </a:lnTo>
                <a:lnTo>
                  <a:pt x="117766" y="143936"/>
                </a:lnTo>
                <a:lnTo>
                  <a:pt x="114494" y="143936"/>
                </a:lnTo>
                <a:lnTo>
                  <a:pt x="114494" y="147207"/>
                </a:lnTo>
                <a:lnTo>
                  <a:pt x="101409" y="147207"/>
                </a:lnTo>
                <a:lnTo>
                  <a:pt x="101409" y="143936"/>
                </a:lnTo>
                <a:lnTo>
                  <a:pt x="94867" y="143936"/>
                </a:lnTo>
                <a:lnTo>
                  <a:pt x="94867" y="140664"/>
                </a:lnTo>
                <a:lnTo>
                  <a:pt x="91595" y="140664"/>
                </a:lnTo>
                <a:lnTo>
                  <a:pt x="91595" y="137393"/>
                </a:lnTo>
                <a:lnTo>
                  <a:pt x="88324" y="137393"/>
                </a:lnTo>
                <a:lnTo>
                  <a:pt x="88324" y="130851"/>
                </a:lnTo>
                <a:lnTo>
                  <a:pt x="85053" y="130851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30851"/>
                </a:lnTo>
                <a:lnTo>
                  <a:pt x="78510" y="130851"/>
                </a:lnTo>
                <a:lnTo>
                  <a:pt x="78510" y="134122"/>
                </a:lnTo>
                <a:lnTo>
                  <a:pt x="75239" y="134122"/>
                </a:lnTo>
                <a:lnTo>
                  <a:pt x="75239" y="137393"/>
                </a:lnTo>
                <a:lnTo>
                  <a:pt x="71968" y="137393"/>
                </a:lnTo>
                <a:lnTo>
                  <a:pt x="71968" y="140664"/>
                </a:lnTo>
                <a:lnTo>
                  <a:pt x="68697" y="140664"/>
                </a:lnTo>
                <a:lnTo>
                  <a:pt x="68697" y="143936"/>
                </a:lnTo>
                <a:lnTo>
                  <a:pt x="45798" y="143936"/>
                </a:lnTo>
                <a:lnTo>
                  <a:pt x="45798" y="140664"/>
                </a:lnTo>
                <a:lnTo>
                  <a:pt x="39255" y="140664"/>
                </a:lnTo>
                <a:lnTo>
                  <a:pt x="39255" y="143936"/>
                </a:lnTo>
                <a:lnTo>
                  <a:pt x="16356" y="143936"/>
                </a:lnTo>
                <a:lnTo>
                  <a:pt x="16356" y="140664"/>
                </a:lnTo>
                <a:lnTo>
                  <a:pt x="9814" y="140664"/>
                </a:lnTo>
                <a:lnTo>
                  <a:pt x="9814" y="137393"/>
                </a:lnTo>
                <a:lnTo>
                  <a:pt x="6543" y="137393"/>
                </a:lnTo>
                <a:lnTo>
                  <a:pt x="6543" y="134122"/>
                </a:lnTo>
                <a:lnTo>
                  <a:pt x="3271" y="134122"/>
                </a:lnTo>
                <a:lnTo>
                  <a:pt x="3271" y="127579"/>
                </a:lnTo>
                <a:lnTo>
                  <a:pt x="0" y="127579"/>
                </a:lnTo>
                <a:lnTo>
                  <a:pt x="0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6543" y="111223"/>
                </a:lnTo>
                <a:lnTo>
                  <a:pt x="6543" y="107952"/>
                </a:lnTo>
                <a:lnTo>
                  <a:pt x="9814" y="107952"/>
                </a:lnTo>
                <a:lnTo>
                  <a:pt x="9814" y="104681"/>
                </a:lnTo>
                <a:lnTo>
                  <a:pt x="16356" y="104681"/>
                </a:lnTo>
                <a:lnTo>
                  <a:pt x="16356" y="101409"/>
                </a:lnTo>
                <a:lnTo>
                  <a:pt x="39255" y="101409"/>
                </a:lnTo>
                <a:lnTo>
                  <a:pt x="39255" y="104681"/>
                </a:lnTo>
                <a:lnTo>
                  <a:pt x="42526" y="104681"/>
                </a:lnTo>
                <a:lnTo>
                  <a:pt x="42526" y="94867"/>
                </a:lnTo>
                <a:lnTo>
                  <a:pt x="45798" y="94867"/>
                </a:lnTo>
                <a:lnTo>
                  <a:pt x="45798" y="88324"/>
                </a:lnTo>
                <a:lnTo>
                  <a:pt x="49069" y="88324"/>
                </a:lnTo>
                <a:lnTo>
                  <a:pt x="49069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58883" y="81782"/>
                </a:lnTo>
                <a:lnTo>
                  <a:pt x="58883" y="78510"/>
                </a:lnTo>
                <a:lnTo>
                  <a:pt x="68697" y="78510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1968"/>
                </a:lnTo>
                <a:lnTo>
                  <a:pt x="62154" y="71968"/>
                </a:lnTo>
                <a:lnTo>
                  <a:pt x="62154" y="65425"/>
                </a:lnTo>
                <a:lnTo>
                  <a:pt x="58883" y="65425"/>
                </a:lnTo>
                <a:lnTo>
                  <a:pt x="58883" y="55612"/>
                </a:lnTo>
                <a:close/>
                <a:moveTo>
                  <a:pt x="291143" y="88324"/>
                </a:moveTo>
                <a:lnTo>
                  <a:pt x="291143" y="85053"/>
                </a:lnTo>
                <a:lnTo>
                  <a:pt x="287871" y="85053"/>
                </a:lnTo>
                <a:lnTo>
                  <a:pt x="287871" y="88324"/>
                </a:lnTo>
                <a:lnTo>
                  <a:pt x="291143" y="88324"/>
                </a:lnTo>
                <a:close/>
                <a:moveTo>
                  <a:pt x="278058" y="91595"/>
                </a:moveTo>
                <a:lnTo>
                  <a:pt x="278058" y="94867"/>
                </a:lnTo>
                <a:lnTo>
                  <a:pt x="281329" y="94867"/>
                </a:lnTo>
                <a:lnTo>
                  <a:pt x="281329" y="91595"/>
                </a:lnTo>
                <a:lnTo>
                  <a:pt x="278058" y="91595"/>
                </a:lnTo>
                <a:close/>
                <a:moveTo>
                  <a:pt x="389281" y="62154"/>
                </a:moveTo>
                <a:lnTo>
                  <a:pt x="389281" y="65425"/>
                </a:lnTo>
                <a:lnTo>
                  <a:pt x="392552" y="65425"/>
                </a:lnTo>
                <a:lnTo>
                  <a:pt x="392552" y="62154"/>
                </a:lnTo>
                <a:lnTo>
                  <a:pt x="389281" y="6215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isible source SEC-093 inset-1 region 498">
            <a:extLst xmlns:a="http://schemas.openxmlformats.org/drawingml/2006/main">
              <a:ext uri="{FF2B5EF4-FFF2-40B4-BE49-F238E27FC236}">
                <a16:creationId xmlns:a16="http://schemas.microsoft.com/office/drawing/2014/main" id="{3C8511CD-9AF4-4B76-BA1C-834C524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726" y="2260608"/>
            <a:ext cx="163563" cy="75239"/>
          </a:xfrm>
          <a:custGeom xmlns:a="http://schemas.openxmlformats.org/drawingml/2006/main">
            <a:pathLst>
              <a:path w="163563" h="75239">
                <a:moveTo>
                  <a:pt x="49069" y="16356"/>
                </a:move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81782" y="0"/>
                </a:lnTo>
                <a:lnTo>
                  <a:pt x="81782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47207" y="6543"/>
                </a:lnTo>
                <a:lnTo>
                  <a:pt x="147207" y="9814"/>
                </a:lnTo>
                <a:lnTo>
                  <a:pt x="153750" y="9814"/>
                </a:lnTo>
                <a:lnTo>
                  <a:pt x="153750" y="13085"/>
                </a:lnTo>
                <a:lnTo>
                  <a:pt x="157021" y="13085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22899"/>
                </a:lnTo>
                <a:lnTo>
                  <a:pt x="163563" y="22899"/>
                </a:lnTo>
                <a:lnTo>
                  <a:pt x="163563" y="32713"/>
                </a:lnTo>
                <a:lnTo>
                  <a:pt x="160292" y="32713"/>
                </a:lnTo>
                <a:lnTo>
                  <a:pt x="160292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53750" y="42526"/>
                </a:lnTo>
                <a:lnTo>
                  <a:pt x="153750" y="45798"/>
                </a:lnTo>
                <a:lnTo>
                  <a:pt x="147207" y="45798"/>
                </a:lnTo>
                <a:lnTo>
                  <a:pt x="147207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88324" y="55612"/>
                </a:lnTo>
                <a:lnTo>
                  <a:pt x="88324" y="52340"/>
                </a:lnTo>
                <a:lnTo>
                  <a:pt x="85053" y="52340"/>
                </a:lnTo>
                <a:lnTo>
                  <a:pt x="85053" y="55612"/>
                </a:lnTo>
                <a:lnTo>
                  <a:pt x="81782" y="55612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71968" y="68697"/>
                </a:lnTo>
                <a:lnTo>
                  <a:pt x="71968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13085" y="75239"/>
                </a:lnTo>
                <a:lnTo>
                  <a:pt x="13085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45798" y="32713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isible source SEC-093 inset-1 region 499">
            <a:extLst xmlns:a="http://schemas.openxmlformats.org/drawingml/2006/main">
              <a:ext uri="{FF2B5EF4-FFF2-40B4-BE49-F238E27FC236}">
                <a16:creationId xmlns:a16="http://schemas.microsoft.com/office/drawing/2014/main" id="{61EE6303-F0A4-44EB-98AF-42C6780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050" y="2303135"/>
            <a:ext cx="395823" cy="166835"/>
          </a:xfrm>
          <a:custGeom xmlns:a="http://schemas.openxmlformats.org/drawingml/2006/main">
            <a:pathLst>
              <a:path w="395823" h="166835">
                <a:moveTo>
                  <a:pt x="58883" y="42526"/>
                </a:moveTo>
                <a:lnTo>
                  <a:pt x="58883" y="39255"/>
                </a:lnTo>
                <a:lnTo>
                  <a:pt x="62154" y="39255"/>
                </a:lnTo>
                <a:lnTo>
                  <a:pt x="62154" y="35984"/>
                </a:lnTo>
                <a:lnTo>
                  <a:pt x="68697" y="35984"/>
                </a:lnTo>
                <a:lnTo>
                  <a:pt x="68697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86462" y="39255"/>
                </a:lnTo>
                <a:lnTo>
                  <a:pt x="186462" y="35984"/>
                </a:lnTo>
                <a:lnTo>
                  <a:pt x="183191" y="35984"/>
                </a:lnTo>
                <a:lnTo>
                  <a:pt x="183191" y="29441"/>
                </a:lnTo>
                <a:lnTo>
                  <a:pt x="179920" y="29441"/>
                </a:lnTo>
                <a:lnTo>
                  <a:pt x="179920" y="13085"/>
                </a:lnTo>
                <a:lnTo>
                  <a:pt x="183191" y="13085"/>
                </a:lnTo>
                <a:lnTo>
                  <a:pt x="183191" y="6543"/>
                </a:lnTo>
                <a:lnTo>
                  <a:pt x="186462" y="6543"/>
                </a:lnTo>
                <a:lnTo>
                  <a:pt x="186462" y="3271"/>
                </a:lnTo>
                <a:lnTo>
                  <a:pt x="193005" y="3271"/>
                </a:lnTo>
                <a:lnTo>
                  <a:pt x="193005" y="0"/>
                </a:lnTo>
                <a:lnTo>
                  <a:pt x="251887" y="0"/>
                </a:lnTo>
                <a:lnTo>
                  <a:pt x="251887" y="3271"/>
                </a:lnTo>
                <a:lnTo>
                  <a:pt x="255159" y="3271"/>
                </a:lnTo>
                <a:lnTo>
                  <a:pt x="255159" y="6543"/>
                </a:lnTo>
                <a:lnTo>
                  <a:pt x="258430" y="6543"/>
                </a:lnTo>
                <a:lnTo>
                  <a:pt x="258430" y="9814"/>
                </a:lnTo>
                <a:lnTo>
                  <a:pt x="261701" y="9814"/>
                </a:lnTo>
                <a:lnTo>
                  <a:pt x="261701" y="13085"/>
                </a:lnTo>
                <a:lnTo>
                  <a:pt x="264973" y="13085"/>
                </a:lnTo>
                <a:lnTo>
                  <a:pt x="264973" y="29441"/>
                </a:lnTo>
                <a:lnTo>
                  <a:pt x="261701" y="29441"/>
                </a:lnTo>
                <a:lnTo>
                  <a:pt x="261701" y="32713"/>
                </a:lnTo>
                <a:lnTo>
                  <a:pt x="258430" y="32713"/>
                </a:lnTo>
                <a:lnTo>
                  <a:pt x="258430" y="35984"/>
                </a:lnTo>
                <a:lnTo>
                  <a:pt x="255159" y="35984"/>
                </a:lnTo>
                <a:lnTo>
                  <a:pt x="255159" y="39255"/>
                </a:lnTo>
                <a:lnTo>
                  <a:pt x="291143" y="39255"/>
                </a:lnTo>
                <a:lnTo>
                  <a:pt x="291143" y="42526"/>
                </a:lnTo>
                <a:lnTo>
                  <a:pt x="297685" y="42526"/>
                </a:lnTo>
                <a:lnTo>
                  <a:pt x="297685" y="45798"/>
                </a:lnTo>
                <a:lnTo>
                  <a:pt x="300956" y="45798"/>
                </a:lnTo>
                <a:lnTo>
                  <a:pt x="300956" y="49069"/>
                </a:lnTo>
                <a:lnTo>
                  <a:pt x="304228" y="49069"/>
                </a:lnTo>
                <a:lnTo>
                  <a:pt x="304228" y="55612"/>
                </a:lnTo>
                <a:lnTo>
                  <a:pt x="307499" y="55612"/>
                </a:lnTo>
                <a:lnTo>
                  <a:pt x="307499" y="65425"/>
                </a:lnTo>
                <a:lnTo>
                  <a:pt x="304228" y="65425"/>
                </a:lnTo>
                <a:lnTo>
                  <a:pt x="304228" y="71968"/>
                </a:lnTo>
                <a:lnTo>
                  <a:pt x="300956" y="71968"/>
                </a:lnTo>
                <a:lnTo>
                  <a:pt x="300956" y="75239"/>
                </a:lnTo>
                <a:lnTo>
                  <a:pt x="297685" y="75239"/>
                </a:lnTo>
                <a:lnTo>
                  <a:pt x="297685" y="78510"/>
                </a:lnTo>
                <a:lnTo>
                  <a:pt x="291143" y="78510"/>
                </a:lnTo>
                <a:lnTo>
                  <a:pt x="291143" y="81782"/>
                </a:lnTo>
                <a:lnTo>
                  <a:pt x="242074" y="81782"/>
                </a:lnTo>
                <a:lnTo>
                  <a:pt x="242074" y="78510"/>
                </a:lnTo>
                <a:lnTo>
                  <a:pt x="235531" y="78510"/>
                </a:lnTo>
                <a:lnTo>
                  <a:pt x="235531" y="75239"/>
                </a:lnTo>
                <a:lnTo>
                  <a:pt x="232260" y="75239"/>
                </a:lnTo>
                <a:lnTo>
                  <a:pt x="232260" y="71968"/>
                </a:lnTo>
                <a:lnTo>
                  <a:pt x="228989" y="71968"/>
                </a:lnTo>
                <a:lnTo>
                  <a:pt x="228989" y="65425"/>
                </a:lnTo>
                <a:lnTo>
                  <a:pt x="225717" y="65425"/>
                </a:lnTo>
                <a:lnTo>
                  <a:pt x="225717" y="55612"/>
                </a:lnTo>
                <a:lnTo>
                  <a:pt x="228989" y="55612"/>
                </a:lnTo>
                <a:lnTo>
                  <a:pt x="228989" y="49069"/>
                </a:lnTo>
                <a:lnTo>
                  <a:pt x="232260" y="49069"/>
                </a:lnTo>
                <a:lnTo>
                  <a:pt x="232260" y="45798"/>
                </a:lnTo>
                <a:lnTo>
                  <a:pt x="235531" y="45798"/>
                </a:lnTo>
                <a:lnTo>
                  <a:pt x="235531" y="42526"/>
                </a:lnTo>
                <a:lnTo>
                  <a:pt x="209361" y="42526"/>
                </a:lnTo>
                <a:lnTo>
                  <a:pt x="209361" y="45798"/>
                </a:lnTo>
                <a:lnTo>
                  <a:pt x="212632" y="45798"/>
                </a:lnTo>
                <a:lnTo>
                  <a:pt x="212632" y="49069"/>
                </a:lnTo>
                <a:lnTo>
                  <a:pt x="215904" y="49069"/>
                </a:lnTo>
                <a:lnTo>
                  <a:pt x="215904" y="55612"/>
                </a:lnTo>
                <a:lnTo>
                  <a:pt x="219175" y="55612"/>
                </a:lnTo>
                <a:lnTo>
                  <a:pt x="219175" y="65425"/>
                </a:lnTo>
                <a:lnTo>
                  <a:pt x="215904" y="65425"/>
                </a:lnTo>
                <a:lnTo>
                  <a:pt x="215904" y="71968"/>
                </a:lnTo>
                <a:lnTo>
                  <a:pt x="212632" y="71968"/>
                </a:lnTo>
                <a:lnTo>
                  <a:pt x="212632" y="75239"/>
                </a:lnTo>
                <a:lnTo>
                  <a:pt x="209361" y="75239"/>
                </a:lnTo>
                <a:lnTo>
                  <a:pt x="209361" y="78510"/>
                </a:lnTo>
                <a:lnTo>
                  <a:pt x="202818" y="78510"/>
                </a:lnTo>
                <a:lnTo>
                  <a:pt x="202818" y="81782"/>
                </a:lnTo>
                <a:lnTo>
                  <a:pt x="127579" y="81782"/>
                </a:lnTo>
                <a:lnTo>
                  <a:pt x="127579" y="78510"/>
                </a:lnTo>
                <a:lnTo>
                  <a:pt x="121037" y="78510"/>
                </a:lnTo>
                <a:lnTo>
                  <a:pt x="121037" y="81782"/>
                </a:lnTo>
                <a:lnTo>
                  <a:pt x="124308" y="81782"/>
                </a:lnTo>
                <a:lnTo>
                  <a:pt x="124308" y="85053"/>
                </a:lnTo>
                <a:lnTo>
                  <a:pt x="127579" y="85053"/>
                </a:lnTo>
                <a:lnTo>
                  <a:pt x="127579" y="91595"/>
                </a:lnTo>
                <a:lnTo>
                  <a:pt x="130851" y="91595"/>
                </a:lnTo>
                <a:lnTo>
                  <a:pt x="130851" y="94867"/>
                </a:lnTo>
                <a:lnTo>
                  <a:pt x="137393" y="94867"/>
                </a:lnTo>
                <a:lnTo>
                  <a:pt x="137393" y="91595"/>
                </a:lnTo>
                <a:lnTo>
                  <a:pt x="206090" y="91595"/>
                </a:lnTo>
                <a:lnTo>
                  <a:pt x="206090" y="94867"/>
                </a:lnTo>
                <a:lnTo>
                  <a:pt x="212632" y="94867"/>
                </a:lnTo>
                <a:lnTo>
                  <a:pt x="212632" y="98138"/>
                </a:lnTo>
                <a:lnTo>
                  <a:pt x="215904" y="98138"/>
                </a:lnTo>
                <a:lnTo>
                  <a:pt x="215904" y="101409"/>
                </a:lnTo>
                <a:lnTo>
                  <a:pt x="219175" y="101409"/>
                </a:lnTo>
                <a:lnTo>
                  <a:pt x="219175" y="107952"/>
                </a:lnTo>
                <a:lnTo>
                  <a:pt x="222446" y="107952"/>
                </a:lnTo>
                <a:lnTo>
                  <a:pt x="222446" y="117766"/>
                </a:lnTo>
                <a:lnTo>
                  <a:pt x="219175" y="117766"/>
                </a:lnTo>
                <a:lnTo>
                  <a:pt x="219175" y="121037"/>
                </a:lnTo>
                <a:lnTo>
                  <a:pt x="228989" y="121037"/>
                </a:lnTo>
                <a:lnTo>
                  <a:pt x="228989" y="117766"/>
                </a:lnTo>
                <a:lnTo>
                  <a:pt x="225717" y="117766"/>
                </a:lnTo>
                <a:lnTo>
                  <a:pt x="225717" y="107952"/>
                </a:lnTo>
                <a:lnTo>
                  <a:pt x="228989" y="107952"/>
                </a:lnTo>
                <a:lnTo>
                  <a:pt x="228989" y="101409"/>
                </a:lnTo>
                <a:lnTo>
                  <a:pt x="232260" y="101409"/>
                </a:lnTo>
                <a:lnTo>
                  <a:pt x="232260" y="98138"/>
                </a:lnTo>
                <a:lnTo>
                  <a:pt x="235531" y="98138"/>
                </a:lnTo>
                <a:lnTo>
                  <a:pt x="235531" y="94867"/>
                </a:lnTo>
                <a:lnTo>
                  <a:pt x="242074" y="94867"/>
                </a:lnTo>
                <a:lnTo>
                  <a:pt x="242074" y="91595"/>
                </a:lnTo>
                <a:lnTo>
                  <a:pt x="287871" y="91595"/>
                </a:lnTo>
                <a:lnTo>
                  <a:pt x="287871" y="94867"/>
                </a:lnTo>
                <a:lnTo>
                  <a:pt x="294414" y="94867"/>
                </a:lnTo>
                <a:lnTo>
                  <a:pt x="294414" y="98138"/>
                </a:lnTo>
                <a:lnTo>
                  <a:pt x="297685" y="98138"/>
                </a:lnTo>
                <a:lnTo>
                  <a:pt x="297685" y="101409"/>
                </a:lnTo>
                <a:lnTo>
                  <a:pt x="317313" y="101409"/>
                </a:lnTo>
                <a:lnTo>
                  <a:pt x="317313" y="104681"/>
                </a:lnTo>
                <a:lnTo>
                  <a:pt x="327127" y="104681"/>
                </a:lnTo>
                <a:lnTo>
                  <a:pt x="327127" y="101409"/>
                </a:lnTo>
                <a:lnTo>
                  <a:pt x="336940" y="101409"/>
                </a:lnTo>
                <a:lnTo>
                  <a:pt x="336940" y="104681"/>
                </a:lnTo>
                <a:lnTo>
                  <a:pt x="343483" y="104681"/>
                </a:lnTo>
                <a:lnTo>
                  <a:pt x="343483" y="107952"/>
                </a:lnTo>
                <a:lnTo>
                  <a:pt x="346754" y="107952"/>
                </a:lnTo>
                <a:lnTo>
                  <a:pt x="346754" y="111223"/>
                </a:lnTo>
                <a:lnTo>
                  <a:pt x="350025" y="111223"/>
                </a:lnTo>
                <a:lnTo>
                  <a:pt x="350025" y="114494"/>
                </a:lnTo>
                <a:lnTo>
                  <a:pt x="353297" y="114494"/>
                </a:lnTo>
                <a:lnTo>
                  <a:pt x="353297" y="124308"/>
                </a:lnTo>
                <a:lnTo>
                  <a:pt x="382738" y="124308"/>
                </a:lnTo>
                <a:lnTo>
                  <a:pt x="382738" y="127579"/>
                </a:lnTo>
                <a:lnTo>
                  <a:pt x="386009" y="127579"/>
                </a:lnTo>
                <a:lnTo>
                  <a:pt x="386009" y="130851"/>
                </a:lnTo>
                <a:lnTo>
                  <a:pt x="389281" y="130851"/>
                </a:lnTo>
                <a:lnTo>
                  <a:pt x="389281" y="134122"/>
                </a:lnTo>
                <a:lnTo>
                  <a:pt x="392552" y="134122"/>
                </a:lnTo>
                <a:lnTo>
                  <a:pt x="392552" y="137393"/>
                </a:lnTo>
                <a:lnTo>
                  <a:pt x="395823" y="137393"/>
                </a:lnTo>
                <a:lnTo>
                  <a:pt x="395823" y="153750"/>
                </a:lnTo>
                <a:lnTo>
                  <a:pt x="392552" y="153750"/>
                </a:lnTo>
                <a:lnTo>
                  <a:pt x="392552" y="157021"/>
                </a:lnTo>
                <a:lnTo>
                  <a:pt x="389281" y="157021"/>
                </a:lnTo>
                <a:lnTo>
                  <a:pt x="389281" y="160292"/>
                </a:lnTo>
                <a:lnTo>
                  <a:pt x="386009" y="160292"/>
                </a:lnTo>
                <a:lnTo>
                  <a:pt x="386009" y="163563"/>
                </a:lnTo>
                <a:lnTo>
                  <a:pt x="379467" y="163563"/>
                </a:lnTo>
                <a:lnTo>
                  <a:pt x="379467" y="166835"/>
                </a:lnTo>
                <a:lnTo>
                  <a:pt x="330398" y="166835"/>
                </a:lnTo>
                <a:lnTo>
                  <a:pt x="330398" y="163563"/>
                </a:lnTo>
                <a:lnTo>
                  <a:pt x="323855" y="163563"/>
                </a:lnTo>
                <a:lnTo>
                  <a:pt x="323855" y="160292"/>
                </a:lnTo>
                <a:lnTo>
                  <a:pt x="320584" y="160292"/>
                </a:lnTo>
                <a:lnTo>
                  <a:pt x="320584" y="157021"/>
                </a:lnTo>
                <a:lnTo>
                  <a:pt x="317313" y="157021"/>
                </a:lnTo>
                <a:lnTo>
                  <a:pt x="317313" y="150478"/>
                </a:lnTo>
                <a:lnTo>
                  <a:pt x="314042" y="150478"/>
                </a:lnTo>
                <a:lnTo>
                  <a:pt x="314042" y="143936"/>
                </a:lnTo>
                <a:lnTo>
                  <a:pt x="284600" y="143936"/>
                </a:lnTo>
                <a:lnTo>
                  <a:pt x="284600" y="140664"/>
                </a:lnTo>
                <a:lnTo>
                  <a:pt x="278058" y="140664"/>
                </a:lnTo>
                <a:lnTo>
                  <a:pt x="278058" y="137393"/>
                </a:lnTo>
                <a:lnTo>
                  <a:pt x="274786" y="137393"/>
                </a:lnTo>
                <a:lnTo>
                  <a:pt x="274786" y="134122"/>
                </a:lnTo>
                <a:lnTo>
                  <a:pt x="264973" y="134122"/>
                </a:lnTo>
                <a:lnTo>
                  <a:pt x="264973" y="150478"/>
                </a:lnTo>
                <a:lnTo>
                  <a:pt x="261701" y="150478"/>
                </a:lnTo>
                <a:lnTo>
                  <a:pt x="261701" y="153750"/>
                </a:lnTo>
                <a:lnTo>
                  <a:pt x="258430" y="153750"/>
                </a:lnTo>
                <a:lnTo>
                  <a:pt x="258430" y="157021"/>
                </a:lnTo>
                <a:lnTo>
                  <a:pt x="255159" y="157021"/>
                </a:lnTo>
                <a:lnTo>
                  <a:pt x="255159" y="160292"/>
                </a:lnTo>
                <a:lnTo>
                  <a:pt x="251887" y="160292"/>
                </a:lnTo>
                <a:lnTo>
                  <a:pt x="251887" y="163563"/>
                </a:lnTo>
                <a:lnTo>
                  <a:pt x="202818" y="163563"/>
                </a:lnTo>
                <a:lnTo>
                  <a:pt x="202818" y="160292"/>
                </a:lnTo>
                <a:lnTo>
                  <a:pt x="196276" y="160292"/>
                </a:lnTo>
                <a:lnTo>
                  <a:pt x="196276" y="157021"/>
                </a:lnTo>
                <a:lnTo>
                  <a:pt x="193005" y="157021"/>
                </a:lnTo>
                <a:lnTo>
                  <a:pt x="193005" y="153750"/>
                </a:lnTo>
                <a:lnTo>
                  <a:pt x="189733" y="153750"/>
                </a:lnTo>
                <a:lnTo>
                  <a:pt x="189733" y="147207"/>
                </a:lnTo>
                <a:lnTo>
                  <a:pt x="186462" y="147207"/>
                </a:lnTo>
                <a:lnTo>
                  <a:pt x="186462" y="137393"/>
                </a:lnTo>
                <a:lnTo>
                  <a:pt x="189733" y="137393"/>
                </a:lnTo>
                <a:lnTo>
                  <a:pt x="189733" y="134122"/>
                </a:lnTo>
                <a:lnTo>
                  <a:pt x="137393" y="134122"/>
                </a:lnTo>
                <a:lnTo>
                  <a:pt x="137393" y="130851"/>
                </a:lnTo>
                <a:lnTo>
                  <a:pt x="130851" y="130851"/>
                </a:lnTo>
                <a:lnTo>
                  <a:pt x="130851" y="134122"/>
                </a:lnTo>
                <a:lnTo>
                  <a:pt x="107952" y="134122"/>
                </a:lnTo>
                <a:lnTo>
                  <a:pt x="107952" y="130851"/>
                </a:lnTo>
                <a:lnTo>
                  <a:pt x="101409" y="130851"/>
                </a:lnTo>
                <a:lnTo>
                  <a:pt x="101409" y="127579"/>
                </a:lnTo>
                <a:lnTo>
                  <a:pt x="98138" y="127579"/>
                </a:lnTo>
                <a:lnTo>
                  <a:pt x="98138" y="124308"/>
                </a:lnTo>
                <a:lnTo>
                  <a:pt x="94867" y="124308"/>
                </a:lnTo>
                <a:lnTo>
                  <a:pt x="94867" y="117766"/>
                </a:lnTo>
                <a:lnTo>
                  <a:pt x="75239" y="117766"/>
                </a:lnTo>
                <a:lnTo>
                  <a:pt x="75239" y="121037"/>
                </a:lnTo>
                <a:lnTo>
                  <a:pt x="78510" y="121037"/>
                </a:lnTo>
                <a:lnTo>
                  <a:pt x="78510" y="124308"/>
                </a:lnTo>
                <a:lnTo>
                  <a:pt x="81782" y="124308"/>
                </a:lnTo>
                <a:lnTo>
                  <a:pt x="81782" y="140664"/>
                </a:lnTo>
                <a:lnTo>
                  <a:pt x="78510" y="140664"/>
                </a:lnTo>
                <a:lnTo>
                  <a:pt x="78510" y="143936"/>
                </a:lnTo>
                <a:lnTo>
                  <a:pt x="75239" y="143936"/>
                </a:lnTo>
                <a:lnTo>
                  <a:pt x="75239" y="147207"/>
                </a:lnTo>
                <a:lnTo>
                  <a:pt x="71968" y="147207"/>
                </a:lnTo>
                <a:lnTo>
                  <a:pt x="71968" y="150478"/>
                </a:lnTo>
                <a:lnTo>
                  <a:pt x="68697" y="150478"/>
                </a:lnTo>
                <a:lnTo>
                  <a:pt x="68697" y="153750"/>
                </a:lnTo>
                <a:lnTo>
                  <a:pt x="13085" y="153750"/>
                </a:lnTo>
                <a:lnTo>
                  <a:pt x="13085" y="150478"/>
                </a:lnTo>
                <a:lnTo>
                  <a:pt x="9814" y="150478"/>
                </a:lnTo>
                <a:lnTo>
                  <a:pt x="9814" y="147207"/>
                </a:lnTo>
                <a:lnTo>
                  <a:pt x="6543" y="147207"/>
                </a:lnTo>
                <a:lnTo>
                  <a:pt x="6543" y="143936"/>
                </a:lnTo>
                <a:lnTo>
                  <a:pt x="3271" y="143936"/>
                </a:lnTo>
                <a:lnTo>
                  <a:pt x="3271" y="137393"/>
                </a:lnTo>
                <a:lnTo>
                  <a:pt x="0" y="137393"/>
                </a:lnTo>
                <a:lnTo>
                  <a:pt x="0" y="127579"/>
                </a:lnTo>
                <a:lnTo>
                  <a:pt x="3271" y="127579"/>
                </a:lnTo>
                <a:lnTo>
                  <a:pt x="3271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16356" y="114494"/>
                </a:lnTo>
                <a:lnTo>
                  <a:pt x="16356" y="111223"/>
                </a:lnTo>
                <a:lnTo>
                  <a:pt x="52340" y="111223"/>
                </a:lnTo>
                <a:lnTo>
                  <a:pt x="52340" y="107952"/>
                </a:lnTo>
                <a:lnTo>
                  <a:pt x="49069" y="107952"/>
                </a:lnTo>
                <a:lnTo>
                  <a:pt x="49069" y="101409"/>
                </a:lnTo>
                <a:lnTo>
                  <a:pt x="45798" y="101409"/>
                </a:lnTo>
                <a:lnTo>
                  <a:pt x="45798" y="91595"/>
                </a:lnTo>
                <a:lnTo>
                  <a:pt x="49069" y="91595"/>
                </a:lnTo>
                <a:lnTo>
                  <a:pt x="49069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62154" y="78510"/>
                </a:lnTo>
                <a:lnTo>
                  <a:pt x="62154" y="75239"/>
                </a:lnTo>
                <a:lnTo>
                  <a:pt x="68697" y="75239"/>
                </a:lnTo>
                <a:lnTo>
                  <a:pt x="68697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5612" y="65425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49069"/>
                </a:lnTo>
                <a:lnTo>
                  <a:pt x="55612" y="49069"/>
                </a:lnTo>
                <a:lnTo>
                  <a:pt x="55612" y="42526"/>
                </a:lnTo>
                <a:lnTo>
                  <a:pt x="58883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isible source SEC-093 inset-1 region 500">
            <a:extLst xmlns:a="http://schemas.openxmlformats.org/drawingml/2006/main">
              <a:ext uri="{FF2B5EF4-FFF2-40B4-BE49-F238E27FC236}">
                <a16:creationId xmlns:a16="http://schemas.microsoft.com/office/drawing/2014/main" id="{47287F02-AF34-429C-891D-820D731B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848" y="2509224"/>
            <a:ext cx="392552" cy="91595"/>
          </a:xfrm>
          <a:custGeom xmlns:a="http://schemas.openxmlformats.org/drawingml/2006/main">
            <a:pathLst>
              <a:path w="392552" h="91595">
                <a:moveTo>
                  <a:pt x="163563" y="81782"/>
                </a:moveTo>
                <a:lnTo>
                  <a:pt x="157021" y="81782"/>
                </a:lnTo>
                <a:lnTo>
                  <a:pt x="157021" y="85053"/>
                </a:lnTo>
                <a:lnTo>
                  <a:pt x="75239" y="85053"/>
                </a:lnTo>
                <a:lnTo>
                  <a:pt x="75239" y="88324"/>
                </a:lnTo>
                <a:lnTo>
                  <a:pt x="68697" y="88324"/>
                </a:lnTo>
                <a:lnTo>
                  <a:pt x="68697" y="91595"/>
                </a:lnTo>
                <a:lnTo>
                  <a:pt x="13085" y="91595"/>
                </a:lnTo>
                <a:lnTo>
                  <a:pt x="13085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58883" y="49069"/>
                </a:lnTo>
                <a:lnTo>
                  <a:pt x="58883" y="45798"/>
                </a:lnTo>
                <a:lnTo>
                  <a:pt x="65425" y="45798"/>
                </a:lnTo>
                <a:lnTo>
                  <a:pt x="65425" y="42526"/>
                </a:lnTo>
                <a:lnTo>
                  <a:pt x="143936" y="42526"/>
                </a:lnTo>
                <a:lnTo>
                  <a:pt x="143936" y="35984"/>
                </a:lnTo>
                <a:lnTo>
                  <a:pt x="140664" y="35984"/>
                </a:lnTo>
                <a:lnTo>
                  <a:pt x="140664" y="26170"/>
                </a:lnTo>
                <a:lnTo>
                  <a:pt x="143936" y="26170"/>
                </a:lnTo>
                <a:lnTo>
                  <a:pt x="143936" y="19628"/>
                </a:lnTo>
                <a:lnTo>
                  <a:pt x="147207" y="19628"/>
                </a:lnTo>
                <a:lnTo>
                  <a:pt x="147207" y="16356"/>
                </a:lnTo>
                <a:lnTo>
                  <a:pt x="150478" y="16356"/>
                </a:lnTo>
                <a:lnTo>
                  <a:pt x="150478" y="13085"/>
                </a:lnTo>
                <a:lnTo>
                  <a:pt x="157021" y="13085"/>
                </a:lnTo>
                <a:lnTo>
                  <a:pt x="157021" y="9814"/>
                </a:lnTo>
                <a:lnTo>
                  <a:pt x="199547" y="9814"/>
                </a:lnTo>
                <a:lnTo>
                  <a:pt x="199547" y="13085"/>
                </a:lnTo>
                <a:lnTo>
                  <a:pt x="206090" y="13085"/>
                </a:lnTo>
                <a:lnTo>
                  <a:pt x="206090" y="16356"/>
                </a:lnTo>
                <a:lnTo>
                  <a:pt x="209361" y="16356"/>
                </a:lnTo>
                <a:lnTo>
                  <a:pt x="209361" y="19628"/>
                </a:lnTo>
                <a:lnTo>
                  <a:pt x="212632" y="19628"/>
                </a:lnTo>
                <a:lnTo>
                  <a:pt x="212632" y="26170"/>
                </a:lnTo>
                <a:lnTo>
                  <a:pt x="215904" y="26170"/>
                </a:lnTo>
                <a:lnTo>
                  <a:pt x="215904" y="35984"/>
                </a:lnTo>
                <a:lnTo>
                  <a:pt x="212632" y="35984"/>
                </a:lnTo>
                <a:lnTo>
                  <a:pt x="212632" y="42526"/>
                </a:lnTo>
                <a:lnTo>
                  <a:pt x="238802" y="42526"/>
                </a:lnTo>
                <a:lnTo>
                  <a:pt x="238802" y="39255"/>
                </a:lnTo>
                <a:lnTo>
                  <a:pt x="232260" y="39255"/>
                </a:lnTo>
                <a:lnTo>
                  <a:pt x="232260" y="35984"/>
                </a:lnTo>
                <a:lnTo>
                  <a:pt x="228989" y="35984"/>
                </a:lnTo>
                <a:lnTo>
                  <a:pt x="228989" y="29441"/>
                </a:lnTo>
                <a:lnTo>
                  <a:pt x="225717" y="29441"/>
                </a:lnTo>
                <a:lnTo>
                  <a:pt x="225717" y="13085"/>
                </a:lnTo>
                <a:lnTo>
                  <a:pt x="228989" y="13085"/>
                </a:lnTo>
                <a:lnTo>
                  <a:pt x="228989" y="6543"/>
                </a:lnTo>
                <a:lnTo>
                  <a:pt x="232260" y="6543"/>
                </a:lnTo>
                <a:lnTo>
                  <a:pt x="232260" y="3271"/>
                </a:lnTo>
                <a:lnTo>
                  <a:pt x="238802" y="3271"/>
                </a:lnTo>
                <a:lnTo>
                  <a:pt x="238802" y="0"/>
                </a:lnTo>
                <a:lnTo>
                  <a:pt x="294414" y="0"/>
                </a:lnTo>
                <a:lnTo>
                  <a:pt x="294414" y="3271"/>
                </a:lnTo>
                <a:lnTo>
                  <a:pt x="300956" y="3271"/>
                </a:lnTo>
                <a:lnTo>
                  <a:pt x="300956" y="6543"/>
                </a:lnTo>
                <a:lnTo>
                  <a:pt x="304228" y="6543"/>
                </a:lnTo>
                <a:lnTo>
                  <a:pt x="304228" y="9814"/>
                </a:lnTo>
                <a:lnTo>
                  <a:pt x="307499" y="9814"/>
                </a:lnTo>
                <a:lnTo>
                  <a:pt x="307499" y="16356"/>
                </a:lnTo>
                <a:lnTo>
                  <a:pt x="310770" y="16356"/>
                </a:lnTo>
                <a:lnTo>
                  <a:pt x="310770" y="22899"/>
                </a:lnTo>
                <a:lnTo>
                  <a:pt x="317313" y="22899"/>
                </a:lnTo>
                <a:lnTo>
                  <a:pt x="317313" y="19628"/>
                </a:lnTo>
                <a:lnTo>
                  <a:pt x="340212" y="19628"/>
                </a:lnTo>
                <a:lnTo>
                  <a:pt x="340212" y="22899"/>
                </a:lnTo>
                <a:lnTo>
                  <a:pt x="346754" y="22899"/>
                </a:lnTo>
                <a:lnTo>
                  <a:pt x="346754" y="26170"/>
                </a:lnTo>
                <a:lnTo>
                  <a:pt x="350025" y="26170"/>
                </a:lnTo>
                <a:lnTo>
                  <a:pt x="350025" y="29441"/>
                </a:lnTo>
                <a:lnTo>
                  <a:pt x="353297" y="29441"/>
                </a:lnTo>
                <a:lnTo>
                  <a:pt x="353297" y="35984"/>
                </a:lnTo>
                <a:lnTo>
                  <a:pt x="356568" y="35984"/>
                </a:lnTo>
                <a:lnTo>
                  <a:pt x="356568" y="45798"/>
                </a:lnTo>
                <a:lnTo>
                  <a:pt x="376196" y="45798"/>
                </a:lnTo>
                <a:lnTo>
                  <a:pt x="376196" y="49069"/>
                </a:lnTo>
                <a:lnTo>
                  <a:pt x="382738" y="49069"/>
                </a:lnTo>
                <a:lnTo>
                  <a:pt x="382738" y="52340"/>
                </a:lnTo>
                <a:lnTo>
                  <a:pt x="386009" y="52340"/>
                </a:lnTo>
                <a:lnTo>
                  <a:pt x="386009" y="55612"/>
                </a:lnTo>
                <a:lnTo>
                  <a:pt x="389281" y="55612"/>
                </a:lnTo>
                <a:lnTo>
                  <a:pt x="389281" y="58883"/>
                </a:lnTo>
                <a:lnTo>
                  <a:pt x="392552" y="58883"/>
                </a:lnTo>
                <a:lnTo>
                  <a:pt x="392552" y="75239"/>
                </a:lnTo>
                <a:lnTo>
                  <a:pt x="389281" y="75239"/>
                </a:lnTo>
                <a:lnTo>
                  <a:pt x="389281" y="78510"/>
                </a:lnTo>
                <a:lnTo>
                  <a:pt x="386009" y="78510"/>
                </a:lnTo>
                <a:lnTo>
                  <a:pt x="386009" y="81782"/>
                </a:lnTo>
                <a:lnTo>
                  <a:pt x="382738" y="81782"/>
                </a:lnTo>
                <a:lnTo>
                  <a:pt x="382738" y="85053"/>
                </a:lnTo>
                <a:lnTo>
                  <a:pt x="379467" y="85053"/>
                </a:lnTo>
                <a:lnTo>
                  <a:pt x="379467" y="88324"/>
                </a:lnTo>
                <a:lnTo>
                  <a:pt x="343483" y="88324"/>
                </a:lnTo>
                <a:lnTo>
                  <a:pt x="343483" y="85053"/>
                </a:lnTo>
                <a:lnTo>
                  <a:pt x="340212" y="85053"/>
                </a:lnTo>
                <a:lnTo>
                  <a:pt x="340212" y="81782"/>
                </a:lnTo>
                <a:lnTo>
                  <a:pt x="336940" y="81782"/>
                </a:lnTo>
                <a:lnTo>
                  <a:pt x="336940" y="78510"/>
                </a:lnTo>
                <a:lnTo>
                  <a:pt x="333669" y="78510"/>
                </a:lnTo>
                <a:lnTo>
                  <a:pt x="333669" y="71968"/>
                </a:lnTo>
                <a:lnTo>
                  <a:pt x="330398" y="71968"/>
                </a:lnTo>
                <a:lnTo>
                  <a:pt x="330398" y="62154"/>
                </a:lnTo>
                <a:lnTo>
                  <a:pt x="317313" y="62154"/>
                </a:lnTo>
                <a:lnTo>
                  <a:pt x="317313" y="58883"/>
                </a:lnTo>
                <a:lnTo>
                  <a:pt x="314042" y="58883"/>
                </a:lnTo>
                <a:lnTo>
                  <a:pt x="314042" y="62154"/>
                </a:lnTo>
                <a:lnTo>
                  <a:pt x="284600" y="62154"/>
                </a:lnTo>
                <a:lnTo>
                  <a:pt x="284600" y="58883"/>
                </a:lnTo>
                <a:lnTo>
                  <a:pt x="278058" y="58883"/>
                </a:lnTo>
                <a:lnTo>
                  <a:pt x="278058" y="55612"/>
                </a:lnTo>
                <a:lnTo>
                  <a:pt x="274786" y="55612"/>
                </a:lnTo>
                <a:lnTo>
                  <a:pt x="274786" y="52340"/>
                </a:lnTo>
                <a:lnTo>
                  <a:pt x="271515" y="52340"/>
                </a:lnTo>
                <a:lnTo>
                  <a:pt x="271515" y="45798"/>
                </a:lnTo>
                <a:lnTo>
                  <a:pt x="268244" y="45798"/>
                </a:lnTo>
                <a:lnTo>
                  <a:pt x="268244" y="42526"/>
                </a:lnTo>
                <a:lnTo>
                  <a:pt x="248616" y="42526"/>
                </a:lnTo>
                <a:lnTo>
                  <a:pt x="248616" y="45798"/>
                </a:lnTo>
                <a:lnTo>
                  <a:pt x="251887" y="45798"/>
                </a:lnTo>
                <a:lnTo>
                  <a:pt x="251887" y="49069"/>
                </a:lnTo>
                <a:lnTo>
                  <a:pt x="255159" y="49069"/>
                </a:lnTo>
                <a:lnTo>
                  <a:pt x="255159" y="52340"/>
                </a:lnTo>
                <a:lnTo>
                  <a:pt x="258430" y="52340"/>
                </a:lnTo>
                <a:lnTo>
                  <a:pt x="258430" y="55612"/>
                </a:lnTo>
                <a:lnTo>
                  <a:pt x="261701" y="55612"/>
                </a:lnTo>
                <a:lnTo>
                  <a:pt x="261701" y="71968"/>
                </a:lnTo>
                <a:lnTo>
                  <a:pt x="258430" y="71968"/>
                </a:lnTo>
                <a:lnTo>
                  <a:pt x="258430" y="75239"/>
                </a:lnTo>
                <a:lnTo>
                  <a:pt x="255159" y="75239"/>
                </a:lnTo>
                <a:lnTo>
                  <a:pt x="255159" y="78510"/>
                </a:lnTo>
                <a:lnTo>
                  <a:pt x="251887" y="78510"/>
                </a:lnTo>
                <a:lnTo>
                  <a:pt x="251887" y="81782"/>
                </a:lnTo>
                <a:lnTo>
                  <a:pt x="245345" y="81782"/>
                </a:lnTo>
                <a:lnTo>
                  <a:pt x="245345" y="85053"/>
                </a:lnTo>
                <a:lnTo>
                  <a:pt x="196276" y="85053"/>
                </a:lnTo>
                <a:lnTo>
                  <a:pt x="196276" y="81782"/>
                </a:lnTo>
                <a:lnTo>
                  <a:pt x="189733" y="81782"/>
                </a:lnTo>
                <a:lnTo>
                  <a:pt x="189733" y="78510"/>
                </a:lnTo>
                <a:lnTo>
                  <a:pt x="186462" y="78510"/>
                </a:lnTo>
                <a:lnTo>
                  <a:pt x="186462" y="75239"/>
                </a:lnTo>
                <a:lnTo>
                  <a:pt x="183191" y="75239"/>
                </a:lnTo>
                <a:lnTo>
                  <a:pt x="183191" y="68697"/>
                </a:lnTo>
                <a:lnTo>
                  <a:pt x="179920" y="68697"/>
                </a:lnTo>
                <a:lnTo>
                  <a:pt x="179920" y="58883"/>
                </a:lnTo>
                <a:lnTo>
                  <a:pt x="183191" y="58883"/>
                </a:lnTo>
                <a:lnTo>
                  <a:pt x="183191" y="52340"/>
                </a:lnTo>
                <a:lnTo>
                  <a:pt x="170106" y="52340"/>
                </a:lnTo>
                <a:lnTo>
                  <a:pt x="170106" y="58883"/>
                </a:lnTo>
                <a:lnTo>
                  <a:pt x="173377" y="58883"/>
                </a:lnTo>
                <a:lnTo>
                  <a:pt x="173377" y="68697"/>
                </a:lnTo>
                <a:lnTo>
                  <a:pt x="170106" y="68697"/>
                </a:lnTo>
                <a:lnTo>
                  <a:pt x="170106" y="75239"/>
                </a:lnTo>
                <a:lnTo>
                  <a:pt x="166835" y="75239"/>
                </a:lnTo>
                <a:lnTo>
                  <a:pt x="166835" y="78510"/>
                </a:lnTo>
                <a:lnTo>
                  <a:pt x="163563" y="78510"/>
                </a:lnTo>
                <a:lnTo>
                  <a:pt x="163563" y="8178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isible source SEC-093 inset-1 region 501">
            <a:extLst xmlns:a="http://schemas.openxmlformats.org/drawingml/2006/main">
              <a:ext uri="{FF2B5EF4-FFF2-40B4-BE49-F238E27FC236}">
                <a16:creationId xmlns:a16="http://schemas.microsoft.com/office/drawing/2014/main" id="{5099293E-FC20-4830-A0EF-AD0A9B99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820" y="119090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isible source SEC-093 inset-1 region 502">
            <a:extLst xmlns:a="http://schemas.openxmlformats.org/drawingml/2006/main">
              <a:ext uri="{FF2B5EF4-FFF2-40B4-BE49-F238E27FC236}">
                <a16:creationId xmlns:a16="http://schemas.microsoft.com/office/drawing/2014/main" id="{40472C05-F84C-43DA-9015-4E52522A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666" y="149840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isible source SEC-093 inset-1 region 503">
            <a:extLst xmlns:a="http://schemas.openxmlformats.org/drawingml/2006/main">
              <a:ext uri="{FF2B5EF4-FFF2-40B4-BE49-F238E27FC236}">
                <a16:creationId xmlns:a16="http://schemas.microsoft.com/office/drawing/2014/main" id="{3BC9B65E-B92B-401B-B676-2390F66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40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isible source SEC-093 inset-1 region 504">
            <a:extLst xmlns:a="http://schemas.openxmlformats.org/drawingml/2006/main">
              <a:ext uri="{FF2B5EF4-FFF2-40B4-BE49-F238E27FC236}">
                <a16:creationId xmlns:a16="http://schemas.microsoft.com/office/drawing/2014/main" id="{A27CB6E6-490B-4801-B807-A36EA91B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921" y="167505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isible source SEC-093 inset-1 region 505">
            <a:extLst xmlns:a="http://schemas.openxmlformats.org/drawingml/2006/main">
              <a:ext uri="{FF2B5EF4-FFF2-40B4-BE49-F238E27FC236}">
                <a16:creationId xmlns:a16="http://schemas.microsoft.com/office/drawing/2014/main" id="{173A5ED2-3A15-400D-A499-04ABB737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8905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isible source SEC-093 inset-1 region 506">
            <a:extLst xmlns:a="http://schemas.openxmlformats.org/drawingml/2006/main">
              <a:ext uri="{FF2B5EF4-FFF2-40B4-BE49-F238E27FC236}">
                <a16:creationId xmlns:a16="http://schemas.microsoft.com/office/drawing/2014/main" id="{C6B36C59-FDF5-4E38-B8F1-529A192A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917" y="1763376"/>
            <a:ext cx="255159" cy="62154"/>
          </a:xfrm>
          <a:custGeom xmlns:a="http://schemas.openxmlformats.org/drawingml/2006/main">
            <a:pathLst>
              <a:path w="255159" h="62154">
                <a:moveTo>
                  <a:pt x="52340" y="3271"/>
                </a:move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85053" y="0"/>
                </a:lnTo>
                <a:lnTo>
                  <a:pt x="85053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2899"/>
                </a:lnTo>
                <a:lnTo>
                  <a:pt x="124308" y="22899"/>
                </a:lnTo>
                <a:lnTo>
                  <a:pt x="124308" y="19628"/>
                </a:lnTo>
                <a:lnTo>
                  <a:pt x="140664" y="19628"/>
                </a:lnTo>
                <a:lnTo>
                  <a:pt x="140664" y="22899"/>
                </a:lnTo>
                <a:lnTo>
                  <a:pt x="147207" y="22899"/>
                </a:lnTo>
                <a:lnTo>
                  <a:pt x="147207" y="26170"/>
                </a:lnTo>
                <a:lnTo>
                  <a:pt x="150478" y="26170"/>
                </a:lnTo>
                <a:lnTo>
                  <a:pt x="150478" y="16356"/>
                </a:lnTo>
                <a:lnTo>
                  <a:pt x="153750" y="16356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6543"/>
                </a:lnTo>
                <a:lnTo>
                  <a:pt x="160292" y="6543"/>
                </a:lnTo>
                <a:lnTo>
                  <a:pt x="160292" y="3271"/>
                </a:lnTo>
                <a:lnTo>
                  <a:pt x="166835" y="3271"/>
                </a:lnTo>
                <a:lnTo>
                  <a:pt x="166835" y="0"/>
                </a:lnTo>
                <a:lnTo>
                  <a:pt x="176648" y="0"/>
                </a:lnTo>
                <a:lnTo>
                  <a:pt x="176648" y="3271"/>
                </a:lnTo>
                <a:lnTo>
                  <a:pt x="183191" y="3271"/>
                </a:lnTo>
                <a:lnTo>
                  <a:pt x="183191" y="6543"/>
                </a:lnTo>
                <a:lnTo>
                  <a:pt x="186462" y="6543"/>
                </a:lnTo>
                <a:lnTo>
                  <a:pt x="186462" y="9814"/>
                </a:lnTo>
                <a:lnTo>
                  <a:pt x="189733" y="9814"/>
                </a:lnTo>
                <a:lnTo>
                  <a:pt x="189733" y="16356"/>
                </a:lnTo>
                <a:lnTo>
                  <a:pt x="193005" y="16356"/>
                </a:lnTo>
                <a:lnTo>
                  <a:pt x="193005" y="22899"/>
                </a:lnTo>
                <a:lnTo>
                  <a:pt x="196276" y="22899"/>
                </a:lnTo>
                <a:lnTo>
                  <a:pt x="196276" y="19628"/>
                </a:lnTo>
                <a:lnTo>
                  <a:pt x="206090" y="19628"/>
                </a:lnTo>
                <a:lnTo>
                  <a:pt x="206090" y="22899"/>
                </a:lnTo>
                <a:lnTo>
                  <a:pt x="212632" y="22899"/>
                </a:lnTo>
                <a:lnTo>
                  <a:pt x="212632" y="26170"/>
                </a:lnTo>
                <a:lnTo>
                  <a:pt x="215904" y="26170"/>
                </a:lnTo>
                <a:lnTo>
                  <a:pt x="215904" y="29441"/>
                </a:lnTo>
                <a:lnTo>
                  <a:pt x="219175" y="29441"/>
                </a:lnTo>
                <a:lnTo>
                  <a:pt x="219175" y="26170"/>
                </a:lnTo>
                <a:lnTo>
                  <a:pt x="222446" y="26170"/>
                </a:lnTo>
                <a:lnTo>
                  <a:pt x="222446" y="22899"/>
                </a:lnTo>
                <a:lnTo>
                  <a:pt x="228989" y="22899"/>
                </a:lnTo>
                <a:lnTo>
                  <a:pt x="228989" y="19628"/>
                </a:lnTo>
                <a:lnTo>
                  <a:pt x="238802" y="19628"/>
                </a:lnTo>
                <a:lnTo>
                  <a:pt x="238802" y="22899"/>
                </a:lnTo>
                <a:lnTo>
                  <a:pt x="245345" y="22899"/>
                </a:lnTo>
                <a:lnTo>
                  <a:pt x="245345" y="26170"/>
                </a:lnTo>
                <a:lnTo>
                  <a:pt x="248616" y="26170"/>
                </a:lnTo>
                <a:lnTo>
                  <a:pt x="248616" y="29441"/>
                </a:lnTo>
                <a:lnTo>
                  <a:pt x="251887" y="29441"/>
                </a:lnTo>
                <a:lnTo>
                  <a:pt x="251887" y="35984"/>
                </a:lnTo>
                <a:lnTo>
                  <a:pt x="255159" y="35984"/>
                </a:lnTo>
                <a:lnTo>
                  <a:pt x="255159" y="45798"/>
                </a:lnTo>
                <a:lnTo>
                  <a:pt x="251887" y="45798"/>
                </a:lnTo>
                <a:lnTo>
                  <a:pt x="251887" y="52340"/>
                </a:lnTo>
                <a:lnTo>
                  <a:pt x="248616" y="52340"/>
                </a:lnTo>
                <a:lnTo>
                  <a:pt x="248616" y="55612"/>
                </a:lnTo>
                <a:lnTo>
                  <a:pt x="245345" y="55612"/>
                </a:lnTo>
                <a:lnTo>
                  <a:pt x="245345" y="58883"/>
                </a:lnTo>
                <a:lnTo>
                  <a:pt x="238802" y="58883"/>
                </a:lnTo>
                <a:lnTo>
                  <a:pt x="238802" y="62154"/>
                </a:lnTo>
                <a:lnTo>
                  <a:pt x="228989" y="62154"/>
                </a:lnTo>
                <a:lnTo>
                  <a:pt x="228989" y="58883"/>
                </a:lnTo>
                <a:lnTo>
                  <a:pt x="222446" y="58883"/>
                </a:lnTo>
                <a:lnTo>
                  <a:pt x="222446" y="55612"/>
                </a:lnTo>
                <a:lnTo>
                  <a:pt x="219175" y="55612"/>
                </a:lnTo>
                <a:lnTo>
                  <a:pt x="219175" y="52340"/>
                </a:lnTo>
                <a:lnTo>
                  <a:pt x="215904" y="52340"/>
                </a:lnTo>
                <a:lnTo>
                  <a:pt x="215904" y="55612"/>
                </a:lnTo>
                <a:lnTo>
                  <a:pt x="212632" y="55612"/>
                </a:lnTo>
                <a:lnTo>
                  <a:pt x="212632" y="58883"/>
                </a:lnTo>
                <a:lnTo>
                  <a:pt x="206090" y="58883"/>
                </a:lnTo>
                <a:lnTo>
                  <a:pt x="206090" y="62154"/>
                </a:lnTo>
                <a:lnTo>
                  <a:pt x="196276" y="62154"/>
                </a:lnTo>
                <a:lnTo>
                  <a:pt x="196276" y="58883"/>
                </a:lnTo>
                <a:lnTo>
                  <a:pt x="189733" y="58883"/>
                </a:lnTo>
                <a:lnTo>
                  <a:pt x="189733" y="55612"/>
                </a:lnTo>
                <a:lnTo>
                  <a:pt x="186462" y="55612"/>
                </a:lnTo>
                <a:lnTo>
                  <a:pt x="186462" y="52340"/>
                </a:lnTo>
                <a:lnTo>
                  <a:pt x="183191" y="52340"/>
                </a:lnTo>
                <a:lnTo>
                  <a:pt x="183191" y="45798"/>
                </a:lnTo>
                <a:lnTo>
                  <a:pt x="179920" y="45798"/>
                </a:lnTo>
                <a:lnTo>
                  <a:pt x="179920" y="39255"/>
                </a:lnTo>
                <a:lnTo>
                  <a:pt x="176648" y="39255"/>
                </a:lnTo>
                <a:lnTo>
                  <a:pt x="176648" y="42526"/>
                </a:lnTo>
                <a:lnTo>
                  <a:pt x="166835" y="42526"/>
                </a:lnTo>
                <a:lnTo>
                  <a:pt x="166835" y="39255"/>
                </a:lnTo>
                <a:lnTo>
                  <a:pt x="160292" y="39255"/>
                </a:lnTo>
                <a:lnTo>
                  <a:pt x="160292" y="35984"/>
                </a:lnTo>
                <a:lnTo>
                  <a:pt x="157021" y="35984"/>
                </a:lnTo>
                <a:lnTo>
                  <a:pt x="157021" y="45798"/>
                </a:lnTo>
                <a:lnTo>
                  <a:pt x="153750" y="45798"/>
                </a:lnTo>
                <a:lnTo>
                  <a:pt x="153750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47207" y="55612"/>
                </a:lnTo>
                <a:lnTo>
                  <a:pt x="147207" y="58883"/>
                </a:lnTo>
                <a:lnTo>
                  <a:pt x="140664" y="58883"/>
                </a:lnTo>
                <a:lnTo>
                  <a:pt x="140664" y="62154"/>
                </a:lnTo>
                <a:lnTo>
                  <a:pt x="124308" y="62154"/>
                </a:lnTo>
                <a:lnTo>
                  <a:pt x="124308" y="58883"/>
                </a:lnTo>
                <a:lnTo>
                  <a:pt x="117766" y="58883"/>
                </a:lnTo>
                <a:lnTo>
                  <a:pt x="117766" y="55612"/>
                </a:lnTo>
                <a:lnTo>
                  <a:pt x="114494" y="55612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45798"/>
                </a:lnTo>
                <a:lnTo>
                  <a:pt x="107952" y="45798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close/>
                <a:moveTo>
                  <a:pt x="153750" y="35984"/>
                </a:moveTo>
                <a:lnTo>
                  <a:pt x="157021" y="35984"/>
                </a:lnTo>
                <a:lnTo>
                  <a:pt x="157021" y="32713"/>
                </a:lnTo>
                <a:lnTo>
                  <a:pt x="153750" y="32713"/>
                </a:lnTo>
                <a:lnTo>
                  <a:pt x="153750" y="35984"/>
                </a:lnTo>
                <a:close/>
                <a:moveTo>
                  <a:pt x="153750" y="26170"/>
                </a:moveTo>
                <a:lnTo>
                  <a:pt x="150478" y="26170"/>
                </a:lnTo>
                <a:lnTo>
                  <a:pt x="150478" y="29441"/>
                </a:lnTo>
                <a:lnTo>
                  <a:pt x="153750" y="29441"/>
                </a:lnTo>
                <a:lnTo>
                  <a:pt x="15375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isible source SEC-093 inset-1 region 507">
            <a:extLst xmlns:a="http://schemas.openxmlformats.org/drawingml/2006/main">
              <a:ext uri="{FF2B5EF4-FFF2-40B4-BE49-F238E27FC236}">
                <a16:creationId xmlns:a16="http://schemas.microsoft.com/office/drawing/2014/main" id="{9C1F7282-6975-4050-A81E-0EADECA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597" y="1877870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isible source SEC-093 inset-1 region 508">
            <a:extLst xmlns:a="http://schemas.openxmlformats.org/drawingml/2006/main">
              <a:ext uri="{FF2B5EF4-FFF2-40B4-BE49-F238E27FC236}">
                <a16:creationId xmlns:a16="http://schemas.microsoft.com/office/drawing/2014/main" id="{CDADE7DB-AE32-4F3A-99E3-AA33B11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767" y="1858242"/>
            <a:ext cx="307499" cy="107952"/>
          </a:xfrm>
          <a:custGeom xmlns:a="http://schemas.openxmlformats.org/drawingml/2006/main">
            <a:pathLst>
              <a:path w="307499" h="107952">
                <a:moveTo>
                  <a:pt x="26170" y="65425"/>
                </a:moveTo>
                <a:lnTo>
                  <a:pt x="39255" y="65425"/>
                </a:lnTo>
                <a:lnTo>
                  <a:pt x="39255" y="62154"/>
                </a:lnTo>
                <a:lnTo>
                  <a:pt x="49069" y="62154"/>
                </a:lnTo>
                <a:lnTo>
                  <a:pt x="49069" y="65425"/>
                </a:lnTo>
                <a:lnTo>
                  <a:pt x="52340" y="65425"/>
                </a:lnTo>
                <a:lnTo>
                  <a:pt x="52340" y="62154"/>
                </a:lnTo>
                <a:lnTo>
                  <a:pt x="62154" y="62154"/>
                </a:lnTo>
                <a:lnTo>
                  <a:pt x="62154" y="65425"/>
                </a:lnTo>
                <a:lnTo>
                  <a:pt x="65425" y="65425"/>
                </a:lnTo>
                <a:lnTo>
                  <a:pt x="65425" y="62154"/>
                </a:lnTo>
                <a:lnTo>
                  <a:pt x="88324" y="62154"/>
                </a:lnTo>
                <a:lnTo>
                  <a:pt x="88324" y="65425"/>
                </a:lnTo>
                <a:lnTo>
                  <a:pt x="91595" y="65425"/>
                </a:lnTo>
                <a:lnTo>
                  <a:pt x="91595" y="62154"/>
                </a:lnTo>
                <a:lnTo>
                  <a:pt x="101409" y="62154"/>
                </a:lnTo>
                <a:lnTo>
                  <a:pt x="101409" y="65425"/>
                </a:lnTo>
                <a:lnTo>
                  <a:pt x="121037" y="65425"/>
                </a:lnTo>
                <a:lnTo>
                  <a:pt x="121037" y="68697"/>
                </a:lnTo>
                <a:lnTo>
                  <a:pt x="127579" y="68697"/>
                </a:lnTo>
                <a:lnTo>
                  <a:pt x="127579" y="71968"/>
                </a:lnTo>
                <a:lnTo>
                  <a:pt x="130851" y="71968"/>
                </a:lnTo>
                <a:lnTo>
                  <a:pt x="130851" y="75239"/>
                </a:lnTo>
                <a:lnTo>
                  <a:pt x="134122" y="75239"/>
                </a:lnTo>
                <a:lnTo>
                  <a:pt x="134122" y="71968"/>
                </a:lnTo>
                <a:lnTo>
                  <a:pt x="137393" y="71968"/>
                </a:lnTo>
                <a:lnTo>
                  <a:pt x="137393" y="68697"/>
                </a:lnTo>
                <a:lnTo>
                  <a:pt x="143936" y="68697"/>
                </a:lnTo>
                <a:lnTo>
                  <a:pt x="143936" y="65425"/>
                </a:lnTo>
                <a:lnTo>
                  <a:pt x="147207" y="65425"/>
                </a:lnTo>
                <a:lnTo>
                  <a:pt x="147207" y="58883"/>
                </a:lnTo>
                <a:lnTo>
                  <a:pt x="150478" y="58883"/>
                </a:lnTo>
                <a:lnTo>
                  <a:pt x="150478" y="55612"/>
                </a:lnTo>
                <a:lnTo>
                  <a:pt x="153750" y="55612"/>
                </a:lnTo>
                <a:lnTo>
                  <a:pt x="153750" y="52340"/>
                </a:lnTo>
                <a:lnTo>
                  <a:pt x="160292" y="52340"/>
                </a:lnTo>
                <a:lnTo>
                  <a:pt x="160292" y="45798"/>
                </a:lnTo>
                <a:lnTo>
                  <a:pt x="153750" y="45798"/>
                </a:lnTo>
                <a:lnTo>
                  <a:pt x="153750" y="42526"/>
                </a:lnTo>
                <a:lnTo>
                  <a:pt x="150478" y="42526"/>
                </a:lnTo>
                <a:lnTo>
                  <a:pt x="150478" y="39255"/>
                </a:lnTo>
                <a:lnTo>
                  <a:pt x="147207" y="39255"/>
                </a:lnTo>
                <a:lnTo>
                  <a:pt x="147207" y="32713"/>
                </a:lnTo>
                <a:lnTo>
                  <a:pt x="143936" y="32713"/>
                </a:lnTo>
                <a:lnTo>
                  <a:pt x="143936" y="22899"/>
                </a:lnTo>
                <a:lnTo>
                  <a:pt x="147207" y="22899"/>
                </a:lnTo>
                <a:lnTo>
                  <a:pt x="147207" y="16356"/>
                </a:lnTo>
                <a:lnTo>
                  <a:pt x="150478" y="16356"/>
                </a:lnTo>
                <a:lnTo>
                  <a:pt x="150478" y="13085"/>
                </a:lnTo>
                <a:lnTo>
                  <a:pt x="153750" y="13085"/>
                </a:lnTo>
                <a:lnTo>
                  <a:pt x="153750" y="9814"/>
                </a:lnTo>
                <a:lnTo>
                  <a:pt x="160292" y="9814"/>
                </a:lnTo>
                <a:lnTo>
                  <a:pt x="160292" y="6543"/>
                </a:lnTo>
                <a:lnTo>
                  <a:pt x="170106" y="6543"/>
                </a:lnTo>
                <a:lnTo>
                  <a:pt x="170106" y="9814"/>
                </a:lnTo>
                <a:lnTo>
                  <a:pt x="183191" y="9814"/>
                </a:lnTo>
                <a:lnTo>
                  <a:pt x="183191" y="6543"/>
                </a:lnTo>
                <a:lnTo>
                  <a:pt x="193005" y="6543"/>
                </a:lnTo>
                <a:lnTo>
                  <a:pt x="193005" y="9814"/>
                </a:lnTo>
                <a:lnTo>
                  <a:pt x="199547" y="9814"/>
                </a:lnTo>
                <a:lnTo>
                  <a:pt x="199547" y="13085"/>
                </a:lnTo>
                <a:lnTo>
                  <a:pt x="202818" y="13085"/>
                </a:lnTo>
                <a:lnTo>
                  <a:pt x="202818" y="9814"/>
                </a:lnTo>
                <a:lnTo>
                  <a:pt x="206090" y="9814"/>
                </a:lnTo>
                <a:lnTo>
                  <a:pt x="206090" y="6543"/>
                </a:lnTo>
                <a:lnTo>
                  <a:pt x="209361" y="6543"/>
                </a:lnTo>
                <a:lnTo>
                  <a:pt x="209361" y="3271"/>
                </a:lnTo>
                <a:lnTo>
                  <a:pt x="215904" y="3271"/>
                </a:lnTo>
                <a:lnTo>
                  <a:pt x="215904" y="0"/>
                </a:lnTo>
                <a:lnTo>
                  <a:pt x="235531" y="0"/>
                </a:lnTo>
                <a:lnTo>
                  <a:pt x="235531" y="3271"/>
                </a:lnTo>
                <a:lnTo>
                  <a:pt x="245345" y="3271"/>
                </a:lnTo>
                <a:lnTo>
                  <a:pt x="245345" y="0"/>
                </a:lnTo>
                <a:lnTo>
                  <a:pt x="255159" y="0"/>
                </a:lnTo>
                <a:lnTo>
                  <a:pt x="255159" y="3271"/>
                </a:lnTo>
                <a:lnTo>
                  <a:pt x="261701" y="3271"/>
                </a:lnTo>
                <a:lnTo>
                  <a:pt x="261701" y="6543"/>
                </a:lnTo>
                <a:lnTo>
                  <a:pt x="264973" y="6543"/>
                </a:lnTo>
                <a:lnTo>
                  <a:pt x="264973" y="9814"/>
                </a:lnTo>
                <a:lnTo>
                  <a:pt x="271515" y="9814"/>
                </a:lnTo>
                <a:lnTo>
                  <a:pt x="271515" y="6543"/>
                </a:lnTo>
                <a:lnTo>
                  <a:pt x="274786" y="6543"/>
                </a:lnTo>
                <a:lnTo>
                  <a:pt x="274786" y="3271"/>
                </a:lnTo>
                <a:lnTo>
                  <a:pt x="281329" y="3271"/>
                </a:lnTo>
                <a:lnTo>
                  <a:pt x="281329" y="0"/>
                </a:lnTo>
                <a:lnTo>
                  <a:pt x="291143" y="0"/>
                </a:lnTo>
                <a:lnTo>
                  <a:pt x="291143" y="3271"/>
                </a:lnTo>
                <a:lnTo>
                  <a:pt x="297685" y="3271"/>
                </a:lnTo>
                <a:lnTo>
                  <a:pt x="297685" y="6543"/>
                </a:lnTo>
                <a:lnTo>
                  <a:pt x="300956" y="6543"/>
                </a:lnTo>
                <a:lnTo>
                  <a:pt x="300956" y="9814"/>
                </a:lnTo>
                <a:lnTo>
                  <a:pt x="304228" y="9814"/>
                </a:lnTo>
                <a:lnTo>
                  <a:pt x="304228" y="16356"/>
                </a:lnTo>
                <a:lnTo>
                  <a:pt x="307499" y="16356"/>
                </a:lnTo>
                <a:lnTo>
                  <a:pt x="307499" y="26170"/>
                </a:lnTo>
                <a:lnTo>
                  <a:pt x="304228" y="26170"/>
                </a:lnTo>
                <a:lnTo>
                  <a:pt x="304228" y="32713"/>
                </a:lnTo>
                <a:lnTo>
                  <a:pt x="300956" y="32713"/>
                </a:lnTo>
                <a:lnTo>
                  <a:pt x="300956" y="35984"/>
                </a:lnTo>
                <a:lnTo>
                  <a:pt x="297685" y="35984"/>
                </a:lnTo>
                <a:lnTo>
                  <a:pt x="297685" y="39255"/>
                </a:lnTo>
                <a:lnTo>
                  <a:pt x="291143" y="39255"/>
                </a:lnTo>
                <a:lnTo>
                  <a:pt x="291143" y="42526"/>
                </a:lnTo>
                <a:lnTo>
                  <a:pt x="281329" y="42526"/>
                </a:lnTo>
                <a:lnTo>
                  <a:pt x="281329" y="39255"/>
                </a:lnTo>
                <a:lnTo>
                  <a:pt x="274786" y="39255"/>
                </a:lnTo>
                <a:lnTo>
                  <a:pt x="274786" y="35984"/>
                </a:lnTo>
                <a:lnTo>
                  <a:pt x="271515" y="35984"/>
                </a:lnTo>
                <a:lnTo>
                  <a:pt x="271515" y="32713"/>
                </a:lnTo>
                <a:lnTo>
                  <a:pt x="264973" y="32713"/>
                </a:lnTo>
                <a:lnTo>
                  <a:pt x="264973" y="35984"/>
                </a:lnTo>
                <a:lnTo>
                  <a:pt x="261701" y="35984"/>
                </a:lnTo>
                <a:lnTo>
                  <a:pt x="261701" y="39255"/>
                </a:lnTo>
                <a:lnTo>
                  <a:pt x="255159" y="39255"/>
                </a:lnTo>
                <a:lnTo>
                  <a:pt x="255159" y="42526"/>
                </a:lnTo>
                <a:lnTo>
                  <a:pt x="245345" y="42526"/>
                </a:lnTo>
                <a:lnTo>
                  <a:pt x="245345" y="39255"/>
                </a:lnTo>
                <a:lnTo>
                  <a:pt x="235531" y="39255"/>
                </a:lnTo>
                <a:lnTo>
                  <a:pt x="235531" y="42526"/>
                </a:lnTo>
                <a:lnTo>
                  <a:pt x="215904" y="42526"/>
                </a:lnTo>
                <a:lnTo>
                  <a:pt x="215904" y="39255"/>
                </a:lnTo>
                <a:lnTo>
                  <a:pt x="209361" y="39255"/>
                </a:lnTo>
                <a:lnTo>
                  <a:pt x="209361" y="35984"/>
                </a:lnTo>
                <a:lnTo>
                  <a:pt x="206090" y="35984"/>
                </a:lnTo>
                <a:lnTo>
                  <a:pt x="206090" y="39255"/>
                </a:lnTo>
                <a:lnTo>
                  <a:pt x="202818" y="39255"/>
                </a:lnTo>
                <a:lnTo>
                  <a:pt x="202818" y="42526"/>
                </a:lnTo>
                <a:lnTo>
                  <a:pt x="199547" y="42526"/>
                </a:lnTo>
                <a:lnTo>
                  <a:pt x="199547" y="45798"/>
                </a:lnTo>
                <a:lnTo>
                  <a:pt x="193005" y="45798"/>
                </a:lnTo>
                <a:lnTo>
                  <a:pt x="193005" y="49069"/>
                </a:lnTo>
                <a:lnTo>
                  <a:pt x="196276" y="49069"/>
                </a:lnTo>
                <a:lnTo>
                  <a:pt x="196276" y="52340"/>
                </a:lnTo>
                <a:lnTo>
                  <a:pt x="202818" y="52340"/>
                </a:lnTo>
                <a:lnTo>
                  <a:pt x="202818" y="55612"/>
                </a:lnTo>
                <a:lnTo>
                  <a:pt x="206090" y="55612"/>
                </a:lnTo>
                <a:lnTo>
                  <a:pt x="206090" y="58883"/>
                </a:lnTo>
                <a:lnTo>
                  <a:pt x="209361" y="58883"/>
                </a:lnTo>
                <a:lnTo>
                  <a:pt x="209361" y="65425"/>
                </a:lnTo>
                <a:lnTo>
                  <a:pt x="212632" y="65425"/>
                </a:lnTo>
                <a:lnTo>
                  <a:pt x="212632" y="75239"/>
                </a:lnTo>
                <a:lnTo>
                  <a:pt x="209361" y="75239"/>
                </a:lnTo>
                <a:lnTo>
                  <a:pt x="209361" y="81782"/>
                </a:lnTo>
                <a:lnTo>
                  <a:pt x="206090" y="81782"/>
                </a:lnTo>
                <a:lnTo>
                  <a:pt x="206090" y="85053"/>
                </a:lnTo>
                <a:lnTo>
                  <a:pt x="202818" y="85053"/>
                </a:lnTo>
                <a:lnTo>
                  <a:pt x="202818" y="88324"/>
                </a:lnTo>
                <a:lnTo>
                  <a:pt x="196276" y="88324"/>
                </a:lnTo>
                <a:lnTo>
                  <a:pt x="196276" y="91595"/>
                </a:lnTo>
                <a:lnTo>
                  <a:pt x="186462" y="91595"/>
                </a:lnTo>
                <a:lnTo>
                  <a:pt x="186462" y="88324"/>
                </a:lnTo>
                <a:lnTo>
                  <a:pt x="179920" y="88324"/>
                </a:lnTo>
                <a:lnTo>
                  <a:pt x="179920" y="85053"/>
                </a:lnTo>
                <a:lnTo>
                  <a:pt x="176648" y="85053"/>
                </a:lnTo>
                <a:lnTo>
                  <a:pt x="176648" y="88324"/>
                </a:lnTo>
                <a:lnTo>
                  <a:pt x="170106" y="88324"/>
                </a:lnTo>
                <a:lnTo>
                  <a:pt x="170106" y="91595"/>
                </a:lnTo>
                <a:lnTo>
                  <a:pt x="166835" y="91595"/>
                </a:lnTo>
                <a:lnTo>
                  <a:pt x="166835" y="98138"/>
                </a:lnTo>
                <a:lnTo>
                  <a:pt x="163563" y="98138"/>
                </a:lnTo>
                <a:lnTo>
                  <a:pt x="163563" y="101409"/>
                </a:lnTo>
                <a:lnTo>
                  <a:pt x="160292" y="101409"/>
                </a:lnTo>
                <a:lnTo>
                  <a:pt x="160292" y="104681"/>
                </a:lnTo>
                <a:lnTo>
                  <a:pt x="153750" y="104681"/>
                </a:lnTo>
                <a:lnTo>
                  <a:pt x="153750" y="107952"/>
                </a:lnTo>
                <a:lnTo>
                  <a:pt x="143936" y="107952"/>
                </a:lnTo>
                <a:lnTo>
                  <a:pt x="143936" y="104681"/>
                </a:lnTo>
                <a:lnTo>
                  <a:pt x="137393" y="104681"/>
                </a:lnTo>
                <a:lnTo>
                  <a:pt x="137393" y="101409"/>
                </a:lnTo>
                <a:lnTo>
                  <a:pt x="134122" y="101409"/>
                </a:lnTo>
                <a:lnTo>
                  <a:pt x="134122" y="98138"/>
                </a:lnTo>
                <a:lnTo>
                  <a:pt x="130851" y="98138"/>
                </a:lnTo>
                <a:lnTo>
                  <a:pt x="130851" y="101409"/>
                </a:lnTo>
                <a:lnTo>
                  <a:pt x="127579" y="101409"/>
                </a:lnTo>
                <a:lnTo>
                  <a:pt x="127579" y="104681"/>
                </a:lnTo>
                <a:lnTo>
                  <a:pt x="121037" y="104681"/>
                </a:lnTo>
                <a:lnTo>
                  <a:pt x="121037" y="107952"/>
                </a:lnTo>
                <a:lnTo>
                  <a:pt x="104681" y="107952"/>
                </a:lnTo>
                <a:lnTo>
                  <a:pt x="104681" y="104681"/>
                </a:lnTo>
                <a:lnTo>
                  <a:pt x="91595" y="104681"/>
                </a:lnTo>
                <a:lnTo>
                  <a:pt x="91595" y="101409"/>
                </a:lnTo>
                <a:lnTo>
                  <a:pt x="85053" y="101409"/>
                </a:lnTo>
                <a:lnTo>
                  <a:pt x="85053" y="104681"/>
                </a:lnTo>
                <a:lnTo>
                  <a:pt x="39255" y="104681"/>
                </a:lnTo>
                <a:lnTo>
                  <a:pt x="39255" y="101409"/>
                </a:lnTo>
                <a:lnTo>
                  <a:pt x="26170" y="101409"/>
                </a:lnTo>
                <a:lnTo>
                  <a:pt x="26170" y="104681"/>
                </a:lnTo>
                <a:lnTo>
                  <a:pt x="16356" y="104681"/>
                </a:lnTo>
                <a:lnTo>
                  <a:pt x="16356" y="101409"/>
                </a:lnTo>
                <a:lnTo>
                  <a:pt x="9814" y="101409"/>
                </a:lnTo>
                <a:lnTo>
                  <a:pt x="9814" y="98138"/>
                </a:lnTo>
                <a:lnTo>
                  <a:pt x="6543" y="98138"/>
                </a:lnTo>
                <a:lnTo>
                  <a:pt x="6543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0" y="88324"/>
                </a:lnTo>
                <a:lnTo>
                  <a:pt x="0" y="78510"/>
                </a:lnTo>
                <a:lnTo>
                  <a:pt x="3271" y="78510"/>
                </a:lnTo>
                <a:lnTo>
                  <a:pt x="3271" y="71968"/>
                </a:lnTo>
                <a:lnTo>
                  <a:pt x="6543" y="71968"/>
                </a:lnTo>
                <a:lnTo>
                  <a:pt x="6543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26170" y="62154"/>
                </a:lnTo>
                <a:lnTo>
                  <a:pt x="26170" y="65425"/>
                </a:lnTo>
                <a:close/>
                <a:moveTo>
                  <a:pt x="170106" y="52340"/>
                </a:moveTo>
                <a:lnTo>
                  <a:pt x="176648" y="52340"/>
                </a:lnTo>
                <a:lnTo>
                  <a:pt x="176648" y="55612"/>
                </a:lnTo>
                <a:lnTo>
                  <a:pt x="179920" y="55612"/>
                </a:lnTo>
                <a:lnTo>
                  <a:pt x="179920" y="52340"/>
                </a:lnTo>
                <a:lnTo>
                  <a:pt x="186462" y="52340"/>
                </a:lnTo>
                <a:lnTo>
                  <a:pt x="186462" y="49069"/>
                </a:lnTo>
                <a:lnTo>
                  <a:pt x="183191" y="49069"/>
                </a:lnTo>
                <a:lnTo>
                  <a:pt x="183191" y="45798"/>
                </a:lnTo>
                <a:lnTo>
                  <a:pt x="170106" y="45798"/>
                </a:lnTo>
                <a:lnTo>
                  <a:pt x="170106" y="5234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isible source SEC-093 inset-1 region 509">
            <a:extLst xmlns:a="http://schemas.openxmlformats.org/drawingml/2006/main">
              <a:ext uri="{FF2B5EF4-FFF2-40B4-BE49-F238E27FC236}">
                <a16:creationId xmlns:a16="http://schemas.microsoft.com/office/drawing/2014/main" id="{A3432CB9-1789-4C19-919A-074C106C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172" y="1920397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isible source SEC-093 inset-1 region 510">
            <a:extLst xmlns:a="http://schemas.openxmlformats.org/drawingml/2006/main">
              <a:ext uri="{FF2B5EF4-FFF2-40B4-BE49-F238E27FC236}">
                <a16:creationId xmlns:a16="http://schemas.microsoft.com/office/drawing/2014/main" id="{91438F22-66CA-4E6D-8691-BDA56F04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544" y="1972737"/>
            <a:ext cx="147207" cy="68697"/>
          </a:xfrm>
          <a:custGeom xmlns:a="http://schemas.openxmlformats.org/drawingml/2006/main">
            <a:pathLst>
              <a:path w="147207" h="68697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94867" y="26170"/>
                </a:lnTo>
                <a:lnTo>
                  <a:pt x="94867" y="29441"/>
                </a:lnTo>
                <a:lnTo>
                  <a:pt x="101409" y="29441"/>
                </a:lnTo>
                <a:lnTo>
                  <a:pt x="101409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11223" y="35984"/>
                </a:lnTo>
                <a:lnTo>
                  <a:pt x="111223" y="32713"/>
                </a:lnTo>
                <a:lnTo>
                  <a:pt x="114494" y="32713"/>
                </a:lnTo>
                <a:lnTo>
                  <a:pt x="114494" y="29441"/>
                </a:lnTo>
                <a:lnTo>
                  <a:pt x="121037" y="29441"/>
                </a:lnTo>
                <a:lnTo>
                  <a:pt x="121037" y="26170"/>
                </a:lnTo>
                <a:lnTo>
                  <a:pt x="130851" y="26170"/>
                </a:lnTo>
                <a:lnTo>
                  <a:pt x="130851" y="29441"/>
                </a:lnTo>
                <a:lnTo>
                  <a:pt x="137393" y="29441"/>
                </a:lnTo>
                <a:lnTo>
                  <a:pt x="137393" y="32713"/>
                </a:lnTo>
                <a:lnTo>
                  <a:pt x="140664" y="32713"/>
                </a:lnTo>
                <a:lnTo>
                  <a:pt x="140664" y="35984"/>
                </a:lnTo>
                <a:lnTo>
                  <a:pt x="143936" y="35984"/>
                </a:lnTo>
                <a:lnTo>
                  <a:pt x="143936" y="39255"/>
                </a:lnTo>
                <a:lnTo>
                  <a:pt x="147207" y="39255"/>
                </a:lnTo>
                <a:lnTo>
                  <a:pt x="147207" y="55612"/>
                </a:lnTo>
                <a:lnTo>
                  <a:pt x="143936" y="55612"/>
                </a:lnTo>
                <a:lnTo>
                  <a:pt x="143936" y="58883"/>
                </a:lnTo>
                <a:lnTo>
                  <a:pt x="140664" y="58883"/>
                </a:lnTo>
                <a:lnTo>
                  <a:pt x="140664" y="62154"/>
                </a:lnTo>
                <a:lnTo>
                  <a:pt x="137393" y="62154"/>
                </a:lnTo>
                <a:lnTo>
                  <a:pt x="137393" y="65425"/>
                </a:lnTo>
                <a:lnTo>
                  <a:pt x="134122" y="65425"/>
                </a:lnTo>
                <a:lnTo>
                  <a:pt x="134122" y="68697"/>
                </a:lnTo>
                <a:lnTo>
                  <a:pt x="117766" y="68697"/>
                </a:lnTo>
                <a:lnTo>
                  <a:pt x="117766" y="65425"/>
                </a:lnTo>
                <a:lnTo>
                  <a:pt x="114494" y="65425"/>
                </a:lnTo>
                <a:lnTo>
                  <a:pt x="114494" y="62154"/>
                </a:lnTo>
                <a:lnTo>
                  <a:pt x="111223" y="62154"/>
                </a:lnTo>
                <a:lnTo>
                  <a:pt x="111223" y="58883"/>
                </a:lnTo>
                <a:lnTo>
                  <a:pt x="104681" y="58883"/>
                </a:lnTo>
                <a:lnTo>
                  <a:pt x="104681" y="62154"/>
                </a:lnTo>
                <a:lnTo>
                  <a:pt x="101409" y="62154"/>
                </a:lnTo>
                <a:lnTo>
                  <a:pt x="101409" y="65425"/>
                </a:lnTo>
                <a:lnTo>
                  <a:pt x="94867" y="65425"/>
                </a:lnTo>
                <a:lnTo>
                  <a:pt x="94867" y="68697"/>
                </a:lnTo>
                <a:lnTo>
                  <a:pt x="81782" y="68697"/>
                </a:lnTo>
                <a:lnTo>
                  <a:pt x="81782" y="65425"/>
                </a:lnTo>
                <a:lnTo>
                  <a:pt x="75239" y="65425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52340"/>
                </a:lnTo>
                <a:lnTo>
                  <a:pt x="65425" y="52340"/>
                </a:lnTo>
                <a:lnTo>
                  <a:pt x="65425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  <a:moveTo>
                  <a:pt x="65425" y="39255"/>
                </a:moveTo>
                <a:lnTo>
                  <a:pt x="65425" y="42526"/>
                </a:lnTo>
                <a:lnTo>
                  <a:pt x="68697" y="42526"/>
                </a:lnTo>
                <a:lnTo>
                  <a:pt x="68697" y="39255"/>
                </a:lnTo>
                <a:lnTo>
                  <a:pt x="65425" y="39255"/>
                </a:lnTo>
                <a:close/>
                <a:moveTo>
                  <a:pt x="81782" y="29441"/>
                </a:moveTo>
                <a:lnTo>
                  <a:pt x="81782" y="26170"/>
                </a:lnTo>
                <a:lnTo>
                  <a:pt x="78510" y="26170"/>
                </a:lnTo>
                <a:lnTo>
                  <a:pt x="78510" y="29441"/>
                </a:lnTo>
                <a:lnTo>
                  <a:pt x="81782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isible source SEC-093 inset-1 region 511">
            <a:extLst xmlns:a="http://schemas.openxmlformats.org/drawingml/2006/main">
              <a:ext uri="{FF2B5EF4-FFF2-40B4-BE49-F238E27FC236}">
                <a16:creationId xmlns:a16="http://schemas.microsoft.com/office/drawing/2014/main" id="{2C1A1414-A440-42C0-9239-9BF5200D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107" y="2025077"/>
            <a:ext cx="107952" cy="42526"/>
          </a:xfrm>
          <a:custGeom xmlns:a="http://schemas.openxmlformats.org/drawingml/2006/main">
            <a:pathLst>
              <a:path w="10795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58883" y="0"/>
                </a:lnTo>
                <a:lnTo>
                  <a:pt x="58883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9814"/>
                </a:lnTo>
                <a:lnTo>
                  <a:pt x="104681" y="9814"/>
                </a:lnTo>
                <a:lnTo>
                  <a:pt x="104681" y="16356"/>
                </a:lnTo>
                <a:lnTo>
                  <a:pt x="107952" y="16356"/>
                </a:lnTo>
                <a:lnTo>
                  <a:pt x="107952" y="26170"/>
                </a:lnTo>
                <a:lnTo>
                  <a:pt x="104681" y="26170"/>
                </a:lnTo>
                <a:lnTo>
                  <a:pt x="104681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98138" y="35984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68697" y="42526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isible source SEC-093 inset-1 region 512">
            <a:extLst xmlns:a="http://schemas.openxmlformats.org/drawingml/2006/main">
              <a:ext uri="{FF2B5EF4-FFF2-40B4-BE49-F238E27FC236}">
                <a16:creationId xmlns:a16="http://schemas.microsoft.com/office/drawing/2014/main" id="{81876A73-C62E-4FF6-80B5-F1018B4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363" y="2224624"/>
            <a:ext cx="75239" cy="42526"/>
          </a:xfrm>
          <a:custGeom xmlns:a="http://schemas.openxmlformats.org/drawingml/2006/main">
            <a:pathLst>
              <a:path w="75239" h="42526">
                <a:moveTo>
                  <a:pt x="62154" y="3271"/>
                </a:move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29441"/>
                </a:lnTo>
                <a:lnTo>
                  <a:pt x="71968" y="29441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isible source SEC-093 inset-1 region 513">
            <a:extLst xmlns:a="http://schemas.openxmlformats.org/drawingml/2006/main">
              <a:ext uri="{FF2B5EF4-FFF2-40B4-BE49-F238E27FC236}">
                <a16:creationId xmlns:a16="http://schemas.microsoft.com/office/drawing/2014/main" id="{F9763BC0-EE8B-4F9C-8B8F-35A278BB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565" y="2267151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isible source SEC-093 inset-1 region 514">
            <a:extLst xmlns:a="http://schemas.openxmlformats.org/drawingml/2006/main">
              <a:ext uri="{FF2B5EF4-FFF2-40B4-BE49-F238E27FC236}">
                <a16:creationId xmlns:a16="http://schemas.microsoft.com/office/drawing/2014/main" id="{07428DDC-9923-4753-B802-996B64B8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825" y="123670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isible source SEC-093 inset-1 region 515">
            <a:extLst xmlns:a="http://schemas.openxmlformats.org/drawingml/2006/main">
              <a:ext uri="{FF2B5EF4-FFF2-40B4-BE49-F238E27FC236}">
                <a16:creationId xmlns:a16="http://schemas.microsoft.com/office/drawing/2014/main" id="{CE39B666-1104-48D1-AAC5-366E3D6A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505" y="149840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isible source SEC-093 inset-1 region 516">
            <a:extLst xmlns:a="http://schemas.openxmlformats.org/drawingml/2006/main">
              <a:ext uri="{FF2B5EF4-FFF2-40B4-BE49-F238E27FC236}">
                <a16:creationId xmlns:a16="http://schemas.microsoft.com/office/drawing/2014/main" id="{48DFF2D4-765E-4464-8681-8C5C7F9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756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isible source SEC-093 inset-1 region 517">
            <a:extLst xmlns:a="http://schemas.openxmlformats.org/drawingml/2006/main">
              <a:ext uri="{FF2B5EF4-FFF2-40B4-BE49-F238E27FC236}">
                <a16:creationId xmlns:a16="http://schemas.microsoft.com/office/drawing/2014/main" id="{6FDFA5DB-FD6D-49FA-8CDB-5FA188E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772" y="1642339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isible source SEC-093 inset-1 region 518">
            <a:extLst xmlns:a="http://schemas.openxmlformats.org/drawingml/2006/main">
              <a:ext uri="{FF2B5EF4-FFF2-40B4-BE49-F238E27FC236}">
                <a16:creationId xmlns:a16="http://schemas.microsoft.com/office/drawing/2014/main" id="{EC9A9306-0DDE-45CF-8398-287746A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79" y="164233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isible source SEC-093 inset-1 region 519">
            <a:extLst xmlns:a="http://schemas.openxmlformats.org/drawingml/2006/main">
              <a:ext uri="{FF2B5EF4-FFF2-40B4-BE49-F238E27FC236}">
                <a16:creationId xmlns:a16="http://schemas.microsoft.com/office/drawing/2014/main" id="{1A9423B5-BF5A-4E9B-8612-3FD05EFF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505" y="1711035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isible source SEC-093 inset-1 region 520">
            <a:extLst xmlns:a="http://schemas.openxmlformats.org/drawingml/2006/main">
              <a:ext uri="{FF2B5EF4-FFF2-40B4-BE49-F238E27FC236}">
                <a16:creationId xmlns:a16="http://schemas.microsoft.com/office/drawing/2014/main" id="{F9052F11-CB12-4753-A2B9-AB85A058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687" y="1763376"/>
            <a:ext cx="258430" cy="62154"/>
          </a:xfrm>
          <a:custGeom xmlns:a="http://schemas.openxmlformats.org/drawingml/2006/main">
            <a:pathLst>
              <a:path w="258430" h="62154">
                <a:moveTo>
                  <a:pt x="193005" y="19628"/>
                </a:moveTo>
                <a:lnTo>
                  <a:pt x="193005" y="16356"/>
                </a:lnTo>
                <a:lnTo>
                  <a:pt x="199547" y="16356"/>
                </a:lnTo>
                <a:lnTo>
                  <a:pt x="199547" y="9814"/>
                </a:lnTo>
                <a:lnTo>
                  <a:pt x="202818" y="9814"/>
                </a:lnTo>
                <a:lnTo>
                  <a:pt x="202818" y="6543"/>
                </a:lnTo>
                <a:lnTo>
                  <a:pt x="206090" y="6543"/>
                </a:lnTo>
                <a:lnTo>
                  <a:pt x="206090" y="3271"/>
                </a:lnTo>
                <a:lnTo>
                  <a:pt x="212632" y="3271"/>
                </a:lnTo>
                <a:lnTo>
                  <a:pt x="212632" y="0"/>
                </a:lnTo>
                <a:lnTo>
                  <a:pt x="222446" y="0"/>
                </a:lnTo>
                <a:lnTo>
                  <a:pt x="222446" y="3271"/>
                </a:lnTo>
                <a:lnTo>
                  <a:pt x="232260" y="3271"/>
                </a:lnTo>
                <a:lnTo>
                  <a:pt x="232260" y="0"/>
                </a:lnTo>
                <a:lnTo>
                  <a:pt x="242074" y="0"/>
                </a:lnTo>
                <a:lnTo>
                  <a:pt x="242074" y="3271"/>
                </a:lnTo>
                <a:lnTo>
                  <a:pt x="248616" y="3271"/>
                </a:lnTo>
                <a:lnTo>
                  <a:pt x="248616" y="6543"/>
                </a:lnTo>
                <a:lnTo>
                  <a:pt x="251887" y="6543"/>
                </a:lnTo>
                <a:lnTo>
                  <a:pt x="251887" y="9814"/>
                </a:lnTo>
                <a:lnTo>
                  <a:pt x="255159" y="9814"/>
                </a:lnTo>
                <a:lnTo>
                  <a:pt x="255159" y="16356"/>
                </a:lnTo>
                <a:lnTo>
                  <a:pt x="258430" y="16356"/>
                </a:lnTo>
                <a:lnTo>
                  <a:pt x="258430" y="26170"/>
                </a:lnTo>
                <a:lnTo>
                  <a:pt x="255159" y="26170"/>
                </a:lnTo>
                <a:lnTo>
                  <a:pt x="255159" y="32713"/>
                </a:lnTo>
                <a:lnTo>
                  <a:pt x="251887" y="32713"/>
                </a:lnTo>
                <a:lnTo>
                  <a:pt x="251887" y="35984"/>
                </a:lnTo>
                <a:lnTo>
                  <a:pt x="248616" y="35984"/>
                </a:lnTo>
                <a:lnTo>
                  <a:pt x="248616" y="39255"/>
                </a:lnTo>
                <a:lnTo>
                  <a:pt x="242074" y="39255"/>
                </a:lnTo>
                <a:lnTo>
                  <a:pt x="242074" y="42526"/>
                </a:lnTo>
                <a:lnTo>
                  <a:pt x="232260" y="42526"/>
                </a:lnTo>
                <a:lnTo>
                  <a:pt x="232260" y="39255"/>
                </a:lnTo>
                <a:lnTo>
                  <a:pt x="222446" y="39255"/>
                </a:lnTo>
                <a:lnTo>
                  <a:pt x="222446" y="42526"/>
                </a:lnTo>
                <a:lnTo>
                  <a:pt x="215904" y="42526"/>
                </a:lnTo>
                <a:lnTo>
                  <a:pt x="215904" y="49069"/>
                </a:lnTo>
                <a:lnTo>
                  <a:pt x="212632" y="49069"/>
                </a:lnTo>
                <a:lnTo>
                  <a:pt x="212632" y="52340"/>
                </a:lnTo>
                <a:lnTo>
                  <a:pt x="209361" y="52340"/>
                </a:lnTo>
                <a:lnTo>
                  <a:pt x="209361" y="55612"/>
                </a:lnTo>
                <a:lnTo>
                  <a:pt x="202818" y="55612"/>
                </a:lnTo>
                <a:lnTo>
                  <a:pt x="202818" y="58883"/>
                </a:lnTo>
                <a:lnTo>
                  <a:pt x="193005" y="58883"/>
                </a:lnTo>
                <a:lnTo>
                  <a:pt x="193005" y="55612"/>
                </a:lnTo>
                <a:lnTo>
                  <a:pt x="186462" y="55612"/>
                </a:lnTo>
                <a:lnTo>
                  <a:pt x="186462" y="52340"/>
                </a:lnTo>
                <a:lnTo>
                  <a:pt x="183191" y="52340"/>
                </a:lnTo>
                <a:lnTo>
                  <a:pt x="183191" y="49069"/>
                </a:lnTo>
                <a:lnTo>
                  <a:pt x="179920" y="49069"/>
                </a:lnTo>
                <a:lnTo>
                  <a:pt x="179920" y="52340"/>
                </a:lnTo>
                <a:lnTo>
                  <a:pt x="176648" y="52340"/>
                </a:lnTo>
                <a:lnTo>
                  <a:pt x="176648" y="55612"/>
                </a:lnTo>
                <a:lnTo>
                  <a:pt x="170106" y="55612"/>
                </a:lnTo>
                <a:lnTo>
                  <a:pt x="170106" y="58883"/>
                </a:lnTo>
                <a:lnTo>
                  <a:pt x="153750" y="58883"/>
                </a:lnTo>
                <a:lnTo>
                  <a:pt x="153750" y="62154"/>
                </a:lnTo>
                <a:lnTo>
                  <a:pt x="117766" y="62154"/>
                </a:lnTo>
                <a:lnTo>
                  <a:pt x="117766" y="58883"/>
                </a:lnTo>
                <a:lnTo>
                  <a:pt x="101409" y="58883"/>
                </a:lnTo>
                <a:lnTo>
                  <a:pt x="101409" y="55612"/>
                </a:lnTo>
                <a:lnTo>
                  <a:pt x="94867" y="55612"/>
                </a:lnTo>
                <a:lnTo>
                  <a:pt x="94867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88324" y="49069"/>
                </a:lnTo>
                <a:lnTo>
                  <a:pt x="88324" y="42526"/>
                </a:lnTo>
                <a:lnTo>
                  <a:pt x="85053" y="42526"/>
                </a:lnTo>
                <a:lnTo>
                  <a:pt x="85053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39255" y="58883"/>
                </a:lnTo>
                <a:lnTo>
                  <a:pt x="39255" y="55612"/>
                </a:lnTo>
                <a:lnTo>
                  <a:pt x="26170" y="55612"/>
                </a:lnTo>
                <a:lnTo>
                  <a:pt x="26170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26170" y="16356"/>
                </a:lnTo>
                <a:lnTo>
                  <a:pt x="26170" y="19628"/>
                </a:lnTo>
                <a:lnTo>
                  <a:pt x="39255" y="19628"/>
                </a:lnTo>
                <a:lnTo>
                  <a:pt x="39255" y="16356"/>
                </a:lnTo>
                <a:lnTo>
                  <a:pt x="49069" y="16356"/>
                </a:lnTo>
                <a:lnTo>
                  <a:pt x="49069" y="19628"/>
                </a:lnTo>
                <a:lnTo>
                  <a:pt x="52340" y="19628"/>
                </a:lnTo>
                <a:lnTo>
                  <a:pt x="52340" y="16356"/>
                </a:lnTo>
                <a:lnTo>
                  <a:pt x="71968" y="16356"/>
                </a:lnTo>
                <a:lnTo>
                  <a:pt x="71968" y="19628"/>
                </a:lnTo>
                <a:lnTo>
                  <a:pt x="78510" y="19628"/>
                </a:lnTo>
                <a:lnTo>
                  <a:pt x="78510" y="22899"/>
                </a:lnTo>
                <a:lnTo>
                  <a:pt x="81782" y="22899"/>
                </a:lnTo>
                <a:lnTo>
                  <a:pt x="81782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8324" y="32713"/>
                </a:lnTo>
                <a:lnTo>
                  <a:pt x="88324" y="26170"/>
                </a:lnTo>
                <a:lnTo>
                  <a:pt x="91595" y="26170"/>
                </a:lnTo>
                <a:lnTo>
                  <a:pt x="91595" y="22899"/>
                </a:lnTo>
                <a:lnTo>
                  <a:pt x="94867" y="22899"/>
                </a:lnTo>
                <a:lnTo>
                  <a:pt x="94867" y="19628"/>
                </a:lnTo>
                <a:lnTo>
                  <a:pt x="101409" y="19628"/>
                </a:lnTo>
                <a:lnTo>
                  <a:pt x="101409" y="16356"/>
                </a:lnTo>
                <a:lnTo>
                  <a:pt x="111223" y="16356"/>
                </a:lnTo>
                <a:lnTo>
                  <a:pt x="111223" y="19628"/>
                </a:lnTo>
                <a:lnTo>
                  <a:pt x="160292" y="19628"/>
                </a:lnTo>
                <a:lnTo>
                  <a:pt x="160292" y="16356"/>
                </a:lnTo>
                <a:lnTo>
                  <a:pt x="170106" y="16356"/>
                </a:lnTo>
                <a:lnTo>
                  <a:pt x="170106" y="19628"/>
                </a:lnTo>
                <a:lnTo>
                  <a:pt x="176648" y="19628"/>
                </a:lnTo>
                <a:lnTo>
                  <a:pt x="176648" y="22899"/>
                </a:lnTo>
                <a:lnTo>
                  <a:pt x="179920" y="22899"/>
                </a:lnTo>
                <a:lnTo>
                  <a:pt x="179920" y="26170"/>
                </a:lnTo>
                <a:lnTo>
                  <a:pt x="183191" y="26170"/>
                </a:lnTo>
                <a:lnTo>
                  <a:pt x="183191" y="22899"/>
                </a:lnTo>
                <a:lnTo>
                  <a:pt x="186462" y="22899"/>
                </a:lnTo>
                <a:lnTo>
                  <a:pt x="186462" y="19628"/>
                </a:lnTo>
                <a:lnTo>
                  <a:pt x="193005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isible source SEC-093 inset-1 region 521">
            <a:extLst xmlns:a="http://schemas.openxmlformats.org/drawingml/2006/main">
              <a:ext uri="{FF2B5EF4-FFF2-40B4-BE49-F238E27FC236}">
                <a16:creationId xmlns:a16="http://schemas.microsoft.com/office/drawing/2014/main" id="{DCC7DCAC-21DB-473C-9657-BD78864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761" y="1796088"/>
            <a:ext cx="88324" cy="55612"/>
          </a:xfrm>
          <a:custGeom xmlns:a="http://schemas.openxmlformats.org/drawingml/2006/main">
            <a:pathLst>
              <a:path w="88324" h="5561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3085"/>
                </a:lnTo>
                <a:lnTo>
                  <a:pt x="52340" y="13085"/>
                </a:lnTo>
                <a:lnTo>
                  <a:pt x="52340" y="16356"/>
                </a:lnTo>
                <a:lnTo>
                  <a:pt x="62154" y="16356"/>
                </a:lnTo>
                <a:lnTo>
                  <a:pt x="62154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5053" y="22899"/>
                </a:lnTo>
                <a:lnTo>
                  <a:pt x="85053" y="29441"/>
                </a:lnTo>
                <a:lnTo>
                  <a:pt x="88324" y="29441"/>
                </a:lnTo>
                <a:lnTo>
                  <a:pt x="88324" y="39255"/>
                </a:lnTo>
                <a:lnTo>
                  <a:pt x="85053" y="39255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2154" y="55612"/>
                </a:lnTo>
                <a:lnTo>
                  <a:pt x="62154" y="52340"/>
                </a:lnTo>
                <a:lnTo>
                  <a:pt x="52340" y="52340"/>
                </a:lnTo>
                <a:lnTo>
                  <a:pt x="52340" y="55612"/>
                </a:lnTo>
                <a:lnTo>
                  <a:pt x="42526" y="55612"/>
                </a:lnTo>
                <a:lnTo>
                  <a:pt x="42526" y="52340"/>
                </a:lnTo>
                <a:lnTo>
                  <a:pt x="35984" y="52340"/>
                </a:lnTo>
                <a:lnTo>
                  <a:pt x="35984" y="49069"/>
                </a:lnTo>
                <a:lnTo>
                  <a:pt x="32713" y="49069"/>
                </a:lnTo>
                <a:lnTo>
                  <a:pt x="32713" y="45798"/>
                </a:lnTo>
                <a:lnTo>
                  <a:pt x="29441" y="45798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isible source SEC-093 inset-1 region 522">
            <a:extLst xmlns:a="http://schemas.openxmlformats.org/drawingml/2006/main">
              <a:ext uri="{FF2B5EF4-FFF2-40B4-BE49-F238E27FC236}">
                <a16:creationId xmlns:a16="http://schemas.microsoft.com/office/drawing/2014/main" id="{F3495672-5480-43A2-9477-BA9D56E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618" y="182225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isible source SEC-093 inset-1 region 523">
            <a:extLst xmlns:a="http://schemas.openxmlformats.org/drawingml/2006/main">
              <a:ext uri="{FF2B5EF4-FFF2-40B4-BE49-F238E27FC236}">
                <a16:creationId xmlns:a16="http://schemas.microsoft.com/office/drawing/2014/main" id="{0E0846B9-989B-48C9-A513-23962808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09" y="1858242"/>
            <a:ext cx="65425" cy="42526"/>
          </a:xfrm>
          <a:custGeom xmlns:a="http://schemas.openxmlformats.org/drawingml/2006/main">
            <a:pathLst>
              <a:path w="65425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isible source SEC-093 inset-1 region 524">
            <a:extLst xmlns:a="http://schemas.openxmlformats.org/drawingml/2006/main">
              <a:ext uri="{FF2B5EF4-FFF2-40B4-BE49-F238E27FC236}">
                <a16:creationId xmlns:a16="http://schemas.microsoft.com/office/drawing/2014/main" id="{A477C960-D5F0-4A0C-B6D2-DAD32B61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675" y="1858242"/>
            <a:ext cx="62154" cy="42526"/>
          </a:xfrm>
          <a:custGeom xmlns:a="http://schemas.openxmlformats.org/drawingml/2006/main">
            <a:pathLst>
              <a:path w="6215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isible source SEC-093 inset-1 region 525">
            <a:extLst xmlns:a="http://schemas.openxmlformats.org/drawingml/2006/main">
              <a:ext uri="{FF2B5EF4-FFF2-40B4-BE49-F238E27FC236}">
                <a16:creationId xmlns:a16="http://schemas.microsoft.com/office/drawing/2014/main" id="{A37E9F1F-25D5-4B94-90C6-43635E7F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687" y="1972737"/>
            <a:ext cx="261701" cy="68697"/>
          </a:xfrm>
          <a:custGeom xmlns:a="http://schemas.openxmlformats.org/drawingml/2006/main">
            <a:pathLst>
              <a:path w="261701" h="68697">
                <a:moveTo>
                  <a:pt x="183191" y="16356"/>
                </a:moveTo>
                <a:lnTo>
                  <a:pt x="186462" y="16356"/>
                </a:lnTo>
                <a:lnTo>
                  <a:pt x="186462" y="9814"/>
                </a:lnTo>
                <a:lnTo>
                  <a:pt x="189733" y="9814"/>
                </a:lnTo>
                <a:lnTo>
                  <a:pt x="189733" y="6543"/>
                </a:lnTo>
                <a:lnTo>
                  <a:pt x="193005" y="6543"/>
                </a:lnTo>
                <a:lnTo>
                  <a:pt x="193005" y="3271"/>
                </a:lnTo>
                <a:lnTo>
                  <a:pt x="199547" y="3271"/>
                </a:lnTo>
                <a:lnTo>
                  <a:pt x="199547" y="0"/>
                </a:lnTo>
                <a:lnTo>
                  <a:pt x="225717" y="0"/>
                </a:lnTo>
                <a:lnTo>
                  <a:pt x="225717" y="3271"/>
                </a:lnTo>
                <a:lnTo>
                  <a:pt x="228989" y="3271"/>
                </a:lnTo>
                <a:lnTo>
                  <a:pt x="228989" y="0"/>
                </a:lnTo>
                <a:lnTo>
                  <a:pt x="245345" y="0"/>
                </a:lnTo>
                <a:lnTo>
                  <a:pt x="245345" y="3271"/>
                </a:lnTo>
                <a:lnTo>
                  <a:pt x="251887" y="3271"/>
                </a:lnTo>
                <a:lnTo>
                  <a:pt x="251887" y="6543"/>
                </a:lnTo>
                <a:lnTo>
                  <a:pt x="255159" y="6543"/>
                </a:lnTo>
                <a:lnTo>
                  <a:pt x="255159" y="9814"/>
                </a:lnTo>
                <a:lnTo>
                  <a:pt x="258430" y="9814"/>
                </a:lnTo>
                <a:lnTo>
                  <a:pt x="258430" y="16356"/>
                </a:lnTo>
                <a:lnTo>
                  <a:pt x="261701" y="16356"/>
                </a:lnTo>
                <a:lnTo>
                  <a:pt x="261701" y="26170"/>
                </a:lnTo>
                <a:lnTo>
                  <a:pt x="258430" y="26170"/>
                </a:lnTo>
                <a:lnTo>
                  <a:pt x="258430" y="32713"/>
                </a:lnTo>
                <a:lnTo>
                  <a:pt x="255159" y="32713"/>
                </a:lnTo>
                <a:lnTo>
                  <a:pt x="255159" y="35984"/>
                </a:lnTo>
                <a:lnTo>
                  <a:pt x="251887" y="35984"/>
                </a:lnTo>
                <a:lnTo>
                  <a:pt x="251887" y="39255"/>
                </a:lnTo>
                <a:lnTo>
                  <a:pt x="245345" y="39255"/>
                </a:lnTo>
                <a:lnTo>
                  <a:pt x="245345" y="42526"/>
                </a:lnTo>
                <a:lnTo>
                  <a:pt x="212632" y="42526"/>
                </a:lnTo>
                <a:lnTo>
                  <a:pt x="212632" y="49069"/>
                </a:lnTo>
                <a:lnTo>
                  <a:pt x="209361" y="49069"/>
                </a:lnTo>
                <a:lnTo>
                  <a:pt x="209361" y="55612"/>
                </a:lnTo>
                <a:lnTo>
                  <a:pt x="206090" y="55612"/>
                </a:lnTo>
                <a:lnTo>
                  <a:pt x="206090" y="58883"/>
                </a:lnTo>
                <a:lnTo>
                  <a:pt x="202818" y="58883"/>
                </a:lnTo>
                <a:lnTo>
                  <a:pt x="202818" y="62154"/>
                </a:lnTo>
                <a:lnTo>
                  <a:pt x="196276" y="62154"/>
                </a:lnTo>
                <a:lnTo>
                  <a:pt x="196276" y="65425"/>
                </a:lnTo>
                <a:lnTo>
                  <a:pt x="170106" y="65425"/>
                </a:lnTo>
                <a:lnTo>
                  <a:pt x="170106" y="62154"/>
                </a:lnTo>
                <a:lnTo>
                  <a:pt x="160292" y="62154"/>
                </a:lnTo>
                <a:lnTo>
                  <a:pt x="160292" y="65425"/>
                </a:lnTo>
                <a:lnTo>
                  <a:pt x="153750" y="65425"/>
                </a:lnTo>
                <a:lnTo>
                  <a:pt x="153750" y="68697"/>
                </a:lnTo>
                <a:lnTo>
                  <a:pt x="140664" y="68697"/>
                </a:lnTo>
                <a:lnTo>
                  <a:pt x="140664" y="65425"/>
                </a:lnTo>
                <a:lnTo>
                  <a:pt x="137393" y="65425"/>
                </a:lnTo>
                <a:lnTo>
                  <a:pt x="137393" y="68697"/>
                </a:lnTo>
                <a:lnTo>
                  <a:pt x="104681" y="68697"/>
                </a:lnTo>
                <a:lnTo>
                  <a:pt x="104681" y="65425"/>
                </a:lnTo>
                <a:lnTo>
                  <a:pt x="78510" y="65425"/>
                </a:lnTo>
                <a:lnTo>
                  <a:pt x="78510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49069" y="65425"/>
                </a:lnTo>
                <a:lnTo>
                  <a:pt x="49069" y="62154"/>
                </a:lnTo>
                <a:lnTo>
                  <a:pt x="35984" y="62154"/>
                </a:lnTo>
                <a:lnTo>
                  <a:pt x="35984" y="65425"/>
                </a:lnTo>
                <a:lnTo>
                  <a:pt x="13085" y="65425"/>
                </a:lnTo>
                <a:lnTo>
                  <a:pt x="13085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35984" y="22899"/>
                </a:lnTo>
                <a:lnTo>
                  <a:pt x="35984" y="26170"/>
                </a:lnTo>
                <a:lnTo>
                  <a:pt x="49069" y="26170"/>
                </a:lnTo>
                <a:lnTo>
                  <a:pt x="49069" y="22899"/>
                </a:lnTo>
                <a:lnTo>
                  <a:pt x="65425" y="22899"/>
                </a:lnTo>
                <a:lnTo>
                  <a:pt x="65425" y="26170"/>
                </a:lnTo>
                <a:lnTo>
                  <a:pt x="78510" y="26170"/>
                </a:lnTo>
                <a:lnTo>
                  <a:pt x="78510" y="22899"/>
                </a:lnTo>
                <a:lnTo>
                  <a:pt x="101409" y="22899"/>
                </a:lnTo>
                <a:lnTo>
                  <a:pt x="101409" y="26170"/>
                </a:lnTo>
                <a:lnTo>
                  <a:pt x="153750" y="26170"/>
                </a:lnTo>
                <a:lnTo>
                  <a:pt x="153750" y="29441"/>
                </a:lnTo>
                <a:lnTo>
                  <a:pt x="163563" y="29441"/>
                </a:lnTo>
                <a:lnTo>
                  <a:pt x="163563" y="26170"/>
                </a:lnTo>
                <a:lnTo>
                  <a:pt x="170106" y="26170"/>
                </a:lnTo>
                <a:lnTo>
                  <a:pt x="170106" y="22899"/>
                </a:lnTo>
                <a:lnTo>
                  <a:pt x="183191" y="22899"/>
                </a:lnTo>
                <a:lnTo>
                  <a:pt x="18319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isible source SEC-093 inset-1 region 526">
            <a:extLst xmlns:a="http://schemas.openxmlformats.org/drawingml/2006/main">
              <a:ext uri="{FF2B5EF4-FFF2-40B4-BE49-F238E27FC236}">
                <a16:creationId xmlns:a16="http://schemas.microsoft.com/office/drawing/2014/main" id="{FD11A85D-A2C9-42D6-BFEB-5DDB082A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404" y="2047976"/>
            <a:ext cx="81782" cy="42526"/>
          </a:xfrm>
          <a:custGeom xmlns:a="http://schemas.openxmlformats.org/drawingml/2006/main">
            <a:pathLst>
              <a:path w="81782" h="42526">
                <a:moveTo>
                  <a:pt x="75239" y="6543"/>
                </a:move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isible source SEC-093 inset-1 region 527">
            <a:extLst xmlns:a="http://schemas.openxmlformats.org/drawingml/2006/main">
              <a:ext uri="{FF2B5EF4-FFF2-40B4-BE49-F238E27FC236}">
                <a16:creationId xmlns:a16="http://schemas.microsoft.com/office/drawing/2014/main" id="{15DBC50C-86B8-4926-BBF2-4E0552B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606" y="2110130"/>
            <a:ext cx="212632" cy="78510"/>
          </a:xfrm>
          <a:custGeom xmlns:a="http://schemas.openxmlformats.org/drawingml/2006/main">
            <a:pathLst>
              <a:path w="212632" h="78510">
                <a:moveTo>
                  <a:pt x="124308" y="32713"/>
                </a:moveTo>
                <a:lnTo>
                  <a:pt x="121037" y="32713"/>
                </a:lnTo>
                <a:lnTo>
                  <a:pt x="121037" y="35984"/>
                </a:lnTo>
                <a:lnTo>
                  <a:pt x="140664" y="35984"/>
                </a:lnTo>
                <a:lnTo>
                  <a:pt x="140664" y="29441"/>
                </a:lnTo>
                <a:lnTo>
                  <a:pt x="143936" y="29441"/>
                </a:lnTo>
                <a:lnTo>
                  <a:pt x="143936" y="22899"/>
                </a:lnTo>
                <a:lnTo>
                  <a:pt x="147207" y="22899"/>
                </a:lnTo>
                <a:lnTo>
                  <a:pt x="147207" y="19628"/>
                </a:lnTo>
                <a:lnTo>
                  <a:pt x="150478" y="19628"/>
                </a:lnTo>
                <a:lnTo>
                  <a:pt x="150478" y="16356"/>
                </a:lnTo>
                <a:lnTo>
                  <a:pt x="157021" y="16356"/>
                </a:lnTo>
                <a:lnTo>
                  <a:pt x="157021" y="13085"/>
                </a:lnTo>
                <a:lnTo>
                  <a:pt x="196276" y="13085"/>
                </a:lnTo>
                <a:lnTo>
                  <a:pt x="196276" y="16356"/>
                </a:lnTo>
                <a:lnTo>
                  <a:pt x="202818" y="16356"/>
                </a:lnTo>
                <a:lnTo>
                  <a:pt x="202818" y="19628"/>
                </a:lnTo>
                <a:lnTo>
                  <a:pt x="206090" y="19628"/>
                </a:lnTo>
                <a:lnTo>
                  <a:pt x="206090" y="22899"/>
                </a:lnTo>
                <a:lnTo>
                  <a:pt x="209361" y="22899"/>
                </a:lnTo>
                <a:lnTo>
                  <a:pt x="209361" y="29441"/>
                </a:lnTo>
                <a:lnTo>
                  <a:pt x="212632" y="29441"/>
                </a:lnTo>
                <a:lnTo>
                  <a:pt x="212632" y="39255"/>
                </a:lnTo>
                <a:lnTo>
                  <a:pt x="209361" y="39255"/>
                </a:lnTo>
                <a:lnTo>
                  <a:pt x="209361" y="45798"/>
                </a:lnTo>
                <a:lnTo>
                  <a:pt x="206090" y="45798"/>
                </a:lnTo>
                <a:lnTo>
                  <a:pt x="206090" y="49069"/>
                </a:lnTo>
                <a:lnTo>
                  <a:pt x="202818" y="49069"/>
                </a:lnTo>
                <a:lnTo>
                  <a:pt x="202818" y="52340"/>
                </a:lnTo>
                <a:lnTo>
                  <a:pt x="196276" y="52340"/>
                </a:lnTo>
                <a:lnTo>
                  <a:pt x="196276" y="55612"/>
                </a:lnTo>
                <a:lnTo>
                  <a:pt x="166835" y="55612"/>
                </a:lnTo>
                <a:lnTo>
                  <a:pt x="166835" y="65425"/>
                </a:lnTo>
                <a:lnTo>
                  <a:pt x="163563" y="65425"/>
                </a:lnTo>
                <a:lnTo>
                  <a:pt x="163563" y="68697"/>
                </a:lnTo>
                <a:lnTo>
                  <a:pt x="160292" y="68697"/>
                </a:lnTo>
                <a:lnTo>
                  <a:pt x="160292" y="71968"/>
                </a:lnTo>
                <a:lnTo>
                  <a:pt x="157021" y="71968"/>
                </a:lnTo>
                <a:lnTo>
                  <a:pt x="157021" y="75239"/>
                </a:lnTo>
                <a:lnTo>
                  <a:pt x="153750" y="75239"/>
                </a:lnTo>
                <a:lnTo>
                  <a:pt x="153750" y="78510"/>
                </a:lnTo>
                <a:lnTo>
                  <a:pt x="117766" y="78510"/>
                </a:lnTo>
                <a:lnTo>
                  <a:pt x="117766" y="75239"/>
                </a:lnTo>
                <a:lnTo>
                  <a:pt x="111223" y="75239"/>
                </a:lnTo>
                <a:lnTo>
                  <a:pt x="111223" y="71968"/>
                </a:lnTo>
                <a:lnTo>
                  <a:pt x="107952" y="71968"/>
                </a:lnTo>
                <a:lnTo>
                  <a:pt x="107952" y="68697"/>
                </a:lnTo>
                <a:lnTo>
                  <a:pt x="104681" y="68697"/>
                </a:lnTo>
                <a:lnTo>
                  <a:pt x="104681" y="62154"/>
                </a:lnTo>
                <a:lnTo>
                  <a:pt x="101409" y="62154"/>
                </a:lnTo>
                <a:lnTo>
                  <a:pt x="101409" y="52340"/>
                </a:lnTo>
                <a:lnTo>
                  <a:pt x="104681" y="52340"/>
                </a:lnTo>
                <a:lnTo>
                  <a:pt x="104681" y="45798"/>
                </a:lnTo>
                <a:lnTo>
                  <a:pt x="107952" y="45798"/>
                </a:lnTo>
                <a:lnTo>
                  <a:pt x="107952" y="42526"/>
                </a:lnTo>
                <a:lnTo>
                  <a:pt x="91595" y="42526"/>
                </a:lnTo>
                <a:lnTo>
                  <a:pt x="91595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65425" y="58883"/>
                </a:lnTo>
                <a:lnTo>
                  <a:pt x="65425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45798" y="19628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isible source SEC-093 inset-1 region 528">
            <a:extLst xmlns:a="http://schemas.openxmlformats.org/drawingml/2006/main">
              <a:ext uri="{FF2B5EF4-FFF2-40B4-BE49-F238E27FC236}">
                <a16:creationId xmlns:a16="http://schemas.microsoft.com/office/drawing/2014/main" id="{39D34628-2407-4346-81D2-460AEABB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958" y="2182098"/>
            <a:ext cx="258430" cy="71968"/>
          </a:xfrm>
          <a:custGeom xmlns:a="http://schemas.openxmlformats.org/drawingml/2006/main">
            <a:pathLst>
              <a:path w="258430" h="71968">
                <a:moveTo>
                  <a:pt x="179920" y="9814"/>
                </a:moveTo>
                <a:lnTo>
                  <a:pt x="183191" y="9814"/>
                </a:lnTo>
                <a:lnTo>
                  <a:pt x="183191" y="6543"/>
                </a:lnTo>
                <a:lnTo>
                  <a:pt x="186462" y="6543"/>
                </a:lnTo>
                <a:lnTo>
                  <a:pt x="186462" y="3271"/>
                </a:lnTo>
                <a:lnTo>
                  <a:pt x="193005" y="3271"/>
                </a:lnTo>
                <a:lnTo>
                  <a:pt x="193005" y="0"/>
                </a:lnTo>
                <a:lnTo>
                  <a:pt x="206090" y="0"/>
                </a:lnTo>
                <a:lnTo>
                  <a:pt x="206090" y="3271"/>
                </a:lnTo>
                <a:lnTo>
                  <a:pt x="215904" y="3271"/>
                </a:lnTo>
                <a:lnTo>
                  <a:pt x="215904" y="0"/>
                </a:lnTo>
                <a:lnTo>
                  <a:pt x="242074" y="0"/>
                </a:lnTo>
                <a:lnTo>
                  <a:pt x="242074" y="3271"/>
                </a:lnTo>
                <a:lnTo>
                  <a:pt x="248616" y="3271"/>
                </a:lnTo>
                <a:lnTo>
                  <a:pt x="248616" y="6543"/>
                </a:lnTo>
                <a:lnTo>
                  <a:pt x="251887" y="6543"/>
                </a:lnTo>
                <a:lnTo>
                  <a:pt x="251887" y="9814"/>
                </a:lnTo>
                <a:lnTo>
                  <a:pt x="255159" y="9814"/>
                </a:lnTo>
                <a:lnTo>
                  <a:pt x="255159" y="16356"/>
                </a:lnTo>
                <a:lnTo>
                  <a:pt x="258430" y="16356"/>
                </a:lnTo>
                <a:lnTo>
                  <a:pt x="258430" y="26170"/>
                </a:lnTo>
                <a:lnTo>
                  <a:pt x="255159" y="26170"/>
                </a:lnTo>
                <a:lnTo>
                  <a:pt x="255159" y="32713"/>
                </a:lnTo>
                <a:lnTo>
                  <a:pt x="251887" y="32713"/>
                </a:lnTo>
                <a:lnTo>
                  <a:pt x="251887" y="35984"/>
                </a:lnTo>
                <a:lnTo>
                  <a:pt x="248616" y="35984"/>
                </a:lnTo>
                <a:lnTo>
                  <a:pt x="248616" y="39255"/>
                </a:lnTo>
                <a:lnTo>
                  <a:pt x="242074" y="39255"/>
                </a:lnTo>
                <a:lnTo>
                  <a:pt x="242074" y="42526"/>
                </a:lnTo>
                <a:lnTo>
                  <a:pt x="215904" y="42526"/>
                </a:lnTo>
                <a:lnTo>
                  <a:pt x="215904" y="39255"/>
                </a:lnTo>
                <a:lnTo>
                  <a:pt x="212632" y="39255"/>
                </a:lnTo>
                <a:lnTo>
                  <a:pt x="212632" y="45798"/>
                </a:lnTo>
                <a:lnTo>
                  <a:pt x="215904" y="45798"/>
                </a:lnTo>
                <a:lnTo>
                  <a:pt x="215904" y="55612"/>
                </a:lnTo>
                <a:lnTo>
                  <a:pt x="212632" y="55612"/>
                </a:lnTo>
                <a:lnTo>
                  <a:pt x="212632" y="62154"/>
                </a:lnTo>
                <a:lnTo>
                  <a:pt x="209361" y="62154"/>
                </a:lnTo>
                <a:lnTo>
                  <a:pt x="209361" y="65425"/>
                </a:lnTo>
                <a:lnTo>
                  <a:pt x="206090" y="65425"/>
                </a:lnTo>
                <a:lnTo>
                  <a:pt x="206090" y="68697"/>
                </a:lnTo>
                <a:lnTo>
                  <a:pt x="199547" y="68697"/>
                </a:lnTo>
                <a:lnTo>
                  <a:pt x="199547" y="71968"/>
                </a:lnTo>
                <a:lnTo>
                  <a:pt x="147207" y="71968"/>
                </a:lnTo>
                <a:lnTo>
                  <a:pt x="147207" y="68697"/>
                </a:lnTo>
                <a:lnTo>
                  <a:pt x="137393" y="68697"/>
                </a:lnTo>
                <a:lnTo>
                  <a:pt x="137393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39255" y="68697"/>
                </a:lnTo>
                <a:lnTo>
                  <a:pt x="39255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49069" y="32713"/>
                </a:lnTo>
                <a:lnTo>
                  <a:pt x="49069" y="29441"/>
                </a:lnTo>
                <a:lnTo>
                  <a:pt x="137393" y="29441"/>
                </a:lnTo>
                <a:lnTo>
                  <a:pt x="137393" y="32713"/>
                </a:lnTo>
                <a:lnTo>
                  <a:pt x="147207" y="32713"/>
                </a:lnTo>
                <a:lnTo>
                  <a:pt x="147207" y="29441"/>
                </a:lnTo>
                <a:lnTo>
                  <a:pt x="179920" y="29441"/>
                </a:lnTo>
                <a:lnTo>
                  <a:pt x="179920" y="26170"/>
                </a:lnTo>
                <a:lnTo>
                  <a:pt x="176648" y="26170"/>
                </a:lnTo>
                <a:lnTo>
                  <a:pt x="176648" y="16356"/>
                </a:lnTo>
                <a:lnTo>
                  <a:pt x="179920" y="16356"/>
                </a:lnTo>
                <a:lnTo>
                  <a:pt x="17992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isible source SEC-093 inset-1 region 529">
            <a:extLst xmlns:a="http://schemas.openxmlformats.org/drawingml/2006/main">
              <a:ext uri="{FF2B5EF4-FFF2-40B4-BE49-F238E27FC236}">
                <a16:creationId xmlns:a16="http://schemas.microsoft.com/office/drawing/2014/main" id="{51A85470-DCB9-4205-9F3F-4DD46C8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634" y="2293321"/>
            <a:ext cx="297685" cy="117766"/>
          </a:xfrm>
          <a:custGeom xmlns:a="http://schemas.openxmlformats.org/drawingml/2006/main">
            <a:pathLst>
              <a:path w="297685" h="117766">
                <a:moveTo>
                  <a:pt x="85053" y="16356"/>
                </a:moveTo>
                <a:lnTo>
                  <a:pt x="88324" y="16356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93005" y="0"/>
                </a:lnTo>
                <a:lnTo>
                  <a:pt x="193005" y="3271"/>
                </a:lnTo>
                <a:lnTo>
                  <a:pt x="199547" y="3271"/>
                </a:lnTo>
                <a:lnTo>
                  <a:pt x="199547" y="6543"/>
                </a:lnTo>
                <a:lnTo>
                  <a:pt x="202818" y="6543"/>
                </a:lnTo>
                <a:lnTo>
                  <a:pt x="202818" y="9814"/>
                </a:lnTo>
                <a:lnTo>
                  <a:pt x="228989" y="9814"/>
                </a:lnTo>
                <a:lnTo>
                  <a:pt x="228989" y="6543"/>
                </a:lnTo>
                <a:lnTo>
                  <a:pt x="232260" y="6543"/>
                </a:lnTo>
                <a:lnTo>
                  <a:pt x="232260" y="3271"/>
                </a:lnTo>
                <a:lnTo>
                  <a:pt x="238802" y="3271"/>
                </a:lnTo>
                <a:lnTo>
                  <a:pt x="238802" y="0"/>
                </a:lnTo>
                <a:lnTo>
                  <a:pt x="284600" y="0"/>
                </a:lnTo>
                <a:lnTo>
                  <a:pt x="284600" y="3271"/>
                </a:lnTo>
                <a:lnTo>
                  <a:pt x="287871" y="3271"/>
                </a:lnTo>
                <a:lnTo>
                  <a:pt x="287871" y="6543"/>
                </a:lnTo>
                <a:lnTo>
                  <a:pt x="291143" y="6543"/>
                </a:lnTo>
                <a:lnTo>
                  <a:pt x="291143" y="9814"/>
                </a:lnTo>
                <a:lnTo>
                  <a:pt x="294414" y="9814"/>
                </a:lnTo>
                <a:lnTo>
                  <a:pt x="294414" y="13085"/>
                </a:lnTo>
                <a:lnTo>
                  <a:pt x="297685" y="13085"/>
                </a:lnTo>
                <a:lnTo>
                  <a:pt x="297685" y="29441"/>
                </a:lnTo>
                <a:lnTo>
                  <a:pt x="294414" y="29441"/>
                </a:lnTo>
                <a:lnTo>
                  <a:pt x="294414" y="32713"/>
                </a:lnTo>
                <a:lnTo>
                  <a:pt x="291143" y="32713"/>
                </a:lnTo>
                <a:lnTo>
                  <a:pt x="291143" y="35984"/>
                </a:lnTo>
                <a:lnTo>
                  <a:pt x="287871" y="35984"/>
                </a:lnTo>
                <a:lnTo>
                  <a:pt x="287871" y="39255"/>
                </a:lnTo>
                <a:lnTo>
                  <a:pt x="284600" y="39255"/>
                </a:lnTo>
                <a:lnTo>
                  <a:pt x="284600" y="42526"/>
                </a:lnTo>
                <a:lnTo>
                  <a:pt x="251887" y="42526"/>
                </a:lnTo>
                <a:lnTo>
                  <a:pt x="251887" y="45798"/>
                </a:lnTo>
                <a:lnTo>
                  <a:pt x="248616" y="45798"/>
                </a:lnTo>
                <a:lnTo>
                  <a:pt x="248616" y="49069"/>
                </a:lnTo>
                <a:lnTo>
                  <a:pt x="242074" y="49069"/>
                </a:lnTo>
                <a:lnTo>
                  <a:pt x="242074" y="52340"/>
                </a:lnTo>
                <a:lnTo>
                  <a:pt x="189733" y="52340"/>
                </a:lnTo>
                <a:lnTo>
                  <a:pt x="189733" y="49069"/>
                </a:lnTo>
                <a:lnTo>
                  <a:pt x="183191" y="49069"/>
                </a:lnTo>
                <a:lnTo>
                  <a:pt x="183191" y="45798"/>
                </a:lnTo>
                <a:lnTo>
                  <a:pt x="179920" y="45798"/>
                </a:lnTo>
                <a:lnTo>
                  <a:pt x="179920" y="42526"/>
                </a:lnTo>
                <a:lnTo>
                  <a:pt x="121037" y="42526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8883"/>
                </a:lnTo>
                <a:lnTo>
                  <a:pt x="121037" y="58883"/>
                </a:lnTo>
                <a:lnTo>
                  <a:pt x="121037" y="65425"/>
                </a:lnTo>
                <a:lnTo>
                  <a:pt x="117766" y="65425"/>
                </a:lnTo>
                <a:lnTo>
                  <a:pt x="117766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07952" y="71968"/>
                </a:lnTo>
                <a:lnTo>
                  <a:pt x="107952" y="75239"/>
                </a:lnTo>
                <a:lnTo>
                  <a:pt x="111223" y="75239"/>
                </a:lnTo>
                <a:lnTo>
                  <a:pt x="111223" y="78510"/>
                </a:lnTo>
                <a:lnTo>
                  <a:pt x="114494" y="78510"/>
                </a:lnTo>
                <a:lnTo>
                  <a:pt x="114494" y="81782"/>
                </a:lnTo>
                <a:lnTo>
                  <a:pt x="117766" y="81782"/>
                </a:lnTo>
                <a:lnTo>
                  <a:pt x="117766" y="85053"/>
                </a:lnTo>
                <a:lnTo>
                  <a:pt x="121037" y="85053"/>
                </a:lnTo>
                <a:lnTo>
                  <a:pt x="121037" y="88324"/>
                </a:lnTo>
                <a:lnTo>
                  <a:pt x="124308" y="88324"/>
                </a:lnTo>
                <a:lnTo>
                  <a:pt x="124308" y="104681"/>
                </a:lnTo>
                <a:lnTo>
                  <a:pt x="121037" y="104681"/>
                </a:lnTo>
                <a:lnTo>
                  <a:pt x="121037" y="107952"/>
                </a:lnTo>
                <a:lnTo>
                  <a:pt x="117766" y="107952"/>
                </a:lnTo>
                <a:lnTo>
                  <a:pt x="117766" y="111223"/>
                </a:lnTo>
                <a:lnTo>
                  <a:pt x="114494" y="111223"/>
                </a:lnTo>
                <a:lnTo>
                  <a:pt x="114494" y="114494"/>
                </a:lnTo>
                <a:lnTo>
                  <a:pt x="111223" y="114494"/>
                </a:lnTo>
                <a:lnTo>
                  <a:pt x="111223" y="117766"/>
                </a:lnTo>
                <a:lnTo>
                  <a:pt x="55612" y="117766"/>
                </a:lnTo>
                <a:lnTo>
                  <a:pt x="55612" y="114494"/>
                </a:lnTo>
                <a:lnTo>
                  <a:pt x="49069" y="114494"/>
                </a:lnTo>
                <a:lnTo>
                  <a:pt x="49069" y="111223"/>
                </a:lnTo>
                <a:lnTo>
                  <a:pt x="45798" y="111223"/>
                </a:lnTo>
                <a:lnTo>
                  <a:pt x="45798" y="107952"/>
                </a:lnTo>
                <a:lnTo>
                  <a:pt x="42526" y="107952"/>
                </a:lnTo>
                <a:lnTo>
                  <a:pt x="42526" y="101409"/>
                </a:lnTo>
                <a:lnTo>
                  <a:pt x="39255" y="101409"/>
                </a:lnTo>
                <a:lnTo>
                  <a:pt x="39255" y="91595"/>
                </a:lnTo>
                <a:lnTo>
                  <a:pt x="42526" y="91595"/>
                </a:lnTo>
                <a:lnTo>
                  <a:pt x="42526" y="85053"/>
                </a:lnTo>
                <a:lnTo>
                  <a:pt x="45798" y="85053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88324" y="32713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isible source SEC-093 inset-1 region 530">
            <a:extLst xmlns:a="http://schemas.openxmlformats.org/drawingml/2006/main">
              <a:ext uri="{FF2B5EF4-FFF2-40B4-BE49-F238E27FC236}">
                <a16:creationId xmlns:a16="http://schemas.microsoft.com/office/drawing/2014/main" id="{4DD6237E-9E72-4A57-958C-A5F34CEA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958" y="2267151"/>
            <a:ext cx="484147" cy="202818"/>
          </a:xfrm>
          <a:custGeom xmlns:a="http://schemas.openxmlformats.org/drawingml/2006/main">
            <a:pathLst>
              <a:path w="484147" h="202818">
                <a:moveTo>
                  <a:pt x="179920" y="91595"/>
                </a:moveTo>
                <a:lnTo>
                  <a:pt x="183191" y="91595"/>
                </a:lnTo>
                <a:lnTo>
                  <a:pt x="183191" y="85053"/>
                </a:lnTo>
                <a:lnTo>
                  <a:pt x="186462" y="85053"/>
                </a:lnTo>
                <a:lnTo>
                  <a:pt x="186462" y="81782"/>
                </a:lnTo>
                <a:lnTo>
                  <a:pt x="189733" y="81782"/>
                </a:lnTo>
                <a:lnTo>
                  <a:pt x="189733" y="78510"/>
                </a:lnTo>
                <a:lnTo>
                  <a:pt x="196276" y="78510"/>
                </a:lnTo>
                <a:lnTo>
                  <a:pt x="196276" y="75239"/>
                </a:lnTo>
                <a:lnTo>
                  <a:pt x="242074" y="75239"/>
                </a:lnTo>
                <a:lnTo>
                  <a:pt x="242074" y="78510"/>
                </a:lnTo>
                <a:lnTo>
                  <a:pt x="245345" y="78510"/>
                </a:lnTo>
                <a:lnTo>
                  <a:pt x="245345" y="81782"/>
                </a:lnTo>
                <a:lnTo>
                  <a:pt x="248616" y="81782"/>
                </a:lnTo>
                <a:lnTo>
                  <a:pt x="248616" y="85053"/>
                </a:lnTo>
                <a:lnTo>
                  <a:pt x="251887" y="85053"/>
                </a:lnTo>
                <a:lnTo>
                  <a:pt x="251887" y="88324"/>
                </a:lnTo>
                <a:lnTo>
                  <a:pt x="255159" y="88324"/>
                </a:lnTo>
                <a:lnTo>
                  <a:pt x="255159" y="91595"/>
                </a:lnTo>
                <a:lnTo>
                  <a:pt x="271515" y="91595"/>
                </a:lnTo>
                <a:lnTo>
                  <a:pt x="271515" y="88324"/>
                </a:lnTo>
                <a:lnTo>
                  <a:pt x="274786" y="88324"/>
                </a:lnTo>
                <a:lnTo>
                  <a:pt x="274786" y="85053"/>
                </a:lnTo>
                <a:lnTo>
                  <a:pt x="278058" y="85053"/>
                </a:lnTo>
                <a:lnTo>
                  <a:pt x="278058" y="81782"/>
                </a:lnTo>
                <a:lnTo>
                  <a:pt x="284600" y="81782"/>
                </a:lnTo>
                <a:lnTo>
                  <a:pt x="284600" y="78510"/>
                </a:lnTo>
                <a:lnTo>
                  <a:pt x="323855" y="78510"/>
                </a:lnTo>
                <a:lnTo>
                  <a:pt x="323855" y="75239"/>
                </a:lnTo>
                <a:lnTo>
                  <a:pt x="327127" y="75239"/>
                </a:lnTo>
                <a:lnTo>
                  <a:pt x="327127" y="68697"/>
                </a:lnTo>
                <a:lnTo>
                  <a:pt x="330398" y="68697"/>
                </a:lnTo>
                <a:lnTo>
                  <a:pt x="330398" y="65425"/>
                </a:lnTo>
                <a:lnTo>
                  <a:pt x="333669" y="65425"/>
                </a:lnTo>
                <a:lnTo>
                  <a:pt x="333669" y="62154"/>
                </a:lnTo>
                <a:lnTo>
                  <a:pt x="340212" y="62154"/>
                </a:lnTo>
                <a:lnTo>
                  <a:pt x="340212" y="58883"/>
                </a:lnTo>
                <a:lnTo>
                  <a:pt x="366382" y="58883"/>
                </a:lnTo>
                <a:lnTo>
                  <a:pt x="366382" y="52340"/>
                </a:lnTo>
                <a:lnTo>
                  <a:pt x="363111" y="52340"/>
                </a:lnTo>
                <a:lnTo>
                  <a:pt x="363111" y="42526"/>
                </a:lnTo>
                <a:lnTo>
                  <a:pt x="366382" y="42526"/>
                </a:lnTo>
                <a:lnTo>
                  <a:pt x="366382" y="35984"/>
                </a:lnTo>
                <a:lnTo>
                  <a:pt x="369653" y="35984"/>
                </a:lnTo>
                <a:lnTo>
                  <a:pt x="369653" y="32713"/>
                </a:lnTo>
                <a:lnTo>
                  <a:pt x="372924" y="32713"/>
                </a:lnTo>
                <a:lnTo>
                  <a:pt x="372924" y="29441"/>
                </a:lnTo>
                <a:lnTo>
                  <a:pt x="379467" y="29441"/>
                </a:lnTo>
                <a:lnTo>
                  <a:pt x="379467" y="26170"/>
                </a:lnTo>
                <a:lnTo>
                  <a:pt x="402366" y="26170"/>
                </a:lnTo>
                <a:lnTo>
                  <a:pt x="402366" y="16356"/>
                </a:lnTo>
                <a:lnTo>
                  <a:pt x="405637" y="16356"/>
                </a:lnTo>
                <a:lnTo>
                  <a:pt x="405637" y="9814"/>
                </a:lnTo>
                <a:lnTo>
                  <a:pt x="408908" y="9814"/>
                </a:lnTo>
                <a:lnTo>
                  <a:pt x="408908" y="6543"/>
                </a:lnTo>
                <a:lnTo>
                  <a:pt x="412180" y="6543"/>
                </a:lnTo>
                <a:lnTo>
                  <a:pt x="412180" y="3271"/>
                </a:lnTo>
                <a:lnTo>
                  <a:pt x="418722" y="3271"/>
                </a:lnTo>
                <a:lnTo>
                  <a:pt x="418722" y="0"/>
                </a:lnTo>
                <a:lnTo>
                  <a:pt x="435078" y="0"/>
                </a:lnTo>
                <a:lnTo>
                  <a:pt x="435078" y="3271"/>
                </a:lnTo>
                <a:lnTo>
                  <a:pt x="451435" y="3271"/>
                </a:lnTo>
                <a:lnTo>
                  <a:pt x="451435" y="0"/>
                </a:lnTo>
                <a:lnTo>
                  <a:pt x="467791" y="0"/>
                </a:lnTo>
                <a:lnTo>
                  <a:pt x="467791" y="3271"/>
                </a:lnTo>
                <a:lnTo>
                  <a:pt x="474334" y="3271"/>
                </a:lnTo>
                <a:lnTo>
                  <a:pt x="474334" y="6543"/>
                </a:lnTo>
                <a:lnTo>
                  <a:pt x="477605" y="6543"/>
                </a:lnTo>
                <a:lnTo>
                  <a:pt x="477605" y="9814"/>
                </a:lnTo>
                <a:lnTo>
                  <a:pt x="480876" y="9814"/>
                </a:lnTo>
                <a:lnTo>
                  <a:pt x="480876" y="16356"/>
                </a:lnTo>
                <a:lnTo>
                  <a:pt x="484147" y="16356"/>
                </a:lnTo>
                <a:lnTo>
                  <a:pt x="484147" y="26170"/>
                </a:lnTo>
                <a:lnTo>
                  <a:pt x="480876" y="26170"/>
                </a:lnTo>
                <a:lnTo>
                  <a:pt x="480876" y="32713"/>
                </a:lnTo>
                <a:lnTo>
                  <a:pt x="477605" y="32713"/>
                </a:lnTo>
                <a:lnTo>
                  <a:pt x="477605" y="35984"/>
                </a:lnTo>
                <a:lnTo>
                  <a:pt x="480876" y="35984"/>
                </a:lnTo>
                <a:lnTo>
                  <a:pt x="480876" y="42526"/>
                </a:lnTo>
                <a:lnTo>
                  <a:pt x="484147" y="42526"/>
                </a:lnTo>
                <a:lnTo>
                  <a:pt x="484147" y="52340"/>
                </a:lnTo>
                <a:lnTo>
                  <a:pt x="480876" y="52340"/>
                </a:lnTo>
                <a:lnTo>
                  <a:pt x="480876" y="58883"/>
                </a:lnTo>
                <a:lnTo>
                  <a:pt x="477605" y="58883"/>
                </a:lnTo>
                <a:lnTo>
                  <a:pt x="477605" y="62154"/>
                </a:lnTo>
                <a:lnTo>
                  <a:pt x="474334" y="62154"/>
                </a:lnTo>
                <a:lnTo>
                  <a:pt x="474334" y="65425"/>
                </a:lnTo>
                <a:lnTo>
                  <a:pt x="467791" y="65425"/>
                </a:lnTo>
                <a:lnTo>
                  <a:pt x="467791" y="68697"/>
                </a:lnTo>
                <a:lnTo>
                  <a:pt x="457977" y="68697"/>
                </a:lnTo>
                <a:lnTo>
                  <a:pt x="457977" y="65425"/>
                </a:lnTo>
                <a:lnTo>
                  <a:pt x="451435" y="65425"/>
                </a:lnTo>
                <a:lnTo>
                  <a:pt x="451435" y="62154"/>
                </a:lnTo>
                <a:lnTo>
                  <a:pt x="444892" y="62154"/>
                </a:lnTo>
                <a:lnTo>
                  <a:pt x="444892" y="65425"/>
                </a:lnTo>
                <a:lnTo>
                  <a:pt x="441621" y="65425"/>
                </a:lnTo>
                <a:lnTo>
                  <a:pt x="441621" y="68697"/>
                </a:lnTo>
                <a:lnTo>
                  <a:pt x="392552" y="68697"/>
                </a:lnTo>
                <a:lnTo>
                  <a:pt x="392552" y="75239"/>
                </a:lnTo>
                <a:lnTo>
                  <a:pt x="395823" y="75239"/>
                </a:lnTo>
                <a:lnTo>
                  <a:pt x="395823" y="85053"/>
                </a:lnTo>
                <a:lnTo>
                  <a:pt x="392552" y="85053"/>
                </a:lnTo>
                <a:lnTo>
                  <a:pt x="392552" y="91595"/>
                </a:lnTo>
                <a:lnTo>
                  <a:pt x="389281" y="91595"/>
                </a:lnTo>
                <a:lnTo>
                  <a:pt x="389281" y="94867"/>
                </a:lnTo>
                <a:lnTo>
                  <a:pt x="386009" y="94867"/>
                </a:lnTo>
                <a:lnTo>
                  <a:pt x="386009" y="98138"/>
                </a:lnTo>
                <a:lnTo>
                  <a:pt x="379467" y="98138"/>
                </a:lnTo>
                <a:lnTo>
                  <a:pt x="379467" y="101409"/>
                </a:lnTo>
                <a:lnTo>
                  <a:pt x="350025" y="101409"/>
                </a:lnTo>
                <a:lnTo>
                  <a:pt x="350025" y="104681"/>
                </a:lnTo>
                <a:lnTo>
                  <a:pt x="346754" y="104681"/>
                </a:lnTo>
                <a:lnTo>
                  <a:pt x="346754" y="111223"/>
                </a:lnTo>
                <a:lnTo>
                  <a:pt x="343483" y="111223"/>
                </a:lnTo>
                <a:lnTo>
                  <a:pt x="343483" y="114494"/>
                </a:lnTo>
                <a:lnTo>
                  <a:pt x="340212" y="114494"/>
                </a:lnTo>
                <a:lnTo>
                  <a:pt x="340212" y="117766"/>
                </a:lnTo>
                <a:lnTo>
                  <a:pt x="333669" y="117766"/>
                </a:lnTo>
                <a:lnTo>
                  <a:pt x="333669" y="121037"/>
                </a:lnTo>
                <a:lnTo>
                  <a:pt x="304228" y="121037"/>
                </a:lnTo>
                <a:lnTo>
                  <a:pt x="304228" y="124308"/>
                </a:lnTo>
                <a:lnTo>
                  <a:pt x="300956" y="124308"/>
                </a:lnTo>
                <a:lnTo>
                  <a:pt x="300956" y="127579"/>
                </a:lnTo>
                <a:lnTo>
                  <a:pt x="297685" y="127579"/>
                </a:lnTo>
                <a:lnTo>
                  <a:pt x="297685" y="130851"/>
                </a:lnTo>
                <a:lnTo>
                  <a:pt x="291143" y="130851"/>
                </a:lnTo>
                <a:lnTo>
                  <a:pt x="291143" y="134122"/>
                </a:lnTo>
                <a:lnTo>
                  <a:pt x="255159" y="134122"/>
                </a:lnTo>
                <a:lnTo>
                  <a:pt x="255159" y="137393"/>
                </a:lnTo>
                <a:lnTo>
                  <a:pt x="258430" y="137393"/>
                </a:lnTo>
                <a:lnTo>
                  <a:pt x="258430" y="143936"/>
                </a:lnTo>
                <a:lnTo>
                  <a:pt x="261701" y="143936"/>
                </a:lnTo>
                <a:lnTo>
                  <a:pt x="261701" y="153750"/>
                </a:lnTo>
                <a:lnTo>
                  <a:pt x="258430" y="153750"/>
                </a:lnTo>
                <a:lnTo>
                  <a:pt x="258430" y="160292"/>
                </a:lnTo>
                <a:lnTo>
                  <a:pt x="255159" y="160292"/>
                </a:lnTo>
                <a:lnTo>
                  <a:pt x="255159" y="163563"/>
                </a:lnTo>
                <a:lnTo>
                  <a:pt x="251887" y="163563"/>
                </a:lnTo>
                <a:lnTo>
                  <a:pt x="251887" y="166835"/>
                </a:lnTo>
                <a:lnTo>
                  <a:pt x="245345" y="166835"/>
                </a:lnTo>
                <a:lnTo>
                  <a:pt x="245345" y="170106"/>
                </a:lnTo>
                <a:lnTo>
                  <a:pt x="212632" y="170106"/>
                </a:lnTo>
                <a:lnTo>
                  <a:pt x="212632" y="176648"/>
                </a:lnTo>
                <a:lnTo>
                  <a:pt x="215904" y="176648"/>
                </a:lnTo>
                <a:lnTo>
                  <a:pt x="215904" y="186462"/>
                </a:lnTo>
                <a:lnTo>
                  <a:pt x="212632" y="186462"/>
                </a:lnTo>
                <a:lnTo>
                  <a:pt x="212632" y="193005"/>
                </a:lnTo>
                <a:lnTo>
                  <a:pt x="209361" y="193005"/>
                </a:lnTo>
                <a:lnTo>
                  <a:pt x="209361" y="196276"/>
                </a:lnTo>
                <a:lnTo>
                  <a:pt x="206090" y="196276"/>
                </a:lnTo>
                <a:lnTo>
                  <a:pt x="206090" y="199547"/>
                </a:lnTo>
                <a:lnTo>
                  <a:pt x="199547" y="199547"/>
                </a:lnTo>
                <a:lnTo>
                  <a:pt x="199547" y="202818"/>
                </a:lnTo>
                <a:lnTo>
                  <a:pt x="143936" y="202818"/>
                </a:lnTo>
                <a:lnTo>
                  <a:pt x="143936" y="199547"/>
                </a:lnTo>
                <a:lnTo>
                  <a:pt x="130851" y="199547"/>
                </a:lnTo>
                <a:lnTo>
                  <a:pt x="130851" y="196276"/>
                </a:lnTo>
                <a:lnTo>
                  <a:pt x="127579" y="196276"/>
                </a:lnTo>
                <a:lnTo>
                  <a:pt x="127579" y="199547"/>
                </a:lnTo>
                <a:lnTo>
                  <a:pt x="111223" y="199547"/>
                </a:lnTo>
                <a:lnTo>
                  <a:pt x="111223" y="202818"/>
                </a:lnTo>
                <a:lnTo>
                  <a:pt x="16356" y="202818"/>
                </a:lnTo>
                <a:lnTo>
                  <a:pt x="16356" y="199547"/>
                </a:lnTo>
                <a:lnTo>
                  <a:pt x="9814" y="199547"/>
                </a:lnTo>
                <a:lnTo>
                  <a:pt x="9814" y="196276"/>
                </a:lnTo>
                <a:lnTo>
                  <a:pt x="6543" y="196276"/>
                </a:lnTo>
                <a:lnTo>
                  <a:pt x="6543" y="193005"/>
                </a:lnTo>
                <a:lnTo>
                  <a:pt x="3271" y="193005"/>
                </a:lnTo>
                <a:lnTo>
                  <a:pt x="3271" y="186462"/>
                </a:lnTo>
                <a:lnTo>
                  <a:pt x="0" y="186462"/>
                </a:lnTo>
                <a:lnTo>
                  <a:pt x="0" y="176648"/>
                </a:lnTo>
                <a:lnTo>
                  <a:pt x="3271" y="176648"/>
                </a:lnTo>
                <a:lnTo>
                  <a:pt x="3271" y="170106"/>
                </a:lnTo>
                <a:lnTo>
                  <a:pt x="6543" y="170106"/>
                </a:lnTo>
                <a:lnTo>
                  <a:pt x="6543" y="166835"/>
                </a:lnTo>
                <a:lnTo>
                  <a:pt x="9814" y="166835"/>
                </a:lnTo>
                <a:lnTo>
                  <a:pt x="9814" y="163563"/>
                </a:lnTo>
                <a:lnTo>
                  <a:pt x="16356" y="163563"/>
                </a:lnTo>
                <a:lnTo>
                  <a:pt x="16356" y="160292"/>
                </a:lnTo>
                <a:lnTo>
                  <a:pt x="114494" y="160292"/>
                </a:lnTo>
                <a:lnTo>
                  <a:pt x="114494" y="157021"/>
                </a:lnTo>
                <a:lnTo>
                  <a:pt x="124308" y="157021"/>
                </a:lnTo>
                <a:lnTo>
                  <a:pt x="124308" y="160292"/>
                </a:lnTo>
                <a:lnTo>
                  <a:pt x="130851" y="160292"/>
                </a:lnTo>
                <a:lnTo>
                  <a:pt x="130851" y="157021"/>
                </a:lnTo>
                <a:lnTo>
                  <a:pt x="157021" y="157021"/>
                </a:lnTo>
                <a:lnTo>
                  <a:pt x="157021" y="160292"/>
                </a:lnTo>
                <a:lnTo>
                  <a:pt x="183191" y="160292"/>
                </a:lnTo>
                <a:lnTo>
                  <a:pt x="183191" y="153750"/>
                </a:lnTo>
                <a:lnTo>
                  <a:pt x="179920" y="153750"/>
                </a:lnTo>
                <a:lnTo>
                  <a:pt x="179920" y="143936"/>
                </a:lnTo>
                <a:lnTo>
                  <a:pt x="183191" y="143936"/>
                </a:lnTo>
                <a:lnTo>
                  <a:pt x="183191" y="137393"/>
                </a:lnTo>
                <a:lnTo>
                  <a:pt x="186462" y="137393"/>
                </a:lnTo>
                <a:lnTo>
                  <a:pt x="186462" y="134122"/>
                </a:lnTo>
                <a:lnTo>
                  <a:pt x="189733" y="134122"/>
                </a:lnTo>
                <a:lnTo>
                  <a:pt x="189733" y="130851"/>
                </a:lnTo>
                <a:lnTo>
                  <a:pt x="196276" y="130851"/>
                </a:lnTo>
                <a:lnTo>
                  <a:pt x="196276" y="127579"/>
                </a:lnTo>
                <a:lnTo>
                  <a:pt x="228989" y="127579"/>
                </a:lnTo>
                <a:lnTo>
                  <a:pt x="228989" y="124308"/>
                </a:lnTo>
                <a:lnTo>
                  <a:pt x="225717" y="124308"/>
                </a:lnTo>
                <a:lnTo>
                  <a:pt x="225717" y="117766"/>
                </a:lnTo>
                <a:lnTo>
                  <a:pt x="196276" y="117766"/>
                </a:lnTo>
                <a:lnTo>
                  <a:pt x="196276" y="114494"/>
                </a:lnTo>
                <a:lnTo>
                  <a:pt x="189733" y="114494"/>
                </a:lnTo>
                <a:lnTo>
                  <a:pt x="189733" y="111223"/>
                </a:lnTo>
                <a:lnTo>
                  <a:pt x="186462" y="111223"/>
                </a:lnTo>
                <a:lnTo>
                  <a:pt x="186462" y="107952"/>
                </a:lnTo>
                <a:lnTo>
                  <a:pt x="183191" y="107952"/>
                </a:lnTo>
                <a:lnTo>
                  <a:pt x="183191" y="101409"/>
                </a:lnTo>
                <a:lnTo>
                  <a:pt x="179920" y="101409"/>
                </a:lnTo>
                <a:lnTo>
                  <a:pt x="179920" y="9159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isible source SEC-093 inset-1 region 531">
            <a:extLst xmlns:a="http://schemas.openxmlformats.org/drawingml/2006/main">
              <a:ext uri="{FF2B5EF4-FFF2-40B4-BE49-F238E27FC236}">
                <a16:creationId xmlns:a16="http://schemas.microsoft.com/office/drawing/2014/main" id="{C32C9895-79C2-4923-8781-730EAE60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958" y="2509224"/>
            <a:ext cx="202818" cy="52340"/>
          </a:xfrm>
          <a:custGeom xmlns:a="http://schemas.openxmlformats.org/drawingml/2006/main">
            <a:pathLst>
              <a:path w="202818" h="52340">
                <a:moveTo>
                  <a:pt x="107952" y="0"/>
                </a:move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40664" y="9814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0"/>
                </a:lnTo>
                <a:lnTo>
                  <a:pt x="189733" y="0"/>
                </a:lnTo>
                <a:lnTo>
                  <a:pt x="189733" y="3271"/>
                </a:lnTo>
                <a:lnTo>
                  <a:pt x="193005" y="3271"/>
                </a:lnTo>
                <a:lnTo>
                  <a:pt x="193005" y="6543"/>
                </a:lnTo>
                <a:lnTo>
                  <a:pt x="196276" y="6543"/>
                </a:lnTo>
                <a:lnTo>
                  <a:pt x="196276" y="9814"/>
                </a:lnTo>
                <a:lnTo>
                  <a:pt x="199547" y="9814"/>
                </a:lnTo>
                <a:lnTo>
                  <a:pt x="199547" y="13085"/>
                </a:lnTo>
                <a:lnTo>
                  <a:pt x="202818" y="13085"/>
                </a:lnTo>
                <a:lnTo>
                  <a:pt x="202818" y="29441"/>
                </a:lnTo>
                <a:lnTo>
                  <a:pt x="199547" y="29441"/>
                </a:lnTo>
                <a:lnTo>
                  <a:pt x="199547" y="32713"/>
                </a:lnTo>
                <a:lnTo>
                  <a:pt x="196276" y="32713"/>
                </a:lnTo>
                <a:lnTo>
                  <a:pt x="196276" y="35984"/>
                </a:lnTo>
                <a:lnTo>
                  <a:pt x="193005" y="35984"/>
                </a:lnTo>
                <a:lnTo>
                  <a:pt x="193005" y="39255"/>
                </a:lnTo>
                <a:lnTo>
                  <a:pt x="189733" y="39255"/>
                </a:lnTo>
                <a:lnTo>
                  <a:pt x="189733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57021" y="45798"/>
                </a:lnTo>
                <a:lnTo>
                  <a:pt x="157021" y="49069"/>
                </a:lnTo>
                <a:lnTo>
                  <a:pt x="153750" y="49069"/>
                </a:lnTo>
                <a:lnTo>
                  <a:pt x="153750" y="52340"/>
                </a:lnTo>
                <a:lnTo>
                  <a:pt x="101409" y="52340"/>
                </a:lnTo>
                <a:lnTo>
                  <a:pt x="101409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91595" y="45798"/>
                </a:lnTo>
                <a:lnTo>
                  <a:pt x="9159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07952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isible source SEC-093 inset-1 region 532">
            <a:extLst xmlns:a="http://schemas.openxmlformats.org/drawingml/2006/main">
              <a:ext uri="{FF2B5EF4-FFF2-40B4-BE49-F238E27FC236}">
                <a16:creationId xmlns:a16="http://schemas.microsoft.com/office/drawing/2014/main" id="{0B3019FA-6464-454C-9717-58EEA621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606" y="2407815"/>
            <a:ext cx="310770" cy="186462"/>
          </a:xfrm>
          <a:custGeom xmlns:a="http://schemas.openxmlformats.org/drawingml/2006/main">
            <a:pathLst>
              <a:path w="310770" h="186462">
                <a:moveTo>
                  <a:pt x="58883" y="140664"/>
                </a:moveTo>
                <a:lnTo>
                  <a:pt x="58883" y="137393"/>
                </a:lnTo>
                <a:lnTo>
                  <a:pt x="107952" y="137393"/>
                </a:lnTo>
                <a:lnTo>
                  <a:pt x="107952" y="140664"/>
                </a:lnTo>
                <a:lnTo>
                  <a:pt x="114494" y="140664"/>
                </a:lnTo>
                <a:lnTo>
                  <a:pt x="114494" y="137393"/>
                </a:lnTo>
                <a:lnTo>
                  <a:pt x="147207" y="137393"/>
                </a:lnTo>
                <a:lnTo>
                  <a:pt x="147207" y="130851"/>
                </a:lnTo>
                <a:lnTo>
                  <a:pt x="150478" y="130851"/>
                </a:lnTo>
                <a:lnTo>
                  <a:pt x="150478" y="127579"/>
                </a:lnTo>
                <a:lnTo>
                  <a:pt x="153750" y="127579"/>
                </a:lnTo>
                <a:lnTo>
                  <a:pt x="153750" y="124308"/>
                </a:lnTo>
                <a:lnTo>
                  <a:pt x="160292" y="124308"/>
                </a:lnTo>
                <a:lnTo>
                  <a:pt x="160292" y="121037"/>
                </a:lnTo>
                <a:lnTo>
                  <a:pt x="179920" y="121037"/>
                </a:lnTo>
                <a:lnTo>
                  <a:pt x="179920" y="117766"/>
                </a:lnTo>
                <a:lnTo>
                  <a:pt x="183191" y="117766"/>
                </a:lnTo>
                <a:lnTo>
                  <a:pt x="183191" y="111223"/>
                </a:lnTo>
                <a:lnTo>
                  <a:pt x="186462" y="111223"/>
                </a:lnTo>
                <a:lnTo>
                  <a:pt x="186462" y="107952"/>
                </a:lnTo>
                <a:lnTo>
                  <a:pt x="189733" y="107952"/>
                </a:lnTo>
                <a:lnTo>
                  <a:pt x="189733" y="104681"/>
                </a:lnTo>
                <a:lnTo>
                  <a:pt x="196276" y="104681"/>
                </a:lnTo>
                <a:lnTo>
                  <a:pt x="196276" y="101409"/>
                </a:lnTo>
                <a:lnTo>
                  <a:pt x="225717" y="101409"/>
                </a:lnTo>
                <a:lnTo>
                  <a:pt x="225717" y="98138"/>
                </a:lnTo>
                <a:lnTo>
                  <a:pt x="228989" y="98138"/>
                </a:lnTo>
                <a:lnTo>
                  <a:pt x="228989" y="91595"/>
                </a:lnTo>
                <a:lnTo>
                  <a:pt x="232260" y="91595"/>
                </a:lnTo>
                <a:lnTo>
                  <a:pt x="232260" y="85053"/>
                </a:lnTo>
                <a:lnTo>
                  <a:pt x="228989" y="85053"/>
                </a:lnTo>
                <a:lnTo>
                  <a:pt x="228989" y="75239"/>
                </a:lnTo>
                <a:lnTo>
                  <a:pt x="232260" y="75239"/>
                </a:lnTo>
                <a:lnTo>
                  <a:pt x="232260" y="68697"/>
                </a:lnTo>
                <a:lnTo>
                  <a:pt x="235531" y="68697"/>
                </a:lnTo>
                <a:lnTo>
                  <a:pt x="235531" y="65425"/>
                </a:lnTo>
                <a:lnTo>
                  <a:pt x="238802" y="65425"/>
                </a:lnTo>
                <a:lnTo>
                  <a:pt x="238802" y="62154"/>
                </a:lnTo>
                <a:lnTo>
                  <a:pt x="199547" y="62154"/>
                </a:lnTo>
                <a:lnTo>
                  <a:pt x="199547" y="58883"/>
                </a:lnTo>
                <a:lnTo>
                  <a:pt x="193005" y="58883"/>
                </a:lnTo>
                <a:lnTo>
                  <a:pt x="193005" y="62154"/>
                </a:lnTo>
                <a:lnTo>
                  <a:pt x="150478" y="62154"/>
                </a:lnTo>
                <a:lnTo>
                  <a:pt x="150478" y="58883"/>
                </a:lnTo>
                <a:lnTo>
                  <a:pt x="143936" y="58883"/>
                </a:lnTo>
                <a:lnTo>
                  <a:pt x="143936" y="55612"/>
                </a:lnTo>
                <a:lnTo>
                  <a:pt x="140664" y="55612"/>
                </a:lnTo>
                <a:lnTo>
                  <a:pt x="140664" y="52340"/>
                </a:lnTo>
                <a:lnTo>
                  <a:pt x="137393" y="52340"/>
                </a:lnTo>
                <a:lnTo>
                  <a:pt x="137393" y="45798"/>
                </a:lnTo>
                <a:lnTo>
                  <a:pt x="134122" y="45798"/>
                </a:lnTo>
                <a:lnTo>
                  <a:pt x="134122" y="42526"/>
                </a:lnTo>
                <a:lnTo>
                  <a:pt x="101409" y="42526"/>
                </a:lnTo>
                <a:lnTo>
                  <a:pt x="101409" y="39255"/>
                </a:lnTo>
                <a:lnTo>
                  <a:pt x="98138" y="39255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53750" y="0"/>
                </a:lnTo>
                <a:lnTo>
                  <a:pt x="153750" y="3271"/>
                </a:lnTo>
                <a:lnTo>
                  <a:pt x="160292" y="3271"/>
                </a:lnTo>
                <a:lnTo>
                  <a:pt x="160292" y="6543"/>
                </a:lnTo>
                <a:lnTo>
                  <a:pt x="163563" y="6543"/>
                </a:lnTo>
                <a:lnTo>
                  <a:pt x="163563" y="9814"/>
                </a:lnTo>
                <a:lnTo>
                  <a:pt x="166835" y="9814"/>
                </a:lnTo>
                <a:lnTo>
                  <a:pt x="166835" y="16356"/>
                </a:lnTo>
                <a:lnTo>
                  <a:pt x="170106" y="16356"/>
                </a:lnTo>
                <a:lnTo>
                  <a:pt x="170106" y="19628"/>
                </a:lnTo>
                <a:lnTo>
                  <a:pt x="196276" y="19628"/>
                </a:lnTo>
                <a:lnTo>
                  <a:pt x="196276" y="22899"/>
                </a:lnTo>
                <a:lnTo>
                  <a:pt x="199547" y="22899"/>
                </a:lnTo>
                <a:lnTo>
                  <a:pt x="199547" y="19628"/>
                </a:lnTo>
                <a:lnTo>
                  <a:pt x="248616" y="19628"/>
                </a:lnTo>
                <a:lnTo>
                  <a:pt x="248616" y="22899"/>
                </a:lnTo>
                <a:lnTo>
                  <a:pt x="255159" y="22899"/>
                </a:lnTo>
                <a:lnTo>
                  <a:pt x="255159" y="26170"/>
                </a:lnTo>
                <a:lnTo>
                  <a:pt x="258430" y="26170"/>
                </a:lnTo>
                <a:lnTo>
                  <a:pt x="258430" y="29441"/>
                </a:lnTo>
                <a:lnTo>
                  <a:pt x="261701" y="29441"/>
                </a:lnTo>
                <a:lnTo>
                  <a:pt x="261701" y="35984"/>
                </a:lnTo>
                <a:lnTo>
                  <a:pt x="264973" y="35984"/>
                </a:lnTo>
                <a:lnTo>
                  <a:pt x="264973" y="45798"/>
                </a:lnTo>
                <a:lnTo>
                  <a:pt x="261701" y="45798"/>
                </a:lnTo>
                <a:lnTo>
                  <a:pt x="261701" y="52340"/>
                </a:lnTo>
                <a:lnTo>
                  <a:pt x="258430" y="52340"/>
                </a:lnTo>
                <a:lnTo>
                  <a:pt x="258430" y="55612"/>
                </a:lnTo>
                <a:lnTo>
                  <a:pt x="255159" y="55612"/>
                </a:lnTo>
                <a:lnTo>
                  <a:pt x="255159" y="58883"/>
                </a:lnTo>
                <a:lnTo>
                  <a:pt x="294414" y="58883"/>
                </a:lnTo>
                <a:lnTo>
                  <a:pt x="294414" y="62154"/>
                </a:lnTo>
                <a:lnTo>
                  <a:pt x="300956" y="62154"/>
                </a:lnTo>
                <a:lnTo>
                  <a:pt x="300956" y="65425"/>
                </a:lnTo>
                <a:lnTo>
                  <a:pt x="304228" y="65425"/>
                </a:lnTo>
                <a:lnTo>
                  <a:pt x="304228" y="68697"/>
                </a:lnTo>
                <a:lnTo>
                  <a:pt x="307499" y="68697"/>
                </a:lnTo>
                <a:lnTo>
                  <a:pt x="307499" y="71968"/>
                </a:lnTo>
                <a:lnTo>
                  <a:pt x="310770" y="71968"/>
                </a:lnTo>
                <a:lnTo>
                  <a:pt x="310770" y="88324"/>
                </a:lnTo>
                <a:lnTo>
                  <a:pt x="307499" y="88324"/>
                </a:lnTo>
                <a:lnTo>
                  <a:pt x="307499" y="91595"/>
                </a:lnTo>
                <a:lnTo>
                  <a:pt x="304228" y="91595"/>
                </a:lnTo>
                <a:lnTo>
                  <a:pt x="304228" y="98138"/>
                </a:lnTo>
                <a:lnTo>
                  <a:pt x="307499" y="98138"/>
                </a:lnTo>
                <a:lnTo>
                  <a:pt x="307499" y="107952"/>
                </a:lnTo>
                <a:lnTo>
                  <a:pt x="304228" y="107952"/>
                </a:lnTo>
                <a:lnTo>
                  <a:pt x="304228" y="114494"/>
                </a:lnTo>
                <a:lnTo>
                  <a:pt x="300956" y="114494"/>
                </a:lnTo>
                <a:lnTo>
                  <a:pt x="300956" y="117766"/>
                </a:lnTo>
                <a:lnTo>
                  <a:pt x="297685" y="117766"/>
                </a:lnTo>
                <a:lnTo>
                  <a:pt x="297685" y="121037"/>
                </a:lnTo>
                <a:lnTo>
                  <a:pt x="291143" y="121037"/>
                </a:lnTo>
                <a:lnTo>
                  <a:pt x="291143" y="124308"/>
                </a:lnTo>
                <a:lnTo>
                  <a:pt x="261701" y="124308"/>
                </a:lnTo>
                <a:lnTo>
                  <a:pt x="261701" y="127579"/>
                </a:lnTo>
                <a:lnTo>
                  <a:pt x="258430" y="127579"/>
                </a:lnTo>
                <a:lnTo>
                  <a:pt x="258430" y="134122"/>
                </a:lnTo>
                <a:lnTo>
                  <a:pt x="255159" y="134122"/>
                </a:lnTo>
                <a:lnTo>
                  <a:pt x="255159" y="137393"/>
                </a:lnTo>
                <a:lnTo>
                  <a:pt x="251887" y="137393"/>
                </a:lnTo>
                <a:lnTo>
                  <a:pt x="251887" y="140664"/>
                </a:lnTo>
                <a:lnTo>
                  <a:pt x="245345" y="140664"/>
                </a:lnTo>
                <a:lnTo>
                  <a:pt x="245345" y="143936"/>
                </a:lnTo>
                <a:lnTo>
                  <a:pt x="219175" y="143936"/>
                </a:lnTo>
                <a:lnTo>
                  <a:pt x="219175" y="147207"/>
                </a:lnTo>
                <a:lnTo>
                  <a:pt x="215904" y="147207"/>
                </a:lnTo>
                <a:lnTo>
                  <a:pt x="215904" y="153750"/>
                </a:lnTo>
                <a:lnTo>
                  <a:pt x="212632" y="153750"/>
                </a:lnTo>
                <a:lnTo>
                  <a:pt x="212632" y="157021"/>
                </a:lnTo>
                <a:lnTo>
                  <a:pt x="209361" y="157021"/>
                </a:lnTo>
                <a:lnTo>
                  <a:pt x="209361" y="160292"/>
                </a:lnTo>
                <a:lnTo>
                  <a:pt x="202818" y="160292"/>
                </a:lnTo>
                <a:lnTo>
                  <a:pt x="202818" y="163563"/>
                </a:lnTo>
                <a:lnTo>
                  <a:pt x="186462" y="163563"/>
                </a:lnTo>
                <a:lnTo>
                  <a:pt x="186462" y="160292"/>
                </a:lnTo>
                <a:lnTo>
                  <a:pt x="183191" y="160292"/>
                </a:lnTo>
                <a:lnTo>
                  <a:pt x="183191" y="163563"/>
                </a:lnTo>
                <a:lnTo>
                  <a:pt x="173377" y="163563"/>
                </a:lnTo>
                <a:lnTo>
                  <a:pt x="173377" y="170106"/>
                </a:lnTo>
                <a:lnTo>
                  <a:pt x="170106" y="170106"/>
                </a:lnTo>
                <a:lnTo>
                  <a:pt x="170106" y="173377"/>
                </a:lnTo>
                <a:lnTo>
                  <a:pt x="166835" y="173377"/>
                </a:lnTo>
                <a:lnTo>
                  <a:pt x="166835" y="176648"/>
                </a:lnTo>
                <a:lnTo>
                  <a:pt x="160292" y="176648"/>
                </a:lnTo>
                <a:lnTo>
                  <a:pt x="160292" y="179920"/>
                </a:lnTo>
                <a:lnTo>
                  <a:pt x="114494" y="179920"/>
                </a:lnTo>
                <a:lnTo>
                  <a:pt x="114494" y="176648"/>
                </a:lnTo>
                <a:lnTo>
                  <a:pt x="107952" y="176648"/>
                </a:lnTo>
                <a:lnTo>
                  <a:pt x="107952" y="179920"/>
                </a:lnTo>
                <a:lnTo>
                  <a:pt x="75239" y="179920"/>
                </a:lnTo>
                <a:lnTo>
                  <a:pt x="75239" y="183191"/>
                </a:lnTo>
                <a:lnTo>
                  <a:pt x="71968" y="183191"/>
                </a:lnTo>
                <a:lnTo>
                  <a:pt x="71968" y="186462"/>
                </a:lnTo>
                <a:lnTo>
                  <a:pt x="13085" y="186462"/>
                </a:lnTo>
                <a:lnTo>
                  <a:pt x="13085" y="183191"/>
                </a:lnTo>
                <a:lnTo>
                  <a:pt x="9814" y="183191"/>
                </a:lnTo>
                <a:lnTo>
                  <a:pt x="9814" y="179920"/>
                </a:lnTo>
                <a:lnTo>
                  <a:pt x="6543" y="179920"/>
                </a:lnTo>
                <a:lnTo>
                  <a:pt x="6543" y="176648"/>
                </a:lnTo>
                <a:lnTo>
                  <a:pt x="3271" y="176648"/>
                </a:lnTo>
                <a:lnTo>
                  <a:pt x="3271" y="170106"/>
                </a:lnTo>
                <a:lnTo>
                  <a:pt x="0" y="170106"/>
                </a:lnTo>
                <a:lnTo>
                  <a:pt x="0" y="160292"/>
                </a:lnTo>
                <a:lnTo>
                  <a:pt x="3271" y="160292"/>
                </a:lnTo>
                <a:lnTo>
                  <a:pt x="3271" y="153750"/>
                </a:lnTo>
                <a:lnTo>
                  <a:pt x="6543" y="153750"/>
                </a:lnTo>
                <a:lnTo>
                  <a:pt x="6543" y="150478"/>
                </a:lnTo>
                <a:lnTo>
                  <a:pt x="9814" y="150478"/>
                </a:lnTo>
                <a:lnTo>
                  <a:pt x="9814" y="147207"/>
                </a:lnTo>
                <a:lnTo>
                  <a:pt x="16356" y="147207"/>
                </a:lnTo>
                <a:lnTo>
                  <a:pt x="16356" y="143936"/>
                </a:lnTo>
                <a:lnTo>
                  <a:pt x="52340" y="143936"/>
                </a:lnTo>
                <a:lnTo>
                  <a:pt x="52340" y="140664"/>
                </a:lnTo>
                <a:lnTo>
                  <a:pt x="58883" y="14066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isible source SEC-093 inset-1 region 533">
            <a:extLst xmlns:a="http://schemas.openxmlformats.org/drawingml/2006/main">
              <a:ext uri="{FF2B5EF4-FFF2-40B4-BE49-F238E27FC236}">
                <a16:creationId xmlns:a16="http://schemas.microsoft.com/office/drawing/2014/main" id="{B5D08645-28B1-428A-BEEC-C153585C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579" y="147223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isible source SEC-093 inset-1 region 534">
            <a:extLst xmlns:a="http://schemas.openxmlformats.org/drawingml/2006/main">
              <a:ext uri="{FF2B5EF4-FFF2-40B4-BE49-F238E27FC236}">
                <a16:creationId xmlns:a16="http://schemas.microsoft.com/office/drawing/2014/main" id="{1B345969-338E-475D-BA27-C4B48874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154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isible source SEC-093 inset-1 region 535">
            <a:extLst xmlns:a="http://schemas.openxmlformats.org/drawingml/2006/main">
              <a:ext uri="{FF2B5EF4-FFF2-40B4-BE49-F238E27FC236}">
                <a16:creationId xmlns:a16="http://schemas.microsoft.com/office/drawing/2014/main" id="{79667C9B-F29E-40FF-8158-57D3DD6E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053" y="1697950"/>
            <a:ext cx="58883" cy="42526"/>
          </a:xfrm>
          <a:custGeom xmlns:a="http://schemas.openxmlformats.org/drawingml/2006/main">
            <a:pathLst>
              <a:path w="58883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isible source SEC-093 inset-1 region 536">
            <a:extLst xmlns:a="http://schemas.openxmlformats.org/drawingml/2006/main">
              <a:ext uri="{FF2B5EF4-FFF2-40B4-BE49-F238E27FC236}">
                <a16:creationId xmlns:a16="http://schemas.microsoft.com/office/drawing/2014/main" id="{88BA4C58-6497-4757-A682-76345A3A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292" y="171103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isible source SEC-093 inset-1 region 537">
            <a:extLst xmlns:a="http://schemas.openxmlformats.org/drawingml/2006/main">
              <a:ext uri="{FF2B5EF4-FFF2-40B4-BE49-F238E27FC236}">
                <a16:creationId xmlns:a16="http://schemas.microsoft.com/office/drawing/2014/main" id="{BF38C813-CEF7-4C30-9F26-6EC7D13F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202" y="174701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isible source SEC-093 inset-1 region 538">
            <a:extLst xmlns:a="http://schemas.openxmlformats.org/drawingml/2006/main">
              <a:ext uri="{FF2B5EF4-FFF2-40B4-BE49-F238E27FC236}">
                <a16:creationId xmlns:a16="http://schemas.microsoft.com/office/drawing/2014/main" id="{98A76520-0945-4D00-809B-AF7799F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40" y="177973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isible source SEC-093 inset-1 region 539">
            <a:extLst xmlns:a="http://schemas.openxmlformats.org/drawingml/2006/main">
              <a:ext uri="{FF2B5EF4-FFF2-40B4-BE49-F238E27FC236}">
                <a16:creationId xmlns:a16="http://schemas.microsoft.com/office/drawing/2014/main" id="{61E04E33-5BC2-4384-9C5D-3675BFF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27" y="182225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isible source SEC-093 inset-1 region 540">
            <a:extLst xmlns:a="http://schemas.openxmlformats.org/drawingml/2006/main">
              <a:ext uri="{FF2B5EF4-FFF2-40B4-BE49-F238E27FC236}">
                <a16:creationId xmlns:a16="http://schemas.microsoft.com/office/drawing/2014/main" id="{ED34FAFB-6761-44AF-AE42-43B04403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40" y="1858242"/>
            <a:ext cx="65425" cy="42526"/>
          </a:xfrm>
          <a:custGeom xmlns:a="http://schemas.openxmlformats.org/drawingml/2006/main">
            <a:pathLst>
              <a:path w="65425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isible source SEC-093 inset-1 region 541">
            <a:extLst xmlns:a="http://schemas.openxmlformats.org/drawingml/2006/main">
              <a:ext uri="{FF2B5EF4-FFF2-40B4-BE49-F238E27FC236}">
                <a16:creationId xmlns:a16="http://schemas.microsoft.com/office/drawing/2014/main" id="{5346772E-2D4B-4E74-9767-C657E361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680" y="1871328"/>
            <a:ext cx="65425" cy="65425"/>
          </a:xfrm>
          <a:custGeom xmlns:a="http://schemas.openxmlformats.org/drawingml/2006/main">
            <a:pathLst>
              <a:path w="65425" h="65425">
                <a:moveTo>
                  <a:pt x="16356" y="22899"/>
                </a:moveTo>
                <a:lnTo>
                  <a:pt x="22899" y="22899"/>
                </a:lnTo>
                <a:lnTo>
                  <a:pt x="22899" y="16356"/>
                </a:lnTo>
                <a:lnTo>
                  <a:pt x="26170" y="16356"/>
                </a:lnTo>
                <a:lnTo>
                  <a:pt x="26170" y="9814"/>
                </a:lnTo>
                <a:lnTo>
                  <a:pt x="29441" y="9814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42526" y="42526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isible source SEC-093 inset-1 region 542">
            <a:extLst xmlns:a="http://schemas.openxmlformats.org/drawingml/2006/main">
              <a:ext uri="{FF2B5EF4-FFF2-40B4-BE49-F238E27FC236}">
                <a16:creationId xmlns:a16="http://schemas.microsoft.com/office/drawing/2014/main" id="{7C061D60-740F-4A73-92B8-3AF11A62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07" y="1920397"/>
            <a:ext cx="107952" cy="45798"/>
          </a:xfrm>
          <a:custGeom xmlns:a="http://schemas.openxmlformats.org/drawingml/2006/main">
            <a:pathLst>
              <a:path w="107952" h="45798">
                <a:moveTo>
                  <a:pt x="49069" y="3271"/>
                </a:move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3085"/>
                </a:lnTo>
                <a:lnTo>
                  <a:pt x="104681" y="13085"/>
                </a:lnTo>
                <a:lnTo>
                  <a:pt x="104681" y="19628"/>
                </a:lnTo>
                <a:lnTo>
                  <a:pt x="107952" y="19628"/>
                </a:lnTo>
                <a:lnTo>
                  <a:pt x="107952" y="29441"/>
                </a:lnTo>
                <a:lnTo>
                  <a:pt x="104681" y="29441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8138" y="39255"/>
                </a:lnTo>
                <a:lnTo>
                  <a:pt x="98138" y="42526"/>
                </a:lnTo>
                <a:lnTo>
                  <a:pt x="91595" y="42526"/>
                </a:lnTo>
                <a:lnTo>
                  <a:pt x="91595" y="45798"/>
                </a:lnTo>
                <a:lnTo>
                  <a:pt x="68697" y="45798"/>
                </a:lnTo>
                <a:lnTo>
                  <a:pt x="68697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isible source SEC-093 inset-1 region 543">
            <a:extLst xmlns:a="http://schemas.openxmlformats.org/drawingml/2006/main">
              <a:ext uri="{FF2B5EF4-FFF2-40B4-BE49-F238E27FC236}">
                <a16:creationId xmlns:a16="http://schemas.microsoft.com/office/drawing/2014/main" id="{767A7C88-139E-4716-A469-F846952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1" y="1923668"/>
            <a:ext cx="91595" cy="65425"/>
          </a:xfrm>
          <a:custGeom xmlns:a="http://schemas.openxmlformats.org/drawingml/2006/main">
            <a:pathLst>
              <a:path w="91595" h="65425">
                <a:moveTo>
                  <a:pt x="88324" y="16356"/>
                </a:moveTo>
                <a:lnTo>
                  <a:pt x="91595" y="16356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58883" y="42526"/>
                </a:lnTo>
                <a:lnTo>
                  <a:pt x="58883" y="49069"/>
                </a:lnTo>
                <a:lnTo>
                  <a:pt x="55612" y="49069"/>
                </a:lnTo>
                <a:lnTo>
                  <a:pt x="55612" y="55612"/>
                </a:lnTo>
                <a:lnTo>
                  <a:pt x="52340" y="55612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62154"/>
                </a:lnTo>
                <a:lnTo>
                  <a:pt x="42526" y="62154"/>
                </a:lnTo>
                <a:lnTo>
                  <a:pt x="42526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19628" y="22899"/>
                </a:lnTo>
                <a:lnTo>
                  <a:pt x="19628" y="16356"/>
                </a:lnTo>
                <a:lnTo>
                  <a:pt x="22899" y="16356"/>
                </a:lnTo>
                <a:lnTo>
                  <a:pt x="22899" y="9814"/>
                </a:lnTo>
                <a:lnTo>
                  <a:pt x="26170" y="9814"/>
                </a:ln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75239" y="0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isible source SEC-093 inset-1 region 544">
            <a:extLst xmlns:a="http://schemas.openxmlformats.org/drawingml/2006/main">
              <a:ext uri="{FF2B5EF4-FFF2-40B4-BE49-F238E27FC236}">
                <a16:creationId xmlns:a16="http://schemas.microsoft.com/office/drawing/2014/main" id="{76594C7D-88A0-4357-9EDE-79884911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850" y="1972737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isible source SEC-093 inset-1 region 545">
            <a:extLst xmlns:a="http://schemas.openxmlformats.org/drawingml/2006/main">
              <a:ext uri="{FF2B5EF4-FFF2-40B4-BE49-F238E27FC236}">
                <a16:creationId xmlns:a16="http://schemas.microsoft.com/office/drawing/2014/main" id="{298A6A53-54DE-44C6-BDCA-A04BDBF5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2016" y="1995636"/>
            <a:ext cx="153750" cy="71968"/>
          </a:xfrm>
          <a:custGeom xmlns:a="http://schemas.openxmlformats.org/drawingml/2006/main">
            <a:pathLst>
              <a:path w="153750" h="71968">
                <a:moveTo>
                  <a:pt x="88324" y="16356"/>
                </a:move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24308" y="0"/>
                </a:lnTo>
                <a:lnTo>
                  <a:pt x="124308" y="3271"/>
                </a:lnTo>
                <a:lnTo>
                  <a:pt x="127579" y="3271"/>
                </a:lnTo>
                <a:lnTo>
                  <a:pt x="127579" y="0"/>
                </a:lnTo>
                <a:lnTo>
                  <a:pt x="137393" y="0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9814"/>
                </a:lnTo>
                <a:lnTo>
                  <a:pt x="150478" y="9814"/>
                </a:lnTo>
                <a:lnTo>
                  <a:pt x="150478" y="16356"/>
                </a:lnTo>
                <a:lnTo>
                  <a:pt x="153750" y="16356"/>
                </a:lnTo>
                <a:lnTo>
                  <a:pt x="153750" y="26170"/>
                </a:lnTo>
                <a:lnTo>
                  <a:pt x="150478" y="26170"/>
                </a:lnTo>
                <a:lnTo>
                  <a:pt x="150478" y="32713"/>
                </a:lnTo>
                <a:lnTo>
                  <a:pt x="147207" y="32713"/>
                </a:lnTo>
                <a:lnTo>
                  <a:pt x="147207" y="35984"/>
                </a:lnTo>
                <a:lnTo>
                  <a:pt x="143936" y="35984"/>
                </a:lnTo>
                <a:lnTo>
                  <a:pt x="143936" y="39255"/>
                </a:lnTo>
                <a:lnTo>
                  <a:pt x="137393" y="39255"/>
                </a:lnTo>
                <a:lnTo>
                  <a:pt x="137393" y="42526"/>
                </a:lnTo>
                <a:lnTo>
                  <a:pt x="127579" y="42526"/>
                </a:lnTo>
                <a:lnTo>
                  <a:pt x="127579" y="39255"/>
                </a:lnTo>
                <a:lnTo>
                  <a:pt x="124308" y="39255"/>
                </a:lnTo>
                <a:lnTo>
                  <a:pt x="124308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55612"/>
                </a:lnTo>
                <a:lnTo>
                  <a:pt x="107952" y="55612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94867" y="68697"/>
                </a:lnTo>
                <a:lnTo>
                  <a:pt x="94867" y="71968"/>
                </a:lnTo>
                <a:lnTo>
                  <a:pt x="71968" y="71968"/>
                </a:lnTo>
                <a:lnTo>
                  <a:pt x="71968" y="68697"/>
                </a:lnTo>
                <a:lnTo>
                  <a:pt x="65425" y="68697"/>
                </a:lnTo>
                <a:lnTo>
                  <a:pt x="65425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39255" y="65425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32713" y="13085"/>
                </a:lnTo>
                <a:lnTo>
                  <a:pt x="32713" y="16356"/>
                </a:lnTo>
                <a:lnTo>
                  <a:pt x="39255" y="16356"/>
                </a:lnTo>
                <a:lnTo>
                  <a:pt x="39255" y="19628"/>
                </a:lnTo>
                <a:lnTo>
                  <a:pt x="42526" y="19628"/>
                </a:lnTo>
                <a:lnTo>
                  <a:pt x="42526" y="22899"/>
                </a:lnTo>
                <a:lnTo>
                  <a:pt x="45798" y="22899"/>
                </a:lnTo>
                <a:lnTo>
                  <a:pt x="45798" y="29441"/>
                </a:lnTo>
                <a:lnTo>
                  <a:pt x="65425" y="29441"/>
                </a:lnTo>
                <a:lnTo>
                  <a:pt x="65425" y="32713"/>
                </a:lnTo>
                <a:lnTo>
                  <a:pt x="75239" y="32713"/>
                </a:lnTo>
                <a:lnTo>
                  <a:pt x="75239" y="29441"/>
                </a:lnTo>
                <a:lnTo>
                  <a:pt x="91595" y="29441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isible source SEC-093 inset-1 region 546">
            <a:extLst xmlns:a="http://schemas.openxmlformats.org/drawingml/2006/main">
              <a:ext uri="{FF2B5EF4-FFF2-40B4-BE49-F238E27FC236}">
                <a16:creationId xmlns:a16="http://schemas.microsoft.com/office/drawing/2014/main" id="{A39DE4A2-BE8F-4B22-851D-0656D93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526" y="2067603"/>
            <a:ext cx="350025" cy="199547"/>
          </a:xfrm>
          <a:custGeom xmlns:a="http://schemas.openxmlformats.org/drawingml/2006/main">
            <a:pathLst>
              <a:path w="350025" h="199547">
                <a:moveTo>
                  <a:pt x="49069" y="9814"/>
                </a:moveTo>
                <a:lnTo>
                  <a:pt x="49069" y="13085"/>
                </a:lnTo>
                <a:lnTo>
                  <a:pt x="52340" y="13085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21037" y="35984"/>
                </a:lnTo>
                <a:lnTo>
                  <a:pt x="121037" y="42526"/>
                </a:lnTo>
                <a:lnTo>
                  <a:pt x="124308" y="42526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8883"/>
                </a:lnTo>
                <a:lnTo>
                  <a:pt x="117766" y="58883"/>
                </a:lnTo>
                <a:lnTo>
                  <a:pt x="117766" y="62154"/>
                </a:lnTo>
                <a:lnTo>
                  <a:pt x="121037" y="62154"/>
                </a:lnTo>
                <a:lnTo>
                  <a:pt x="121037" y="65425"/>
                </a:lnTo>
                <a:lnTo>
                  <a:pt x="130851" y="65425"/>
                </a:lnTo>
                <a:lnTo>
                  <a:pt x="130851" y="62154"/>
                </a:lnTo>
                <a:lnTo>
                  <a:pt x="140664" y="62154"/>
                </a:lnTo>
                <a:lnTo>
                  <a:pt x="140664" y="58883"/>
                </a:lnTo>
                <a:lnTo>
                  <a:pt x="147207" y="58883"/>
                </a:lnTo>
                <a:lnTo>
                  <a:pt x="147207" y="55612"/>
                </a:lnTo>
                <a:lnTo>
                  <a:pt x="183191" y="55612"/>
                </a:lnTo>
                <a:lnTo>
                  <a:pt x="183191" y="58883"/>
                </a:lnTo>
                <a:lnTo>
                  <a:pt x="189733" y="58883"/>
                </a:lnTo>
                <a:lnTo>
                  <a:pt x="189733" y="62154"/>
                </a:lnTo>
                <a:lnTo>
                  <a:pt x="193005" y="62154"/>
                </a:lnTo>
                <a:lnTo>
                  <a:pt x="193005" y="65425"/>
                </a:lnTo>
                <a:lnTo>
                  <a:pt x="202818" y="65425"/>
                </a:lnTo>
                <a:lnTo>
                  <a:pt x="202818" y="62154"/>
                </a:lnTo>
                <a:lnTo>
                  <a:pt x="215904" y="62154"/>
                </a:lnTo>
                <a:lnTo>
                  <a:pt x="215904" y="65425"/>
                </a:lnTo>
                <a:lnTo>
                  <a:pt x="222446" y="65425"/>
                </a:lnTo>
                <a:lnTo>
                  <a:pt x="222446" y="62154"/>
                </a:lnTo>
                <a:lnTo>
                  <a:pt x="238802" y="62154"/>
                </a:lnTo>
                <a:lnTo>
                  <a:pt x="238802" y="58883"/>
                </a:lnTo>
                <a:lnTo>
                  <a:pt x="242074" y="58883"/>
                </a:lnTo>
                <a:lnTo>
                  <a:pt x="242074" y="55612"/>
                </a:lnTo>
                <a:lnTo>
                  <a:pt x="245345" y="55612"/>
                </a:lnTo>
                <a:lnTo>
                  <a:pt x="245345" y="52340"/>
                </a:lnTo>
                <a:lnTo>
                  <a:pt x="251887" y="52340"/>
                </a:lnTo>
                <a:lnTo>
                  <a:pt x="251887" y="49069"/>
                </a:lnTo>
                <a:lnTo>
                  <a:pt x="268244" y="49069"/>
                </a:lnTo>
                <a:lnTo>
                  <a:pt x="268244" y="52340"/>
                </a:lnTo>
                <a:lnTo>
                  <a:pt x="274786" y="52340"/>
                </a:lnTo>
                <a:lnTo>
                  <a:pt x="274786" y="49069"/>
                </a:lnTo>
                <a:lnTo>
                  <a:pt x="287871" y="49069"/>
                </a:lnTo>
                <a:lnTo>
                  <a:pt x="287871" y="52340"/>
                </a:lnTo>
                <a:lnTo>
                  <a:pt x="294414" y="52340"/>
                </a:lnTo>
                <a:lnTo>
                  <a:pt x="294414" y="55612"/>
                </a:lnTo>
                <a:lnTo>
                  <a:pt x="297685" y="55612"/>
                </a:lnTo>
                <a:lnTo>
                  <a:pt x="297685" y="58883"/>
                </a:lnTo>
                <a:lnTo>
                  <a:pt x="300956" y="58883"/>
                </a:lnTo>
                <a:lnTo>
                  <a:pt x="300956" y="65425"/>
                </a:lnTo>
                <a:lnTo>
                  <a:pt x="304228" y="65425"/>
                </a:lnTo>
                <a:lnTo>
                  <a:pt x="304228" y="75239"/>
                </a:lnTo>
                <a:lnTo>
                  <a:pt x="300956" y="75239"/>
                </a:lnTo>
                <a:lnTo>
                  <a:pt x="300956" y="78510"/>
                </a:lnTo>
                <a:lnTo>
                  <a:pt x="333669" y="78510"/>
                </a:lnTo>
                <a:lnTo>
                  <a:pt x="333669" y="81782"/>
                </a:lnTo>
                <a:lnTo>
                  <a:pt x="340212" y="81782"/>
                </a:lnTo>
                <a:lnTo>
                  <a:pt x="340212" y="85053"/>
                </a:lnTo>
                <a:lnTo>
                  <a:pt x="343483" y="85053"/>
                </a:lnTo>
                <a:lnTo>
                  <a:pt x="343483" y="88324"/>
                </a:lnTo>
                <a:lnTo>
                  <a:pt x="346754" y="88324"/>
                </a:lnTo>
                <a:lnTo>
                  <a:pt x="346754" y="94867"/>
                </a:lnTo>
                <a:lnTo>
                  <a:pt x="350025" y="94867"/>
                </a:lnTo>
                <a:lnTo>
                  <a:pt x="350025" y="104681"/>
                </a:lnTo>
                <a:lnTo>
                  <a:pt x="346754" y="104681"/>
                </a:lnTo>
                <a:lnTo>
                  <a:pt x="346754" y="111223"/>
                </a:lnTo>
                <a:lnTo>
                  <a:pt x="343483" y="111223"/>
                </a:lnTo>
                <a:lnTo>
                  <a:pt x="343483" y="114494"/>
                </a:lnTo>
                <a:lnTo>
                  <a:pt x="340212" y="114494"/>
                </a:lnTo>
                <a:lnTo>
                  <a:pt x="340212" y="117766"/>
                </a:lnTo>
                <a:lnTo>
                  <a:pt x="333669" y="117766"/>
                </a:lnTo>
                <a:lnTo>
                  <a:pt x="333669" y="121037"/>
                </a:lnTo>
                <a:lnTo>
                  <a:pt x="304228" y="121037"/>
                </a:lnTo>
                <a:lnTo>
                  <a:pt x="304228" y="124308"/>
                </a:lnTo>
                <a:lnTo>
                  <a:pt x="300956" y="124308"/>
                </a:lnTo>
                <a:lnTo>
                  <a:pt x="300956" y="127579"/>
                </a:lnTo>
                <a:lnTo>
                  <a:pt x="294414" y="127579"/>
                </a:lnTo>
                <a:lnTo>
                  <a:pt x="294414" y="130851"/>
                </a:lnTo>
                <a:lnTo>
                  <a:pt x="255159" y="130851"/>
                </a:lnTo>
                <a:lnTo>
                  <a:pt x="255159" y="140664"/>
                </a:lnTo>
                <a:lnTo>
                  <a:pt x="251887" y="140664"/>
                </a:lnTo>
                <a:lnTo>
                  <a:pt x="251887" y="147207"/>
                </a:lnTo>
                <a:lnTo>
                  <a:pt x="248616" y="147207"/>
                </a:lnTo>
                <a:lnTo>
                  <a:pt x="248616" y="150478"/>
                </a:lnTo>
                <a:lnTo>
                  <a:pt x="245345" y="150478"/>
                </a:lnTo>
                <a:lnTo>
                  <a:pt x="245345" y="153750"/>
                </a:lnTo>
                <a:lnTo>
                  <a:pt x="238802" y="153750"/>
                </a:lnTo>
                <a:lnTo>
                  <a:pt x="238802" y="157021"/>
                </a:lnTo>
                <a:lnTo>
                  <a:pt x="199547" y="157021"/>
                </a:lnTo>
                <a:lnTo>
                  <a:pt x="199547" y="160292"/>
                </a:lnTo>
                <a:lnTo>
                  <a:pt x="206090" y="160292"/>
                </a:lnTo>
                <a:lnTo>
                  <a:pt x="206090" y="163563"/>
                </a:lnTo>
                <a:lnTo>
                  <a:pt x="209361" y="163563"/>
                </a:lnTo>
                <a:lnTo>
                  <a:pt x="209361" y="166835"/>
                </a:lnTo>
                <a:lnTo>
                  <a:pt x="212632" y="166835"/>
                </a:lnTo>
                <a:lnTo>
                  <a:pt x="212632" y="170106"/>
                </a:lnTo>
                <a:lnTo>
                  <a:pt x="215904" y="170106"/>
                </a:lnTo>
                <a:lnTo>
                  <a:pt x="215904" y="186462"/>
                </a:lnTo>
                <a:lnTo>
                  <a:pt x="212632" y="186462"/>
                </a:lnTo>
                <a:lnTo>
                  <a:pt x="212632" y="189733"/>
                </a:lnTo>
                <a:lnTo>
                  <a:pt x="209361" y="189733"/>
                </a:lnTo>
                <a:lnTo>
                  <a:pt x="209361" y="193005"/>
                </a:lnTo>
                <a:lnTo>
                  <a:pt x="206090" y="193005"/>
                </a:lnTo>
                <a:lnTo>
                  <a:pt x="206090" y="196276"/>
                </a:lnTo>
                <a:lnTo>
                  <a:pt x="202818" y="196276"/>
                </a:lnTo>
                <a:lnTo>
                  <a:pt x="202818" y="199547"/>
                </a:lnTo>
                <a:lnTo>
                  <a:pt x="157021" y="199547"/>
                </a:lnTo>
                <a:lnTo>
                  <a:pt x="157021" y="196276"/>
                </a:lnTo>
                <a:lnTo>
                  <a:pt x="150478" y="196276"/>
                </a:lnTo>
                <a:lnTo>
                  <a:pt x="150478" y="193005"/>
                </a:lnTo>
                <a:lnTo>
                  <a:pt x="147207" y="193005"/>
                </a:lnTo>
                <a:lnTo>
                  <a:pt x="147207" y="189733"/>
                </a:lnTo>
                <a:lnTo>
                  <a:pt x="143936" y="189733"/>
                </a:lnTo>
                <a:lnTo>
                  <a:pt x="143936" y="183191"/>
                </a:lnTo>
                <a:lnTo>
                  <a:pt x="140664" y="183191"/>
                </a:lnTo>
                <a:lnTo>
                  <a:pt x="140664" y="173377"/>
                </a:lnTo>
                <a:lnTo>
                  <a:pt x="143936" y="173377"/>
                </a:lnTo>
                <a:lnTo>
                  <a:pt x="143936" y="166835"/>
                </a:lnTo>
                <a:lnTo>
                  <a:pt x="147207" y="166835"/>
                </a:lnTo>
                <a:lnTo>
                  <a:pt x="147207" y="163563"/>
                </a:lnTo>
                <a:lnTo>
                  <a:pt x="150478" y="163563"/>
                </a:lnTo>
                <a:lnTo>
                  <a:pt x="150478" y="160292"/>
                </a:lnTo>
                <a:lnTo>
                  <a:pt x="157021" y="160292"/>
                </a:lnTo>
                <a:lnTo>
                  <a:pt x="157021" y="157021"/>
                </a:lnTo>
                <a:lnTo>
                  <a:pt x="196276" y="157021"/>
                </a:lnTo>
                <a:lnTo>
                  <a:pt x="196276" y="153750"/>
                </a:lnTo>
                <a:lnTo>
                  <a:pt x="189733" y="153750"/>
                </a:lnTo>
                <a:lnTo>
                  <a:pt x="189733" y="150478"/>
                </a:lnTo>
                <a:lnTo>
                  <a:pt x="186462" y="150478"/>
                </a:lnTo>
                <a:lnTo>
                  <a:pt x="186462" y="147207"/>
                </a:lnTo>
                <a:lnTo>
                  <a:pt x="183191" y="147207"/>
                </a:lnTo>
                <a:lnTo>
                  <a:pt x="183191" y="140664"/>
                </a:lnTo>
                <a:lnTo>
                  <a:pt x="179920" y="140664"/>
                </a:lnTo>
                <a:lnTo>
                  <a:pt x="179920" y="130851"/>
                </a:lnTo>
                <a:lnTo>
                  <a:pt x="183191" y="130851"/>
                </a:lnTo>
                <a:lnTo>
                  <a:pt x="183191" y="124308"/>
                </a:lnTo>
                <a:lnTo>
                  <a:pt x="186462" y="124308"/>
                </a:lnTo>
                <a:lnTo>
                  <a:pt x="186462" y="121037"/>
                </a:lnTo>
                <a:lnTo>
                  <a:pt x="189733" y="121037"/>
                </a:lnTo>
                <a:lnTo>
                  <a:pt x="189733" y="117766"/>
                </a:lnTo>
                <a:lnTo>
                  <a:pt x="196276" y="117766"/>
                </a:lnTo>
                <a:lnTo>
                  <a:pt x="196276" y="114494"/>
                </a:lnTo>
                <a:lnTo>
                  <a:pt x="228989" y="114494"/>
                </a:lnTo>
                <a:lnTo>
                  <a:pt x="228989" y="104681"/>
                </a:lnTo>
                <a:lnTo>
                  <a:pt x="222446" y="104681"/>
                </a:lnTo>
                <a:lnTo>
                  <a:pt x="222446" y="101409"/>
                </a:lnTo>
                <a:lnTo>
                  <a:pt x="215904" y="101409"/>
                </a:lnTo>
                <a:lnTo>
                  <a:pt x="215904" y="104681"/>
                </a:lnTo>
                <a:lnTo>
                  <a:pt x="199547" y="104681"/>
                </a:lnTo>
                <a:lnTo>
                  <a:pt x="199547" y="101409"/>
                </a:lnTo>
                <a:lnTo>
                  <a:pt x="196276" y="101409"/>
                </a:lnTo>
                <a:lnTo>
                  <a:pt x="196276" y="98138"/>
                </a:lnTo>
                <a:lnTo>
                  <a:pt x="193005" y="98138"/>
                </a:lnTo>
                <a:lnTo>
                  <a:pt x="193005" y="94867"/>
                </a:lnTo>
                <a:lnTo>
                  <a:pt x="183191" y="94867"/>
                </a:lnTo>
                <a:lnTo>
                  <a:pt x="183191" y="98138"/>
                </a:lnTo>
                <a:lnTo>
                  <a:pt x="163563" y="98138"/>
                </a:lnTo>
                <a:lnTo>
                  <a:pt x="163563" y="101409"/>
                </a:lnTo>
                <a:lnTo>
                  <a:pt x="157021" y="101409"/>
                </a:lnTo>
                <a:lnTo>
                  <a:pt x="157021" y="104681"/>
                </a:lnTo>
                <a:lnTo>
                  <a:pt x="130851" y="104681"/>
                </a:lnTo>
                <a:lnTo>
                  <a:pt x="130851" y="101409"/>
                </a:lnTo>
                <a:lnTo>
                  <a:pt x="121037" y="101409"/>
                </a:lnTo>
                <a:lnTo>
                  <a:pt x="121037" y="104681"/>
                </a:lnTo>
                <a:lnTo>
                  <a:pt x="111223" y="104681"/>
                </a:lnTo>
                <a:lnTo>
                  <a:pt x="111223" y="101409"/>
                </a:lnTo>
                <a:lnTo>
                  <a:pt x="104681" y="101409"/>
                </a:lnTo>
                <a:lnTo>
                  <a:pt x="104681" y="98138"/>
                </a:lnTo>
                <a:lnTo>
                  <a:pt x="101409" y="98138"/>
                </a:lnTo>
                <a:lnTo>
                  <a:pt x="101409" y="94867"/>
                </a:lnTo>
                <a:lnTo>
                  <a:pt x="98138" y="94867"/>
                </a:lnTo>
                <a:lnTo>
                  <a:pt x="98138" y="88324"/>
                </a:lnTo>
                <a:lnTo>
                  <a:pt x="94867" y="88324"/>
                </a:lnTo>
                <a:lnTo>
                  <a:pt x="94867" y="78510"/>
                </a:lnTo>
                <a:lnTo>
                  <a:pt x="98138" y="78510"/>
                </a:lnTo>
                <a:lnTo>
                  <a:pt x="98138" y="71968"/>
                </a:lnTo>
                <a:lnTo>
                  <a:pt x="101409" y="71968"/>
                </a:lnTo>
                <a:lnTo>
                  <a:pt x="101409" y="68697"/>
                </a:lnTo>
                <a:lnTo>
                  <a:pt x="62154" y="68697"/>
                </a:lnTo>
                <a:lnTo>
                  <a:pt x="62154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32713" y="9814"/>
                </a:lnTo>
                <a:lnTo>
                  <a:pt x="32713" y="13085"/>
                </a:lnTo>
                <a:lnTo>
                  <a:pt x="39255" y="13085"/>
                </a:lnTo>
                <a:lnTo>
                  <a:pt x="39255" y="9814"/>
                </a:lnTo>
                <a:lnTo>
                  <a:pt x="49069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isible source SEC-093 inset-1 region 547">
            <a:extLst xmlns:a="http://schemas.openxmlformats.org/drawingml/2006/main">
              <a:ext uri="{FF2B5EF4-FFF2-40B4-BE49-F238E27FC236}">
                <a16:creationId xmlns:a16="http://schemas.microsoft.com/office/drawing/2014/main" id="{68128C6F-5EA9-4D49-BC58-9725BA71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850" y="2182098"/>
            <a:ext cx="81782" cy="42526"/>
          </a:xfrm>
          <a:custGeom xmlns:a="http://schemas.openxmlformats.org/drawingml/2006/main">
            <a:pathLst>
              <a:path w="8178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5798" y="0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isible source SEC-093 inset-1 region 548">
            <a:extLst xmlns:a="http://schemas.openxmlformats.org/drawingml/2006/main">
              <a:ext uri="{FF2B5EF4-FFF2-40B4-BE49-F238E27FC236}">
                <a16:creationId xmlns:a16="http://schemas.microsoft.com/office/drawing/2014/main" id="{FD5AAFB5-CAE6-46D5-A82D-AB0201D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202" y="2208268"/>
            <a:ext cx="163563" cy="58883"/>
          </a:xfrm>
          <a:custGeom xmlns:a="http://schemas.openxmlformats.org/drawingml/2006/main">
            <a:pathLst>
              <a:path w="163563" h="58883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19628"/>
                </a:lnTo>
                <a:lnTo>
                  <a:pt x="85053" y="19628"/>
                </a:lnTo>
                <a:lnTo>
                  <a:pt x="85053" y="16356"/>
                </a:lnTo>
                <a:lnTo>
                  <a:pt x="91595" y="16356"/>
                </a:lnTo>
                <a:lnTo>
                  <a:pt x="91595" y="13085"/>
                </a:lnTo>
                <a:lnTo>
                  <a:pt x="94867" y="13085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47207" y="3271"/>
                </a:lnTo>
                <a:lnTo>
                  <a:pt x="147207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13085"/>
                </a:lnTo>
                <a:lnTo>
                  <a:pt x="160292" y="13085"/>
                </a:lnTo>
                <a:lnTo>
                  <a:pt x="160292" y="19628"/>
                </a:lnTo>
                <a:lnTo>
                  <a:pt x="163563" y="19628"/>
                </a:lnTo>
                <a:lnTo>
                  <a:pt x="163563" y="29441"/>
                </a:lnTo>
                <a:lnTo>
                  <a:pt x="160292" y="29441"/>
                </a:lnTo>
                <a:lnTo>
                  <a:pt x="160292" y="35984"/>
                </a:lnTo>
                <a:lnTo>
                  <a:pt x="157021" y="35984"/>
                </a:lnTo>
                <a:lnTo>
                  <a:pt x="157021" y="39255"/>
                </a:lnTo>
                <a:lnTo>
                  <a:pt x="153750" y="39255"/>
                </a:lnTo>
                <a:lnTo>
                  <a:pt x="153750" y="42526"/>
                </a:lnTo>
                <a:lnTo>
                  <a:pt x="147207" y="42526"/>
                </a:lnTo>
                <a:lnTo>
                  <a:pt x="147207" y="45798"/>
                </a:lnTo>
                <a:lnTo>
                  <a:pt x="124308" y="45798"/>
                </a:lnTo>
                <a:lnTo>
                  <a:pt x="124308" y="49069"/>
                </a:lnTo>
                <a:lnTo>
                  <a:pt x="121037" y="49069"/>
                </a:lnTo>
                <a:lnTo>
                  <a:pt x="121037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14494" y="55612"/>
                </a:lnTo>
                <a:lnTo>
                  <a:pt x="114494" y="58883"/>
                </a:lnTo>
                <a:lnTo>
                  <a:pt x="85053" y="58883"/>
                </a:lnTo>
                <a:lnTo>
                  <a:pt x="85053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62154" y="58883"/>
                </a:lnTo>
                <a:lnTo>
                  <a:pt x="62154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isible source SEC-093 inset-1 region 549">
            <a:extLst xmlns:a="http://schemas.openxmlformats.org/drawingml/2006/main">
              <a:ext uri="{FF2B5EF4-FFF2-40B4-BE49-F238E27FC236}">
                <a16:creationId xmlns:a16="http://schemas.microsoft.com/office/drawing/2014/main" id="{E37D570C-8516-46A7-85A0-E1711EAA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133" y="2296592"/>
            <a:ext cx="88324" cy="42526"/>
          </a:xfrm>
          <a:custGeom xmlns:a="http://schemas.openxmlformats.org/drawingml/2006/main">
            <a:pathLst>
              <a:path w="88324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isible source SEC-093 inset-1 region 550">
            <a:extLst xmlns:a="http://schemas.openxmlformats.org/drawingml/2006/main">
              <a:ext uri="{FF2B5EF4-FFF2-40B4-BE49-F238E27FC236}">
                <a16:creationId xmlns:a16="http://schemas.microsoft.com/office/drawing/2014/main" id="{98FCAB16-0AC6-4B6D-8643-6DE359A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122" y="2260608"/>
            <a:ext cx="399094" cy="209361"/>
          </a:xfrm>
          <a:custGeom xmlns:a="http://schemas.openxmlformats.org/drawingml/2006/main">
            <a:pathLst>
              <a:path w="399094" h="209361">
                <a:moveTo>
                  <a:pt x="16356" y="124308"/>
                </a:moveTo>
                <a:lnTo>
                  <a:pt x="16356" y="121037"/>
                </a:lnTo>
                <a:lnTo>
                  <a:pt x="9814" y="121037"/>
                </a:lnTo>
                <a:lnTo>
                  <a:pt x="9814" y="117766"/>
                </a:lnTo>
                <a:lnTo>
                  <a:pt x="6543" y="117766"/>
                </a:lnTo>
                <a:lnTo>
                  <a:pt x="6543" y="114494"/>
                </a:lnTo>
                <a:lnTo>
                  <a:pt x="3271" y="114494"/>
                </a:lnTo>
                <a:lnTo>
                  <a:pt x="3271" y="107952"/>
                </a:lnTo>
                <a:lnTo>
                  <a:pt x="0" y="107952"/>
                </a:lnTo>
                <a:lnTo>
                  <a:pt x="0" y="98138"/>
                </a:lnTo>
                <a:lnTo>
                  <a:pt x="3271" y="98138"/>
                </a:lnTo>
                <a:lnTo>
                  <a:pt x="3271" y="91595"/>
                </a:lnTo>
                <a:lnTo>
                  <a:pt x="6543" y="91595"/>
                </a:lnTo>
                <a:lnTo>
                  <a:pt x="6543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55612" y="81782"/>
                </a:lnTo>
                <a:lnTo>
                  <a:pt x="55612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68697" y="68697"/>
                </a:lnTo>
                <a:lnTo>
                  <a:pt x="68697" y="65425"/>
                </a:lnTo>
                <a:lnTo>
                  <a:pt x="85053" y="65425"/>
                </a:lnTo>
                <a:lnTo>
                  <a:pt x="85053" y="68697"/>
                </a:lnTo>
                <a:lnTo>
                  <a:pt x="88324" y="68697"/>
                </a:lnTo>
                <a:lnTo>
                  <a:pt x="88324" y="65425"/>
                </a:lnTo>
                <a:lnTo>
                  <a:pt x="107952" y="65425"/>
                </a:lnTo>
                <a:lnTo>
                  <a:pt x="107952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21037" y="75239"/>
                </a:lnTo>
                <a:lnTo>
                  <a:pt x="121037" y="81782"/>
                </a:lnTo>
                <a:lnTo>
                  <a:pt x="140664" y="81782"/>
                </a:lnTo>
                <a:lnTo>
                  <a:pt x="140664" y="78510"/>
                </a:lnTo>
                <a:lnTo>
                  <a:pt x="147207" y="78510"/>
                </a:lnTo>
                <a:lnTo>
                  <a:pt x="147207" y="75239"/>
                </a:lnTo>
                <a:lnTo>
                  <a:pt x="189733" y="75239"/>
                </a:lnTo>
                <a:lnTo>
                  <a:pt x="189733" y="78510"/>
                </a:lnTo>
                <a:lnTo>
                  <a:pt x="193005" y="78510"/>
                </a:lnTo>
                <a:lnTo>
                  <a:pt x="193005" y="81782"/>
                </a:lnTo>
                <a:lnTo>
                  <a:pt x="196276" y="81782"/>
                </a:lnTo>
                <a:lnTo>
                  <a:pt x="196276" y="85053"/>
                </a:lnTo>
                <a:lnTo>
                  <a:pt x="199547" y="85053"/>
                </a:lnTo>
                <a:lnTo>
                  <a:pt x="199547" y="88324"/>
                </a:lnTo>
                <a:lnTo>
                  <a:pt x="202818" y="88324"/>
                </a:lnTo>
                <a:lnTo>
                  <a:pt x="202818" y="85053"/>
                </a:lnTo>
                <a:lnTo>
                  <a:pt x="238802" y="85053"/>
                </a:lnTo>
                <a:lnTo>
                  <a:pt x="238802" y="81782"/>
                </a:lnTo>
                <a:lnTo>
                  <a:pt x="235531" y="81782"/>
                </a:lnTo>
                <a:lnTo>
                  <a:pt x="235531" y="78510"/>
                </a:lnTo>
                <a:lnTo>
                  <a:pt x="232260" y="78510"/>
                </a:lnTo>
                <a:lnTo>
                  <a:pt x="232260" y="75239"/>
                </a:lnTo>
                <a:lnTo>
                  <a:pt x="228989" y="75239"/>
                </a:lnTo>
                <a:lnTo>
                  <a:pt x="228989" y="68697"/>
                </a:lnTo>
                <a:lnTo>
                  <a:pt x="225717" y="68697"/>
                </a:lnTo>
                <a:lnTo>
                  <a:pt x="225717" y="58883"/>
                </a:lnTo>
                <a:lnTo>
                  <a:pt x="228989" y="58883"/>
                </a:lnTo>
                <a:lnTo>
                  <a:pt x="228989" y="52340"/>
                </a:lnTo>
                <a:lnTo>
                  <a:pt x="232260" y="52340"/>
                </a:lnTo>
                <a:lnTo>
                  <a:pt x="232260" y="49069"/>
                </a:lnTo>
                <a:lnTo>
                  <a:pt x="235531" y="49069"/>
                </a:lnTo>
                <a:lnTo>
                  <a:pt x="235531" y="45798"/>
                </a:lnTo>
                <a:lnTo>
                  <a:pt x="242074" y="45798"/>
                </a:lnTo>
                <a:lnTo>
                  <a:pt x="242074" y="42526"/>
                </a:lnTo>
                <a:lnTo>
                  <a:pt x="274786" y="42526"/>
                </a:lnTo>
                <a:lnTo>
                  <a:pt x="274786" y="39255"/>
                </a:lnTo>
                <a:lnTo>
                  <a:pt x="271515" y="39255"/>
                </a:lnTo>
                <a:lnTo>
                  <a:pt x="271515" y="32713"/>
                </a:lnTo>
                <a:lnTo>
                  <a:pt x="268244" y="32713"/>
                </a:lnTo>
                <a:lnTo>
                  <a:pt x="268244" y="22899"/>
                </a:lnTo>
                <a:lnTo>
                  <a:pt x="271515" y="22899"/>
                </a:lnTo>
                <a:lnTo>
                  <a:pt x="271515" y="16356"/>
                </a:lnTo>
                <a:lnTo>
                  <a:pt x="274786" y="16356"/>
                </a:lnTo>
                <a:lnTo>
                  <a:pt x="274786" y="13085"/>
                </a:lnTo>
                <a:lnTo>
                  <a:pt x="278058" y="13085"/>
                </a:lnTo>
                <a:lnTo>
                  <a:pt x="278058" y="9814"/>
                </a:lnTo>
                <a:lnTo>
                  <a:pt x="284600" y="9814"/>
                </a:lnTo>
                <a:lnTo>
                  <a:pt x="284600" y="6543"/>
                </a:lnTo>
                <a:lnTo>
                  <a:pt x="327127" y="6543"/>
                </a:lnTo>
                <a:lnTo>
                  <a:pt x="327127" y="3271"/>
                </a:lnTo>
                <a:lnTo>
                  <a:pt x="333669" y="3271"/>
                </a:lnTo>
                <a:lnTo>
                  <a:pt x="333669" y="0"/>
                </a:lnTo>
                <a:lnTo>
                  <a:pt x="356568" y="0"/>
                </a:lnTo>
                <a:lnTo>
                  <a:pt x="356568" y="3271"/>
                </a:lnTo>
                <a:lnTo>
                  <a:pt x="359839" y="3271"/>
                </a:lnTo>
                <a:lnTo>
                  <a:pt x="359839" y="0"/>
                </a:lnTo>
                <a:lnTo>
                  <a:pt x="382738" y="0"/>
                </a:lnTo>
                <a:lnTo>
                  <a:pt x="382738" y="3271"/>
                </a:lnTo>
                <a:lnTo>
                  <a:pt x="389281" y="3271"/>
                </a:lnTo>
                <a:lnTo>
                  <a:pt x="389281" y="6543"/>
                </a:lnTo>
                <a:lnTo>
                  <a:pt x="392552" y="6543"/>
                </a:lnTo>
                <a:lnTo>
                  <a:pt x="392552" y="9814"/>
                </a:lnTo>
                <a:lnTo>
                  <a:pt x="395823" y="9814"/>
                </a:lnTo>
                <a:lnTo>
                  <a:pt x="395823" y="16356"/>
                </a:lnTo>
                <a:lnTo>
                  <a:pt x="399094" y="16356"/>
                </a:lnTo>
                <a:lnTo>
                  <a:pt x="399094" y="26170"/>
                </a:lnTo>
                <a:lnTo>
                  <a:pt x="395823" y="26170"/>
                </a:lnTo>
                <a:lnTo>
                  <a:pt x="395823" y="39255"/>
                </a:lnTo>
                <a:lnTo>
                  <a:pt x="392552" y="39255"/>
                </a:lnTo>
                <a:lnTo>
                  <a:pt x="392552" y="45798"/>
                </a:lnTo>
                <a:lnTo>
                  <a:pt x="389281" y="45798"/>
                </a:lnTo>
                <a:lnTo>
                  <a:pt x="389281" y="49069"/>
                </a:lnTo>
                <a:lnTo>
                  <a:pt x="386009" y="49069"/>
                </a:lnTo>
                <a:lnTo>
                  <a:pt x="386009" y="52340"/>
                </a:lnTo>
                <a:lnTo>
                  <a:pt x="379467" y="52340"/>
                </a:lnTo>
                <a:lnTo>
                  <a:pt x="379467" y="55612"/>
                </a:lnTo>
                <a:lnTo>
                  <a:pt x="327127" y="55612"/>
                </a:lnTo>
                <a:lnTo>
                  <a:pt x="327127" y="52340"/>
                </a:lnTo>
                <a:lnTo>
                  <a:pt x="320584" y="52340"/>
                </a:lnTo>
                <a:lnTo>
                  <a:pt x="320584" y="49069"/>
                </a:lnTo>
                <a:lnTo>
                  <a:pt x="297685" y="49069"/>
                </a:lnTo>
                <a:lnTo>
                  <a:pt x="297685" y="52340"/>
                </a:lnTo>
                <a:lnTo>
                  <a:pt x="300956" y="52340"/>
                </a:lnTo>
                <a:lnTo>
                  <a:pt x="300956" y="58883"/>
                </a:lnTo>
                <a:lnTo>
                  <a:pt x="304228" y="58883"/>
                </a:lnTo>
                <a:lnTo>
                  <a:pt x="304228" y="68697"/>
                </a:lnTo>
                <a:lnTo>
                  <a:pt x="300956" y="68697"/>
                </a:lnTo>
                <a:lnTo>
                  <a:pt x="300956" y="75239"/>
                </a:lnTo>
                <a:lnTo>
                  <a:pt x="297685" y="75239"/>
                </a:lnTo>
                <a:lnTo>
                  <a:pt x="297685" y="78510"/>
                </a:lnTo>
                <a:lnTo>
                  <a:pt x="294414" y="78510"/>
                </a:lnTo>
                <a:lnTo>
                  <a:pt x="294414" y="81782"/>
                </a:lnTo>
                <a:lnTo>
                  <a:pt x="287871" y="81782"/>
                </a:lnTo>
                <a:lnTo>
                  <a:pt x="287871" y="85053"/>
                </a:lnTo>
                <a:lnTo>
                  <a:pt x="248616" y="85053"/>
                </a:lnTo>
                <a:lnTo>
                  <a:pt x="248616" y="88324"/>
                </a:lnTo>
                <a:lnTo>
                  <a:pt x="255159" y="88324"/>
                </a:lnTo>
                <a:lnTo>
                  <a:pt x="255159" y="91595"/>
                </a:lnTo>
                <a:lnTo>
                  <a:pt x="258430" y="91595"/>
                </a:lnTo>
                <a:lnTo>
                  <a:pt x="258430" y="94867"/>
                </a:lnTo>
                <a:lnTo>
                  <a:pt x="261701" y="94867"/>
                </a:lnTo>
                <a:lnTo>
                  <a:pt x="261701" y="101409"/>
                </a:lnTo>
                <a:lnTo>
                  <a:pt x="264973" y="101409"/>
                </a:lnTo>
                <a:lnTo>
                  <a:pt x="264973" y="111223"/>
                </a:lnTo>
                <a:lnTo>
                  <a:pt x="261701" y="111223"/>
                </a:lnTo>
                <a:lnTo>
                  <a:pt x="261701" y="117766"/>
                </a:lnTo>
                <a:lnTo>
                  <a:pt x="258430" y="117766"/>
                </a:lnTo>
                <a:lnTo>
                  <a:pt x="258430" y="121037"/>
                </a:lnTo>
                <a:lnTo>
                  <a:pt x="255159" y="121037"/>
                </a:lnTo>
                <a:lnTo>
                  <a:pt x="255159" y="124308"/>
                </a:lnTo>
                <a:lnTo>
                  <a:pt x="248616" y="124308"/>
                </a:lnTo>
                <a:lnTo>
                  <a:pt x="248616" y="127579"/>
                </a:lnTo>
                <a:lnTo>
                  <a:pt x="215904" y="127579"/>
                </a:lnTo>
                <a:lnTo>
                  <a:pt x="215904" y="134122"/>
                </a:lnTo>
                <a:lnTo>
                  <a:pt x="219175" y="134122"/>
                </a:lnTo>
                <a:lnTo>
                  <a:pt x="219175" y="143936"/>
                </a:lnTo>
                <a:lnTo>
                  <a:pt x="215904" y="143936"/>
                </a:lnTo>
                <a:lnTo>
                  <a:pt x="215904" y="147207"/>
                </a:lnTo>
                <a:lnTo>
                  <a:pt x="219175" y="147207"/>
                </a:lnTo>
                <a:lnTo>
                  <a:pt x="219175" y="150478"/>
                </a:lnTo>
                <a:lnTo>
                  <a:pt x="222446" y="150478"/>
                </a:lnTo>
                <a:lnTo>
                  <a:pt x="222446" y="147207"/>
                </a:lnTo>
                <a:lnTo>
                  <a:pt x="245345" y="147207"/>
                </a:lnTo>
                <a:lnTo>
                  <a:pt x="245345" y="150478"/>
                </a:lnTo>
                <a:lnTo>
                  <a:pt x="251887" y="150478"/>
                </a:lnTo>
                <a:lnTo>
                  <a:pt x="251887" y="153750"/>
                </a:lnTo>
                <a:lnTo>
                  <a:pt x="255159" y="153750"/>
                </a:lnTo>
                <a:lnTo>
                  <a:pt x="255159" y="157021"/>
                </a:lnTo>
                <a:lnTo>
                  <a:pt x="258430" y="157021"/>
                </a:lnTo>
                <a:lnTo>
                  <a:pt x="258430" y="163563"/>
                </a:lnTo>
                <a:lnTo>
                  <a:pt x="264973" y="163563"/>
                </a:lnTo>
                <a:lnTo>
                  <a:pt x="264973" y="160292"/>
                </a:lnTo>
                <a:lnTo>
                  <a:pt x="268244" y="160292"/>
                </a:lnTo>
                <a:lnTo>
                  <a:pt x="268244" y="153750"/>
                </a:lnTo>
                <a:lnTo>
                  <a:pt x="271515" y="153750"/>
                </a:lnTo>
                <a:lnTo>
                  <a:pt x="271515" y="150478"/>
                </a:lnTo>
                <a:lnTo>
                  <a:pt x="274786" y="150478"/>
                </a:lnTo>
                <a:lnTo>
                  <a:pt x="274786" y="147207"/>
                </a:lnTo>
                <a:lnTo>
                  <a:pt x="281329" y="147207"/>
                </a:lnTo>
                <a:lnTo>
                  <a:pt x="281329" y="143936"/>
                </a:lnTo>
                <a:lnTo>
                  <a:pt x="333669" y="143936"/>
                </a:lnTo>
                <a:lnTo>
                  <a:pt x="333669" y="147207"/>
                </a:lnTo>
                <a:lnTo>
                  <a:pt x="340212" y="147207"/>
                </a:lnTo>
                <a:lnTo>
                  <a:pt x="340212" y="150478"/>
                </a:lnTo>
                <a:lnTo>
                  <a:pt x="343483" y="150478"/>
                </a:lnTo>
                <a:lnTo>
                  <a:pt x="343483" y="153750"/>
                </a:lnTo>
                <a:lnTo>
                  <a:pt x="346754" y="153750"/>
                </a:lnTo>
                <a:lnTo>
                  <a:pt x="346754" y="157021"/>
                </a:lnTo>
                <a:lnTo>
                  <a:pt x="350025" y="157021"/>
                </a:lnTo>
                <a:lnTo>
                  <a:pt x="350025" y="173377"/>
                </a:lnTo>
                <a:lnTo>
                  <a:pt x="346754" y="173377"/>
                </a:lnTo>
                <a:lnTo>
                  <a:pt x="346754" y="176648"/>
                </a:lnTo>
                <a:lnTo>
                  <a:pt x="343483" y="176648"/>
                </a:lnTo>
                <a:lnTo>
                  <a:pt x="343483" y="179920"/>
                </a:lnTo>
                <a:lnTo>
                  <a:pt x="340212" y="179920"/>
                </a:lnTo>
                <a:lnTo>
                  <a:pt x="340212" y="183191"/>
                </a:lnTo>
                <a:lnTo>
                  <a:pt x="336940" y="183191"/>
                </a:lnTo>
                <a:lnTo>
                  <a:pt x="336940" y="186462"/>
                </a:lnTo>
                <a:lnTo>
                  <a:pt x="307499" y="186462"/>
                </a:lnTo>
                <a:lnTo>
                  <a:pt x="307499" y="193005"/>
                </a:lnTo>
                <a:lnTo>
                  <a:pt x="304228" y="193005"/>
                </a:lnTo>
                <a:lnTo>
                  <a:pt x="304228" y="196276"/>
                </a:lnTo>
                <a:lnTo>
                  <a:pt x="300956" y="196276"/>
                </a:lnTo>
                <a:lnTo>
                  <a:pt x="300956" y="199547"/>
                </a:lnTo>
                <a:lnTo>
                  <a:pt x="297685" y="199547"/>
                </a:lnTo>
                <a:lnTo>
                  <a:pt x="297685" y="202818"/>
                </a:lnTo>
                <a:lnTo>
                  <a:pt x="291143" y="202818"/>
                </a:lnTo>
                <a:lnTo>
                  <a:pt x="291143" y="206090"/>
                </a:lnTo>
                <a:lnTo>
                  <a:pt x="245345" y="206090"/>
                </a:lnTo>
                <a:lnTo>
                  <a:pt x="245345" y="202818"/>
                </a:lnTo>
                <a:lnTo>
                  <a:pt x="238802" y="202818"/>
                </a:lnTo>
                <a:lnTo>
                  <a:pt x="238802" y="199547"/>
                </a:lnTo>
                <a:lnTo>
                  <a:pt x="235531" y="199547"/>
                </a:lnTo>
                <a:lnTo>
                  <a:pt x="235531" y="196276"/>
                </a:lnTo>
                <a:lnTo>
                  <a:pt x="232260" y="196276"/>
                </a:lnTo>
                <a:lnTo>
                  <a:pt x="232260" y="189733"/>
                </a:lnTo>
                <a:lnTo>
                  <a:pt x="225717" y="189733"/>
                </a:lnTo>
                <a:lnTo>
                  <a:pt x="225717" y="186462"/>
                </a:lnTo>
                <a:lnTo>
                  <a:pt x="219175" y="186462"/>
                </a:lnTo>
                <a:lnTo>
                  <a:pt x="219175" y="189733"/>
                </a:lnTo>
                <a:lnTo>
                  <a:pt x="193005" y="189733"/>
                </a:lnTo>
                <a:lnTo>
                  <a:pt x="193005" y="186462"/>
                </a:lnTo>
                <a:lnTo>
                  <a:pt x="186462" y="186462"/>
                </a:lnTo>
                <a:lnTo>
                  <a:pt x="186462" y="183191"/>
                </a:lnTo>
                <a:lnTo>
                  <a:pt x="183191" y="183191"/>
                </a:lnTo>
                <a:lnTo>
                  <a:pt x="183191" y="179920"/>
                </a:lnTo>
                <a:lnTo>
                  <a:pt x="179920" y="179920"/>
                </a:lnTo>
                <a:lnTo>
                  <a:pt x="179920" y="173377"/>
                </a:lnTo>
                <a:lnTo>
                  <a:pt x="176648" y="173377"/>
                </a:lnTo>
                <a:lnTo>
                  <a:pt x="176648" y="163563"/>
                </a:lnTo>
                <a:lnTo>
                  <a:pt x="179920" y="163563"/>
                </a:lnTo>
                <a:lnTo>
                  <a:pt x="179920" y="160292"/>
                </a:lnTo>
                <a:lnTo>
                  <a:pt x="170106" y="160292"/>
                </a:lnTo>
                <a:lnTo>
                  <a:pt x="170106" y="166835"/>
                </a:lnTo>
                <a:lnTo>
                  <a:pt x="166835" y="166835"/>
                </a:lnTo>
                <a:lnTo>
                  <a:pt x="166835" y="170106"/>
                </a:lnTo>
                <a:lnTo>
                  <a:pt x="163563" y="170106"/>
                </a:lnTo>
                <a:lnTo>
                  <a:pt x="163563" y="173377"/>
                </a:lnTo>
                <a:lnTo>
                  <a:pt x="157021" y="173377"/>
                </a:lnTo>
                <a:lnTo>
                  <a:pt x="157021" y="176648"/>
                </a:lnTo>
                <a:lnTo>
                  <a:pt x="124308" y="176648"/>
                </a:lnTo>
                <a:lnTo>
                  <a:pt x="124308" y="179920"/>
                </a:lnTo>
                <a:lnTo>
                  <a:pt x="127579" y="179920"/>
                </a:lnTo>
                <a:lnTo>
                  <a:pt x="127579" y="196276"/>
                </a:lnTo>
                <a:lnTo>
                  <a:pt x="124308" y="196276"/>
                </a:lnTo>
                <a:lnTo>
                  <a:pt x="124308" y="202818"/>
                </a:lnTo>
                <a:lnTo>
                  <a:pt x="121037" y="202818"/>
                </a:lnTo>
                <a:lnTo>
                  <a:pt x="121037" y="206090"/>
                </a:lnTo>
                <a:lnTo>
                  <a:pt x="114494" y="206090"/>
                </a:lnTo>
                <a:lnTo>
                  <a:pt x="114494" y="209361"/>
                </a:lnTo>
                <a:lnTo>
                  <a:pt x="58883" y="209361"/>
                </a:lnTo>
                <a:lnTo>
                  <a:pt x="58883" y="206090"/>
                </a:lnTo>
                <a:lnTo>
                  <a:pt x="52340" y="206090"/>
                </a:lnTo>
                <a:lnTo>
                  <a:pt x="52340" y="202818"/>
                </a:lnTo>
                <a:lnTo>
                  <a:pt x="49069" y="202818"/>
                </a:lnTo>
                <a:lnTo>
                  <a:pt x="49069" y="196276"/>
                </a:lnTo>
                <a:lnTo>
                  <a:pt x="45798" y="196276"/>
                </a:lnTo>
                <a:lnTo>
                  <a:pt x="45798" y="179920"/>
                </a:lnTo>
                <a:lnTo>
                  <a:pt x="49069" y="179920"/>
                </a:lnTo>
                <a:lnTo>
                  <a:pt x="49069" y="173377"/>
                </a:lnTo>
                <a:lnTo>
                  <a:pt x="45798" y="173377"/>
                </a:lnTo>
                <a:lnTo>
                  <a:pt x="45798" y="176648"/>
                </a:lnTo>
                <a:lnTo>
                  <a:pt x="32713" y="176648"/>
                </a:lnTo>
                <a:lnTo>
                  <a:pt x="32713" y="173377"/>
                </a:lnTo>
                <a:lnTo>
                  <a:pt x="29441" y="173377"/>
                </a:lnTo>
                <a:lnTo>
                  <a:pt x="29441" y="176648"/>
                </a:lnTo>
                <a:lnTo>
                  <a:pt x="16356" y="176648"/>
                </a:lnTo>
                <a:lnTo>
                  <a:pt x="16356" y="173377"/>
                </a:lnTo>
                <a:lnTo>
                  <a:pt x="9814" y="173377"/>
                </a:lnTo>
                <a:lnTo>
                  <a:pt x="9814" y="170106"/>
                </a:lnTo>
                <a:lnTo>
                  <a:pt x="6543" y="170106"/>
                </a:lnTo>
                <a:lnTo>
                  <a:pt x="6543" y="166835"/>
                </a:lnTo>
                <a:lnTo>
                  <a:pt x="3271" y="166835"/>
                </a:lnTo>
                <a:lnTo>
                  <a:pt x="3271" y="160292"/>
                </a:lnTo>
                <a:lnTo>
                  <a:pt x="0" y="160292"/>
                </a:lnTo>
                <a:lnTo>
                  <a:pt x="0" y="150478"/>
                </a:lnTo>
                <a:lnTo>
                  <a:pt x="3271" y="150478"/>
                </a:lnTo>
                <a:lnTo>
                  <a:pt x="3271" y="143936"/>
                </a:lnTo>
                <a:lnTo>
                  <a:pt x="6543" y="143936"/>
                </a:lnTo>
                <a:lnTo>
                  <a:pt x="6543" y="140664"/>
                </a:lnTo>
                <a:lnTo>
                  <a:pt x="9814" y="140664"/>
                </a:lnTo>
                <a:lnTo>
                  <a:pt x="9814" y="137393"/>
                </a:lnTo>
                <a:lnTo>
                  <a:pt x="16356" y="137393"/>
                </a:lnTo>
                <a:lnTo>
                  <a:pt x="16356" y="134122"/>
                </a:lnTo>
                <a:lnTo>
                  <a:pt x="49069" y="134122"/>
                </a:lnTo>
                <a:lnTo>
                  <a:pt x="49069" y="137393"/>
                </a:lnTo>
                <a:lnTo>
                  <a:pt x="55612" y="137393"/>
                </a:lnTo>
                <a:lnTo>
                  <a:pt x="55612" y="134122"/>
                </a:lnTo>
                <a:lnTo>
                  <a:pt x="65425" y="134122"/>
                </a:lnTo>
                <a:lnTo>
                  <a:pt x="65425" y="137393"/>
                </a:lnTo>
                <a:lnTo>
                  <a:pt x="71968" y="137393"/>
                </a:lnTo>
                <a:lnTo>
                  <a:pt x="71968" y="140664"/>
                </a:lnTo>
                <a:lnTo>
                  <a:pt x="75239" y="140664"/>
                </a:lnTo>
                <a:lnTo>
                  <a:pt x="75239" y="143936"/>
                </a:lnTo>
                <a:lnTo>
                  <a:pt x="78510" y="143936"/>
                </a:lnTo>
                <a:lnTo>
                  <a:pt x="78510" y="150478"/>
                </a:lnTo>
                <a:lnTo>
                  <a:pt x="81782" y="150478"/>
                </a:lnTo>
                <a:lnTo>
                  <a:pt x="81782" y="160292"/>
                </a:lnTo>
                <a:lnTo>
                  <a:pt x="78510" y="160292"/>
                </a:lnTo>
                <a:lnTo>
                  <a:pt x="78510" y="166835"/>
                </a:lnTo>
                <a:lnTo>
                  <a:pt x="91595" y="166835"/>
                </a:lnTo>
                <a:lnTo>
                  <a:pt x="91595" y="160292"/>
                </a:lnTo>
                <a:lnTo>
                  <a:pt x="88324" y="160292"/>
                </a:lnTo>
                <a:lnTo>
                  <a:pt x="88324" y="150478"/>
                </a:lnTo>
                <a:lnTo>
                  <a:pt x="91595" y="150478"/>
                </a:lnTo>
                <a:lnTo>
                  <a:pt x="91595" y="143936"/>
                </a:lnTo>
                <a:lnTo>
                  <a:pt x="94867" y="143936"/>
                </a:lnTo>
                <a:lnTo>
                  <a:pt x="94867" y="140664"/>
                </a:lnTo>
                <a:lnTo>
                  <a:pt x="98138" y="140664"/>
                </a:lnTo>
                <a:lnTo>
                  <a:pt x="98138" y="137393"/>
                </a:lnTo>
                <a:lnTo>
                  <a:pt x="104681" y="137393"/>
                </a:lnTo>
                <a:lnTo>
                  <a:pt x="104681" y="134122"/>
                </a:lnTo>
                <a:lnTo>
                  <a:pt x="137393" y="134122"/>
                </a:lnTo>
                <a:lnTo>
                  <a:pt x="137393" y="127579"/>
                </a:lnTo>
                <a:lnTo>
                  <a:pt x="140664" y="127579"/>
                </a:lnTo>
                <a:lnTo>
                  <a:pt x="140664" y="124308"/>
                </a:lnTo>
                <a:lnTo>
                  <a:pt x="101409" y="124308"/>
                </a:lnTo>
                <a:lnTo>
                  <a:pt x="101409" y="121037"/>
                </a:lnTo>
                <a:lnTo>
                  <a:pt x="98138" y="121037"/>
                </a:lnTo>
                <a:lnTo>
                  <a:pt x="98138" y="117766"/>
                </a:lnTo>
                <a:lnTo>
                  <a:pt x="94867" y="117766"/>
                </a:lnTo>
                <a:lnTo>
                  <a:pt x="94867" y="114494"/>
                </a:lnTo>
                <a:lnTo>
                  <a:pt x="91595" y="114494"/>
                </a:lnTo>
                <a:lnTo>
                  <a:pt x="91595" y="107952"/>
                </a:lnTo>
                <a:lnTo>
                  <a:pt x="88324" y="107952"/>
                </a:lnTo>
                <a:lnTo>
                  <a:pt x="88324" y="104681"/>
                </a:lnTo>
                <a:lnTo>
                  <a:pt x="85053" y="104681"/>
                </a:lnTo>
                <a:lnTo>
                  <a:pt x="85053" y="107952"/>
                </a:lnTo>
                <a:lnTo>
                  <a:pt x="81782" y="107952"/>
                </a:lnTo>
                <a:lnTo>
                  <a:pt x="81782" y="114494"/>
                </a:lnTo>
                <a:lnTo>
                  <a:pt x="78510" y="114494"/>
                </a:lnTo>
                <a:lnTo>
                  <a:pt x="78510" y="117766"/>
                </a:lnTo>
                <a:lnTo>
                  <a:pt x="75239" y="117766"/>
                </a:lnTo>
                <a:lnTo>
                  <a:pt x="75239" y="121037"/>
                </a:lnTo>
                <a:lnTo>
                  <a:pt x="68697" y="121037"/>
                </a:lnTo>
                <a:lnTo>
                  <a:pt x="68697" y="124308"/>
                </a:lnTo>
                <a:lnTo>
                  <a:pt x="16356" y="12430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isible source SEC-093 inset-1 region 551">
            <a:extLst xmlns:a="http://schemas.openxmlformats.org/drawingml/2006/main">
              <a:ext uri="{FF2B5EF4-FFF2-40B4-BE49-F238E27FC236}">
                <a16:creationId xmlns:a16="http://schemas.microsoft.com/office/drawing/2014/main" id="{DB7D2EE0-D177-4BC9-8459-BF909A1C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122" y="2466698"/>
            <a:ext cx="399094" cy="134122"/>
          </a:xfrm>
          <a:custGeom xmlns:a="http://schemas.openxmlformats.org/drawingml/2006/main">
            <a:pathLst>
              <a:path w="399094" h="134122">
                <a:moveTo>
                  <a:pt x="68697" y="127579"/>
                </a:moveTo>
                <a:lnTo>
                  <a:pt x="16356" y="127579"/>
                </a:lnTo>
                <a:lnTo>
                  <a:pt x="16356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0" y="111223"/>
                </a:lnTo>
                <a:lnTo>
                  <a:pt x="0" y="101409"/>
                </a:lnTo>
                <a:lnTo>
                  <a:pt x="3271" y="101409"/>
                </a:lnTo>
                <a:lnTo>
                  <a:pt x="3271" y="94867"/>
                </a:lnTo>
                <a:lnTo>
                  <a:pt x="6543" y="94867"/>
                </a:lnTo>
                <a:lnTo>
                  <a:pt x="6543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16356" y="88324"/>
                </a:lnTo>
                <a:lnTo>
                  <a:pt x="16356" y="85053"/>
                </a:lnTo>
                <a:lnTo>
                  <a:pt x="42526" y="85053"/>
                </a:lnTo>
                <a:lnTo>
                  <a:pt x="42526" y="78510"/>
                </a:lnTo>
                <a:lnTo>
                  <a:pt x="45798" y="78510"/>
                </a:lnTo>
                <a:lnTo>
                  <a:pt x="45798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17766" y="71968"/>
                </a:lnTo>
                <a:lnTo>
                  <a:pt x="117766" y="78510"/>
                </a:lnTo>
                <a:lnTo>
                  <a:pt x="121037" y="78510"/>
                </a:lnTo>
                <a:lnTo>
                  <a:pt x="121037" y="85053"/>
                </a:lnTo>
                <a:lnTo>
                  <a:pt x="153750" y="85053"/>
                </a:lnTo>
                <a:lnTo>
                  <a:pt x="153750" y="88324"/>
                </a:lnTo>
                <a:lnTo>
                  <a:pt x="160292" y="88324"/>
                </a:lnTo>
                <a:lnTo>
                  <a:pt x="160292" y="91595"/>
                </a:lnTo>
                <a:lnTo>
                  <a:pt x="176648" y="91595"/>
                </a:lnTo>
                <a:lnTo>
                  <a:pt x="176648" y="94867"/>
                </a:lnTo>
                <a:lnTo>
                  <a:pt x="179920" y="94867"/>
                </a:lnTo>
                <a:lnTo>
                  <a:pt x="179920" y="91595"/>
                </a:lnTo>
                <a:lnTo>
                  <a:pt x="183191" y="91595"/>
                </a:lnTo>
                <a:lnTo>
                  <a:pt x="183191" y="88324"/>
                </a:lnTo>
                <a:lnTo>
                  <a:pt x="186462" y="88324"/>
                </a:lnTo>
                <a:lnTo>
                  <a:pt x="186462" y="85053"/>
                </a:lnTo>
                <a:lnTo>
                  <a:pt x="189733" y="85053"/>
                </a:lnTo>
                <a:lnTo>
                  <a:pt x="189733" y="81782"/>
                </a:lnTo>
                <a:lnTo>
                  <a:pt x="196276" y="81782"/>
                </a:lnTo>
                <a:lnTo>
                  <a:pt x="196276" y="78510"/>
                </a:lnTo>
                <a:lnTo>
                  <a:pt x="222446" y="78510"/>
                </a:lnTo>
                <a:lnTo>
                  <a:pt x="222446" y="68697"/>
                </a:lnTo>
                <a:lnTo>
                  <a:pt x="225717" y="68697"/>
                </a:lnTo>
                <a:lnTo>
                  <a:pt x="225717" y="62154"/>
                </a:lnTo>
                <a:lnTo>
                  <a:pt x="228989" y="62154"/>
                </a:lnTo>
                <a:lnTo>
                  <a:pt x="228989" y="58883"/>
                </a:lnTo>
                <a:lnTo>
                  <a:pt x="232260" y="58883"/>
                </a:lnTo>
                <a:lnTo>
                  <a:pt x="232260" y="55612"/>
                </a:lnTo>
                <a:lnTo>
                  <a:pt x="238802" y="55612"/>
                </a:lnTo>
                <a:lnTo>
                  <a:pt x="238802" y="52340"/>
                </a:lnTo>
                <a:lnTo>
                  <a:pt x="278058" y="52340"/>
                </a:lnTo>
                <a:lnTo>
                  <a:pt x="278058" y="49069"/>
                </a:lnTo>
                <a:lnTo>
                  <a:pt x="281329" y="49069"/>
                </a:lnTo>
                <a:lnTo>
                  <a:pt x="281329" y="45798"/>
                </a:lnTo>
                <a:lnTo>
                  <a:pt x="287871" y="45798"/>
                </a:lnTo>
                <a:lnTo>
                  <a:pt x="287871" y="42526"/>
                </a:lnTo>
                <a:lnTo>
                  <a:pt x="317313" y="42526"/>
                </a:lnTo>
                <a:lnTo>
                  <a:pt x="317313" y="39255"/>
                </a:lnTo>
                <a:lnTo>
                  <a:pt x="314042" y="39255"/>
                </a:lnTo>
                <a:lnTo>
                  <a:pt x="314042" y="29441"/>
                </a:lnTo>
                <a:lnTo>
                  <a:pt x="317313" y="29441"/>
                </a:lnTo>
                <a:lnTo>
                  <a:pt x="317313" y="26170"/>
                </a:lnTo>
                <a:lnTo>
                  <a:pt x="314042" y="26170"/>
                </a:lnTo>
                <a:lnTo>
                  <a:pt x="314042" y="16356"/>
                </a:lnTo>
                <a:lnTo>
                  <a:pt x="317313" y="16356"/>
                </a:lnTo>
                <a:lnTo>
                  <a:pt x="317313" y="9814"/>
                </a:lnTo>
                <a:lnTo>
                  <a:pt x="320584" y="9814"/>
                </a:lnTo>
                <a:lnTo>
                  <a:pt x="320584" y="6543"/>
                </a:lnTo>
                <a:lnTo>
                  <a:pt x="323855" y="6543"/>
                </a:lnTo>
                <a:lnTo>
                  <a:pt x="323855" y="3271"/>
                </a:lnTo>
                <a:lnTo>
                  <a:pt x="330398" y="3271"/>
                </a:lnTo>
                <a:lnTo>
                  <a:pt x="330398" y="0"/>
                </a:lnTo>
                <a:lnTo>
                  <a:pt x="382738" y="0"/>
                </a:lnTo>
                <a:lnTo>
                  <a:pt x="382738" y="3271"/>
                </a:lnTo>
                <a:lnTo>
                  <a:pt x="389281" y="3271"/>
                </a:lnTo>
                <a:lnTo>
                  <a:pt x="389281" y="6543"/>
                </a:lnTo>
                <a:lnTo>
                  <a:pt x="392552" y="6543"/>
                </a:lnTo>
                <a:lnTo>
                  <a:pt x="392552" y="9814"/>
                </a:lnTo>
                <a:lnTo>
                  <a:pt x="395823" y="9814"/>
                </a:lnTo>
                <a:lnTo>
                  <a:pt x="395823" y="16356"/>
                </a:lnTo>
                <a:lnTo>
                  <a:pt x="399094" y="16356"/>
                </a:lnTo>
                <a:lnTo>
                  <a:pt x="399094" y="26170"/>
                </a:lnTo>
                <a:lnTo>
                  <a:pt x="395823" y="26170"/>
                </a:lnTo>
                <a:lnTo>
                  <a:pt x="395823" y="39255"/>
                </a:lnTo>
                <a:lnTo>
                  <a:pt x="392552" y="39255"/>
                </a:lnTo>
                <a:lnTo>
                  <a:pt x="392552" y="45798"/>
                </a:lnTo>
                <a:lnTo>
                  <a:pt x="389281" y="45798"/>
                </a:lnTo>
                <a:lnTo>
                  <a:pt x="389281" y="49069"/>
                </a:lnTo>
                <a:lnTo>
                  <a:pt x="386009" y="49069"/>
                </a:lnTo>
                <a:lnTo>
                  <a:pt x="386009" y="52340"/>
                </a:lnTo>
                <a:lnTo>
                  <a:pt x="379467" y="52340"/>
                </a:lnTo>
                <a:lnTo>
                  <a:pt x="379467" y="55612"/>
                </a:lnTo>
                <a:lnTo>
                  <a:pt x="346754" y="55612"/>
                </a:lnTo>
                <a:lnTo>
                  <a:pt x="346754" y="58883"/>
                </a:lnTo>
                <a:lnTo>
                  <a:pt x="350025" y="58883"/>
                </a:lnTo>
                <a:lnTo>
                  <a:pt x="350025" y="68697"/>
                </a:lnTo>
                <a:lnTo>
                  <a:pt x="346754" y="68697"/>
                </a:lnTo>
                <a:lnTo>
                  <a:pt x="346754" y="75239"/>
                </a:lnTo>
                <a:lnTo>
                  <a:pt x="343483" y="75239"/>
                </a:lnTo>
                <a:lnTo>
                  <a:pt x="343483" y="78510"/>
                </a:lnTo>
                <a:lnTo>
                  <a:pt x="340212" y="78510"/>
                </a:lnTo>
                <a:lnTo>
                  <a:pt x="340212" y="81782"/>
                </a:lnTo>
                <a:lnTo>
                  <a:pt x="333669" y="81782"/>
                </a:lnTo>
                <a:lnTo>
                  <a:pt x="333669" y="85053"/>
                </a:lnTo>
                <a:lnTo>
                  <a:pt x="300956" y="85053"/>
                </a:lnTo>
                <a:lnTo>
                  <a:pt x="300956" y="88324"/>
                </a:lnTo>
                <a:lnTo>
                  <a:pt x="297685" y="88324"/>
                </a:lnTo>
                <a:lnTo>
                  <a:pt x="297685" y="91595"/>
                </a:lnTo>
                <a:lnTo>
                  <a:pt x="291143" y="91595"/>
                </a:lnTo>
                <a:lnTo>
                  <a:pt x="291143" y="94867"/>
                </a:lnTo>
                <a:lnTo>
                  <a:pt x="261701" y="94867"/>
                </a:lnTo>
                <a:lnTo>
                  <a:pt x="261701" y="104681"/>
                </a:lnTo>
                <a:lnTo>
                  <a:pt x="258430" y="104681"/>
                </a:lnTo>
                <a:lnTo>
                  <a:pt x="258430" y="111223"/>
                </a:lnTo>
                <a:lnTo>
                  <a:pt x="255159" y="111223"/>
                </a:lnTo>
                <a:lnTo>
                  <a:pt x="255159" y="114494"/>
                </a:lnTo>
                <a:lnTo>
                  <a:pt x="251887" y="114494"/>
                </a:lnTo>
                <a:lnTo>
                  <a:pt x="251887" y="117766"/>
                </a:lnTo>
                <a:lnTo>
                  <a:pt x="245345" y="117766"/>
                </a:lnTo>
                <a:lnTo>
                  <a:pt x="245345" y="121037"/>
                </a:lnTo>
                <a:lnTo>
                  <a:pt x="212632" y="121037"/>
                </a:lnTo>
                <a:lnTo>
                  <a:pt x="212632" y="124308"/>
                </a:lnTo>
                <a:lnTo>
                  <a:pt x="209361" y="124308"/>
                </a:lnTo>
                <a:lnTo>
                  <a:pt x="209361" y="127579"/>
                </a:lnTo>
                <a:lnTo>
                  <a:pt x="206090" y="127579"/>
                </a:lnTo>
                <a:lnTo>
                  <a:pt x="206090" y="130851"/>
                </a:lnTo>
                <a:lnTo>
                  <a:pt x="199547" y="130851"/>
                </a:lnTo>
                <a:lnTo>
                  <a:pt x="199547" y="134122"/>
                </a:lnTo>
                <a:lnTo>
                  <a:pt x="179920" y="134122"/>
                </a:lnTo>
                <a:lnTo>
                  <a:pt x="179920" y="130851"/>
                </a:lnTo>
                <a:lnTo>
                  <a:pt x="173377" y="130851"/>
                </a:lnTo>
                <a:lnTo>
                  <a:pt x="173377" y="134122"/>
                </a:lnTo>
                <a:lnTo>
                  <a:pt x="150478" y="134122"/>
                </a:lnTo>
                <a:lnTo>
                  <a:pt x="150478" y="130851"/>
                </a:lnTo>
                <a:lnTo>
                  <a:pt x="143936" y="130851"/>
                </a:lnTo>
                <a:lnTo>
                  <a:pt x="143936" y="127579"/>
                </a:lnTo>
                <a:lnTo>
                  <a:pt x="104681" y="127579"/>
                </a:lnTo>
                <a:lnTo>
                  <a:pt x="104681" y="124308"/>
                </a:lnTo>
                <a:lnTo>
                  <a:pt x="98138" y="124308"/>
                </a:lnTo>
                <a:lnTo>
                  <a:pt x="98138" y="121037"/>
                </a:lnTo>
                <a:lnTo>
                  <a:pt x="94867" y="121037"/>
                </a:lnTo>
                <a:lnTo>
                  <a:pt x="94867" y="117766"/>
                </a:lnTo>
                <a:lnTo>
                  <a:pt x="91595" y="117766"/>
                </a:lnTo>
                <a:lnTo>
                  <a:pt x="91595" y="111223"/>
                </a:lnTo>
                <a:lnTo>
                  <a:pt x="88324" y="111223"/>
                </a:lnTo>
                <a:lnTo>
                  <a:pt x="88324" y="104681"/>
                </a:lnTo>
                <a:lnTo>
                  <a:pt x="81782" y="104681"/>
                </a:lnTo>
                <a:lnTo>
                  <a:pt x="81782" y="114494"/>
                </a:lnTo>
                <a:lnTo>
                  <a:pt x="78510" y="114494"/>
                </a:lnTo>
                <a:lnTo>
                  <a:pt x="78510" y="117766"/>
                </a:lnTo>
                <a:lnTo>
                  <a:pt x="75239" y="117766"/>
                </a:lnTo>
                <a:lnTo>
                  <a:pt x="75239" y="121037"/>
                </a:lnTo>
                <a:lnTo>
                  <a:pt x="71968" y="121037"/>
                </a:lnTo>
                <a:lnTo>
                  <a:pt x="71968" y="124308"/>
                </a:lnTo>
                <a:lnTo>
                  <a:pt x="68697" y="124308"/>
                </a:lnTo>
                <a:lnTo>
                  <a:pt x="68697" y="12757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isible source SEC-093 inset-1 region 552">
            <a:extLst xmlns:a="http://schemas.openxmlformats.org/drawingml/2006/main">
              <a:ext uri="{FF2B5EF4-FFF2-40B4-BE49-F238E27FC236}">
                <a16:creationId xmlns:a16="http://schemas.microsoft.com/office/drawing/2014/main" id="{F37A4BCC-CA9D-41E3-A266-7CB93B3B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041" y="160962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isible source SEC-093 inset-1 region 553">
            <a:extLst xmlns:a="http://schemas.openxmlformats.org/drawingml/2006/main">
              <a:ext uri="{FF2B5EF4-FFF2-40B4-BE49-F238E27FC236}">
                <a16:creationId xmlns:a16="http://schemas.microsoft.com/office/drawing/2014/main" id="{4A1D99EC-3BCF-48E5-BBE3-6BBE8F8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089" y="162271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isible source SEC-093 inset-1 region 554">
            <a:extLst xmlns:a="http://schemas.openxmlformats.org/drawingml/2006/main">
              <a:ext uri="{FF2B5EF4-FFF2-40B4-BE49-F238E27FC236}">
                <a16:creationId xmlns:a16="http://schemas.microsoft.com/office/drawing/2014/main" id="{10120F54-AC14-4C1E-BCF3-2A51FC9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839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isible source SEC-093 inset-1 region 555">
            <a:extLst xmlns:a="http://schemas.openxmlformats.org/drawingml/2006/main">
              <a:ext uri="{FF2B5EF4-FFF2-40B4-BE49-F238E27FC236}">
                <a16:creationId xmlns:a16="http://schemas.microsoft.com/office/drawing/2014/main" id="{82784461-D168-4948-9DE0-893AA8E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632" y="1675052"/>
            <a:ext cx="137393" cy="88324"/>
          </a:xfrm>
          <a:custGeom xmlns:a="http://schemas.openxmlformats.org/drawingml/2006/main">
            <a:pathLst>
              <a:path w="137393" h="88324">
                <a:moveTo>
                  <a:pt x="58883" y="9814"/>
                </a:move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26170"/>
                </a:lnTo>
                <a:lnTo>
                  <a:pt x="107952" y="26170"/>
                </a:lnTo>
                <a:lnTo>
                  <a:pt x="107952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45798"/>
                </a:lnTo>
                <a:lnTo>
                  <a:pt x="98138" y="45798"/>
                </a:lnTo>
                <a:lnTo>
                  <a:pt x="98138" y="49069"/>
                </a:lnTo>
                <a:lnTo>
                  <a:pt x="101409" y="49069"/>
                </a:lnTo>
                <a:lnTo>
                  <a:pt x="101409" y="45798"/>
                </a:lnTo>
                <a:lnTo>
                  <a:pt x="104681" y="45798"/>
                </a:lnTo>
                <a:lnTo>
                  <a:pt x="104681" y="42526"/>
                </a:lnTo>
                <a:lnTo>
                  <a:pt x="111223" y="42526"/>
                </a:lnTo>
                <a:lnTo>
                  <a:pt x="111223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27579" y="42526"/>
                </a:lnTo>
                <a:lnTo>
                  <a:pt x="127579" y="45798"/>
                </a:lnTo>
                <a:lnTo>
                  <a:pt x="130851" y="45798"/>
                </a:lnTo>
                <a:lnTo>
                  <a:pt x="130851" y="49069"/>
                </a:lnTo>
                <a:lnTo>
                  <a:pt x="134122" y="49069"/>
                </a:lnTo>
                <a:lnTo>
                  <a:pt x="134122" y="55612"/>
                </a:lnTo>
                <a:lnTo>
                  <a:pt x="137393" y="55612"/>
                </a:lnTo>
                <a:lnTo>
                  <a:pt x="137393" y="65425"/>
                </a:lnTo>
                <a:lnTo>
                  <a:pt x="134122" y="65425"/>
                </a:lnTo>
                <a:lnTo>
                  <a:pt x="134122" y="71968"/>
                </a:lnTo>
                <a:lnTo>
                  <a:pt x="130851" y="71968"/>
                </a:lnTo>
                <a:lnTo>
                  <a:pt x="130851" y="75239"/>
                </a:lnTo>
                <a:lnTo>
                  <a:pt x="127579" y="75239"/>
                </a:lnTo>
                <a:lnTo>
                  <a:pt x="127579" y="78510"/>
                </a:lnTo>
                <a:lnTo>
                  <a:pt x="121037" y="78510"/>
                </a:lnTo>
                <a:lnTo>
                  <a:pt x="121037" y="81782"/>
                </a:lnTo>
                <a:lnTo>
                  <a:pt x="111223" y="81782"/>
                </a:lnTo>
                <a:lnTo>
                  <a:pt x="111223" y="78510"/>
                </a:lnTo>
                <a:lnTo>
                  <a:pt x="104681" y="78510"/>
                </a:lnTo>
                <a:lnTo>
                  <a:pt x="104681" y="75239"/>
                </a:lnTo>
                <a:lnTo>
                  <a:pt x="101409" y="75239"/>
                </a:lnTo>
                <a:lnTo>
                  <a:pt x="101409" y="71968"/>
                </a:lnTo>
                <a:lnTo>
                  <a:pt x="98138" y="71968"/>
                </a:lnTo>
                <a:lnTo>
                  <a:pt x="98138" y="75239"/>
                </a:lnTo>
                <a:lnTo>
                  <a:pt x="94867" y="75239"/>
                </a:lnTo>
                <a:lnTo>
                  <a:pt x="94867" y="78510"/>
                </a:lnTo>
                <a:lnTo>
                  <a:pt x="88324" y="78510"/>
                </a:lnTo>
                <a:lnTo>
                  <a:pt x="88324" y="81782"/>
                </a:lnTo>
                <a:lnTo>
                  <a:pt x="78510" y="81782"/>
                </a:lnTo>
                <a:lnTo>
                  <a:pt x="78510" y="78510"/>
                </a:lnTo>
                <a:lnTo>
                  <a:pt x="71968" y="78510"/>
                </a:lnTo>
                <a:lnTo>
                  <a:pt x="71968" y="75239"/>
                </a:lnTo>
                <a:lnTo>
                  <a:pt x="65425" y="75239"/>
                </a:lnTo>
                <a:lnTo>
                  <a:pt x="65425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8697"/>
                </a:lnTo>
                <a:lnTo>
                  <a:pt x="42526" y="68697"/>
                </a:lnTo>
                <a:lnTo>
                  <a:pt x="42526" y="71968"/>
                </a:lnTo>
                <a:lnTo>
                  <a:pt x="39255" y="71968"/>
                </a:lnTo>
                <a:lnTo>
                  <a:pt x="39255" y="78510"/>
                </a:lnTo>
                <a:lnTo>
                  <a:pt x="35984" y="78510"/>
                </a:lnTo>
                <a:lnTo>
                  <a:pt x="35984" y="81782"/>
                </a:lnTo>
                <a:lnTo>
                  <a:pt x="32713" y="81782"/>
                </a:lnTo>
                <a:lnTo>
                  <a:pt x="32713" y="85053"/>
                </a:lnTo>
                <a:lnTo>
                  <a:pt x="26170" y="85053"/>
                </a:lnTo>
                <a:lnTo>
                  <a:pt x="26170" y="88324"/>
                </a:lnTo>
                <a:lnTo>
                  <a:pt x="16356" y="88324"/>
                </a:lnTo>
                <a:lnTo>
                  <a:pt x="16356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71968"/>
                </a:lnTo>
                <a:lnTo>
                  <a:pt x="0" y="71968"/>
                </a:lnTo>
                <a:lnTo>
                  <a:pt x="0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26170" y="45798"/>
                </a:lnTo>
                <a:lnTo>
                  <a:pt x="26170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35984" y="52340"/>
                </a:lnTo>
                <a:lnTo>
                  <a:pt x="35984" y="55612"/>
                </a:lnTo>
                <a:lnTo>
                  <a:pt x="39255" y="55612"/>
                </a:lnTo>
                <a:lnTo>
                  <a:pt x="39255" y="52340"/>
                </a:lnTo>
                <a:lnTo>
                  <a:pt x="42526" y="52340"/>
                </a:lnTo>
                <a:lnTo>
                  <a:pt x="42526" y="45798"/>
                </a:lnTo>
                <a:lnTo>
                  <a:pt x="45798" y="45798"/>
                </a:lnTo>
                <a:lnTo>
                  <a:pt x="45798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8883" y="35984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9814"/>
                </a:lnTo>
                <a:lnTo>
                  <a:pt x="5888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isible source SEC-093 inset-1 region 556">
            <a:extLst xmlns:a="http://schemas.openxmlformats.org/drawingml/2006/main">
              <a:ext uri="{FF2B5EF4-FFF2-40B4-BE49-F238E27FC236}">
                <a16:creationId xmlns:a16="http://schemas.microsoft.com/office/drawing/2014/main" id="{E75D38F2-9519-4E25-A6EB-A46FFC1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296" y="174701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isible source SEC-093 inset-1 region 557">
            <a:extLst xmlns:a="http://schemas.openxmlformats.org/drawingml/2006/main">
              <a:ext uri="{FF2B5EF4-FFF2-40B4-BE49-F238E27FC236}">
                <a16:creationId xmlns:a16="http://schemas.microsoft.com/office/drawing/2014/main" id="{3772650A-E20B-47B8-BA37-56D107ED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823" y="1783003"/>
            <a:ext cx="68697" cy="42526"/>
          </a:xfrm>
          <a:custGeom xmlns:a="http://schemas.openxmlformats.org/drawingml/2006/main">
            <a:pathLst>
              <a:path w="68697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isible source SEC-093 inset-1 region 558">
            <a:extLst xmlns:a="http://schemas.openxmlformats.org/drawingml/2006/main">
              <a:ext uri="{FF2B5EF4-FFF2-40B4-BE49-F238E27FC236}">
                <a16:creationId xmlns:a16="http://schemas.microsoft.com/office/drawing/2014/main" id="{0BB9A36E-5A61-48C7-B13D-A35A0E6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770" y="180917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isible source SEC-093 inset-1 region 559">
            <a:extLst xmlns:a="http://schemas.openxmlformats.org/drawingml/2006/main">
              <a:ext uri="{FF2B5EF4-FFF2-40B4-BE49-F238E27FC236}">
                <a16:creationId xmlns:a16="http://schemas.microsoft.com/office/drawing/2014/main" id="{B19E9829-14A6-4F2C-8EC9-AA78E972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61" y="1822259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isible source SEC-093 inset-1 region 560">
            <a:extLst xmlns:a="http://schemas.openxmlformats.org/drawingml/2006/main">
              <a:ext uri="{FF2B5EF4-FFF2-40B4-BE49-F238E27FC236}">
                <a16:creationId xmlns:a16="http://schemas.microsoft.com/office/drawing/2014/main" id="{CBAFF579-AF0D-4341-91C5-9CAEA46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057" y="1894226"/>
            <a:ext cx="71968" cy="85053"/>
          </a:xfrm>
          <a:custGeom xmlns:a="http://schemas.openxmlformats.org/drawingml/2006/main">
            <a:pathLst>
              <a:path w="71968" h="8505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55612" y="42526"/>
                </a:lnTo>
                <a:lnTo>
                  <a:pt x="55612" y="45798"/>
                </a:lnTo>
                <a:lnTo>
                  <a:pt x="62154" y="45798"/>
                </a:lnTo>
                <a:lnTo>
                  <a:pt x="62154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68697" y="52340"/>
                </a:lnTo>
                <a:lnTo>
                  <a:pt x="68697" y="58883"/>
                </a:lnTo>
                <a:lnTo>
                  <a:pt x="71968" y="58883"/>
                </a:lnTo>
                <a:lnTo>
                  <a:pt x="71968" y="68697"/>
                </a:lnTo>
                <a:lnTo>
                  <a:pt x="68697" y="68697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55612" y="81782"/>
                </a:lnTo>
                <a:lnTo>
                  <a:pt x="55612" y="85053"/>
                </a:lnTo>
                <a:lnTo>
                  <a:pt x="29441" y="85053"/>
                </a:lnTo>
                <a:lnTo>
                  <a:pt x="29441" y="81782"/>
                </a:lnTo>
                <a:lnTo>
                  <a:pt x="26170" y="81782"/>
                </a:lnTo>
                <a:lnTo>
                  <a:pt x="26170" y="78510"/>
                </a:lnTo>
                <a:lnTo>
                  <a:pt x="22899" y="78510"/>
                </a:lnTo>
                <a:lnTo>
                  <a:pt x="22899" y="75239"/>
                </a:lnTo>
                <a:lnTo>
                  <a:pt x="19628" y="75239"/>
                </a:lnTo>
                <a:lnTo>
                  <a:pt x="19628" y="68697"/>
                </a:lnTo>
                <a:lnTo>
                  <a:pt x="16356" y="68697"/>
                </a:lnTo>
                <a:lnTo>
                  <a:pt x="16356" y="58883"/>
                </a:lnTo>
                <a:lnTo>
                  <a:pt x="19628" y="58883"/>
                </a:lnTo>
                <a:lnTo>
                  <a:pt x="19628" y="52340"/>
                </a:lnTo>
                <a:lnTo>
                  <a:pt x="22899" y="52340"/>
                </a:lnTo>
                <a:lnTo>
                  <a:pt x="22899" y="49069"/>
                </a:lnTo>
                <a:lnTo>
                  <a:pt x="26170" y="49069"/>
                </a:lnTo>
                <a:lnTo>
                  <a:pt x="26170" y="45798"/>
                </a:lnTo>
                <a:lnTo>
                  <a:pt x="32713" y="45798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isible source SEC-093 inset-1 region 561">
            <a:extLst xmlns:a="http://schemas.openxmlformats.org/drawingml/2006/main">
              <a:ext uri="{FF2B5EF4-FFF2-40B4-BE49-F238E27FC236}">
                <a16:creationId xmlns:a16="http://schemas.microsoft.com/office/drawing/2014/main" id="{6AD0F6B9-8584-4622-8621-A906281B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365" y="1920397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isible source SEC-093 inset-1 region 562">
            <a:extLst xmlns:a="http://schemas.openxmlformats.org/drawingml/2006/main">
              <a:ext uri="{FF2B5EF4-FFF2-40B4-BE49-F238E27FC236}">
                <a16:creationId xmlns:a16="http://schemas.microsoft.com/office/drawing/2014/main" id="{F0EDB7BA-B90D-4FA4-AF8D-983D2A45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296" y="194656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isible source SEC-093 inset-1 region 563">
            <a:extLst xmlns:a="http://schemas.openxmlformats.org/drawingml/2006/main">
              <a:ext uri="{FF2B5EF4-FFF2-40B4-BE49-F238E27FC236}">
                <a16:creationId xmlns:a16="http://schemas.microsoft.com/office/drawing/2014/main" id="{488A7903-74C4-40ED-866D-F31C6E6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60" y="1972737"/>
            <a:ext cx="65425" cy="42526"/>
          </a:xfrm>
          <a:custGeom xmlns:a="http://schemas.openxmlformats.org/drawingml/2006/main">
            <a:pathLst>
              <a:path w="65425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3085"/>
                </a:lnTo>
                <a:lnTo>
                  <a:pt x="65425" y="13085"/>
                </a:lnTo>
                <a:lnTo>
                  <a:pt x="65425" y="29441"/>
                </a:lnTo>
                <a:lnTo>
                  <a:pt x="62154" y="29441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isible source SEC-093 inset-1 region 564">
            <a:extLst xmlns:a="http://schemas.openxmlformats.org/drawingml/2006/main">
              <a:ext uri="{FF2B5EF4-FFF2-40B4-BE49-F238E27FC236}">
                <a16:creationId xmlns:a16="http://schemas.microsoft.com/office/drawing/2014/main" id="{37A79022-218E-4C8A-B5AD-61001E6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770" y="1998907"/>
            <a:ext cx="107952" cy="52340"/>
          </a:xfrm>
          <a:custGeom xmlns:a="http://schemas.openxmlformats.org/drawingml/2006/main">
            <a:pathLst>
              <a:path w="107952" h="52340">
                <a:moveTo>
                  <a:pt x="45798" y="9814"/>
                </a:moveTo>
                <a:lnTo>
                  <a:pt x="45798" y="13085"/>
                </a:lnTo>
                <a:lnTo>
                  <a:pt x="52340" y="13085"/>
                </a:lnTo>
                <a:lnTo>
                  <a:pt x="52340" y="16356"/>
                </a:ln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9814"/>
                </a:lnTo>
                <a:lnTo>
                  <a:pt x="104681" y="9814"/>
                </a:lnTo>
                <a:lnTo>
                  <a:pt x="104681" y="16356"/>
                </a:lnTo>
                <a:lnTo>
                  <a:pt x="107952" y="16356"/>
                </a:lnTo>
                <a:lnTo>
                  <a:pt x="107952" y="26170"/>
                </a:lnTo>
                <a:lnTo>
                  <a:pt x="104681" y="26170"/>
                </a:lnTo>
                <a:lnTo>
                  <a:pt x="104681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98138" y="35984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58883" y="35984"/>
                </a:lnTo>
                <a:lnTo>
                  <a:pt x="58883" y="42526"/>
                </a:lnTo>
                <a:lnTo>
                  <a:pt x="55612" y="42526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49069"/>
                </a:lnTo>
                <a:lnTo>
                  <a:pt x="45798" y="49069"/>
                </a:lnTo>
                <a:lnTo>
                  <a:pt x="45798" y="52340"/>
                </a:lnTo>
                <a:lnTo>
                  <a:pt x="35984" y="52340"/>
                </a:lnTo>
                <a:lnTo>
                  <a:pt x="35984" y="49069"/>
                </a:lnTo>
                <a:lnTo>
                  <a:pt x="26170" y="49069"/>
                </a:lnTo>
                <a:lnTo>
                  <a:pt x="26170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26170" y="9814"/>
                </a:lnTo>
                <a:lnTo>
                  <a:pt x="26170" y="13085"/>
                </a:lnTo>
                <a:lnTo>
                  <a:pt x="35984" y="13085"/>
                </a:lnTo>
                <a:lnTo>
                  <a:pt x="35984" y="9814"/>
                </a:lnTo>
                <a:lnTo>
                  <a:pt x="45798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isible source SEC-093 inset-1 region 565">
            <a:extLst xmlns:a="http://schemas.openxmlformats.org/drawingml/2006/main">
              <a:ext uri="{FF2B5EF4-FFF2-40B4-BE49-F238E27FC236}">
                <a16:creationId xmlns:a16="http://schemas.microsoft.com/office/drawing/2014/main" id="{251E71BE-3741-4695-BDFB-AFD97BFA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191" y="2025077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isible source SEC-093 inset-1 region 566">
            <a:extLst xmlns:a="http://schemas.openxmlformats.org/drawingml/2006/main">
              <a:ext uri="{FF2B5EF4-FFF2-40B4-BE49-F238E27FC236}">
                <a16:creationId xmlns:a16="http://schemas.microsoft.com/office/drawing/2014/main" id="{C883B835-C6DD-4217-8797-4FB14F8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568" y="2090502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3085"/>
                </a:move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isible source SEC-093 inset-1 region 567">
            <a:extLst xmlns:a="http://schemas.openxmlformats.org/drawingml/2006/main">
              <a:ext uri="{FF2B5EF4-FFF2-40B4-BE49-F238E27FC236}">
                <a16:creationId xmlns:a16="http://schemas.microsoft.com/office/drawing/2014/main" id="{05A2039F-632C-4891-9290-1901133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637" y="2162470"/>
            <a:ext cx="75239" cy="42526"/>
          </a:xfrm>
          <a:custGeom xmlns:a="http://schemas.openxmlformats.org/drawingml/2006/main">
            <a:pathLst>
              <a:path w="75239" h="42526">
                <a:moveTo>
                  <a:pt x="65425" y="35984"/>
                </a:move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isible source SEC-093 inset-1 region 568">
            <a:extLst xmlns:a="http://schemas.openxmlformats.org/drawingml/2006/main">
              <a:ext uri="{FF2B5EF4-FFF2-40B4-BE49-F238E27FC236}">
                <a16:creationId xmlns:a16="http://schemas.microsoft.com/office/drawing/2014/main" id="{B3D0A15C-FB8F-41D0-9664-3B50D2C2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312" y="2208268"/>
            <a:ext cx="124308" cy="45798"/>
          </a:xfrm>
          <a:custGeom xmlns:a="http://schemas.openxmlformats.org/drawingml/2006/main">
            <a:pathLst>
              <a:path w="124308" h="4579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9628"/>
                </a:lnTo>
                <a:lnTo>
                  <a:pt x="124308" y="19628"/>
                </a:lnTo>
                <a:lnTo>
                  <a:pt x="124308" y="29441"/>
                </a:lnTo>
                <a:lnTo>
                  <a:pt x="121037" y="29441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isible source SEC-093 inset-1 region 569">
            <a:extLst xmlns:a="http://schemas.openxmlformats.org/drawingml/2006/main">
              <a:ext uri="{FF2B5EF4-FFF2-40B4-BE49-F238E27FC236}">
                <a16:creationId xmlns:a16="http://schemas.microsoft.com/office/drawing/2014/main" id="{3098A340-5689-4129-B8E1-7EF2D06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264" y="1635796"/>
            <a:ext cx="104681" cy="81782"/>
          </a:xfrm>
          <a:custGeom xmlns:a="http://schemas.openxmlformats.org/drawingml/2006/main">
            <a:pathLst>
              <a:path w="104681" h="81782">
                <a:moveTo>
                  <a:pt x="58883" y="22899"/>
                </a:moveTo>
                <a:lnTo>
                  <a:pt x="62154" y="22899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78510" y="42526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5798"/>
                </a:lnTo>
                <a:lnTo>
                  <a:pt x="58883" y="45798"/>
                </a:lnTo>
                <a:lnTo>
                  <a:pt x="58883" y="49069"/>
                </a:lnTo>
                <a:lnTo>
                  <a:pt x="55612" y="49069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55612"/>
                </a:lnTo>
                <a:lnTo>
                  <a:pt x="42526" y="55612"/>
                </a:lnTo>
                <a:lnTo>
                  <a:pt x="42526" y="65425"/>
                </a:lnTo>
                <a:lnTo>
                  <a:pt x="39255" y="65425"/>
                </a:lnTo>
                <a:lnTo>
                  <a:pt x="39255" y="71968"/>
                </a:lnTo>
                <a:lnTo>
                  <a:pt x="35984" y="71968"/>
                </a:lnTo>
                <a:lnTo>
                  <a:pt x="35984" y="75239"/>
                </a:lnTo>
                <a:lnTo>
                  <a:pt x="32713" y="75239"/>
                </a:lnTo>
                <a:lnTo>
                  <a:pt x="32713" y="78510"/>
                </a:lnTo>
                <a:lnTo>
                  <a:pt x="26170" y="78510"/>
                </a:lnTo>
                <a:lnTo>
                  <a:pt x="26170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9628" y="39255"/>
                </a:lnTo>
                <a:lnTo>
                  <a:pt x="19628" y="29441"/>
                </a:lnTo>
                <a:lnTo>
                  <a:pt x="22899" y="29441"/>
                </a:lnTo>
                <a:lnTo>
                  <a:pt x="22899" y="22899"/>
                </a:lnTo>
                <a:lnTo>
                  <a:pt x="26170" y="22899"/>
                </a:lnTo>
                <a:lnTo>
                  <a:pt x="26170" y="19628"/>
                </a:lnTo>
                <a:lnTo>
                  <a:pt x="29441" y="19628"/>
                </a:lnTo>
                <a:lnTo>
                  <a:pt x="29441" y="16356"/>
                </a:lnTo>
                <a:lnTo>
                  <a:pt x="35984" y="16356"/>
                </a:lnTo>
                <a:lnTo>
                  <a:pt x="35984" y="13085"/>
                </a:lnTo>
                <a:lnTo>
                  <a:pt x="49069" y="13085"/>
                </a:lnTo>
                <a:lnTo>
                  <a:pt x="49069" y="16356"/>
                </a:lnTo>
                <a:lnTo>
                  <a:pt x="55612" y="16356"/>
                </a:lnTo>
                <a:lnTo>
                  <a:pt x="55612" y="19628"/>
                </a:lnTo>
                <a:lnTo>
                  <a:pt x="58883" y="19628"/>
                </a:lnTo>
                <a:lnTo>
                  <a:pt x="58883" y="22899"/>
                </a:lnTo>
                <a:close/>
                <a:moveTo>
                  <a:pt x="65425" y="26170"/>
                </a:moveTo>
                <a:lnTo>
                  <a:pt x="62154" y="26170"/>
                </a:lnTo>
                <a:lnTo>
                  <a:pt x="62154" y="29441"/>
                </a:lnTo>
                <a:lnTo>
                  <a:pt x="65425" y="29441"/>
                </a:lnTo>
                <a:lnTo>
                  <a:pt x="65425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isible source SEC-093 inset-1 region 570">
            <a:extLst xmlns:a="http://schemas.openxmlformats.org/drawingml/2006/main">
              <a:ext uri="{FF2B5EF4-FFF2-40B4-BE49-F238E27FC236}">
                <a16:creationId xmlns:a16="http://schemas.microsoft.com/office/drawing/2014/main" id="{D5F04244-EC75-4E89-A4AE-945CCE47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7945" y="171103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isible source SEC-093 inset-1 region 571">
            <a:extLst xmlns:a="http://schemas.openxmlformats.org/drawingml/2006/main">
              <a:ext uri="{FF2B5EF4-FFF2-40B4-BE49-F238E27FC236}">
                <a16:creationId xmlns:a16="http://schemas.microsoft.com/office/drawing/2014/main" id="{0121B391-6A44-4858-A788-8E2BF92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487" y="183534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isible source SEC-093 inset-1 region 572">
            <a:extLst xmlns:a="http://schemas.openxmlformats.org/drawingml/2006/main">
              <a:ext uri="{FF2B5EF4-FFF2-40B4-BE49-F238E27FC236}">
                <a16:creationId xmlns:a16="http://schemas.microsoft.com/office/drawing/2014/main" id="{32CBCF45-67D2-4119-A587-DD30553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418" y="184515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isible source SEC-093 inset-1 region 573">
            <a:extLst xmlns:a="http://schemas.openxmlformats.org/drawingml/2006/main">
              <a:ext uri="{FF2B5EF4-FFF2-40B4-BE49-F238E27FC236}">
                <a16:creationId xmlns:a16="http://schemas.microsoft.com/office/drawing/2014/main" id="{FD0D953A-4FD7-4CEC-99E2-58332D08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503" y="1845157"/>
            <a:ext cx="163563" cy="117766"/>
          </a:xfrm>
          <a:custGeom xmlns:a="http://schemas.openxmlformats.org/drawingml/2006/main">
            <a:pathLst>
              <a:path w="163563" h="117766">
                <a:moveTo>
                  <a:pt x="91595" y="9814"/>
                </a:move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7579" y="3271"/>
                </a:lnTo>
                <a:lnTo>
                  <a:pt x="127579" y="0"/>
                </a:lnTo>
                <a:lnTo>
                  <a:pt x="147207" y="0"/>
                </a:lnTo>
                <a:lnTo>
                  <a:pt x="147207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57021" y="6543"/>
                </a:lnTo>
                <a:lnTo>
                  <a:pt x="157021" y="9814"/>
                </a:lnTo>
                <a:lnTo>
                  <a:pt x="160292" y="9814"/>
                </a:lnTo>
                <a:lnTo>
                  <a:pt x="160292" y="16356"/>
                </a:lnTo>
                <a:lnTo>
                  <a:pt x="163563" y="16356"/>
                </a:lnTo>
                <a:lnTo>
                  <a:pt x="163563" y="26170"/>
                </a:lnTo>
                <a:lnTo>
                  <a:pt x="160292" y="26170"/>
                </a:lnTo>
                <a:lnTo>
                  <a:pt x="160292" y="32713"/>
                </a:lnTo>
                <a:lnTo>
                  <a:pt x="157021" y="32713"/>
                </a:lnTo>
                <a:lnTo>
                  <a:pt x="157021" y="35984"/>
                </a:lnTo>
                <a:lnTo>
                  <a:pt x="153750" y="35984"/>
                </a:lnTo>
                <a:lnTo>
                  <a:pt x="153750" y="39255"/>
                </a:lnTo>
                <a:lnTo>
                  <a:pt x="147207" y="39255"/>
                </a:lnTo>
                <a:lnTo>
                  <a:pt x="147207" y="42526"/>
                </a:lnTo>
                <a:lnTo>
                  <a:pt x="140664" y="42526"/>
                </a:lnTo>
                <a:lnTo>
                  <a:pt x="140664" y="45798"/>
                </a:lnTo>
                <a:lnTo>
                  <a:pt x="137393" y="45798"/>
                </a:lnTo>
                <a:lnTo>
                  <a:pt x="137393" y="49069"/>
                </a:lnTo>
                <a:lnTo>
                  <a:pt x="134122" y="49069"/>
                </a:lnTo>
                <a:lnTo>
                  <a:pt x="134122" y="52340"/>
                </a:lnTo>
                <a:lnTo>
                  <a:pt x="127579" y="52340"/>
                </a:lnTo>
                <a:lnTo>
                  <a:pt x="127579" y="55612"/>
                </a:lnTo>
                <a:lnTo>
                  <a:pt x="111223" y="55612"/>
                </a:lnTo>
                <a:lnTo>
                  <a:pt x="111223" y="58883"/>
                </a:lnTo>
                <a:lnTo>
                  <a:pt x="114494" y="58883"/>
                </a:lnTo>
                <a:lnTo>
                  <a:pt x="114494" y="62154"/>
                </a:lnTo>
                <a:lnTo>
                  <a:pt x="117766" y="62154"/>
                </a:lnTo>
                <a:lnTo>
                  <a:pt x="117766" y="68697"/>
                </a:lnTo>
                <a:lnTo>
                  <a:pt x="121037" y="68697"/>
                </a:lnTo>
                <a:lnTo>
                  <a:pt x="121037" y="78510"/>
                </a:lnTo>
                <a:lnTo>
                  <a:pt x="117766" y="78510"/>
                </a:lnTo>
                <a:lnTo>
                  <a:pt x="117766" y="85053"/>
                </a:lnTo>
                <a:lnTo>
                  <a:pt x="114494" y="85053"/>
                </a:lnTo>
                <a:lnTo>
                  <a:pt x="114494" y="88324"/>
                </a:lnTo>
                <a:lnTo>
                  <a:pt x="111223" y="88324"/>
                </a:lnTo>
                <a:lnTo>
                  <a:pt x="111223" y="91595"/>
                </a:lnTo>
                <a:lnTo>
                  <a:pt x="104681" y="91595"/>
                </a:lnTo>
                <a:lnTo>
                  <a:pt x="104681" y="94867"/>
                </a:lnTo>
                <a:lnTo>
                  <a:pt x="85053" y="94867"/>
                </a:lnTo>
                <a:lnTo>
                  <a:pt x="85053" y="91595"/>
                </a:lnTo>
                <a:lnTo>
                  <a:pt x="78510" y="91595"/>
                </a:lnTo>
                <a:lnTo>
                  <a:pt x="78510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68697" y="91595"/>
                </a:lnTo>
                <a:lnTo>
                  <a:pt x="68697" y="94867"/>
                </a:lnTo>
                <a:lnTo>
                  <a:pt x="58883" y="94867"/>
                </a:lnTo>
                <a:lnTo>
                  <a:pt x="58883" y="101409"/>
                </a:lnTo>
                <a:lnTo>
                  <a:pt x="55612" y="101409"/>
                </a:lnTo>
                <a:lnTo>
                  <a:pt x="55612" y="107952"/>
                </a:lnTo>
                <a:lnTo>
                  <a:pt x="52340" y="107952"/>
                </a:lnTo>
                <a:lnTo>
                  <a:pt x="52340" y="111223"/>
                </a:lnTo>
                <a:lnTo>
                  <a:pt x="49069" y="111223"/>
                </a:lnTo>
                <a:lnTo>
                  <a:pt x="49069" y="114494"/>
                </a:lnTo>
                <a:lnTo>
                  <a:pt x="42526" y="114494"/>
                </a:lnTo>
                <a:lnTo>
                  <a:pt x="42526" y="117766"/>
                </a:lnTo>
                <a:lnTo>
                  <a:pt x="32713" y="117766"/>
                </a:lnTo>
                <a:lnTo>
                  <a:pt x="32713" y="114494"/>
                </a:lnTo>
                <a:lnTo>
                  <a:pt x="29441" y="114494"/>
                </a:lnTo>
                <a:lnTo>
                  <a:pt x="29441" y="117766"/>
                </a:lnTo>
                <a:lnTo>
                  <a:pt x="13085" y="117766"/>
                </a:lnTo>
                <a:lnTo>
                  <a:pt x="13085" y="114494"/>
                </a:lnTo>
                <a:lnTo>
                  <a:pt x="9814" y="114494"/>
                </a:lnTo>
                <a:lnTo>
                  <a:pt x="9814" y="111223"/>
                </a:lnTo>
                <a:lnTo>
                  <a:pt x="6543" y="111223"/>
                </a:lnTo>
                <a:lnTo>
                  <a:pt x="6543" y="107952"/>
                </a:lnTo>
                <a:lnTo>
                  <a:pt x="3271" y="107952"/>
                </a:lnTo>
                <a:lnTo>
                  <a:pt x="3271" y="101409"/>
                </a:lnTo>
                <a:lnTo>
                  <a:pt x="0" y="101409"/>
                </a:lnTo>
                <a:lnTo>
                  <a:pt x="0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16356" y="78510"/>
                </a:lnTo>
                <a:lnTo>
                  <a:pt x="16356" y="75239"/>
                </a:lnTo>
                <a:lnTo>
                  <a:pt x="26170" y="75239"/>
                </a:lnTo>
                <a:lnTo>
                  <a:pt x="26170" y="78510"/>
                </a:lnTo>
                <a:lnTo>
                  <a:pt x="32713" y="78510"/>
                </a:lnTo>
                <a:lnTo>
                  <a:pt x="32713" y="75239"/>
                </a:lnTo>
                <a:lnTo>
                  <a:pt x="39255" y="75239"/>
                </a:lnTo>
                <a:lnTo>
                  <a:pt x="39255" y="68697"/>
                </a:lnTo>
                <a:lnTo>
                  <a:pt x="42526" y="68697"/>
                </a:lnTo>
                <a:lnTo>
                  <a:pt x="42526" y="62154"/>
                </a:lnTo>
                <a:lnTo>
                  <a:pt x="45798" y="62154"/>
                </a:lnTo>
                <a:lnTo>
                  <a:pt x="45798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78510" y="58883"/>
                </a:lnTo>
                <a:lnTo>
                  <a:pt x="78510" y="55612"/>
                </a:lnTo>
                <a:lnTo>
                  <a:pt x="85053" y="55612"/>
                </a:lnTo>
                <a:lnTo>
                  <a:pt x="85053" y="52340"/>
                </a:lnTo>
                <a:lnTo>
                  <a:pt x="101409" y="52340"/>
                </a:lnTo>
                <a:lnTo>
                  <a:pt x="101409" y="49069"/>
                </a:lnTo>
                <a:lnTo>
                  <a:pt x="98138" y="49069"/>
                </a:lnTo>
                <a:lnTo>
                  <a:pt x="98138" y="45798"/>
                </a:lnTo>
                <a:lnTo>
                  <a:pt x="94867" y="45798"/>
                </a:lnTo>
                <a:lnTo>
                  <a:pt x="94867" y="39255"/>
                </a:lnTo>
                <a:lnTo>
                  <a:pt x="91595" y="39255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isible source SEC-093 inset-1 region 574">
            <a:extLst xmlns:a="http://schemas.openxmlformats.org/drawingml/2006/main">
              <a:ext uri="{FF2B5EF4-FFF2-40B4-BE49-F238E27FC236}">
                <a16:creationId xmlns:a16="http://schemas.microsoft.com/office/drawing/2014/main" id="{D75C2FC5-9314-4269-8495-0D93E7B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354" y="1894226"/>
            <a:ext cx="55612" cy="85053"/>
          </a:xfrm>
          <a:custGeom xmlns:a="http://schemas.openxmlformats.org/drawingml/2006/main">
            <a:pathLst>
              <a:path w="55612" h="85053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3085"/>
                </a:lnTo>
                <a:lnTo>
                  <a:pt x="55612" y="13085"/>
                </a:lnTo>
                <a:lnTo>
                  <a:pt x="55612" y="29441"/>
                </a:lnTo>
                <a:lnTo>
                  <a:pt x="52340" y="29441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26170" y="42526"/>
                </a:lnTo>
                <a:lnTo>
                  <a:pt x="26170" y="45798"/>
                </a:lnTo>
                <a:lnTo>
                  <a:pt x="32713" y="45798"/>
                </a:lnTo>
                <a:lnTo>
                  <a:pt x="32713" y="49069"/>
                </a:lnTo>
                <a:lnTo>
                  <a:pt x="35984" y="49069"/>
                </a:lnTo>
                <a:lnTo>
                  <a:pt x="35984" y="52340"/>
                </a:lnTo>
                <a:lnTo>
                  <a:pt x="39255" y="52340"/>
                </a:lnTo>
                <a:lnTo>
                  <a:pt x="39255" y="55612"/>
                </a:lnTo>
                <a:lnTo>
                  <a:pt x="42526" y="55612"/>
                </a:lnTo>
                <a:lnTo>
                  <a:pt x="42526" y="71968"/>
                </a:lnTo>
                <a:lnTo>
                  <a:pt x="39255" y="71968"/>
                </a:lnTo>
                <a:lnTo>
                  <a:pt x="39255" y="75239"/>
                </a:lnTo>
                <a:lnTo>
                  <a:pt x="35984" y="75239"/>
                </a:lnTo>
                <a:lnTo>
                  <a:pt x="35984" y="78510"/>
                </a:lnTo>
                <a:lnTo>
                  <a:pt x="32713" y="78510"/>
                </a:lnTo>
                <a:lnTo>
                  <a:pt x="32713" y="81782"/>
                </a:lnTo>
                <a:lnTo>
                  <a:pt x="29441" y="81782"/>
                </a:lnTo>
                <a:lnTo>
                  <a:pt x="29441" y="85053"/>
                </a:lnTo>
                <a:lnTo>
                  <a:pt x="13085" y="85053"/>
                </a:lnTo>
                <a:lnTo>
                  <a:pt x="13085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isible source SEC-093 inset-1 region 575">
            <a:extLst xmlns:a="http://schemas.openxmlformats.org/drawingml/2006/main">
              <a:ext uri="{FF2B5EF4-FFF2-40B4-BE49-F238E27FC236}">
                <a16:creationId xmlns:a16="http://schemas.microsoft.com/office/drawing/2014/main" id="{3B77310F-42D4-4CD0-B5E7-BCFBC1E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503" y="1972737"/>
            <a:ext cx="71968" cy="42526"/>
          </a:xfrm>
          <a:custGeom xmlns:a="http://schemas.openxmlformats.org/drawingml/2006/main">
            <a:pathLst>
              <a:path w="71968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isible source SEC-093 inset-1 region 576">
            <a:extLst xmlns:a="http://schemas.openxmlformats.org/drawingml/2006/main">
              <a:ext uri="{FF2B5EF4-FFF2-40B4-BE49-F238E27FC236}">
                <a16:creationId xmlns:a16="http://schemas.microsoft.com/office/drawing/2014/main" id="{EB7A0557-9A14-41C0-8E48-CF3E4CB1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722" y="2025077"/>
            <a:ext cx="107952" cy="81782"/>
          </a:xfrm>
          <a:custGeom xmlns:a="http://schemas.openxmlformats.org/drawingml/2006/main">
            <a:pathLst>
              <a:path w="107952" h="81782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9441"/>
                </a:lnTo>
                <a:lnTo>
                  <a:pt x="71968" y="29441"/>
                </a:lnTo>
                <a:lnTo>
                  <a:pt x="71968" y="26170"/>
                </a:lnTo>
                <a:lnTo>
                  <a:pt x="91595" y="26170"/>
                </a:lnTo>
                <a:lnTo>
                  <a:pt x="91595" y="29441"/>
                </a:lnTo>
                <a:lnTo>
                  <a:pt x="98138" y="29441"/>
                </a:lnTo>
                <a:lnTo>
                  <a:pt x="98138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104681" y="35984"/>
                </a:lnTo>
                <a:lnTo>
                  <a:pt x="104681" y="42526"/>
                </a:lnTo>
                <a:lnTo>
                  <a:pt x="107952" y="42526"/>
                </a:lnTo>
                <a:lnTo>
                  <a:pt x="107952" y="52340"/>
                </a:lnTo>
                <a:lnTo>
                  <a:pt x="104681" y="52340"/>
                </a:lnTo>
                <a:lnTo>
                  <a:pt x="104681" y="58883"/>
                </a:lnTo>
                <a:lnTo>
                  <a:pt x="101409" y="58883"/>
                </a:lnTo>
                <a:lnTo>
                  <a:pt x="101409" y="62154"/>
                </a:lnTo>
                <a:lnTo>
                  <a:pt x="98138" y="62154"/>
                </a:lnTo>
                <a:lnTo>
                  <a:pt x="98138" y="65425"/>
                </a:lnTo>
                <a:lnTo>
                  <a:pt x="91595" y="65425"/>
                </a:lnTo>
                <a:lnTo>
                  <a:pt x="91595" y="68697"/>
                </a:lnTo>
                <a:lnTo>
                  <a:pt x="85053" y="68697"/>
                </a:lnTo>
                <a:lnTo>
                  <a:pt x="85053" y="71968"/>
                </a:lnTo>
                <a:lnTo>
                  <a:pt x="81782" y="71968"/>
                </a:lnTo>
                <a:lnTo>
                  <a:pt x="81782" y="75239"/>
                </a:lnTo>
                <a:lnTo>
                  <a:pt x="78510" y="75239"/>
                </a:lnTo>
                <a:lnTo>
                  <a:pt x="78510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62154" y="81782"/>
                </a:lnTo>
                <a:lnTo>
                  <a:pt x="62154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65425"/>
                </a:lnTo>
                <a:lnTo>
                  <a:pt x="39255" y="65425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52340"/>
                </a:lnTo>
                <a:lnTo>
                  <a:pt x="29441" y="52340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isible source SEC-093 inset-1 region 577">
            <a:extLst xmlns:a="http://schemas.openxmlformats.org/drawingml/2006/main">
              <a:ext uri="{FF2B5EF4-FFF2-40B4-BE49-F238E27FC236}">
                <a16:creationId xmlns:a16="http://schemas.microsoft.com/office/drawing/2014/main" id="{3CB1AA23-5FD9-4143-B142-8DB480B0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030" y="2038162"/>
            <a:ext cx="124308" cy="68697"/>
          </a:xfrm>
          <a:custGeom xmlns:a="http://schemas.openxmlformats.org/drawingml/2006/main">
            <a:pathLst>
              <a:path w="124308" h="68697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9069" y="0"/>
                </a:lnTo>
                <a:lnTo>
                  <a:pt x="49069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85053" y="13085"/>
                </a:lnTo>
                <a:lnTo>
                  <a:pt x="85053" y="16356"/>
                </a:lnTo>
                <a:lnTo>
                  <a:pt x="98138" y="16356"/>
                </a:lnTo>
                <a:lnTo>
                  <a:pt x="98138" y="13085"/>
                </a:lnTo>
                <a:lnTo>
                  <a:pt x="107952" y="13085"/>
                </a:lnTo>
                <a:lnTo>
                  <a:pt x="107952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9441"/>
                </a:lnTo>
                <a:lnTo>
                  <a:pt x="124308" y="29441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52340"/>
                </a:lnTo>
                <a:lnTo>
                  <a:pt x="114494" y="52340"/>
                </a:lnTo>
                <a:lnTo>
                  <a:pt x="114494" y="58883"/>
                </a:lnTo>
                <a:lnTo>
                  <a:pt x="111223" y="58883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2340" y="65425"/>
                </a:lnTo>
                <a:lnTo>
                  <a:pt x="52340" y="62154"/>
                </a:lnTo>
                <a:lnTo>
                  <a:pt x="49069" y="62154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isible source SEC-093 inset-1 region 578">
            <a:extLst xmlns:a="http://schemas.openxmlformats.org/drawingml/2006/main">
              <a:ext uri="{FF2B5EF4-FFF2-40B4-BE49-F238E27FC236}">
                <a16:creationId xmlns:a16="http://schemas.microsoft.com/office/drawing/2014/main" id="{C7A31526-F90B-4C8B-99BB-18CD393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811" y="2116672"/>
            <a:ext cx="85053" cy="81782"/>
          </a:xfrm>
          <a:custGeom xmlns:a="http://schemas.openxmlformats.org/drawingml/2006/main">
            <a:pathLst>
              <a:path w="85053" h="81782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75239" y="42526"/>
                </a:lnTo>
                <a:lnTo>
                  <a:pt x="75239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5612"/>
                </a:lnTo>
                <a:lnTo>
                  <a:pt x="85053" y="55612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5798" y="78510"/>
                </a:lnTo>
                <a:lnTo>
                  <a:pt x="45798" y="81782"/>
                </a:lnTo>
                <a:lnTo>
                  <a:pt x="22899" y="81782"/>
                </a:lnTo>
                <a:lnTo>
                  <a:pt x="22899" y="78510"/>
                </a:lnTo>
                <a:lnTo>
                  <a:pt x="16356" y="78510"/>
                </a:lnTo>
                <a:lnTo>
                  <a:pt x="16356" y="75239"/>
                </a:lnTo>
                <a:lnTo>
                  <a:pt x="13085" y="75239"/>
                </a:lnTo>
                <a:lnTo>
                  <a:pt x="13085" y="71968"/>
                </a:lnTo>
                <a:lnTo>
                  <a:pt x="9814" y="71968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isible source SEC-093 inset-1 region 579">
            <a:extLst xmlns:a="http://schemas.openxmlformats.org/drawingml/2006/main">
              <a:ext uri="{FF2B5EF4-FFF2-40B4-BE49-F238E27FC236}">
                <a16:creationId xmlns:a16="http://schemas.microsoft.com/office/drawing/2014/main" id="{D50A0EEA-7BEA-4D7E-B343-A0116C79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775" y="2129758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isible source SEC-093 inset-1 region 580">
            <a:extLst xmlns:a="http://schemas.openxmlformats.org/drawingml/2006/main">
              <a:ext uri="{FF2B5EF4-FFF2-40B4-BE49-F238E27FC236}">
                <a16:creationId xmlns:a16="http://schemas.microsoft.com/office/drawing/2014/main" id="{E5F35868-0452-49EE-8411-03DD16DA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690" y="2182098"/>
            <a:ext cx="88324" cy="42526"/>
          </a:xfrm>
          <a:custGeom xmlns:a="http://schemas.openxmlformats.org/drawingml/2006/main">
            <a:pathLst>
              <a:path w="88324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isible source SEC-093 inset-1 region 581">
            <a:extLst xmlns:a="http://schemas.openxmlformats.org/drawingml/2006/main">
              <a:ext uri="{FF2B5EF4-FFF2-40B4-BE49-F238E27FC236}">
                <a16:creationId xmlns:a16="http://schemas.microsoft.com/office/drawing/2014/main" id="{F1843580-B513-4023-9998-29FEF6E3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961" y="2240981"/>
            <a:ext cx="173377" cy="143936"/>
          </a:xfrm>
          <a:custGeom xmlns:a="http://schemas.openxmlformats.org/drawingml/2006/main">
            <a:pathLst>
              <a:path w="173377" h="143936">
                <a:moveTo>
                  <a:pt x="55612" y="26170"/>
                </a:moveTo>
                <a:lnTo>
                  <a:pt x="55612" y="16356"/>
                </a:ln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19628"/>
                </a:lnTo>
                <a:lnTo>
                  <a:pt x="157021" y="19628"/>
                </a:lnTo>
                <a:lnTo>
                  <a:pt x="157021" y="22899"/>
                </a:lnTo>
                <a:lnTo>
                  <a:pt x="163563" y="22899"/>
                </a:lnTo>
                <a:lnTo>
                  <a:pt x="163563" y="26170"/>
                </a:lnTo>
                <a:lnTo>
                  <a:pt x="166835" y="26170"/>
                </a:lnTo>
                <a:lnTo>
                  <a:pt x="166835" y="29441"/>
                </a:lnTo>
                <a:lnTo>
                  <a:pt x="170106" y="29441"/>
                </a:lnTo>
                <a:lnTo>
                  <a:pt x="170106" y="35984"/>
                </a:lnTo>
                <a:lnTo>
                  <a:pt x="173377" y="35984"/>
                </a:lnTo>
                <a:lnTo>
                  <a:pt x="173377" y="45798"/>
                </a:lnTo>
                <a:lnTo>
                  <a:pt x="170106" y="45798"/>
                </a:lnTo>
                <a:lnTo>
                  <a:pt x="170106" y="52340"/>
                </a:lnTo>
                <a:lnTo>
                  <a:pt x="166835" y="52340"/>
                </a:lnTo>
                <a:lnTo>
                  <a:pt x="166835" y="55612"/>
                </a:lnTo>
                <a:lnTo>
                  <a:pt x="163563" y="55612"/>
                </a:lnTo>
                <a:lnTo>
                  <a:pt x="163563" y="58883"/>
                </a:lnTo>
                <a:lnTo>
                  <a:pt x="157021" y="58883"/>
                </a:lnTo>
                <a:lnTo>
                  <a:pt x="157021" y="62154"/>
                </a:lnTo>
                <a:lnTo>
                  <a:pt x="150478" y="62154"/>
                </a:lnTo>
                <a:lnTo>
                  <a:pt x="150478" y="65425"/>
                </a:lnTo>
                <a:lnTo>
                  <a:pt x="147207" y="65425"/>
                </a:lnTo>
                <a:lnTo>
                  <a:pt x="147207" y="68697"/>
                </a:lnTo>
                <a:lnTo>
                  <a:pt x="143936" y="68697"/>
                </a:lnTo>
                <a:lnTo>
                  <a:pt x="143936" y="71968"/>
                </a:lnTo>
                <a:lnTo>
                  <a:pt x="140664" y="71968"/>
                </a:lnTo>
                <a:lnTo>
                  <a:pt x="140664" y="75239"/>
                </a:lnTo>
                <a:lnTo>
                  <a:pt x="121037" y="75239"/>
                </a:lnTo>
                <a:lnTo>
                  <a:pt x="121037" y="81782"/>
                </a:lnTo>
                <a:lnTo>
                  <a:pt x="124308" y="81782"/>
                </a:lnTo>
                <a:lnTo>
                  <a:pt x="124308" y="91595"/>
                </a:lnTo>
                <a:lnTo>
                  <a:pt x="121037" y="91595"/>
                </a:lnTo>
                <a:lnTo>
                  <a:pt x="121037" y="98138"/>
                </a:lnTo>
                <a:lnTo>
                  <a:pt x="117766" y="98138"/>
                </a:lnTo>
                <a:lnTo>
                  <a:pt x="117766" y="101409"/>
                </a:lnTo>
                <a:lnTo>
                  <a:pt x="114494" y="101409"/>
                </a:lnTo>
                <a:lnTo>
                  <a:pt x="114494" y="104681"/>
                </a:lnTo>
                <a:lnTo>
                  <a:pt x="107952" y="104681"/>
                </a:lnTo>
                <a:lnTo>
                  <a:pt x="107952" y="107952"/>
                </a:lnTo>
                <a:lnTo>
                  <a:pt x="75239" y="107952"/>
                </a:lnTo>
                <a:lnTo>
                  <a:pt x="75239" y="111223"/>
                </a:lnTo>
                <a:lnTo>
                  <a:pt x="78510" y="111223"/>
                </a:lnTo>
                <a:lnTo>
                  <a:pt x="78510" y="114494"/>
                </a:lnTo>
                <a:lnTo>
                  <a:pt x="81782" y="114494"/>
                </a:lnTo>
                <a:lnTo>
                  <a:pt x="81782" y="130851"/>
                </a:lnTo>
                <a:lnTo>
                  <a:pt x="78510" y="130851"/>
                </a:lnTo>
                <a:lnTo>
                  <a:pt x="78510" y="134122"/>
                </a:lnTo>
                <a:lnTo>
                  <a:pt x="75239" y="134122"/>
                </a:lnTo>
                <a:lnTo>
                  <a:pt x="75239" y="137393"/>
                </a:lnTo>
                <a:lnTo>
                  <a:pt x="71968" y="137393"/>
                </a:lnTo>
                <a:lnTo>
                  <a:pt x="71968" y="140664"/>
                </a:lnTo>
                <a:lnTo>
                  <a:pt x="68697" y="140664"/>
                </a:lnTo>
                <a:lnTo>
                  <a:pt x="68697" y="143936"/>
                </a:lnTo>
                <a:lnTo>
                  <a:pt x="16356" y="143936"/>
                </a:lnTo>
                <a:lnTo>
                  <a:pt x="16356" y="140664"/>
                </a:lnTo>
                <a:lnTo>
                  <a:pt x="9814" y="140664"/>
                </a:lnTo>
                <a:lnTo>
                  <a:pt x="9814" y="137393"/>
                </a:lnTo>
                <a:lnTo>
                  <a:pt x="6543" y="137393"/>
                </a:lnTo>
                <a:lnTo>
                  <a:pt x="6543" y="134122"/>
                </a:lnTo>
                <a:lnTo>
                  <a:pt x="3271" y="134122"/>
                </a:lnTo>
                <a:lnTo>
                  <a:pt x="3271" y="127579"/>
                </a:lnTo>
                <a:lnTo>
                  <a:pt x="0" y="127579"/>
                </a:lnTo>
                <a:lnTo>
                  <a:pt x="0" y="117766"/>
                </a:lnTo>
                <a:lnTo>
                  <a:pt x="3271" y="117766"/>
                </a:lnTo>
                <a:lnTo>
                  <a:pt x="3271" y="111223"/>
                </a:lnTo>
                <a:lnTo>
                  <a:pt x="6543" y="111223"/>
                </a:lnTo>
                <a:lnTo>
                  <a:pt x="6543" y="107952"/>
                </a:lnTo>
                <a:lnTo>
                  <a:pt x="9814" y="107952"/>
                </a:lnTo>
                <a:lnTo>
                  <a:pt x="9814" y="104681"/>
                </a:lnTo>
                <a:lnTo>
                  <a:pt x="16356" y="104681"/>
                </a:lnTo>
                <a:lnTo>
                  <a:pt x="16356" y="101409"/>
                </a:lnTo>
                <a:lnTo>
                  <a:pt x="49069" y="101409"/>
                </a:lnTo>
                <a:lnTo>
                  <a:pt x="49069" y="98138"/>
                </a:lnTo>
                <a:lnTo>
                  <a:pt x="45798" y="98138"/>
                </a:lnTo>
                <a:lnTo>
                  <a:pt x="45798" y="91595"/>
                </a:lnTo>
                <a:lnTo>
                  <a:pt x="42526" y="91595"/>
                </a:lnTo>
                <a:lnTo>
                  <a:pt x="42526" y="81782"/>
                </a:lnTo>
                <a:lnTo>
                  <a:pt x="45798" y="81782"/>
                </a:lnTo>
                <a:lnTo>
                  <a:pt x="45798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91595" y="65425"/>
                </a:lnTo>
                <a:lnTo>
                  <a:pt x="91595" y="58883"/>
                </a:lnTo>
                <a:lnTo>
                  <a:pt x="88324" y="58883"/>
                </a:lnTo>
                <a:lnTo>
                  <a:pt x="88324" y="49069"/>
                </a:lnTo>
                <a:lnTo>
                  <a:pt x="91595" y="49069"/>
                </a:lnTo>
                <a:lnTo>
                  <a:pt x="91595" y="45798"/>
                </a:lnTo>
                <a:lnTo>
                  <a:pt x="88324" y="45798"/>
                </a:lnTo>
                <a:lnTo>
                  <a:pt x="88324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26170"/>
                </a:lnTo>
                <a:lnTo>
                  <a:pt x="55612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isible source SEC-093 inset-1 region 582">
            <a:extLst xmlns:a="http://schemas.openxmlformats.org/drawingml/2006/main">
              <a:ext uri="{FF2B5EF4-FFF2-40B4-BE49-F238E27FC236}">
                <a16:creationId xmlns:a16="http://schemas.microsoft.com/office/drawing/2014/main" id="{A3964A0B-3BAD-483C-B260-96E9AC3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811" y="2335847"/>
            <a:ext cx="88324" cy="85053"/>
          </a:xfrm>
          <a:custGeom xmlns:a="http://schemas.openxmlformats.org/drawingml/2006/main">
            <a:pathLst>
              <a:path w="88324" h="85053">
                <a:moveTo>
                  <a:pt x="9814" y="6543"/>
                </a:move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58883"/>
                </a:lnTo>
                <a:lnTo>
                  <a:pt x="88324" y="58883"/>
                </a:lnTo>
                <a:lnTo>
                  <a:pt x="88324" y="68697"/>
                </a:lnTo>
                <a:lnTo>
                  <a:pt x="85053" y="68697"/>
                </a:lnTo>
                <a:lnTo>
                  <a:pt x="85053" y="75239"/>
                </a:lnTo>
                <a:lnTo>
                  <a:pt x="81782" y="75239"/>
                </a:lnTo>
                <a:lnTo>
                  <a:pt x="81782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71968" y="81782"/>
                </a:lnTo>
                <a:lnTo>
                  <a:pt x="71968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isible source SEC-093 inset-1 region 583">
            <a:extLst xmlns:a="http://schemas.openxmlformats.org/drawingml/2006/main">
              <a:ext uri="{FF2B5EF4-FFF2-40B4-BE49-F238E27FC236}">
                <a16:creationId xmlns:a16="http://schemas.microsoft.com/office/drawing/2014/main" id="{B328A2EF-39CC-4862-86C2-8AB8A13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690" y="2394730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isible source SEC-093 inset-1 region 584">
            <a:extLst xmlns:a="http://schemas.openxmlformats.org/drawingml/2006/main">
              <a:ext uri="{FF2B5EF4-FFF2-40B4-BE49-F238E27FC236}">
                <a16:creationId xmlns:a16="http://schemas.microsoft.com/office/drawing/2014/main" id="{6F2D604C-AFE2-42A2-80F1-F1CB23A7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690" y="2443799"/>
            <a:ext cx="176648" cy="150478"/>
          </a:xfrm>
          <a:custGeom xmlns:a="http://schemas.openxmlformats.org/drawingml/2006/main">
            <a:pathLst>
              <a:path w="176648" h="150478">
                <a:moveTo>
                  <a:pt x="49069" y="26170"/>
                </a:move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2899"/>
                </a:lnTo>
                <a:lnTo>
                  <a:pt x="157021" y="22899"/>
                </a:lnTo>
                <a:lnTo>
                  <a:pt x="157021" y="26170"/>
                </a:lnTo>
                <a:lnTo>
                  <a:pt x="163563" y="26170"/>
                </a:lnTo>
                <a:lnTo>
                  <a:pt x="163563" y="29441"/>
                </a:lnTo>
                <a:lnTo>
                  <a:pt x="166835" y="29441"/>
                </a:lnTo>
                <a:lnTo>
                  <a:pt x="166835" y="32713"/>
                </a:lnTo>
                <a:lnTo>
                  <a:pt x="170106" y="32713"/>
                </a:lnTo>
                <a:lnTo>
                  <a:pt x="170106" y="35984"/>
                </a:lnTo>
                <a:lnTo>
                  <a:pt x="173377" y="35984"/>
                </a:lnTo>
                <a:lnTo>
                  <a:pt x="173377" y="52340"/>
                </a:lnTo>
                <a:lnTo>
                  <a:pt x="176648" y="52340"/>
                </a:lnTo>
                <a:lnTo>
                  <a:pt x="176648" y="62154"/>
                </a:lnTo>
                <a:lnTo>
                  <a:pt x="173377" y="62154"/>
                </a:lnTo>
                <a:lnTo>
                  <a:pt x="173377" y="68697"/>
                </a:lnTo>
                <a:lnTo>
                  <a:pt x="170106" y="68697"/>
                </a:lnTo>
                <a:lnTo>
                  <a:pt x="170106" y="71968"/>
                </a:lnTo>
                <a:lnTo>
                  <a:pt x="166835" y="71968"/>
                </a:lnTo>
                <a:lnTo>
                  <a:pt x="166835" y="75239"/>
                </a:lnTo>
                <a:lnTo>
                  <a:pt x="160292" y="75239"/>
                </a:lnTo>
                <a:lnTo>
                  <a:pt x="160292" y="78510"/>
                </a:lnTo>
                <a:lnTo>
                  <a:pt x="130851" y="78510"/>
                </a:lnTo>
                <a:lnTo>
                  <a:pt x="130851" y="94867"/>
                </a:lnTo>
                <a:lnTo>
                  <a:pt x="127579" y="94867"/>
                </a:lnTo>
                <a:lnTo>
                  <a:pt x="127579" y="98138"/>
                </a:lnTo>
                <a:lnTo>
                  <a:pt x="124308" y="98138"/>
                </a:lnTo>
                <a:lnTo>
                  <a:pt x="124308" y="101409"/>
                </a:lnTo>
                <a:lnTo>
                  <a:pt x="121037" y="101409"/>
                </a:lnTo>
                <a:lnTo>
                  <a:pt x="121037" y="104681"/>
                </a:lnTo>
                <a:lnTo>
                  <a:pt x="117766" y="104681"/>
                </a:lnTo>
                <a:lnTo>
                  <a:pt x="117766" y="107952"/>
                </a:lnTo>
                <a:lnTo>
                  <a:pt x="68697" y="107952"/>
                </a:lnTo>
                <a:lnTo>
                  <a:pt x="68697" y="111223"/>
                </a:lnTo>
                <a:lnTo>
                  <a:pt x="75239" y="111223"/>
                </a:lnTo>
                <a:lnTo>
                  <a:pt x="75239" y="114494"/>
                </a:lnTo>
                <a:lnTo>
                  <a:pt x="78510" y="114494"/>
                </a:lnTo>
                <a:lnTo>
                  <a:pt x="78510" y="117766"/>
                </a:lnTo>
                <a:lnTo>
                  <a:pt x="81782" y="117766"/>
                </a:lnTo>
                <a:lnTo>
                  <a:pt x="81782" y="124308"/>
                </a:lnTo>
                <a:lnTo>
                  <a:pt x="85053" y="124308"/>
                </a:lnTo>
                <a:lnTo>
                  <a:pt x="85053" y="134122"/>
                </a:lnTo>
                <a:lnTo>
                  <a:pt x="81782" y="134122"/>
                </a:lnTo>
                <a:lnTo>
                  <a:pt x="81782" y="140664"/>
                </a:lnTo>
                <a:lnTo>
                  <a:pt x="78510" y="140664"/>
                </a:lnTo>
                <a:lnTo>
                  <a:pt x="78510" y="143936"/>
                </a:lnTo>
                <a:lnTo>
                  <a:pt x="75239" y="143936"/>
                </a:lnTo>
                <a:lnTo>
                  <a:pt x="75239" y="147207"/>
                </a:lnTo>
                <a:lnTo>
                  <a:pt x="68697" y="147207"/>
                </a:lnTo>
                <a:lnTo>
                  <a:pt x="68697" y="150478"/>
                </a:lnTo>
                <a:lnTo>
                  <a:pt x="16356" y="150478"/>
                </a:lnTo>
                <a:lnTo>
                  <a:pt x="16356" y="147207"/>
                </a:lnTo>
                <a:lnTo>
                  <a:pt x="9814" y="147207"/>
                </a:lnTo>
                <a:lnTo>
                  <a:pt x="9814" y="143936"/>
                </a:lnTo>
                <a:lnTo>
                  <a:pt x="6543" y="143936"/>
                </a:lnTo>
                <a:lnTo>
                  <a:pt x="6543" y="140664"/>
                </a:lnTo>
                <a:lnTo>
                  <a:pt x="3271" y="140664"/>
                </a:lnTo>
                <a:lnTo>
                  <a:pt x="3271" y="134122"/>
                </a:lnTo>
                <a:lnTo>
                  <a:pt x="0" y="134122"/>
                </a:lnTo>
                <a:lnTo>
                  <a:pt x="0" y="124308"/>
                </a:lnTo>
                <a:lnTo>
                  <a:pt x="3271" y="124308"/>
                </a:lnTo>
                <a:lnTo>
                  <a:pt x="3271" y="117766"/>
                </a:lnTo>
                <a:lnTo>
                  <a:pt x="6543" y="117766"/>
                </a:lnTo>
                <a:lnTo>
                  <a:pt x="6543" y="114494"/>
                </a:lnTo>
                <a:lnTo>
                  <a:pt x="9814" y="114494"/>
                </a:lnTo>
                <a:lnTo>
                  <a:pt x="9814" y="111223"/>
                </a:lnTo>
                <a:lnTo>
                  <a:pt x="16356" y="111223"/>
                </a:lnTo>
                <a:lnTo>
                  <a:pt x="16356" y="107952"/>
                </a:lnTo>
                <a:lnTo>
                  <a:pt x="62154" y="107952"/>
                </a:lnTo>
                <a:lnTo>
                  <a:pt x="62154" y="104681"/>
                </a:lnTo>
                <a:lnTo>
                  <a:pt x="58883" y="104681"/>
                </a:lnTo>
                <a:lnTo>
                  <a:pt x="58883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52340" y="98138"/>
                </a:lnTo>
                <a:lnTo>
                  <a:pt x="52340" y="91595"/>
                </a:lnTo>
                <a:lnTo>
                  <a:pt x="49069" y="91595"/>
                </a:lnTo>
                <a:lnTo>
                  <a:pt x="49069" y="81782"/>
                </a:lnTo>
                <a:lnTo>
                  <a:pt x="52340" y="81782"/>
                </a:lnTo>
                <a:lnTo>
                  <a:pt x="52340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58883" y="71968"/>
                </a:lnTo>
                <a:lnTo>
                  <a:pt x="58883" y="68697"/>
                </a:lnTo>
                <a:lnTo>
                  <a:pt x="65425" y="68697"/>
                </a:lnTo>
                <a:lnTo>
                  <a:pt x="65425" y="65425"/>
                </a:lnTo>
                <a:lnTo>
                  <a:pt x="91595" y="65425"/>
                </a:lnTo>
                <a:lnTo>
                  <a:pt x="91595" y="62154"/>
                </a:lnTo>
                <a:lnTo>
                  <a:pt x="88324" y="62154"/>
                </a:lnTo>
                <a:lnTo>
                  <a:pt x="88324" y="52340"/>
                </a:lnTo>
                <a:lnTo>
                  <a:pt x="91595" y="52340"/>
                </a:lnTo>
                <a:lnTo>
                  <a:pt x="91595" y="45798"/>
                </a:lnTo>
                <a:lnTo>
                  <a:pt x="94867" y="45798"/>
                </a:lnTo>
                <a:lnTo>
                  <a:pt x="94867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isible source SEC-093 inset-1 region 585">
            <a:extLst xmlns:a="http://schemas.openxmlformats.org/drawingml/2006/main">
              <a:ext uri="{FF2B5EF4-FFF2-40B4-BE49-F238E27FC236}">
                <a16:creationId xmlns:a16="http://schemas.microsoft.com/office/drawing/2014/main" id="{09059936-9DFC-45A5-AEB1-365E94E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083" y="2558293"/>
            <a:ext cx="78510" cy="42526"/>
          </a:xfrm>
          <a:custGeom xmlns:a="http://schemas.openxmlformats.org/drawingml/2006/main">
            <a:pathLst>
              <a:path w="7851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isible source SEC-093 inset-1 region 586">
            <a:extLst xmlns:a="http://schemas.openxmlformats.org/drawingml/2006/main">
              <a:ext uri="{FF2B5EF4-FFF2-40B4-BE49-F238E27FC236}">
                <a16:creationId xmlns:a16="http://schemas.microsoft.com/office/drawing/2014/main" id="{51EBB318-0F6B-4883-B456-03013C0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577" y="120726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isible source SEC-093 inset-1 region 587">
            <a:extLst xmlns:a="http://schemas.openxmlformats.org/drawingml/2006/main">
              <a:ext uri="{FF2B5EF4-FFF2-40B4-BE49-F238E27FC236}">
                <a16:creationId xmlns:a16="http://schemas.microsoft.com/office/drawing/2014/main" id="{0E8B44E8-589C-4F1E-B6FA-C294884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784" y="123343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isible source SEC-093 inset-1 region 588">
            <a:extLst xmlns:a="http://schemas.openxmlformats.org/drawingml/2006/main">
              <a:ext uri="{FF2B5EF4-FFF2-40B4-BE49-F238E27FC236}">
                <a16:creationId xmlns:a16="http://schemas.microsoft.com/office/drawing/2014/main" id="{3866669E-76AC-4162-AB7D-61502487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156" y="127268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isible source SEC-093 inset-1 region 589">
            <a:extLst xmlns:a="http://schemas.openxmlformats.org/drawingml/2006/main">
              <a:ext uri="{FF2B5EF4-FFF2-40B4-BE49-F238E27FC236}">
                <a16:creationId xmlns:a16="http://schemas.microsoft.com/office/drawing/2014/main" id="{D94DC1CF-AD7B-4FEE-AC1C-73EF3BFA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545" y="153765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isible source SEC-093 inset-1 region 590">
            <a:extLst xmlns:a="http://schemas.openxmlformats.org/drawingml/2006/main">
              <a:ext uri="{FF2B5EF4-FFF2-40B4-BE49-F238E27FC236}">
                <a16:creationId xmlns:a16="http://schemas.microsoft.com/office/drawing/2014/main" id="{F842C8CD-6EE4-43B7-8E55-66AB7E5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678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isible source SEC-093 inset-1 region 591">
            <a:extLst xmlns:a="http://schemas.openxmlformats.org/drawingml/2006/main">
              <a:ext uri="{FF2B5EF4-FFF2-40B4-BE49-F238E27FC236}">
                <a16:creationId xmlns:a16="http://schemas.microsoft.com/office/drawing/2014/main" id="{6927173E-D09C-4202-8849-B2517F9C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18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isible source SEC-093 inset-1 region 592">
            <a:extLst xmlns:a="http://schemas.openxmlformats.org/drawingml/2006/main">
              <a:ext uri="{FF2B5EF4-FFF2-40B4-BE49-F238E27FC236}">
                <a16:creationId xmlns:a16="http://schemas.microsoft.com/office/drawing/2014/main" id="{F13B6E0D-2D5B-49D5-B3CD-C22E73F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609" y="1635796"/>
            <a:ext cx="62154" cy="55612"/>
          </a:xfrm>
          <a:custGeom xmlns:a="http://schemas.openxmlformats.org/drawingml/2006/main">
            <a:pathLst>
              <a:path w="62154" h="55612">
                <a:moveTo>
                  <a:pt x="9814" y="19628"/>
                </a:move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19628" y="13085"/>
                </a:lnTo>
                <a:lnTo>
                  <a:pt x="19628" y="9814"/>
                </a:lnTo>
                <a:lnTo>
                  <a:pt x="22899" y="9814"/>
                </a:lnTo>
                <a:lnTo>
                  <a:pt x="22899" y="6543"/>
                </a:ln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9069" y="39255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49069"/>
                </a:lnTo>
                <a:lnTo>
                  <a:pt x="42526" y="49069"/>
                </a:lnTo>
                <a:lnTo>
                  <a:pt x="42526" y="52340"/>
                </a:lnTo>
                <a:lnTo>
                  <a:pt x="35984" y="52340"/>
                </a:lnTo>
                <a:lnTo>
                  <a:pt x="3598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isible source SEC-093 inset-1 region 593">
            <a:extLst xmlns:a="http://schemas.openxmlformats.org/drawingml/2006/main">
              <a:ext uri="{FF2B5EF4-FFF2-40B4-BE49-F238E27FC236}">
                <a16:creationId xmlns:a16="http://schemas.microsoft.com/office/drawing/2014/main" id="{F29019D0-7964-475C-9E19-54F94A9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731" y="1665238"/>
            <a:ext cx="173377" cy="147207"/>
          </a:xfrm>
          <a:custGeom xmlns:a="http://schemas.openxmlformats.org/drawingml/2006/main">
            <a:pathLst>
              <a:path w="173377" h="147207">
                <a:moveTo>
                  <a:pt x="104681" y="3271"/>
                </a:moveTo>
                <a:lnTo>
                  <a:pt x="111223" y="3271"/>
                </a:lnTo>
                <a:lnTo>
                  <a:pt x="111223" y="0"/>
                </a:lnTo>
                <a:lnTo>
                  <a:pt x="121037" y="0"/>
                </a:lnTo>
                <a:lnTo>
                  <a:pt x="121037" y="3271"/>
                </a:lnTo>
                <a:lnTo>
                  <a:pt x="127579" y="3271"/>
                </a:lnTo>
                <a:lnTo>
                  <a:pt x="127579" y="6543"/>
                </a:lnTo>
                <a:lnTo>
                  <a:pt x="130851" y="6543"/>
                </a:lnTo>
                <a:lnTo>
                  <a:pt x="130851" y="9814"/>
                </a:lnTo>
                <a:lnTo>
                  <a:pt x="134122" y="9814"/>
                </a:lnTo>
                <a:lnTo>
                  <a:pt x="134122" y="6543"/>
                </a:lnTo>
                <a:lnTo>
                  <a:pt x="137393" y="6543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6356"/>
                </a:lnTo>
                <a:lnTo>
                  <a:pt x="173377" y="16356"/>
                </a:lnTo>
                <a:lnTo>
                  <a:pt x="173377" y="26170"/>
                </a:lnTo>
                <a:lnTo>
                  <a:pt x="170106" y="26170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43936" y="42526"/>
                </a:lnTo>
                <a:lnTo>
                  <a:pt x="143936" y="39255"/>
                </a:lnTo>
                <a:lnTo>
                  <a:pt x="137393" y="39255"/>
                </a:lnTo>
                <a:lnTo>
                  <a:pt x="137393" y="35984"/>
                </a:lnTo>
                <a:lnTo>
                  <a:pt x="134122" y="35984"/>
                </a:lnTo>
                <a:lnTo>
                  <a:pt x="134122" y="32713"/>
                </a:lnTo>
                <a:lnTo>
                  <a:pt x="130851" y="32713"/>
                </a:lnTo>
                <a:lnTo>
                  <a:pt x="130851" y="35984"/>
                </a:lnTo>
                <a:lnTo>
                  <a:pt x="127579" y="35984"/>
                </a:lnTo>
                <a:lnTo>
                  <a:pt x="127579" y="39255"/>
                </a:lnTo>
                <a:lnTo>
                  <a:pt x="124308" y="39255"/>
                </a:lnTo>
                <a:lnTo>
                  <a:pt x="124308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104681" y="52340"/>
                </a:lnTo>
                <a:lnTo>
                  <a:pt x="104681" y="55612"/>
                </a:lnTo>
                <a:lnTo>
                  <a:pt x="107952" y="55612"/>
                </a:lnTo>
                <a:lnTo>
                  <a:pt x="107952" y="58883"/>
                </a:lnTo>
                <a:lnTo>
                  <a:pt x="111223" y="58883"/>
                </a:lnTo>
                <a:lnTo>
                  <a:pt x="111223" y="65425"/>
                </a:lnTo>
                <a:lnTo>
                  <a:pt x="114494" y="65425"/>
                </a:lnTo>
                <a:lnTo>
                  <a:pt x="114494" y="75239"/>
                </a:lnTo>
                <a:lnTo>
                  <a:pt x="111223" y="75239"/>
                </a:lnTo>
                <a:lnTo>
                  <a:pt x="111223" y="81782"/>
                </a:lnTo>
                <a:lnTo>
                  <a:pt x="107952" y="81782"/>
                </a:lnTo>
                <a:lnTo>
                  <a:pt x="107952" y="85053"/>
                </a:lnTo>
                <a:lnTo>
                  <a:pt x="104681" y="85053"/>
                </a:lnTo>
                <a:lnTo>
                  <a:pt x="104681" y="88324"/>
                </a:lnTo>
                <a:lnTo>
                  <a:pt x="98138" y="88324"/>
                </a:lnTo>
                <a:lnTo>
                  <a:pt x="98138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81782" y="94867"/>
                </a:lnTo>
                <a:lnTo>
                  <a:pt x="81782" y="104681"/>
                </a:lnTo>
                <a:lnTo>
                  <a:pt x="78510" y="104681"/>
                </a:lnTo>
                <a:lnTo>
                  <a:pt x="78510" y="114494"/>
                </a:lnTo>
                <a:lnTo>
                  <a:pt x="81782" y="114494"/>
                </a:lnTo>
                <a:lnTo>
                  <a:pt x="81782" y="121037"/>
                </a:lnTo>
                <a:lnTo>
                  <a:pt x="85053" y="121037"/>
                </a:lnTo>
                <a:lnTo>
                  <a:pt x="85053" y="130851"/>
                </a:lnTo>
                <a:lnTo>
                  <a:pt x="81782" y="130851"/>
                </a:lnTo>
                <a:lnTo>
                  <a:pt x="81782" y="137393"/>
                </a:lnTo>
                <a:lnTo>
                  <a:pt x="78510" y="137393"/>
                </a:lnTo>
                <a:lnTo>
                  <a:pt x="78510" y="140664"/>
                </a:lnTo>
                <a:lnTo>
                  <a:pt x="75239" y="140664"/>
                </a:lnTo>
                <a:lnTo>
                  <a:pt x="75239" y="143936"/>
                </a:lnTo>
                <a:lnTo>
                  <a:pt x="68697" y="143936"/>
                </a:lnTo>
                <a:lnTo>
                  <a:pt x="68697" y="147207"/>
                </a:lnTo>
                <a:lnTo>
                  <a:pt x="45798" y="147207"/>
                </a:lnTo>
                <a:lnTo>
                  <a:pt x="45798" y="143936"/>
                </a:lnTo>
                <a:lnTo>
                  <a:pt x="39255" y="143936"/>
                </a:lnTo>
                <a:lnTo>
                  <a:pt x="39255" y="140664"/>
                </a:lnTo>
                <a:lnTo>
                  <a:pt x="35984" y="140664"/>
                </a:lnTo>
                <a:lnTo>
                  <a:pt x="35984" y="137393"/>
                </a:lnTo>
                <a:lnTo>
                  <a:pt x="32713" y="137393"/>
                </a:lnTo>
                <a:lnTo>
                  <a:pt x="32713" y="130851"/>
                </a:lnTo>
                <a:lnTo>
                  <a:pt x="29441" y="130851"/>
                </a:lnTo>
                <a:lnTo>
                  <a:pt x="29441" y="121037"/>
                </a:lnTo>
                <a:lnTo>
                  <a:pt x="32713" y="121037"/>
                </a:lnTo>
                <a:lnTo>
                  <a:pt x="32713" y="117766"/>
                </a:lnTo>
                <a:lnTo>
                  <a:pt x="26170" y="117766"/>
                </a:lnTo>
                <a:lnTo>
                  <a:pt x="26170" y="121037"/>
                </a:lnTo>
                <a:lnTo>
                  <a:pt x="16356" y="121037"/>
                </a:lnTo>
                <a:lnTo>
                  <a:pt x="16356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4681"/>
                </a:lnTo>
                <a:lnTo>
                  <a:pt x="0" y="104681"/>
                </a:lnTo>
                <a:lnTo>
                  <a:pt x="0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26170" y="78510"/>
                </a:lnTo>
                <a:lnTo>
                  <a:pt x="26170" y="81782"/>
                </a:lnTo>
                <a:lnTo>
                  <a:pt x="32713" y="81782"/>
                </a:lnTo>
                <a:lnTo>
                  <a:pt x="32713" y="85053"/>
                </a:lnTo>
                <a:lnTo>
                  <a:pt x="35984" y="85053"/>
                </a:lnTo>
                <a:lnTo>
                  <a:pt x="35984" y="88324"/>
                </a:lnTo>
                <a:lnTo>
                  <a:pt x="39255" y="88324"/>
                </a:lnTo>
                <a:lnTo>
                  <a:pt x="39255" y="94867"/>
                </a:lnTo>
                <a:lnTo>
                  <a:pt x="42526" y="94867"/>
                </a:lnTo>
                <a:lnTo>
                  <a:pt x="42526" y="88324"/>
                </a:lnTo>
                <a:lnTo>
                  <a:pt x="45798" y="88324"/>
                </a:lnTo>
                <a:lnTo>
                  <a:pt x="45798" y="85053"/>
                </a:lnTo>
                <a:lnTo>
                  <a:pt x="49069" y="85053"/>
                </a:lnTo>
                <a:lnTo>
                  <a:pt x="49069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62154" y="78510"/>
                </a:lnTo>
                <a:lnTo>
                  <a:pt x="62154" y="75239"/>
                </a:lnTo>
                <a:lnTo>
                  <a:pt x="58883" y="75239"/>
                </a:lnTo>
                <a:lnTo>
                  <a:pt x="58883" y="65425"/>
                </a:lnTo>
                <a:lnTo>
                  <a:pt x="62154" y="65425"/>
                </a:lnTo>
                <a:lnTo>
                  <a:pt x="62154" y="58883"/>
                </a:lnTo>
                <a:lnTo>
                  <a:pt x="65425" y="58883"/>
                </a:lnTo>
                <a:lnTo>
                  <a:pt x="65425" y="55612"/>
                </a:lnTo>
                <a:lnTo>
                  <a:pt x="68697" y="55612"/>
                </a:lnTo>
                <a:lnTo>
                  <a:pt x="68697" y="52340"/>
                </a:lnTo>
                <a:lnTo>
                  <a:pt x="62154" y="52340"/>
                </a:lnTo>
                <a:lnTo>
                  <a:pt x="62154" y="49069"/>
                </a:lnTo>
                <a:lnTo>
                  <a:pt x="55612" y="49069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49069" y="42526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26170"/>
                </a:lnTo>
                <a:lnTo>
                  <a:pt x="49069" y="26170"/>
                </a:lnTo>
                <a:lnTo>
                  <a:pt x="49069" y="19628"/>
                </a:lnTo>
                <a:lnTo>
                  <a:pt x="52340" y="19628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13085"/>
                </a:lnTo>
                <a:lnTo>
                  <a:pt x="62154" y="13085"/>
                </a:lnTo>
                <a:lnTo>
                  <a:pt x="62154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8510" y="13085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19628"/>
                </a:lnTo>
                <a:lnTo>
                  <a:pt x="85053" y="19628"/>
                </a:lnTo>
                <a:lnTo>
                  <a:pt x="85053" y="26170"/>
                </a:lnTo>
                <a:lnTo>
                  <a:pt x="88324" y="26170"/>
                </a:lnTo>
                <a:lnTo>
                  <a:pt x="88324" y="19628"/>
                </a:lnTo>
                <a:lnTo>
                  <a:pt x="91595" y="19628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13085"/>
                </a:lnTo>
                <a:lnTo>
                  <a:pt x="98138" y="13085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3271"/>
                </a:lnTo>
                <a:close/>
                <a:moveTo>
                  <a:pt x="71968" y="52340"/>
                </a:moveTo>
                <a:lnTo>
                  <a:pt x="75239" y="52340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close/>
                <a:moveTo>
                  <a:pt x="91595" y="45798"/>
                </a:moveTo>
                <a:lnTo>
                  <a:pt x="91595" y="42526"/>
                </a:lnTo>
                <a:lnTo>
                  <a:pt x="88324" y="42526"/>
                </a:lnTo>
                <a:lnTo>
                  <a:pt x="88324" y="35984"/>
                </a:lnTo>
                <a:lnTo>
                  <a:pt x="85053" y="35984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5053" y="49069"/>
                </a:lnTo>
                <a:lnTo>
                  <a:pt x="85053" y="52340"/>
                </a:lnTo>
                <a:lnTo>
                  <a:pt x="88324" y="52340"/>
                </a:lnTo>
                <a:lnTo>
                  <a:pt x="88324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91595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isible source SEC-093 inset-1 region 594">
            <a:extLst xmlns:a="http://schemas.openxmlformats.org/drawingml/2006/main">
              <a:ext uri="{FF2B5EF4-FFF2-40B4-BE49-F238E27FC236}">
                <a16:creationId xmlns:a16="http://schemas.microsoft.com/office/drawing/2014/main" id="{B38C47A2-8935-4DCD-A12E-5D5CF53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067" y="1714307"/>
            <a:ext cx="45798" cy="42526"/>
          </a:xfrm>
          <a:custGeom xmlns:a="http://schemas.openxmlformats.org/drawingml/2006/main">
            <a:pathLst>
              <a:path w="45798" h="42526">
                <a:moveTo>
                  <a:pt x="39255" y="6543"/>
                </a:move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isible source SEC-093 inset-1 region 595">
            <a:extLst xmlns:a="http://schemas.openxmlformats.org/drawingml/2006/main">
              <a:ext uri="{FF2B5EF4-FFF2-40B4-BE49-F238E27FC236}">
                <a16:creationId xmlns:a16="http://schemas.microsoft.com/office/drawing/2014/main" id="{6923EDCA-335C-4662-A40A-E1B7C22A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407" y="1779732"/>
            <a:ext cx="78510" cy="42526"/>
          </a:xfrm>
          <a:custGeom xmlns:a="http://schemas.openxmlformats.org/drawingml/2006/main">
            <a:pathLst>
              <a:path w="78510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isible source SEC-093 inset-1 region 596">
            <a:extLst xmlns:a="http://schemas.openxmlformats.org/drawingml/2006/main">
              <a:ext uri="{FF2B5EF4-FFF2-40B4-BE49-F238E27FC236}">
                <a16:creationId xmlns:a16="http://schemas.microsoft.com/office/drawing/2014/main" id="{C99C3401-7819-4148-80C5-A579A830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598" y="1783003"/>
            <a:ext cx="127579" cy="49069"/>
          </a:xfrm>
          <a:custGeom xmlns:a="http://schemas.openxmlformats.org/drawingml/2006/main">
            <a:pathLst>
              <a:path w="127579" h="49069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8697" y="9814"/>
                </a:lnTo>
                <a:lnTo>
                  <a:pt x="68697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5053" y="9814"/>
                </a:lnTo>
                <a:lnTo>
                  <a:pt x="85053" y="13085"/>
                </a:lnTo>
                <a:lnTo>
                  <a:pt x="88324" y="13085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13085"/>
                </a:lnTo>
                <a:lnTo>
                  <a:pt x="94867" y="13085"/>
                </a:lnTo>
                <a:lnTo>
                  <a:pt x="94867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2899"/>
                </a:lnTo>
                <a:lnTo>
                  <a:pt x="127579" y="22899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01409" y="49069"/>
                </a:lnTo>
                <a:lnTo>
                  <a:pt x="101409" y="45798"/>
                </a:lnTo>
                <a:lnTo>
                  <a:pt x="94867" y="45798"/>
                </a:lnTo>
                <a:lnTo>
                  <a:pt x="94867" y="42526"/>
                </a:lnTo>
                <a:lnTo>
                  <a:pt x="91595" y="42526"/>
                </a:lnTo>
                <a:lnTo>
                  <a:pt x="91595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85053" y="42526"/>
                </a:lnTo>
                <a:lnTo>
                  <a:pt x="85053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68697" y="49069"/>
                </a:lnTo>
                <a:lnTo>
                  <a:pt x="68697" y="45798"/>
                </a:lnTo>
                <a:lnTo>
                  <a:pt x="62154" y="45798"/>
                </a:lnTo>
                <a:lnTo>
                  <a:pt x="62154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isible source SEC-093 inset-1 region 597">
            <a:extLst xmlns:a="http://schemas.openxmlformats.org/drawingml/2006/main">
              <a:ext uri="{FF2B5EF4-FFF2-40B4-BE49-F238E27FC236}">
                <a16:creationId xmlns:a16="http://schemas.microsoft.com/office/drawing/2014/main" id="{5EE04CF0-2181-456D-AE43-5633EEA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609" y="1845157"/>
            <a:ext cx="81782" cy="55612"/>
          </a:xfrm>
          <a:custGeom xmlns:a="http://schemas.openxmlformats.org/drawingml/2006/main">
            <a:pathLst>
              <a:path w="81782" h="55612">
                <a:moveTo>
                  <a:pt x="6543" y="19628"/>
                </a:moveTo>
                <a:lnTo>
                  <a:pt x="9814" y="19628"/>
                </a:lnTo>
                <a:lnTo>
                  <a:pt x="9814" y="16356"/>
                </a:lnTo>
                <a:lnTo>
                  <a:pt x="13085" y="16356"/>
                </a:lnTo>
                <a:lnTo>
                  <a:pt x="13085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19628" y="9814"/>
                </a:lnTo>
                <a:lnTo>
                  <a:pt x="19628" y="6543"/>
                </a:lnTo>
                <a:lnTo>
                  <a:pt x="22899" y="6543"/>
                </a:lnTo>
                <a:lnTo>
                  <a:pt x="22899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71968" y="16356"/>
                </a:lnTo>
                <a:lnTo>
                  <a:pt x="71968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29441"/>
                </a:lnTo>
                <a:lnTo>
                  <a:pt x="81782" y="29441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2526" y="52340"/>
                </a:lnTo>
                <a:lnTo>
                  <a:pt x="42526" y="55612"/>
                </a:lnTo>
                <a:lnTo>
                  <a:pt x="32713" y="55612"/>
                </a:lnTo>
                <a:lnTo>
                  <a:pt x="32713" y="52340"/>
                </a:lnTo>
                <a:lnTo>
                  <a:pt x="26170" y="52340"/>
                </a:lnTo>
                <a:lnTo>
                  <a:pt x="26170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isible source SEC-093 inset-1 region 598">
            <a:extLst xmlns:a="http://schemas.openxmlformats.org/drawingml/2006/main">
              <a:ext uri="{FF2B5EF4-FFF2-40B4-BE49-F238E27FC236}">
                <a16:creationId xmlns:a16="http://schemas.microsoft.com/office/drawing/2014/main" id="{3B090F4D-40E6-4AF6-BFBD-EB7EF3E4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800" y="1894226"/>
            <a:ext cx="68697" cy="85053"/>
          </a:xfrm>
          <a:custGeom xmlns:a="http://schemas.openxmlformats.org/drawingml/2006/main">
            <a:pathLst>
              <a:path w="68697" h="8505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52340" y="42526"/>
                </a:lnTo>
                <a:lnTo>
                  <a:pt x="52340" y="45798"/>
                </a:lnTo>
                <a:lnTo>
                  <a:pt x="58883" y="45798"/>
                </a:lnTo>
                <a:lnTo>
                  <a:pt x="58883" y="49069"/>
                </a:lnTo>
                <a:lnTo>
                  <a:pt x="62154" y="49069"/>
                </a:lnTo>
                <a:lnTo>
                  <a:pt x="62154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68697" y="55612"/>
                </a:lnTo>
                <a:lnTo>
                  <a:pt x="68697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78510"/>
                </a:lnTo>
                <a:lnTo>
                  <a:pt x="58883" y="78510"/>
                </a:lnTo>
                <a:lnTo>
                  <a:pt x="58883" y="81782"/>
                </a:lnTo>
                <a:lnTo>
                  <a:pt x="55612" y="81782"/>
                </a:lnTo>
                <a:lnTo>
                  <a:pt x="55612" y="85053"/>
                </a:lnTo>
                <a:lnTo>
                  <a:pt x="35984" y="85053"/>
                </a:lnTo>
                <a:lnTo>
                  <a:pt x="35984" y="81782"/>
                </a:lnTo>
                <a:lnTo>
                  <a:pt x="29441" y="81782"/>
                </a:lnTo>
                <a:lnTo>
                  <a:pt x="29441" y="78510"/>
                </a:lnTo>
                <a:lnTo>
                  <a:pt x="26170" y="78510"/>
                </a:lnTo>
                <a:lnTo>
                  <a:pt x="26170" y="75239"/>
                </a:lnTo>
                <a:lnTo>
                  <a:pt x="22899" y="75239"/>
                </a:lnTo>
                <a:lnTo>
                  <a:pt x="22899" y="68697"/>
                </a:lnTo>
                <a:lnTo>
                  <a:pt x="19628" y="68697"/>
                </a:lnTo>
                <a:lnTo>
                  <a:pt x="19628" y="58883"/>
                </a:lnTo>
                <a:lnTo>
                  <a:pt x="22899" y="58883"/>
                </a:lnTo>
                <a:lnTo>
                  <a:pt x="22899" y="52340"/>
                </a:lnTo>
                <a:lnTo>
                  <a:pt x="26170" y="52340"/>
                </a:lnTo>
                <a:lnTo>
                  <a:pt x="26170" y="49069"/>
                </a:lnTo>
                <a:lnTo>
                  <a:pt x="29441" y="49069"/>
                </a:lnTo>
                <a:lnTo>
                  <a:pt x="29441" y="45798"/>
                </a:lnTo>
                <a:lnTo>
                  <a:pt x="35984" y="45798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isible source SEC-093 inset-1 region 599">
            <a:extLst xmlns:a="http://schemas.openxmlformats.org/drawingml/2006/main">
              <a:ext uri="{FF2B5EF4-FFF2-40B4-BE49-F238E27FC236}">
                <a16:creationId xmlns:a16="http://schemas.microsoft.com/office/drawing/2014/main" id="{62CF998D-2D67-4731-B48A-82D33C8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18" y="1943295"/>
            <a:ext cx="117766" cy="75239"/>
          </a:xfrm>
          <a:custGeom xmlns:a="http://schemas.openxmlformats.org/drawingml/2006/main">
            <a:pathLst>
              <a:path w="117766" h="75239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85053" y="6543"/>
                </a:lnTo>
                <a:lnTo>
                  <a:pt x="85053" y="9814"/>
                </a:lnTo>
                <a:lnTo>
                  <a:pt x="91595" y="9814"/>
                </a:lnTo>
                <a:lnTo>
                  <a:pt x="91595" y="13085"/>
                </a:lnTo>
                <a:lnTo>
                  <a:pt x="94867" y="13085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22899"/>
                </a:lnTo>
                <a:lnTo>
                  <a:pt x="101409" y="22899"/>
                </a:lnTo>
                <a:lnTo>
                  <a:pt x="101409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49069"/>
                </a:lnTo>
                <a:lnTo>
                  <a:pt x="117766" y="49069"/>
                </a:lnTo>
                <a:lnTo>
                  <a:pt x="117766" y="58883"/>
                </a:lnTo>
                <a:lnTo>
                  <a:pt x="114494" y="58883"/>
                </a:lnTo>
                <a:lnTo>
                  <a:pt x="114494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107952" y="68697"/>
                </a:lnTo>
                <a:lnTo>
                  <a:pt x="107952" y="71968"/>
                </a:lnTo>
                <a:lnTo>
                  <a:pt x="101409" y="71968"/>
                </a:lnTo>
                <a:lnTo>
                  <a:pt x="101409" y="75239"/>
                </a:lnTo>
                <a:lnTo>
                  <a:pt x="68697" y="75239"/>
                </a:lnTo>
                <a:lnTo>
                  <a:pt x="68697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5612" y="65425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45798"/>
                </a:lnTo>
                <a:lnTo>
                  <a:pt x="45798" y="45798"/>
                </a:lnTo>
                <a:lnTo>
                  <a:pt x="45798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isible source SEC-093 inset-1 region 600">
            <a:extLst xmlns:a="http://schemas.openxmlformats.org/drawingml/2006/main">
              <a:ext uri="{FF2B5EF4-FFF2-40B4-BE49-F238E27FC236}">
                <a16:creationId xmlns:a16="http://schemas.microsoft.com/office/drawing/2014/main" id="{B5441D5A-9373-4B40-BF3E-EBBBE78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391" y="1995636"/>
            <a:ext cx="91595" cy="78510"/>
          </a:xfrm>
          <a:custGeom xmlns:a="http://schemas.openxmlformats.org/drawingml/2006/main">
            <a:pathLst>
              <a:path w="91595" h="78510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42526" y="39255"/>
                </a:lnTo>
                <a:lnTo>
                  <a:pt x="42526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85053" y="42526"/>
                </a:lnTo>
                <a:lnTo>
                  <a:pt x="85053" y="45798"/>
                </a:lnTo>
                <a:lnTo>
                  <a:pt x="88324" y="45798"/>
                </a:lnTo>
                <a:lnTo>
                  <a:pt x="88324" y="52340"/>
                </a:lnTo>
                <a:lnTo>
                  <a:pt x="91595" y="52340"/>
                </a:lnTo>
                <a:lnTo>
                  <a:pt x="91595" y="62154"/>
                </a:lnTo>
                <a:lnTo>
                  <a:pt x="88324" y="62154"/>
                </a:lnTo>
                <a:lnTo>
                  <a:pt x="88324" y="68697"/>
                </a:lnTo>
                <a:lnTo>
                  <a:pt x="85053" y="68697"/>
                </a:lnTo>
                <a:lnTo>
                  <a:pt x="85053" y="71968"/>
                </a:lnTo>
                <a:lnTo>
                  <a:pt x="81782" y="71968"/>
                </a:lnTo>
                <a:lnTo>
                  <a:pt x="81782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42526" y="78510"/>
                </a:lnTo>
                <a:lnTo>
                  <a:pt x="42526" y="75239"/>
                </a:lnTo>
                <a:lnTo>
                  <a:pt x="32713" y="75239"/>
                </a:lnTo>
                <a:lnTo>
                  <a:pt x="32713" y="78510"/>
                </a:lnTo>
                <a:lnTo>
                  <a:pt x="22899" y="78510"/>
                </a:lnTo>
                <a:lnTo>
                  <a:pt x="22899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13085" y="71968"/>
                </a:lnTo>
                <a:lnTo>
                  <a:pt x="13085" y="68697"/>
                </a:lnTo>
                <a:lnTo>
                  <a:pt x="9814" y="68697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isible source SEC-093 inset-1 region 601">
            <a:extLst xmlns:a="http://schemas.openxmlformats.org/drawingml/2006/main">
              <a:ext uri="{FF2B5EF4-FFF2-40B4-BE49-F238E27FC236}">
                <a16:creationId xmlns:a16="http://schemas.microsoft.com/office/drawing/2014/main" id="{72CDD753-7AB8-4539-91D9-6BBCA3BB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80" y="2051247"/>
            <a:ext cx="127579" cy="68697"/>
          </a:xfrm>
          <a:custGeom xmlns:a="http://schemas.openxmlformats.org/drawingml/2006/main">
            <a:pathLst>
              <a:path w="127579" h="68697">
                <a:moveTo>
                  <a:pt x="6543" y="16356"/>
                </a:moveTo>
                <a:lnTo>
                  <a:pt x="9814" y="16356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32713" y="0"/>
                </a:lnTo>
                <a:lnTo>
                  <a:pt x="32713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26170"/>
                </a:lnTo>
                <a:lnTo>
                  <a:pt x="111223" y="26170"/>
                </a:lnTo>
                <a:lnTo>
                  <a:pt x="111223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24308" y="35984"/>
                </a:lnTo>
                <a:lnTo>
                  <a:pt x="124308" y="42526"/>
                </a:lnTo>
                <a:lnTo>
                  <a:pt x="127579" y="42526"/>
                </a:lnTo>
                <a:lnTo>
                  <a:pt x="127579" y="52340"/>
                </a:lnTo>
                <a:lnTo>
                  <a:pt x="124308" y="52340"/>
                </a:lnTo>
                <a:lnTo>
                  <a:pt x="124308" y="58883"/>
                </a:lnTo>
                <a:lnTo>
                  <a:pt x="121037" y="58883"/>
                </a:lnTo>
                <a:lnTo>
                  <a:pt x="121037" y="62154"/>
                </a:lnTo>
                <a:lnTo>
                  <a:pt x="117766" y="62154"/>
                </a:lnTo>
                <a:lnTo>
                  <a:pt x="117766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62154" y="68697"/>
                </a:lnTo>
                <a:lnTo>
                  <a:pt x="62154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isible source SEC-093 inset-1 region 602">
            <a:extLst xmlns:a="http://schemas.openxmlformats.org/drawingml/2006/main">
              <a:ext uri="{FF2B5EF4-FFF2-40B4-BE49-F238E27FC236}">
                <a16:creationId xmlns:a16="http://schemas.microsoft.com/office/drawing/2014/main" id="{99D84CCF-DE97-4A38-B03C-B91A0C33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407" y="2090502"/>
            <a:ext cx="245345" cy="163563"/>
          </a:xfrm>
          <a:custGeom xmlns:a="http://schemas.openxmlformats.org/drawingml/2006/main">
            <a:pathLst>
              <a:path w="245345" h="163563">
                <a:moveTo>
                  <a:pt x="140664" y="52340"/>
                </a:moveTo>
                <a:lnTo>
                  <a:pt x="137393" y="52340"/>
                </a:lnTo>
                <a:lnTo>
                  <a:pt x="137393" y="42526"/>
                </a:lnTo>
                <a:lnTo>
                  <a:pt x="140664" y="42526"/>
                </a:lnTo>
                <a:lnTo>
                  <a:pt x="140664" y="35984"/>
                </a:lnTo>
                <a:lnTo>
                  <a:pt x="143936" y="35984"/>
                </a:lnTo>
                <a:lnTo>
                  <a:pt x="143936" y="32713"/>
                </a:lnTo>
                <a:lnTo>
                  <a:pt x="147207" y="32713"/>
                </a:lnTo>
                <a:lnTo>
                  <a:pt x="147207" y="29441"/>
                </a:lnTo>
                <a:lnTo>
                  <a:pt x="153750" y="29441"/>
                </a:lnTo>
                <a:lnTo>
                  <a:pt x="153750" y="26170"/>
                </a:lnTo>
                <a:lnTo>
                  <a:pt x="173377" y="26170"/>
                </a:lnTo>
                <a:lnTo>
                  <a:pt x="173377" y="29441"/>
                </a:lnTo>
                <a:lnTo>
                  <a:pt x="179920" y="29441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28989" y="0"/>
                </a:lnTo>
                <a:lnTo>
                  <a:pt x="228989" y="3271"/>
                </a:lnTo>
                <a:lnTo>
                  <a:pt x="235531" y="3271"/>
                </a:lnTo>
                <a:lnTo>
                  <a:pt x="235531" y="6543"/>
                </a:lnTo>
                <a:lnTo>
                  <a:pt x="238802" y="6543"/>
                </a:lnTo>
                <a:lnTo>
                  <a:pt x="238802" y="9814"/>
                </a:lnTo>
                <a:lnTo>
                  <a:pt x="242074" y="9814"/>
                </a:lnTo>
                <a:lnTo>
                  <a:pt x="242074" y="16356"/>
                </a:lnTo>
                <a:lnTo>
                  <a:pt x="245345" y="16356"/>
                </a:lnTo>
                <a:lnTo>
                  <a:pt x="245345" y="26170"/>
                </a:lnTo>
                <a:lnTo>
                  <a:pt x="242074" y="26170"/>
                </a:lnTo>
                <a:lnTo>
                  <a:pt x="242074" y="32713"/>
                </a:lnTo>
                <a:lnTo>
                  <a:pt x="238802" y="32713"/>
                </a:lnTo>
                <a:lnTo>
                  <a:pt x="238802" y="35984"/>
                </a:lnTo>
                <a:lnTo>
                  <a:pt x="235531" y="35984"/>
                </a:lnTo>
                <a:lnTo>
                  <a:pt x="235531" y="39255"/>
                </a:lnTo>
                <a:lnTo>
                  <a:pt x="228989" y="39255"/>
                </a:lnTo>
                <a:lnTo>
                  <a:pt x="228989" y="42526"/>
                </a:lnTo>
                <a:lnTo>
                  <a:pt x="219175" y="42526"/>
                </a:lnTo>
                <a:lnTo>
                  <a:pt x="219175" y="55612"/>
                </a:lnTo>
                <a:lnTo>
                  <a:pt x="215904" y="55612"/>
                </a:lnTo>
                <a:lnTo>
                  <a:pt x="215904" y="58883"/>
                </a:lnTo>
                <a:lnTo>
                  <a:pt x="212632" y="58883"/>
                </a:lnTo>
                <a:lnTo>
                  <a:pt x="212632" y="62154"/>
                </a:lnTo>
                <a:lnTo>
                  <a:pt x="209361" y="62154"/>
                </a:lnTo>
                <a:lnTo>
                  <a:pt x="209361" y="65425"/>
                </a:lnTo>
                <a:lnTo>
                  <a:pt x="206090" y="65425"/>
                </a:lnTo>
                <a:lnTo>
                  <a:pt x="206090" y="68697"/>
                </a:lnTo>
                <a:lnTo>
                  <a:pt x="199547" y="68697"/>
                </a:lnTo>
                <a:lnTo>
                  <a:pt x="199547" y="71968"/>
                </a:lnTo>
                <a:lnTo>
                  <a:pt x="202818" y="71968"/>
                </a:lnTo>
                <a:lnTo>
                  <a:pt x="202818" y="75239"/>
                </a:lnTo>
                <a:lnTo>
                  <a:pt x="206090" y="75239"/>
                </a:lnTo>
                <a:lnTo>
                  <a:pt x="206090" y="81782"/>
                </a:lnTo>
                <a:lnTo>
                  <a:pt x="209361" y="81782"/>
                </a:lnTo>
                <a:lnTo>
                  <a:pt x="209361" y="91595"/>
                </a:lnTo>
                <a:lnTo>
                  <a:pt x="206090" y="91595"/>
                </a:lnTo>
                <a:lnTo>
                  <a:pt x="206090" y="98138"/>
                </a:lnTo>
                <a:lnTo>
                  <a:pt x="202818" y="98138"/>
                </a:lnTo>
                <a:lnTo>
                  <a:pt x="202818" y="101409"/>
                </a:lnTo>
                <a:lnTo>
                  <a:pt x="199547" y="101409"/>
                </a:lnTo>
                <a:lnTo>
                  <a:pt x="199547" y="104681"/>
                </a:lnTo>
                <a:lnTo>
                  <a:pt x="193005" y="104681"/>
                </a:lnTo>
                <a:lnTo>
                  <a:pt x="193005" y="107952"/>
                </a:lnTo>
                <a:lnTo>
                  <a:pt x="170106" y="107952"/>
                </a:lnTo>
                <a:lnTo>
                  <a:pt x="170106" y="117766"/>
                </a:lnTo>
                <a:lnTo>
                  <a:pt x="166835" y="117766"/>
                </a:lnTo>
                <a:lnTo>
                  <a:pt x="166835" y="121037"/>
                </a:lnTo>
                <a:lnTo>
                  <a:pt x="163563" y="121037"/>
                </a:lnTo>
                <a:lnTo>
                  <a:pt x="163563" y="124308"/>
                </a:lnTo>
                <a:lnTo>
                  <a:pt x="160292" y="124308"/>
                </a:lnTo>
                <a:lnTo>
                  <a:pt x="160292" y="127579"/>
                </a:lnTo>
                <a:lnTo>
                  <a:pt x="153750" y="127579"/>
                </a:lnTo>
                <a:lnTo>
                  <a:pt x="153750" y="130851"/>
                </a:lnTo>
                <a:lnTo>
                  <a:pt x="117766" y="130851"/>
                </a:lnTo>
                <a:lnTo>
                  <a:pt x="117766" y="127579"/>
                </a:lnTo>
                <a:lnTo>
                  <a:pt x="111223" y="127579"/>
                </a:lnTo>
                <a:lnTo>
                  <a:pt x="111223" y="130851"/>
                </a:lnTo>
                <a:lnTo>
                  <a:pt x="71968" y="130851"/>
                </a:lnTo>
                <a:lnTo>
                  <a:pt x="71968" y="137393"/>
                </a:lnTo>
                <a:lnTo>
                  <a:pt x="75239" y="137393"/>
                </a:lnTo>
                <a:lnTo>
                  <a:pt x="75239" y="147207"/>
                </a:lnTo>
                <a:lnTo>
                  <a:pt x="71968" y="147207"/>
                </a:lnTo>
                <a:lnTo>
                  <a:pt x="71968" y="153750"/>
                </a:lnTo>
                <a:lnTo>
                  <a:pt x="68697" y="153750"/>
                </a:lnTo>
                <a:lnTo>
                  <a:pt x="68697" y="157021"/>
                </a:lnTo>
                <a:lnTo>
                  <a:pt x="65425" y="157021"/>
                </a:lnTo>
                <a:lnTo>
                  <a:pt x="65425" y="160292"/>
                </a:lnTo>
                <a:lnTo>
                  <a:pt x="58883" y="160292"/>
                </a:lnTo>
                <a:lnTo>
                  <a:pt x="58883" y="163563"/>
                </a:lnTo>
                <a:lnTo>
                  <a:pt x="13085" y="163563"/>
                </a:lnTo>
                <a:lnTo>
                  <a:pt x="13085" y="160292"/>
                </a:lnTo>
                <a:lnTo>
                  <a:pt x="9814" y="160292"/>
                </a:lnTo>
                <a:lnTo>
                  <a:pt x="9814" y="157021"/>
                </a:lnTo>
                <a:lnTo>
                  <a:pt x="6543" y="157021"/>
                </a:lnTo>
                <a:lnTo>
                  <a:pt x="6543" y="153750"/>
                </a:lnTo>
                <a:lnTo>
                  <a:pt x="3271" y="153750"/>
                </a:lnTo>
                <a:lnTo>
                  <a:pt x="3271" y="147207"/>
                </a:lnTo>
                <a:lnTo>
                  <a:pt x="0" y="147207"/>
                </a:lnTo>
                <a:lnTo>
                  <a:pt x="0" y="137393"/>
                </a:lnTo>
                <a:lnTo>
                  <a:pt x="3271" y="137393"/>
                </a:lnTo>
                <a:lnTo>
                  <a:pt x="3271" y="130851"/>
                </a:lnTo>
                <a:lnTo>
                  <a:pt x="6543" y="130851"/>
                </a:lnTo>
                <a:lnTo>
                  <a:pt x="6543" y="127579"/>
                </a:lnTo>
                <a:lnTo>
                  <a:pt x="9814" y="127579"/>
                </a:lnTo>
                <a:lnTo>
                  <a:pt x="9814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52340" y="121037"/>
                </a:lnTo>
                <a:lnTo>
                  <a:pt x="52340" y="114494"/>
                </a:lnTo>
                <a:lnTo>
                  <a:pt x="49069" y="114494"/>
                </a:lnTo>
                <a:lnTo>
                  <a:pt x="49069" y="104681"/>
                </a:lnTo>
                <a:lnTo>
                  <a:pt x="52340" y="104681"/>
                </a:lnTo>
                <a:lnTo>
                  <a:pt x="52340" y="98138"/>
                </a:lnTo>
                <a:lnTo>
                  <a:pt x="55612" y="98138"/>
                </a:lnTo>
                <a:lnTo>
                  <a:pt x="55612" y="94867"/>
                </a:lnTo>
                <a:lnTo>
                  <a:pt x="58883" y="94867"/>
                </a:lnTo>
                <a:lnTo>
                  <a:pt x="58883" y="91595"/>
                </a:lnTo>
                <a:lnTo>
                  <a:pt x="65425" y="91595"/>
                </a:lnTo>
                <a:lnTo>
                  <a:pt x="65425" y="88324"/>
                </a:lnTo>
                <a:lnTo>
                  <a:pt x="75239" y="88324"/>
                </a:lnTo>
                <a:lnTo>
                  <a:pt x="75239" y="91595"/>
                </a:lnTo>
                <a:lnTo>
                  <a:pt x="78510" y="91595"/>
                </a:lnTo>
                <a:lnTo>
                  <a:pt x="78510" y="88324"/>
                </a:lnTo>
                <a:lnTo>
                  <a:pt x="88324" y="88324"/>
                </a:lnTo>
                <a:lnTo>
                  <a:pt x="88324" y="81782"/>
                </a:lnTo>
                <a:lnTo>
                  <a:pt x="91595" y="81782"/>
                </a:lnTo>
                <a:lnTo>
                  <a:pt x="91595" y="75239"/>
                </a:lnTo>
                <a:lnTo>
                  <a:pt x="94867" y="75239"/>
                </a:lnTo>
                <a:lnTo>
                  <a:pt x="94867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104681" y="68697"/>
                </a:lnTo>
                <a:lnTo>
                  <a:pt x="104681" y="65425"/>
                </a:lnTo>
                <a:lnTo>
                  <a:pt x="140664" y="65425"/>
                </a:lnTo>
                <a:lnTo>
                  <a:pt x="140664" y="68697"/>
                </a:lnTo>
                <a:lnTo>
                  <a:pt x="143936" y="68697"/>
                </a:lnTo>
                <a:lnTo>
                  <a:pt x="143936" y="65425"/>
                </a:lnTo>
                <a:lnTo>
                  <a:pt x="147207" y="65425"/>
                </a:lnTo>
                <a:lnTo>
                  <a:pt x="147207" y="62154"/>
                </a:lnTo>
                <a:lnTo>
                  <a:pt x="143936" y="62154"/>
                </a:lnTo>
                <a:lnTo>
                  <a:pt x="143936" y="58883"/>
                </a:lnTo>
                <a:lnTo>
                  <a:pt x="140664" y="58883"/>
                </a:lnTo>
                <a:lnTo>
                  <a:pt x="140664" y="5234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isible source SEC-093 inset-1 region 603">
            <a:extLst xmlns:a="http://schemas.openxmlformats.org/drawingml/2006/main">
              <a:ext uri="{FF2B5EF4-FFF2-40B4-BE49-F238E27FC236}">
                <a16:creationId xmlns:a16="http://schemas.microsoft.com/office/drawing/2014/main" id="{07EF2812-0D41-4338-8D18-064BE682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80" y="2260608"/>
            <a:ext cx="173377" cy="75239"/>
          </a:xfrm>
          <a:custGeom xmlns:a="http://schemas.openxmlformats.org/drawingml/2006/main">
            <a:pathLst>
              <a:path w="173377" h="75239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88324" y="32713"/>
                </a:lnTo>
                <a:lnTo>
                  <a:pt x="88324" y="22899"/>
                </a:lnTo>
                <a:lnTo>
                  <a:pt x="91595" y="22899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13085"/>
                </a:lnTo>
                <a:lnTo>
                  <a:pt x="98138" y="13085"/>
                </a:lnTo>
                <a:lnTo>
                  <a:pt x="98138" y="9814"/>
                </a:lnTo>
                <a:lnTo>
                  <a:pt x="104681" y="9814"/>
                </a:lnTo>
                <a:lnTo>
                  <a:pt x="104681" y="6543"/>
                </a:lnTo>
                <a:lnTo>
                  <a:pt x="157021" y="6543"/>
                </a:lnTo>
                <a:lnTo>
                  <a:pt x="157021" y="9814"/>
                </a:lnTo>
                <a:lnTo>
                  <a:pt x="163563" y="9814"/>
                </a:lnTo>
                <a:lnTo>
                  <a:pt x="163563" y="13085"/>
                </a:lnTo>
                <a:lnTo>
                  <a:pt x="166835" y="13085"/>
                </a:lnTo>
                <a:lnTo>
                  <a:pt x="166835" y="16356"/>
                </a:lnTo>
                <a:lnTo>
                  <a:pt x="170106" y="16356"/>
                </a:lnTo>
                <a:lnTo>
                  <a:pt x="170106" y="22899"/>
                </a:lnTo>
                <a:lnTo>
                  <a:pt x="173377" y="22899"/>
                </a:lnTo>
                <a:lnTo>
                  <a:pt x="173377" y="32713"/>
                </a:lnTo>
                <a:lnTo>
                  <a:pt x="170106" y="32713"/>
                </a:lnTo>
                <a:lnTo>
                  <a:pt x="170106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63563" y="42526"/>
                </a:lnTo>
                <a:lnTo>
                  <a:pt x="163563" y="45798"/>
                </a:lnTo>
                <a:lnTo>
                  <a:pt x="157021" y="45798"/>
                </a:lnTo>
                <a:lnTo>
                  <a:pt x="157021" y="49069"/>
                </a:lnTo>
                <a:lnTo>
                  <a:pt x="124308" y="49069"/>
                </a:lnTo>
                <a:lnTo>
                  <a:pt x="124308" y="62154"/>
                </a:lnTo>
                <a:lnTo>
                  <a:pt x="121037" y="62154"/>
                </a:lnTo>
                <a:lnTo>
                  <a:pt x="121037" y="65425"/>
                </a:lnTo>
                <a:lnTo>
                  <a:pt x="117766" y="65425"/>
                </a:lnTo>
                <a:lnTo>
                  <a:pt x="117766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65425" y="75239"/>
                </a:lnTo>
                <a:lnTo>
                  <a:pt x="65425" y="71968"/>
                </a:lnTo>
                <a:lnTo>
                  <a:pt x="62154" y="71968"/>
                </a:lnTo>
                <a:lnTo>
                  <a:pt x="62154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5612" y="65425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45798" y="52340"/>
                </a:lnTo>
                <a:lnTo>
                  <a:pt x="45798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isible source SEC-093 inset-1 region 604">
            <a:extLst xmlns:a="http://schemas.openxmlformats.org/drawingml/2006/main">
              <a:ext uri="{FF2B5EF4-FFF2-40B4-BE49-F238E27FC236}">
                <a16:creationId xmlns:a16="http://schemas.microsoft.com/office/drawing/2014/main" id="{1E814756-0057-43A9-A277-3EFC0C27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609" y="2303135"/>
            <a:ext cx="310770" cy="248616"/>
          </a:xfrm>
          <a:custGeom xmlns:a="http://schemas.openxmlformats.org/drawingml/2006/main">
            <a:pathLst>
              <a:path w="310770" h="248616">
                <a:moveTo>
                  <a:pt x="183191" y="42526"/>
                </a:moveTo>
                <a:lnTo>
                  <a:pt x="186462" y="42526"/>
                </a:lnTo>
                <a:lnTo>
                  <a:pt x="186462" y="39255"/>
                </a:lnTo>
                <a:lnTo>
                  <a:pt x="189733" y="39255"/>
                </a:lnTo>
                <a:lnTo>
                  <a:pt x="189733" y="35984"/>
                </a:lnTo>
                <a:lnTo>
                  <a:pt x="196276" y="35984"/>
                </a:lnTo>
                <a:lnTo>
                  <a:pt x="196276" y="32713"/>
                </a:lnTo>
                <a:lnTo>
                  <a:pt x="228989" y="32713"/>
                </a:lnTo>
                <a:lnTo>
                  <a:pt x="228989" y="26170"/>
                </a:lnTo>
                <a:lnTo>
                  <a:pt x="225717" y="26170"/>
                </a:lnTo>
                <a:lnTo>
                  <a:pt x="225717" y="16356"/>
                </a:lnTo>
                <a:lnTo>
                  <a:pt x="228989" y="16356"/>
                </a:lnTo>
                <a:lnTo>
                  <a:pt x="228989" y="9814"/>
                </a:lnTo>
                <a:lnTo>
                  <a:pt x="232260" y="9814"/>
                </a:lnTo>
                <a:lnTo>
                  <a:pt x="232260" y="6543"/>
                </a:lnTo>
                <a:lnTo>
                  <a:pt x="235531" y="6543"/>
                </a:lnTo>
                <a:lnTo>
                  <a:pt x="235531" y="3271"/>
                </a:lnTo>
                <a:lnTo>
                  <a:pt x="242074" y="3271"/>
                </a:lnTo>
                <a:lnTo>
                  <a:pt x="242074" y="0"/>
                </a:lnTo>
                <a:lnTo>
                  <a:pt x="294414" y="0"/>
                </a:lnTo>
                <a:lnTo>
                  <a:pt x="294414" y="3271"/>
                </a:lnTo>
                <a:lnTo>
                  <a:pt x="300956" y="3271"/>
                </a:lnTo>
                <a:lnTo>
                  <a:pt x="300956" y="6543"/>
                </a:lnTo>
                <a:lnTo>
                  <a:pt x="304228" y="6543"/>
                </a:lnTo>
                <a:lnTo>
                  <a:pt x="304228" y="9814"/>
                </a:lnTo>
                <a:lnTo>
                  <a:pt x="307499" y="9814"/>
                </a:lnTo>
                <a:lnTo>
                  <a:pt x="307499" y="16356"/>
                </a:lnTo>
                <a:lnTo>
                  <a:pt x="310770" y="16356"/>
                </a:lnTo>
                <a:lnTo>
                  <a:pt x="310770" y="26170"/>
                </a:lnTo>
                <a:lnTo>
                  <a:pt x="307499" y="26170"/>
                </a:lnTo>
                <a:lnTo>
                  <a:pt x="307499" y="32713"/>
                </a:lnTo>
                <a:lnTo>
                  <a:pt x="304228" y="32713"/>
                </a:lnTo>
                <a:lnTo>
                  <a:pt x="304228" y="35984"/>
                </a:lnTo>
                <a:lnTo>
                  <a:pt x="300956" y="35984"/>
                </a:lnTo>
                <a:lnTo>
                  <a:pt x="300956" y="39255"/>
                </a:lnTo>
                <a:lnTo>
                  <a:pt x="294414" y="39255"/>
                </a:lnTo>
                <a:lnTo>
                  <a:pt x="294414" y="42526"/>
                </a:lnTo>
                <a:lnTo>
                  <a:pt x="261701" y="42526"/>
                </a:lnTo>
                <a:lnTo>
                  <a:pt x="261701" y="49069"/>
                </a:lnTo>
                <a:lnTo>
                  <a:pt x="264973" y="49069"/>
                </a:lnTo>
                <a:lnTo>
                  <a:pt x="264973" y="58883"/>
                </a:lnTo>
                <a:lnTo>
                  <a:pt x="261701" y="58883"/>
                </a:lnTo>
                <a:lnTo>
                  <a:pt x="261701" y="65425"/>
                </a:lnTo>
                <a:lnTo>
                  <a:pt x="258430" y="65425"/>
                </a:lnTo>
                <a:lnTo>
                  <a:pt x="258430" y="68697"/>
                </a:lnTo>
                <a:lnTo>
                  <a:pt x="255159" y="68697"/>
                </a:lnTo>
                <a:lnTo>
                  <a:pt x="255159" y="71968"/>
                </a:lnTo>
                <a:lnTo>
                  <a:pt x="248616" y="71968"/>
                </a:lnTo>
                <a:lnTo>
                  <a:pt x="248616" y="78510"/>
                </a:lnTo>
                <a:lnTo>
                  <a:pt x="251887" y="78510"/>
                </a:lnTo>
                <a:lnTo>
                  <a:pt x="251887" y="81782"/>
                </a:lnTo>
                <a:lnTo>
                  <a:pt x="255159" y="81782"/>
                </a:lnTo>
                <a:lnTo>
                  <a:pt x="255159" y="85053"/>
                </a:lnTo>
                <a:lnTo>
                  <a:pt x="258430" y="85053"/>
                </a:lnTo>
                <a:lnTo>
                  <a:pt x="258430" y="88324"/>
                </a:lnTo>
                <a:lnTo>
                  <a:pt x="261701" y="88324"/>
                </a:lnTo>
                <a:lnTo>
                  <a:pt x="261701" y="104681"/>
                </a:lnTo>
                <a:lnTo>
                  <a:pt x="258430" y="104681"/>
                </a:lnTo>
                <a:lnTo>
                  <a:pt x="258430" y="107952"/>
                </a:lnTo>
                <a:lnTo>
                  <a:pt x="255159" y="107952"/>
                </a:lnTo>
                <a:lnTo>
                  <a:pt x="255159" y="111223"/>
                </a:lnTo>
                <a:lnTo>
                  <a:pt x="251887" y="111223"/>
                </a:lnTo>
                <a:lnTo>
                  <a:pt x="251887" y="114494"/>
                </a:lnTo>
                <a:lnTo>
                  <a:pt x="245345" y="114494"/>
                </a:lnTo>
                <a:lnTo>
                  <a:pt x="245345" y="117766"/>
                </a:lnTo>
                <a:lnTo>
                  <a:pt x="212632" y="117766"/>
                </a:lnTo>
                <a:lnTo>
                  <a:pt x="212632" y="121037"/>
                </a:lnTo>
                <a:lnTo>
                  <a:pt x="206090" y="121037"/>
                </a:lnTo>
                <a:lnTo>
                  <a:pt x="206090" y="124308"/>
                </a:lnTo>
                <a:lnTo>
                  <a:pt x="170106" y="124308"/>
                </a:lnTo>
                <a:lnTo>
                  <a:pt x="170106" y="127579"/>
                </a:lnTo>
                <a:lnTo>
                  <a:pt x="173377" y="127579"/>
                </a:lnTo>
                <a:lnTo>
                  <a:pt x="173377" y="137393"/>
                </a:lnTo>
                <a:lnTo>
                  <a:pt x="170106" y="137393"/>
                </a:lnTo>
                <a:lnTo>
                  <a:pt x="170106" y="143936"/>
                </a:lnTo>
                <a:lnTo>
                  <a:pt x="166835" y="143936"/>
                </a:lnTo>
                <a:lnTo>
                  <a:pt x="166835" y="147207"/>
                </a:lnTo>
                <a:lnTo>
                  <a:pt x="163563" y="147207"/>
                </a:lnTo>
                <a:lnTo>
                  <a:pt x="163563" y="150478"/>
                </a:lnTo>
                <a:lnTo>
                  <a:pt x="157021" y="150478"/>
                </a:lnTo>
                <a:lnTo>
                  <a:pt x="157021" y="153750"/>
                </a:lnTo>
                <a:lnTo>
                  <a:pt x="127579" y="153750"/>
                </a:lnTo>
                <a:lnTo>
                  <a:pt x="127579" y="160292"/>
                </a:lnTo>
                <a:lnTo>
                  <a:pt x="124308" y="160292"/>
                </a:lnTo>
                <a:lnTo>
                  <a:pt x="124308" y="163563"/>
                </a:lnTo>
                <a:lnTo>
                  <a:pt x="117766" y="163563"/>
                </a:lnTo>
                <a:lnTo>
                  <a:pt x="117766" y="166835"/>
                </a:lnTo>
                <a:lnTo>
                  <a:pt x="68697" y="166835"/>
                </a:lnTo>
                <a:lnTo>
                  <a:pt x="68697" y="170106"/>
                </a:lnTo>
                <a:lnTo>
                  <a:pt x="71968" y="170106"/>
                </a:lnTo>
                <a:lnTo>
                  <a:pt x="71968" y="173377"/>
                </a:lnTo>
                <a:lnTo>
                  <a:pt x="75239" y="173377"/>
                </a:lnTo>
                <a:lnTo>
                  <a:pt x="75239" y="179920"/>
                </a:lnTo>
                <a:lnTo>
                  <a:pt x="78510" y="179920"/>
                </a:lnTo>
                <a:lnTo>
                  <a:pt x="78510" y="193005"/>
                </a:lnTo>
                <a:lnTo>
                  <a:pt x="81782" y="193005"/>
                </a:lnTo>
                <a:lnTo>
                  <a:pt x="81782" y="202818"/>
                </a:lnTo>
                <a:lnTo>
                  <a:pt x="78510" y="202818"/>
                </a:lnTo>
                <a:lnTo>
                  <a:pt x="78510" y="206090"/>
                </a:lnTo>
                <a:lnTo>
                  <a:pt x="104681" y="206090"/>
                </a:lnTo>
                <a:lnTo>
                  <a:pt x="104681" y="202818"/>
                </a:lnTo>
                <a:lnTo>
                  <a:pt x="163563" y="202818"/>
                </a:lnTo>
                <a:lnTo>
                  <a:pt x="163563" y="206090"/>
                </a:lnTo>
                <a:lnTo>
                  <a:pt x="166835" y="206090"/>
                </a:lnTo>
                <a:lnTo>
                  <a:pt x="166835" y="209361"/>
                </a:lnTo>
                <a:lnTo>
                  <a:pt x="170106" y="209361"/>
                </a:lnTo>
                <a:lnTo>
                  <a:pt x="170106" y="212632"/>
                </a:lnTo>
                <a:lnTo>
                  <a:pt x="173377" y="212632"/>
                </a:lnTo>
                <a:lnTo>
                  <a:pt x="173377" y="215904"/>
                </a:lnTo>
                <a:lnTo>
                  <a:pt x="176648" y="215904"/>
                </a:lnTo>
                <a:lnTo>
                  <a:pt x="176648" y="232260"/>
                </a:lnTo>
                <a:lnTo>
                  <a:pt x="173377" y="232260"/>
                </a:lnTo>
                <a:lnTo>
                  <a:pt x="173377" y="235531"/>
                </a:lnTo>
                <a:lnTo>
                  <a:pt x="170106" y="235531"/>
                </a:lnTo>
                <a:lnTo>
                  <a:pt x="170106" y="238802"/>
                </a:lnTo>
                <a:lnTo>
                  <a:pt x="166835" y="238802"/>
                </a:lnTo>
                <a:lnTo>
                  <a:pt x="166835" y="242074"/>
                </a:lnTo>
                <a:lnTo>
                  <a:pt x="160292" y="242074"/>
                </a:lnTo>
                <a:lnTo>
                  <a:pt x="160292" y="245345"/>
                </a:lnTo>
                <a:lnTo>
                  <a:pt x="111223" y="245345"/>
                </a:lnTo>
                <a:lnTo>
                  <a:pt x="111223" y="248616"/>
                </a:lnTo>
                <a:lnTo>
                  <a:pt x="62154" y="248616"/>
                </a:lnTo>
                <a:lnTo>
                  <a:pt x="62154" y="245345"/>
                </a:lnTo>
                <a:lnTo>
                  <a:pt x="58883" y="245345"/>
                </a:lnTo>
                <a:lnTo>
                  <a:pt x="58883" y="242074"/>
                </a:lnTo>
                <a:lnTo>
                  <a:pt x="55612" y="242074"/>
                </a:lnTo>
                <a:lnTo>
                  <a:pt x="55612" y="238802"/>
                </a:lnTo>
                <a:lnTo>
                  <a:pt x="52340" y="238802"/>
                </a:lnTo>
                <a:lnTo>
                  <a:pt x="52340" y="232260"/>
                </a:lnTo>
                <a:lnTo>
                  <a:pt x="49069" y="232260"/>
                </a:lnTo>
                <a:lnTo>
                  <a:pt x="49069" y="222446"/>
                </a:lnTo>
                <a:lnTo>
                  <a:pt x="52340" y="222446"/>
                </a:lnTo>
                <a:lnTo>
                  <a:pt x="52340" y="219175"/>
                </a:lnTo>
                <a:lnTo>
                  <a:pt x="19628" y="219175"/>
                </a:lnTo>
                <a:lnTo>
                  <a:pt x="19628" y="215904"/>
                </a:lnTo>
                <a:lnTo>
                  <a:pt x="13085" y="215904"/>
                </a:lnTo>
                <a:lnTo>
                  <a:pt x="13085" y="212632"/>
                </a:lnTo>
                <a:lnTo>
                  <a:pt x="9814" y="212632"/>
                </a:lnTo>
                <a:lnTo>
                  <a:pt x="9814" y="209361"/>
                </a:lnTo>
                <a:lnTo>
                  <a:pt x="6543" y="209361"/>
                </a:lnTo>
                <a:lnTo>
                  <a:pt x="6543" y="202818"/>
                </a:lnTo>
                <a:lnTo>
                  <a:pt x="3271" y="202818"/>
                </a:lnTo>
                <a:lnTo>
                  <a:pt x="3271" y="189733"/>
                </a:lnTo>
                <a:lnTo>
                  <a:pt x="0" y="189733"/>
                </a:lnTo>
                <a:lnTo>
                  <a:pt x="0" y="179920"/>
                </a:lnTo>
                <a:lnTo>
                  <a:pt x="3271" y="179920"/>
                </a:lnTo>
                <a:lnTo>
                  <a:pt x="3271" y="173377"/>
                </a:lnTo>
                <a:lnTo>
                  <a:pt x="6543" y="173377"/>
                </a:lnTo>
                <a:lnTo>
                  <a:pt x="6543" y="170106"/>
                </a:lnTo>
                <a:lnTo>
                  <a:pt x="9814" y="170106"/>
                </a:lnTo>
                <a:lnTo>
                  <a:pt x="9814" y="166835"/>
                </a:lnTo>
                <a:lnTo>
                  <a:pt x="16356" y="166835"/>
                </a:lnTo>
                <a:lnTo>
                  <a:pt x="16356" y="163563"/>
                </a:lnTo>
                <a:lnTo>
                  <a:pt x="55612" y="163563"/>
                </a:lnTo>
                <a:lnTo>
                  <a:pt x="55612" y="160292"/>
                </a:lnTo>
                <a:lnTo>
                  <a:pt x="52340" y="160292"/>
                </a:lnTo>
                <a:lnTo>
                  <a:pt x="52340" y="157021"/>
                </a:lnTo>
                <a:lnTo>
                  <a:pt x="49069" y="157021"/>
                </a:lnTo>
                <a:lnTo>
                  <a:pt x="49069" y="150478"/>
                </a:lnTo>
                <a:lnTo>
                  <a:pt x="45798" y="150478"/>
                </a:lnTo>
                <a:lnTo>
                  <a:pt x="45798" y="140664"/>
                </a:lnTo>
                <a:lnTo>
                  <a:pt x="49069" y="140664"/>
                </a:lnTo>
                <a:lnTo>
                  <a:pt x="49069" y="134122"/>
                </a:lnTo>
                <a:lnTo>
                  <a:pt x="52340" y="134122"/>
                </a:lnTo>
                <a:lnTo>
                  <a:pt x="52340" y="130851"/>
                </a:lnTo>
                <a:lnTo>
                  <a:pt x="55612" y="130851"/>
                </a:lnTo>
                <a:lnTo>
                  <a:pt x="55612" y="127579"/>
                </a:lnTo>
                <a:lnTo>
                  <a:pt x="62154" y="127579"/>
                </a:lnTo>
                <a:lnTo>
                  <a:pt x="62154" y="124308"/>
                </a:lnTo>
                <a:lnTo>
                  <a:pt x="98138" y="124308"/>
                </a:lnTo>
                <a:lnTo>
                  <a:pt x="98138" y="121037"/>
                </a:lnTo>
                <a:lnTo>
                  <a:pt x="101409" y="121037"/>
                </a:lnTo>
                <a:lnTo>
                  <a:pt x="101409" y="117766"/>
                </a:lnTo>
                <a:lnTo>
                  <a:pt x="104681" y="117766"/>
                </a:lnTo>
                <a:lnTo>
                  <a:pt x="104681" y="114494"/>
                </a:lnTo>
                <a:lnTo>
                  <a:pt x="111223" y="114494"/>
                </a:lnTo>
                <a:lnTo>
                  <a:pt x="111223" y="111223"/>
                </a:lnTo>
                <a:lnTo>
                  <a:pt x="143936" y="111223"/>
                </a:lnTo>
                <a:lnTo>
                  <a:pt x="143936" y="107952"/>
                </a:lnTo>
                <a:lnTo>
                  <a:pt x="140664" y="107952"/>
                </a:lnTo>
                <a:lnTo>
                  <a:pt x="140664" y="98138"/>
                </a:lnTo>
                <a:lnTo>
                  <a:pt x="143936" y="98138"/>
                </a:lnTo>
                <a:lnTo>
                  <a:pt x="143936" y="88324"/>
                </a:lnTo>
                <a:lnTo>
                  <a:pt x="140664" y="88324"/>
                </a:lnTo>
                <a:lnTo>
                  <a:pt x="140664" y="81782"/>
                </a:lnTo>
                <a:lnTo>
                  <a:pt x="137393" y="81782"/>
                </a:lnTo>
                <a:lnTo>
                  <a:pt x="137393" y="71968"/>
                </a:lnTo>
                <a:lnTo>
                  <a:pt x="140664" y="71968"/>
                </a:lnTo>
                <a:lnTo>
                  <a:pt x="140664" y="65425"/>
                </a:lnTo>
                <a:lnTo>
                  <a:pt x="143936" y="65425"/>
                </a:lnTo>
                <a:lnTo>
                  <a:pt x="143936" y="62154"/>
                </a:lnTo>
                <a:lnTo>
                  <a:pt x="147207" y="62154"/>
                </a:lnTo>
                <a:lnTo>
                  <a:pt x="147207" y="58883"/>
                </a:lnTo>
                <a:lnTo>
                  <a:pt x="153750" y="58883"/>
                </a:lnTo>
                <a:lnTo>
                  <a:pt x="153750" y="55612"/>
                </a:lnTo>
                <a:lnTo>
                  <a:pt x="179920" y="55612"/>
                </a:lnTo>
                <a:lnTo>
                  <a:pt x="179920" y="49069"/>
                </a:lnTo>
                <a:lnTo>
                  <a:pt x="183191" y="49069"/>
                </a:lnTo>
                <a:lnTo>
                  <a:pt x="183191" y="42526"/>
                </a:lnTo>
                <a:close/>
                <a:moveTo>
                  <a:pt x="228989" y="71968"/>
                </a:moveTo>
                <a:lnTo>
                  <a:pt x="225717" y="71968"/>
                </a:lnTo>
                <a:lnTo>
                  <a:pt x="225717" y="75239"/>
                </a:lnTo>
                <a:lnTo>
                  <a:pt x="228989" y="75239"/>
                </a:lnTo>
                <a:lnTo>
                  <a:pt x="228989" y="7196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isible source SEC-093 inset-1 region 605">
            <a:extLst xmlns:a="http://schemas.openxmlformats.org/drawingml/2006/main">
              <a:ext uri="{FF2B5EF4-FFF2-40B4-BE49-F238E27FC236}">
                <a16:creationId xmlns:a16="http://schemas.microsoft.com/office/drawing/2014/main" id="{4F5A4741-8281-4192-B98B-C063623D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02" y="2519038"/>
            <a:ext cx="173377" cy="88324"/>
          </a:xfrm>
          <a:custGeom xmlns:a="http://schemas.openxmlformats.org/drawingml/2006/main">
            <a:pathLst>
              <a:path w="173377" h="88324">
                <a:moveTo>
                  <a:pt x="3271" y="55612"/>
                </a:moveTo>
                <a:lnTo>
                  <a:pt x="6543" y="55612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98138" y="39255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34122" y="0"/>
                </a:lnTo>
                <a:lnTo>
                  <a:pt x="134122" y="3271"/>
                </a:lnTo>
                <a:lnTo>
                  <a:pt x="143936" y="3271"/>
                </a:lnTo>
                <a:lnTo>
                  <a:pt x="143936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6835" y="3271"/>
                </a:lnTo>
                <a:lnTo>
                  <a:pt x="166835" y="6543"/>
                </a:lnTo>
                <a:lnTo>
                  <a:pt x="170106" y="6543"/>
                </a:lnTo>
                <a:lnTo>
                  <a:pt x="170106" y="13085"/>
                </a:lnTo>
                <a:lnTo>
                  <a:pt x="173377" y="13085"/>
                </a:lnTo>
                <a:lnTo>
                  <a:pt x="173377" y="29441"/>
                </a:lnTo>
                <a:lnTo>
                  <a:pt x="170106" y="29441"/>
                </a:lnTo>
                <a:lnTo>
                  <a:pt x="170106" y="35984"/>
                </a:lnTo>
                <a:lnTo>
                  <a:pt x="166835" y="35984"/>
                </a:lnTo>
                <a:lnTo>
                  <a:pt x="166835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40664" y="42526"/>
                </a:lnTo>
                <a:lnTo>
                  <a:pt x="140664" y="39255"/>
                </a:lnTo>
                <a:lnTo>
                  <a:pt x="134122" y="39255"/>
                </a:lnTo>
                <a:lnTo>
                  <a:pt x="134122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24308" y="49069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68697"/>
                </a:lnTo>
                <a:lnTo>
                  <a:pt x="124308" y="68697"/>
                </a:lnTo>
                <a:lnTo>
                  <a:pt x="124308" y="71968"/>
                </a:lnTo>
                <a:lnTo>
                  <a:pt x="121037" y="71968"/>
                </a:lnTo>
                <a:lnTo>
                  <a:pt x="121037" y="75239"/>
                </a:lnTo>
                <a:lnTo>
                  <a:pt x="117766" y="75239"/>
                </a:lnTo>
                <a:lnTo>
                  <a:pt x="117766" y="78510"/>
                </a:lnTo>
                <a:lnTo>
                  <a:pt x="114494" y="78510"/>
                </a:lnTo>
                <a:lnTo>
                  <a:pt x="114494" y="81782"/>
                </a:lnTo>
                <a:lnTo>
                  <a:pt x="75239" y="81782"/>
                </a:lnTo>
                <a:lnTo>
                  <a:pt x="75239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13085" y="88324"/>
                </a:lnTo>
                <a:lnTo>
                  <a:pt x="13085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3271" y="78510"/>
                </a:lnTo>
                <a:lnTo>
                  <a:pt x="3271" y="71968"/>
                </a:lnTo>
                <a:lnTo>
                  <a:pt x="0" y="71968"/>
                </a:lnTo>
                <a:lnTo>
                  <a:pt x="0" y="62154"/>
                </a:lnTo>
                <a:lnTo>
                  <a:pt x="3271" y="62154"/>
                </a:lnTo>
                <a:lnTo>
                  <a:pt x="3271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isible source SEC-093 inset-1 region 606">
            <a:extLst xmlns:a="http://schemas.openxmlformats.org/drawingml/2006/main">
              <a:ext uri="{FF2B5EF4-FFF2-40B4-BE49-F238E27FC236}">
                <a16:creationId xmlns:a16="http://schemas.microsoft.com/office/drawing/2014/main" id="{70C89408-CDAE-4294-B19D-7F00F1F7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379" y="1338111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isible source SEC-093 inset-1 region 607">
            <a:extLst xmlns:a="http://schemas.openxmlformats.org/drawingml/2006/main">
              <a:ext uri="{FF2B5EF4-FFF2-40B4-BE49-F238E27FC236}">
                <a16:creationId xmlns:a16="http://schemas.microsoft.com/office/drawing/2014/main" id="{12A4E248-9176-48D1-839C-45261E6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497" y="135773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isible source SEC-093 inset-1 region 608">
            <a:extLst xmlns:a="http://schemas.openxmlformats.org/drawingml/2006/main">
              <a:ext uri="{FF2B5EF4-FFF2-40B4-BE49-F238E27FC236}">
                <a16:creationId xmlns:a16="http://schemas.microsoft.com/office/drawing/2014/main" id="{6BB1FF90-F3E0-43CF-BFAA-C4E04D3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310" y="1449334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isible source SEC-093 inset-1 region 609">
            <a:extLst xmlns:a="http://schemas.openxmlformats.org/drawingml/2006/main">
              <a:ext uri="{FF2B5EF4-FFF2-40B4-BE49-F238E27FC236}">
                <a16:creationId xmlns:a16="http://schemas.microsoft.com/office/drawing/2014/main" id="{3268AE7B-E54A-4FA4-B896-61FA8A33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6" y="1452605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isible source SEC-093 inset-1 region 610">
            <a:extLst xmlns:a="http://schemas.openxmlformats.org/drawingml/2006/main">
              <a:ext uri="{FF2B5EF4-FFF2-40B4-BE49-F238E27FC236}">
                <a16:creationId xmlns:a16="http://schemas.microsoft.com/office/drawing/2014/main" id="{6DBD793B-4E08-491A-A5E5-5E6F615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092" y="149513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isible source SEC-093 inset-1 region 611">
            <a:extLst xmlns:a="http://schemas.openxmlformats.org/drawingml/2006/main">
              <a:ext uri="{FF2B5EF4-FFF2-40B4-BE49-F238E27FC236}">
                <a16:creationId xmlns:a16="http://schemas.microsoft.com/office/drawing/2014/main" id="{E65F3AE5-E2D9-4ECF-B009-299D91F0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294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isible source SEC-093 inset-1 region 612">
            <a:extLst xmlns:a="http://schemas.openxmlformats.org/drawingml/2006/main">
              <a:ext uri="{FF2B5EF4-FFF2-40B4-BE49-F238E27FC236}">
                <a16:creationId xmlns:a16="http://schemas.microsoft.com/office/drawing/2014/main" id="{34124D37-9920-45C0-A7DE-57EB676E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331" y="1563829"/>
            <a:ext cx="55612" cy="42526"/>
          </a:xfrm>
          <a:custGeom xmlns:a="http://schemas.openxmlformats.org/drawingml/2006/main">
            <a:pathLst>
              <a:path w="55612" h="42526">
                <a:moveTo>
                  <a:pt x="29441" y="0"/>
                </a:move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isible source SEC-093 inset-1 region 613">
            <a:extLst xmlns:a="http://schemas.openxmlformats.org/drawingml/2006/main">
              <a:ext uri="{FF2B5EF4-FFF2-40B4-BE49-F238E27FC236}">
                <a16:creationId xmlns:a16="http://schemas.microsoft.com/office/drawing/2014/main" id="{F3A61EE6-8253-4260-9BDE-BFA8B83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6" y="1635796"/>
            <a:ext cx="88324" cy="81782"/>
          </a:xfrm>
          <a:custGeom xmlns:a="http://schemas.openxmlformats.org/drawingml/2006/main">
            <a:pathLst>
              <a:path w="88324" h="81782">
                <a:moveTo>
                  <a:pt x="19628" y="16356"/>
                </a:moveTo>
                <a:lnTo>
                  <a:pt x="22899" y="16356"/>
                </a:lnTo>
                <a:lnTo>
                  <a:pt x="22899" y="9814"/>
                </a:lnTo>
                <a:lnTo>
                  <a:pt x="26170" y="9814"/>
                </a:ln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5053" y="22899"/>
                </a:lnTo>
                <a:lnTo>
                  <a:pt x="85053" y="29441"/>
                </a:lnTo>
                <a:lnTo>
                  <a:pt x="88324" y="29441"/>
                </a:lnTo>
                <a:lnTo>
                  <a:pt x="88324" y="39255"/>
                </a:lnTo>
                <a:lnTo>
                  <a:pt x="85053" y="39255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2154" y="55612"/>
                </a:lnTo>
                <a:lnTo>
                  <a:pt x="62154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49069" y="49069"/>
                </a:lnTo>
                <a:lnTo>
                  <a:pt x="49069" y="52340"/>
                </a:lnTo>
                <a:lnTo>
                  <a:pt x="42526" y="52340"/>
                </a:lnTo>
                <a:lnTo>
                  <a:pt x="42526" y="65425"/>
                </a:lnTo>
                <a:lnTo>
                  <a:pt x="39255" y="65425"/>
                </a:lnTo>
                <a:lnTo>
                  <a:pt x="39255" y="71968"/>
                </a:lnTo>
                <a:lnTo>
                  <a:pt x="35984" y="71968"/>
                </a:lnTo>
                <a:lnTo>
                  <a:pt x="35984" y="75239"/>
                </a:lnTo>
                <a:lnTo>
                  <a:pt x="32713" y="75239"/>
                </a:lnTo>
                <a:lnTo>
                  <a:pt x="32713" y="78510"/>
                </a:lnTo>
                <a:lnTo>
                  <a:pt x="26170" y="78510"/>
                </a:lnTo>
                <a:lnTo>
                  <a:pt x="26170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29441"/>
                </a:lnTo>
                <a:lnTo>
                  <a:pt x="19628" y="29441"/>
                </a:lnTo>
                <a:lnTo>
                  <a:pt x="1962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isible source SEC-093 inset-1 region 614">
            <a:extLst xmlns:a="http://schemas.openxmlformats.org/drawingml/2006/main">
              <a:ext uri="{FF2B5EF4-FFF2-40B4-BE49-F238E27FC236}">
                <a16:creationId xmlns:a16="http://schemas.microsoft.com/office/drawing/2014/main" id="{2D1FC933-77B0-4AFF-B330-B646526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278" y="171430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isible source SEC-093 inset-1 region 615">
            <a:extLst xmlns:a="http://schemas.openxmlformats.org/drawingml/2006/main">
              <a:ext uri="{FF2B5EF4-FFF2-40B4-BE49-F238E27FC236}">
                <a16:creationId xmlns:a16="http://schemas.microsoft.com/office/drawing/2014/main" id="{335E16F9-4E45-45C0-8A89-D09EEA8E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922" y="1845157"/>
            <a:ext cx="124308" cy="134122"/>
          </a:xfrm>
          <a:custGeom xmlns:a="http://schemas.openxmlformats.org/drawingml/2006/main">
            <a:pathLst>
              <a:path w="124308" h="134122">
                <a:moveTo>
                  <a:pt x="49069" y="22899"/>
                </a:moveTo>
                <a:lnTo>
                  <a:pt x="49069" y="19628"/>
                </a:lnTo>
                <a:lnTo>
                  <a:pt x="52340" y="19628"/>
                </a:lnTo>
                <a:lnTo>
                  <a:pt x="52340" y="16356"/>
                </a:lnTo>
                <a:lnTo>
                  <a:pt x="58883" y="16356"/>
                </a:lnTo>
                <a:lnTo>
                  <a:pt x="58883" y="13085"/>
                </a:lnTo>
                <a:lnTo>
                  <a:pt x="65425" y="13085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98138" y="0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6543"/>
                </a:lnTo>
                <a:lnTo>
                  <a:pt x="107952" y="6543"/>
                </a:lnTo>
                <a:lnTo>
                  <a:pt x="107952" y="9814"/>
                </a:lnTo>
                <a:lnTo>
                  <a:pt x="111223" y="9814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22899"/>
                </a:lnTo>
                <a:lnTo>
                  <a:pt x="121037" y="22899"/>
                </a:lnTo>
                <a:lnTo>
                  <a:pt x="121037" y="29441"/>
                </a:lnTo>
                <a:lnTo>
                  <a:pt x="124308" y="29441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98138" y="55612"/>
                </a:lnTo>
                <a:lnTo>
                  <a:pt x="98138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88324" y="49069"/>
                </a:lnTo>
                <a:lnTo>
                  <a:pt x="88324" y="45798"/>
                </a:lnTo>
                <a:lnTo>
                  <a:pt x="81782" y="45798"/>
                </a:lnTo>
                <a:lnTo>
                  <a:pt x="81782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62154" y="58883"/>
                </a:lnTo>
                <a:lnTo>
                  <a:pt x="62154" y="65425"/>
                </a:lnTo>
                <a:lnTo>
                  <a:pt x="65425" y="65425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81782"/>
                </a:lnTo>
                <a:lnTo>
                  <a:pt x="58883" y="81782"/>
                </a:lnTo>
                <a:lnTo>
                  <a:pt x="58883" y="85053"/>
                </a:lnTo>
                <a:lnTo>
                  <a:pt x="55612" y="85053"/>
                </a:lnTo>
                <a:lnTo>
                  <a:pt x="55612" y="88324"/>
                </a:lnTo>
                <a:lnTo>
                  <a:pt x="49069" y="88324"/>
                </a:lnTo>
                <a:lnTo>
                  <a:pt x="49069" y="94867"/>
                </a:lnTo>
                <a:lnTo>
                  <a:pt x="55612" y="94867"/>
                </a:lnTo>
                <a:lnTo>
                  <a:pt x="55612" y="91595"/>
                </a:lnTo>
                <a:lnTo>
                  <a:pt x="65425" y="91595"/>
                </a:lnTo>
                <a:lnTo>
                  <a:pt x="65425" y="94867"/>
                </a:lnTo>
                <a:lnTo>
                  <a:pt x="71968" y="94867"/>
                </a:lnTo>
                <a:lnTo>
                  <a:pt x="71968" y="98138"/>
                </a:lnTo>
                <a:lnTo>
                  <a:pt x="75239" y="98138"/>
                </a:lnTo>
                <a:lnTo>
                  <a:pt x="75239" y="101409"/>
                </a:lnTo>
                <a:lnTo>
                  <a:pt x="78510" y="101409"/>
                </a:lnTo>
                <a:lnTo>
                  <a:pt x="78510" y="107952"/>
                </a:lnTo>
                <a:lnTo>
                  <a:pt x="81782" y="107952"/>
                </a:lnTo>
                <a:lnTo>
                  <a:pt x="81782" y="117766"/>
                </a:lnTo>
                <a:lnTo>
                  <a:pt x="78510" y="117766"/>
                </a:lnTo>
                <a:lnTo>
                  <a:pt x="78510" y="124308"/>
                </a:lnTo>
                <a:lnTo>
                  <a:pt x="75239" y="124308"/>
                </a:lnTo>
                <a:lnTo>
                  <a:pt x="75239" y="127579"/>
                </a:lnTo>
                <a:lnTo>
                  <a:pt x="71968" y="127579"/>
                </a:lnTo>
                <a:lnTo>
                  <a:pt x="71968" y="130851"/>
                </a:lnTo>
                <a:lnTo>
                  <a:pt x="65425" y="130851"/>
                </a:lnTo>
                <a:lnTo>
                  <a:pt x="65425" y="134122"/>
                </a:lnTo>
                <a:lnTo>
                  <a:pt x="55612" y="134122"/>
                </a:lnTo>
                <a:lnTo>
                  <a:pt x="55612" y="130851"/>
                </a:lnTo>
                <a:lnTo>
                  <a:pt x="49069" y="130851"/>
                </a:lnTo>
                <a:lnTo>
                  <a:pt x="49069" y="134122"/>
                </a:lnTo>
                <a:lnTo>
                  <a:pt x="39255" y="134122"/>
                </a:lnTo>
                <a:lnTo>
                  <a:pt x="39255" y="130851"/>
                </a:lnTo>
                <a:lnTo>
                  <a:pt x="32713" y="130851"/>
                </a:lnTo>
                <a:lnTo>
                  <a:pt x="32713" y="127579"/>
                </a:lnTo>
                <a:lnTo>
                  <a:pt x="29441" y="127579"/>
                </a:lnTo>
                <a:lnTo>
                  <a:pt x="29441" y="124308"/>
                </a:lnTo>
                <a:lnTo>
                  <a:pt x="26170" y="124308"/>
                </a:lnTo>
                <a:lnTo>
                  <a:pt x="26170" y="117766"/>
                </a:lnTo>
                <a:lnTo>
                  <a:pt x="22899" y="117766"/>
                </a:lnTo>
                <a:lnTo>
                  <a:pt x="22899" y="107952"/>
                </a:lnTo>
                <a:lnTo>
                  <a:pt x="26170" y="107952"/>
                </a:lnTo>
                <a:lnTo>
                  <a:pt x="26170" y="101409"/>
                </a:lnTo>
                <a:lnTo>
                  <a:pt x="29441" y="101409"/>
                </a:lnTo>
                <a:lnTo>
                  <a:pt x="29441" y="98138"/>
                </a:lnTo>
                <a:lnTo>
                  <a:pt x="32713" y="98138"/>
                </a:lnTo>
                <a:lnTo>
                  <a:pt x="32713" y="94867"/>
                </a:lnTo>
                <a:lnTo>
                  <a:pt x="39255" y="94867"/>
                </a:lnTo>
                <a:lnTo>
                  <a:pt x="39255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26170" y="49069"/>
                </a:lnTo>
                <a:lnTo>
                  <a:pt x="26170" y="52340"/>
                </a:lnTo>
                <a:lnTo>
                  <a:pt x="29441" y="52340"/>
                </a:lnTo>
                <a:lnTo>
                  <a:pt x="29441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29441"/>
                </a:lnTo>
                <a:lnTo>
                  <a:pt x="45798" y="29441"/>
                </a:lnTo>
                <a:lnTo>
                  <a:pt x="45798" y="22899"/>
                </a:lnTo>
                <a:lnTo>
                  <a:pt x="49069" y="22899"/>
                </a:lnTo>
                <a:close/>
                <a:moveTo>
                  <a:pt x="52340" y="49069"/>
                </a:moveTo>
                <a:lnTo>
                  <a:pt x="49069" y="49069"/>
                </a:lnTo>
                <a:lnTo>
                  <a:pt x="49069" y="52340"/>
                </a:lnTo>
                <a:lnTo>
                  <a:pt x="52340" y="52340"/>
                </a:lnTo>
                <a:lnTo>
                  <a:pt x="52340" y="49069"/>
                </a:lnTo>
                <a:close/>
                <a:moveTo>
                  <a:pt x="55612" y="55612"/>
                </a:moveTo>
                <a:lnTo>
                  <a:pt x="58883" y="55612"/>
                </a:lnTo>
                <a:lnTo>
                  <a:pt x="58883" y="52340"/>
                </a:lnTo>
                <a:lnTo>
                  <a:pt x="55612" y="52340"/>
                </a:lnTo>
                <a:lnTo>
                  <a:pt x="55612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isible source SEC-093 inset-1 region 616">
            <a:extLst xmlns:a="http://schemas.openxmlformats.org/drawingml/2006/main">
              <a:ext uri="{FF2B5EF4-FFF2-40B4-BE49-F238E27FC236}">
                <a16:creationId xmlns:a16="http://schemas.microsoft.com/office/drawing/2014/main" id="{569041D7-1B1E-40D7-8479-41450A7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039" y="1877870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isible source SEC-093 inset-1 region 617">
            <a:extLst xmlns:a="http://schemas.openxmlformats.org/drawingml/2006/main">
              <a:ext uri="{FF2B5EF4-FFF2-40B4-BE49-F238E27FC236}">
                <a16:creationId xmlns:a16="http://schemas.microsoft.com/office/drawing/2014/main" id="{6CB8D415-A73D-490F-B067-F11FE8D7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412" y="1998907"/>
            <a:ext cx="117766" cy="58883"/>
          </a:xfrm>
          <a:custGeom xmlns:a="http://schemas.openxmlformats.org/drawingml/2006/main">
            <a:pathLst>
              <a:path w="117766" h="58883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101409" y="16356"/>
                </a:lnTo>
                <a:lnTo>
                  <a:pt x="101409" y="19628"/>
                </a:lnTo>
                <a:lnTo>
                  <a:pt x="107952" y="19628"/>
                </a:lnTo>
                <a:lnTo>
                  <a:pt x="107952" y="22899"/>
                </a:lnTo>
                <a:lnTo>
                  <a:pt x="111223" y="22899"/>
                </a:lnTo>
                <a:lnTo>
                  <a:pt x="111223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7766" y="32713"/>
                </a:lnTo>
                <a:lnTo>
                  <a:pt x="117766" y="42526"/>
                </a:lnTo>
                <a:lnTo>
                  <a:pt x="114494" y="42526"/>
                </a:lnTo>
                <a:lnTo>
                  <a:pt x="114494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101409" y="55612"/>
                </a:lnTo>
                <a:lnTo>
                  <a:pt x="101409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45798" y="55612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isible source SEC-093 inset-1 region 618">
            <a:extLst xmlns:a="http://schemas.openxmlformats.org/drawingml/2006/main">
              <a:ext uri="{FF2B5EF4-FFF2-40B4-BE49-F238E27FC236}">
                <a16:creationId xmlns:a16="http://schemas.microsoft.com/office/drawing/2014/main" id="{3FEC5F40-9535-42F8-BDD9-5BDCAC0C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448" y="2015263"/>
            <a:ext cx="176648" cy="91595"/>
          </a:xfrm>
          <a:custGeom xmlns:a="http://schemas.openxmlformats.org/drawingml/2006/main">
            <a:pathLst>
              <a:path w="176648" h="91595">
                <a:moveTo>
                  <a:pt x="49069" y="29441"/>
                </a:moveTo>
                <a:lnTo>
                  <a:pt x="49069" y="13085"/>
                </a:lnTo>
                <a:lnTo>
                  <a:pt x="52340" y="13085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60292" y="32713"/>
                </a:lnTo>
                <a:lnTo>
                  <a:pt x="160292" y="35984"/>
                </a:lnTo>
                <a:lnTo>
                  <a:pt x="166835" y="35984"/>
                </a:lnTo>
                <a:lnTo>
                  <a:pt x="166835" y="39255"/>
                </a:lnTo>
                <a:lnTo>
                  <a:pt x="170106" y="39255"/>
                </a:lnTo>
                <a:lnTo>
                  <a:pt x="170106" y="42526"/>
                </a:lnTo>
                <a:lnTo>
                  <a:pt x="173377" y="42526"/>
                </a:lnTo>
                <a:lnTo>
                  <a:pt x="173377" y="49069"/>
                </a:lnTo>
                <a:lnTo>
                  <a:pt x="176648" y="49069"/>
                </a:lnTo>
                <a:lnTo>
                  <a:pt x="176648" y="58883"/>
                </a:lnTo>
                <a:lnTo>
                  <a:pt x="173377" y="58883"/>
                </a:lnTo>
                <a:lnTo>
                  <a:pt x="173377" y="65425"/>
                </a:lnTo>
                <a:lnTo>
                  <a:pt x="170106" y="65425"/>
                </a:lnTo>
                <a:lnTo>
                  <a:pt x="170106" y="68697"/>
                </a:lnTo>
                <a:lnTo>
                  <a:pt x="166835" y="68697"/>
                </a:lnTo>
                <a:lnTo>
                  <a:pt x="166835" y="71968"/>
                </a:lnTo>
                <a:lnTo>
                  <a:pt x="160292" y="71968"/>
                </a:lnTo>
                <a:lnTo>
                  <a:pt x="160292" y="75239"/>
                </a:lnTo>
                <a:lnTo>
                  <a:pt x="111223" y="75239"/>
                </a:lnTo>
                <a:lnTo>
                  <a:pt x="111223" y="71968"/>
                </a:lnTo>
                <a:lnTo>
                  <a:pt x="107952" y="71968"/>
                </a:lnTo>
                <a:lnTo>
                  <a:pt x="107952" y="68697"/>
                </a:lnTo>
                <a:lnTo>
                  <a:pt x="104681" y="68697"/>
                </a:lnTo>
                <a:lnTo>
                  <a:pt x="104681" y="65425"/>
                </a:lnTo>
                <a:lnTo>
                  <a:pt x="101409" y="65425"/>
                </a:lnTo>
                <a:lnTo>
                  <a:pt x="101409" y="58883"/>
                </a:lnTo>
                <a:lnTo>
                  <a:pt x="98138" y="58883"/>
                </a:lnTo>
                <a:lnTo>
                  <a:pt x="98138" y="49069"/>
                </a:lnTo>
                <a:lnTo>
                  <a:pt x="101409" y="49069"/>
                </a:lnTo>
                <a:lnTo>
                  <a:pt x="101409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81782" y="45798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62154"/>
                </a:lnTo>
                <a:lnTo>
                  <a:pt x="81782" y="62154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1968"/>
                </a:lnTo>
                <a:lnTo>
                  <a:pt x="75239" y="71968"/>
                </a:lnTo>
                <a:lnTo>
                  <a:pt x="75239" y="75239"/>
                </a:lnTo>
                <a:lnTo>
                  <a:pt x="68697" y="75239"/>
                </a:lnTo>
                <a:lnTo>
                  <a:pt x="68697" y="78510"/>
                </a:lnTo>
                <a:lnTo>
                  <a:pt x="55612" y="78510"/>
                </a:lnTo>
                <a:lnTo>
                  <a:pt x="55612" y="81782"/>
                </a:lnTo>
                <a:lnTo>
                  <a:pt x="52340" y="81782"/>
                </a:lnTo>
                <a:lnTo>
                  <a:pt x="52340" y="85053"/>
                </a:lnTo>
                <a:lnTo>
                  <a:pt x="49069" y="85053"/>
                </a:lnTo>
                <a:lnTo>
                  <a:pt x="49069" y="88324"/>
                </a:lnTo>
                <a:lnTo>
                  <a:pt x="42526" y="88324"/>
                </a:lnTo>
                <a:lnTo>
                  <a:pt x="42526" y="91595"/>
                </a:lnTo>
                <a:lnTo>
                  <a:pt x="16356" y="91595"/>
                </a:lnTo>
                <a:lnTo>
                  <a:pt x="16356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3085" y="52340"/>
                </a:lnTo>
                <a:lnTo>
                  <a:pt x="13085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9255"/>
                </a:lnTo>
                <a:lnTo>
                  <a:pt x="26170" y="39255"/>
                </a:lnTo>
                <a:lnTo>
                  <a:pt x="26170" y="35984"/>
                </a:lnTo>
                <a:lnTo>
                  <a:pt x="52340" y="35984"/>
                </a:lnTo>
                <a:lnTo>
                  <a:pt x="52340" y="29441"/>
                </a:lnTo>
                <a:lnTo>
                  <a:pt x="49069" y="29441"/>
                </a:lnTo>
                <a:close/>
                <a:moveTo>
                  <a:pt x="55612" y="35984"/>
                </a:moveTo>
                <a:lnTo>
                  <a:pt x="52340" y="35984"/>
                </a:lnTo>
                <a:lnTo>
                  <a:pt x="52340" y="39255"/>
                </a:lnTo>
                <a:lnTo>
                  <a:pt x="55612" y="39255"/>
                </a:lnTo>
                <a:lnTo>
                  <a:pt x="55612" y="3598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isible source SEC-093 inset-1 region 619">
            <a:extLst xmlns:a="http://schemas.openxmlformats.org/drawingml/2006/main">
              <a:ext uri="{FF2B5EF4-FFF2-40B4-BE49-F238E27FC236}">
                <a16:creationId xmlns:a16="http://schemas.microsoft.com/office/drawing/2014/main" id="{CFBD76B8-DD4B-4609-9DF4-7390C067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651" y="2116672"/>
            <a:ext cx="85053" cy="81782"/>
          </a:xfrm>
          <a:custGeom xmlns:a="http://schemas.openxmlformats.org/drawingml/2006/main">
            <a:pathLst>
              <a:path w="85053" h="81782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42526"/>
                </a:lnTo>
                <a:lnTo>
                  <a:pt x="75239" y="42526"/>
                </a:lnTo>
                <a:lnTo>
                  <a:pt x="75239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5612"/>
                </a:lnTo>
                <a:lnTo>
                  <a:pt x="85053" y="55612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19628" y="81782"/>
                </a:lnTo>
                <a:lnTo>
                  <a:pt x="19628" y="78510"/>
                </a:lnTo>
                <a:lnTo>
                  <a:pt x="13085" y="78510"/>
                </a:lnTo>
                <a:lnTo>
                  <a:pt x="13085" y="75239"/>
                </a:lnTo>
                <a:lnTo>
                  <a:pt x="9814" y="75239"/>
                </a:lnTo>
                <a:lnTo>
                  <a:pt x="9814" y="71968"/>
                </a:lnTo>
                <a:lnTo>
                  <a:pt x="6543" y="71968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isible source SEC-093 inset-1 region 620">
            <a:extLst xmlns:a="http://schemas.openxmlformats.org/drawingml/2006/main">
              <a:ext uri="{FF2B5EF4-FFF2-40B4-BE49-F238E27FC236}">
                <a16:creationId xmlns:a16="http://schemas.microsoft.com/office/drawing/2014/main" id="{C6DFFE6D-B688-4F05-93DA-F6264A2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140" y="2211539"/>
            <a:ext cx="121037" cy="71968"/>
          </a:xfrm>
          <a:custGeom xmlns:a="http://schemas.openxmlformats.org/drawingml/2006/main">
            <a:pathLst>
              <a:path w="121037" h="7196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29441"/>
                </a:lnTo>
                <a:lnTo>
                  <a:pt x="104681" y="29441"/>
                </a:lnTo>
                <a:lnTo>
                  <a:pt x="104681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17766" y="39255"/>
                </a:lnTo>
                <a:lnTo>
                  <a:pt x="117766" y="45798"/>
                </a:lnTo>
                <a:lnTo>
                  <a:pt x="121037" y="45798"/>
                </a:lnTo>
                <a:lnTo>
                  <a:pt x="121037" y="55612"/>
                </a:lnTo>
                <a:lnTo>
                  <a:pt x="117766" y="55612"/>
                </a:lnTo>
                <a:lnTo>
                  <a:pt x="117766" y="62154"/>
                </a:lnTo>
                <a:lnTo>
                  <a:pt x="114494" y="62154"/>
                </a:lnTo>
                <a:lnTo>
                  <a:pt x="114494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104681" y="68697"/>
                </a:lnTo>
                <a:lnTo>
                  <a:pt x="104681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5798" y="68697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62154"/>
                </a:lnTo>
                <a:lnTo>
                  <a:pt x="39255" y="62154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45798"/>
                </a:lnTo>
                <a:lnTo>
                  <a:pt x="39255" y="45798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isible source SEC-093 inset-1 region 621">
            <a:extLst xmlns:a="http://schemas.openxmlformats.org/drawingml/2006/main">
              <a:ext uri="{FF2B5EF4-FFF2-40B4-BE49-F238E27FC236}">
                <a16:creationId xmlns:a16="http://schemas.microsoft.com/office/drawing/2014/main" id="{3BDAE366-213D-4D05-B301-8C0F0F7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720" y="2240981"/>
            <a:ext cx="124308" cy="75239"/>
          </a:xfrm>
          <a:custGeom xmlns:a="http://schemas.openxmlformats.org/drawingml/2006/main">
            <a:pathLst>
              <a:path w="124308" h="75239">
                <a:moveTo>
                  <a:pt x="52340" y="6543"/>
                </a:move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81782" y="42526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71968" y="68697"/>
                </a:lnTo>
                <a:lnTo>
                  <a:pt x="71968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13085" y="75239"/>
                </a:lnTo>
                <a:lnTo>
                  <a:pt x="13085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42526" y="19628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isible source SEC-093 inset-1 region 622">
            <a:extLst xmlns:a="http://schemas.openxmlformats.org/drawingml/2006/main">
              <a:ext uri="{FF2B5EF4-FFF2-40B4-BE49-F238E27FC236}">
                <a16:creationId xmlns:a16="http://schemas.microsoft.com/office/drawing/2014/main" id="{3D83D3B9-ACC9-4006-AE13-755FA123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651" y="2335847"/>
            <a:ext cx="88324" cy="85053"/>
          </a:xfrm>
          <a:custGeom xmlns:a="http://schemas.openxmlformats.org/drawingml/2006/main">
            <a:pathLst>
              <a:path w="88324" h="85053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71968" y="45798"/>
                </a:lnTo>
                <a:lnTo>
                  <a:pt x="71968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81782" y="58883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19628" y="85053"/>
                </a:lnTo>
                <a:lnTo>
                  <a:pt x="19628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13085" y="78510"/>
                </a:lnTo>
                <a:lnTo>
                  <a:pt x="13085" y="75239"/>
                </a:lnTo>
                <a:lnTo>
                  <a:pt x="9814" y="75239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22899" y="45798"/>
                </a:lnTo>
                <a:lnTo>
                  <a:pt x="2289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  <a:moveTo>
                  <a:pt x="49069" y="42526"/>
                </a:moveTo>
                <a:lnTo>
                  <a:pt x="52340" y="42526"/>
                </a:lnTo>
                <a:lnTo>
                  <a:pt x="52340" y="39255"/>
                </a:lnTo>
                <a:lnTo>
                  <a:pt x="49069" y="39255"/>
                </a:lnTo>
                <a:lnTo>
                  <a:pt x="49069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isible source SEC-093 inset-1 region 623">
            <a:extLst xmlns:a="http://schemas.openxmlformats.org/drawingml/2006/main">
              <a:ext uri="{FF2B5EF4-FFF2-40B4-BE49-F238E27FC236}">
                <a16:creationId xmlns:a16="http://schemas.microsoft.com/office/drawing/2014/main" id="{079515EA-CC07-4421-BCC9-1A728722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869" y="2424171"/>
            <a:ext cx="121037" cy="85053"/>
          </a:xfrm>
          <a:custGeom xmlns:a="http://schemas.openxmlformats.org/drawingml/2006/main">
            <a:pathLst>
              <a:path w="121037" h="85053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29441"/>
                </a:lnTo>
                <a:lnTo>
                  <a:pt x="71968" y="29441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17766" y="52340"/>
                </a:lnTo>
                <a:lnTo>
                  <a:pt x="117766" y="55612"/>
                </a:lnTo>
                <a:lnTo>
                  <a:pt x="121037" y="55612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4494" y="75239"/>
                </a:lnTo>
                <a:lnTo>
                  <a:pt x="114494" y="78510"/>
                </a:lnTo>
                <a:lnTo>
                  <a:pt x="111223" y="78510"/>
                </a:lnTo>
                <a:lnTo>
                  <a:pt x="111223" y="81782"/>
                </a:lnTo>
                <a:lnTo>
                  <a:pt x="107952" y="81782"/>
                </a:lnTo>
                <a:lnTo>
                  <a:pt x="107952" y="85053"/>
                </a:lnTo>
                <a:lnTo>
                  <a:pt x="52340" y="85053"/>
                </a:lnTo>
                <a:lnTo>
                  <a:pt x="52340" y="81782"/>
                </a:lnTo>
                <a:lnTo>
                  <a:pt x="45798" y="81782"/>
                </a:lnTo>
                <a:lnTo>
                  <a:pt x="45798" y="78510"/>
                </a:lnTo>
                <a:lnTo>
                  <a:pt x="42526" y="78510"/>
                </a:lnTo>
                <a:lnTo>
                  <a:pt x="42526" y="75239"/>
                </a:lnTo>
                <a:lnTo>
                  <a:pt x="39255" y="75239"/>
                </a:lnTo>
                <a:lnTo>
                  <a:pt x="39255" y="68697"/>
                </a:lnTo>
                <a:lnTo>
                  <a:pt x="35984" y="68697"/>
                </a:lnTo>
                <a:lnTo>
                  <a:pt x="35984" y="58883"/>
                </a:lnTo>
                <a:lnTo>
                  <a:pt x="39255" y="58883"/>
                </a:lnTo>
                <a:lnTo>
                  <a:pt x="39255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isible source SEC-093 inset-1 region 624">
            <a:extLst xmlns:a="http://schemas.openxmlformats.org/drawingml/2006/main">
              <a:ext uri="{FF2B5EF4-FFF2-40B4-BE49-F238E27FC236}">
                <a16:creationId xmlns:a16="http://schemas.microsoft.com/office/drawing/2014/main" id="{95E97D2D-98EB-474B-B6B5-4C20CD0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448" y="2466698"/>
            <a:ext cx="130851" cy="55612"/>
          </a:xfrm>
          <a:custGeom xmlns:a="http://schemas.openxmlformats.org/drawingml/2006/main">
            <a:pathLst>
              <a:path w="130851" h="5561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4308" y="3271"/>
                </a:lnTo>
                <a:lnTo>
                  <a:pt x="124308" y="6543"/>
                </a:lnTo>
                <a:lnTo>
                  <a:pt x="127579" y="6543"/>
                </a:lnTo>
                <a:lnTo>
                  <a:pt x="127579" y="13085"/>
                </a:lnTo>
                <a:lnTo>
                  <a:pt x="130851" y="13085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5984"/>
                </a:lnTo>
                <a:lnTo>
                  <a:pt x="124308" y="35984"/>
                </a:lnTo>
                <a:lnTo>
                  <a:pt x="124308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58883" y="55612"/>
                </a:lnTo>
                <a:lnTo>
                  <a:pt x="58883" y="52340"/>
                </a:lnTo>
                <a:lnTo>
                  <a:pt x="55612" y="52340"/>
                </a:lnTo>
                <a:lnTo>
                  <a:pt x="55612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9814" y="45798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isible source SEC-093 inset-1 region 625">
            <a:extLst xmlns:a="http://schemas.openxmlformats.org/drawingml/2006/main">
              <a:ext uri="{FF2B5EF4-FFF2-40B4-BE49-F238E27FC236}">
                <a16:creationId xmlns:a16="http://schemas.microsoft.com/office/drawing/2014/main" id="{FC85403D-E3F2-400D-845F-8766251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922" y="2558293"/>
            <a:ext cx="85053" cy="42526"/>
          </a:xfrm>
          <a:custGeom xmlns:a="http://schemas.openxmlformats.org/drawingml/2006/main">
            <a:pathLst>
              <a:path w="8505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isible source SEC-093 inset-1 region 626">
            <a:extLst xmlns:a="http://schemas.openxmlformats.org/drawingml/2006/main">
              <a:ext uri="{FF2B5EF4-FFF2-40B4-BE49-F238E27FC236}">
                <a16:creationId xmlns:a16="http://schemas.microsoft.com/office/drawing/2014/main" id="{81097717-3797-474C-B3C5-BC24DAE8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182" y="129885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isible source SEC-093 inset-1 region 627">
            <a:extLst xmlns:a="http://schemas.openxmlformats.org/drawingml/2006/main">
              <a:ext uri="{FF2B5EF4-FFF2-40B4-BE49-F238E27FC236}">
                <a16:creationId xmlns:a16="http://schemas.microsoft.com/office/drawing/2014/main" id="{71F15FAB-4422-4100-A1E2-16549B5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299" y="129885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isible source SEC-093 inset-1 region 628">
            <a:extLst xmlns:a="http://schemas.openxmlformats.org/drawingml/2006/main">
              <a:ext uri="{FF2B5EF4-FFF2-40B4-BE49-F238E27FC236}">
                <a16:creationId xmlns:a16="http://schemas.microsoft.com/office/drawing/2014/main" id="{23B4CBB3-69DD-4E93-8C55-8F4811D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336" y="133811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isible source SEC-093 inset-1 region 629">
            <a:extLst xmlns:a="http://schemas.openxmlformats.org/drawingml/2006/main">
              <a:ext uri="{FF2B5EF4-FFF2-40B4-BE49-F238E27FC236}">
                <a16:creationId xmlns:a16="http://schemas.microsoft.com/office/drawing/2014/main" id="{2408CC1B-9F01-444A-B5FB-2F687AF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182" y="143297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isible source SEC-093 inset-1 region 630">
            <a:extLst xmlns:a="http://schemas.openxmlformats.org/drawingml/2006/main">
              <a:ext uri="{FF2B5EF4-FFF2-40B4-BE49-F238E27FC236}">
                <a16:creationId xmlns:a16="http://schemas.microsoft.com/office/drawing/2014/main" id="{656ADF47-FDAC-4F18-8F68-AB9EF82F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842" y="155074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isible source SEC-093 inset-1 region 631">
            <a:extLst xmlns:a="http://schemas.openxmlformats.org/drawingml/2006/main">
              <a:ext uri="{FF2B5EF4-FFF2-40B4-BE49-F238E27FC236}">
                <a16:creationId xmlns:a16="http://schemas.microsoft.com/office/drawing/2014/main" id="{3E6CC5B3-F06A-464D-A7D0-1E8B56CA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980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isible source SEC-093 inset-1 region 632">
            <a:extLst xmlns:a="http://schemas.openxmlformats.org/drawingml/2006/main">
              <a:ext uri="{FF2B5EF4-FFF2-40B4-BE49-F238E27FC236}">
                <a16:creationId xmlns:a16="http://schemas.microsoft.com/office/drawing/2014/main" id="{CCD77E9E-72AE-4474-9683-0E095A6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655" y="1711035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isible source SEC-093 inset-1 region 633">
            <a:extLst xmlns:a="http://schemas.openxmlformats.org/drawingml/2006/main">
              <a:ext uri="{FF2B5EF4-FFF2-40B4-BE49-F238E27FC236}">
                <a16:creationId xmlns:a16="http://schemas.microsoft.com/office/drawing/2014/main" id="{5C2C055F-2B89-406A-A77E-7E74AB3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570" y="1763376"/>
            <a:ext cx="176648" cy="68697"/>
          </a:xfrm>
          <a:custGeom xmlns:a="http://schemas.openxmlformats.org/drawingml/2006/main">
            <a:pathLst>
              <a:path w="176648" h="68697">
                <a:moveTo>
                  <a:pt x="16356" y="3271"/>
                </a:move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19628"/>
                </a:lnTo>
                <a:lnTo>
                  <a:pt x="85053" y="19628"/>
                </a:lnTo>
                <a:lnTo>
                  <a:pt x="85053" y="22899"/>
                </a:lnTo>
                <a:lnTo>
                  <a:pt x="91595" y="22899"/>
                </a:lnTo>
                <a:lnTo>
                  <a:pt x="91595" y="26170"/>
                </a:lnTo>
                <a:lnTo>
                  <a:pt x="94867" y="26170"/>
                </a:lnTo>
                <a:lnTo>
                  <a:pt x="94867" y="29441"/>
                </a:lnTo>
                <a:lnTo>
                  <a:pt x="98138" y="29441"/>
                </a:lnTo>
                <a:lnTo>
                  <a:pt x="98138" y="35984"/>
                </a:lnTo>
                <a:lnTo>
                  <a:pt x="101409" y="35984"/>
                </a:lnTo>
                <a:lnTo>
                  <a:pt x="101409" y="42526"/>
                </a:lnTo>
                <a:lnTo>
                  <a:pt x="104681" y="42526"/>
                </a:lnTo>
                <a:lnTo>
                  <a:pt x="104681" y="35984"/>
                </a:lnTo>
                <a:lnTo>
                  <a:pt x="107952" y="35984"/>
                </a:lnTo>
                <a:lnTo>
                  <a:pt x="107952" y="32713"/>
                </a:lnTo>
                <a:lnTo>
                  <a:pt x="111223" y="32713"/>
                </a:lnTo>
                <a:lnTo>
                  <a:pt x="111223" y="29441"/>
                </a:lnTo>
                <a:lnTo>
                  <a:pt x="117766" y="29441"/>
                </a:lnTo>
                <a:lnTo>
                  <a:pt x="117766" y="26170"/>
                </a:lnTo>
                <a:lnTo>
                  <a:pt x="127579" y="26170"/>
                </a:lnTo>
                <a:lnTo>
                  <a:pt x="127579" y="29441"/>
                </a:lnTo>
                <a:lnTo>
                  <a:pt x="140664" y="29441"/>
                </a:lnTo>
                <a:lnTo>
                  <a:pt x="140664" y="26170"/>
                </a:lnTo>
                <a:lnTo>
                  <a:pt x="160292" y="26170"/>
                </a:lnTo>
                <a:lnTo>
                  <a:pt x="160292" y="29441"/>
                </a:lnTo>
                <a:lnTo>
                  <a:pt x="166835" y="29441"/>
                </a:lnTo>
                <a:lnTo>
                  <a:pt x="166835" y="32713"/>
                </a:lnTo>
                <a:lnTo>
                  <a:pt x="170106" y="32713"/>
                </a:lnTo>
                <a:lnTo>
                  <a:pt x="170106" y="35984"/>
                </a:lnTo>
                <a:lnTo>
                  <a:pt x="173377" y="35984"/>
                </a:lnTo>
                <a:lnTo>
                  <a:pt x="173377" y="42526"/>
                </a:lnTo>
                <a:lnTo>
                  <a:pt x="176648" y="42526"/>
                </a:lnTo>
                <a:lnTo>
                  <a:pt x="176648" y="52340"/>
                </a:lnTo>
                <a:lnTo>
                  <a:pt x="173377" y="52340"/>
                </a:lnTo>
                <a:lnTo>
                  <a:pt x="173377" y="58883"/>
                </a:lnTo>
                <a:lnTo>
                  <a:pt x="170106" y="58883"/>
                </a:lnTo>
                <a:lnTo>
                  <a:pt x="170106" y="62154"/>
                </a:lnTo>
                <a:lnTo>
                  <a:pt x="166835" y="62154"/>
                </a:lnTo>
                <a:lnTo>
                  <a:pt x="166835" y="65425"/>
                </a:lnTo>
                <a:lnTo>
                  <a:pt x="160292" y="65425"/>
                </a:lnTo>
                <a:lnTo>
                  <a:pt x="160292" y="68697"/>
                </a:lnTo>
                <a:lnTo>
                  <a:pt x="140664" y="68697"/>
                </a:lnTo>
                <a:lnTo>
                  <a:pt x="140664" y="65425"/>
                </a:lnTo>
                <a:lnTo>
                  <a:pt x="127579" y="65425"/>
                </a:lnTo>
                <a:lnTo>
                  <a:pt x="127579" y="68697"/>
                </a:lnTo>
                <a:lnTo>
                  <a:pt x="117766" y="68697"/>
                </a:lnTo>
                <a:lnTo>
                  <a:pt x="117766" y="65425"/>
                </a:lnTo>
                <a:lnTo>
                  <a:pt x="111223" y="65425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58883"/>
                </a:lnTo>
                <a:lnTo>
                  <a:pt x="104681" y="58883"/>
                </a:lnTo>
                <a:lnTo>
                  <a:pt x="104681" y="52340"/>
                </a:lnTo>
                <a:lnTo>
                  <a:pt x="101409" y="52340"/>
                </a:lnTo>
                <a:lnTo>
                  <a:pt x="101409" y="45798"/>
                </a:lnTo>
                <a:lnTo>
                  <a:pt x="98138" y="45798"/>
                </a:lnTo>
                <a:lnTo>
                  <a:pt x="98138" y="52340"/>
                </a:lnTo>
                <a:lnTo>
                  <a:pt x="94867" y="52340"/>
                </a:lnTo>
                <a:lnTo>
                  <a:pt x="94867" y="55612"/>
                </a:lnTo>
                <a:lnTo>
                  <a:pt x="91595" y="55612"/>
                </a:lnTo>
                <a:lnTo>
                  <a:pt x="91595" y="58883"/>
                </a:lnTo>
                <a:lnTo>
                  <a:pt x="85053" y="58883"/>
                </a:lnTo>
                <a:lnTo>
                  <a:pt x="85053" y="62154"/>
                </a:lnTo>
                <a:lnTo>
                  <a:pt x="75239" y="62154"/>
                </a:lnTo>
                <a:lnTo>
                  <a:pt x="75239" y="58883"/>
                </a:lnTo>
                <a:lnTo>
                  <a:pt x="68697" y="58883"/>
                </a:lnTo>
                <a:lnTo>
                  <a:pt x="68697" y="55612"/>
                </a:lnTo>
                <a:lnTo>
                  <a:pt x="65425" y="55612"/>
                </a:lnTo>
                <a:lnTo>
                  <a:pt x="65425" y="52340"/>
                </a:lnTo>
                <a:lnTo>
                  <a:pt x="62154" y="52340"/>
                </a:lnTo>
                <a:lnTo>
                  <a:pt x="62154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isible source SEC-093 inset-1 region 634">
            <a:extLst xmlns:a="http://schemas.openxmlformats.org/drawingml/2006/main">
              <a:ext uri="{FF2B5EF4-FFF2-40B4-BE49-F238E27FC236}">
                <a16:creationId xmlns:a16="http://schemas.microsoft.com/office/drawing/2014/main" id="{8956BFCC-8BEE-442B-814A-E4AAFF9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230" y="1789546"/>
            <a:ext cx="52340" cy="49069"/>
          </a:xfrm>
          <a:custGeom xmlns:a="http://schemas.openxmlformats.org/drawingml/2006/main">
            <a:pathLst>
              <a:path w="52340" h="49069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3085"/>
                </a:lnTo>
                <a:lnTo>
                  <a:pt x="45798" y="13085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2899"/>
                </a:lnTo>
                <a:lnTo>
                  <a:pt x="52340" y="22899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45798"/>
                </a:lnTo>
                <a:lnTo>
                  <a:pt x="35984" y="45798"/>
                </a:lnTo>
                <a:lnTo>
                  <a:pt x="35984" y="49069"/>
                </a:lnTo>
                <a:lnTo>
                  <a:pt x="26170" y="49069"/>
                </a:lnTo>
                <a:lnTo>
                  <a:pt x="26170" y="45798"/>
                </a:lnTo>
                <a:lnTo>
                  <a:pt x="19628" y="45798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isible source SEC-093 inset-1 region 635">
            <a:extLst xmlns:a="http://schemas.openxmlformats.org/drawingml/2006/main">
              <a:ext uri="{FF2B5EF4-FFF2-40B4-BE49-F238E27FC236}">
                <a16:creationId xmlns:a16="http://schemas.microsoft.com/office/drawing/2014/main" id="{1363E693-4B9D-47EA-94F6-020CB04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315" y="1858242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3085"/>
                </a:lnTo>
                <a:lnTo>
                  <a:pt x="52340" y="13085"/>
                </a:lnTo>
                <a:lnTo>
                  <a:pt x="52340" y="29441"/>
                </a:lnTo>
                <a:lnTo>
                  <a:pt x="49069" y="29441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isible source SEC-093 inset-1 region 636">
            <a:extLst xmlns:a="http://schemas.openxmlformats.org/drawingml/2006/main">
              <a:ext uri="{FF2B5EF4-FFF2-40B4-BE49-F238E27FC236}">
                <a16:creationId xmlns:a16="http://schemas.microsoft.com/office/drawing/2014/main" id="{B2E9B9A7-634F-4262-9C8E-9C4F5DA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235" y="1864785"/>
            <a:ext cx="98138" cy="98138"/>
          </a:xfrm>
          <a:custGeom xmlns:a="http://schemas.openxmlformats.org/drawingml/2006/main">
            <a:pathLst>
              <a:path w="98138" h="9813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62154" y="42526"/>
                </a:lnTo>
                <a:lnTo>
                  <a:pt x="62154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81782" y="55612"/>
                </a:lnTo>
                <a:lnTo>
                  <a:pt x="81782" y="58883"/>
                </a:lnTo>
                <a:lnTo>
                  <a:pt x="88324" y="58883"/>
                </a:lnTo>
                <a:lnTo>
                  <a:pt x="88324" y="62154"/>
                </a:lnTo>
                <a:lnTo>
                  <a:pt x="91595" y="62154"/>
                </a:lnTo>
                <a:lnTo>
                  <a:pt x="91595" y="65425"/>
                </a:lnTo>
                <a:lnTo>
                  <a:pt x="94867" y="65425"/>
                </a:lnTo>
                <a:lnTo>
                  <a:pt x="94867" y="71968"/>
                </a:lnTo>
                <a:lnTo>
                  <a:pt x="98138" y="71968"/>
                </a:lnTo>
                <a:lnTo>
                  <a:pt x="98138" y="81782"/>
                </a:lnTo>
                <a:lnTo>
                  <a:pt x="94867" y="81782"/>
                </a:lnTo>
                <a:lnTo>
                  <a:pt x="94867" y="88324"/>
                </a:lnTo>
                <a:lnTo>
                  <a:pt x="91595" y="88324"/>
                </a:lnTo>
                <a:lnTo>
                  <a:pt x="91595" y="91595"/>
                </a:lnTo>
                <a:lnTo>
                  <a:pt x="88324" y="91595"/>
                </a:lnTo>
                <a:lnTo>
                  <a:pt x="88324" y="94867"/>
                </a:lnTo>
                <a:lnTo>
                  <a:pt x="81782" y="94867"/>
                </a:lnTo>
                <a:lnTo>
                  <a:pt x="81782" y="98138"/>
                </a:lnTo>
                <a:lnTo>
                  <a:pt x="71968" y="98138"/>
                </a:lnTo>
                <a:lnTo>
                  <a:pt x="71968" y="94867"/>
                </a:lnTo>
                <a:lnTo>
                  <a:pt x="65425" y="94867"/>
                </a:lnTo>
                <a:lnTo>
                  <a:pt x="65425" y="98138"/>
                </a:lnTo>
                <a:lnTo>
                  <a:pt x="55612" y="98138"/>
                </a:lnTo>
                <a:lnTo>
                  <a:pt x="55612" y="94867"/>
                </a:lnTo>
                <a:lnTo>
                  <a:pt x="49069" y="94867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8324"/>
                </a:lnTo>
                <a:lnTo>
                  <a:pt x="42526" y="88324"/>
                </a:lnTo>
                <a:lnTo>
                  <a:pt x="42526" y="81782"/>
                </a:lnTo>
                <a:lnTo>
                  <a:pt x="32713" y="81782"/>
                </a:lnTo>
                <a:lnTo>
                  <a:pt x="32713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  <a:moveTo>
                  <a:pt x="32713" y="45798"/>
                </a:moveTo>
                <a:lnTo>
                  <a:pt x="45798" y="45798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2713" y="39255"/>
                </a:lnTo>
                <a:lnTo>
                  <a:pt x="32713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isible source SEC-093 inset-1 region 637">
            <a:extLst xmlns:a="http://schemas.openxmlformats.org/drawingml/2006/main">
              <a:ext uri="{FF2B5EF4-FFF2-40B4-BE49-F238E27FC236}">
                <a16:creationId xmlns:a16="http://schemas.microsoft.com/office/drawing/2014/main" id="{9C739187-4361-4B7A-B67C-3E03928F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198" y="1920397"/>
            <a:ext cx="104681" cy="42526"/>
          </a:xfrm>
          <a:custGeom xmlns:a="http://schemas.openxmlformats.org/drawingml/2006/main">
            <a:pathLst>
              <a:path w="104681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68697" y="42526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isible source SEC-093 inset-1 region 638">
            <a:extLst xmlns:a="http://schemas.openxmlformats.org/drawingml/2006/main">
              <a:ext uri="{FF2B5EF4-FFF2-40B4-BE49-F238E27FC236}">
                <a16:creationId xmlns:a16="http://schemas.microsoft.com/office/drawing/2014/main" id="{A70237A3-12C0-408A-A8FA-EB18AD8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384" y="1972737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isible source SEC-093 inset-1 region 639">
            <a:extLst xmlns:a="http://schemas.openxmlformats.org/drawingml/2006/main">
              <a:ext uri="{FF2B5EF4-FFF2-40B4-BE49-F238E27FC236}">
                <a16:creationId xmlns:a16="http://schemas.microsoft.com/office/drawing/2014/main" id="{5B65A219-892A-4077-9865-ABB34F0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639" y="2015263"/>
            <a:ext cx="124308" cy="52340"/>
          </a:xfrm>
          <a:custGeom xmlns:a="http://schemas.openxmlformats.org/drawingml/2006/main">
            <a:pathLst>
              <a:path w="124308" h="52340">
                <a:moveTo>
                  <a:pt x="6543" y="16356"/>
                </a:move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65425" y="42526"/>
                </a:lnTo>
                <a:lnTo>
                  <a:pt x="65425" y="45798"/>
                </a:lnTo>
                <a:lnTo>
                  <a:pt x="62154" y="45798"/>
                </a:lnTo>
                <a:lnTo>
                  <a:pt x="62154" y="49069"/>
                </a:lnTo>
                <a:lnTo>
                  <a:pt x="55612" y="49069"/>
                </a:lnTo>
                <a:lnTo>
                  <a:pt x="55612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isible source SEC-093 inset-1 region 640">
            <a:extLst xmlns:a="http://schemas.openxmlformats.org/drawingml/2006/main">
              <a:ext uri="{FF2B5EF4-FFF2-40B4-BE49-F238E27FC236}">
                <a16:creationId xmlns:a16="http://schemas.microsoft.com/office/drawing/2014/main" id="{F27F65CD-097D-4637-BB0C-DFA218BF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692" y="2097045"/>
            <a:ext cx="206090" cy="107952"/>
          </a:xfrm>
          <a:custGeom xmlns:a="http://schemas.openxmlformats.org/drawingml/2006/main">
            <a:pathLst>
              <a:path w="206090" h="107952">
                <a:moveTo>
                  <a:pt x="13085" y="26170"/>
                </a:moveTo>
                <a:lnTo>
                  <a:pt x="9814" y="26170"/>
                </a:ln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1968" y="13085"/>
                </a:lnTo>
                <a:lnTo>
                  <a:pt x="71968" y="29441"/>
                </a:lnTo>
                <a:lnTo>
                  <a:pt x="68697" y="29441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75239" y="42526"/>
                </a:lnTo>
                <a:lnTo>
                  <a:pt x="75239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85053" y="52340"/>
                </a:lnTo>
                <a:lnTo>
                  <a:pt x="85053" y="55612"/>
                </a:lnTo>
                <a:lnTo>
                  <a:pt x="88324" y="55612"/>
                </a:lnTo>
                <a:lnTo>
                  <a:pt x="88324" y="65425"/>
                </a:lnTo>
                <a:lnTo>
                  <a:pt x="94867" y="65425"/>
                </a:lnTo>
                <a:lnTo>
                  <a:pt x="94867" y="58883"/>
                </a:lnTo>
                <a:lnTo>
                  <a:pt x="98138" y="58883"/>
                </a:lnTo>
                <a:lnTo>
                  <a:pt x="98138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107952" y="52340"/>
                </a:lnTo>
                <a:lnTo>
                  <a:pt x="107952" y="49069"/>
                </a:lnTo>
                <a:lnTo>
                  <a:pt x="150478" y="49069"/>
                </a:lnTo>
                <a:lnTo>
                  <a:pt x="150478" y="42526"/>
                </a:lnTo>
                <a:lnTo>
                  <a:pt x="153750" y="42526"/>
                </a:lnTo>
                <a:lnTo>
                  <a:pt x="153750" y="35984"/>
                </a:lnTo>
                <a:lnTo>
                  <a:pt x="157021" y="35984"/>
                </a:lnTo>
                <a:lnTo>
                  <a:pt x="157021" y="32713"/>
                </a:lnTo>
                <a:lnTo>
                  <a:pt x="160292" y="32713"/>
                </a:lnTo>
                <a:lnTo>
                  <a:pt x="160292" y="29441"/>
                </a:lnTo>
                <a:lnTo>
                  <a:pt x="166835" y="29441"/>
                </a:lnTo>
                <a:lnTo>
                  <a:pt x="166835" y="26170"/>
                </a:lnTo>
                <a:lnTo>
                  <a:pt x="189733" y="26170"/>
                </a:lnTo>
                <a:lnTo>
                  <a:pt x="189733" y="29441"/>
                </a:lnTo>
                <a:lnTo>
                  <a:pt x="196276" y="29441"/>
                </a:lnTo>
                <a:lnTo>
                  <a:pt x="196276" y="32713"/>
                </a:lnTo>
                <a:lnTo>
                  <a:pt x="199547" y="32713"/>
                </a:lnTo>
                <a:lnTo>
                  <a:pt x="199547" y="35984"/>
                </a:lnTo>
                <a:lnTo>
                  <a:pt x="202818" y="35984"/>
                </a:lnTo>
                <a:lnTo>
                  <a:pt x="202818" y="39255"/>
                </a:lnTo>
                <a:lnTo>
                  <a:pt x="206090" y="39255"/>
                </a:lnTo>
                <a:lnTo>
                  <a:pt x="206090" y="55612"/>
                </a:lnTo>
                <a:lnTo>
                  <a:pt x="202818" y="55612"/>
                </a:lnTo>
                <a:lnTo>
                  <a:pt x="202818" y="58883"/>
                </a:lnTo>
                <a:lnTo>
                  <a:pt x="199547" y="58883"/>
                </a:lnTo>
                <a:lnTo>
                  <a:pt x="199547" y="62154"/>
                </a:lnTo>
                <a:lnTo>
                  <a:pt x="196276" y="62154"/>
                </a:lnTo>
                <a:lnTo>
                  <a:pt x="196276" y="65425"/>
                </a:lnTo>
                <a:lnTo>
                  <a:pt x="193005" y="65425"/>
                </a:lnTo>
                <a:lnTo>
                  <a:pt x="193005" y="68697"/>
                </a:lnTo>
                <a:lnTo>
                  <a:pt x="170106" y="68697"/>
                </a:lnTo>
                <a:lnTo>
                  <a:pt x="170106" y="75239"/>
                </a:lnTo>
                <a:lnTo>
                  <a:pt x="166835" y="75239"/>
                </a:lnTo>
                <a:lnTo>
                  <a:pt x="166835" y="81782"/>
                </a:lnTo>
                <a:lnTo>
                  <a:pt x="163563" y="81782"/>
                </a:lnTo>
                <a:lnTo>
                  <a:pt x="163563" y="85053"/>
                </a:lnTo>
                <a:lnTo>
                  <a:pt x="160292" y="85053"/>
                </a:lnTo>
                <a:lnTo>
                  <a:pt x="160292" y="88324"/>
                </a:lnTo>
                <a:lnTo>
                  <a:pt x="153750" y="88324"/>
                </a:lnTo>
                <a:lnTo>
                  <a:pt x="153750" y="91595"/>
                </a:lnTo>
                <a:lnTo>
                  <a:pt x="121037" y="91595"/>
                </a:lnTo>
                <a:lnTo>
                  <a:pt x="121037" y="98138"/>
                </a:lnTo>
                <a:lnTo>
                  <a:pt x="117766" y="98138"/>
                </a:lnTo>
                <a:lnTo>
                  <a:pt x="117766" y="101409"/>
                </a:lnTo>
                <a:lnTo>
                  <a:pt x="114494" y="101409"/>
                </a:lnTo>
                <a:lnTo>
                  <a:pt x="114494" y="104681"/>
                </a:lnTo>
                <a:lnTo>
                  <a:pt x="107952" y="104681"/>
                </a:lnTo>
                <a:lnTo>
                  <a:pt x="107952" y="107952"/>
                </a:lnTo>
                <a:lnTo>
                  <a:pt x="65425" y="107952"/>
                </a:lnTo>
                <a:lnTo>
                  <a:pt x="65425" y="104681"/>
                </a:lnTo>
                <a:lnTo>
                  <a:pt x="58883" y="104681"/>
                </a:lnTo>
                <a:lnTo>
                  <a:pt x="58883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52340" y="98138"/>
                </a:lnTo>
                <a:lnTo>
                  <a:pt x="52340" y="91595"/>
                </a:lnTo>
                <a:lnTo>
                  <a:pt x="49069" y="91595"/>
                </a:lnTo>
                <a:lnTo>
                  <a:pt x="49069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26170" y="42526"/>
                </a:lnTo>
                <a:lnTo>
                  <a:pt x="26170" y="39255"/>
                </a:lnTo>
                <a:lnTo>
                  <a:pt x="19628" y="39255"/>
                </a:lnTo>
                <a:lnTo>
                  <a:pt x="19628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13085" y="32713"/>
                </a:lnTo>
                <a:lnTo>
                  <a:pt x="13085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isible source SEC-093 inset-1 region 641">
            <a:extLst xmlns:a="http://schemas.openxmlformats.org/drawingml/2006/main">
              <a:ext uri="{FF2B5EF4-FFF2-40B4-BE49-F238E27FC236}">
                <a16:creationId xmlns:a16="http://schemas.microsoft.com/office/drawing/2014/main" id="{7865D136-1862-47DE-BC82-69185E4B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044" y="2110130"/>
            <a:ext cx="173377" cy="114494"/>
          </a:xfrm>
          <a:custGeom xmlns:a="http://schemas.openxmlformats.org/drawingml/2006/main">
            <a:pathLst>
              <a:path w="173377" h="114494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8324" y="22899"/>
                </a:lnTo>
                <a:lnTo>
                  <a:pt x="88324" y="19628"/>
                </a:lnTo>
                <a:lnTo>
                  <a:pt x="114494" y="19628"/>
                </a:lnTo>
                <a:lnTo>
                  <a:pt x="114494" y="22899"/>
                </a:lnTo>
                <a:lnTo>
                  <a:pt x="121037" y="22899"/>
                </a:lnTo>
                <a:lnTo>
                  <a:pt x="121037" y="26170"/>
                </a:lnTo>
                <a:lnTo>
                  <a:pt x="124308" y="26170"/>
                </a:lnTo>
                <a:lnTo>
                  <a:pt x="124308" y="29441"/>
                </a:lnTo>
                <a:lnTo>
                  <a:pt x="127579" y="29441"/>
                </a:lnTo>
                <a:lnTo>
                  <a:pt x="127579" y="35984"/>
                </a:lnTo>
                <a:lnTo>
                  <a:pt x="130851" y="35984"/>
                </a:lnTo>
                <a:lnTo>
                  <a:pt x="130851" y="45798"/>
                </a:lnTo>
                <a:lnTo>
                  <a:pt x="127579" y="45798"/>
                </a:lnTo>
                <a:lnTo>
                  <a:pt x="127579" y="52340"/>
                </a:lnTo>
                <a:lnTo>
                  <a:pt x="130851" y="52340"/>
                </a:lnTo>
                <a:lnTo>
                  <a:pt x="130851" y="55612"/>
                </a:lnTo>
                <a:lnTo>
                  <a:pt x="143936" y="55612"/>
                </a:lnTo>
                <a:lnTo>
                  <a:pt x="143936" y="52340"/>
                </a:lnTo>
                <a:lnTo>
                  <a:pt x="160292" y="52340"/>
                </a:lnTo>
                <a:lnTo>
                  <a:pt x="160292" y="55612"/>
                </a:lnTo>
                <a:lnTo>
                  <a:pt x="163563" y="55612"/>
                </a:lnTo>
                <a:lnTo>
                  <a:pt x="163563" y="58883"/>
                </a:lnTo>
                <a:lnTo>
                  <a:pt x="166835" y="58883"/>
                </a:lnTo>
                <a:lnTo>
                  <a:pt x="166835" y="62154"/>
                </a:lnTo>
                <a:lnTo>
                  <a:pt x="170106" y="62154"/>
                </a:lnTo>
                <a:lnTo>
                  <a:pt x="170106" y="65425"/>
                </a:lnTo>
                <a:lnTo>
                  <a:pt x="173377" y="65425"/>
                </a:lnTo>
                <a:lnTo>
                  <a:pt x="173377" y="81782"/>
                </a:lnTo>
                <a:lnTo>
                  <a:pt x="170106" y="81782"/>
                </a:lnTo>
                <a:lnTo>
                  <a:pt x="170106" y="85053"/>
                </a:lnTo>
                <a:lnTo>
                  <a:pt x="166835" y="85053"/>
                </a:lnTo>
                <a:lnTo>
                  <a:pt x="166835" y="88324"/>
                </a:lnTo>
                <a:lnTo>
                  <a:pt x="163563" y="88324"/>
                </a:lnTo>
                <a:lnTo>
                  <a:pt x="163563" y="91595"/>
                </a:lnTo>
                <a:lnTo>
                  <a:pt x="157021" y="91595"/>
                </a:lnTo>
                <a:lnTo>
                  <a:pt x="157021" y="94867"/>
                </a:lnTo>
                <a:lnTo>
                  <a:pt x="143936" y="94867"/>
                </a:lnTo>
                <a:lnTo>
                  <a:pt x="143936" y="91595"/>
                </a:lnTo>
                <a:lnTo>
                  <a:pt x="130851" y="91595"/>
                </a:lnTo>
                <a:lnTo>
                  <a:pt x="130851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4681"/>
                </a:lnTo>
                <a:lnTo>
                  <a:pt x="111223" y="104681"/>
                </a:lnTo>
                <a:lnTo>
                  <a:pt x="111223" y="107952"/>
                </a:lnTo>
                <a:lnTo>
                  <a:pt x="107952" y="107952"/>
                </a:lnTo>
                <a:lnTo>
                  <a:pt x="107952" y="111223"/>
                </a:lnTo>
                <a:lnTo>
                  <a:pt x="101409" y="111223"/>
                </a:lnTo>
                <a:lnTo>
                  <a:pt x="101409" y="114494"/>
                </a:lnTo>
                <a:lnTo>
                  <a:pt x="58883" y="114494"/>
                </a:lnTo>
                <a:lnTo>
                  <a:pt x="58883" y="111223"/>
                </a:lnTo>
                <a:lnTo>
                  <a:pt x="52340" y="111223"/>
                </a:lnTo>
                <a:lnTo>
                  <a:pt x="52340" y="107952"/>
                </a:lnTo>
                <a:lnTo>
                  <a:pt x="49069" y="107952"/>
                </a:lnTo>
                <a:lnTo>
                  <a:pt x="49069" y="104681"/>
                </a:lnTo>
                <a:lnTo>
                  <a:pt x="45798" y="104681"/>
                </a:lnTo>
                <a:lnTo>
                  <a:pt x="45798" y="98138"/>
                </a:lnTo>
                <a:lnTo>
                  <a:pt x="42526" y="98138"/>
                </a:lnTo>
                <a:lnTo>
                  <a:pt x="42526" y="88324"/>
                </a:lnTo>
                <a:lnTo>
                  <a:pt x="45798" y="88324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88324" y="71968"/>
                </a:lnTo>
                <a:lnTo>
                  <a:pt x="88324" y="68697"/>
                </a:lnTo>
                <a:lnTo>
                  <a:pt x="91595" y="68697"/>
                </a:lnTo>
                <a:lnTo>
                  <a:pt x="91595" y="62154"/>
                </a:lnTo>
                <a:lnTo>
                  <a:pt x="88324" y="62154"/>
                </a:lnTo>
                <a:lnTo>
                  <a:pt x="88324" y="58883"/>
                </a:lnTo>
                <a:lnTo>
                  <a:pt x="81782" y="58883"/>
                </a:lnTo>
                <a:lnTo>
                  <a:pt x="81782" y="62154"/>
                </a:lnTo>
                <a:lnTo>
                  <a:pt x="71968" y="62154"/>
                </a:lnTo>
                <a:lnTo>
                  <a:pt x="71968" y="58883"/>
                </a:lnTo>
                <a:lnTo>
                  <a:pt x="65425" y="58883"/>
                </a:lnTo>
                <a:lnTo>
                  <a:pt x="65425" y="55612"/>
                </a:lnTo>
                <a:lnTo>
                  <a:pt x="62154" y="55612"/>
                </a:lnTo>
                <a:lnTo>
                  <a:pt x="62154" y="52340"/>
                </a:lnTo>
                <a:lnTo>
                  <a:pt x="58883" y="52340"/>
                </a:lnTo>
                <a:lnTo>
                  <a:pt x="58883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isible source SEC-093 inset-1 region 642">
            <a:extLst xmlns:a="http://schemas.openxmlformats.org/drawingml/2006/main">
              <a:ext uri="{FF2B5EF4-FFF2-40B4-BE49-F238E27FC236}">
                <a16:creationId xmlns:a16="http://schemas.microsoft.com/office/drawing/2014/main" id="{EC25336C-D9BE-4ADB-994E-0A7C37A8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639" y="2240981"/>
            <a:ext cx="127579" cy="68697"/>
          </a:xfrm>
          <a:custGeom xmlns:a="http://schemas.openxmlformats.org/drawingml/2006/main">
            <a:pathLst>
              <a:path w="127579" h="68697">
                <a:moveTo>
                  <a:pt x="45798" y="16356"/>
                </a:move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78510" y="42526"/>
                </a:lnTo>
                <a:lnTo>
                  <a:pt x="78510" y="52340"/>
                </a:lnTo>
                <a:lnTo>
                  <a:pt x="75239" y="52340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62154" y="65425"/>
                </a:lnTo>
                <a:lnTo>
                  <a:pt x="62154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5798" y="26170"/>
                </a:lnTo>
                <a:lnTo>
                  <a:pt x="4579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isible source SEC-093 inset-1 region 643">
            <a:extLst xmlns:a="http://schemas.openxmlformats.org/drawingml/2006/main">
              <a:ext uri="{FF2B5EF4-FFF2-40B4-BE49-F238E27FC236}">
                <a16:creationId xmlns:a16="http://schemas.microsoft.com/office/drawing/2014/main" id="{4A8C6920-5501-4957-9423-E082093D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044" y="2296592"/>
            <a:ext cx="78510" cy="42526"/>
          </a:xfrm>
          <a:custGeom xmlns:a="http://schemas.openxmlformats.org/drawingml/2006/main">
            <a:pathLst>
              <a:path w="7851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isible source SEC-093 inset-1 region 644">
            <a:extLst xmlns:a="http://schemas.openxmlformats.org/drawingml/2006/main">
              <a:ext uri="{FF2B5EF4-FFF2-40B4-BE49-F238E27FC236}">
                <a16:creationId xmlns:a16="http://schemas.microsoft.com/office/drawing/2014/main" id="{14A911ED-C98E-4B42-A976-ED45BDAD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964" y="2326033"/>
            <a:ext cx="310770" cy="261701"/>
          </a:xfrm>
          <a:custGeom xmlns:a="http://schemas.openxmlformats.org/drawingml/2006/main">
            <a:pathLst>
              <a:path w="310770" h="261701">
                <a:moveTo>
                  <a:pt x="6543" y="9814"/>
                </a:move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52340" y="42526"/>
                </a:lnTo>
                <a:lnTo>
                  <a:pt x="52340" y="45798"/>
                </a:lnTo>
                <a:lnTo>
                  <a:pt x="58883" y="45798"/>
                </a:lnTo>
                <a:lnTo>
                  <a:pt x="58883" y="49069"/>
                </a:lnTo>
                <a:lnTo>
                  <a:pt x="62154" y="49069"/>
                </a:lnTo>
                <a:lnTo>
                  <a:pt x="62154" y="52340"/>
                </a:lnTo>
                <a:lnTo>
                  <a:pt x="65425" y="52340"/>
                </a:lnTo>
                <a:lnTo>
                  <a:pt x="65425" y="58883"/>
                </a:lnTo>
                <a:lnTo>
                  <a:pt x="68697" y="58883"/>
                </a:lnTo>
                <a:lnTo>
                  <a:pt x="68697" y="68697"/>
                </a:lnTo>
                <a:lnTo>
                  <a:pt x="65425" y="68697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75239" y="81782"/>
                </a:lnTo>
                <a:lnTo>
                  <a:pt x="75239" y="78510"/>
                </a:lnTo>
                <a:lnTo>
                  <a:pt x="114494" y="78510"/>
                </a:lnTo>
                <a:lnTo>
                  <a:pt x="114494" y="81782"/>
                </a:lnTo>
                <a:lnTo>
                  <a:pt x="160292" y="81782"/>
                </a:lnTo>
                <a:lnTo>
                  <a:pt x="160292" y="85053"/>
                </a:lnTo>
                <a:lnTo>
                  <a:pt x="166835" y="85053"/>
                </a:lnTo>
                <a:lnTo>
                  <a:pt x="166835" y="88324"/>
                </a:lnTo>
                <a:lnTo>
                  <a:pt x="170106" y="88324"/>
                </a:lnTo>
                <a:lnTo>
                  <a:pt x="170106" y="94867"/>
                </a:lnTo>
                <a:lnTo>
                  <a:pt x="173377" y="94867"/>
                </a:lnTo>
                <a:lnTo>
                  <a:pt x="173377" y="101409"/>
                </a:lnTo>
                <a:lnTo>
                  <a:pt x="248616" y="101409"/>
                </a:lnTo>
                <a:lnTo>
                  <a:pt x="248616" y="104681"/>
                </a:lnTo>
                <a:lnTo>
                  <a:pt x="255159" y="104681"/>
                </a:lnTo>
                <a:lnTo>
                  <a:pt x="255159" y="107952"/>
                </a:lnTo>
                <a:lnTo>
                  <a:pt x="258430" y="107952"/>
                </a:lnTo>
                <a:lnTo>
                  <a:pt x="258430" y="111223"/>
                </a:lnTo>
                <a:lnTo>
                  <a:pt x="261701" y="111223"/>
                </a:lnTo>
                <a:lnTo>
                  <a:pt x="261701" y="114494"/>
                </a:lnTo>
                <a:lnTo>
                  <a:pt x="264973" y="114494"/>
                </a:lnTo>
                <a:lnTo>
                  <a:pt x="264973" y="130851"/>
                </a:lnTo>
                <a:lnTo>
                  <a:pt x="261701" y="130851"/>
                </a:lnTo>
                <a:lnTo>
                  <a:pt x="261701" y="134122"/>
                </a:lnTo>
                <a:lnTo>
                  <a:pt x="258430" y="134122"/>
                </a:lnTo>
                <a:lnTo>
                  <a:pt x="258430" y="137393"/>
                </a:lnTo>
                <a:lnTo>
                  <a:pt x="255159" y="137393"/>
                </a:lnTo>
                <a:lnTo>
                  <a:pt x="255159" y="140664"/>
                </a:lnTo>
                <a:lnTo>
                  <a:pt x="294414" y="140664"/>
                </a:lnTo>
                <a:lnTo>
                  <a:pt x="294414" y="143936"/>
                </a:lnTo>
                <a:lnTo>
                  <a:pt x="300956" y="143936"/>
                </a:lnTo>
                <a:lnTo>
                  <a:pt x="300956" y="147207"/>
                </a:lnTo>
                <a:lnTo>
                  <a:pt x="304228" y="147207"/>
                </a:lnTo>
                <a:lnTo>
                  <a:pt x="304228" y="150478"/>
                </a:lnTo>
                <a:lnTo>
                  <a:pt x="307499" y="150478"/>
                </a:lnTo>
                <a:lnTo>
                  <a:pt x="307499" y="157021"/>
                </a:lnTo>
                <a:lnTo>
                  <a:pt x="310770" y="157021"/>
                </a:lnTo>
                <a:lnTo>
                  <a:pt x="310770" y="166835"/>
                </a:lnTo>
                <a:lnTo>
                  <a:pt x="307499" y="166835"/>
                </a:lnTo>
                <a:lnTo>
                  <a:pt x="307499" y="173377"/>
                </a:lnTo>
                <a:lnTo>
                  <a:pt x="304228" y="173377"/>
                </a:lnTo>
                <a:lnTo>
                  <a:pt x="304228" y="176648"/>
                </a:lnTo>
                <a:lnTo>
                  <a:pt x="307499" y="176648"/>
                </a:lnTo>
                <a:lnTo>
                  <a:pt x="307499" y="193005"/>
                </a:lnTo>
                <a:lnTo>
                  <a:pt x="304228" y="193005"/>
                </a:lnTo>
                <a:lnTo>
                  <a:pt x="304228" y="196276"/>
                </a:lnTo>
                <a:lnTo>
                  <a:pt x="300956" y="196276"/>
                </a:lnTo>
                <a:lnTo>
                  <a:pt x="300956" y="199547"/>
                </a:lnTo>
                <a:lnTo>
                  <a:pt x="297685" y="199547"/>
                </a:lnTo>
                <a:lnTo>
                  <a:pt x="297685" y="202818"/>
                </a:lnTo>
                <a:lnTo>
                  <a:pt x="291143" y="202818"/>
                </a:lnTo>
                <a:lnTo>
                  <a:pt x="291143" y="206090"/>
                </a:lnTo>
                <a:lnTo>
                  <a:pt x="264973" y="206090"/>
                </a:lnTo>
                <a:lnTo>
                  <a:pt x="264973" y="209361"/>
                </a:lnTo>
                <a:lnTo>
                  <a:pt x="261701" y="209361"/>
                </a:lnTo>
                <a:lnTo>
                  <a:pt x="261701" y="215904"/>
                </a:lnTo>
                <a:lnTo>
                  <a:pt x="258430" y="215904"/>
                </a:lnTo>
                <a:lnTo>
                  <a:pt x="258430" y="219175"/>
                </a:lnTo>
                <a:lnTo>
                  <a:pt x="255159" y="219175"/>
                </a:lnTo>
                <a:lnTo>
                  <a:pt x="255159" y="222446"/>
                </a:lnTo>
                <a:lnTo>
                  <a:pt x="248616" y="222446"/>
                </a:lnTo>
                <a:lnTo>
                  <a:pt x="248616" y="225717"/>
                </a:lnTo>
                <a:lnTo>
                  <a:pt x="219175" y="225717"/>
                </a:lnTo>
                <a:lnTo>
                  <a:pt x="219175" y="232260"/>
                </a:lnTo>
                <a:lnTo>
                  <a:pt x="215904" y="232260"/>
                </a:lnTo>
                <a:lnTo>
                  <a:pt x="215904" y="235531"/>
                </a:lnTo>
                <a:lnTo>
                  <a:pt x="212632" y="235531"/>
                </a:lnTo>
                <a:lnTo>
                  <a:pt x="212632" y="238802"/>
                </a:lnTo>
                <a:lnTo>
                  <a:pt x="209361" y="238802"/>
                </a:lnTo>
                <a:lnTo>
                  <a:pt x="209361" y="242074"/>
                </a:lnTo>
                <a:lnTo>
                  <a:pt x="206090" y="242074"/>
                </a:lnTo>
                <a:lnTo>
                  <a:pt x="206090" y="245345"/>
                </a:lnTo>
                <a:lnTo>
                  <a:pt x="170106" y="245345"/>
                </a:lnTo>
                <a:lnTo>
                  <a:pt x="170106" y="251887"/>
                </a:lnTo>
                <a:lnTo>
                  <a:pt x="166835" y="251887"/>
                </a:lnTo>
                <a:lnTo>
                  <a:pt x="166835" y="255159"/>
                </a:lnTo>
                <a:lnTo>
                  <a:pt x="163563" y="255159"/>
                </a:lnTo>
                <a:lnTo>
                  <a:pt x="163563" y="258430"/>
                </a:lnTo>
                <a:lnTo>
                  <a:pt x="157021" y="258430"/>
                </a:lnTo>
                <a:lnTo>
                  <a:pt x="157021" y="261701"/>
                </a:lnTo>
                <a:lnTo>
                  <a:pt x="104681" y="261701"/>
                </a:lnTo>
                <a:lnTo>
                  <a:pt x="104681" y="258430"/>
                </a:lnTo>
                <a:lnTo>
                  <a:pt x="98138" y="258430"/>
                </a:lnTo>
                <a:lnTo>
                  <a:pt x="98138" y="255159"/>
                </a:lnTo>
                <a:lnTo>
                  <a:pt x="94867" y="255159"/>
                </a:lnTo>
                <a:lnTo>
                  <a:pt x="94867" y="251887"/>
                </a:lnTo>
                <a:lnTo>
                  <a:pt x="91595" y="251887"/>
                </a:lnTo>
                <a:lnTo>
                  <a:pt x="91595" y="245345"/>
                </a:lnTo>
                <a:lnTo>
                  <a:pt x="88324" y="245345"/>
                </a:lnTo>
                <a:lnTo>
                  <a:pt x="88324" y="235531"/>
                </a:lnTo>
                <a:lnTo>
                  <a:pt x="91595" y="235531"/>
                </a:lnTo>
                <a:lnTo>
                  <a:pt x="91595" y="228989"/>
                </a:lnTo>
                <a:lnTo>
                  <a:pt x="94867" y="228989"/>
                </a:lnTo>
                <a:lnTo>
                  <a:pt x="94867" y="225717"/>
                </a:lnTo>
                <a:lnTo>
                  <a:pt x="58883" y="225717"/>
                </a:lnTo>
                <a:lnTo>
                  <a:pt x="58883" y="222446"/>
                </a:lnTo>
                <a:lnTo>
                  <a:pt x="55612" y="222446"/>
                </a:lnTo>
                <a:lnTo>
                  <a:pt x="55612" y="219175"/>
                </a:lnTo>
                <a:lnTo>
                  <a:pt x="52340" y="219175"/>
                </a:lnTo>
                <a:lnTo>
                  <a:pt x="52340" y="215904"/>
                </a:lnTo>
                <a:lnTo>
                  <a:pt x="49069" y="215904"/>
                </a:lnTo>
                <a:lnTo>
                  <a:pt x="49069" y="209361"/>
                </a:lnTo>
                <a:lnTo>
                  <a:pt x="45798" y="209361"/>
                </a:lnTo>
                <a:lnTo>
                  <a:pt x="45798" y="199547"/>
                </a:lnTo>
                <a:lnTo>
                  <a:pt x="49069" y="199547"/>
                </a:lnTo>
                <a:lnTo>
                  <a:pt x="49069" y="193005"/>
                </a:lnTo>
                <a:lnTo>
                  <a:pt x="52340" y="193005"/>
                </a:lnTo>
                <a:lnTo>
                  <a:pt x="52340" y="189733"/>
                </a:lnTo>
                <a:lnTo>
                  <a:pt x="55612" y="189733"/>
                </a:lnTo>
                <a:lnTo>
                  <a:pt x="55612" y="186462"/>
                </a:lnTo>
                <a:lnTo>
                  <a:pt x="62154" y="186462"/>
                </a:lnTo>
                <a:lnTo>
                  <a:pt x="62154" y="183191"/>
                </a:lnTo>
                <a:lnTo>
                  <a:pt x="111223" y="183191"/>
                </a:lnTo>
                <a:lnTo>
                  <a:pt x="111223" y="186462"/>
                </a:lnTo>
                <a:lnTo>
                  <a:pt x="117766" y="186462"/>
                </a:lnTo>
                <a:lnTo>
                  <a:pt x="117766" y="189733"/>
                </a:lnTo>
                <a:lnTo>
                  <a:pt x="121037" y="189733"/>
                </a:lnTo>
                <a:lnTo>
                  <a:pt x="121037" y="193005"/>
                </a:lnTo>
                <a:lnTo>
                  <a:pt x="124308" y="193005"/>
                </a:lnTo>
                <a:lnTo>
                  <a:pt x="124308" y="199547"/>
                </a:lnTo>
                <a:lnTo>
                  <a:pt x="127579" y="199547"/>
                </a:lnTo>
                <a:lnTo>
                  <a:pt x="127579" y="209361"/>
                </a:lnTo>
                <a:lnTo>
                  <a:pt x="124308" y="209361"/>
                </a:lnTo>
                <a:lnTo>
                  <a:pt x="124308" y="215904"/>
                </a:lnTo>
                <a:lnTo>
                  <a:pt x="121037" y="215904"/>
                </a:lnTo>
                <a:lnTo>
                  <a:pt x="121037" y="219175"/>
                </a:lnTo>
                <a:lnTo>
                  <a:pt x="137393" y="219175"/>
                </a:lnTo>
                <a:lnTo>
                  <a:pt x="137393" y="212632"/>
                </a:lnTo>
                <a:lnTo>
                  <a:pt x="140664" y="212632"/>
                </a:lnTo>
                <a:lnTo>
                  <a:pt x="140664" y="209361"/>
                </a:lnTo>
                <a:lnTo>
                  <a:pt x="143936" y="209361"/>
                </a:lnTo>
                <a:lnTo>
                  <a:pt x="143936" y="206090"/>
                </a:lnTo>
                <a:lnTo>
                  <a:pt x="150478" y="206090"/>
                </a:lnTo>
                <a:lnTo>
                  <a:pt x="150478" y="202818"/>
                </a:lnTo>
                <a:lnTo>
                  <a:pt x="176648" y="202818"/>
                </a:lnTo>
                <a:lnTo>
                  <a:pt x="176648" y="199547"/>
                </a:lnTo>
                <a:lnTo>
                  <a:pt x="179920" y="199547"/>
                </a:lnTo>
                <a:lnTo>
                  <a:pt x="179920" y="193005"/>
                </a:lnTo>
                <a:lnTo>
                  <a:pt x="183191" y="193005"/>
                </a:lnTo>
                <a:lnTo>
                  <a:pt x="183191" y="189733"/>
                </a:lnTo>
                <a:lnTo>
                  <a:pt x="186462" y="189733"/>
                </a:lnTo>
                <a:lnTo>
                  <a:pt x="186462" y="186462"/>
                </a:lnTo>
                <a:lnTo>
                  <a:pt x="193005" y="186462"/>
                </a:lnTo>
                <a:lnTo>
                  <a:pt x="193005" y="183191"/>
                </a:lnTo>
                <a:lnTo>
                  <a:pt x="225717" y="183191"/>
                </a:lnTo>
                <a:lnTo>
                  <a:pt x="225717" y="176648"/>
                </a:lnTo>
                <a:lnTo>
                  <a:pt x="228989" y="176648"/>
                </a:lnTo>
                <a:lnTo>
                  <a:pt x="228989" y="173377"/>
                </a:lnTo>
                <a:lnTo>
                  <a:pt x="225717" y="173377"/>
                </a:lnTo>
                <a:lnTo>
                  <a:pt x="225717" y="166835"/>
                </a:lnTo>
                <a:lnTo>
                  <a:pt x="222446" y="166835"/>
                </a:lnTo>
                <a:lnTo>
                  <a:pt x="222446" y="157021"/>
                </a:lnTo>
                <a:lnTo>
                  <a:pt x="225717" y="157021"/>
                </a:lnTo>
                <a:lnTo>
                  <a:pt x="225717" y="150478"/>
                </a:lnTo>
                <a:lnTo>
                  <a:pt x="228989" y="150478"/>
                </a:lnTo>
                <a:lnTo>
                  <a:pt x="228989" y="147207"/>
                </a:lnTo>
                <a:lnTo>
                  <a:pt x="232260" y="147207"/>
                </a:lnTo>
                <a:lnTo>
                  <a:pt x="232260" y="143936"/>
                </a:lnTo>
                <a:lnTo>
                  <a:pt x="150478" y="143936"/>
                </a:lnTo>
                <a:lnTo>
                  <a:pt x="150478" y="140664"/>
                </a:lnTo>
                <a:lnTo>
                  <a:pt x="143936" y="140664"/>
                </a:lnTo>
                <a:lnTo>
                  <a:pt x="143936" y="137393"/>
                </a:lnTo>
                <a:lnTo>
                  <a:pt x="140664" y="137393"/>
                </a:lnTo>
                <a:lnTo>
                  <a:pt x="140664" y="134122"/>
                </a:lnTo>
                <a:lnTo>
                  <a:pt x="137393" y="134122"/>
                </a:lnTo>
                <a:lnTo>
                  <a:pt x="137393" y="127579"/>
                </a:lnTo>
                <a:lnTo>
                  <a:pt x="134122" y="127579"/>
                </a:lnTo>
                <a:lnTo>
                  <a:pt x="134122" y="124308"/>
                </a:lnTo>
                <a:lnTo>
                  <a:pt x="111223" y="124308"/>
                </a:lnTo>
                <a:lnTo>
                  <a:pt x="111223" y="121037"/>
                </a:lnTo>
                <a:lnTo>
                  <a:pt x="62154" y="121037"/>
                </a:lnTo>
                <a:lnTo>
                  <a:pt x="62154" y="117766"/>
                </a:lnTo>
                <a:lnTo>
                  <a:pt x="55612" y="117766"/>
                </a:lnTo>
                <a:lnTo>
                  <a:pt x="55612" y="114494"/>
                </a:lnTo>
                <a:lnTo>
                  <a:pt x="52340" y="114494"/>
                </a:lnTo>
                <a:lnTo>
                  <a:pt x="52340" y="111223"/>
                </a:lnTo>
                <a:lnTo>
                  <a:pt x="49069" y="111223"/>
                </a:lnTo>
                <a:lnTo>
                  <a:pt x="49069" y="104681"/>
                </a:lnTo>
                <a:lnTo>
                  <a:pt x="45798" y="104681"/>
                </a:lnTo>
                <a:lnTo>
                  <a:pt x="45798" y="94867"/>
                </a:lnTo>
                <a:lnTo>
                  <a:pt x="49069" y="94867"/>
                </a:lnTo>
                <a:lnTo>
                  <a:pt x="49069" y="88324"/>
                </a:lnTo>
                <a:lnTo>
                  <a:pt x="52340" y="88324"/>
                </a:lnTo>
                <a:lnTo>
                  <a:pt x="52340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close/>
                <a:moveTo>
                  <a:pt x="52340" y="81782"/>
                </a:moveTo>
                <a:lnTo>
                  <a:pt x="52340" y="85053"/>
                </a:lnTo>
                <a:lnTo>
                  <a:pt x="55612" y="85053"/>
                </a:lnTo>
                <a:lnTo>
                  <a:pt x="55612" y="81782"/>
                </a:lnTo>
                <a:lnTo>
                  <a:pt x="52340" y="81782"/>
                </a:lnTo>
                <a:close/>
                <a:moveTo>
                  <a:pt x="62154" y="81782"/>
                </a:moveTo>
                <a:lnTo>
                  <a:pt x="62154" y="78510"/>
                </a:lnTo>
                <a:lnTo>
                  <a:pt x="58883" y="78510"/>
                </a:lnTo>
                <a:lnTo>
                  <a:pt x="58883" y="81782"/>
                </a:lnTo>
                <a:lnTo>
                  <a:pt x="62154" y="8178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isible source SEC-093 inset-1 region 645">
            <a:extLst xmlns:a="http://schemas.openxmlformats.org/drawingml/2006/main">
              <a:ext uri="{FF2B5EF4-FFF2-40B4-BE49-F238E27FC236}">
                <a16:creationId xmlns:a16="http://schemas.microsoft.com/office/drawing/2014/main" id="{A268336D-A4A8-4611-80A4-BA34633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044" y="2342390"/>
            <a:ext cx="173377" cy="104681"/>
          </a:xfrm>
          <a:custGeom xmlns:a="http://schemas.openxmlformats.org/drawingml/2006/main">
            <a:pathLst>
              <a:path w="173377" h="104681">
                <a:moveTo>
                  <a:pt x="9814" y="22899"/>
                </a:move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45798" y="16356"/>
                </a:lnTo>
                <a:lnTo>
                  <a:pt x="45798" y="13085"/>
                </a:lnTo>
                <a:lnTo>
                  <a:pt x="49069" y="13085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78510" y="42526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21037" y="55612"/>
                </a:lnTo>
                <a:lnTo>
                  <a:pt x="121037" y="58883"/>
                </a:lnTo>
                <a:lnTo>
                  <a:pt x="124308" y="58883"/>
                </a:lnTo>
                <a:lnTo>
                  <a:pt x="124308" y="62154"/>
                </a:lnTo>
                <a:lnTo>
                  <a:pt x="160292" y="62154"/>
                </a:lnTo>
                <a:lnTo>
                  <a:pt x="160292" y="65425"/>
                </a:lnTo>
                <a:lnTo>
                  <a:pt x="163563" y="65425"/>
                </a:lnTo>
                <a:lnTo>
                  <a:pt x="163563" y="68697"/>
                </a:lnTo>
                <a:lnTo>
                  <a:pt x="166835" y="68697"/>
                </a:lnTo>
                <a:lnTo>
                  <a:pt x="166835" y="71968"/>
                </a:lnTo>
                <a:lnTo>
                  <a:pt x="170106" y="71968"/>
                </a:lnTo>
                <a:lnTo>
                  <a:pt x="170106" y="75239"/>
                </a:lnTo>
                <a:lnTo>
                  <a:pt x="173377" y="75239"/>
                </a:lnTo>
                <a:lnTo>
                  <a:pt x="173377" y="91595"/>
                </a:lnTo>
                <a:lnTo>
                  <a:pt x="170106" y="91595"/>
                </a:lnTo>
                <a:lnTo>
                  <a:pt x="170106" y="94867"/>
                </a:lnTo>
                <a:lnTo>
                  <a:pt x="166835" y="94867"/>
                </a:lnTo>
                <a:lnTo>
                  <a:pt x="166835" y="98138"/>
                </a:lnTo>
                <a:lnTo>
                  <a:pt x="163563" y="98138"/>
                </a:lnTo>
                <a:lnTo>
                  <a:pt x="163563" y="101409"/>
                </a:lnTo>
                <a:lnTo>
                  <a:pt x="157021" y="101409"/>
                </a:lnTo>
                <a:lnTo>
                  <a:pt x="157021" y="104681"/>
                </a:lnTo>
                <a:lnTo>
                  <a:pt x="107952" y="104681"/>
                </a:lnTo>
                <a:lnTo>
                  <a:pt x="107952" y="101409"/>
                </a:lnTo>
                <a:lnTo>
                  <a:pt x="101409" y="101409"/>
                </a:lnTo>
                <a:lnTo>
                  <a:pt x="101409" y="98138"/>
                </a:lnTo>
                <a:lnTo>
                  <a:pt x="98138" y="98138"/>
                </a:lnTo>
                <a:lnTo>
                  <a:pt x="98138" y="94867"/>
                </a:lnTo>
                <a:lnTo>
                  <a:pt x="62154" y="94867"/>
                </a:lnTo>
                <a:lnTo>
                  <a:pt x="62154" y="91595"/>
                </a:lnTo>
                <a:lnTo>
                  <a:pt x="55612" y="91595"/>
                </a:lnTo>
                <a:lnTo>
                  <a:pt x="55612" y="88324"/>
                </a:lnTo>
                <a:lnTo>
                  <a:pt x="52340" y="88324"/>
                </a:lnTo>
                <a:lnTo>
                  <a:pt x="52340" y="81782"/>
                </a:lnTo>
                <a:lnTo>
                  <a:pt x="49069" y="81782"/>
                </a:lnTo>
                <a:lnTo>
                  <a:pt x="49069" y="65425"/>
                </a:lnTo>
                <a:lnTo>
                  <a:pt x="52340" y="65425"/>
                </a:lnTo>
                <a:lnTo>
                  <a:pt x="52340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isible source SEC-093 inset-1 region 646">
            <a:extLst xmlns:a="http://schemas.openxmlformats.org/drawingml/2006/main">
              <a:ext uri="{FF2B5EF4-FFF2-40B4-BE49-F238E27FC236}">
                <a16:creationId xmlns:a16="http://schemas.microsoft.com/office/drawing/2014/main" id="{2B97E2AE-C317-4D55-935C-4A7DCA05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368" y="2466698"/>
            <a:ext cx="130851" cy="85053"/>
          </a:xfrm>
          <a:custGeom xmlns:a="http://schemas.openxmlformats.org/drawingml/2006/main">
            <a:pathLst>
              <a:path w="130851" h="85053">
                <a:moveTo>
                  <a:pt x="45798" y="29441"/>
                </a:moveTo>
                <a:lnTo>
                  <a:pt x="45798" y="13085"/>
                </a:lnTo>
                <a:lnTo>
                  <a:pt x="49069" y="13085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6170"/>
                </a:lnTo>
                <a:lnTo>
                  <a:pt x="127579" y="26170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5239"/>
                </a:lnTo>
                <a:lnTo>
                  <a:pt x="78510" y="75239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29441"/>
                </a:lnTo>
                <a:lnTo>
                  <a:pt x="45798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isible source SEC-093 inset-1 region 647">
            <a:extLst xmlns:a="http://schemas.openxmlformats.org/drawingml/2006/main">
              <a:ext uri="{FF2B5EF4-FFF2-40B4-BE49-F238E27FC236}">
                <a16:creationId xmlns:a16="http://schemas.microsoft.com/office/drawing/2014/main" id="{AE2CC752-3A28-4DDE-8072-C44511D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773" y="2545208"/>
            <a:ext cx="124308" cy="49069"/>
          </a:xfrm>
          <a:custGeom xmlns:a="http://schemas.openxmlformats.org/drawingml/2006/main">
            <a:pathLst>
              <a:path w="124308" h="49069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75239" y="0"/>
                </a:lnTo>
                <a:lnTo>
                  <a:pt x="75239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107952" y="6543"/>
                </a:lnTo>
                <a:lnTo>
                  <a:pt x="107952" y="9814"/>
                </a:lnTo>
                <a:lnTo>
                  <a:pt x="114494" y="9814"/>
                </a:lnTo>
                <a:lnTo>
                  <a:pt x="114494" y="13085"/>
                </a:lnTo>
                <a:lnTo>
                  <a:pt x="117766" y="13085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2899"/>
                </a:lnTo>
                <a:lnTo>
                  <a:pt x="124308" y="22899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07952" y="45798"/>
                </a:lnTo>
                <a:lnTo>
                  <a:pt x="107952" y="49069"/>
                </a:lnTo>
                <a:lnTo>
                  <a:pt x="65425" y="49069"/>
                </a:lnTo>
                <a:lnTo>
                  <a:pt x="65425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isible source SEC-093 inset-1 region 648">
            <a:extLst xmlns:a="http://schemas.openxmlformats.org/drawingml/2006/main">
              <a:ext uri="{FF2B5EF4-FFF2-40B4-BE49-F238E27FC236}">
                <a16:creationId xmlns:a16="http://schemas.microsoft.com/office/drawing/2014/main" id="{DBF32082-9E16-411E-9472-4790EE0F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964" y="2555022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29441"/>
                </a:moveTo>
                <a:lnTo>
                  <a:pt x="0" y="29441"/>
                </a:lnTo>
                <a:lnTo>
                  <a:pt x="0" y="13085"/>
                </a:lnTo>
                <a:lnTo>
                  <a:pt x="3271" y="13085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isible source SEC-093 inset-1 region 649">
            <a:extLst xmlns:a="http://schemas.openxmlformats.org/drawingml/2006/main">
              <a:ext uri="{FF2B5EF4-FFF2-40B4-BE49-F238E27FC236}">
                <a16:creationId xmlns:a16="http://schemas.microsoft.com/office/drawing/2014/main" id="{E28249D9-B89F-4847-8ED2-3789B4B1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341" y="141989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isible source SEC-093 inset-1 region 650">
            <a:extLst xmlns:a="http://schemas.openxmlformats.org/drawingml/2006/main">
              <a:ext uri="{FF2B5EF4-FFF2-40B4-BE49-F238E27FC236}">
                <a16:creationId xmlns:a16="http://schemas.microsoft.com/office/drawing/2014/main" id="{2D95EF97-7994-48BC-BF3A-56DC4F44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665" y="1472233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isible source SEC-093 inset-1 region 651">
            <a:extLst xmlns:a="http://schemas.openxmlformats.org/drawingml/2006/main">
              <a:ext uri="{FF2B5EF4-FFF2-40B4-BE49-F238E27FC236}">
                <a16:creationId xmlns:a16="http://schemas.microsoft.com/office/drawing/2014/main" id="{1376A028-4527-405E-AB28-0C54119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357" y="162271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isible source SEC-093 inset-1 region 652">
            <a:extLst xmlns:a="http://schemas.openxmlformats.org/drawingml/2006/main">
              <a:ext uri="{FF2B5EF4-FFF2-40B4-BE49-F238E27FC236}">
                <a16:creationId xmlns:a16="http://schemas.microsoft.com/office/drawing/2014/main" id="{A9E38B22-9A0F-4018-B570-AFE918F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154" y="164233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isible source SEC-093 inset-1 region 653">
            <a:extLst xmlns:a="http://schemas.openxmlformats.org/drawingml/2006/main">
              <a:ext uri="{FF2B5EF4-FFF2-40B4-BE49-F238E27FC236}">
                <a16:creationId xmlns:a16="http://schemas.microsoft.com/office/drawing/2014/main" id="{13F9BF3D-6249-4F85-BDE3-CFA06DF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952" y="1671780"/>
            <a:ext cx="85053" cy="85053"/>
          </a:xfrm>
          <a:custGeom xmlns:a="http://schemas.openxmlformats.org/drawingml/2006/main">
            <a:pathLst>
              <a:path w="85053" h="85053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68697"/>
                </a:lnTo>
                <a:lnTo>
                  <a:pt x="81782" y="68697"/>
                </a:lnTo>
                <a:lnTo>
                  <a:pt x="81782" y="75239"/>
                </a:lnTo>
                <a:lnTo>
                  <a:pt x="78510" y="75239"/>
                </a:lnTo>
                <a:lnTo>
                  <a:pt x="78510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75239"/>
                </a:lnTo>
                <a:lnTo>
                  <a:pt x="45798" y="75239"/>
                </a:lnTo>
                <a:lnTo>
                  <a:pt x="45798" y="68697"/>
                </a:lnTo>
                <a:lnTo>
                  <a:pt x="26170" y="68697"/>
                </a:lnTo>
                <a:lnTo>
                  <a:pt x="26170" y="65425"/>
                </a:lnTo>
                <a:lnTo>
                  <a:pt x="22899" y="65425"/>
                </a:lnTo>
                <a:lnTo>
                  <a:pt x="22899" y="62154"/>
                </a:lnTo>
                <a:lnTo>
                  <a:pt x="19628" y="62154"/>
                </a:lnTo>
                <a:lnTo>
                  <a:pt x="19628" y="58883"/>
                </a:lnTo>
                <a:lnTo>
                  <a:pt x="16356" y="58883"/>
                </a:lnTo>
                <a:lnTo>
                  <a:pt x="16356" y="52340"/>
                </a:lnTo>
                <a:lnTo>
                  <a:pt x="13085" y="52340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isible source SEC-093 inset-1 region 654">
            <a:extLst xmlns:a="http://schemas.openxmlformats.org/drawingml/2006/main">
              <a:ext uri="{FF2B5EF4-FFF2-40B4-BE49-F238E27FC236}">
                <a16:creationId xmlns:a16="http://schemas.microsoft.com/office/drawing/2014/main" id="{931F7E3F-9447-43C7-8B94-E98A54DE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04" y="167505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isible source SEC-093 inset-1 region 655">
            <a:extLst xmlns:a="http://schemas.openxmlformats.org/drawingml/2006/main">
              <a:ext uri="{FF2B5EF4-FFF2-40B4-BE49-F238E27FC236}">
                <a16:creationId xmlns:a16="http://schemas.microsoft.com/office/drawing/2014/main" id="{9849686D-E25D-4ED3-8AC7-BDAAA3E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442" y="1720849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isible source SEC-093 inset-1 region 656">
            <a:extLst xmlns:a="http://schemas.openxmlformats.org/drawingml/2006/main">
              <a:ext uri="{FF2B5EF4-FFF2-40B4-BE49-F238E27FC236}">
                <a16:creationId xmlns:a16="http://schemas.microsoft.com/office/drawing/2014/main" id="{5F1CDF11-0932-413E-A968-BE37837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239" y="1779732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isible source SEC-093 inset-1 region 657">
            <a:extLst xmlns:a="http://schemas.openxmlformats.org/drawingml/2006/main">
              <a:ext uri="{FF2B5EF4-FFF2-40B4-BE49-F238E27FC236}">
                <a16:creationId xmlns:a16="http://schemas.microsoft.com/office/drawing/2014/main" id="{4D59BE62-8092-4A79-B0E2-4C57B0A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373" y="1809173"/>
            <a:ext cx="121037" cy="91595"/>
          </a:xfrm>
          <a:custGeom xmlns:a="http://schemas.openxmlformats.org/drawingml/2006/main">
            <a:pathLst>
              <a:path w="121037" h="91595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58883" y="13085"/>
                </a:lnTo>
                <a:lnTo>
                  <a:pt x="58883" y="16356"/>
                </a:lnTo>
                <a:lnTo>
                  <a:pt x="65425" y="16356"/>
                </a:lnTo>
                <a:lnTo>
                  <a:pt x="65425" y="19628"/>
                </a:lnTo>
                <a:lnTo>
                  <a:pt x="68697" y="19628"/>
                </a:lnTo>
                <a:lnTo>
                  <a:pt x="68697" y="22899"/>
                </a:lnTo>
                <a:lnTo>
                  <a:pt x="75239" y="22899"/>
                </a:lnTo>
                <a:lnTo>
                  <a:pt x="75239" y="19628"/>
                </a:lnTo>
                <a:lnTo>
                  <a:pt x="78510" y="19628"/>
                </a:lnTo>
                <a:lnTo>
                  <a:pt x="78510" y="16356"/>
                </a:lnTo>
                <a:lnTo>
                  <a:pt x="85053" y="16356"/>
                </a:lnTo>
                <a:lnTo>
                  <a:pt x="85053" y="13085"/>
                </a:lnTo>
                <a:lnTo>
                  <a:pt x="101409" y="13085"/>
                </a:lnTo>
                <a:lnTo>
                  <a:pt x="101409" y="16356"/>
                </a:lnTo>
                <a:lnTo>
                  <a:pt x="107952" y="16356"/>
                </a:lnTo>
                <a:lnTo>
                  <a:pt x="107952" y="19628"/>
                </a:lnTo>
                <a:lnTo>
                  <a:pt x="111223" y="19628"/>
                </a:lnTo>
                <a:lnTo>
                  <a:pt x="111223" y="22899"/>
                </a:lnTo>
                <a:lnTo>
                  <a:pt x="114494" y="22899"/>
                </a:lnTo>
                <a:lnTo>
                  <a:pt x="114494" y="29441"/>
                </a:lnTo>
                <a:lnTo>
                  <a:pt x="117766" y="29441"/>
                </a:lnTo>
                <a:lnTo>
                  <a:pt x="117766" y="39255"/>
                </a:lnTo>
                <a:lnTo>
                  <a:pt x="114494" y="39255"/>
                </a:lnTo>
                <a:lnTo>
                  <a:pt x="114494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07952" y="49069"/>
                </a:lnTo>
                <a:lnTo>
                  <a:pt x="107952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14494" y="55612"/>
                </a:lnTo>
                <a:lnTo>
                  <a:pt x="114494" y="58883"/>
                </a:lnTo>
                <a:lnTo>
                  <a:pt x="117766" y="58883"/>
                </a:lnTo>
                <a:lnTo>
                  <a:pt x="117766" y="65425"/>
                </a:lnTo>
                <a:lnTo>
                  <a:pt x="121037" y="65425"/>
                </a:lnTo>
                <a:lnTo>
                  <a:pt x="121037" y="75239"/>
                </a:lnTo>
                <a:lnTo>
                  <a:pt x="117766" y="75239"/>
                </a:lnTo>
                <a:lnTo>
                  <a:pt x="117766" y="81782"/>
                </a:lnTo>
                <a:lnTo>
                  <a:pt x="114494" y="81782"/>
                </a:lnTo>
                <a:lnTo>
                  <a:pt x="114494" y="85053"/>
                </a:lnTo>
                <a:lnTo>
                  <a:pt x="111223" y="85053"/>
                </a:lnTo>
                <a:lnTo>
                  <a:pt x="111223" y="88324"/>
                </a:lnTo>
                <a:lnTo>
                  <a:pt x="104681" y="88324"/>
                </a:lnTo>
                <a:lnTo>
                  <a:pt x="104681" y="91595"/>
                </a:lnTo>
                <a:lnTo>
                  <a:pt x="94867" y="91595"/>
                </a:lnTo>
                <a:lnTo>
                  <a:pt x="94867" y="88324"/>
                </a:lnTo>
                <a:lnTo>
                  <a:pt x="88324" y="88324"/>
                </a:lnTo>
                <a:lnTo>
                  <a:pt x="88324" y="85053"/>
                </a:lnTo>
                <a:lnTo>
                  <a:pt x="85053" y="85053"/>
                </a:lnTo>
                <a:lnTo>
                  <a:pt x="85053" y="81782"/>
                </a:lnTo>
                <a:lnTo>
                  <a:pt x="81782" y="81782"/>
                </a:lnTo>
                <a:lnTo>
                  <a:pt x="81782" y="75239"/>
                </a:lnTo>
                <a:lnTo>
                  <a:pt x="78510" y="75239"/>
                </a:lnTo>
                <a:lnTo>
                  <a:pt x="78510" y="65425"/>
                </a:lnTo>
                <a:lnTo>
                  <a:pt x="81782" y="65425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52340"/>
                </a:lnTo>
                <a:lnTo>
                  <a:pt x="78510" y="52340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49069" y="55612"/>
                </a:lnTo>
                <a:lnTo>
                  <a:pt x="49069" y="52340"/>
                </a:lnTo>
                <a:lnTo>
                  <a:pt x="42526" y="52340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45798"/>
                </a:lnTo>
                <a:lnTo>
                  <a:pt x="35984" y="45798"/>
                </a:lnTo>
                <a:lnTo>
                  <a:pt x="35984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isible source SEC-093 inset-1 region 658">
            <a:extLst xmlns:a="http://schemas.openxmlformats.org/drawingml/2006/main">
              <a:ext uri="{FF2B5EF4-FFF2-40B4-BE49-F238E27FC236}">
                <a16:creationId xmlns:a16="http://schemas.microsoft.com/office/drawing/2014/main" id="{6FEBB908-C7C5-4F3A-9D66-8D926A60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681" y="1871328"/>
            <a:ext cx="137393" cy="107952"/>
          </a:xfrm>
          <a:custGeom xmlns:a="http://schemas.openxmlformats.org/drawingml/2006/main">
            <a:pathLst>
              <a:path w="137393" h="107952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75239" y="26170"/>
                </a:lnTo>
                <a:lnTo>
                  <a:pt x="75239" y="22899"/>
                </a:lnTo>
                <a:lnTo>
                  <a:pt x="88324" y="22899"/>
                </a:lnTo>
                <a:lnTo>
                  <a:pt x="88324" y="26170"/>
                </a:lnTo>
                <a:lnTo>
                  <a:pt x="98138" y="26170"/>
                </a:lnTo>
                <a:lnTo>
                  <a:pt x="98138" y="22899"/>
                </a:lnTo>
                <a:lnTo>
                  <a:pt x="111223" y="22899"/>
                </a:lnTo>
                <a:lnTo>
                  <a:pt x="111223" y="26170"/>
                </a:lnTo>
                <a:lnTo>
                  <a:pt x="121037" y="26170"/>
                </a:lnTo>
                <a:lnTo>
                  <a:pt x="121037" y="29441"/>
                </a:lnTo>
                <a:lnTo>
                  <a:pt x="127579" y="29441"/>
                </a:lnTo>
                <a:lnTo>
                  <a:pt x="127579" y="32713"/>
                </a:lnTo>
                <a:lnTo>
                  <a:pt x="130851" y="32713"/>
                </a:lnTo>
                <a:lnTo>
                  <a:pt x="130851" y="35984"/>
                </a:lnTo>
                <a:lnTo>
                  <a:pt x="134122" y="35984"/>
                </a:lnTo>
                <a:lnTo>
                  <a:pt x="134122" y="42526"/>
                </a:lnTo>
                <a:lnTo>
                  <a:pt x="137393" y="42526"/>
                </a:lnTo>
                <a:lnTo>
                  <a:pt x="137393" y="52340"/>
                </a:lnTo>
                <a:lnTo>
                  <a:pt x="134122" y="52340"/>
                </a:lnTo>
                <a:lnTo>
                  <a:pt x="134122" y="58883"/>
                </a:lnTo>
                <a:lnTo>
                  <a:pt x="130851" y="58883"/>
                </a:lnTo>
                <a:lnTo>
                  <a:pt x="130851" y="62154"/>
                </a:lnTo>
                <a:lnTo>
                  <a:pt x="127579" y="62154"/>
                </a:lnTo>
                <a:lnTo>
                  <a:pt x="127579" y="65425"/>
                </a:lnTo>
                <a:lnTo>
                  <a:pt x="121037" y="65425"/>
                </a:lnTo>
                <a:lnTo>
                  <a:pt x="121037" y="68697"/>
                </a:lnTo>
                <a:lnTo>
                  <a:pt x="111223" y="68697"/>
                </a:lnTo>
                <a:lnTo>
                  <a:pt x="111223" y="71968"/>
                </a:lnTo>
                <a:lnTo>
                  <a:pt x="114494" y="71968"/>
                </a:lnTo>
                <a:lnTo>
                  <a:pt x="114494" y="75239"/>
                </a:lnTo>
                <a:lnTo>
                  <a:pt x="117766" y="75239"/>
                </a:lnTo>
                <a:lnTo>
                  <a:pt x="117766" y="81782"/>
                </a:lnTo>
                <a:lnTo>
                  <a:pt x="121037" y="81782"/>
                </a:lnTo>
                <a:lnTo>
                  <a:pt x="121037" y="91595"/>
                </a:lnTo>
                <a:lnTo>
                  <a:pt x="117766" y="91595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11223" y="101409"/>
                </a:lnTo>
                <a:lnTo>
                  <a:pt x="111223" y="104681"/>
                </a:lnTo>
                <a:lnTo>
                  <a:pt x="104681" y="104681"/>
                </a:lnTo>
                <a:lnTo>
                  <a:pt x="104681" y="107952"/>
                </a:lnTo>
                <a:lnTo>
                  <a:pt x="94867" y="107952"/>
                </a:lnTo>
                <a:lnTo>
                  <a:pt x="94867" y="104681"/>
                </a:lnTo>
                <a:lnTo>
                  <a:pt x="85053" y="104681"/>
                </a:lnTo>
                <a:lnTo>
                  <a:pt x="85053" y="107952"/>
                </a:lnTo>
                <a:lnTo>
                  <a:pt x="58883" y="107952"/>
                </a:lnTo>
                <a:lnTo>
                  <a:pt x="58883" y="104681"/>
                </a:lnTo>
                <a:lnTo>
                  <a:pt x="52340" y="104681"/>
                </a:lnTo>
                <a:lnTo>
                  <a:pt x="52340" y="101409"/>
                </a:lnTo>
                <a:lnTo>
                  <a:pt x="49069" y="101409"/>
                </a:lnTo>
                <a:lnTo>
                  <a:pt x="49069" y="98138"/>
                </a:lnTo>
                <a:lnTo>
                  <a:pt x="45798" y="98138"/>
                </a:lnTo>
                <a:lnTo>
                  <a:pt x="45798" y="91595"/>
                </a:lnTo>
                <a:lnTo>
                  <a:pt x="42526" y="91595"/>
                </a:lnTo>
                <a:lnTo>
                  <a:pt x="42526" y="81782"/>
                </a:lnTo>
                <a:lnTo>
                  <a:pt x="45798" y="81782"/>
                </a:lnTo>
                <a:lnTo>
                  <a:pt x="45798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42526" y="65425"/>
                </a:lnTo>
                <a:lnTo>
                  <a:pt x="42526" y="62154"/>
                </a:lnTo>
                <a:lnTo>
                  <a:pt x="35984" y="62154"/>
                </a:lnTo>
                <a:lnTo>
                  <a:pt x="35984" y="65425"/>
                </a:lnTo>
                <a:lnTo>
                  <a:pt x="26170" y="65425"/>
                </a:lnTo>
                <a:lnTo>
                  <a:pt x="26170" y="62154"/>
                </a:lnTo>
                <a:lnTo>
                  <a:pt x="19628" y="62154"/>
                </a:lnTo>
                <a:lnTo>
                  <a:pt x="19628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13085" y="55612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  <a:moveTo>
                  <a:pt x="71968" y="65425"/>
                </a:moveTo>
                <a:lnTo>
                  <a:pt x="75239" y="65425"/>
                </a:lnTo>
                <a:lnTo>
                  <a:pt x="75239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71968" y="68697"/>
                </a:lnTo>
                <a:lnTo>
                  <a:pt x="71968" y="65425"/>
                </a:lnTo>
                <a:close/>
                <a:moveTo>
                  <a:pt x="85053" y="65425"/>
                </a:moveTo>
                <a:lnTo>
                  <a:pt x="85053" y="68697"/>
                </a:lnTo>
                <a:lnTo>
                  <a:pt x="94867" y="68697"/>
                </a:lnTo>
                <a:lnTo>
                  <a:pt x="94867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88324" y="62154"/>
                </a:lnTo>
                <a:lnTo>
                  <a:pt x="88324" y="65425"/>
                </a:lnTo>
                <a:lnTo>
                  <a:pt x="85053" y="6542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isible source SEC-093 inset-1 region 659">
            <a:extLst xmlns:a="http://schemas.openxmlformats.org/drawingml/2006/main">
              <a:ext uri="{FF2B5EF4-FFF2-40B4-BE49-F238E27FC236}">
                <a16:creationId xmlns:a16="http://schemas.microsoft.com/office/drawing/2014/main" id="{4E502BD9-3760-4882-8AFB-57D36FA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644" y="1923668"/>
            <a:ext cx="101409" cy="65425"/>
          </a:xfrm>
          <a:custGeom xmlns:a="http://schemas.openxmlformats.org/drawingml/2006/main">
            <a:pathLst>
              <a:path w="101409" h="65425">
                <a:moveTo>
                  <a:pt x="39255" y="6543"/>
                </a:move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85053" y="0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6356"/>
                </a:lnTo>
                <a:lnTo>
                  <a:pt x="101409" y="16356"/>
                </a:lnTo>
                <a:lnTo>
                  <a:pt x="101409" y="26170"/>
                </a:lnTo>
                <a:lnTo>
                  <a:pt x="98138" y="26170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65425" y="42526"/>
                </a:lnTo>
                <a:lnTo>
                  <a:pt x="65425" y="49069"/>
                </a:lnTo>
                <a:lnTo>
                  <a:pt x="62154" y="49069"/>
                </a:lnTo>
                <a:lnTo>
                  <a:pt x="62154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55612" y="58883"/>
                </a:lnTo>
                <a:lnTo>
                  <a:pt x="55612" y="62154"/>
                </a:lnTo>
                <a:lnTo>
                  <a:pt x="49069" y="62154"/>
                </a:lnTo>
                <a:lnTo>
                  <a:pt x="49069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6170" y="22899"/>
                </a:lnTo>
                <a:lnTo>
                  <a:pt x="26170" y="26170"/>
                </a:lnTo>
                <a:lnTo>
                  <a:pt x="29441" y="26170"/>
                </a:lnTo>
                <a:lnTo>
                  <a:pt x="29441" y="22899"/>
                </a:lnTo>
                <a:lnTo>
                  <a:pt x="32713" y="22899"/>
                </a:lnTo>
                <a:lnTo>
                  <a:pt x="32713" y="16356"/>
                </a:lnTo>
                <a:lnTo>
                  <a:pt x="35984" y="16356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isible source SEC-093 inset-1 region 660">
            <a:extLst xmlns:a="http://schemas.openxmlformats.org/drawingml/2006/main">
              <a:ext uri="{FF2B5EF4-FFF2-40B4-BE49-F238E27FC236}">
                <a16:creationId xmlns:a16="http://schemas.microsoft.com/office/drawing/2014/main" id="{1964E5F9-88A3-43D9-82CD-5C3EBAE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04" y="1995636"/>
            <a:ext cx="209361" cy="71968"/>
          </a:xfrm>
          <a:custGeom xmlns:a="http://schemas.openxmlformats.org/drawingml/2006/main">
            <a:pathLst>
              <a:path w="209361" h="71968">
                <a:moveTo>
                  <a:pt x="153750" y="3271"/>
                </a:moveTo>
                <a:lnTo>
                  <a:pt x="153750" y="0"/>
                </a:lnTo>
                <a:lnTo>
                  <a:pt x="163563" y="0"/>
                </a:lnTo>
                <a:lnTo>
                  <a:pt x="163563" y="3271"/>
                </a:lnTo>
                <a:lnTo>
                  <a:pt x="166835" y="3271"/>
                </a:lnTo>
                <a:lnTo>
                  <a:pt x="166835" y="0"/>
                </a:lnTo>
                <a:lnTo>
                  <a:pt x="176648" y="0"/>
                </a:lnTo>
                <a:lnTo>
                  <a:pt x="176648" y="3271"/>
                </a:lnTo>
                <a:lnTo>
                  <a:pt x="183191" y="3271"/>
                </a:lnTo>
                <a:lnTo>
                  <a:pt x="183191" y="0"/>
                </a:lnTo>
                <a:lnTo>
                  <a:pt x="193005" y="0"/>
                </a:lnTo>
                <a:lnTo>
                  <a:pt x="193005" y="3271"/>
                </a:lnTo>
                <a:lnTo>
                  <a:pt x="199547" y="3271"/>
                </a:lnTo>
                <a:lnTo>
                  <a:pt x="199547" y="6543"/>
                </a:lnTo>
                <a:lnTo>
                  <a:pt x="202818" y="6543"/>
                </a:lnTo>
                <a:lnTo>
                  <a:pt x="202818" y="9814"/>
                </a:lnTo>
                <a:lnTo>
                  <a:pt x="206090" y="9814"/>
                </a:lnTo>
                <a:lnTo>
                  <a:pt x="206090" y="16356"/>
                </a:lnTo>
                <a:lnTo>
                  <a:pt x="209361" y="16356"/>
                </a:lnTo>
                <a:lnTo>
                  <a:pt x="209361" y="26170"/>
                </a:lnTo>
                <a:lnTo>
                  <a:pt x="206090" y="26170"/>
                </a:lnTo>
                <a:lnTo>
                  <a:pt x="206090" y="32713"/>
                </a:lnTo>
                <a:lnTo>
                  <a:pt x="202818" y="32713"/>
                </a:lnTo>
                <a:lnTo>
                  <a:pt x="202818" y="35984"/>
                </a:lnTo>
                <a:lnTo>
                  <a:pt x="199547" y="35984"/>
                </a:lnTo>
                <a:lnTo>
                  <a:pt x="199547" y="39255"/>
                </a:lnTo>
                <a:lnTo>
                  <a:pt x="193005" y="39255"/>
                </a:lnTo>
                <a:lnTo>
                  <a:pt x="193005" y="42526"/>
                </a:lnTo>
                <a:lnTo>
                  <a:pt x="183191" y="42526"/>
                </a:lnTo>
                <a:lnTo>
                  <a:pt x="183191" y="39255"/>
                </a:lnTo>
                <a:lnTo>
                  <a:pt x="176648" y="39255"/>
                </a:lnTo>
                <a:lnTo>
                  <a:pt x="176648" y="42526"/>
                </a:lnTo>
                <a:lnTo>
                  <a:pt x="157021" y="42526"/>
                </a:lnTo>
                <a:lnTo>
                  <a:pt x="157021" y="45798"/>
                </a:lnTo>
                <a:lnTo>
                  <a:pt x="160292" y="45798"/>
                </a:lnTo>
                <a:lnTo>
                  <a:pt x="160292" y="55612"/>
                </a:lnTo>
                <a:lnTo>
                  <a:pt x="157021" y="55612"/>
                </a:lnTo>
                <a:lnTo>
                  <a:pt x="157021" y="62154"/>
                </a:lnTo>
                <a:lnTo>
                  <a:pt x="153750" y="62154"/>
                </a:lnTo>
                <a:lnTo>
                  <a:pt x="153750" y="65425"/>
                </a:lnTo>
                <a:lnTo>
                  <a:pt x="150478" y="65425"/>
                </a:lnTo>
                <a:lnTo>
                  <a:pt x="150478" y="68697"/>
                </a:lnTo>
                <a:lnTo>
                  <a:pt x="143936" y="68697"/>
                </a:lnTo>
                <a:lnTo>
                  <a:pt x="143936" y="71968"/>
                </a:lnTo>
                <a:lnTo>
                  <a:pt x="121037" y="71968"/>
                </a:lnTo>
                <a:lnTo>
                  <a:pt x="121037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88324" y="65425"/>
                </a:lnTo>
                <a:lnTo>
                  <a:pt x="88324" y="62154"/>
                </a:lnTo>
                <a:lnTo>
                  <a:pt x="85053" y="62154"/>
                </a:lnTo>
                <a:lnTo>
                  <a:pt x="85053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62154" y="65425"/>
                </a:lnTo>
                <a:lnTo>
                  <a:pt x="62154" y="68697"/>
                </a:lnTo>
                <a:lnTo>
                  <a:pt x="58883" y="68697"/>
                </a:lnTo>
                <a:lnTo>
                  <a:pt x="58883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49069" y="29441"/>
                </a:lnTo>
                <a:lnTo>
                  <a:pt x="49069" y="22899"/>
                </a:lnTo>
                <a:lnTo>
                  <a:pt x="52340" y="22899"/>
                </a:lnTo>
                <a:lnTo>
                  <a:pt x="52340" y="19628"/>
                </a:lnTo>
                <a:lnTo>
                  <a:pt x="55612" y="19628"/>
                </a:lnTo>
                <a:lnTo>
                  <a:pt x="55612" y="16356"/>
                </a:lnTo>
                <a:lnTo>
                  <a:pt x="62154" y="16356"/>
                </a:lnTo>
                <a:lnTo>
                  <a:pt x="62154" y="13085"/>
                </a:lnTo>
                <a:lnTo>
                  <a:pt x="104681" y="13085"/>
                </a:lnTo>
                <a:lnTo>
                  <a:pt x="104681" y="16356"/>
                </a:lnTo>
                <a:lnTo>
                  <a:pt x="111223" y="16356"/>
                </a:lnTo>
                <a:lnTo>
                  <a:pt x="111223" y="19628"/>
                </a:lnTo>
                <a:lnTo>
                  <a:pt x="114494" y="19628"/>
                </a:lnTo>
                <a:lnTo>
                  <a:pt x="114494" y="22899"/>
                </a:lnTo>
                <a:lnTo>
                  <a:pt x="117766" y="22899"/>
                </a:lnTo>
                <a:lnTo>
                  <a:pt x="117766" y="29441"/>
                </a:lnTo>
                <a:lnTo>
                  <a:pt x="140664" y="29441"/>
                </a:lnTo>
                <a:lnTo>
                  <a:pt x="140664" y="26170"/>
                </a:lnTo>
                <a:lnTo>
                  <a:pt x="137393" y="26170"/>
                </a:lnTo>
                <a:lnTo>
                  <a:pt x="137393" y="16356"/>
                </a:lnTo>
                <a:lnTo>
                  <a:pt x="140664" y="16356"/>
                </a:lnTo>
                <a:lnTo>
                  <a:pt x="140664" y="9814"/>
                </a:lnTo>
                <a:lnTo>
                  <a:pt x="143936" y="9814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3271"/>
                </a:lnTo>
                <a:lnTo>
                  <a:pt x="15375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isible source SEC-093 inset-1 region 661">
            <a:extLst xmlns:a="http://schemas.openxmlformats.org/drawingml/2006/main">
              <a:ext uri="{FF2B5EF4-FFF2-40B4-BE49-F238E27FC236}">
                <a16:creationId xmlns:a16="http://schemas.microsoft.com/office/drawing/2014/main" id="{9646D7D1-2DA9-412E-AF27-706A0A5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883" y="2067603"/>
            <a:ext cx="212632" cy="130851"/>
          </a:xfrm>
          <a:custGeom xmlns:a="http://schemas.openxmlformats.org/drawingml/2006/main">
            <a:pathLst>
              <a:path w="212632" h="130851">
                <a:moveTo>
                  <a:pt x="65425" y="9814"/>
                </a:moveTo>
                <a:lnTo>
                  <a:pt x="65425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24308" y="35984"/>
                </a:lnTo>
                <a:lnTo>
                  <a:pt x="124308" y="42526"/>
                </a:lnTo>
                <a:lnTo>
                  <a:pt x="127579" y="42526"/>
                </a:lnTo>
                <a:lnTo>
                  <a:pt x="127579" y="52340"/>
                </a:lnTo>
                <a:lnTo>
                  <a:pt x="130851" y="52340"/>
                </a:lnTo>
                <a:lnTo>
                  <a:pt x="130851" y="49069"/>
                </a:lnTo>
                <a:lnTo>
                  <a:pt x="137393" y="49069"/>
                </a:lnTo>
                <a:lnTo>
                  <a:pt x="137393" y="42526"/>
                </a:lnTo>
                <a:lnTo>
                  <a:pt x="140664" y="42526"/>
                </a:lnTo>
                <a:lnTo>
                  <a:pt x="140664" y="39255"/>
                </a:lnTo>
                <a:lnTo>
                  <a:pt x="143936" y="39255"/>
                </a:lnTo>
                <a:lnTo>
                  <a:pt x="143936" y="35984"/>
                </a:lnTo>
                <a:lnTo>
                  <a:pt x="150478" y="35984"/>
                </a:lnTo>
                <a:lnTo>
                  <a:pt x="150478" y="32713"/>
                </a:lnTo>
                <a:lnTo>
                  <a:pt x="163563" y="32713"/>
                </a:lnTo>
                <a:lnTo>
                  <a:pt x="163563" y="35984"/>
                </a:lnTo>
                <a:lnTo>
                  <a:pt x="170106" y="35984"/>
                </a:lnTo>
                <a:lnTo>
                  <a:pt x="170106" y="39255"/>
                </a:lnTo>
                <a:lnTo>
                  <a:pt x="176648" y="39255"/>
                </a:lnTo>
                <a:lnTo>
                  <a:pt x="176648" y="35984"/>
                </a:lnTo>
                <a:lnTo>
                  <a:pt x="183191" y="35984"/>
                </a:lnTo>
                <a:lnTo>
                  <a:pt x="183191" y="32713"/>
                </a:lnTo>
                <a:lnTo>
                  <a:pt x="199547" y="32713"/>
                </a:lnTo>
                <a:lnTo>
                  <a:pt x="199547" y="35984"/>
                </a:lnTo>
                <a:lnTo>
                  <a:pt x="206090" y="35984"/>
                </a:lnTo>
                <a:lnTo>
                  <a:pt x="206090" y="39255"/>
                </a:lnTo>
                <a:lnTo>
                  <a:pt x="209361" y="39255"/>
                </a:lnTo>
                <a:lnTo>
                  <a:pt x="209361" y="45798"/>
                </a:lnTo>
                <a:lnTo>
                  <a:pt x="212632" y="45798"/>
                </a:lnTo>
                <a:lnTo>
                  <a:pt x="212632" y="62154"/>
                </a:lnTo>
                <a:lnTo>
                  <a:pt x="209361" y="62154"/>
                </a:lnTo>
                <a:lnTo>
                  <a:pt x="209361" y="68697"/>
                </a:lnTo>
                <a:lnTo>
                  <a:pt x="206090" y="68697"/>
                </a:lnTo>
                <a:lnTo>
                  <a:pt x="206090" y="71968"/>
                </a:lnTo>
                <a:lnTo>
                  <a:pt x="199547" y="71968"/>
                </a:lnTo>
                <a:lnTo>
                  <a:pt x="199547" y="75239"/>
                </a:lnTo>
                <a:lnTo>
                  <a:pt x="183191" y="75239"/>
                </a:lnTo>
                <a:lnTo>
                  <a:pt x="183191" y="71968"/>
                </a:lnTo>
                <a:lnTo>
                  <a:pt x="176648" y="71968"/>
                </a:lnTo>
                <a:lnTo>
                  <a:pt x="176648" y="68697"/>
                </a:lnTo>
                <a:lnTo>
                  <a:pt x="173377" y="68697"/>
                </a:lnTo>
                <a:lnTo>
                  <a:pt x="173377" y="75239"/>
                </a:lnTo>
                <a:lnTo>
                  <a:pt x="170106" y="75239"/>
                </a:lnTo>
                <a:lnTo>
                  <a:pt x="170106" y="81782"/>
                </a:lnTo>
                <a:lnTo>
                  <a:pt x="166835" y="81782"/>
                </a:lnTo>
                <a:lnTo>
                  <a:pt x="166835" y="85053"/>
                </a:lnTo>
                <a:lnTo>
                  <a:pt x="163563" y="85053"/>
                </a:lnTo>
                <a:lnTo>
                  <a:pt x="163563" y="88324"/>
                </a:lnTo>
                <a:lnTo>
                  <a:pt x="157021" y="88324"/>
                </a:lnTo>
                <a:lnTo>
                  <a:pt x="157021" y="91595"/>
                </a:lnTo>
                <a:lnTo>
                  <a:pt x="147207" y="91595"/>
                </a:lnTo>
                <a:lnTo>
                  <a:pt x="147207" y="94867"/>
                </a:lnTo>
                <a:lnTo>
                  <a:pt x="150478" y="94867"/>
                </a:lnTo>
                <a:lnTo>
                  <a:pt x="150478" y="98138"/>
                </a:lnTo>
                <a:lnTo>
                  <a:pt x="153750" y="98138"/>
                </a:lnTo>
                <a:lnTo>
                  <a:pt x="153750" y="101409"/>
                </a:lnTo>
                <a:lnTo>
                  <a:pt x="157021" y="101409"/>
                </a:lnTo>
                <a:lnTo>
                  <a:pt x="157021" y="117766"/>
                </a:lnTo>
                <a:lnTo>
                  <a:pt x="153750" y="117766"/>
                </a:lnTo>
                <a:lnTo>
                  <a:pt x="153750" y="121037"/>
                </a:lnTo>
                <a:lnTo>
                  <a:pt x="150478" y="121037"/>
                </a:lnTo>
                <a:lnTo>
                  <a:pt x="150478" y="124308"/>
                </a:lnTo>
                <a:lnTo>
                  <a:pt x="147207" y="124308"/>
                </a:lnTo>
                <a:lnTo>
                  <a:pt x="147207" y="127579"/>
                </a:lnTo>
                <a:lnTo>
                  <a:pt x="143936" y="127579"/>
                </a:lnTo>
                <a:lnTo>
                  <a:pt x="143936" y="130851"/>
                </a:lnTo>
                <a:lnTo>
                  <a:pt x="104681" y="130851"/>
                </a:lnTo>
                <a:lnTo>
                  <a:pt x="104681" y="127579"/>
                </a:lnTo>
                <a:lnTo>
                  <a:pt x="98138" y="127579"/>
                </a:lnTo>
                <a:lnTo>
                  <a:pt x="98138" y="124308"/>
                </a:lnTo>
                <a:lnTo>
                  <a:pt x="94867" y="124308"/>
                </a:lnTo>
                <a:lnTo>
                  <a:pt x="94867" y="121037"/>
                </a:lnTo>
                <a:lnTo>
                  <a:pt x="91595" y="121037"/>
                </a:lnTo>
                <a:lnTo>
                  <a:pt x="91595" y="114494"/>
                </a:lnTo>
                <a:lnTo>
                  <a:pt x="88324" y="114494"/>
                </a:lnTo>
                <a:lnTo>
                  <a:pt x="88324" y="104681"/>
                </a:lnTo>
                <a:lnTo>
                  <a:pt x="91595" y="104681"/>
                </a:lnTo>
                <a:lnTo>
                  <a:pt x="91595" y="98138"/>
                </a:lnTo>
                <a:lnTo>
                  <a:pt x="94867" y="98138"/>
                </a:lnTo>
                <a:lnTo>
                  <a:pt x="94867" y="94867"/>
                </a:lnTo>
                <a:lnTo>
                  <a:pt x="98138" y="94867"/>
                </a:lnTo>
                <a:lnTo>
                  <a:pt x="98138" y="91595"/>
                </a:lnTo>
                <a:lnTo>
                  <a:pt x="104681" y="91595"/>
                </a:lnTo>
                <a:lnTo>
                  <a:pt x="104681" y="88324"/>
                </a:lnTo>
                <a:lnTo>
                  <a:pt x="107952" y="88324"/>
                </a:lnTo>
                <a:lnTo>
                  <a:pt x="107952" y="85053"/>
                </a:lnTo>
                <a:lnTo>
                  <a:pt x="104681" y="85053"/>
                </a:lnTo>
                <a:lnTo>
                  <a:pt x="104681" y="81782"/>
                </a:lnTo>
                <a:lnTo>
                  <a:pt x="101409" y="81782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68697"/>
                </a:lnTo>
                <a:lnTo>
                  <a:pt x="65425" y="68697"/>
                </a:lnTo>
                <a:lnTo>
                  <a:pt x="65425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55612" y="62154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32713" y="9814"/>
                </a:lnTo>
                <a:lnTo>
                  <a:pt x="32713" y="13085"/>
                </a:lnTo>
                <a:lnTo>
                  <a:pt x="35984" y="13085"/>
                </a:lnTo>
                <a:lnTo>
                  <a:pt x="35984" y="9814"/>
                </a:lnTo>
                <a:lnTo>
                  <a:pt x="65425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isible source SEC-093 inset-1 region 662">
            <a:extLst xmlns:a="http://schemas.openxmlformats.org/drawingml/2006/main">
              <a:ext uri="{FF2B5EF4-FFF2-40B4-BE49-F238E27FC236}">
                <a16:creationId xmlns:a16="http://schemas.microsoft.com/office/drawing/2014/main" id="{23425B31-E8E1-401F-AE4A-779E22F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559" y="2208268"/>
            <a:ext cx="170106" cy="58883"/>
          </a:xfrm>
          <a:custGeom xmlns:a="http://schemas.openxmlformats.org/drawingml/2006/main">
            <a:pathLst>
              <a:path w="170106" h="5888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85053" y="16356"/>
                </a:lnTo>
                <a:lnTo>
                  <a:pt x="85053" y="19628"/>
                </a:lnTo>
                <a:lnTo>
                  <a:pt x="91595" y="19628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13085"/>
                </a:lnTo>
                <a:lnTo>
                  <a:pt x="98138" y="13085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7952" y="6543"/>
                </a:lnTo>
                <a:lnTo>
                  <a:pt x="107952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60292" y="6543"/>
                </a:lnTo>
                <a:lnTo>
                  <a:pt x="160292" y="9814"/>
                </a:lnTo>
                <a:lnTo>
                  <a:pt x="163563" y="9814"/>
                </a:lnTo>
                <a:lnTo>
                  <a:pt x="163563" y="13085"/>
                </a:lnTo>
                <a:lnTo>
                  <a:pt x="166835" y="13085"/>
                </a:lnTo>
                <a:lnTo>
                  <a:pt x="166835" y="19628"/>
                </a:lnTo>
                <a:lnTo>
                  <a:pt x="170106" y="19628"/>
                </a:lnTo>
                <a:lnTo>
                  <a:pt x="170106" y="29441"/>
                </a:lnTo>
                <a:lnTo>
                  <a:pt x="166835" y="29441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53750" y="42526"/>
                </a:lnTo>
                <a:lnTo>
                  <a:pt x="153750" y="45798"/>
                </a:lnTo>
                <a:lnTo>
                  <a:pt x="117766" y="45798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91595" y="58883"/>
                </a:lnTo>
                <a:lnTo>
                  <a:pt x="91595" y="55612"/>
                </a:lnTo>
                <a:lnTo>
                  <a:pt x="85053" y="55612"/>
                </a:lnTo>
                <a:lnTo>
                  <a:pt x="85053" y="58883"/>
                </a:lnTo>
                <a:lnTo>
                  <a:pt x="58883" y="58883"/>
                </a:lnTo>
                <a:lnTo>
                  <a:pt x="58883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isible source SEC-093 inset-1 region 663">
            <a:extLst xmlns:a="http://schemas.openxmlformats.org/drawingml/2006/main">
              <a:ext uri="{FF2B5EF4-FFF2-40B4-BE49-F238E27FC236}">
                <a16:creationId xmlns:a16="http://schemas.microsoft.com/office/drawing/2014/main" id="{110E2D00-80DD-4B95-97A9-38D85D72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559" y="2267151"/>
            <a:ext cx="212632" cy="121037"/>
          </a:xfrm>
          <a:custGeom xmlns:a="http://schemas.openxmlformats.org/drawingml/2006/main">
            <a:pathLst>
              <a:path w="212632" h="121037">
                <a:moveTo>
                  <a:pt x="130851" y="16356"/>
                </a:moveTo>
                <a:lnTo>
                  <a:pt x="134122" y="16356"/>
                </a:lnTo>
                <a:lnTo>
                  <a:pt x="134122" y="9814"/>
                </a:lnTo>
                <a:lnTo>
                  <a:pt x="137393" y="9814"/>
                </a:lnTo>
                <a:lnTo>
                  <a:pt x="137393" y="6543"/>
                </a:lnTo>
                <a:lnTo>
                  <a:pt x="140664" y="6543"/>
                </a:lnTo>
                <a:lnTo>
                  <a:pt x="140664" y="3271"/>
                </a:lnTo>
                <a:lnTo>
                  <a:pt x="147207" y="3271"/>
                </a:lnTo>
                <a:lnTo>
                  <a:pt x="147207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70106" y="3271"/>
                </a:lnTo>
                <a:lnTo>
                  <a:pt x="170106" y="0"/>
                </a:lnTo>
                <a:lnTo>
                  <a:pt x="199547" y="0"/>
                </a:lnTo>
                <a:lnTo>
                  <a:pt x="199547" y="3271"/>
                </a:lnTo>
                <a:lnTo>
                  <a:pt x="202818" y="3271"/>
                </a:lnTo>
                <a:lnTo>
                  <a:pt x="202818" y="6543"/>
                </a:lnTo>
                <a:lnTo>
                  <a:pt x="206090" y="6543"/>
                </a:lnTo>
                <a:lnTo>
                  <a:pt x="206090" y="9814"/>
                </a:lnTo>
                <a:lnTo>
                  <a:pt x="209361" y="9814"/>
                </a:lnTo>
                <a:lnTo>
                  <a:pt x="209361" y="13085"/>
                </a:lnTo>
                <a:lnTo>
                  <a:pt x="212632" y="13085"/>
                </a:lnTo>
                <a:lnTo>
                  <a:pt x="212632" y="29441"/>
                </a:lnTo>
                <a:lnTo>
                  <a:pt x="209361" y="29441"/>
                </a:lnTo>
                <a:lnTo>
                  <a:pt x="209361" y="32713"/>
                </a:lnTo>
                <a:lnTo>
                  <a:pt x="206090" y="32713"/>
                </a:lnTo>
                <a:lnTo>
                  <a:pt x="206090" y="35984"/>
                </a:lnTo>
                <a:lnTo>
                  <a:pt x="202818" y="35984"/>
                </a:lnTo>
                <a:lnTo>
                  <a:pt x="202818" y="39255"/>
                </a:lnTo>
                <a:lnTo>
                  <a:pt x="199547" y="39255"/>
                </a:lnTo>
                <a:lnTo>
                  <a:pt x="199547" y="42526"/>
                </a:lnTo>
                <a:lnTo>
                  <a:pt x="202818" y="42526"/>
                </a:lnTo>
                <a:lnTo>
                  <a:pt x="202818" y="52340"/>
                </a:lnTo>
                <a:lnTo>
                  <a:pt x="199547" y="52340"/>
                </a:lnTo>
                <a:lnTo>
                  <a:pt x="199547" y="58883"/>
                </a:lnTo>
                <a:lnTo>
                  <a:pt x="196276" y="58883"/>
                </a:lnTo>
                <a:lnTo>
                  <a:pt x="196276" y="62154"/>
                </a:lnTo>
                <a:lnTo>
                  <a:pt x="193005" y="62154"/>
                </a:lnTo>
                <a:lnTo>
                  <a:pt x="193005" y="65425"/>
                </a:lnTo>
                <a:lnTo>
                  <a:pt x="186462" y="65425"/>
                </a:lnTo>
                <a:lnTo>
                  <a:pt x="186462" y="68697"/>
                </a:lnTo>
                <a:lnTo>
                  <a:pt x="157021" y="68697"/>
                </a:lnTo>
                <a:lnTo>
                  <a:pt x="157021" y="65425"/>
                </a:lnTo>
                <a:lnTo>
                  <a:pt x="147207" y="65425"/>
                </a:lnTo>
                <a:lnTo>
                  <a:pt x="147207" y="68697"/>
                </a:lnTo>
                <a:lnTo>
                  <a:pt x="124308" y="68697"/>
                </a:lnTo>
                <a:lnTo>
                  <a:pt x="124308" y="75239"/>
                </a:lnTo>
                <a:lnTo>
                  <a:pt x="127579" y="75239"/>
                </a:lnTo>
                <a:lnTo>
                  <a:pt x="127579" y="85053"/>
                </a:lnTo>
                <a:lnTo>
                  <a:pt x="124308" y="85053"/>
                </a:lnTo>
                <a:lnTo>
                  <a:pt x="124308" y="91595"/>
                </a:lnTo>
                <a:lnTo>
                  <a:pt x="121037" y="91595"/>
                </a:lnTo>
                <a:lnTo>
                  <a:pt x="121037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11223" y="98138"/>
                </a:lnTo>
                <a:lnTo>
                  <a:pt x="111223" y="101409"/>
                </a:lnTo>
                <a:lnTo>
                  <a:pt x="78510" y="101409"/>
                </a:lnTo>
                <a:lnTo>
                  <a:pt x="78510" y="104681"/>
                </a:lnTo>
                <a:lnTo>
                  <a:pt x="75239" y="104681"/>
                </a:lnTo>
                <a:lnTo>
                  <a:pt x="75239" y="111223"/>
                </a:lnTo>
                <a:lnTo>
                  <a:pt x="71968" y="111223"/>
                </a:lnTo>
                <a:lnTo>
                  <a:pt x="71968" y="114494"/>
                </a:lnTo>
                <a:lnTo>
                  <a:pt x="68697" y="114494"/>
                </a:lnTo>
                <a:lnTo>
                  <a:pt x="68697" y="117766"/>
                </a:lnTo>
                <a:lnTo>
                  <a:pt x="62154" y="117766"/>
                </a:lnTo>
                <a:lnTo>
                  <a:pt x="62154" y="121037"/>
                </a:lnTo>
                <a:lnTo>
                  <a:pt x="16356" y="121037"/>
                </a:lnTo>
                <a:lnTo>
                  <a:pt x="16356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4681"/>
                </a:lnTo>
                <a:lnTo>
                  <a:pt x="0" y="104681"/>
                </a:lnTo>
                <a:lnTo>
                  <a:pt x="0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49069" y="78510"/>
                </a:lnTo>
                <a:lnTo>
                  <a:pt x="49069" y="75239"/>
                </a:lnTo>
                <a:lnTo>
                  <a:pt x="52340" y="75239"/>
                </a:lnTo>
                <a:lnTo>
                  <a:pt x="52340" y="68697"/>
                </a:lnTo>
                <a:lnTo>
                  <a:pt x="55612" y="68697"/>
                </a:lnTo>
                <a:lnTo>
                  <a:pt x="55612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65425" y="62154"/>
                </a:lnTo>
                <a:lnTo>
                  <a:pt x="65425" y="58883"/>
                </a:lnTo>
                <a:lnTo>
                  <a:pt x="98138" y="58883"/>
                </a:lnTo>
                <a:lnTo>
                  <a:pt x="98138" y="52340"/>
                </a:lnTo>
                <a:lnTo>
                  <a:pt x="94867" y="52340"/>
                </a:lnTo>
                <a:lnTo>
                  <a:pt x="94867" y="42526"/>
                </a:lnTo>
                <a:lnTo>
                  <a:pt x="98138" y="42526"/>
                </a:lnTo>
                <a:lnTo>
                  <a:pt x="98138" y="35984"/>
                </a:lnTo>
                <a:lnTo>
                  <a:pt x="101409" y="35984"/>
                </a:lnTo>
                <a:lnTo>
                  <a:pt x="101409" y="32713"/>
                </a:lnTo>
                <a:lnTo>
                  <a:pt x="104681" y="32713"/>
                </a:lnTo>
                <a:lnTo>
                  <a:pt x="104681" y="29441"/>
                </a:lnTo>
                <a:lnTo>
                  <a:pt x="111223" y="29441"/>
                </a:lnTo>
                <a:lnTo>
                  <a:pt x="111223" y="26170"/>
                </a:lnTo>
                <a:lnTo>
                  <a:pt x="130851" y="26170"/>
                </a:lnTo>
                <a:lnTo>
                  <a:pt x="13085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isible source SEC-093 inset-1 region 664">
            <a:extLst xmlns:a="http://schemas.openxmlformats.org/drawingml/2006/main">
              <a:ext uri="{FF2B5EF4-FFF2-40B4-BE49-F238E27FC236}">
                <a16:creationId xmlns:a16="http://schemas.microsoft.com/office/drawing/2014/main" id="{7DD55F90-AD28-4644-B727-26E9D5DC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490" y="2267151"/>
            <a:ext cx="88324" cy="42526"/>
          </a:xfrm>
          <a:custGeom xmlns:a="http://schemas.openxmlformats.org/drawingml/2006/main">
            <a:pathLst>
              <a:path w="88324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isible source SEC-093 inset-1 region 665">
            <a:extLst xmlns:a="http://schemas.openxmlformats.org/drawingml/2006/main">
              <a:ext uri="{FF2B5EF4-FFF2-40B4-BE49-F238E27FC236}">
                <a16:creationId xmlns:a16="http://schemas.microsoft.com/office/drawing/2014/main" id="{BD5BD50F-A33D-4233-BBA4-B233418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207" y="2240981"/>
            <a:ext cx="173377" cy="179920"/>
          </a:xfrm>
          <a:custGeom xmlns:a="http://schemas.openxmlformats.org/drawingml/2006/main">
            <a:pathLst>
              <a:path w="173377" h="179920">
                <a:moveTo>
                  <a:pt x="6543" y="143936"/>
                </a:moveTo>
                <a:lnTo>
                  <a:pt x="9814" y="143936"/>
                </a:lnTo>
                <a:lnTo>
                  <a:pt x="9814" y="140664"/>
                </a:lnTo>
                <a:lnTo>
                  <a:pt x="16356" y="140664"/>
                </a:lnTo>
                <a:lnTo>
                  <a:pt x="16356" y="137393"/>
                </a:lnTo>
                <a:lnTo>
                  <a:pt x="19628" y="137393"/>
                </a:lnTo>
                <a:lnTo>
                  <a:pt x="19628" y="134122"/>
                </a:lnTo>
                <a:lnTo>
                  <a:pt x="16356" y="134122"/>
                </a:lnTo>
                <a:lnTo>
                  <a:pt x="16356" y="130851"/>
                </a:lnTo>
                <a:lnTo>
                  <a:pt x="13085" y="130851"/>
                </a:lnTo>
                <a:lnTo>
                  <a:pt x="13085" y="127579"/>
                </a:lnTo>
                <a:lnTo>
                  <a:pt x="9814" y="127579"/>
                </a:lnTo>
                <a:lnTo>
                  <a:pt x="9814" y="121037"/>
                </a:lnTo>
                <a:lnTo>
                  <a:pt x="6543" y="121037"/>
                </a:lnTo>
                <a:lnTo>
                  <a:pt x="6543" y="111223"/>
                </a:lnTo>
                <a:lnTo>
                  <a:pt x="9814" y="111223"/>
                </a:lnTo>
                <a:lnTo>
                  <a:pt x="9814" y="104681"/>
                </a:lnTo>
                <a:lnTo>
                  <a:pt x="13085" y="104681"/>
                </a:lnTo>
                <a:lnTo>
                  <a:pt x="13085" y="101409"/>
                </a:lnTo>
                <a:lnTo>
                  <a:pt x="16356" y="101409"/>
                </a:lnTo>
                <a:lnTo>
                  <a:pt x="16356" y="98138"/>
                </a:lnTo>
                <a:lnTo>
                  <a:pt x="22899" y="98138"/>
                </a:lnTo>
                <a:lnTo>
                  <a:pt x="22899" y="94867"/>
                </a:lnTo>
                <a:lnTo>
                  <a:pt x="49069" y="94867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62154" y="68697"/>
                </a:lnTo>
                <a:lnTo>
                  <a:pt x="62154" y="65425"/>
                </a:lnTo>
                <a:lnTo>
                  <a:pt x="88324" y="65425"/>
                </a:lnTo>
                <a:lnTo>
                  <a:pt x="88324" y="68697"/>
                </a:lnTo>
                <a:lnTo>
                  <a:pt x="98138" y="68697"/>
                </a:lnTo>
                <a:lnTo>
                  <a:pt x="98138" y="65425"/>
                </a:lnTo>
                <a:lnTo>
                  <a:pt x="101409" y="65425"/>
                </a:lnTo>
                <a:lnTo>
                  <a:pt x="101409" y="58883"/>
                </a:lnTo>
                <a:lnTo>
                  <a:pt x="98138" y="58883"/>
                </a:lnTo>
                <a:lnTo>
                  <a:pt x="98138" y="45798"/>
                </a:lnTo>
                <a:lnTo>
                  <a:pt x="94867" y="45798"/>
                </a:lnTo>
                <a:lnTo>
                  <a:pt x="94867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2899"/>
                </a:lnTo>
                <a:lnTo>
                  <a:pt x="137393" y="22899"/>
                </a:lnTo>
                <a:lnTo>
                  <a:pt x="137393" y="19628"/>
                </a:lnTo>
                <a:lnTo>
                  <a:pt x="153750" y="19628"/>
                </a:lnTo>
                <a:lnTo>
                  <a:pt x="153750" y="22899"/>
                </a:lnTo>
                <a:lnTo>
                  <a:pt x="160292" y="22899"/>
                </a:lnTo>
                <a:lnTo>
                  <a:pt x="160292" y="26170"/>
                </a:lnTo>
                <a:lnTo>
                  <a:pt x="163563" y="26170"/>
                </a:lnTo>
                <a:lnTo>
                  <a:pt x="163563" y="29441"/>
                </a:lnTo>
                <a:lnTo>
                  <a:pt x="166835" y="29441"/>
                </a:lnTo>
                <a:lnTo>
                  <a:pt x="166835" y="35984"/>
                </a:lnTo>
                <a:lnTo>
                  <a:pt x="170106" y="35984"/>
                </a:lnTo>
                <a:lnTo>
                  <a:pt x="170106" y="45798"/>
                </a:lnTo>
                <a:lnTo>
                  <a:pt x="173377" y="45798"/>
                </a:lnTo>
                <a:lnTo>
                  <a:pt x="173377" y="62154"/>
                </a:lnTo>
                <a:lnTo>
                  <a:pt x="170106" y="62154"/>
                </a:lnTo>
                <a:lnTo>
                  <a:pt x="170106" y="68697"/>
                </a:lnTo>
                <a:lnTo>
                  <a:pt x="166835" y="68697"/>
                </a:lnTo>
                <a:lnTo>
                  <a:pt x="166835" y="71968"/>
                </a:lnTo>
                <a:lnTo>
                  <a:pt x="160292" y="71968"/>
                </a:lnTo>
                <a:lnTo>
                  <a:pt x="160292" y="75239"/>
                </a:lnTo>
                <a:lnTo>
                  <a:pt x="137393" y="75239"/>
                </a:lnTo>
                <a:lnTo>
                  <a:pt x="137393" y="71968"/>
                </a:lnTo>
                <a:lnTo>
                  <a:pt x="127579" y="71968"/>
                </a:lnTo>
                <a:lnTo>
                  <a:pt x="127579" y="81782"/>
                </a:lnTo>
                <a:lnTo>
                  <a:pt x="130851" y="81782"/>
                </a:lnTo>
                <a:lnTo>
                  <a:pt x="130851" y="91595"/>
                </a:lnTo>
                <a:lnTo>
                  <a:pt x="127579" y="91595"/>
                </a:lnTo>
                <a:lnTo>
                  <a:pt x="127579" y="98138"/>
                </a:lnTo>
                <a:lnTo>
                  <a:pt x="124308" y="98138"/>
                </a:lnTo>
                <a:lnTo>
                  <a:pt x="124308" y="101409"/>
                </a:lnTo>
                <a:lnTo>
                  <a:pt x="121037" y="101409"/>
                </a:lnTo>
                <a:lnTo>
                  <a:pt x="121037" y="104681"/>
                </a:lnTo>
                <a:lnTo>
                  <a:pt x="114494" y="104681"/>
                </a:lnTo>
                <a:lnTo>
                  <a:pt x="114494" y="107952"/>
                </a:lnTo>
                <a:lnTo>
                  <a:pt x="94867" y="107952"/>
                </a:lnTo>
                <a:lnTo>
                  <a:pt x="94867" y="104681"/>
                </a:lnTo>
                <a:lnTo>
                  <a:pt x="88324" y="104681"/>
                </a:lnTo>
                <a:lnTo>
                  <a:pt x="88324" y="107952"/>
                </a:lnTo>
                <a:lnTo>
                  <a:pt x="85053" y="107952"/>
                </a:lnTo>
                <a:lnTo>
                  <a:pt x="85053" y="124308"/>
                </a:lnTo>
                <a:lnTo>
                  <a:pt x="81782" y="124308"/>
                </a:lnTo>
                <a:lnTo>
                  <a:pt x="81782" y="127579"/>
                </a:lnTo>
                <a:lnTo>
                  <a:pt x="78510" y="127579"/>
                </a:lnTo>
                <a:lnTo>
                  <a:pt x="78510" y="130851"/>
                </a:lnTo>
                <a:lnTo>
                  <a:pt x="75239" y="130851"/>
                </a:lnTo>
                <a:lnTo>
                  <a:pt x="75239" y="134122"/>
                </a:lnTo>
                <a:lnTo>
                  <a:pt x="71968" y="134122"/>
                </a:lnTo>
                <a:lnTo>
                  <a:pt x="71968" y="137393"/>
                </a:lnTo>
                <a:lnTo>
                  <a:pt x="68697" y="137393"/>
                </a:lnTo>
                <a:lnTo>
                  <a:pt x="68697" y="140664"/>
                </a:lnTo>
                <a:lnTo>
                  <a:pt x="75239" y="140664"/>
                </a:lnTo>
                <a:lnTo>
                  <a:pt x="75239" y="143936"/>
                </a:lnTo>
                <a:lnTo>
                  <a:pt x="78510" y="143936"/>
                </a:lnTo>
                <a:lnTo>
                  <a:pt x="78510" y="147207"/>
                </a:lnTo>
                <a:lnTo>
                  <a:pt x="81782" y="147207"/>
                </a:lnTo>
                <a:lnTo>
                  <a:pt x="81782" y="153750"/>
                </a:lnTo>
                <a:lnTo>
                  <a:pt x="85053" y="153750"/>
                </a:lnTo>
                <a:lnTo>
                  <a:pt x="85053" y="163563"/>
                </a:lnTo>
                <a:lnTo>
                  <a:pt x="81782" y="163563"/>
                </a:lnTo>
                <a:lnTo>
                  <a:pt x="81782" y="170106"/>
                </a:lnTo>
                <a:lnTo>
                  <a:pt x="78510" y="170106"/>
                </a:lnTo>
                <a:lnTo>
                  <a:pt x="78510" y="173377"/>
                </a:lnTo>
                <a:lnTo>
                  <a:pt x="75239" y="173377"/>
                </a:lnTo>
                <a:lnTo>
                  <a:pt x="75239" y="176648"/>
                </a:lnTo>
                <a:lnTo>
                  <a:pt x="68697" y="176648"/>
                </a:lnTo>
                <a:lnTo>
                  <a:pt x="68697" y="179920"/>
                </a:lnTo>
                <a:lnTo>
                  <a:pt x="35984" y="179920"/>
                </a:lnTo>
                <a:lnTo>
                  <a:pt x="35984" y="176648"/>
                </a:lnTo>
                <a:lnTo>
                  <a:pt x="29441" y="176648"/>
                </a:lnTo>
                <a:lnTo>
                  <a:pt x="29441" y="179920"/>
                </a:lnTo>
                <a:lnTo>
                  <a:pt x="16356" y="179920"/>
                </a:lnTo>
                <a:lnTo>
                  <a:pt x="16356" y="176648"/>
                </a:lnTo>
                <a:lnTo>
                  <a:pt x="9814" y="176648"/>
                </a:lnTo>
                <a:lnTo>
                  <a:pt x="9814" y="173377"/>
                </a:lnTo>
                <a:lnTo>
                  <a:pt x="6543" y="173377"/>
                </a:lnTo>
                <a:lnTo>
                  <a:pt x="6543" y="170106"/>
                </a:lnTo>
                <a:lnTo>
                  <a:pt x="3271" y="170106"/>
                </a:lnTo>
                <a:lnTo>
                  <a:pt x="3271" y="163563"/>
                </a:lnTo>
                <a:lnTo>
                  <a:pt x="0" y="163563"/>
                </a:lnTo>
                <a:lnTo>
                  <a:pt x="0" y="153750"/>
                </a:lnTo>
                <a:lnTo>
                  <a:pt x="3271" y="153750"/>
                </a:lnTo>
                <a:lnTo>
                  <a:pt x="3271" y="147207"/>
                </a:lnTo>
                <a:lnTo>
                  <a:pt x="6543" y="147207"/>
                </a:lnTo>
                <a:lnTo>
                  <a:pt x="6543" y="143936"/>
                </a:lnTo>
                <a:close/>
                <a:moveTo>
                  <a:pt x="29441" y="137393"/>
                </a:moveTo>
                <a:lnTo>
                  <a:pt x="29441" y="140664"/>
                </a:lnTo>
                <a:lnTo>
                  <a:pt x="35984" y="140664"/>
                </a:lnTo>
                <a:lnTo>
                  <a:pt x="35984" y="137393"/>
                </a:lnTo>
                <a:lnTo>
                  <a:pt x="29441" y="13739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isible source SEC-093 inset-1 region 666">
            <a:extLst xmlns:a="http://schemas.openxmlformats.org/drawingml/2006/main">
              <a:ext uri="{FF2B5EF4-FFF2-40B4-BE49-F238E27FC236}">
                <a16:creationId xmlns:a16="http://schemas.microsoft.com/office/drawing/2014/main" id="{FC3596DE-7DB8-43C7-ACF1-AE497903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61" y="122361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isible source SEC-093 inset-1 region 667">
            <a:extLst xmlns:a="http://schemas.openxmlformats.org/drawingml/2006/main">
              <a:ext uri="{FF2B5EF4-FFF2-40B4-BE49-F238E27FC236}">
                <a16:creationId xmlns:a16="http://schemas.microsoft.com/office/drawing/2014/main" id="{4E722073-6B83-48C7-8202-DCE001E2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159" y="144279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isible source SEC-093 inset-1 region 668">
            <a:extLst xmlns:a="http://schemas.openxmlformats.org/drawingml/2006/main">
              <a:ext uri="{FF2B5EF4-FFF2-40B4-BE49-F238E27FC236}">
                <a16:creationId xmlns:a16="http://schemas.microsoft.com/office/drawing/2014/main" id="{6AEB96D8-44CB-40F7-8D40-A9E0505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76" y="149186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isible source SEC-093 inset-1 region 669">
            <a:extLst xmlns:a="http://schemas.openxmlformats.org/drawingml/2006/main">
              <a:ext uri="{FF2B5EF4-FFF2-40B4-BE49-F238E27FC236}">
                <a16:creationId xmlns:a16="http://schemas.microsoft.com/office/drawing/2014/main" id="{EF201007-4C33-4CD6-B315-31E594C1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568" y="162271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isible source SEC-093 inset-1 region 670">
            <a:extLst xmlns:a="http://schemas.openxmlformats.org/drawingml/2006/main">
              <a:ext uri="{FF2B5EF4-FFF2-40B4-BE49-F238E27FC236}">
                <a16:creationId xmlns:a16="http://schemas.microsoft.com/office/drawing/2014/main" id="{C8A077A0-9D53-4996-981E-9A865A79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803" y="163579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isible source SEC-093 inset-1 region 671">
            <a:extLst xmlns:a="http://schemas.openxmlformats.org/drawingml/2006/main">
              <a:ext uri="{FF2B5EF4-FFF2-40B4-BE49-F238E27FC236}">
                <a16:creationId xmlns:a16="http://schemas.microsoft.com/office/drawing/2014/main" id="{E0F1DD23-3C11-4873-A199-B441ADB7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329" y="1648881"/>
            <a:ext cx="71968" cy="107952"/>
          </a:xfrm>
          <a:custGeom xmlns:a="http://schemas.openxmlformats.org/drawingml/2006/main">
            <a:pathLst>
              <a:path w="71968" h="107952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55612" y="26170"/>
                </a:lnTo>
                <a:lnTo>
                  <a:pt x="55612" y="29441"/>
                </a:lnTo>
                <a:lnTo>
                  <a:pt x="62154" y="29441"/>
                </a:lnTo>
                <a:lnTo>
                  <a:pt x="62154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8697" y="35984"/>
                </a:lnTo>
                <a:lnTo>
                  <a:pt x="68697" y="42526"/>
                </a:lnTo>
                <a:lnTo>
                  <a:pt x="71968" y="42526"/>
                </a:lnTo>
                <a:lnTo>
                  <a:pt x="71968" y="52340"/>
                </a:lnTo>
                <a:lnTo>
                  <a:pt x="68697" y="52340"/>
                </a:lnTo>
                <a:lnTo>
                  <a:pt x="68697" y="58883"/>
                </a:lnTo>
                <a:lnTo>
                  <a:pt x="65425" y="58883"/>
                </a:lnTo>
                <a:lnTo>
                  <a:pt x="65425" y="62154"/>
                </a:lnTo>
                <a:lnTo>
                  <a:pt x="62154" y="62154"/>
                </a:lnTo>
                <a:lnTo>
                  <a:pt x="62154" y="65425"/>
                </a:lnTo>
                <a:lnTo>
                  <a:pt x="55612" y="65425"/>
                </a:lnTo>
                <a:lnTo>
                  <a:pt x="55612" y="68697"/>
                </a:lnTo>
                <a:lnTo>
                  <a:pt x="39255" y="68697"/>
                </a:lnTo>
                <a:lnTo>
                  <a:pt x="39255" y="71968"/>
                </a:lnTo>
                <a:lnTo>
                  <a:pt x="42526" y="71968"/>
                </a:lnTo>
                <a:lnTo>
                  <a:pt x="42526" y="75239"/>
                </a:lnTo>
                <a:lnTo>
                  <a:pt x="45798" y="75239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98138"/>
                </a:lnTo>
                <a:lnTo>
                  <a:pt x="42526" y="98138"/>
                </a:lnTo>
                <a:lnTo>
                  <a:pt x="42526" y="101409"/>
                </a:lnTo>
                <a:lnTo>
                  <a:pt x="39255" y="101409"/>
                </a:lnTo>
                <a:lnTo>
                  <a:pt x="39255" y="104681"/>
                </a:lnTo>
                <a:lnTo>
                  <a:pt x="32713" y="104681"/>
                </a:lnTo>
                <a:lnTo>
                  <a:pt x="32713" y="107952"/>
                </a:lnTo>
                <a:lnTo>
                  <a:pt x="22899" y="107952"/>
                </a:lnTo>
                <a:lnTo>
                  <a:pt x="22899" y="104681"/>
                </a:lnTo>
                <a:lnTo>
                  <a:pt x="16356" y="104681"/>
                </a:lnTo>
                <a:lnTo>
                  <a:pt x="16356" y="101409"/>
                </a:lnTo>
                <a:lnTo>
                  <a:pt x="13085" y="101409"/>
                </a:lnTo>
                <a:lnTo>
                  <a:pt x="13085" y="98138"/>
                </a:lnTo>
                <a:lnTo>
                  <a:pt x="9814" y="98138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1782"/>
                </a:lnTo>
                <a:lnTo>
                  <a:pt x="9814" y="81782"/>
                </a:lnTo>
                <a:lnTo>
                  <a:pt x="9814" y="75239"/>
                </a:lnTo>
                <a:lnTo>
                  <a:pt x="13085" y="75239"/>
                </a:lnTo>
                <a:lnTo>
                  <a:pt x="13085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22899" y="68697"/>
                </a:lnTo>
                <a:lnTo>
                  <a:pt x="22899" y="62154"/>
                </a:lnTo>
                <a:lnTo>
                  <a:pt x="19628" y="62154"/>
                </a:lnTo>
                <a:lnTo>
                  <a:pt x="19628" y="58883"/>
                </a:lnTo>
                <a:lnTo>
                  <a:pt x="16356" y="58883"/>
                </a:lnTo>
                <a:lnTo>
                  <a:pt x="16356" y="52340"/>
                </a:lnTo>
                <a:lnTo>
                  <a:pt x="13085" y="52340"/>
                </a:lnTo>
                <a:lnTo>
                  <a:pt x="1308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isible source SEC-093 inset-1 region 672">
            <a:extLst xmlns:a="http://schemas.openxmlformats.org/drawingml/2006/main">
              <a:ext uri="{FF2B5EF4-FFF2-40B4-BE49-F238E27FC236}">
                <a16:creationId xmlns:a16="http://schemas.microsoft.com/office/drawing/2014/main" id="{9A0F0834-5708-40FF-86AA-DDFD388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531" y="169467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isible source SEC-093 inset-1 region 673">
            <a:extLst xmlns:a="http://schemas.openxmlformats.org/drawingml/2006/main">
              <a:ext uri="{FF2B5EF4-FFF2-40B4-BE49-F238E27FC236}">
                <a16:creationId xmlns:a16="http://schemas.microsoft.com/office/drawing/2014/main" id="{54750A3D-7A15-4143-984D-F5EF313C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568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isible source SEC-093 inset-1 region 674">
            <a:extLst xmlns:a="http://schemas.openxmlformats.org/drawingml/2006/main">
              <a:ext uri="{FF2B5EF4-FFF2-40B4-BE49-F238E27FC236}">
                <a16:creationId xmlns:a16="http://schemas.microsoft.com/office/drawing/2014/main" id="{EF96AD97-8AAF-4240-BCDA-D8F5A15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127" y="1822259"/>
            <a:ext cx="78510" cy="42526"/>
          </a:xfrm>
          <a:custGeom xmlns:a="http://schemas.openxmlformats.org/drawingml/2006/main">
            <a:pathLst>
              <a:path w="7851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isible source SEC-093 inset-1 region 675">
            <a:extLst xmlns:a="http://schemas.openxmlformats.org/drawingml/2006/main">
              <a:ext uri="{FF2B5EF4-FFF2-40B4-BE49-F238E27FC236}">
                <a16:creationId xmlns:a16="http://schemas.microsoft.com/office/drawing/2014/main" id="{2EC63453-3282-4EDB-96EB-15CCD90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819" y="1835344"/>
            <a:ext cx="104681" cy="52340"/>
          </a:xfrm>
          <a:custGeom xmlns:a="http://schemas.openxmlformats.org/drawingml/2006/main">
            <a:pathLst>
              <a:path w="104681" h="52340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5239" y="13085"/>
                </a:lnTo>
                <a:lnTo>
                  <a:pt x="75239" y="9814"/>
                </a:lnTo>
                <a:lnTo>
                  <a:pt x="88324" y="9814"/>
                </a:lnTo>
                <a:lnTo>
                  <a:pt x="88324" y="13085"/>
                </a:lnTo>
                <a:lnTo>
                  <a:pt x="94867" y="13085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19628"/>
                </a:lnTo>
                <a:lnTo>
                  <a:pt x="101409" y="19628"/>
                </a:lnTo>
                <a:lnTo>
                  <a:pt x="101409" y="26170"/>
                </a:lnTo>
                <a:lnTo>
                  <a:pt x="104681" y="26170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42526"/>
                </a:lnTo>
                <a:lnTo>
                  <a:pt x="98138" y="42526"/>
                </a:lnTo>
                <a:lnTo>
                  <a:pt x="98138" y="45798"/>
                </a:lnTo>
                <a:lnTo>
                  <a:pt x="94867" y="45798"/>
                </a:lnTo>
                <a:lnTo>
                  <a:pt x="94867" y="49069"/>
                </a:lnTo>
                <a:lnTo>
                  <a:pt x="88324" y="49069"/>
                </a:lnTo>
                <a:lnTo>
                  <a:pt x="88324" y="52340"/>
                </a:lnTo>
                <a:lnTo>
                  <a:pt x="75239" y="52340"/>
                </a:lnTo>
                <a:lnTo>
                  <a:pt x="75239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isible source SEC-093 inset-1 region 676">
            <a:extLst xmlns:a="http://schemas.openxmlformats.org/drawingml/2006/main">
              <a:ext uri="{FF2B5EF4-FFF2-40B4-BE49-F238E27FC236}">
                <a16:creationId xmlns:a16="http://schemas.microsoft.com/office/drawing/2014/main" id="{84F6F5EE-669E-4BF2-9933-F70F2373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600" y="1894226"/>
            <a:ext cx="206090" cy="121037"/>
          </a:xfrm>
          <a:custGeom xmlns:a="http://schemas.openxmlformats.org/drawingml/2006/main">
            <a:pathLst>
              <a:path w="206090" h="121037">
                <a:moveTo>
                  <a:pt x="13085" y="26170"/>
                </a:moveTo>
                <a:lnTo>
                  <a:pt x="9814" y="26170"/>
                </a:ln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68697" y="32713"/>
                </a:lnTo>
                <a:lnTo>
                  <a:pt x="68697" y="29441"/>
                </a:lnTo>
                <a:lnTo>
                  <a:pt x="85053" y="29441"/>
                </a:lnTo>
                <a:lnTo>
                  <a:pt x="85053" y="32713"/>
                </a:lnTo>
                <a:lnTo>
                  <a:pt x="91595" y="32713"/>
                </a:lnTo>
                <a:lnTo>
                  <a:pt x="91595" y="29441"/>
                </a:lnTo>
                <a:lnTo>
                  <a:pt x="104681" y="29441"/>
                </a:lnTo>
                <a:lnTo>
                  <a:pt x="104681" y="26170"/>
                </a:lnTo>
                <a:lnTo>
                  <a:pt x="157021" y="26170"/>
                </a:lnTo>
                <a:lnTo>
                  <a:pt x="157021" y="29441"/>
                </a:lnTo>
                <a:lnTo>
                  <a:pt x="163563" y="29441"/>
                </a:lnTo>
                <a:lnTo>
                  <a:pt x="163563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70106" y="35984"/>
                </a:lnTo>
                <a:lnTo>
                  <a:pt x="170106" y="42526"/>
                </a:lnTo>
                <a:lnTo>
                  <a:pt x="173377" y="42526"/>
                </a:lnTo>
                <a:lnTo>
                  <a:pt x="173377" y="52340"/>
                </a:lnTo>
                <a:lnTo>
                  <a:pt x="176648" y="52340"/>
                </a:lnTo>
                <a:lnTo>
                  <a:pt x="176648" y="49069"/>
                </a:lnTo>
                <a:lnTo>
                  <a:pt x="189733" y="49069"/>
                </a:lnTo>
                <a:lnTo>
                  <a:pt x="189733" y="52340"/>
                </a:lnTo>
                <a:lnTo>
                  <a:pt x="196276" y="52340"/>
                </a:lnTo>
                <a:lnTo>
                  <a:pt x="196276" y="55612"/>
                </a:lnTo>
                <a:lnTo>
                  <a:pt x="199547" y="55612"/>
                </a:lnTo>
                <a:lnTo>
                  <a:pt x="199547" y="58883"/>
                </a:lnTo>
                <a:lnTo>
                  <a:pt x="202818" y="58883"/>
                </a:lnTo>
                <a:lnTo>
                  <a:pt x="202818" y="65425"/>
                </a:lnTo>
                <a:lnTo>
                  <a:pt x="206090" y="65425"/>
                </a:lnTo>
                <a:lnTo>
                  <a:pt x="206090" y="75239"/>
                </a:lnTo>
                <a:lnTo>
                  <a:pt x="202818" y="75239"/>
                </a:lnTo>
                <a:lnTo>
                  <a:pt x="202818" y="81782"/>
                </a:lnTo>
                <a:lnTo>
                  <a:pt x="199547" y="81782"/>
                </a:lnTo>
                <a:lnTo>
                  <a:pt x="199547" y="85053"/>
                </a:lnTo>
                <a:lnTo>
                  <a:pt x="196276" y="85053"/>
                </a:lnTo>
                <a:lnTo>
                  <a:pt x="196276" y="88324"/>
                </a:lnTo>
                <a:lnTo>
                  <a:pt x="189733" y="88324"/>
                </a:lnTo>
                <a:lnTo>
                  <a:pt x="189733" y="91595"/>
                </a:lnTo>
                <a:lnTo>
                  <a:pt x="173377" y="91595"/>
                </a:lnTo>
                <a:lnTo>
                  <a:pt x="173377" y="88324"/>
                </a:lnTo>
                <a:lnTo>
                  <a:pt x="166835" y="88324"/>
                </a:lnTo>
                <a:lnTo>
                  <a:pt x="166835" y="94867"/>
                </a:lnTo>
                <a:lnTo>
                  <a:pt x="170106" y="94867"/>
                </a:lnTo>
                <a:lnTo>
                  <a:pt x="170106" y="104681"/>
                </a:lnTo>
                <a:lnTo>
                  <a:pt x="166835" y="104681"/>
                </a:lnTo>
                <a:lnTo>
                  <a:pt x="166835" y="111223"/>
                </a:lnTo>
                <a:lnTo>
                  <a:pt x="163563" y="111223"/>
                </a:lnTo>
                <a:lnTo>
                  <a:pt x="163563" y="114494"/>
                </a:lnTo>
                <a:lnTo>
                  <a:pt x="160292" y="114494"/>
                </a:lnTo>
                <a:lnTo>
                  <a:pt x="160292" y="117766"/>
                </a:lnTo>
                <a:lnTo>
                  <a:pt x="153750" y="117766"/>
                </a:lnTo>
                <a:lnTo>
                  <a:pt x="153750" y="121037"/>
                </a:lnTo>
                <a:lnTo>
                  <a:pt x="137393" y="121037"/>
                </a:lnTo>
                <a:lnTo>
                  <a:pt x="137393" y="117766"/>
                </a:lnTo>
                <a:lnTo>
                  <a:pt x="130851" y="117766"/>
                </a:lnTo>
                <a:lnTo>
                  <a:pt x="130851" y="121037"/>
                </a:lnTo>
                <a:lnTo>
                  <a:pt x="114494" y="121037"/>
                </a:lnTo>
                <a:lnTo>
                  <a:pt x="114494" y="117766"/>
                </a:lnTo>
                <a:lnTo>
                  <a:pt x="107952" y="117766"/>
                </a:lnTo>
                <a:lnTo>
                  <a:pt x="107952" y="114494"/>
                </a:lnTo>
                <a:lnTo>
                  <a:pt x="104681" y="114494"/>
                </a:lnTo>
                <a:lnTo>
                  <a:pt x="104681" y="111223"/>
                </a:lnTo>
                <a:lnTo>
                  <a:pt x="101409" y="111223"/>
                </a:lnTo>
                <a:lnTo>
                  <a:pt x="101409" y="104681"/>
                </a:lnTo>
                <a:lnTo>
                  <a:pt x="98138" y="104681"/>
                </a:lnTo>
                <a:lnTo>
                  <a:pt x="98138" y="94867"/>
                </a:lnTo>
                <a:lnTo>
                  <a:pt x="101409" y="94867"/>
                </a:lnTo>
                <a:lnTo>
                  <a:pt x="101409" y="88324"/>
                </a:lnTo>
                <a:lnTo>
                  <a:pt x="104681" y="88324"/>
                </a:lnTo>
                <a:lnTo>
                  <a:pt x="104681" y="85053"/>
                </a:lnTo>
                <a:lnTo>
                  <a:pt x="107952" y="85053"/>
                </a:lnTo>
                <a:lnTo>
                  <a:pt x="107952" y="81782"/>
                </a:lnTo>
                <a:lnTo>
                  <a:pt x="114494" y="81782"/>
                </a:lnTo>
                <a:lnTo>
                  <a:pt x="114494" y="78510"/>
                </a:lnTo>
                <a:lnTo>
                  <a:pt x="130851" y="78510"/>
                </a:lnTo>
                <a:lnTo>
                  <a:pt x="130851" y="81782"/>
                </a:lnTo>
                <a:lnTo>
                  <a:pt x="137393" y="81782"/>
                </a:lnTo>
                <a:lnTo>
                  <a:pt x="137393" y="75239"/>
                </a:lnTo>
                <a:lnTo>
                  <a:pt x="134122" y="75239"/>
                </a:lnTo>
                <a:lnTo>
                  <a:pt x="134122" y="68697"/>
                </a:lnTo>
                <a:lnTo>
                  <a:pt x="111223" y="68697"/>
                </a:lnTo>
                <a:lnTo>
                  <a:pt x="111223" y="71968"/>
                </a:lnTo>
                <a:lnTo>
                  <a:pt x="91595" y="71968"/>
                </a:lnTo>
                <a:lnTo>
                  <a:pt x="91595" y="68697"/>
                </a:lnTo>
                <a:lnTo>
                  <a:pt x="85053" y="68697"/>
                </a:lnTo>
                <a:lnTo>
                  <a:pt x="85053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65425" y="81782"/>
                </a:lnTo>
                <a:lnTo>
                  <a:pt x="65425" y="85053"/>
                </a:lnTo>
                <a:lnTo>
                  <a:pt x="45798" y="85053"/>
                </a:lnTo>
                <a:lnTo>
                  <a:pt x="45798" y="81782"/>
                </a:lnTo>
                <a:lnTo>
                  <a:pt x="32713" y="81782"/>
                </a:lnTo>
                <a:lnTo>
                  <a:pt x="32713" y="85053"/>
                </a:lnTo>
                <a:lnTo>
                  <a:pt x="13085" y="85053"/>
                </a:lnTo>
                <a:lnTo>
                  <a:pt x="13085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26170" y="42526"/>
                </a:lnTo>
                <a:lnTo>
                  <a:pt x="26170" y="39255"/>
                </a:lnTo>
                <a:lnTo>
                  <a:pt x="19628" y="39255"/>
                </a:lnTo>
                <a:lnTo>
                  <a:pt x="19628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13085" y="32713"/>
                </a:lnTo>
                <a:lnTo>
                  <a:pt x="13085" y="26170"/>
                </a:lnTo>
                <a:close/>
                <a:moveTo>
                  <a:pt x="32713" y="45798"/>
                </a:moveTo>
                <a:lnTo>
                  <a:pt x="49069" y="45798"/>
                </a:lnTo>
                <a:lnTo>
                  <a:pt x="49069" y="42526"/>
                </a:lnTo>
                <a:lnTo>
                  <a:pt x="32713" y="42526"/>
                </a:lnTo>
                <a:lnTo>
                  <a:pt x="32713" y="45798"/>
                </a:lnTo>
                <a:close/>
                <a:moveTo>
                  <a:pt x="49069" y="39255"/>
                </a:moveTo>
                <a:lnTo>
                  <a:pt x="49069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9069" y="3925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isible source SEC-093 inset-1 region 677">
            <a:extLst xmlns:a="http://schemas.openxmlformats.org/drawingml/2006/main">
              <a:ext uri="{FF2B5EF4-FFF2-40B4-BE49-F238E27FC236}">
                <a16:creationId xmlns:a16="http://schemas.microsoft.com/office/drawing/2014/main" id="{218BF08C-E082-4229-A299-95FA0872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669" y="2025077"/>
            <a:ext cx="55612" cy="42526"/>
          </a:xfrm>
          <a:custGeom xmlns:a="http://schemas.openxmlformats.org/drawingml/2006/main">
            <a:pathLst>
              <a:path w="55612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isible source SEC-093 inset-1 region 678">
            <a:extLst xmlns:a="http://schemas.openxmlformats.org/drawingml/2006/main">
              <a:ext uri="{FF2B5EF4-FFF2-40B4-BE49-F238E27FC236}">
                <a16:creationId xmlns:a16="http://schemas.microsoft.com/office/drawing/2014/main" id="{50D49DC2-B36F-4DBF-B838-BD642D7A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090" y="2038162"/>
            <a:ext cx="117766" cy="68697"/>
          </a:xfrm>
          <a:custGeom xmlns:a="http://schemas.openxmlformats.org/drawingml/2006/main">
            <a:pathLst>
              <a:path w="117766" h="68697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3085"/>
                </a:lnTo>
                <a:lnTo>
                  <a:pt x="62154" y="13085"/>
                </a:lnTo>
                <a:lnTo>
                  <a:pt x="62154" y="16356"/>
                </a:lnTo>
                <a:lnTo>
                  <a:pt x="71968" y="16356"/>
                </a:lnTo>
                <a:lnTo>
                  <a:pt x="71968" y="13085"/>
                </a:lnTo>
                <a:lnTo>
                  <a:pt x="94867" y="13085"/>
                </a:lnTo>
                <a:lnTo>
                  <a:pt x="94867" y="16356"/>
                </a:lnTo>
                <a:lnTo>
                  <a:pt x="101409" y="16356"/>
                </a:lnTo>
                <a:lnTo>
                  <a:pt x="101409" y="19628"/>
                </a:lnTo>
                <a:lnTo>
                  <a:pt x="104681" y="19628"/>
                </a:lnTo>
                <a:lnTo>
                  <a:pt x="104681" y="22899"/>
                </a:lnTo>
                <a:lnTo>
                  <a:pt x="107952" y="22899"/>
                </a:lnTo>
                <a:lnTo>
                  <a:pt x="107952" y="29441"/>
                </a:lnTo>
                <a:lnTo>
                  <a:pt x="111223" y="29441"/>
                </a:lnTo>
                <a:lnTo>
                  <a:pt x="111223" y="35984"/>
                </a:lnTo>
                <a:lnTo>
                  <a:pt x="114494" y="35984"/>
                </a:lnTo>
                <a:lnTo>
                  <a:pt x="114494" y="42526"/>
                </a:lnTo>
                <a:lnTo>
                  <a:pt x="117766" y="42526"/>
                </a:lnTo>
                <a:lnTo>
                  <a:pt x="117766" y="52340"/>
                </a:lnTo>
                <a:lnTo>
                  <a:pt x="114494" y="52340"/>
                </a:lnTo>
                <a:lnTo>
                  <a:pt x="114494" y="58883"/>
                </a:lnTo>
                <a:lnTo>
                  <a:pt x="111223" y="58883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85053" y="68697"/>
                </a:lnTo>
                <a:lnTo>
                  <a:pt x="85053" y="65425"/>
                </a:lnTo>
                <a:lnTo>
                  <a:pt x="78510" y="65425"/>
                </a:lnTo>
                <a:lnTo>
                  <a:pt x="78510" y="68697"/>
                </a:lnTo>
                <a:lnTo>
                  <a:pt x="65425" y="68697"/>
                </a:lnTo>
                <a:lnTo>
                  <a:pt x="65425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55612" y="62154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55612"/>
                </a:lnTo>
                <a:lnTo>
                  <a:pt x="45798" y="55612"/>
                </a:lnTo>
                <a:lnTo>
                  <a:pt x="45798" y="52340"/>
                </a:lnTo>
                <a:lnTo>
                  <a:pt x="39255" y="52340"/>
                </a:lnTo>
                <a:lnTo>
                  <a:pt x="39255" y="49069"/>
                </a:lnTo>
                <a:lnTo>
                  <a:pt x="35984" y="49069"/>
                </a:lnTo>
                <a:lnTo>
                  <a:pt x="35984" y="45798"/>
                </a:lnTo>
                <a:lnTo>
                  <a:pt x="32713" y="45798"/>
                </a:lnTo>
                <a:lnTo>
                  <a:pt x="32713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isible source SEC-093 inset-1 region 679">
            <a:extLst xmlns:a="http://schemas.openxmlformats.org/drawingml/2006/main">
              <a:ext uri="{FF2B5EF4-FFF2-40B4-BE49-F238E27FC236}">
                <a16:creationId xmlns:a16="http://schemas.microsoft.com/office/drawing/2014/main" id="{6916122D-C6D4-4B12-8862-4353A833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329" y="2116672"/>
            <a:ext cx="170106" cy="81782"/>
          </a:xfrm>
          <a:custGeom xmlns:a="http://schemas.openxmlformats.org/drawingml/2006/main">
            <a:pathLst>
              <a:path w="170106" h="81782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21037" y="9814"/>
                </a:lnTo>
                <a:lnTo>
                  <a:pt x="121037" y="13085"/>
                </a:lnTo>
                <a:lnTo>
                  <a:pt x="134122" y="13085"/>
                </a:lnTo>
                <a:lnTo>
                  <a:pt x="134122" y="16356"/>
                </a:lnTo>
                <a:lnTo>
                  <a:pt x="143936" y="16356"/>
                </a:lnTo>
                <a:lnTo>
                  <a:pt x="143936" y="13085"/>
                </a:lnTo>
                <a:lnTo>
                  <a:pt x="153750" y="13085"/>
                </a:lnTo>
                <a:lnTo>
                  <a:pt x="153750" y="16356"/>
                </a:lnTo>
                <a:lnTo>
                  <a:pt x="160292" y="16356"/>
                </a:lnTo>
                <a:lnTo>
                  <a:pt x="160292" y="19628"/>
                </a:lnTo>
                <a:lnTo>
                  <a:pt x="163563" y="19628"/>
                </a:lnTo>
                <a:lnTo>
                  <a:pt x="163563" y="22899"/>
                </a:lnTo>
                <a:lnTo>
                  <a:pt x="166835" y="22899"/>
                </a:lnTo>
                <a:lnTo>
                  <a:pt x="166835" y="29441"/>
                </a:lnTo>
                <a:lnTo>
                  <a:pt x="170106" y="29441"/>
                </a:lnTo>
                <a:lnTo>
                  <a:pt x="170106" y="39255"/>
                </a:lnTo>
                <a:lnTo>
                  <a:pt x="166835" y="39255"/>
                </a:lnTo>
                <a:lnTo>
                  <a:pt x="166835" y="45798"/>
                </a:lnTo>
                <a:lnTo>
                  <a:pt x="163563" y="45798"/>
                </a:lnTo>
                <a:lnTo>
                  <a:pt x="163563" y="49069"/>
                </a:lnTo>
                <a:lnTo>
                  <a:pt x="160292" y="49069"/>
                </a:lnTo>
                <a:lnTo>
                  <a:pt x="160292" y="52340"/>
                </a:lnTo>
                <a:lnTo>
                  <a:pt x="153750" y="52340"/>
                </a:lnTo>
                <a:lnTo>
                  <a:pt x="153750" y="55612"/>
                </a:lnTo>
                <a:lnTo>
                  <a:pt x="143936" y="55612"/>
                </a:lnTo>
                <a:lnTo>
                  <a:pt x="143936" y="52340"/>
                </a:lnTo>
                <a:lnTo>
                  <a:pt x="134122" y="52340"/>
                </a:lnTo>
                <a:lnTo>
                  <a:pt x="134122" y="55612"/>
                </a:lnTo>
                <a:lnTo>
                  <a:pt x="124308" y="55612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5612"/>
                </a:lnTo>
                <a:lnTo>
                  <a:pt x="107952" y="55612"/>
                </a:lnTo>
                <a:lnTo>
                  <a:pt x="107952" y="52340"/>
                </a:lnTo>
                <a:lnTo>
                  <a:pt x="101409" y="52340"/>
                </a:lnTo>
                <a:lnTo>
                  <a:pt x="101409" y="49069"/>
                </a:lnTo>
                <a:lnTo>
                  <a:pt x="81782" y="49069"/>
                </a:lnTo>
                <a:lnTo>
                  <a:pt x="81782" y="55612"/>
                </a:lnTo>
                <a:lnTo>
                  <a:pt x="85053" y="55612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71968"/>
                </a:lnTo>
                <a:lnTo>
                  <a:pt x="78510" y="71968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52340" y="81782"/>
                </a:lnTo>
                <a:lnTo>
                  <a:pt x="52340" y="78510"/>
                </a:lnTo>
                <a:lnTo>
                  <a:pt x="42526" y="78510"/>
                </a:lnTo>
                <a:lnTo>
                  <a:pt x="42526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isible source SEC-093 inset-1 region 680">
            <a:extLst xmlns:a="http://schemas.openxmlformats.org/drawingml/2006/main">
              <a:ext uri="{FF2B5EF4-FFF2-40B4-BE49-F238E27FC236}">
                <a16:creationId xmlns:a16="http://schemas.microsoft.com/office/drawing/2014/main" id="{65D1D410-2268-43A9-996E-8519090B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127" y="2224624"/>
            <a:ext cx="85053" cy="42526"/>
          </a:xfrm>
          <a:custGeom xmlns:a="http://schemas.openxmlformats.org/drawingml/2006/main">
            <a:pathLst>
              <a:path w="8505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isible source SEC-093 inset-1 region 681">
            <a:extLst xmlns:a="http://schemas.openxmlformats.org/drawingml/2006/main">
              <a:ext uri="{FF2B5EF4-FFF2-40B4-BE49-F238E27FC236}">
                <a16:creationId xmlns:a16="http://schemas.microsoft.com/office/drawing/2014/main" id="{43355560-09B9-4552-9D46-06AF5445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329" y="2326033"/>
            <a:ext cx="173377" cy="94867"/>
          </a:xfrm>
          <a:custGeom xmlns:a="http://schemas.openxmlformats.org/drawingml/2006/main">
            <a:pathLst>
              <a:path w="173377" h="94867">
                <a:moveTo>
                  <a:pt x="13085" y="19628"/>
                </a:moveTo>
                <a:lnTo>
                  <a:pt x="16356" y="19628"/>
                </a:lnTo>
                <a:lnTo>
                  <a:pt x="16356" y="16356"/>
                </a:lnTo>
                <a:lnTo>
                  <a:pt x="19628" y="16356"/>
                </a:lnTo>
                <a:lnTo>
                  <a:pt x="19628" y="13085"/>
                </a:lnTo>
                <a:lnTo>
                  <a:pt x="26170" y="13085"/>
                </a:lnTo>
                <a:lnTo>
                  <a:pt x="2617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57021" y="16356"/>
                </a:lnTo>
                <a:lnTo>
                  <a:pt x="157021" y="19628"/>
                </a:lnTo>
                <a:lnTo>
                  <a:pt x="163563" y="19628"/>
                </a:lnTo>
                <a:lnTo>
                  <a:pt x="163563" y="22899"/>
                </a:lnTo>
                <a:lnTo>
                  <a:pt x="166835" y="22899"/>
                </a:lnTo>
                <a:lnTo>
                  <a:pt x="166835" y="26170"/>
                </a:lnTo>
                <a:lnTo>
                  <a:pt x="170106" y="26170"/>
                </a:lnTo>
                <a:lnTo>
                  <a:pt x="170106" y="32713"/>
                </a:lnTo>
                <a:lnTo>
                  <a:pt x="173377" y="32713"/>
                </a:lnTo>
                <a:lnTo>
                  <a:pt x="173377" y="42526"/>
                </a:lnTo>
                <a:lnTo>
                  <a:pt x="170106" y="42526"/>
                </a:lnTo>
                <a:lnTo>
                  <a:pt x="170106" y="49069"/>
                </a:lnTo>
                <a:lnTo>
                  <a:pt x="166835" y="49069"/>
                </a:lnTo>
                <a:lnTo>
                  <a:pt x="166835" y="52340"/>
                </a:lnTo>
                <a:lnTo>
                  <a:pt x="163563" y="52340"/>
                </a:lnTo>
                <a:lnTo>
                  <a:pt x="163563" y="55612"/>
                </a:lnTo>
                <a:lnTo>
                  <a:pt x="157021" y="55612"/>
                </a:lnTo>
                <a:lnTo>
                  <a:pt x="157021" y="58883"/>
                </a:lnTo>
                <a:lnTo>
                  <a:pt x="107952" y="58883"/>
                </a:lnTo>
                <a:lnTo>
                  <a:pt x="107952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98138" y="52340"/>
                </a:lnTo>
                <a:lnTo>
                  <a:pt x="98138" y="49069"/>
                </a:lnTo>
                <a:lnTo>
                  <a:pt x="94867" y="49069"/>
                </a:lnTo>
                <a:lnTo>
                  <a:pt x="94867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8510" y="62154"/>
                </a:lnTo>
                <a:lnTo>
                  <a:pt x="78510" y="68697"/>
                </a:lnTo>
                <a:lnTo>
                  <a:pt x="81782" y="68697"/>
                </a:lnTo>
                <a:lnTo>
                  <a:pt x="81782" y="78510"/>
                </a:lnTo>
                <a:lnTo>
                  <a:pt x="78510" y="78510"/>
                </a:lnTo>
                <a:lnTo>
                  <a:pt x="78510" y="85053"/>
                </a:lnTo>
                <a:lnTo>
                  <a:pt x="75239" y="85053"/>
                </a:lnTo>
                <a:lnTo>
                  <a:pt x="75239" y="88324"/>
                </a:lnTo>
                <a:lnTo>
                  <a:pt x="71968" y="88324"/>
                </a:lnTo>
                <a:lnTo>
                  <a:pt x="71968" y="91595"/>
                </a:lnTo>
                <a:lnTo>
                  <a:pt x="65425" y="91595"/>
                </a:lnTo>
                <a:lnTo>
                  <a:pt x="65425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22899" y="52340"/>
                </a:lnTo>
                <a:lnTo>
                  <a:pt x="22899" y="49069"/>
                </a:lnTo>
                <a:lnTo>
                  <a:pt x="19628" y="49069"/>
                </a:lnTo>
                <a:lnTo>
                  <a:pt x="19628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3085" y="42526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26170"/>
                </a:lnTo>
                <a:lnTo>
                  <a:pt x="13085" y="26170"/>
                </a:lnTo>
                <a:lnTo>
                  <a:pt x="13085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isible source SEC-093 inset-1 region 682">
            <a:extLst xmlns:a="http://schemas.openxmlformats.org/drawingml/2006/main">
              <a:ext uri="{FF2B5EF4-FFF2-40B4-BE49-F238E27FC236}">
                <a16:creationId xmlns:a16="http://schemas.microsoft.com/office/drawing/2014/main" id="{9432F454-6B55-45B6-B2D4-8510B530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127" y="2394730"/>
            <a:ext cx="310770" cy="157021"/>
          </a:xfrm>
          <a:custGeom xmlns:a="http://schemas.openxmlformats.org/drawingml/2006/main">
            <a:pathLst>
              <a:path w="310770" h="157021">
                <a:moveTo>
                  <a:pt x="9814" y="71968"/>
                </a:move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55612" y="32713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3085"/>
                </a:lnTo>
                <a:lnTo>
                  <a:pt x="130851" y="13085"/>
                </a:lnTo>
                <a:lnTo>
                  <a:pt x="130851" y="19628"/>
                </a:lnTo>
                <a:lnTo>
                  <a:pt x="153750" y="19628"/>
                </a:lnTo>
                <a:lnTo>
                  <a:pt x="153750" y="22899"/>
                </a:lnTo>
                <a:lnTo>
                  <a:pt x="160292" y="22899"/>
                </a:lnTo>
                <a:lnTo>
                  <a:pt x="160292" y="26170"/>
                </a:lnTo>
                <a:lnTo>
                  <a:pt x="163563" y="26170"/>
                </a:lnTo>
                <a:lnTo>
                  <a:pt x="163563" y="29441"/>
                </a:lnTo>
                <a:lnTo>
                  <a:pt x="166835" y="29441"/>
                </a:lnTo>
                <a:lnTo>
                  <a:pt x="166835" y="35984"/>
                </a:lnTo>
                <a:lnTo>
                  <a:pt x="170106" y="35984"/>
                </a:lnTo>
                <a:lnTo>
                  <a:pt x="170106" y="45798"/>
                </a:lnTo>
                <a:lnTo>
                  <a:pt x="166835" y="45798"/>
                </a:lnTo>
                <a:lnTo>
                  <a:pt x="166835" y="49069"/>
                </a:lnTo>
                <a:lnTo>
                  <a:pt x="206090" y="49069"/>
                </a:lnTo>
                <a:lnTo>
                  <a:pt x="206090" y="52340"/>
                </a:lnTo>
                <a:lnTo>
                  <a:pt x="212632" y="52340"/>
                </a:lnTo>
                <a:lnTo>
                  <a:pt x="212632" y="55612"/>
                </a:lnTo>
                <a:lnTo>
                  <a:pt x="215904" y="55612"/>
                </a:lnTo>
                <a:lnTo>
                  <a:pt x="215904" y="58883"/>
                </a:lnTo>
                <a:lnTo>
                  <a:pt x="219175" y="58883"/>
                </a:lnTo>
                <a:lnTo>
                  <a:pt x="219175" y="65425"/>
                </a:lnTo>
                <a:lnTo>
                  <a:pt x="222446" y="65425"/>
                </a:lnTo>
                <a:lnTo>
                  <a:pt x="222446" y="71968"/>
                </a:lnTo>
                <a:lnTo>
                  <a:pt x="287871" y="71968"/>
                </a:lnTo>
                <a:lnTo>
                  <a:pt x="287871" y="75239"/>
                </a:lnTo>
                <a:lnTo>
                  <a:pt x="294414" y="75239"/>
                </a:lnTo>
                <a:lnTo>
                  <a:pt x="294414" y="78510"/>
                </a:lnTo>
                <a:lnTo>
                  <a:pt x="297685" y="78510"/>
                </a:lnTo>
                <a:lnTo>
                  <a:pt x="297685" y="81782"/>
                </a:lnTo>
                <a:lnTo>
                  <a:pt x="300956" y="81782"/>
                </a:lnTo>
                <a:lnTo>
                  <a:pt x="300956" y="88324"/>
                </a:lnTo>
                <a:lnTo>
                  <a:pt x="304228" y="88324"/>
                </a:lnTo>
                <a:lnTo>
                  <a:pt x="304228" y="98138"/>
                </a:lnTo>
                <a:lnTo>
                  <a:pt x="300956" y="98138"/>
                </a:lnTo>
                <a:lnTo>
                  <a:pt x="300956" y="101409"/>
                </a:lnTo>
                <a:lnTo>
                  <a:pt x="304228" y="101409"/>
                </a:lnTo>
                <a:lnTo>
                  <a:pt x="304228" y="104681"/>
                </a:lnTo>
                <a:lnTo>
                  <a:pt x="307499" y="104681"/>
                </a:lnTo>
                <a:lnTo>
                  <a:pt x="307499" y="111223"/>
                </a:lnTo>
                <a:lnTo>
                  <a:pt x="310770" y="111223"/>
                </a:lnTo>
                <a:lnTo>
                  <a:pt x="310770" y="121037"/>
                </a:lnTo>
                <a:lnTo>
                  <a:pt x="307499" y="121037"/>
                </a:lnTo>
                <a:lnTo>
                  <a:pt x="307499" y="127579"/>
                </a:lnTo>
                <a:lnTo>
                  <a:pt x="304228" y="127579"/>
                </a:lnTo>
                <a:lnTo>
                  <a:pt x="304228" y="130851"/>
                </a:lnTo>
                <a:lnTo>
                  <a:pt x="300956" y="130851"/>
                </a:lnTo>
                <a:lnTo>
                  <a:pt x="300956" y="134122"/>
                </a:lnTo>
                <a:lnTo>
                  <a:pt x="294414" y="134122"/>
                </a:lnTo>
                <a:lnTo>
                  <a:pt x="294414" y="137393"/>
                </a:lnTo>
                <a:lnTo>
                  <a:pt x="245345" y="137393"/>
                </a:lnTo>
                <a:lnTo>
                  <a:pt x="245345" y="134122"/>
                </a:lnTo>
                <a:lnTo>
                  <a:pt x="238802" y="134122"/>
                </a:lnTo>
                <a:lnTo>
                  <a:pt x="238802" y="130851"/>
                </a:lnTo>
                <a:lnTo>
                  <a:pt x="235531" y="130851"/>
                </a:lnTo>
                <a:lnTo>
                  <a:pt x="235531" y="127579"/>
                </a:lnTo>
                <a:lnTo>
                  <a:pt x="215904" y="127579"/>
                </a:lnTo>
                <a:lnTo>
                  <a:pt x="215904" y="130851"/>
                </a:lnTo>
                <a:lnTo>
                  <a:pt x="219175" y="130851"/>
                </a:lnTo>
                <a:lnTo>
                  <a:pt x="219175" y="140664"/>
                </a:lnTo>
                <a:lnTo>
                  <a:pt x="215904" y="140664"/>
                </a:lnTo>
                <a:lnTo>
                  <a:pt x="215904" y="147207"/>
                </a:lnTo>
                <a:lnTo>
                  <a:pt x="212632" y="147207"/>
                </a:lnTo>
                <a:lnTo>
                  <a:pt x="212632" y="150478"/>
                </a:lnTo>
                <a:lnTo>
                  <a:pt x="209361" y="150478"/>
                </a:lnTo>
                <a:lnTo>
                  <a:pt x="209361" y="153750"/>
                </a:lnTo>
                <a:lnTo>
                  <a:pt x="202818" y="153750"/>
                </a:lnTo>
                <a:lnTo>
                  <a:pt x="202818" y="157021"/>
                </a:lnTo>
                <a:lnTo>
                  <a:pt x="150478" y="157021"/>
                </a:lnTo>
                <a:lnTo>
                  <a:pt x="150478" y="153750"/>
                </a:lnTo>
                <a:lnTo>
                  <a:pt x="107952" y="153750"/>
                </a:lnTo>
                <a:lnTo>
                  <a:pt x="107952" y="150478"/>
                </a:lnTo>
                <a:lnTo>
                  <a:pt x="101409" y="150478"/>
                </a:lnTo>
                <a:lnTo>
                  <a:pt x="101409" y="147207"/>
                </a:lnTo>
                <a:lnTo>
                  <a:pt x="98138" y="147207"/>
                </a:lnTo>
                <a:lnTo>
                  <a:pt x="98138" y="143936"/>
                </a:lnTo>
                <a:lnTo>
                  <a:pt x="94867" y="143936"/>
                </a:lnTo>
                <a:lnTo>
                  <a:pt x="94867" y="137393"/>
                </a:lnTo>
                <a:lnTo>
                  <a:pt x="91595" y="137393"/>
                </a:lnTo>
                <a:lnTo>
                  <a:pt x="91595" y="127579"/>
                </a:lnTo>
                <a:lnTo>
                  <a:pt x="94867" y="127579"/>
                </a:lnTo>
                <a:lnTo>
                  <a:pt x="94867" y="121037"/>
                </a:lnTo>
                <a:lnTo>
                  <a:pt x="98138" y="121037"/>
                </a:lnTo>
                <a:lnTo>
                  <a:pt x="98138" y="117766"/>
                </a:lnTo>
                <a:lnTo>
                  <a:pt x="101409" y="117766"/>
                </a:lnTo>
                <a:lnTo>
                  <a:pt x="101409" y="114494"/>
                </a:lnTo>
                <a:lnTo>
                  <a:pt x="107952" y="114494"/>
                </a:lnTo>
                <a:lnTo>
                  <a:pt x="107952" y="111223"/>
                </a:lnTo>
                <a:lnTo>
                  <a:pt x="160292" y="111223"/>
                </a:lnTo>
                <a:lnTo>
                  <a:pt x="160292" y="114494"/>
                </a:lnTo>
                <a:lnTo>
                  <a:pt x="183191" y="114494"/>
                </a:lnTo>
                <a:lnTo>
                  <a:pt x="183191" y="111223"/>
                </a:lnTo>
                <a:lnTo>
                  <a:pt x="179920" y="111223"/>
                </a:lnTo>
                <a:lnTo>
                  <a:pt x="179920" y="101409"/>
                </a:lnTo>
                <a:lnTo>
                  <a:pt x="183191" y="101409"/>
                </a:lnTo>
                <a:lnTo>
                  <a:pt x="183191" y="91595"/>
                </a:lnTo>
                <a:lnTo>
                  <a:pt x="150478" y="91595"/>
                </a:lnTo>
                <a:lnTo>
                  <a:pt x="150478" y="88324"/>
                </a:lnTo>
                <a:lnTo>
                  <a:pt x="147207" y="88324"/>
                </a:lnTo>
                <a:lnTo>
                  <a:pt x="147207" y="85053"/>
                </a:lnTo>
                <a:lnTo>
                  <a:pt x="143936" y="85053"/>
                </a:lnTo>
                <a:lnTo>
                  <a:pt x="143936" y="81782"/>
                </a:lnTo>
                <a:lnTo>
                  <a:pt x="140664" y="81782"/>
                </a:lnTo>
                <a:lnTo>
                  <a:pt x="140664" y="75239"/>
                </a:lnTo>
                <a:lnTo>
                  <a:pt x="137393" y="75239"/>
                </a:lnTo>
                <a:lnTo>
                  <a:pt x="137393" y="65425"/>
                </a:lnTo>
                <a:lnTo>
                  <a:pt x="140664" y="65425"/>
                </a:lnTo>
                <a:lnTo>
                  <a:pt x="140664" y="62154"/>
                </a:lnTo>
                <a:lnTo>
                  <a:pt x="107952" y="62154"/>
                </a:lnTo>
                <a:lnTo>
                  <a:pt x="107952" y="58883"/>
                </a:lnTo>
                <a:lnTo>
                  <a:pt x="101409" y="58883"/>
                </a:lnTo>
                <a:lnTo>
                  <a:pt x="101409" y="55612"/>
                </a:lnTo>
                <a:lnTo>
                  <a:pt x="98138" y="55612"/>
                </a:lnTo>
                <a:lnTo>
                  <a:pt x="98138" y="52340"/>
                </a:lnTo>
                <a:lnTo>
                  <a:pt x="94867" y="52340"/>
                </a:lnTo>
                <a:lnTo>
                  <a:pt x="94867" y="45798"/>
                </a:lnTo>
                <a:lnTo>
                  <a:pt x="91595" y="45798"/>
                </a:lnTo>
                <a:lnTo>
                  <a:pt x="91595" y="42526"/>
                </a:lnTo>
                <a:lnTo>
                  <a:pt x="78510" y="42526"/>
                </a:lnTo>
                <a:lnTo>
                  <a:pt x="78510" y="45798"/>
                </a:lnTo>
                <a:lnTo>
                  <a:pt x="81782" y="45798"/>
                </a:lnTo>
                <a:lnTo>
                  <a:pt x="81782" y="62154"/>
                </a:lnTo>
                <a:lnTo>
                  <a:pt x="78510" y="62154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71968" y="68697"/>
                </a:lnTo>
                <a:lnTo>
                  <a:pt x="71968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isible source SEC-093 inset-1 region 683">
            <a:extLst xmlns:a="http://schemas.openxmlformats.org/drawingml/2006/main">
              <a:ext uri="{FF2B5EF4-FFF2-40B4-BE49-F238E27FC236}">
                <a16:creationId xmlns:a16="http://schemas.microsoft.com/office/drawing/2014/main" id="{4F7D6CE7-BAAC-46B9-9D63-E6B83A28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76" y="2443799"/>
            <a:ext cx="127579" cy="107952"/>
          </a:xfrm>
          <a:custGeom xmlns:a="http://schemas.openxmlformats.org/drawingml/2006/main">
            <a:pathLst>
              <a:path w="127579" h="107952">
                <a:moveTo>
                  <a:pt x="3271" y="16356"/>
                </a:move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2899"/>
                </a:lnTo>
                <a:lnTo>
                  <a:pt x="107952" y="22899"/>
                </a:lnTo>
                <a:lnTo>
                  <a:pt x="107952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39255"/>
                </a:lnTo>
                <a:lnTo>
                  <a:pt x="124308" y="39255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1223" y="75239"/>
                </a:lnTo>
                <a:lnTo>
                  <a:pt x="111223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78510" y="81782"/>
                </a:lnTo>
                <a:lnTo>
                  <a:pt x="78510" y="91595"/>
                </a:lnTo>
                <a:lnTo>
                  <a:pt x="75239" y="91595"/>
                </a:lnTo>
                <a:lnTo>
                  <a:pt x="75239" y="98138"/>
                </a:lnTo>
                <a:lnTo>
                  <a:pt x="71968" y="98138"/>
                </a:lnTo>
                <a:lnTo>
                  <a:pt x="71968" y="101409"/>
                </a:lnTo>
                <a:lnTo>
                  <a:pt x="68697" y="101409"/>
                </a:lnTo>
                <a:lnTo>
                  <a:pt x="68697" y="104681"/>
                </a:lnTo>
                <a:lnTo>
                  <a:pt x="62154" y="104681"/>
                </a:lnTo>
                <a:lnTo>
                  <a:pt x="62154" y="107952"/>
                </a:lnTo>
                <a:lnTo>
                  <a:pt x="13085" y="107952"/>
                </a:lnTo>
                <a:lnTo>
                  <a:pt x="13085" y="104681"/>
                </a:lnTo>
                <a:lnTo>
                  <a:pt x="9814" y="104681"/>
                </a:lnTo>
                <a:lnTo>
                  <a:pt x="9814" y="101409"/>
                </a:lnTo>
                <a:lnTo>
                  <a:pt x="6543" y="101409"/>
                </a:lnTo>
                <a:lnTo>
                  <a:pt x="6543" y="98138"/>
                </a:lnTo>
                <a:lnTo>
                  <a:pt x="3271" y="98138"/>
                </a:lnTo>
                <a:lnTo>
                  <a:pt x="3271" y="91595"/>
                </a:lnTo>
                <a:lnTo>
                  <a:pt x="0" y="91595"/>
                </a:lnTo>
                <a:lnTo>
                  <a:pt x="0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2526" y="62154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isible source SEC-093 inset-1 region 684">
            <a:extLst xmlns:a="http://schemas.openxmlformats.org/drawingml/2006/main">
              <a:ext uri="{FF2B5EF4-FFF2-40B4-BE49-F238E27FC236}">
                <a16:creationId xmlns:a16="http://schemas.microsoft.com/office/drawing/2014/main" id="{18E1E559-4D8A-4CFC-A8E8-1A29C32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600" y="2528852"/>
            <a:ext cx="170106" cy="71968"/>
          </a:xfrm>
          <a:custGeom xmlns:a="http://schemas.openxmlformats.org/drawingml/2006/main">
            <a:pathLst>
              <a:path w="170106" h="71968">
                <a:moveTo>
                  <a:pt x="49069" y="26170"/>
                </a:move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2899"/>
                </a:lnTo>
                <a:lnTo>
                  <a:pt x="137393" y="22899"/>
                </a:lnTo>
                <a:lnTo>
                  <a:pt x="137393" y="26170"/>
                </a:lnTo>
                <a:lnTo>
                  <a:pt x="143936" y="26170"/>
                </a:lnTo>
                <a:lnTo>
                  <a:pt x="143936" y="22899"/>
                </a:lnTo>
                <a:lnTo>
                  <a:pt x="153750" y="22899"/>
                </a:lnTo>
                <a:lnTo>
                  <a:pt x="153750" y="26170"/>
                </a:lnTo>
                <a:lnTo>
                  <a:pt x="160292" y="26170"/>
                </a:lnTo>
                <a:lnTo>
                  <a:pt x="160292" y="29441"/>
                </a:lnTo>
                <a:lnTo>
                  <a:pt x="163563" y="29441"/>
                </a:lnTo>
                <a:lnTo>
                  <a:pt x="163563" y="32713"/>
                </a:lnTo>
                <a:lnTo>
                  <a:pt x="166835" y="32713"/>
                </a:lnTo>
                <a:lnTo>
                  <a:pt x="166835" y="39255"/>
                </a:lnTo>
                <a:lnTo>
                  <a:pt x="170106" y="39255"/>
                </a:lnTo>
                <a:lnTo>
                  <a:pt x="170106" y="49069"/>
                </a:lnTo>
                <a:lnTo>
                  <a:pt x="166835" y="49069"/>
                </a:lnTo>
                <a:lnTo>
                  <a:pt x="166835" y="55612"/>
                </a:lnTo>
                <a:lnTo>
                  <a:pt x="163563" y="55612"/>
                </a:lnTo>
                <a:lnTo>
                  <a:pt x="163563" y="58883"/>
                </a:lnTo>
                <a:lnTo>
                  <a:pt x="160292" y="58883"/>
                </a:lnTo>
                <a:lnTo>
                  <a:pt x="160292" y="62154"/>
                </a:lnTo>
                <a:lnTo>
                  <a:pt x="153750" y="62154"/>
                </a:lnTo>
                <a:lnTo>
                  <a:pt x="153750" y="65425"/>
                </a:lnTo>
                <a:lnTo>
                  <a:pt x="143936" y="65425"/>
                </a:lnTo>
                <a:lnTo>
                  <a:pt x="143936" y="62154"/>
                </a:lnTo>
                <a:lnTo>
                  <a:pt x="137393" y="62154"/>
                </a:lnTo>
                <a:lnTo>
                  <a:pt x="137393" y="65425"/>
                </a:lnTo>
                <a:lnTo>
                  <a:pt x="104681" y="65425"/>
                </a:lnTo>
                <a:lnTo>
                  <a:pt x="104681" y="62154"/>
                </a:lnTo>
                <a:lnTo>
                  <a:pt x="98138" y="62154"/>
                </a:lnTo>
                <a:lnTo>
                  <a:pt x="98138" y="58883"/>
                </a:lnTo>
                <a:lnTo>
                  <a:pt x="94867" y="58883"/>
                </a:lnTo>
                <a:lnTo>
                  <a:pt x="94867" y="55612"/>
                </a:lnTo>
                <a:lnTo>
                  <a:pt x="91595" y="55612"/>
                </a:lnTo>
                <a:lnTo>
                  <a:pt x="91595" y="49069"/>
                </a:lnTo>
                <a:lnTo>
                  <a:pt x="88324" y="49069"/>
                </a:lnTo>
                <a:lnTo>
                  <a:pt x="88324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85053" y="45798"/>
                </a:lnTo>
                <a:lnTo>
                  <a:pt x="85053" y="55612"/>
                </a:lnTo>
                <a:lnTo>
                  <a:pt x="81782" y="55612"/>
                </a:lnTo>
                <a:lnTo>
                  <a:pt x="81782" y="62154"/>
                </a:lnTo>
                <a:lnTo>
                  <a:pt x="78510" y="62154"/>
                </a:lnTo>
                <a:lnTo>
                  <a:pt x="78510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68697" y="68697"/>
                </a:lnTo>
                <a:lnTo>
                  <a:pt x="68697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49069" y="29441"/>
                </a:lnTo>
                <a:lnTo>
                  <a:pt x="49069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isible source SEC-093 inset-1 region 685">
            <a:extLst xmlns:a="http://schemas.openxmlformats.org/drawingml/2006/main">
              <a:ext uri="{FF2B5EF4-FFF2-40B4-BE49-F238E27FC236}">
                <a16:creationId xmlns:a16="http://schemas.microsoft.com/office/drawing/2014/main" id="{9BA14037-B45A-4FD9-8A48-B0494E41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479" y="2558293"/>
            <a:ext cx="78510" cy="42526"/>
          </a:xfrm>
          <a:custGeom xmlns:a="http://schemas.openxmlformats.org/drawingml/2006/main">
            <a:pathLst>
              <a:path w="78510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isible source SEC-093 inset-1 region 686">
            <a:extLst xmlns:a="http://schemas.openxmlformats.org/drawingml/2006/main">
              <a:ext uri="{FF2B5EF4-FFF2-40B4-BE49-F238E27FC236}">
                <a16:creationId xmlns:a16="http://schemas.microsoft.com/office/drawing/2014/main" id="{DB797EBB-6400-4C2B-BB8C-052EEC74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472" y="129885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isible source SEC-093 inset-1 region 687">
            <a:extLst xmlns:a="http://schemas.openxmlformats.org/drawingml/2006/main">
              <a:ext uri="{FF2B5EF4-FFF2-40B4-BE49-F238E27FC236}">
                <a16:creationId xmlns:a16="http://schemas.microsoft.com/office/drawing/2014/main" id="{A358EB98-F361-4036-B689-F6AE0C2F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998" y="133156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isible source SEC-093 inset-1 region 688">
            <a:extLst xmlns:a="http://schemas.openxmlformats.org/drawingml/2006/main">
              <a:ext uri="{FF2B5EF4-FFF2-40B4-BE49-F238E27FC236}">
                <a16:creationId xmlns:a16="http://schemas.microsoft.com/office/drawing/2014/main" id="{0FE42735-66CB-4C95-9B01-ED38297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01" y="149840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isible source SEC-093 inset-1 region 689">
            <a:extLst xmlns:a="http://schemas.openxmlformats.org/drawingml/2006/main">
              <a:ext uri="{FF2B5EF4-FFF2-40B4-BE49-F238E27FC236}">
                <a16:creationId xmlns:a16="http://schemas.microsoft.com/office/drawing/2014/main" id="{FE4C6163-82E6-43DF-9461-51C5BDF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552" y="1550743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isible source SEC-093 inset-1 region 690">
            <a:extLst xmlns:a="http://schemas.openxmlformats.org/drawingml/2006/main">
              <a:ext uri="{FF2B5EF4-FFF2-40B4-BE49-F238E27FC236}">
                <a16:creationId xmlns:a16="http://schemas.microsoft.com/office/drawing/2014/main" id="{20DABCE3-CD3E-4D25-A5F7-D892046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844" y="1671780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isible source SEC-093 inset-1 region 691">
            <a:extLst xmlns:a="http://schemas.openxmlformats.org/drawingml/2006/main">
              <a:ext uri="{FF2B5EF4-FFF2-40B4-BE49-F238E27FC236}">
                <a16:creationId xmlns:a16="http://schemas.microsoft.com/office/drawing/2014/main" id="{E29F2A48-548B-4160-A0AC-E9E282AD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366" y="1694679"/>
            <a:ext cx="117766" cy="58883"/>
          </a:xfrm>
          <a:custGeom xmlns:a="http://schemas.openxmlformats.org/drawingml/2006/main">
            <a:pathLst>
              <a:path w="117766" h="58883">
                <a:moveTo>
                  <a:pt x="65425" y="16356"/>
                </a:moveTo>
                <a:lnTo>
                  <a:pt x="65425" y="13085"/>
                </a:lnTo>
                <a:lnTo>
                  <a:pt x="75239" y="13085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07952" y="35984"/>
                </a:lnTo>
                <a:lnTo>
                  <a:pt x="107952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88324" y="42526"/>
                </a:lnTo>
                <a:lnTo>
                  <a:pt x="88324" y="45798"/>
                </a:lnTo>
                <a:lnTo>
                  <a:pt x="85053" y="45798"/>
                </a:lnTo>
                <a:lnTo>
                  <a:pt x="85053" y="49069"/>
                </a:lnTo>
                <a:lnTo>
                  <a:pt x="81782" y="49069"/>
                </a:lnTo>
                <a:lnTo>
                  <a:pt x="81782" y="52340"/>
                </a:lnTo>
                <a:lnTo>
                  <a:pt x="75239" y="52340"/>
                </a:lnTo>
                <a:lnTo>
                  <a:pt x="75239" y="55612"/>
                </a:lnTo>
                <a:lnTo>
                  <a:pt x="52340" y="55612"/>
                </a:lnTo>
                <a:lnTo>
                  <a:pt x="52340" y="52340"/>
                </a:lnTo>
                <a:lnTo>
                  <a:pt x="45798" y="52340"/>
                </a:lnTo>
                <a:lnTo>
                  <a:pt x="45798" y="55612"/>
                </a:lnTo>
                <a:lnTo>
                  <a:pt x="32713" y="55612"/>
                </a:lnTo>
                <a:lnTo>
                  <a:pt x="32713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35984" y="16356"/>
                </a:lnTo>
                <a:lnTo>
                  <a:pt x="35984" y="13085"/>
                </a:lnTo>
                <a:lnTo>
                  <a:pt x="45798" y="13085"/>
                </a:lnTo>
                <a:lnTo>
                  <a:pt x="45798" y="16356"/>
                </a:lnTo>
                <a:lnTo>
                  <a:pt x="52340" y="16356"/>
                </a:lnTo>
                <a:lnTo>
                  <a:pt x="52340" y="13085"/>
                </a:lnTo>
                <a:lnTo>
                  <a:pt x="62154" y="13085"/>
                </a:lnTo>
                <a:lnTo>
                  <a:pt x="62154" y="16356"/>
                </a:lnTo>
                <a:lnTo>
                  <a:pt x="6542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isible source SEC-093 inset-1 region 692">
            <a:extLst xmlns:a="http://schemas.openxmlformats.org/drawingml/2006/main">
              <a:ext uri="{FF2B5EF4-FFF2-40B4-BE49-F238E27FC236}">
                <a16:creationId xmlns:a16="http://schemas.microsoft.com/office/drawing/2014/main" id="{ECE9BF96-F5DD-47C0-B2C0-373DE059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371" y="1697950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isible source SEC-093 inset-1 region 693">
            <a:extLst xmlns:a="http://schemas.openxmlformats.org/drawingml/2006/main">
              <a:ext uri="{FF2B5EF4-FFF2-40B4-BE49-F238E27FC236}">
                <a16:creationId xmlns:a16="http://schemas.microsoft.com/office/drawing/2014/main" id="{7666491A-4BF6-4D34-978C-E392925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642" y="1743748"/>
            <a:ext cx="62154" cy="68697"/>
          </a:xfrm>
          <a:custGeom xmlns:a="http://schemas.openxmlformats.org/drawingml/2006/main">
            <a:pathLst>
              <a:path w="62154" h="68697">
                <a:moveTo>
                  <a:pt x="22899" y="6543"/>
                </a:move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5798" y="0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52340" y="35984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52340"/>
                </a:lnTo>
                <a:lnTo>
                  <a:pt x="42526" y="52340"/>
                </a:lnTo>
                <a:lnTo>
                  <a:pt x="42526" y="58883"/>
                </a:lnTo>
                <a:lnTo>
                  <a:pt x="39255" y="58883"/>
                </a:lnTo>
                <a:lnTo>
                  <a:pt x="39255" y="62154"/>
                </a:lnTo>
                <a:lnTo>
                  <a:pt x="35984" y="62154"/>
                </a:lnTo>
                <a:lnTo>
                  <a:pt x="35984" y="65425"/>
                </a:lnTo>
                <a:lnTo>
                  <a:pt x="29441" y="65425"/>
                </a:lnTo>
                <a:lnTo>
                  <a:pt x="29441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16356"/>
                </a:lnTo>
                <a:lnTo>
                  <a:pt x="19628" y="16356"/>
                </a:lnTo>
                <a:lnTo>
                  <a:pt x="19628" y="9814"/>
                </a:lnTo>
                <a:lnTo>
                  <a:pt x="22899" y="9814"/>
                </a:lnTo>
                <a:lnTo>
                  <a:pt x="22899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isible source SEC-093 inset-1 region 694">
            <a:extLst xmlns:a="http://schemas.openxmlformats.org/drawingml/2006/main">
              <a:ext uri="{FF2B5EF4-FFF2-40B4-BE49-F238E27FC236}">
                <a16:creationId xmlns:a16="http://schemas.microsoft.com/office/drawing/2014/main" id="{67798102-7048-443F-B02C-D19FD948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196" y="1763376"/>
            <a:ext cx="81782" cy="42526"/>
          </a:xfrm>
          <a:custGeom xmlns:a="http://schemas.openxmlformats.org/drawingml/2006/main">
            <a:pathLst>
              <a:path w="81782" h="42526">
                <a:moveTo>
                  <a:pt x="39255" y="16356"/>
                </a:moveTo>
                <a:lnTo>
                  <a:pt x="42526" y="16356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isible source SEC-093 inset-1 region 695">
            <a:extLst xmlns:a="http://schemas.openxmlformats.org/drawingml/2006/main">
              <a:ext uri="{FF2B5EF4-FFF2-40B4-BE49-F238E27FC236}">
                <a16:creationId xmlns:a16="http://schemas.microsoft.com/office/drawing/2014/main" id="{269E07F9-C82D-470A-B419-4040AAB4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249" y="179608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isible source SEC-093 inset-1 region 696">
            <a:extLst xmlns:a="http://schemas.openxmlformats.org/drawingml/2006/main">
              <a:ext uri="{FF2B5EF4-FFF2-40B4-BE49-F238E27FC236}">
                <a16:creationId xmlns:a16="http://schemas.microsoft.com/office/drawing/2014/main" id="{69F3E8A7-FF7F-4B43-A97B-E18794C4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8" y="1845157"/>
            <a:ext cx="117766" cy="91595"/>
          </a:xfrm>
          <a:custGeom xmlns:a="http://schemas.openxmlformats.org/drawingml/2006/main">
            <a:pathLst>
              <a:path w="117766" h="91595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8697" y="16356"/>
                </a:lnTo>
                <a:lnTo>
                  <a:pt x="68697" y="19628"/>
                </a:lnTo>
                <a:lnTo>
                  <a:pt x="71968" y="19628"/>
                </a:lnTo>
                <a:lnTo>
                  <a:pt x="71968" y="22899"/>
                </a:lnTo>
                <a:lnTo>
                  <a:pt x="75239" y="22899"/>
                </a:lnTo>
                <a:lnTo>
                  <a:pt x="75239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85053" y="32713"/>
                </a:lnTo>
                <a:lnTo>
                  <a:pt x="85053" y="29441"/>
                </a:lnTo>
                <a:lnTo>
                  <a:pt x="91595" y="29441"/>
                </a:lnTo>
                <a:lnTo>
                  <a:pt x="91595" y="26170"/>
                </a:lnTo>
                <a:lnTo>
                  <a:pt x="101409" y="26170"/>
                </a:lnTo>
                <a:lnTo>
                  <a:pt x="101409" y="29441"/>
                </a:lnTo>
                <a:lnTo>
                  <a:pt x="107952" y="29441"/>
                </a:lnTo>
                <a:lnTo>
                  <a:pt x="107952" y="32713"/>
                </a:lnTo>
                <a:lnTo>
                  <a:pt x="111223" y="32713"/>
                </a:lnTo>
                <a:lnTo>
                  <a:pt x="111223" y="35984"/>
                </a:lnTo>
                <a:lnTo>
                  <a:pt x="114494" y="35984"/>
                </a:lnTo>
                <a:lnTo>
                  <a:pt x="114494" y="42526"/>
                </a:lnTo>
                <a:lnTo>
                  <a:pt x="117766" y="42526"/>
                </a:lnTo>
                <a:lnTo>
                  <a:pt x="117766" y="52340"/>
                </a:lnTo>
                <a:lnTo>
                  <a:pt x="114494" y="52340"/>
                </a:lnTo>
                <a:lnTo>
                  <a:pt x="114494" y="58883"/>
                </a:lnTo>
                <a:lnTo>
                  <a:pt x="111223" y="58883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94867" y="68697"/>
                </a:lnTo>
                <a:lnTo>
                  <a:pt x="94867" y="75239"/>
                </a:lnTo>
                <a:lnTo>
                  <a:pt x="91595" y="75239"/>
                </a:lnTo>
                <a:lnTo>
                  <a:pt x="91595" y="81782"/>
                </a:lnTo>
                <a:lnTo>
                  <a:pt x="88324" y="81782"/>
                </a:lnTo>
                <a:lnTo>
                  <a:pt x="88324" y="85053"/>
                </a:lnTo>
                <a:lnTo>
                  <a:pt x="85053" y="85053"/>
                </a:lnTo>
                <a:lnTo>
                  <a:pt x="85053" y="88324"/>
                </a:lnTo>
                <a:lnTo>
                  <a:pt x="78510" y="88324"/>
                </a:lnTo>
                <a:lnTo>
                  <a:pt x="78510" y="91595"/>
                </a:lnTo>
                <a:lnTo>
                  <a:pt x="68697" y="91595"/>
                </a:lnTo>
                <a:lnTo>
                  <a:pt x="68697" y="88324"/>
                </a:lnTo>
                <a:lnTo>
                  <a:pt x="62154" y="88324"/>
                </a:lnTo>
                <a:lnTo>
                  <a:pt x="62154" y="85053"/>
                </a:lnTo>
                <a:lnTo>
                  <a:pt x="58883" y="85053"/>
                </a:lnTo>
                <a:lnTo>
                  <a:pt x="58883" y="81782"/>
                </a:lnTo>
                <a:lnTo>
                  <a:pt x="55612" y="81782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52340"/>
                </a:lnTo>
                <a:lnTo>
                  <a:pt x="42526" y="52340"/>
                </a:lnTo>
                <a:lnTo>
                  <a:pt x="42526" y="55612"/>
                </a:lnTo>
                <a:lnTo>
                  <a:pt x="22899" y="55612"/>
                </a:lnTo>
                <a:lnTo>
                  <a:pt x="22899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9814" y="45798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isible source SEC-093 inset-1 region 697">
            <a:extLst xmlns:a="http://schemas.openxmlformats.org/drawingml/2006/main">
              <a:ext uri="{FF2B5EF4-FFF2-40B4-BE49-F238E27FC236}">
                <a16:creationId xmlns:a16="http://schemas.microsoft.com/office/drawing/2014/main" id="{DC6DCD48-AFAB-43CC-8C33-00A76D51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334" y="1897498"/>
            <a:ext cx="68697" cy="42526"/>
          </a:xfrm>
          <a:custGeom xmlns:a="http://schemas.openxmlformats.org/drawingml/2006/main">
            <a:pathLst>
              <a:path w="68697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isible source SEC-093 inset-1 region 698">
            <a:extLst xmlns:a="http://schemas.openxmlformats.org/drawingml/2006/main">
              <a:ext uri="{FF2B5EF4-FFF2-40B4-BE49-F238E27FC236}">
                <a16:creationId xmlns:a16="http://schemas.microsoft.com/office/drawing/2014/main" id="{70B3D0E1-612C-4EC9-B96D-B3578C31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185" y="1949838"/>
            <a:ext cx="71968" cy="68697"/>
          </a:xfrm>
          <a:custGeom xmlns:a="http://schemas.openxmlformats.org/drawingml/2006/main">
            <a:pathLst>
              <a:path w="71968" h="68697">
                <a:moveTo>
                  <a:pt x="13085" y="3271"/>
                </a:move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52340"/>
                </a:lnTo>
                <a:lnTo>
                  <a:pt x="55612" y="52340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62154"/>
                </a:lnTo>
                <a:lnTo>
                  <a:pt x="49069" y="62154"/>
                </a:lnTo>
                <a:lnTo>
                  <a:pt x="49069" y="65425"/>
                </a:lnTo>
                <a:lnTo>
                  <a:pt x="42526" y="65425"/>
                </a:lnTo>
                <a:lnTo>
                  <a:pt x="42526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isible source SEC-093 inset-1 region 699">
            <a:extLst xmlns:a="http://schemas.openxmlformats.org/drawingml/2006/main">
              <a:ext uri="{FF2B5EF4-FFF2-40B4-BE49-F238E27FC236}">
                <a16:creationId xmlns:a16="http://schemas.microsoft.com/office/drawing/2014/main" id="{C617F53C-A43F-488F-B525-B6D3EF1A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265" y="2031620"/>
            <a:ext cx="212632" cy="104681"/>
          </a:xfrm>
          <a:custGeom xmlns:a="http://schemas.openxmlformats.org/drawingml/2006/main">
            <a:pathLst>
              <a:path w="212632" h="104681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11223" y="9814"/>
                </a:lnTo>
                <a:lnTo>
                  <a:pt x="111223" y="13085"/>
                </a:lnTo>
                <a:lnTo>
                  <a:pt x="114494" y="13085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19628"/>
                </a:lnTo>
                <a:lnTo>
                  <a:pt x="121037" y="19628"/>
                </a:lnTo>
                <a:lnTo>
                  <a:pt x="121037" y="22899"/>
                </a:lnTo>
                <a:lnTo>
                  <a:pt x="124308" y="22899"/>
                </a:lnTo>
                <a:lnTo>
                  <a:pt x="124308" y="19628"/>
                </a:lnTo>
                <a:lnTo>
                  <a:pt x="137393" y="19628"/>
                </a:lnTo>
                <a:lnTo>
                  <a:pt x="137393" y="22899"/>
                </a:lnTo>
                <a:lnTo>
                  <a:pt x="143936" y="22899"/>
                </a:lnTo>
                <a:lnTo>
                  <a:pt x="143936" y="26170"/>
                </a:lnTo>
                <a:lnTo>
                  <a:pt x="147207" y="26170"/>
                </a:lnTo>
                <a:lnTo>
                  <a:pt x="147207" y="29441"/>
                </a:lnTo>
                <a:lnTo>
                  <a:pt x="150478" y="29441"/>
                </a:lnTo>
                <a:lnTo>
                  <a:pt x="150478" y="32713"/>
                </a:lnTo>
                <a:lnTo>
                  <a:pt x="153750" y="32713"/>
                </a:lnTo>
                <a:lnTo>
                  <a:pt x="153750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66835" y="39255"/>
                </a:lnTo>
                <a:lnTo>
                  <a:pt x="166835" y="35984"/>
                </a:lnTo>
                <a:lnTo>
                  <a:pt x="196276" y="35984"/>
                </a:lnTo>
                <a:lnTo>
                  <a:pt x="196276" y="39255"/>
                </a:lnTo>
                <a:lnTo>
                  <a:pt x="202818" y="39255"/>
                </a:lnTo>
                <a:lnTo>
                  <a:pt x="202818" y="42526"/>
                </a:lnTo>
                <a:lnTo>
                  <a:pt x="206090" y="42526"/>
                </a:lnTo>
                <a:lnTo>
                  <a:pt x="206090" y="45798"/>
                </a:lnTo>
                <a:lnTo>
                  <a:pt x="209361" y="45798"/>
                </a:lnTo>
                <a:lnTo>
                  <a:pt x="209361" y="52340"/>
                </a:lnTo>
                <a:lnTo>
                  <a:pt x="212632" y="52340"/>
                </a:lnTo>
                <a:lnTo>
                  <a:pt x="212632" y="62154"/>
                </a:lnTo>
                <a:lnTo>
                  <a:pt x="209361" y="62154"/>
                </a:lnTo>
                <a:lnTo>
                  <a:pt x="209361" y="68697"/>
                </a:lnTo>
                <a:lnTo>
                  <a:pt x="206090" y="68697"/>
                </a:lnTo>
                <a:lnTo>
                  <a:pt x="206090" y="71968"/>
                </a:lnTo>
                <a:lnTo>
                  <a:pt x="209361" y="71968"/>
                </a:lnTo>
                <a:lnTo>
                  <a:pt x="209361" y="78510"/>
                </a:lnTo>
                <a:lnTo>
                  <a:pt x="212632" y="78510"/>
                </a:lnTo>
                <a:lnTo>
                  <a:pt x="212632" y="88324"/>
                </a:lnTo>
                <a:lnTo>
                  <a:pt x="209361" y="88324"/>
                </a:lnTo>
                <a:lnTo>
                  <a:pt x="209361" y="94867"/>
                </a:lnTo>
                <a:lnTo>
                  <a:pt x="206090" y="94867"/>
                </a:lnTo>
                <a:lnTo>
                  <a:pt x="206090" y="98138"/>
                </a:lnTo>
                <a:lnTo>
                  <a:pt x="202818" y="98138"/>
                </a:lnTo>
                <a:lnTo>
                  <a:pt x="202818" y="101409"/>
                </a:lnTo>
                <a:lnTo>
                  <a:pt x="196276" y="101409"/>
                </a:lnTo>
                <a:lnTo>
                  <a:pt x="196276" y="104681"/>
                </a:lnTo>
                <a:lnTo>
                  <a:pt x="179920" y="104681"/>
                </a:lnTo>
                <a:lnTo>
                  <a:pt x="179920" y="101409"/>
                </a:lnTo>
                <a:lnTo>
                  <a:pt x="170106" y="101409"/>
                </a:lnTo>
                <a:lnTo>
                  <a:pt x="170106" y="104681"/>
                </a:lnTo>
                <a:lnTo>
                  <a:pt x="160292" y="104681"/>
                </a:lnTo>
                <a:lnTo>
                  <a:pt x="160292" y="101409"/>
                </a:lnTo>
                <a:lnTo>
                  <a:pt x="153750" y="101409"/>
                </a:lnTo>
                <a:lnTo>
                  <a:pt x="153750" y="104681"/>
                </a:lnTo>
                <a:lnTo>
                  <a:pt x="143936" y="104681"/>
                </a:lnTo>
                <a:lnTo>
                  <a:pt x="143936" y="101409"/>
                </a:lnTo>
                <a:lnTo>
                  <a:pt x="137393" y="101409"/>
                </a:lnTo>
                <a:lnTo>
                  <a:pt x="137393" y="98138"/>
                </a:lnTo>
                <a:lnTo>
                  <a:pt x="134122" y="98138"/>
                </a:lnTo>
                <a:lnTo>
                  <a:pt x="134122" y="94867"/>
                </a:lnTo>
                <a:lnTo>
                  <a:pt x="130851" y="94867"/>
                </a:lnTo>
                <a:lnTo>
                  <a:pt x="130851" y="88324"/>
                </a:lnTo>
                <a:lnTo>
                  <a:pt x="127579" y="88324"/>
                </a:lnTo>
                <a:lnTo>
                  <a:pt x="127579" y="78510"/>
                </a:lnTo>
                <a:lnTo>
                  <a:pt x="130851" y="78510"/>
                </a:lnTo>
                <a:lnTo>
                  <a:pt x="130851" y="71968"/>
                </a:lnTo>
                <a:lnTo>
                  <a:pt x="127579" y="71968"/>
                </a:lnTo>
                <a:lnTo>
                  <a:pt x="127579" y="75239"/>
                </a:lnTo>
                <a:lnTo>
                  <a:pt x="104681" y="75239"/>
                </a:lnTo>
                <a:lnTo>
                  <a:pt x="104681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94867" y="68697"/>
                </a:lnTo>
                <a:lnTo>
                  <a:pt x="94867" y="65425"/>
                </a:lnTo>
                <a:lnTo>
                  <a:pt x="91595" y="65425"/>
                </a:lnTo>
                <a:lnTo>
                  <a:pt x="91595" y="58883"/>
                </a:lnTo>
                <a:lnTo>
                  <a:pt x="88324" y="58883"/>
                </a:lnTo>
                <a:lnTo>
                  <a:pt x="88324" y="49069"/>
                </a:lnTo>
                <a:lnTo>
                  <a:pt x="65425" y="49069"/>
                </a:lnTo>
                <a:lnTo>
                  <a:pt x="65425" y="45798"/>
                </a:lnTo>
                <a:lnTo>
                  <a:pt x="58883" y="45798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isible source SEC-093 inset-1 region 700">
            <a:extLst xmlns:a="http://schemas.openxmlformats.org/drawingml/2006/main">
              <a:ext uri="{FF2B5EF4-FFF2-40B4-BE49-F238E27FC236}">
                <a16:creationId xmlns:a16="http://schemas.microsoft.com/office/drawing/2014/main" id="{6FF65C6C-F976-4CA3-B4F0-477BF963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249" y="2100316"/>
            <a:ext cx="65425" cy="42526"/>
          </a:xfrm>
          <a:custGeom xmlns:a="http://schemas.openxmlformats.org/drawingml/2006/main">
            <a:pathLst>
              <a:path w="65425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isible source SEC-093 inset-1 region 701">
            <a:extLst xmlns:a="http://schemas.openxmlformats.org/drawingml/2006/main">
              <a:ext uri="{FF2B5EF4-FFF2-40B4-BE49-F238E27FC236}">
                <a16:creationId xmlns:a16="http://schemas.microsoft.com/office/drawing/2014/main" id="{0C01BD40-CE9D-4B35-8DAB-BFCAECA4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371" y="2155928"/>
            <a:ext cx="88324" cy="65425"/>
          </a:xfrm>
          <a:custGeom xmlns:a="http://schemas.openxmlformats.org/drawingml/2006/main">
            <a:pathLst>
              <a:path w="88324" h="65425">
                <a:moveTo>
                  <a:pt x="9814" y="9814"/>
                </a:move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85053" y="32713"/>
                </a:lnTo>
                <a:lnTo>
                  <a:pt x="85053" y="39255"/>
                </a:lnTo>
                <a:lnTo>
                  <a:pt x="88324" y="39255"/>
                </a:lnTo>
                <a:lnTo>
                  <a:pt x="88324" y="49069"/>
                </a:lnTo>
                <a:lnTo>
                  <a:pt x="85053" y="49069"/>
                </a:lnTo>
                <a:lnTo>
                  <a:pt x="85053" y="55612"/>
                </a:lnTo>
                <a:lnTo>
                  <a:pt x="81782" y="55612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isible source SEC-093 inset-1 region 702">
            <a:extLst xmlns:a="http://schemas.openxmlformats.org/drawingml/2006/main">
              <a:ext uri="{FF2B5EF4-FFF2-40B4-BE49-F238E27FC236}">
                <a16:creationId xmlns:a16="http://schemas.microsoft.com/office/drawing/2014/main" id="{A06D0C1E-13BC-41C6-8D0A-140AF0C4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67" y="2178827"/>
            <a:ext cx="111223" cy="45798"/>
          </a:xfrm>
          <a:custGeom xmlns:a="http://schemas.openxmlformats.org/drawingml/2006/main">
            <a:pathLst>
              <a:path w="111223" h="45798">
                <a:moveTo>
                  <a:pt x="0" y="19628"/>
                </a:move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26170"/>
                </a:lnTo>
                <a:lnTo>
                  <a:pt x="107952" y="26170"/>
                </a:lnTo>
                <a:lnTo>
                  <a:pt x="107952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42526"/>
                </a:lnTo>
                <a:lnTo>
                  <a:pt x="55612" y="42526"/>
                </a:lnTo>
                <a:lnTo>
                  <a:pt x="55612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isible source SEC-093 inset-1 region 703">
            <a:extLst xmlns:a="http://schemas.openxmlformats.org/drawingml/2006/main">
              <a:ext uri="{FF2B5EF4-FFF2-40B4-BE49-F238E27FC236}">
                <a16:creationId xmlns:a16="http://schemas.microsoft.com/office/drawing/2014/main" id="{92957106-2D29-4E13-8D3D-2F0B15C6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722" y="2240981"/>
            <a:ext cx="215904" cy="107952"/>
          </a:xfrm>
          <a:custGeom xmlns:a="http://schemas.openxmlformats.org/drawingml/2006/main">
            <a:pathLst>
              <a:path w="215904" h="107952">
                <a:moveTo>
                  <a:pt x="45798" y="26170"/>
                </a:move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19628"/>
                </a:lnTo>
                <a:lnTo>
                  <a:pt x="153750" y="19628"/>
                </a:lnTo>
                <a:lnTo>
                  <a:pt x="153750" y="22899"/>
                </a:lnTo>
                <a:lnTo>
                  <a:pt x="160292" y="22899"/>
                </a:lnTo>
                <a:lnTo>
                  <a:pt x="160292" y="26170"/>
                </a:lnTo>
                <a:lnTo>
                  <a:pt x="199547" y="26170"/>
                </a:lnTo>
                <a:lnTo>
                  <a:pt x="199547" y="29441"/>
                </a:lnTo>
                <a:lnTo>
                  <a:pt x="206090" y="29441"/>
                </a:lnTo>
                <a:lnTo>
                  <a:pt x="206090" y="32713"/>
                </a:lnTo>
                <a:lnTo>
                  <a:pt x="209361" y="32713"/>
                </a:lnTo>
                <a:lnTo>
                  <a:pt x="209361" y="39255"/>
                </a:lnTo>
                <a:lnTo>
                  <a:pt x="212632" y="39255"/>
                </a:lnTo>
                <a:lnTo>
                  <a:pt x="212632" y="55612"/>
                </a:lnTo>
                <a:lnTo>
                  <a:pt x="209361" y="55612"/>
                </a:lnTo>
                <a:lnTo>
                  <a:pt x="209361" y="62154"/>
                </a:lnTo>
                <a:lnTo>
                  <a:pt x="212632" y="62154"/>
                </a:lnTo>
                <a:lnTo>
                  <a:pt x="212632" y="68697"/>
                </a:lnTo>
                <a:lnTo>
                  <a:pt x="215904" y="68697"/>
                </a:lnTo>
                <a:lnTo>
                  <a:pt x="215904" y="78510"/>
                </a:lnTo>
                <a:lnTo>
                  <a:pt x="212632" y="78510"/>
                </a:lnTo>
                <a:lnTo>
                  <a:pt x="212632" y="85053"/>
                </a:lnTo>
                <a:lnTo>
                  <a:pt x="209361" y="85053"/>
                </a:lnTo>
                <a:lnTo>
                  <a:pt x="209361" y="88324"/>
                </a:lnTo>
                <a:lnTo>
                  <a:pt x="206090" y="88324"/>
                </a:lnTo>
                <a:lnTo>
                  <a:pt x="206090" y="91595"/>
                </a:lnTo>
                <a:lnTo>
                  <a:pt x="199547" y="91595"/>
                </a:lnTo>
                <a:lnTo>
                  <a:pt x="199547" y="94867"/>
                </a:lnTo>
                <a:lnTo>
                  <a:pt x="153750" y="94867"/>
                </a:lnTo>
                <a:lnTo>
                  <a:pt x="153750" y="91595"/>
                </a:lnTo>
                <a:lnTo>
                  <a:pt x="150478" y="91595"/>
                </a:lnTo>
                <a:lnTo>
                  <a:pt x="150478" y="88324"/>
                </a:lnTo>
                <a:lnTo>
                  <a:pt x="147207" y="88324"/>
                </a:lnTo>
                <a:lnTo>
                  <a:pt x="147207" y="85053"/>
                </a:lnTo>
                <a:lnTo>
                  <a:pt x="143936" y="85053"/>
                </a:lnTo>
                <a:lnTo>
                  <a:pt x="143936" y="78510"/>
                </a:lnTo>
                <a:lnTo>
                  <a:pt x="140664" y="78510"/>
                </a:lnTo>
                <a:lnTo>
                  <a:pt x="140664" y="75239"/>
                </a:lnTo>
                <a:lnTo>
                  <a:pt x="124308" y="75239"/>
                </a:lnTo>
                <a:lnTo>
                  <a:pt x="124308" y="81782"/>
                </a:lnTo>
                <a:lnTo>
                  <a:pt x="127579" y="81782"/>
                </a:lnTo>
                <a:lnTo>
                  <a:pt x="127579" y="91595"/>
                </a:lnTo>
                <a:lnTo>
                  <a:pt x="124308" y="91595"/>
                </a:lnTo>
                <a:lnTo>
                  <a:pt x="124308" y="98138"/>
                </a:lnTo>
                <a:lnTo>
                  <a:pt x="121037" y="98138"/>
                </a:lnTo>
                <a:lnTo>
                  <a:pt x="121037" y="101409"/>
                </a:lnTo>
                <a:lnTo>
                  <a:pt x="117766" y="101409"/>
                </a:lnTo>
                <a:lnTo>
                  <a:pt x="117766" y="104681"/>
                </a:lnTo>
                <a:lnTo>
                  <a:pt x="111223" y="104681"/>
                </a:lnTo>
                <a:lnTo>
                  <a:pt x="111223" y="107952"/>
                </a:lnTo>
                <a:lnTo>
                  <a:pt x="62154" y="107952"/>
                </a:lnTo>
                <a:lnTo>
                  <a:pt x="62154" y="104681"/>
                </a:lnTo>
                <a:lnTo>
                  <a:pt x="55612" y="104681"/>
                </a:lnTo>
                <a:lnTo>
                  <a:pt x="55612" y="101409"/>
                </a:lnTo>
                <a:lnTo>
                  <a:pt x="52340" y="101409"/>
                </a:lnTo>
                <a:lnTo>
                  <a:pt x="52340" y="98138"/>
                </a:lnTo>
                <a:lnTo>
                  <a:pt x="49069" y="98138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1782"/>
                </a:lnTo>
                <a:lnTo>
                  <a:pt x="49069" y="81782"/>
                </a:lnTo>
                <a:lnTo>
                  <a:pt x="49069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5798" y="26170"/>
                </a:lnTo>
                <a:close/>
                <a:moveTo>
                  <a:pt x="91595" y="52340"/>
                </a:moveTo>
                <a:lnTo>
                  <a:pt x="91595" y="45798"/>
                </a:lnTo>
                <a:lnTo>
                  <a:pt x="88324" y="45798"/>
                </a:lnTo>
                <a:lnTo>
                  <a:pt x="88324" y="42526"/>
                </a:lnTo>
                <a:lnTo>
                  <a:pt x="85053" y="42526"/>
                </a:lnTo>
                <a:lnTo>
                  <a:pt x="85053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78510" y="58883"/>
                </a:lnTo>
                <a:lnTo>
                  <a:pt x="78510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98138" y="65425"/>
                </a:lnTo>
                <a:lnTo>
                  <a:pt x="98138" y="58883"/>
                </a:lnTo>
                <a:lnTo>
                  <a:pt x="94867" y="58883"/>
                </a:lnTo>
                <a:lnTo>
                  <a:pt x="94867" y="52340"/>
                </a:lnTo>
                <a:lnTo>
                  <a:pt x="91595" y="5234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isible source SEC-093 inset-1 region 704">
            <a:extLst xmlns:a="http://schemas.openxmlformats.org/drawingml/2006/main">
              <a:ext uri="{FF2B5EF4-FFF2-40B4-BE49-F238E27FC236}">
                <a16:creationId xmlns:a16="http://schemas.microsoft.com/office/drawing/2014/main" id="{8EEBC074-0738-4C5C-A942-645B723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642" y="2358746"/>
            <a:ext cx="85053" cy="68697"/>
          </a:xfrm>
          <a:custGeom xmlns:a="http://schemas.openxmlformats.org/drawingml/2006/main">
            <a:pathLst>
              <a:path w="85053" h="68697">
                <a:moveTo>
                  <a:pt x="81782" y="29441"/>
                </a:moveTo>
                <a:lnTo>
                  <a:pt x="81782" y="32713"/>
                </a:lnTo>
                <a:lnTo>
                  <a:pt x="78510" y="32713"/>
                </a:lnTo>
                <a:lnTo>
                  <a:pt x="78510" y="42526"/>
                </a:lnTo>
                <a:lnTo>
                  <a:pt x="81782" y="42526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13085" y="29441"/>
                </a:lnTo>
                <a:lnTo>
                  <a:pt x="13085" y="13085"/>
                </a:lnTo>
                <a:lnTo>
                  <a:pt x="16356" y="13085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3085"/>
                </a:lnTo>
                <a:lnTo>
                  <a:pt x="85053" y="13085"/>
                </a:lnTo>
                <a:lnTo>
                  <a:pt x="85053" y="29441"/>
                </a:lnTo>
                <a:lnTo>
                  <a:pt x="81782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isible source SEC-093 inset-1 region 705">
            <a:extLst xmlns:a="http://schemas.openxmlformats.org/drawingml/2006/main">
              <a:ext uri="{FF2B5EF4-FFF2-40B4-BE49-F238E27FC236}">
                <a16:creationId xmlns:a16="http://schemas.microsoft.com/office/drawing/2014/main" id="{F34B26D0-352C-4DF8-B54B-6213E51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24" y="122034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isible source SEC-093 inset-1 region 706">
            <a:extLst xmlns:a="http://schemas.openxmlformats.org/drawingml/2006/main">
              <a:ext uri="{FF2B5EF4-FFF2-40B4-BE49-F238E27FC236}">
                <a16:creationId xmlns:a16="http://schemas.microsoft.com/office/drawing/2014/main" id="{1F22618E-908C-417D-AA98-DF880801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375" y="1344654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isible source SEC-093 inset-1 region 707">
            <a:extLst xmlns:a="http://schemas.openxmlformats.org/drawingml/2006/main">
              <a:ext uri="{FF2B5EF4-FFF2-40B4-BE49-F238E27FC236}">
                <a16:creationId xmlns:a16="http://schemas.microsoft.com/office/drawing/2014/main" id="{8476B61C-3021-42D8-835F-282EED5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392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isible source SEC-093 inset-1 region 708">
            <a:extLst xmlns:a="http://schemas.openxmlformats.org/drawingml/2006/main">
              <a:ext uri="{FF2B5EF4-FFF2-40B4-BE49-F238E27FC236}">
                <a16:creationId xmlns:a16="http://schemas.microsoft.com/office/drawing/2014/main" id="{0552E88E-423A-4A85-BF98-CF97A7AD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54" y="144279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isible source SEC-093 inset-1 region 709">
            <a:extLst xmlns:a="http://schemas.openxmlformats.org/drawingml/2006/main">
              <a:ext uri="{FF2B5EF4-FFF2-40B4-BE49-F238E27FC236}">
                <a16:creationId xmlns:a16="http://schemas.microsoft.com/office/drawing/2014/main" id="{79AE75B5-036C-4B84-B206-5521D551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780" y="155401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isible source SEC-093 inset-1 region 710">
            <a:extLst xmlns:a="http://schemas.openxmlformats.org/drawingml/2006/main">
              <a:ext uri="{FF2B5EF4-FFF2-40B4-BE49-F238E27FC236}">
                <a16:creationId xmlns:a16="http://schemas.microsoft.com/office/drawing/2014/main" id="{E6AD9C25-8B30-4C9A-9FFA-289F5B96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74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35984" y="6543"/>
                </a:move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isible source SEC-093 inset-1 region 711">
            <a:extLst xmlns:a="http://schemas.openxmlformats.org/drawingml/2006/main">
              <a:ext uri="{FF2B5EF4-FFF2-40B4-BE49-F238E27FC236}">
                <a16:creationId xmlns:a16="http://schemas.microsoft.com/office/drawing/2014/main" id="{4E714182-CE13-4139-850A-1A5E2C9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950" y="1632525"/>
            <a:ext cx="130851" cy="52340"/>
          </a:xfrm>
          <a:custGeom xmlns:a="http://schemas.openxmlformats.org/drawingml/2006/main">
            <a:pathLst>
              <a:path w="130851" h="52340">
                <a:moveTo>
                  <a:pt x="32713" y="13085"/>
                </a:moveTo>
                <a:lnTo>
                  <a:pt x="32713" y="16356"/>
                </a:lnTo>
                <a:lnTo>
                  <a:pt x="39255" y="16356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5053" y="16356"/>
                </a:lnTo>
                <a:lnTo>
                  <a:pt x="85053" y="13085"/>
                </a:lnTo>
                <a:lnTo>
                  <a:pt x="91595" y="13085"/>
                </a:lnTo>
                <a:lnTo>
                  <a:pt x="91595" y="9814"/>
                </a:lnTo>
                <a:lnTo>
                  <a:pt x="101409" y="9814"/>
                </a:lnTo>
                <a:lnTo>
                  <a:pt x="101409" y="13085"/>
                </a:lnTo>
                <a:lnTo>
                  <a:pt x="104681" y="13085"/>
                </a:lnTo>
                <a:lnTo>
                  <a:pt x="104681" y="9814"/>
                </a:lnTo>
                <a:lnTo>
                  <a:pt x="114494" y="9814"/>
                </a:lnTo>
                <a:lnTo>
                  <a:pt x="114494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19628"/>
                </a:lnTo>
                <a:lnTo>
                  <a:pt x="127579" y="19628"/>
                </a:lnTo>
                <a:lnTo>
                  <a:pt x="127579" y="26170"/>
                </a:lnTo>
                <a:lnTo>
                  <a:pt x="130851" y="26170"/>
                </a:lnTo>
                <a:lnTo>
                  <a:pt x="130851" y="35984"/>
                </a:lnTo>
                <a:lnTo>
                  <a:pt x="127579" y="35984"/>
                </a:lnTo>
                <a:lnTo>
                  <a:pt x="127579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21037" y="45798"/>
                </a:lnTo>
                <a:lnTo>
                  <a:pt x="121037" y="49069"/>
                </a:lnTo>
                <a:lnTo>
                  <a:pt x="114494" y="49069"/>
                </a:lnTo>
                <a:lnTo>
                  <a:pt x="114494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85053" y="49069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39255" y="35984"/>
                </a:lnTo>
                <a:lnTo>
                  <a:pt x="39255" y="42526"/>
                </a:lnTo>
                <a:lnTo>
                  <a:pt x="35984" y="42526"/>
                </a:lnTo>
                <a:lnTo>
                  <a:pt x="35984" y="45798"/>
                </a:lnTo>
                <a:lnTo>
                  <a:pt x="32713" y="45798"/>
                </a:lnTo>
                <a:lnTo>
                  <a:pt x="32713" y="49069"/>
                </a:lnTo>
                <a:lnTo>
                  <a:pt x="26170" y="49069"/>
                </a:lnTo>
                <a:lnTo>
                  <a:pt x="26170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26170" y="9814"/>
                </a:lnTo>
                <a:lnTo>
                  <a:pt x="26170" y="13085"/>
                </a:lnTo>
                <a:lnTo>
                  <a:pt x="32713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isible source SEC-093 inset-1 region 712">
            <a:extLst xmlns:a="http://schemas.openxmlformats.org/drawingml/2006/main">
              <a:ext uri="{FF2B5EF4-FFF2-40B4-BE49-F238E27FC236}">
                <a16:creationId xmlns:a16="http://schemas.microsoft.com/office/drawing/2014/main" id="{C9B9D35F-0BB2-4BA3-9A86-7D0921D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578" y="1694679"/>
            <a:ext cx="68697" cy="42526"/>
          </a:xfrm>
          <a:custGeom xmlns:a="http://schemas.openxmlformats.org/drawingml/2006/main">
            <a:pathLst>
              <a:path w="68697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isible source SEC-093 inset-1 region 713">
            <a:extLst xmlns:a="http://schemas.openxmlformats.org/drawingml/2006/main">
              <a:ext uri="{FF2B5EF4-FFF2-40B4-BE49-F238E27FC236}">
                <a16:creationId xmlns:a16="http://schemas.microsoft.com/office/drawing/2014/main" id="{F3137432-B15E-4169-88FF-0DD5E1D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865" y="1750291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isible source SEC-093 inset-1 region 714">
            <a:extLst xmlns:a="http://schemas.openxmlformats.org/drawingml/2006/main">
              <a:ext uri="{FF2B5EF4-FFF2-40B4-BE49-F238E27FC236}">
                <a16:creationId xmlns:a16="http://schemas.microsoft.com/office/drawing/2014/main" id="{5D85C1C5-177A-4E68-9F53-1E2BC95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104" y="1779732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isible source SEC-093 inset-1 region 715">
            <a:extLst xmlns:a="http://schemas.openxmlformats.org/drawingml/2006/main">
              <a:ext uri="{FF2B5EF4-FFF2-40B4-BE49-F238E27FC236}">
                <a16:creationId xmlns:a16="http://schemas.microsoft.com/office/drawing/2014/main" id="{B5BADACA-9C96-45D6-B678-CDB1AFF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711" y="1835344"/>
            <a:ext cx="183191" cy="65425"/>
          </a:xfrm>
          <a:custGeom xmlns:a="http://schemas.openxmlformats.org/drawingml/2006/main">
            <a:pathLst>
              <a:path w="183191" h="65425">
                <a:moveTo>
                  <a:pt x="49069" y="6543"/>
                </a:moveTo>
                <a:lnTo>
                  <a:pt x="55612" y="6543"/>
                </a:lnTo>
                <a:lnTo>
                  <a:pt x="55612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6543"/>
                </a:lnTo>
                <a:lnTo>
                  <a:pt x="81782" y="6543"/>
                </a:lnTo>
                <a:lnTo>
                  <a:pt x="81782" y="3271"/>
                </a:lnTo>
                <a:lnTo>
                  <a:pt x="111223" y="3271"/>
                </a:lnTo>
                <a:lnTo>
                  <a:pt x="111223" y="0"/>
                </a:lnTo>
                <a:lnTo>
                  <a:pt x="140664" y="0"/>
                </a:lnTo>
                <a:lnTo>
                  <a:pt x="140664" y="3271"/>
                </a:lnTo>
                <a:lnTo>
                  <a:pt x="147207" y="3271"/>
                </a:lnTo>
                <a:lnTo>
                  <a:pt x="147207" y="6543"/>
                </a:lnTo>
                <a:lnTo>
                  <a:pt x="150478" y="6543"/>
                </a:lnTo>
                <a:lnTo>
                  <a:pt x="150478" y="9814"/>
                </a:lnTo>
                <a:lnTo>
                  <a:pt x="153750" y="9814"/>
                </a:lnTo>
                <a:lnTo>
                  <a:pt x="153750" y="16356"/>
                </a:lnTo>
                <a:lnTo>
                  <a:pt x="157021" y="16356"/>
                </a:lnTo>
                <a:lnTo>
                  <a:pt x="157021" y="22899"/>
                </a:lnTo>
                <a:lnTo>
                  <a:pt x="166835" y="22899"/>
                </a:lnTo>
                <a:lnTo>
                  <a:pt x="166835" y="26170"/>
                </a:lnTo>
                <a:lnTo>
                  <a:pt x="173377" y="26170"/>
                </a:lnTo>
                <a:lnTo>
                  <a:pt x="173377" y="29441"/>
                </a:lnTo>
                <a:lnTo>
                  <a:pt x="176648" y="29441"/>
                </a:lnTo>
                <a:lnTo>
                  <a:pt x="176648" y="32713"/>
                </a:lnTo>
                <a:lnTo>
                  <a:pt x="179920" y="32713"/>
                </a:lnTo>
                <a:lnTo>
                  <a:pt x="179920" y="39255"/>
                </a:lnTo>
                <a:lnTo>
                  <a:pt x="183191" y="39255"/>
                </a:lnTo>
                <a:lnTo>
                  <a:pt x="183191" y="49069"/>
                </a:lnTo>
                <a:lnTo>
                  <a:pt x="179920" y="49069"/>
                </a:lnTo>
                <a:lnTo>
                  <a:pt x="179920" y="55612"/>
                </a:lnTo>
                <a:lnTo>
                  <a:pt x="176648" y="55612"/>
                </a:lnTo>
                <a:lnTo>
                  <a:pt x="176648" y="58883"/>
                </a:lnTo>
                <a:lnTo>
                  <a:pt x="173377" y="58883"/>
                </a:lnTo>
                <a:lnTo>
                  <a:pt x="173377" y="62154"/>
                </a:lnTo>
                <a:lnTo>
                  <a:pt x="166835" y="62154"/>
                </a:lnTo>
                <a:lnTo>
                  <a:pt x="166835" y="65425"/>
                </a:lnTo>
                <a:lnTo>
                  <a:pt x="143936" y="65425"/>
                </a:lnTo>
                <a:lnTo>
                  <a:pt x="143936" y="62154"/>
                </a:lnTo>
                <a:lnTo>
                  <a:pt x="137393" y="62154"/>
                </a:lnTo>
                <a:lnTo>
                  <a:pt x="137393" y="58883"/>
                </a:lnTo>
                <a:lnTo>
                  <a:pt x="134122" y="58883"/>
                </a:lnTo>
                <a:lnTo>
                  <a:pt x="134122" y="55612"/>
                </a:lnTo>
                <a:lnTo>
                  <a:pt x="130851" y="55612"/>
                </a:lnTo>
                <a:lnTo>
                  <a:pt x="130851" y="49069"/>
                </a:lnTo>
                <a:lnTo>
                  <a:pt x="127579" y="49069"/>
                </a:lnTo>
                <a:lnTo>
                  <a:pt x="127579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81782" y="45798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5612"/>
                </a:lnTo>
                <a:lnTo>
                  <a:pt x="71968" y="55612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62154" y="62154"/>
                </a:lnTo>
                <a:lnTo>
                  <a:pt x="62154" y="65425"/>
                </a:lnTo>
                <a:lnTo>
                  <a:pt x="52340" y="65425"/>
                </a:lnTo>
                <a:lnTo>
                  <a:pt x="52340" y="62154"/>
                </a:lnTo>
                <a:lnTo>
                  <a:pt x="42526" y="62154"/>
                </a:lnTo>
                <a:lnTo>
                  <a:pt x="42526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45798" y="13085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isible source SEC-093 inset-1 region 716">
            <a:extLst xmlns:a="http://schemas.openxmlformats.org/drawingml/2006/main">
              <a:ext uri="{FF2B5EF4-FFF2-40B4-BE49-F238E27FC236}">
                <a16:creationId xmlns:a16="http://schemas.microsoft.com/office/drawing/2014/main" id="{D45EF33C-4B48-44FA-BF1B-56A91DFA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764" y="1897498"/>
            <a:ext cx="68697" cy="42526"/>
          </a:xfrm>
          <a:custGeom xmlns:a="http://schemas.openxmlformats.org/drawingml/2006/main">
            <a:pathLst>
              <a:path w="68697" h="42526">
                <a:moveTo>
                  <a:pt x="3271" y="13085"/>
                </a:move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29441" y="0"/>
                </a:lnTo>
                <a:lnTo>
                  <a:pt x="29441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3085"/>
                </a:lnTo>
                <a:lnTo>
                  <a:pt x="3271" y="1308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isible source SEC-093 inset-1 region 717">
            <a:extLst xmlns:a="http://schemas.openxmlformats.org/drawingml/2006/main">
              <a:ext uri="{FF2B5EF4-FFF2-40B4-BE49-F238E27FC236}">
                <a16:creationId xmlns:a16="http://schemas.microsoft.com/office/drawing/2014/main" id="{D117C522-40A4-4858-8F05-B7453876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323" y="1946567"/>
            <a:ext cx="58883" cy="42526"/>
          </a:xfrm>
          <a:custGeom xmlns:a="http://schemas.openxmlformats.org/drawingml/2006/main">
            <a:pathLst>
              <a:path w="58883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isible source SEC-093 inset-1 region 718">
            <a:extLst xmlns:a="http://schemas.openxmlformats.org/drawingml/2006/main">
              <a:ext uri="{FF2B5EF4-FFF2-40B4-BE49-F238E27FC236}">
                <a16:creationId xmlns:a16="http://schemas.microsoft.com/office/drawing/2014/main" id="{E11C14CA-5662-4514-9FC8-37B97809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61" y="1995636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isible source SEC-093 inset-1 region 719">
            <a:extLst xmlns:a="http://schemas.openxmlformats.org/drawingml/2006/main">
              <a:ext uri="{FF2B5EF4-FFF2-40B4-BE49-F238E27FC236}">
                <a16:creationId xmlns:a16="http://schemas.microsoft.com/office/drawing/2014/main" id="{CCF2CC01-F8DB-43A5-9AAE-80A6E376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168" y="2031620"/>
            <a:ext cx="163563" cy="75239"/>
          </a:xfrm>
          <a:custGeom xmlns:a="http://schemas.openxmlformats.org/drawingml/2006/main">
            <a:pathLst>
              <a:path w="163563" h="75239">
                <a:moveTo>
                  <a:pt x="32713" y="22899"/>
                </a:moveTo>
                <a:lnTo>
                  <a:pt x="45798" y="22899"/>
                </a:lnTo>
                <a:lnTo>
                  <a:pt x="45798" y="19628"/>
                </a:lnTo>
                <a:lnTo>
                  <a:pt x="49069" y="19628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81782" y="0"/>
                </a:lnTo>
                <a:lnTo>
                  <a:pt x="81782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6543"/>
                </a:lnTo>
                <a:lnTo>
                  <a:pt x="147207" y="6543"/>
                </a:lnTo>
                <a:lnTo>
                  <a:pt x="147207" y="9814"/>
                </a:lnTo>
                <a:lnTo>
                  <a:pt x="153750" y="9814"/>
                </a:lnTo>
                <a:lnTo>
                  <a:pt x="153750" y="13085"/>
                </a:lnTo>
                <a:lnTo>
                  <a:pt x="157021" y="13085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22899"/>
                </a:lnTo>
                <a:lnTo>
                  <a:pt x="163563" y="22899"/>
                </a:lnTo>
                <a:lnTo>
                  <a:pt x="163563" y="32713"/>
                </a:lnTo>
                <a:lnTo>
                  <a:pt x="160292" y="32713"/>
                </a:lnTo>
                <a:lnTo>
                  <a:pt x="160292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53750" y="42526"/>
                </a:lnTo>
                <a:lnTo>
                  <a:pt x="153750" y="45798"/>
                </a:lnTo>
                <a:lnTo>
                  <a:pt x="147207" y="45798"/>
                </a:lnTo>
                <a:lnTo>
                  <a:pt x="147207" y="49069"/>
                </a:lnTo>
                <a:lnTo>
                  <a:pt x="117766" y="49069"/>
                </a:lnTo>
                <a:lnTo>
                  <a:pt x="117766" y="45798"/>
                </a:lnTo>
                <a:lnTo>
                  <a:pt x="111223" y="45798"/>
                </a:lnTo>
                <a:lnTo>
                  <a:pt x="111223" y="42526"/>
                </a:lnTo>
                <a:lnTo>
                  <a:pt x="107952" y="42526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85053" y="39255"/>
                </a:lnTo>
                <a:lnTo>
                  <a:pt x="85053" y="45798"/>
                </a:lnTo>
                <a:lnTo>
                  <a:pt x="81782" y="45798"/>
                </a:lnTo>
                <a:lnTo>
                  <a:pt x="81782" y="52340"/>
                </a:lnTo>
                <a:lnTo>
                  <a:pt x="78510" y="52340"/>
                </a:lnTo>
                <a:lnTo>
                  <a:pt x="78510" y="55612"/>
                </a:lnTo>
                <a:lnTo>
                  <a:pt x="75239" y="55612"/>
                </a:lnTo>
                <a:lnTo>
                  <a:pt x="75239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55612" y="62154"/>
                </a:lnTo>
                <a:lnTo>
                  <a:pt x="55612" y="65425"/>
                </a:lnTo>
                <a:lnTo>
                  <a:pt x="52340" y="65425"/>
                </a:lnTo>
                <a:lnTo>
                  <a:pt x="52340" y="68697"/>
                </a:lnTo>
                <a:lnTo>
                  <a:pt x="49069" y="68697"/>
                </a:lnTo>
                <a:lnTo>
                  <a:pt x="49069" y="71968"/>
                </a:lnTo>
                <a:lnTo>
                  <a:pt x="42526" y="71968"/>
                </a:lnTo>
                <a:lnTo>
                  <a:pt x="42526" y="75239"/>
                </a:lnTo>
                <a:lnTo>
                  <a:pt x="32713" y="75239"/>
                </a:lnTo>
                <a:lnTo>
                  <a:pt x="32713" y="71968"/>
                </a:lnTo>
                <a:lnTo>
                  <a:pt x="26170" y="71968"/>
                </a:lnTo>
                <a:lnTo>
                  <a:pt x="26170" y="68697"/>
                </a:lnTo>
                <a:lnTo>
                  <a:pt x="22899" y="68697"/>
                </a:lnTo>
                <a:lnTo>
                  <a:pt x="22899" y="65425"/>
                </a:lnTo>
                <a:lnTo>
                  <a:pt x="19628" y="65425"/>
                </a:lnTo>
                <a:lnTo>
                  <a:pt x="19628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32713" y="19628"/>
                </a:lnTo>
                <a:lnTo>
                  <a:pt x="32713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isible source SEC-093 inset-1 region 720">
            <a:extLst xmlns:a="http://schemas.openxmlformats.org/drawingml/2006/main">
              <a:ext uri="{FF2B5EF4-FFF2-40B4-BE49-F238E27FC236}">
                <a16:creationId xmlns:a16="http://schemas.microsoft.com/office/drawing/2014/main" id="{B0AA28F2-7A6F-4AB5-B557-A9597713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237" y="2067603"/>
            <a:ext cx="219175" cy="117766"/>
          </a:xfrm>
          <a:custGeom xmlns:a="http://schemas.openxmlformats.org/drawingml/2006/main">
            <a:pathLst>
              <a:path w="219175" h="117766">
                <a:moveTo>
                  <a:pt x="104681" y="19628"/>
                </a:moveTo>
                <a:lnTo>
                  <a:pt x="104681" y="16356"/>
                </a:lnTo>
                <a:lnTo>
                  <a:pt x="107952" y="16356"/>
                </a:lnTo>
                <a:lnTo>
                  <a:pt x="107952" y="13085"/>
                </a:lnTo>
                <a:lnTo>
                  <a:pt x="114494" y="13085"/>
                </a:lnTo>
                <a:lnTo>
                  <a:pt x="114494" y="9814"/>
                </a:lnTo>
                <a:lnTo>
                  <a:pt x="130851" y="9814"/>
                </a:lnTo>
                <a:lnTo>
                  <a:pt x="130851" y="13085"/>
                </a:lnTo>
                <a:lnTo>
                  <a:pt x="134122" y="13085"/>
                </a:lnTo>
                <a:lnTo>
                  <a:pt x="134122" y="9814"/>
                </a:lnTo>
                <a:lnTo>
                  <a:pt x="140664" y="9814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0"/>
                </a:lnTo>
                <a:lnTo>
                  <a:pt x="166835" y="0"/>
                </a:lnTo>
                <a:lnTo>
                  <a:pt x="166835" y="3271"/>
                </a:lnTo>
                <a:lnTo>
                  <a:pt x="183191" y="3271"/>
                </a:lnTo>
                <a:lnTo>
                  <a:pt x="183191" y="0"/>
                </a:lnTo>
                <a:lnTo>
                  <a:pt x="202818" y="0"/>
                </a:lnTo>
                <a:lnTo>
                  <a:pt x="202818" y="3271"/>
                </a:lnTo>
                <a:lnTo>
                  <a:pt x="209361" y="3271"/>
                </a:lnTo>
                <a:lnTo>
                  <a:pt x="209361" y="6543"/>
                </a:lnTo>
                <a:lnTo>
                  <a:pt x="212632" y="6543"/>
                </a:lnTo>
                <a:lnTo>
                  <a:pt x="212632" y="9814"/>
                </a:lnTo>
                <a:lnTo>
                  <a:pt x="215904" y="9814"/>
                </a:lnTo>
                <a:lnTo>
                  <a:pt x="215904" y="16356"/>
                </a:lnTo>
                <a:lnTo>
                  <a:pt x="219175" y="16356"/>
                </a:lnTo>
                <a:lnTo>
                  <a:pt x="219175" y="26170"/>
                </a:lnTo>
                <a:lnTo>
                  <a:pt x="215904" y="26170"/>
                </a:lnTo>
                <a:lnTo>
                  <a:pt x="215904" y="32713"/>
                </a:lnTo>
                <a:lnTo>
                  <a:pt x="212632" y="32713"/>
                </a:lnTo>
                <a:lnTo>
                  <a:pt x="212632" y="42526"/>
                </a:lnTo>
                <a:lnTo>
                  <a:pt x="215904" y="42526"/>
                </a:lnTo>
                <a:lnTo>
                  <a:pt x="215904" y="52340"/>
                </a:lnTo>
                <a:lnTo>
                  <a:pt x="212632" y="52340"/>
                </a:lnTo>
                <a:lnTo>
                  <a:pt x="212632" y="58883"/>
                </a:lnTo>
                <a:lnTo>
                  <a:pt x="209361" y="58883"/>
                </a:lnTo>
                <a:lnTo>
                  <a:pt x="209361" y="62154"/>
                </a:lnTo>
                <a:lnTo>
                  <a:pt x="206090" y="62154"/>
                </a:lnTo>
                <a:lnTo>
                  <a:pt x="206090" y="65425"/>
                </a:lnTo>
                <a:lnTo>
                  <a:pt x="199547" y="65425"/>
                </a:lnTo>
                <a:lnTo>
                  <a:pt x="199547" y="68697"/>
                </a:lnTo>
                <a:lnTo>
                  <a:pt x="189733" y="68697"/>
                </a:lnTo>
                <a:lnTo>
                  <a:pt x="189733" y="65425"/>
                </a:lnTo>
                <a:lnTo>
                  <a:pt x="186462" y="65425"/>
                </a:lnTo>
                <a:lnTo>
                  <a:pt x="186462" y="68697"/>
                </a:lnTo>
                <a:lnTo>
                  <a:pt x="166835" y="68697"/>
                </a:lnTo>
                <a:lnTo>
                  <a:pt x="166835" y="65425"/>
                </a:lnTo>
                <a:lnTo>
                  <a:pt x="160292" y="65425"/>
                </a:lnTo>
                <a:lnTo>
                  <a:pt x="160292" y="62154"/>
                </a:lnTo>
                <a:lnTo>
                  <a:pt x="157021" y="62154"/>
                </a:lnTo>
                <a:lnTo>
                  <a:pt x="157021" y="58883"/>
                </a:lnTo>
                <a:lnTo>
                  <a:pt x="153750" y="58883"/>
                </a:lnTo>
                <a:lnTo>
                  <a:pt x="153750" y="52340"/>
                </a:lnTo>
                <a:lnTo>
                  <a:pt x="127579" y="52340"/>
                </a:lnTo>
                <a:lnTo>
                  <a:pt x="127579" y="58883"/>
                </a:lnTo>
                <a:lnTo>
                  <a:pt x="124308" y="58883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68697"/>
                </a:lnTo>
                <a:lnTo>
                  <a:pt x="117766" y="68697"/>
                </a:lnTo>
                <a:lnTo>
                  <a:pt x="117766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91595" y="75239"/>
                </a:lnTo>
                <a:lnTo>
                  <a:pt x="91595" y="71968"/>
                </a:lnTo>
                <a:lnTo>
                  <a:pt x="85053" y="71968"/>
                </a:lnTo>
                <a:lnTo>
                  <a:pt x="85053" y="75239"/>
                </a:lnTo>
                <a:lnTo>
                  <a:pt x="65425" y="75239"/>
                </a:lnTo>
                <a:lnTo>
                  <a:pt x="65425" y="78510"/>
                </a:lnTo>
                <a:lnTo>
                  <a:pt x="71968" y="78510"/>
                </a:lnTo>
                <a:lnTo>
                  <a:pt x="71968" y="81782"/>
                </a:lnTo>
                <a:lnTo>
                  <a:pt x="75239" y="81782"/>
                </a:lnTo>
                <a:lnTo>
                  <a:pt x="75239" y="85053"/>
                </a:lnTo>
                <a:lnTo>
                  <a:pt x="78510" y="85053"/>
                </a:lnTo>
                <a:lnTo>
                  <a:pt x="78510" y="91595"/>
                </a:lnTo>
                <a:lnTo>
                  <a:pt x="81782" y="91595"/>
                </a:lnTo>
                <a:lnTo>
                  <a:pt x="81782" y="101409"/>
                </a:lnTo>
                <a:lnTo>
                  <a:pt x="78510" y="101409"/>
                </a:lnTo>
                <a:lnTo>
                  <a:pt x="78510" y="107952"/>
                </a:lnTo>
                <a:lnTo>
                  <a:pt x="75239" y="107952"/>
                </a:lnTo>
                <a:lnTo>
                  <a:pt x="75239" y="111223"/>
                </a:lnTo>
                <a:lnTo>
                  <a:pt x="71968" y="111223"/>
                </a:lnTo>
                <a:lnTo>
                  <a:pt x="71968" y="114494"/>
                </a:lnTo>
                <a:lnTo>
                  <a:pt x="65425" y="114494"/>
                </a:lnTo>
                <a:lnTo>
                  <a:pt x="65425" y="117766"/>
                </a:lnTo>
                <a:lnTo>
                  <a:pt x="16356" y="117766"/>
                </a:lnTo>
                <a:lnTo>
                  <a:pt x="16356" y="114494"/>
                </a:lnTo>
                <a:lnTo>
                  <a:pt x="9814" y="114494"/>
                </a:lnTo>
                <a:lnTo>
                  <a:pt x="9814" y="111223"/>
                </a:lnTo>
                <a:lnTo>
                  <a:pt x="6543" y="111223"/>
                </a:lnTo>
                <a:lnTo>
                  <a:pt x="6543" y="107952"/>
                </a:lnTo>
                <a:lnTo>
                  <a:pt x="3271" y="107952"/>
                </a:lnTo>
                <a:lnTo>
                  <a:pt x="3271" y="101409"/>
                </a:lnTo>
                <a:lnTo>
                  <a:pt x="0" y="101409"/>
                </a:lnTo>
                <a:lnTo>
                  <a:pt x="0" y="91595"/>
                </a:lnTo>
                <a:lnTo>
                  <a:pt x="3271" y="91595"/>
                </a:lnTo>
                <a:lnTo>
                  <a:pt x="3271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16356" y="78510"/>
                </a:lnTo>
                <a:lnTo>
                  <a:pt x="16356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49069"/>
                </a:lnTo>
                <a:lnTo>
                  <a:pt x="49069" y="49069"/>
                </a:lnTo>
                <a:lnTo>
                  <a:pt x="49069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62154" y="35984"/>
                </a:lnTo>
                <a:lnTo>
                  <a:pt x="62154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91595" y="35984"/>
                </a:lnTo>
                <a:lnTo>
                  <a:pt x="91595" y="32713"/>
                </a:lnTo>
                <a:lnTo>
                  <a:pt x="98138" y="32713"/>
                </a:lnTo>
                <a:lnTo>
                  <a:pt x="98138" y="26170"/>
                </a:lnTo>
                <a:lnTo>
                  <a:pt x="101409" y="26170"/>
                </a:lnTo>
                <a:lnTo>
                  <a:pt x="101409" y="19628"/>
                </a:lnTo>
                <a:lnTo>
                  <a:pt x="104681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isible source SEC-093 inset-1 region 721">
            <a:extLst xmlns:a="http://schemas.openxmlformats.org/drawingml/2006/main">
              <a:ext uri="{FF2B5EF4-FFF2-40B4-BE49-F238E27FC236}">
                <a16:creationId xmlns:a16="http://schemas.microsoft.com/office/drawing/2014/main" id="{874B69B9-75FF-4D7B-B670-F2D4F20C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440" y="2211539"/>
            <a:ext cx="215904" cy="104681"/>
          </a:xfrm>
          <a:custGeom xmlns:a="http://schemas.openxmlformats.org/drawingml/2006/main">
            <a:pathLst>
              <a:path w="215904" h="104681">
                <a:moveTo>
                  <a:pt x="140664" y="9814"/>
                </a:moveTo>
                <a:lnTo>
                  <a:pt x="143936" y="9814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3271"/>
                </a:lnTo>
                <a:lnTo>
                  <a:pt x="153750" y="3271"/>
                </a:lnTo>
                <a:lnTo>
                  <a:pt x="153750" y="0"/>
                </a:lnTo>
                <a:lnTo>
                  <a:pt x="163563" y="0"/>
                </a:lnTo>
                <a:lnTo>
                  <a:pt x="163563" y="3271"/>
                </a:lnTo>
                <a:lnTo>
                  <a:pt x="166835" y="3271"/>
                </a:lnTo>
                <a:lnTo>
                  <a:pt x="166835" y="0"/>
                </a:lnTo>
                <a:lnTo>
                  <a:pt x="199547" y="0"/>
                </a:lnTo>
                <a:lnTo>
                  <a:pt x="199547" y="3271"/>
                </a:lnTo>
                <a:lnTo>
                  <a:pt x="206090" y="3271"/>
                </a:lnTo>
                <a:lnTo>
                  <a:pt x="206090" y="6543"/>
                </a:lnTo>
                <a:lnTo>
                  <a:pt x="209361" y="6543"/>
                </a:lnTo>
                <a:lnTo>
                  <a:pt x="209361" y="9814"/>
                </a:lnTo>
                <a:lnTo>
                  <a:pt x="212632" y="9814"/>
                </a:lnTo>
                <a:lnTo>
                  <a:pt x="212632" y="16356"/>
                </a:lnTo>
                <a:lnTo>
                  <a:pt x="215904" y="16356"/>
                </a:lnTo>
                <a:lnTo>
                  <a:pt x="215904" y="26170"/>
                </a:lnTo>
                <a:lnTo>
                  <a:pt x="212632" y="26170"/>
                </a:lnTo>
                <a:lnTo>
                  <a:pt x="212632" y="32713"/>
                </a:lnTo>
                <a:lnTo>
                  <a:pt x="209361" y="32713"/>
                </a:lnTo>
                <a:lnTo>
                  <a:pt x="209361" y="35984"/>
                </a:lnTo>
                <a:lnTo>
                  <a:pt x="206090" y="35984"/>
                </a:lnTo>
                <a:lnTo>
                  <a:pt x="206090" y="39255"/>
                </a:lnTo>
                <a:lnTo>
                  <a:pt x="199547" y="39255"/>
                </a:lnTo>
                <a:lnTo>
                  <a:pt x="199547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63563" y="45798"/>
                </a:lnTo>
                <a:lnTo>
                  <a:pt x="163563" y="55612"/>
                </a:lnTo>
                <a:lnTo>
                  <a:pt x="160292" y="55612"/>
                </a:lnTo>
                <a:lnTo>
                  <a:pt x="160292" y="62154"/>
                </a:lnTo>
                <a:lnTo>
                  <a:pt x="157021" y="62154"/>
                </a:lnTo>
                <a:lnTo>
                  <a:pt x="157021" y="65425"/>
                </a:lnTo>
                <a:lnTo>
                  <a:pt x="153750" y="65425"/>
                </a:lnTo>
                <a:lnTo>
                  <a:pt x="153750" y="68697"/>
                </a:lnTo>
                <a:lnTo>
                  <a:pt x="147207" y="68697"/>
                </a:lnTo>
                <a:lnTo>
                  <a:pt x="147207" y="71968"/>
                </a:lnTo>
                <a:lnTo>
                  <a:pt x="124308" y="71968"/>
                </a:lnTo>
                <a:lnTo>
                  <a:pt x="124308" y="68697"/>
                </a:lnTo>
                <a:lnTo>
                  <a:pt x="117766" y="68697"/>
                </a:lnTo>
                <a:lnTo>
                  <a:pt x="117766" y="71968"/>
                </a:lnTo>
                <a:lnTo>
                  <a:pt x="107952" y="71968"/>
                </a:lnTo>
                <a:lnTo>
                  <a:pt x="107952" y="68697"/>
                </a:lnTo>
                <a:lnTo>
                  <a:pt x="101409" y="68697"/>
                </a:lnTo>
                <a:lnTo>
                  <a:pt x="101409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94867" y="62154"/>
                </a:lnTo>
                <a:lnTo>
                  <a:pt x="94867" y="58883"/>
                </a:lnTo>
                <a:lnTo>
                  <a:pt x="75239" y="58883"/>
                </a:lnTo>
                <a:lnTo>
                  <a:pt x="75239" y="65425"/>
                </a:lnTo>
                <a:lnTo>
                  <a:pt x="78510" y="65425"/>
                </a:lnTo>
                <a:lnTo>
                  <a:pt x="78510" y="88324"/>
                </a:lnTo>
                <a:lnTo>
                  <a:pt x="75239" y="88324"/>
                </a:lnTo>
                <a:lnTo>
                  <a:pt x="75239" y="94867"/>
                </a:lnTo>
                <a:lnTo>
                  <a:pt x="71968" y="94867"/>
                </a:lnTo>
                <a:lnTo>
                  <a:pt x="71968" y="98138"/>
                </a:lnTo>
                <a:lnTo>
                  <a:pt x="68697" y="98138"/>
                </a:lnTo>
                <a:lnTo>
                  <a:pt x="68697" y="101409"/>
                </a:lnTo>
                <a:lnTo>
                  <a:pt x="62154" y="101409"/>
                </a:lnTo>
                <a:lnTo>
                  <a:pt x="62154" y="104681"/>
                </a:lnTo>
                <a:lnTo>
                  <a:pt x="39255" y="104681"/>
                </a:lnTo>
                <a:lnTo>
                  <a:pt x="39255" y="101409"/>
                </a:lnTo>
                <a:lnTo>
                  <a:pt x="32713" y="101409"/>
                </a:lnTo>
                <a:lnTo>
                  <a:pt x="32713" y="104681"/>
                </a:lnTo>
                <a:lnTo>
                  <a:pt x="16356" y="104681"/>
                </a:lnTo>
                <a:lnTo>
                  <a:pt x="16356" y="101409"/>
                </a:lnTo>
                <a:lnTo>
                  <a:pt x="9814" y="101409"/>
                </a:lnTo>
                <a:lnTo>
                  <a:pt x="9814" y="98138"/>
                </a:lnTo>
                <a:lnTo>
                  <a:pt x="6543" y="98138"/>
                </a:lnTo>
                <a:lnTo>
                  <a:pt x="6543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0" y="88324"/>
                </a:lnTo>
                <a:lnTo>
                  <a:pt x="0" y="78510"/>
                </a:lnTo>
                <a:lnTo>
                  <a:pt x="3271" y="78510"/>
                </a:lnTo>
                <a:lnTo>
                  <a:pt x="3271" y="65425"/>
                </a:lnTo>
                <a:lnTo>
                  <a:pt x="6543" y="65425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19628" y="52340"/>
                </a:lnTo>
                <a:lnTo>
                  <a:pt x="19628" y="49069"/>
                </a:lnTo>
                <a:lnTo>
                  <a:pt x="45798" y="49069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32713"/>
                </a:lnTo>
                <a:lnTo>
                  <a:pt x="45798" y="32713"/>
                </a:lnTo>
                <a:lnTo>
                  <a:pt x="45798" y="26170"/>
                </a:lnTo>
                <a:lnTo>
                  <a:pt x="49069" y="26170"/>
                </a:lnTo>
                <a:lnTo>
                  <a:pt x="49069" y="22899"/>
                </a:lnTo>
                <a:lnTo>
                  <a:pt x="52340" y="22899"/>
                </a:lnTo>
                <a:lnTo>
                  <a:pt x="52340" y="19628"/>
                </a:lnTo>
                <a:lnTo>
                  <a:pt x="58883" y="19628"/>
                </a:lnTo>
                <a:lnTo>
                  <a:pt x="58883" y="16356"/>
                </a:lnTo>
                <a:lnTo>
                  <a:pt x="68697" y="16356"/>
                </a:lnTo>
                <a:lnTo>
                  <a:pt x="68697" y="19628"/>
                </a:lnTo>
                <a:lnTo>
                  <a:pt x="71968" y="19628"/>
                </a:lnTo>
                <a:lnTo>
                  <a:pt x="71968" y="16356"/>
                </a:lnTo>
                <a:lnTo>
                  <a:pt x="107952" y="16356"/>
                </a:lnTo>
                <a:lnTo>
                  <a:pt x="107952" y="19628"/>
                </a:lnTo>
                <a:lnTo>
                  <a:pt x="114494" y="19628"/>
                </a:lnTo>
                <a:lnTo>
                  <a:pt x="114494" y="22899"/>
                </a:lnTo>
                <a:lnTo>
                  <a:pt x="117766" y="22899"/>
                </a:lnTo>
                <a:lnTo>
                  <a:pt x="117766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27579" y="32713"/>
                </a:lnTo>
                <a:lnTo>
                  <a:pt x="127579" y="29441"/>
                </a:lnTo>
                <a:lnTo>
                  <a:pt x="140664" y="29441"/>
                </a:lnTo>
                <a:lnTo>
                  <a:pt x="140664" y="26170"/>
                </a:lnTo>
                <a:lnTo>
                  <a:pt x="137393" y="26170"/>
                </a:lnTo>
                <a:lnTo>
                  <a:pt x="137393" y="16356"/>
                </a:lnTo>
                <a:lnTo>
                  <a:pt x="140664" y="16356"/>
                </a:lnTo>
                <a:lnTo>
                  <a:pt x="140664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isible source SEC-093 inset-1 region 722">
            <a:extLst xmlns:a="http://schemas.openxmlformats.org/drawingml/2006/main">
              <a:ext uri="{FF2B5EF4-FFF2-40B4-BE49-F238E27FC236}">
                <a16:creationId xmlns:a16="http://schemas.microsoft.com/office/drawing/2014/main" id="{006489E6-E430-4634-8D4E-95035D75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509" y="2267151"/>
            <a:ext cx="212632" cy="114494"/>
          </a:xfrm>
          <a:custGeom xmlns:a="http://schemas.openxmlformats.org/drawingml/2006/main">
            <a:pathLst>
              <a:path w="212632" h="114494">
                <a:moveTo>
                  <a:pt x="42526" y="55612"/>
                </a:moveTo>
                <a:lnTo>
                  <a:pt x="45798" y="55612"/>
                </a:lnTo>
                <a:lnTo>
                  <a:pt x="45798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88324" y="39255"/>
                </a:lnTo>
                <a:lnTo>
                  <a:pt x="88324" y="35984"/>
                </a:lnTo>
                <a:lnTo>
                  <a:pt x="91595" y="35984"/>
                </a:lnTo>
                <a:lnTo>
                  <a:pt x="91595" y="32713"/>
                </a:lnTo>
                <a:lnTo>
                  <a:pt x="94867" y="32713"/>
                </a:lnTo>
                <a:lnTo>
                  <a:pt x="94867" y="29441"/>
                </a:lnTo>
                <a:lnTo>
                  <a:pt x="101409" y="29441"/>
                </a:lnTo>
                <a:lnTo>
                  <a:pt x="101409" y="26170"/>
                </a:lnTo>
                <a:lnTo>
                  <a:pt x="127579" y="26170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9814"/>
                </a:lnTo>
                <a:lnTo>
                  <a:pt x="134122" y="9814"/>
                </a:lnTo>
                <a:lnTo>
                  <a:pt x="134122" y="6543"/>
                </a:lnTo>
                <a:lnTo>
                  <a:pt x="137393" y="6543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3563" y="3271"/>
                </a:lnTo>
                <a:lnTo>
                  <a:pt x="163563" y="0"/>
                </a:lnTo>
                <a:lnTo>
                  <a:pt x="196276" y="0"/>
                </a:lnTo>
                <a:lnTo>
                  <a:pt x="196276" y="3271"/>
                </a:lnTo>
                <a:lnTo>
                  <a:pt x="202818" y="3271"/>
                </a:lnTo>
                <a:lnTo>
                  <a:pt x="202818" y="6543"/>
                </a:lnTo>
                <a:lnTo>
                  <a:pt x="206090" y="6543"/>
                </a:lnTo>
                <a:lnTo>
                  <a:pt x="206090" y="9814"/>
                </a:lnTo>
                <a:lnTo>
                  <a:pt x="209361" y="9814"/>
                </a:lnTo>
                <a:lnTo>
                  <a:pt x="209361" y="16356"/>
                </a:lnTo>
                <a:lnTo>
                  <a:pt x="212632" y="16356"/>
                </a:lnTo>
                <a:lnTo>
                  <a:pt x="212632" y="26170"/>
                </a:lnTo>
                <a:lnTo>
                  <a:pt x="209361" y="26170"/>
                </a:lnTo>
                <a:lnTo>
                  <a:pt x="209361" y="32713"/>
                </a:lnTo>
                <a:lnTo>
                  <a:pt x="206090" y="32713"/>
                </a:lnTo>
                <a:lnTo>
                  <a:pt x="206090" y="42526"/>
                </a:lnTo>
                <a:lnTo>
                  <a:pt x="209361" y="42526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8883"/>
                </a:lnTo>
                <a:lnTo>
                  <a:pt x="202818" y="58883"/>
                </a:lnTo>
                <a:lnTo>
                  <a:pt x="202818" y="62154"/>
                </a:lnTo>
                <a:lnTo>
                  <a:pt x="199547" y="62154"/>
                </a:lnTo>
                <a:lnTo>
                  <a:pt x="199547" y="65425"/>
                </a:lnTo>
                <a:lnTo>
                  <a:pt x="193005" y="65425"/>
                </a:lnTo>
                <a:lnTo>
                  <a:pt x="193005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4494" y="75239"/>
                </a:lnTo>
                <a:lnTo>
                  <a:pt x="114494" y="78510"/>
                </a:lnTo>
                <a:lnTo>
                  <a:pt x="107952" y="78510"/>
                </a:lnTo>
                <a:lnTo>
                  <a:pt x="107952" y="81782"/>
                </a:lnTo>
                <a:lnTo>
                  <a:pt x="88324" y="81782"/>
                </a:lnTo>
                <a:lnTo>
                  <a:pt x="88324" y="78510"/>
                </a:lnTo>
                <a:lnTo>
                  <a:pt x="78510" y="78510"/>
                </a:lnTo>
                <a:lnTo>
                  <a:pt x="78510" y="81782"/>
                </a:lnTo>
                <a:lnTo>
                  <a:pt x="71968" y="81782"/>
                </a:lnTo>
                <a:lnTo>
                  <a:pt x="71968" y="88324"/>
                </a:lnTo>
                <a:lnTo>
                  <a:pt x="75239" y="88324"/>
                </a:lnTo>
                <a:lnTo>
                  <a:pt x="75239" y="98138"/>
                </a:lnTo>
                <a:lnTo>
                  <a:pt x="71968" y="98138"/>
                </a:lnTo>
                <a:lnTo>
                  <a:pt x="71968" y="104681"/>
                </a:lnTo>
                <a:lnTo>
                  <a:pt x="68697" y="104681"/>
                </a:lnTo>
                <a:lnTo>
                  <a:pt x="68697" y="107952"/>
                </a:lnTo>
                <a:lnTo>
                  <a:pt x="65425" y="107952"/>
                </a:lnTo>
                <a:lnTo>
                  <a:pt x="65425" y="111223"/>
                </a:lnTo>
                <a:lnTo>
                  <a:pt x="58883" y="111223"/>
                </a:lnTo>
                <a:lnTo>
                  <a:pt x="58883" y="114494"/>
                </a:lnTo>
                <a:lnTo>
                  <a:pt x="16356" y="114494"/>
                </a:lnTo>
                <a:lnTo>
                  <a:pt x="16356" y="111223"/>
                </a:lnTo>
                <a:lnTo>
                  <a:pt x="9814" y="111223"/>
                </a:lnTo>
                <a:lnTo>
                  <a:pt x="9814" y="107952"/>
                </a:lnTo>
                <a:lnTo>
                  <a:pt x="6543" y="107952"/>
                </a:lnTo>
                <a:lnTo>
                  <a:pt x="6543" y="104681"/>
                </a:lnTo>
                <a:lnTo>
                  <a:pt x="3271" y="104681"/>
                </a:lnTo>
                <a:lnTo>
                  <a:pt x="3271" y="98138"/>
                </a:lnTo>
                <a:lnTo>
                  <a:pt x="0" y="98138"/>
                </a:lnTo>
                <a:lnTo>
                  <a:pt x="0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isible source SEC-093 inset-1 region 723">
            <a:extLst xmlns:a="http://schemas.openxmlformats.org/drawingml/2006/main">
              <a:ext uri="{FF2B5EF4-FFF2-40B4-BE49-F238E27FC236}">
                <a16:creationId xmlns:a16="http://schemas.microsoft.com/office/drawing/2014/main" id="{9AEF01ED-03BC-4EF4-A673-4A664D4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168" y="2424171"/>
            <a:ext cx="264973" cy="153750"/>
          </a:xfrm>
          <a:custGeom xmlns:a="http://schemas.openxmlformats.org/drawingml/2006/main">
            <a:pathLst>
              <a:path w="264973" h="153750">
                <a:moveTo>
                  <a:pt x="49069" y="16356"/>
                </a:move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19628"/>
                </a:lnTo>
                <a:lnTo>
                  <a:pt x="140664" y="19628"/>
                </a:lnTo>
                <a:lnTo>
                  <a:pt x="140664" y="13085"/>
                </a:lnTo>
                <a:lnTo>
                  <a:pt x="143936" y="13085"/>
                </a:lnTo>
                <a:lnTo>
                  <a:pt x="143936" y="9814"/>
                </a:lnTo>
                <a:lnTo>
                  <a:pt x="147207" y="9814"/>
                </a:lnTo>
                <a:lnTo>
                  <a:pt x="147207" y="6543"/>
                </a:lnTo>
                <a:lnTo>
                  <a:pt x="153750" y="6543"/>
                </a:lnTo>
                <a:lnTo>
                  <a:pt x="153750" y="3271"/>
                </a:lnTo>
                <a:lnTo>
                  <a:pt x="206090" y="3271"/>
                </a:lnTo>
                <a:lnTo>
                  <a:pt x="206090" y="6543"/>
                </a:lnTo>
                <a:lnTo>
                  <a:pt x="212632" y="6543"/>
                </a:lnTo>
                <a:lnTo>
                  <a:pt x="212632" y="9814"/>
                </a:lnTo>
                <a:lnTo>
                  <a:pt x="215904" y="9814"/>
                </a:lnTo>
                <a:lnTo>
                  <a:pt x="215904" y="13085"/>
                </a:lnTo>
                <a:lnTo>
                  <a:pt x="219175" y="13085"/>
                </a:lnTo>
                <a:lnTo>
                  <a:pt x="219175" y="19628"/>
                </a:lnTo>
                <a:lnTo>
                  <a:pt x="222446" y="19628"/>
                </a:lnTo>
                <a:lnTo>
                  <a:pt x="222446" y="29441"/>
                </a:lnTo>
                <a:lnTo>
                  <a:pt x="219175" y="29441"/>
                </a:lnTo>
                <a:lnTo>
                  <a:pt x="219175" y="35984"/>
                </a:lnTo>
                <a:lnTo>
                  <a:pt x="215904" y="35984"/>
                </a:lnTo>
                <a:lnTo>
                  <a:pt x="215904" y="39255"/>
                </a:lnTo>
                <a:lnTo>
                  <a:pt x="212632" y="39255"/>
                </a:lnTo>
                <a:lnTo>
                  <a:pt x="212632" y="42526"/>
                </a:lnTo>
                <a:lnTo>
                  <a:pt x="248616" y="42526"/>
                </a:lnTo>
                <a:lnTo>
                  <a:pt x="248616" y="45798"/>
                </a:lnTo>
                <a:lnTo>
                  <a:pt x="255159" y="45798"/>
                </a:lnTo>
                <a:lnTo>
                  <a:pt x="255159" y="49069"/>
                </a:lnTo>
                <a:lnTo>
                  <a:pt x="258430" y="49069"/>
                </a:lnTo>
                <a:lnTo>
                  <a:pt x="258430" y="52340"/>
                </a:lnTo>
                <a:lnTo>
                  <a:pt x="261701" y="52340"/>
                </a:lnTo>
                <a:lnTo>
                  <a:pt x="261701" y="58883"/>
                </a:lnTo>
                <a:lnTo>
                  <a:pt x="264973" y="58883"/>
                </a:lnTo>
                <a:lnTo>
                  <a:pt x="264973" y="68697"/>
                </a:lnTo>
                <a:lnTo>
                  <a:pt x="261701" y="68697"/>
                </a:lnTo>
                <a:lnTo>
                  <a:pt x="261701" y="81782"/>
                </a:lnTo>
                <a:lnTo>
                  <a:pt x="264973" y="81782"/>
                </a:lnTo>
                <a:lnTo>
                  <a:pt x="264973" y="91595"/>
                </a:lnTo>
                <a:lnTo>
                  <a:pt x="261701" y="91595"/>
                </a:lnTo>
                <a:lnTo>
                  <a:pt x="261701" y="98138"/>
                </a:lnTo>
                <a:lnTo>
                  <a:pt x="258430" y="98138"/>
                </a:lnTo>
                <a:lnTo>
                  <a:pt x="258430" y="101409"/>
                </a:lnTo>
                <a:lnTo>
                  <a:pt x="255159" y="101409"/>
                </a:lnTo>
                <a:lnTo>
                  <a:pt x="255159" y="104681"/>
                </a:lnTo>
                <a:lnTo>
                  <a:pt x="248616" y="104681"/>
                </a:lnTo>
                <a:lnTo>
                  <a:pt x="248616" y="107952"/>
                </a:lnTo>
                <a:lnTo>
                  <a:pt x="238802" y="107952"/>
                </a:lnTo>
                <a:lnTo>
                  <a:pt x="238802" y="104681"/>
                </a:lnTo>
                <a:lnTo>
                  <a:pt x="228989" y="104681"/>
                </a:lnTo>
                <a:lnTo>
                  <a:pt x="228989" y="107952"/>
                </a:lnTo>
                <a:lnTo>
                  <a:pt x="222446" y="107952"/>
                </a:lnTo>
                <a:lnTo>
                  <a:pt x="222446" y="111223"/>
                </a:lnTo>
                <a:lnTo>
                  <a:pt x="219175" y="111223"/>
                </a:lnTo>
                <a:lnTo>
                  <a:pt x="219175" y="117766"/>
                </a:lnTo>
                <a:lnTo>
                  <a:pt x="215904" y="117766"/>
                </a:lnTo>
                <a:lnTo>
                  <a:pt x="215904" y="121037"/>
                </a:lnTo>
                <a:lnTo>
                  <a:pt x="212632" y="121037"/>
                </a:lnTo>
                <a:lnTo>
                  <a:pt x="212632" y="124308"/>
                </a:lnTo>
                <a:lnTo>
                  <a:pt x="206090" y="124308"/>
                </a:lnTo>
                <a:lnTo>
                  <a:pt x="206090" y="127579"/>
                </a:lnTo>
                <a:lnTo>
                  <a:pt x="130851" y="127579"/>
                </a:lnTo>
                <a:lnTo>
                  <a:pt x="130851" y="140664"/>
                </a:lnTo>
                <a:lnTo>
                  <a:pt x="127579" y="140664"/>
                </a:lnTo>
                <a:lnTo>
                  <a:pt x="127579" y="143936"/>
                </a:lnTo>
                <a:lnTo>
                  <a:pt x="124308" y="143936"/>
                </a:lnTo>
                <a:lnTo>
                  <a:pt x="124308" y="147207"/>
                </a:lnTo>
                <a:lnTo>
                  <a:pt x="121037" y="147207"/>
                </a:lnTo>
                <a:lnTo>
                  <a:pt x="121037" y="150478"/>
                </a:lnTo>
                <a:lnTo>
                  <a:pt x="117766" y="150478"/>
                </a:lnTo>
                <a:lnTo>
                  <a:pt x="117766" y="153750"/>
                </a:lnTo>
                <a:lnTo>
                  <a:pt x="62154" y="153750"/>
                </a:lnTo>
                <a:lnTo>
                  <a:pt x="62154" y="150478"/>
                </a:lnTo>
                <a:lnTo>
                  <a:pt x="55612" y="150478"/>
                </a:lnTo>
                <a:lnTo>
                  <a:pt x="55612" y="147207"/>
                </a:lnTo>
                <a:lnTo>
                  <a:pt x="52340" y="147207"/>
                </a:lnTo>
                <a:lnTo>
                  <a:pt x="52340" y="143936"/>
                </a:lnTo>
                <a:lnTo>
                  <a:pt x="49069" y="143936"/>
                </a:lnTo>
                <a:lnTo>
                  <a:pt x="49069" y="137393"/>
                </a:lnTo>
                <a:lnTo>
                  <a:pt x="45798" y="137393"/>
                </a:lnTo>
                <a:lnTo>
                  <a:pt x="45798" y="127579"/>
                </a:lnTo>
                <a:lnTo>
                  <a:pt x="49069" y="127579"/>
                </a:lnTo>
                <a:lnTo>
                  <a:pt x="49069" y="121037"/>
                </a:lnTo>
                <a:lnTo>
                  <a:pt x="52340" y="121037"/>
                </a:lnTo>
                <a:lnTo>
                  <a:pt x="52340" y="117766"/>
                </a:lnTo>
                <a:lnTo>
                  <a:pt x="55612" y="117766"/>
                </a:lnTo>
                <a:lnTo>
                  <a:pt x="55612" y="114494"/>
                </a:lnTo>
                <a:lnTo>
                  <a:pt x="62154" y="114494"/>
                </a:lnTo>
                <a:lnTo>
                  <a:pt x="62154" y="111223"/>
                </a:lnTo>
                <a:lnTo>
                  <a:pt x="91595" y="111223"/>
                </a:lnTo>
                <a:lnTo>
                  <a:pt x="91595" y="101409"/>
                </a:lnTo>
                <a:lnTo>
                  <a:pt x="94867" y="101409"/>
                </a:lnTo>
                <a:lnTo>
                  <a:pt x="94867" y="94867"/>
                </a:lnTo>
                <a:lnTo>
                  <a:pt x="98138" y="94867"/>
                </a:lnTo>
                <a:lnTo>
                  <a:pt x="98138" y="91595"/>
                </a:lnTo>
                <a:lnTo>
                  <a:pt x="101409" y="91595"/>
                </a:lnTo>
                <a:lnTo>
                  <a:pt x="101409" y="88324"/>
                </a:lnTo>
                <a:lnTo>
                  <a:pt x="107952" y="88324"/>
                </a:lnTo>
                <a:lnTo>
                  <a:pt x="107952" y="85053"/>
                </a:lnTo>
                <a:lnTo>
                  <a:pt x="179920" y="85053"/>
                </a:lnTo>
                <a:lnTo>
                  <a:pt x="179920" y="81782"/>
                </a:lnTo>
                <a:lnTo>
                  <a:pt x="183191" y="81782"/>
                </a:lnTo>
                <a:lnTo>
                  <a:pt x="183191" y="75239"/>
                </a:lnTo>
                <a:lnTo>
                  <a:pt x="186462" y="75239"/>
                </a:lnTo>
                <a:lnTo>
                  <a:pt x="186462" y="68697"/>
                </a:lnTo>
                <a:lnTo>
                  <a:pt x="183191" y="68697"/>
                </a:lnTo>
                <a:lnTo>
                  <a:pt x="183191" y="58883"/>
                </a:lnTo>
                <a:lnTo>
                  <a:pt x="186462" y="58883"/>
                </a:lnTo>
                <a:lnTo>
                  <a:pt x="186462" y="52340"/>
                </a:lnTo>
                <a:lnTo>
                  <a:pt x="189733" y="52340"/>
                </a:lnTo>
                <a:lnTo>
                  <a:pt x="189733" y="49069"/>
                </a:lnTo>
                <a:lnTo>
                  <a:pt x="193005" y="49069"/>
                </a:lnTo>
                <a:lnTo>
                  <a:pt x="193005" y="45798"/>
                </a:lnTo>
                <a:lnTo>
                  <a:pt x="173377" y="45798"/>
                </a:lnTo>
                <a:lnTo>
                  <a:pt x="173377" y="52340"/>
                </a:lnTo>
                <a:lnTo>
                  <a:pt x="170106" y="52340"/>
                </a:lnTo>
                <a:lnTo>
                  <a:pt x="170106" y="55612"/>
                </a:lnTo>
                <a:lnTo>
                  <a:pt x="166835" y="55612"/>
                </a:lnTo>
                <a:lnTo>
                  <a:pt x="166835" y="58883"/>
                </a:lnTo>
                <a:lnTo>
                  <a:pt x="160292" y="58883"/>
                </a:lnTo>
                <a:lnTo>
                  <a:pt x="160292" y="62154"/>
                </a:lnTo>
                <a:lnTo>
                  <a:pt x="114494" y="62154"/>
                </a:lnTo>
                <a:lnTo>
                  <a:pt x="114494" y="58883"/>
                </a:lnTo>
                <a:lnTo>
                  <a:pt x="107952" y="58883"/>
                </a:lnTo>
                <a:lnTo>
                  <a:pt x="107952" y="55612"/>
                </a:lnTo>
                <a:lnTo>
                  <a:pt x="104681" y="55612"/>
                </a:lnTo>
                <a:lnTo>
                  <a:pt x="104681" y="52340"/>
                </a:lnTo>
                <a:lnTo>
                  <a:pt x="101409" y="52340"/>
                </a:lnTo>
                <a:lnTo>
                  <a:pt x="101409" y="45798"/>
                </a:lnTo>
                <a:lnTo>
                  <a:pt x="98138" y="45798"/>
                </a:lnTo>
                <a:lnTo>
                  <a:pt x="98138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8883"/>
                </a:lnTo>
                <a:lnTo>
                  <a:pt x="85053" y="58883"/>
                </a:lnTo>
                <a:lnTo>
                  <a:pt x="85053" y="71968"/>
                </a:lnTo>
                <a:lnTo>
                  <a:pt x="88324" y="71968"/>
                </a:lnTo>
                <a:lnTo>
                  <a:pt x="88324" y="81782"/>
                </a:lnTo>
                <a:lnTo>
                  <a:pt x="85053" y="81782"/>
                </a:lnTo>
                <a:lnTo>
                  <a:pt x="85053" y="88324"/>
                </a:lnTo>
                <a:lnTo>
                  <a:pt x="81782" y="88324"/>
                </a:lnTo>
                <a:lnTo>
                  <a:pt x="81782" y="91595"/>
                </a:lnTo>
                <a:lnTo>
                  <a:pt x="78510" y="91595"/>
                </a:lnTo>
                <a:lnTo>
                  <a:pt x="78510" y="94867"/>
                </a:lnTo>
                <a:lnTo>
                  <a:pt x="71968" y="94867"/>
                </a:lnTo>
                <a:lnTo>
                  <a:pt x="71968" y="98138"/>
                </a:lnTo>
                <a:lnTo>
                  <a:pt x="16356" y="98138"/>
                </a:lnTo>
                <a:lnTo>
                  <a:pt x="16356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isible source SEC-093 inset-1 region 724">
            <a:extLst xmlns:a="http://schemas.openxmlformats.org/drawingml/2006/main">
              <a:ext uri="{FF2B5EF4-FFF2-40B4-BE49-F238E27FC236}">
                <a16:creationId xmlns:a16="http://schemas.microsoft.com/office/drawing/2014/main" id="{60701977-07C4-4E8B-84EF-3E347AA0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185" y="2564836"/>
            <a:ext cx="71968" cy="42526"/>
          </a:xfrm>
          <a:custGeom xmlns:a="http://schemas.openxmlformats.org/drawingml/2006/main">
            <a:pathLst>
              <a:path w="71968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isible source SEC-093 inset-1 region 725">
            <a:extLst xmlns:a="http://schemas.openxmlformats.org/drawingml/2006/main">
              <a:ext uri="{FF2B5EF4-FFF2-40B4-BE49-F238E27FC236}">
                <a16:creationId xmlns:a16="http://schemas.microsoft.com/office/drawing/2014/main" id="{A07BC7BF-2EA1-47DC-8BCB-B906E6A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141" y="133156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isible source SEC-093 inset-1 region 726">
            <a:extLst xmlns:a="http://schemas.openxmlformats.org/drawingml/2006/main">
              <a:ext uri="{FF2B5EF4-FFF2-40B4-BE49-F238E27FC236}">
                <a16:creationId xmlns:a16="http://schemas.microsoft.com/office/drawing/2014/main" id="{D2679881-F51B-4DBC-8855-0D13FD09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311" y="152130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isible source SEC-093 inset-1 region 727">
            <a:extLst xmlns:a="http://schemas.openxmlformats.org/drawingml/2006/main">
              <a:ext uri="{FF2B5EF4-FFF2-40B4-BE49-F238E27FC236}">
                <a16:creationId xmlns:a16="http://schemas.microsoft.com/office/drawing/2014/main" id="{482F8FE6-BBDA-4CC3-9ED4-16EA6798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870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isible source SEC-093 inset-1 region 728">
            <a:extLst xmlns:a="http://schemas.openxmlformats.org/drawingml/2006/main">
              <a:ext uri="{FF2B5EF4-FFF2-40B4-BE49-F238E27FC236}">
                <a16:creationId xmlns:a16="http://schemas.microsoft.com/office/drawing/2014/main" id="{978454A4-D22C-4C97-B548-3D677C6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210" y="1570371"/>
            <a:ext cx="65425" cy="42526"/>
          </a:xfrm>
          <a:custGeom xmlns:a="http://schemas.openxmlformats.org/drawingml/2006/main">
            <a:pathLst>
              <a:path w="65425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isible source SEC-093 inset-1 region 729">
            <a:extLst xmlns:a="http://schemas.openxmlformats.org/drawingml/2006/main">
              <a:ext uri="{FF2B5EF4-FFF2-40B4-BE49-F238E27FC236}">
                <a16:creationId xmlns:a16="http://schemas.microsoft.com/office/drawing/2014/main" id="{431BE54B-BFE2-487D-8FE4-D7A137A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024" y="1665238"/>
            <a:ext cx="91595" cy="42526"/>
          </a:xfrm>
          <a:custGeom xmlns:a="http://schemas.openxmlformats.org/drawingml/2006/main">
            <a:pathLst>
              <a:path w="91595" h="42526">
                <a:moveTo>
                  <a:pt x="49069" y="16356"/>
                </a:moveTo>
                <a:lnTo>
                  <a:pt x="52340" y="16356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isible source SEC-093 inset-1 region 730">
            <a:extLst xmlns:a="http://schemas.openxmlformats.org/drawingml/2006/main">
              <a:ext uri="{FF2B5EF4-FFF2-40B4-BE49-F238E27FC236}">
                <a16:creationId xmlns:a16="http://schemas.microsoft.com/office/drawing/2014/main" id="{B435BCE5-4EF0-4746-9323-821B7405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615" y="1671780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isible source SEC-093 inset-1 region 731">
            <a:extLst xmlns:a="http://schemas.openxmlformats.org/drawingml/2006/main">
              <a:ext uri="{FF2B5EF4-FFF2-40B4-BE49-F238E27FC236}">
                <a16:creationId xmlns:a16="http://schemas.microsoft.com/office/drawing/2014/main" id="{A0B70A80-8550-4CD6-BC29-B7CD65D9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497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isible source SEC-093 inset-1 region 732">
            <a:extLst xmlns:a="http://schemas.openxmlformats.org/drawingml/2006/main">
              <a:ext uri="{FF2B5EF4-FFF2-40B4-BE49-F238E27FC236}">
                <a16:creationId xmlns:a16="http://schemas.microsoft.com/office/drawing/2014/main" id="{5DDE1279-EFCD-4D8A-B023-EFB02231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886" y="1743748"/>
            <a:ext cx="68697" cy="68697"/>
          </a:xfrm>
          <a:custGeom xmlns:a="http://schemas.openxmlformats.org/drawingml/2006/main">
            <a:pathLst>
              <a:path w="68697" h="68697">
                <a:moveTo>
                  <a:pt x="9814" y="26170"/>
                </a:move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29441"/>
                </a:lnTo>
                <a:lnTo>
                  <a:pt x="58883" y="29441"/>
                </a:lnTo>
                <a:lnTo>
                  <a:pt x="58883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65425" y="35984"/>
                </a:lnTo>
                <a:lnTo>
                  <a:pt x="65425" y="42526"/>
                </a:lnTo>
                <a:lnTo>
                  <a:pt x="68697" y="42526"/>
                </a:lnTo>
                <a:lnTo>
                  <a:pt x="68697" y="52340"/>
                </a:lnTo>
                <a:lnTo>
                  <a:pt x="65425" y="52340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58883" y="62154"/>
                </a:lnTo>
                <a:lnTo>
                  <a:pt x="58883" y="65425"/>
                </a:lnTo>
                <a:lnTo>
                  <a:pt x="52340" y="65425"/>
                </a:lnTo>
                <a:lnTo>
                  <a:pt x="52340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35984" y="65425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65425"/>
                </a:lnTo>
                <a:lnTo>
                  <a:pt x="26170" y="65425"/>
                </a:lnTo>
                <a:lnTo>
                  <a:pt x="26170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3085" y="29441"/>
                </a:lnTo>
                <a:lnTo>
                  <a:pt x="13085" y="26170"/>
                </a:lnTo>
                <a:lnTo>
                  <a:pt x="9814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isible source SEC-093 inset-1 region 733">
            <a:extLst xmlns:a="http://schemas.openxmlformats.org/drawingml/2006/main">
              <a:ext uri="{FF2B5EF4-FFF2-40B4-BE49-F238E27FC236}">
                <a16:creationId xmlns:a16="http://schemas.microsoft.com/office/drawing/2014/main" id="{69AB3171-3655-413C-A67A-58E3A92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822" y="1783003"/>
            <a:ext cx="75239" cy="42526"/>
          </a:xfrm>
          <a:custGeom xmlns:a="http://schemas.openxmlformats.org/drawingml/2006/main">
            <a:pathLst>
              <a:path w="7523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isible source SEC-093 inset-1 region 734">
            <a:extLst xmlns:a="http://schemas.openxmlformats.org/drawingml/2006/main">
              <a:ext uri="{FF2B5EF4-FFF2-40B4-BE49-F238E27FC236}">
                <a16:creationId xmlns:a16="http://schemas.microsoft.com/office/drawing/2014/main" id="{AF206034-219B-4CEC-BAF3-69555A4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684" y="1822259"/>
            <a:ext cx="85053" cy="42526"/>
          </a:xfrm>
          <a:custGeom xmlns:a="http://schemas.openxmlformats.org/drawingml/2006/main">
            <a:pathLst>
              <a:path w="85053" h="42526">
                <a:moveTo>
                  <a:pt x="9814" y="3271"/>
                </a:move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isible source SEC-093 inset-1 region 735">
            <a:extLst xmlns:a="http://schemas.openxmlformats.org/drawingml/2006/main">
              <a:ext uri="{FF2B5EF4-FFF2-40B4-BE49-F238E27FC236}">
                <a16:creationId xmlns:a16="http://schemas.microsoft.com/office/drawing/2014/main" id="{E1F6C21B-4F7B-4153-B7DA-AADCC1D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73" y="1871328"/>
            <a:ext cx="62154" cy="65425"/>
          </a:xfrm>
          <a:custGeom xmlns:a="http://schemas.openxmlformats.org/drawingml/2006/main">
            <a:pathLst>
              <a:path w="62154" h="65425">
                <a:moveTo>
                  <a:pt x="16356" y="16356"/>
                </a:moveTo>
                <a:lnTo>
                  <a:pt x="19628" y="16356"/>
                </a:lnTo>
                <a:lnTo>
                  <a:pt x="19628" y="9814"/>
                </a:lnTo>
                <a:lnTo>
                  <a:pt x="22899" y="9814"/>
                </a:lnTo>
                <a:lnTo>
                  <a:pt x="22899" y="6543"/>
                </a:lnTo>
                <a:lnTo>
                  <a:pt x="26170" y="6543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8883" y="32713"/>
                </a:lnTo>
                <a:lnTo>
                  <a:pt x="58883" y="39255"/>
                </a:lnTo>
                <a:lnTo>
                  <a:pt x="62154" y="39255"/>
                </a:lnTo>
                <a:lnTo>
                  <a:pt x="62154" y="49069"/>
                </a:lnTo>
                <a:lnTo>
                  <a:pt x="58883" y="49069"/>
                </a:lnTo>
                <a:lnTo>
                  <a:pt x="58883" y="55612"/>
                </a:lnTo>
                <a:lnTo>
                  <a:pt x="55612" y="55612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62154"/>
                </a:lnTo>
                <a:lnTo>
                  <a:pt x="45798" y="62154"/>
                </a:lnTo>
                <a:lnTo>
                  <a:pt x="45798" y="65425"/>
                </a:lnTo>
                <a:lnTo>
                  <a:pt x="32713" y="65425"/>
                </a:lnTo>
                <a:lnTo>
                  <a:pt x="32713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isible source SEC-093 inset-1 region 736">
            <a:extLst xmlns:a="http://schemas.openxmlformats.org/drawingml/2006/main">
              <a:ext uri="{FF2B5EF4-FFF2-40B4-BE49-F238E27FC236}">
                <a16:creationId xmlns:a16="http://schemas.microsoft.com/office/drawing/2014/main" id="{7F0D4909-D28E-47C8-BE93-C21A65C3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295" y="1877870"/>
            <a:ext cx="98138" cy="42526"/>
          </a:xfrm>
          <a:custGeom xmlns:a="http://schemas.openxmlformats.org/drawingml/2006/main">
            <a:pathLst>
              <a:path w="98138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5612" y="0"/>
                </a:lnTo>
                <a:lnTo>
                  <a:pt x="55612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isible source SEC-093 inset-1 region 737">
            <a:extLst xmlns:a="http://schemas.openxmlformats.org/drawingml/2006/main">
              <a:ext uri="{FF2B5EF4-FFF2-40B4-BE49-F238E27FC236}">
                <a16:creationId xmlns:a16="http://schemas.microsoft.com/office/drawing/2014/main" id="{57D22D44-AE68-42DF-B427-D045D29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040" y="1923668"/>
            <a:ext cx="55612" cy="42526"/>
          </a:xfrm>
          <a:custGeom xmlns:a="http://schemas.openxmlformats.org/drawingml/2006/main">
            <a:pathLst>
              <a:path w="5561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3085"/>
                </a:lnTo>
                <a:lnTo>
                  <a:pt x="55612" y="13085"/>
                </a:lnTo>
                <a:lnTo>
                  <a:pt x="55612" y="29441"/>
                </a:lnTo>
                <a:lnTo>
                  <a:pt x="52340" y="29441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isible source SEC-093 inset-1 region 738">
            <a:extLst xmlns:a="http://schemas.openxmlformats.org/drawingml/2006/main">
              <a:ext uri="{FF2B5EF4-FFF2-40B4-BE49-F238E27FC236}">
                <a16:creationId xmlns:a16="http://schemas.microsoft.com/office/drawing/2014/main" id="{6F2B9904-587C-4517-94B8-9B0FBC6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056" y="1949838"/>
            <a:ext cx="55612" cy="68697"/>
          </a:xfrm>
          <a:custGeom xmlns:a="http://schemas.openxmlformats.org/drawingml/2006/main">
            <a:pathLst>
              <a:path w="55612" h="68697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29441"/>
                </a:lnTo>
                <a:lnTo>
                  <a:pt x="45798" y="29441"/>
                </a:lnTo>
                <a:lnTo>
                  <a:pt x="45798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52340" y="35984"/>
                </a:lnTo>
                <a:lnTo>
                  <a:pt x="52340" y="42526"/>
                </a:lnTo>
                <a:lnTo>
                  <a:pt x="55612" y="42526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58883"/>
                </a:lnTo>
                <a:lnTo>
                  <a:pt x="49069" y="58883"/>
                </a:lnTo>
                <a:lnTo>
                  <a:pt x="49069" y="62154"/>
                </a:lnTo>
                <a:lnTo>
                  <a:pt x="45798" y="62154"/>
                </a:lnTo>
                <a:lnTo>
                  <a:pt x="45798" y="65425"/>
                </a:lnTo>
                <a:lnTo>
                  <a:pt x="39255" y="65425"/>
                </a:lnTo>
                <a:lnTo>
                  <a:pt x="39255" y="68697"/>
                </a:lnTo>
                <a:lnTo>
                  <a:pt x="29441" y="68697"/>
                </a:lnTo>
                <a:lnTo>
                  <a:pt x="29441" y="65425"/>
                </a:lnTo>
                <a:lnTo>
                  <a:pt x="22899" y="65425"/>
                </a:lnTo>
                <a:lnTo>
                  <a:pt x="22899" y="62154"/>
                </a:lnTo>
                <a:lnTo>
                  <a:pt x="19628" y="62154"/>
                </a:lnTo>
                <a:lnTo>
                  <a:pt x="19628" y="58883"/>
                </a:lnTo>
                <a:lnTo>
                  <a:pt x="16356" y="58883"/>
                </a:lnTo>
                <a:lnTo>
                  <a:pt x="16356" y="52340"/>
                </a:lnTo>
                <a:lnTo>
                  <a:pt x="13085" y="52340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isible source SEC-093 inset-1 region 739">
            <a:extLst xmlns:a="http://schemas.openxmlformats.org/drawingml/2006/main">
              <a:ext uri="{FF2B5EF4-FFF2-40B4-BE49-F238E27FC236}">
                <a16:creationId xmlns:a16="http://schemas.microsoft.com/office/drawing/2014/main" id="{4D094FB3-9623-49A0-8C7C-A15B1DA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684" y="1998907"/>
            <a:ext cx="173377" cy="68697"/>
          </a:xfrm>
          <a:custGeom xmlns:a="http://schemas.openxmlformats.org/drawingml/2006/main">
            <a:pathLst>
              <a:path w="173377" h="68697">
                <a:moveTo>
                  <a:pt x="55612" y="3271"/>
                </a:moveTo>
                <a:lnTo>
                  <a:pt x="62154" y="3271"/>
                </a:lnTo>
                <a:lnTo>
                  <a:pt x="62154" y="0"/>
                </a:lnTo>
                <a:lnTo>
                  <a:pt x="81782" y="0"/>
                </a:lnTo>
                <a:lnTo>
                  <a:pt x="81782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4308" y="3271"/>
                </a:lnTo>
                <a:lnTo>
                  <a:pt x="124308" y="6543"/>
                </a:lnTo>
                <a:lnTo>
                  <a:pt x="127579" y="6543"/>
                </a:lnTo>
                <a:lnTo>
                  <a:pt x="127579" y="9814"/>
                </a:lnTo>
                <a:lnTo>
                  <a:pt x="130851" y="9814"/>
                </a:lnTo>
                <a:lnTo>
                  <a:pt x="130851" y="6543"/>
                </a:lnTo>
                <a:lnTo>
                  <a:pt x="134122" y="6543"/>
                </a:lnTo>
                <a:lnTo>
                  <a:pt x="134122" y="3271"/>
                </a:lnTo>
                <a:lnTo>
                  <a:pt x="140664" y="3271"/>
                </a:lnTo>
                <a:lnTo>
                  <a:pt x="140664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3085"/>
                </a:lnTo>
                <a:lnTo>
                  <a:pt x="173377" y="13085"/>
                </a:lnTo>
                <a:lnTo>
                  <a:pt x="173377" y="29441"/>
                </a:lnTo>
                <a:lnTo>
                  <a:pt x="170106" y="29441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63563" y="35984"/>
                </a:lnTo>
                <a:lnTo>
                  <a:pt x="163563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40664" y="42526"/>
                </a:lnTo>
                <a:lnTo>
                  <a:pt x="140664" y="39255"/>
                </a:lnTo>
                <a:lnTo>
                  <a:pt x="134122" y="39255"/>
                </a:lnTo>
                <a:lnTo>
                  <a:pt x="134122" y="35984"/>
                </a:lnTo>
                <a:lnTo>
                  <a:pt x="130851" y="35984"/>
                </a:lnTo>
                <a:lnTo>
                  <a:pt x="130851" y="32713"/>
                </a:lnTo>
                <a:lnTo>
                  <a:pt x="127579" y="32713"/>
                </a:lnTo>
                <a:lnTo>
                  <a:pt x="127579" y="35984"/>
                </a:lnTo>
                <a:lnTo>
                  <a:pt x="124308" y="35984"/>
                </a:lnTo>
                <a:lnTo>
                  <a:pt x="124308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52340"/>
                </a:lnTo>
                <a:lnTo>
                  <a:pt x="75239" y="52340"/>
                </a:lnTo>
                <a:lnTo>
                  <a:pt x="75239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62154" y="65425"/>
                </a:lnTo>
                <a:lnTo>
                  <a:pt x="62154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2526" y="62154"/>
                </a:lnTo>
                <a:lnTo>
                  <a:pt x="42526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35984" y="26170"/>
                </a:lnTo>
                <a:lnTo>
                  <a:pt x="35984" y="29441"/>
                </a:lnTo>
                <a:lnTo>
                  <a:pt x="42526" y="29441"/>
                </a:lnTo>
                <a:lnTo>
                  <a:pt x="42526" y="32713"/>
                </a:lnTo>
                <a:lnTo>
                  <a:pt x="45798" y="32713"/>
                </a:lnTo>
                <a:lnTo>
                  <a:pt x="45798" y="29441"/>
                </a:lnTo>
                <a:lnTo>
                  <a:pt x="49069" y="29441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isible source SEC-093 inset-1 region 740">
            <a:extLst xmlns:a="http://schemas.openxmlformats.org/drawingml/2006/main">
              <a:ext uri="{FF2B5EF4-FFF2-40B4-BE49-F238E27FC236}">
                <a16:creationId xmlns:a16="http://schemas.microsoft.com/office/drawing/2014/main" id="{3ED80257-E19D-461C-B53B-4AB1227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157" y="2067603"/>
            <a:ext cx="516860" cy="157021"/>
          </a:xfrm>
          <a:custGeom xmlns:a="http://schemas.openxmlformats.org/drawingml/2006/main">
            <a:pathLst>
              <a:path w="516860" h="157021">
                <a:moveTo>
                  <a:pt x="104681" y="32713"/>
                </a:moveTo>
                <a:lnTo>
                  <a:pt x="104681" y="29441"/>
                </a:lnTo>
                <a:lnTo>
                  <a:pt x="107952" y="29441"/>
                </a:lnTo>
                <a:lnTo>
                  <a:pt x="107952" y="26170"/>
                </a:lnTo>
                <a:lnTo>
                  <a:pt x="114494" y="26170"/>
                </a:lnTo>
                <a:lnTo>
                  <a:pt x="114494" y="22899"/>
                </a:lnTo>
                <a:lnTo>
                  <a:pt x="124308" y="22899"/>
                </a:lnTo>
                <a:lnTo>
                  <a:pt x="124308" y="26170"/>
                </a:lnTo>
                <a:lnTo>
                  <a:pt x="130851" y="26170"/>
                </a:lnTo>
                <a:lnTo>
                  <a:pt x="130851" y="29441"/>
                </a:lnTo>
                <a:lnTo>
                  <a:pt x="137393" y="29441"/>
                </a:lnTo>
                <a:lnTo>
                  <a:pt x="137393" y="26170"/>
                </a:lnTo>
                <a:lnTo>
                  <a:pt x="143936" y="26170"/>
                </a:lnTo>
                <a:lnTo>
                  <a:pt x="143936" y="22899"/>
                </a:lnTo>
                <a:lnTo>
                  <a:pt x="176648" y="22899"/>
                </a:lnTo>
                <a:lnTo>
                  <a:pt x="176648" y="16356"/>
                </a:lnTo>
                <a:lnTo>
                  <a:pt x="179920" y="16356"/>
                </a:lnTo>
                <a:lnTo>
                  <a:pt x="179920" y="9814"/>
                </a:lnTo>
                <a:lnTo>
                  <a:pt x="183191" y="9814"/>
                </a:lnTo>
                <a:lnTo>
                  <a:pt x="183191" y="6543"/>
                </a:lnTo>
                <a:lnTo>
                  <a:pt x="186462" y="6543"/>
                </a:lnTo>
                <a:lnTo>
                  <a:pt x="186462" y="3271"/>
                </a:lnTo>
                <a:lnTo>
                  <a:pt x="193005" y="3271"/>
                </a:lnTo>
                <a:lnTo>
                  <a:pt x="193005" y="0"/>
                </a:lnTo>
                <a:lnTo>
                  <a:pt x="202818" y="0"/>
                </a:lnTo>
                <a:lnTo>
                  <a:pt x="202818" y="3271"/>
                </a:lnTo>
                <a:lnTo>
                  <a:pt x="212632" y="3271"/>
                </a:lnTo>
                <a:lnTo>
                  <a:pt x="212632" y="0"/>
                </a:lnTo>
                <a:lnTo>
                  <a:pt x="245345" y="0"/>
                </a:lnTo>
                <a:lnTo>
                  <a:pt x="245345" y="3271"/>
                </a:lnTo>
                <a:lnTo>
                  <a:pt x="251887" y="3271"/>
                </a:lnTo>
                <a:lnTo>
                  <a:pt x="251887" y="6543"/>
                </a:lnTo>
                <a:lnTo>
                  <a:pt x="255159" y="6543"/>
                </a:lnTo>
                <a:lnTo>
                  <a:pt x="255159" y="9814"/>
                </a:lnTo>
                <a:lnTo>
                  <a:pt x="258430" y="9814"/>
                </a:lnTo>
                <a:lnTo>
                  <a:pt x="258430" y="16356"/>
                </a:lnTo>
                <a:lnTo>
                  <a:pt x="261701" y="16356"/>
                </a:lnTo>
                <a:lnTo>
                  <a:pt x="261701" y="26170"/>
                </a:lnTo>
                <a:lnTo>
                  <a:pt x="258430" y="26170"/>
                </a:lnTo>
                <a:lnTo>
                  <a:pt x="258430" y="32713"/>
                </a:lnTo>
                <a:lnTo>
                  <a:pt x="255159" y="32713"/>
                </a:lnTo>
                <a:lnTo>
                  <a:pt x="255159" y="35984"/>
                </a:lnTo>
                <a:lnTo>
                  <a:pt x="258430" y="35984"/>
                </a:lnTo>
                <a:lnTo>
                  <a:pt x="258430" y="42526"/>
                </a:lnTo>
                <a:lnTo>
                  <a:pt x="261701" y="42526"/>
                </a:lnTo>
                <a:lnTo>
                  <a:pt x="261701" y="52340"/>
                </a:lnTo>
                <a:lnTo>
                  <a:pt x="258430" y="52340"/>
                </a:lnTo>
                <a:lnTo>
                  <a:pt x="258430" y="58883"/>
                </a:lnTo>
                <a:lnTo>
                  <a:pt x="255159" y="58883"/>
                </a:lnTo>
                <a:lnTo>
                  <a:pt x="255159" y="62154"/>
                </a:lnTo>
                <a:lnTo>
                  <a:pt x="268244" y="62154"/>
                </a:lnTo>
                <a:lnTo>
                  <a:pt x="268244" y="55612"/>
                </a:lnTo>
                <a:lnTo>
                  <a:pt x="264973" y="55612"/>
                </a:lnTo>
                <a:lnTo>
                  <a:pt x="264973" y="45798"/>
                </a:lnTo>
                <a:lnTo>
                  <a:pt x="268244" y="45798"/>
                </a:lnTo>
                <a:lnTo>
                  <a:pt x="268244" y="39255"/>
                </a:lnTo>
                <a:lnTo>
                  <a:pt x="271515" y="39255"/>
                </a:lnTo>
                <a:lnTo>
                  <a:pt x="271515" y="35984"/>
                </a:lnTo>
                <a:lnTo>
                  <a:pt x="274786" y="35984"/>
                </a:lnTo>
                <a:lnTo>
                  <a:pt x="274786" y="32713"/>
                </a:lnTo>
                <a:lnTo>
                  <a:pt x="281329" y="32713"/>
                </a:lnTo>
                <a:lnTo>
                  <a:pt x="281329" y="29441"/>
                </a:lnTo>
                <a:lnTo>
                  <a:pt x="291143" y="29441"/>
                </a:lnTo>
                <a:lnTo>
                  <a:pt x="291143" y="32713"/>
                </a:lnTo>
                <a:lnTo>
                  <a:pt x="304228" y="32713"/>
                </a:lnTo>
                <a:lnTo>
                  <a:pt x="304228" y="29441"/>
                </a:lnTo>
                <a:lnTo>
                  <a:pt x="323855" y="29441"/>
                </a:lnTo>
                <a:lnTo>
                  <a:pt x="323855" y="26170"/>
                </a:lnTo>
                <a:lnTo>
                  <a:pt x="320584" y="26170"/>
                </a:lnTo>
                <a:lnTo>
                  <a:pt x="320584" y="16356"/>
                </a:lnTo>
                <a:lnTo>
                  <a:pt x="323855" y="16356"/>
                </a:lnTo>
                <a:lnTo>
                  <a:pt x="323855" y="9814"/>
                </a:lnTo>
                <a:lnTo>
                  <a:pt x="327127" y="9814"/>
                </a:lnTo>
                <a:lnTo>
                  <a:pt x="327127" y="6543"/>
                </a:lnTo>
                <a:lnTo>
                  <a:pt x="330398" y="6543"/>
                </a:lnTo>
                <a:lnTo>
                  <a:pt x="330398" y="3271"/>
                </a:lnTo>
                <a:lnTo>
                  <a:pt x="336940" y="3271"/>
                </a:lnTo>
                <a:lnTo>
                  <a:pt x="336940" y="0"/>
                </a:lnTo>
                <a:lnTo>
                  <a:pt x="379467" y="0"/>
                </a:lnTo>
                <a:lnTo>
                  <a:pt x="379467" y="3271"/>
                </a:lnTo>
                <a:lnTo>
                  <a:pt x="386009" y="3271"/>
                </a:lnTo>
                <a:lnTo>
                  <a:pt x="386009" y="6543"/>
                </a:lnTo>
                <a:lnTo>
                  <a:pt x="389281" y="6543"/>
                </a:lnTo>
                <a:lnTo>
                  <a:pt x="389281" y="9814"/>
                </a:lnTo>
                <a:lnTo>
                  <a:pt x="392552" y="9814"/>
                </a:lnTo>
                <a:lnTo>
                  <a:pt x="392552" y="16356"/>
                </a:lnTo>
                <a:lnTo>
                  <a:pt x="395823" y="16356"/>
                </a:lnTo>
                <a:lnTo>
                  <a:pt x="395823" y="26170"/>
                </a:lnTo>
                <a:lnTo>
                  <a:pt x="408908" y="26170"/>
                </a:lnTo>
                <a:lnTo>
                  <a:pt x="408908" y="22899"/>
                </a:lnTo>
                <a:lnTo>
                  <a:pt x="425265" y="22899"/>
                </a:lnTo>
                <a:lnTo>
                  <a:pt x="425265" y="26170"/>
                </a:lnTo>
                <a:lnTo>
                  <a:pt x="431807" y="26170"/>
                </a:lnTo>
                <a:lnTo>
                  <a:pt x="431807" y="29441"/>
                </a:lnTo>
                <a:lnTo>
                  <a:pt x="435078" y="29441"/>
                </a:lnTo>
                <a:lnTo>
                  <a:pt x="435078" y="32713"/>
                </a:lnTo>
                <a:lnTo>
                  <a:pt x="438350" y="32713"/>
                </a:lnTo>
                <a:lnTo>
                  <a:pt x="438350" y="39255"/>
                </a:lnTo>
                <a:lnTo>
                  <a:pt x="441621" y="39255"/>
                </a:lnTo>
                <a:lnTo>
                  <a:pt x="441621" y="49069"/>
                </a:lnTo>
                <a:lnTo>
                  <a:pt x="438350" y="49069"/>
                </a:lnTo>
                <a:lnTo>
                  <a:pt x="438350" y="55612"/>
                </a:lnTo>
                <a:lnTo>
                  <a:pt x="435078" y="55612"/>
                </a:lnTo>
                <a:lnTo>
                  <a:pt x="435078" y="58883"/>
                </a:lnTo>
                <a:lnTo>
                  <a:pt x="431807" y="58883"/>
                </a:lnTo>
                <a:lnTo>
                  <a:pt x="431807" y="62154"/>
                </a:lnTo>
                <a:lnTo>
                  <a:pt x="428536" y="62154"/>
                </a:lnTo>
                <a:lnTo>
                  <a:pt x="428536" y="65425"/>
                </a:lnTo>
                <a:lnTo>
                  <a:pt x="441621" y="65425"/>
                </a:lnTo>
                <a:lnTo>
                  <a:pt x="441621" y="62154"/>
                </a:lnTo>
                <a:lnTo>
                  <a:pt x="484147" y="62154"/>
                </a:lnTo>
                <a:lnTo>
                  <a:pt x="484147" y="65425"/>
                </a:lnTo>
                <a:lnTo>
                  <a:pt x="490690" y="65425"/>
                </a:lnTo>
                <a:lnTo>
                  <a:pt x="490690" y="62154"/>
                </a:lnTo>
                <a:lnTo>
                  <a:pt x="500504" y="62154"/>
                </a:lnTo>
                <a:lnTo>
                  <a:pt x="500504" y="65425"/>
                </a:lnTo>
                <a:lnTo>
                  <a:pt x="507046" y="65425"/>
                </a:lnTo>
                <a:lnTo>
                  <a:pt x="507046" y="68697"/>
                </a:lnTo>
                <a:lnTo>
                  <a:pt x="510317" y="68697"/>
                </a:lnTo>
                <a:lnTo>
                  <a:pt x="510317" y="71968"/>
                </a:lnTo>
                <a:lnTo>
                  <a:pt x="513589" y="71968"/>
                </a:lnTo>
                <a:lnTo>
                  <a:pt x="513589" y="78510"/>
                </a:lnTo>
                <a:lnTo>
                  <a:pt x="516860" y="78510"/>
                </a:lnTo>
                <a:lnTo>
                  <a:pt x="516860" y="88324"/>
                </a:lnTo>
                <a:lnTo>
                  <a:pt x="513589" y="88324"/>
                </a:lnTo>
                <a:lnTo>
                  <a:pt x="513589" y="94867"/>
                </a:lnTo>
                <a:lnTo>
                  <a:pt x="510317" y="94867"/>
                </a:lnTo>
                <a:lnTo>
                  <a:pt x="510317" y="98138"/>
                </a:lnTo>
                <a:lnTo>
                  <a:pt x="507046" y="98138"/>
                </a:lnTo>
                <a:lnTo>
                  <a:pt x="507046" y="101409"/>
                </a:lnTo>
                <a:lnTo>
                  <a:pt x="500504" y="101409"/>
                </a:lnTo>
                <a:lnTo>
                  <a:pt x="500504" y="104681"/>
                </a:lnTo>
                <a:lnTo>
                  <a:pt x="490690" y="104681"/>
                </a:lnTo>
                <a:lnTo>
                  <a:pt x="490690" y="101409"/>
                </a:lnTo>
                <a:lnTo>
                  <a:pt x="484147" y="101409"/>
                </a:lnTo>
                <a:lnTo>
                  <a:pt x="484147" y="104681"/>
                </a:lnTo>
                <a:lnTo>
                  <a:pt x="438350" y="104681"/>
                </a:lnTo>
                <a:lnTo>
                  <a:pt x="438350" y="101409"/>
                </a:lnTo>
                <a:lnTo>
                  <a:pt x="428536" y="101409"/>
                </a:lnTo>
                <a:lnTo>
                  <a:pt x="428536" y="104681"/>
                </a:lnTo>
                <a:lnTo>
                  <a:pt x="418722" y="104681"/>
                </a:lnTo>
                <a:lnTo>
                  <a:pt x="418722" y="101409"/>
                </a:lnTo>
                <a:lnTo>
                  <a:pt x="412180" y="101409"/>
                </a:lnTo>
                <a:lnTo>
                  <a:pt x="412180" y="98138"/>
                </a:lnTo>
                <a:lnTo>
                  <a:pt x="408908" y="98138"/>
                </a:lnTo>
                <a:lnTo>
                  <a:pt x="408908" y="94867"/>
                </a:lnTo>
                <a:lnTo>
                  <a:pt x="405637" y="94867"/>
                </a:lnTo>
                <a:lnTo>
                  <a:pt x="405637" y="88324"/>
                </a:lnTo>
                <a:lnTo>
                  <a:pt x="402366" y="88324"/>
                </a:lnTo>
                <a:lnTo>
                  <a:pt x="402366" y="78510"/>
                </a:lnTo>
                <a:lnTo>
                  <a:pt x="405637" y="78510"/>
                </a:lnTo>
                <a:lnTo>
                  <a:pt x="405637" y="71968"/>
                </a:lnTo>
                <a:lnTo>
                  <a:pt x="408908" y="71968"/>
                </a:lnTo>
                <a:lnTo>
                  <a:pt x="408908" y="68697"/>
                </a:lnTo>
                <a:lnTo>
                  <a:pt x="412180" y="68697"/>
                </a:lnTo>
                <a:lnTo>
                  <a:pt x="412180" y="65425"/>
                </a:lnTo>
                <a:lnTo>
                  <a:pt x="405637" y="65425"/>
                </a:lnTo>
                <a:lnTo>
                  <a:pt x="405637" y="62154"/>
                </a:lnTo>
                <a:lnTo>
                  <a:pt x="392552" y="62154"/>
                </a:lnTo>
                <a:lnTo>
                  <a:pt x="392552" y="65425"/>
                </a:lnTo>
                <a:lnTo>
                  <a:pt x="379467" y="65425"/>
                </a:lnTo>
                <a:lnTo>
                  <a:pt x="379467" y="68697"/>
                </a:lnTo>
                <a:lnTo>
                  <a:pt x="350025" y="68697"/>
                </a:lnTo>
                <a:lnTo>
                  <a:pt x="350025" y="65425"/>
                </a:lnTo>
                <a:lnTo>
                  <a:pt x="343483" y="65425"/>
                </a:lnTo>
                <a:lnTo>
                  <a:pt x="343483" y="62154"/>
                </a:lnTo>
                <a:lnTo>
                  <a:pt x="340212" y="62154"/>
                </a:lnTo>
                <a:lnTo>
                  <a:pt x="340212" y="58883"/>
                </a:lnTo>
                <a:lnTo>
                  <a:pt x="336940" y="58883"/>
                </a:lnTo>
                <a:lnTo>
                  <a:pt x="336940" y="62154"/>
                </a:lnTo>
                <a:lnTo>
                  <a:pt x="333669" y="62154"/>
                </a:lnTo>
                <a:lnTo>
                  <a:pt x="333669" y="65425"/>
                </a:lnTo>
                <a:lnTo>
                  <a:pt x="330398" y="65425"/>
                </a:lnTo>
                <a:lnTo>
                  <a:pt x="330398" y="68697"/>
                </a:lnTo>
                <a:lnTo>
                  <a:pt x="323855" y="68697"/>
                </a:lnTo>
                <a:lnTo>
                  <a:pt x="323855" y="71968"/>
                </a:lnTo>
                <a:lnTo>
                  <a:pt x="333669" y="71968"/>
                </a:lnTo>
                <a:lnTo>
                  <a:pt x="333669" y="75239"/>
                </a:lnTo>
                <a:lnTo>
                  <a:pt x="340212" y="75239"/>
                </a:lnTo>
                <a:lnTo>
                  <a:pt x="340212" y="78510"/>
                </a:lnTo>
                <a:lnTo>
                  <a:pt x="343483" y="78510"/>
                </a:lnTo>
                <a:lnTo>
                  <a:pt x="343483" y="81782"/>
                </a:lnTo>
                <a:lnTo>
                  <a:pt x="346754" y="81782"/>
                </a:lnTo>
                <a:lnTo>
                  <a:pt x="346754" y="88324"/>
                </a:lnTo>
                <a:lnTo>
                  <a:pt x="350025" y="88324"/>
                </a:lnTo>
                <a:lnTo>
                  <a:pt x="350025" y="98138"/>
                </a:lnTo>
                <a:lnTo>
                  <a:pt x="346754" y="98138"/>
                </a:lnTo>
                <a:lnTo>
                  <a:pt x="346754" y="104681"/>
                </a:lnTo>
                <a:lnTo>
                  <a:pt x="343483" y="104681"/>
                </a:lnTo>
                <a:lnTo>
                  <a:pt x="343483" y="107952"/>
                </a:lnTo>
                <a:lnTo>
                  <a:pt x="340212" y="107952"/>
                </a:lnTo>
                <a:lnTo>
                  <a:pt x="340212" y="111223"/>
                </a:lnTo>
                <a:lnTo>
                  <a:pt x="333669" y="111223"/>
                </a:lnTo>
                <a:lnTo>
                  <a:pt x="333669" y="114494"/>
                </a:lnTo>
                <a:lnTo>
                  <a:pt x="317313" y="114494"/>
                </a:lnTo>
                <a:lnTo>
                  <a:pt x="317313" y="111223"/>
                </a:lnTo>
                <a:lnTo>
                  <a:pt x="307499" y="111223"/>
                </a:lnTo>
                <a:lnTo>
                  <a:pt x="307499" y="114494"/>
                </a:lnTo>
                <a:lnTo>
                  <a:pt x="291143" y="114494"/>
                </a:lnTo>
                <a:lnTo>
                  <a:pt x="291143" y="117766"/>
                </a:lnTo>
                <a:lnTo>
                  <a:pt x="297685" y="117766"/>
                </a:lnTo>
                <a:lnTo>
                  <a:pt x="297685" y="121037"/>
                </a:lnTo>
                <a:lnTo>
                  <a:pt x="300956" y="121037"/>
                </a:lnTo>
                <a:lnTo>
                  <a:pt x="300956" y="124308"/>
                </a:lnTo>
                <a:lnTo>
                  <a:pt x="304228" y="124308"/>
                </a:lnTo>
                <a:lnTo>
                  <a:pt x="304228" y="130851"/>
                </a:lnTo>
                <a:lnTo>
                  <a:pt x="307499" y="130851"/>
                </a:lnTo>
                <a:lnTo>
                  <a:pt x="307499" y="140664"/>
                </a:lnTo>
                <a:lnTo>
                  <a:pt x="304228" y="140664"/>
                </a:lnTo>
                <a:lnTo>
                  <a:pt x="304228" y="147207"/>
                </a:lnTo>
                <a:lnTo>
                  <a:pt x="300956" y="147207"/>
                </a:lnTo>
                <a:lnTo>
                  <a:pt x="300956" y="150478"/>
                </a:lnTo>
                <a:lnTo>
                  <a:pt x="297685" y="150478"/>
                </a:lnTo>
                <a:lnTo>
                  <a:pt x="297685" y="153750"/>
                </a:lnTo>
                <a:lnTo>
                  <a:pt x="291143" y="153750"/>
                </a:lnTo>
                <a:lnTo>
                  <a:pt x="291143" y="157021"/>
                </a:lnTo>
                <a:lnTo>
                  <a:pt x="242074" y="157021"/>
                </a:lnTo>
                <a:lnTo>
                  <a:pt x="242074" y="153750"/>
                </a:lnTo>
                <a:lnTo>
                  <a:pt x="235531" y="153750"/>
                </a:lnTo>
                <a:lnTo>
                  <a:pt x="235531" y="150478"/>
                </a:lnTo>
                <a:lnTo>
                  <a:pt x="232260" y="150478"/>
                </a:lnTo>
                <a:lnTo>
                  <a:pt x="232260" y="147207"/>
                </a:lnTo>
                <a:lnTo>
                  <a:pt x="228989" y="147207"/>
                </a:lnTo>
                <a:lnTo>
                  <a:pt x="228989" y="140664"/>
                </a:lnTo>
                <a:lnTo>
                  <a:pt x="225717" y="140664"/>
                </a:lnTo>
                <a:lnTo>
                  <a:pt x="225717" y="130851"/>
                </a:lnTo>
                <a:lnTo>
                  <a:pt x="228989" y="130851"/>
                </a:lnTo>
                <a:lnTo>
                  <a:pt x="228989" y="124308"/>
                </a:lnTo>
                <a:lnTo>
                  <a:pt x="232260" y="124308"/>
                </a:lnTo>
                <a:lnTo>
                  <a:pt x="232260" y="121037"/>
                </a:lnTo>
                <a:lnTo>
                  <a:pt x="235531" y="121037"/>
                </a:lnTo>
                <a:lnTo>
                  <a:pt x="235531" y="117766"/>
                </a:lnTo>
                <a:lnTo>
                  <a:pt x="242074" y="117766"/>
                </a:lnTo>
                <a:lnTo>
                  <a:pt x="242074" y="114494"/>
                </a:lnTo>
                <a:lnTo>
                  <a:pt x="284600" y="114494"/>
                </a:lnTo>
                <a:lnTo>
                  <a:pt x="284600" y="111223"/>
                </a:lnTo>
                <a:lnTo>
                  <a:pt x="278058" y="111223"/>
                </a:lnTo>
                <a:lnTo>
                  <a:pt x="278058" y="107952"/>
                </a:lnTo>
                <a:lnTo>
                  <a:pt x="274786" y="107952"/>
                </a:lnTo>
                <a:lnTo>
                  <a:pt x="274786" y="104681"/>
                </a:lnTo>
                <a:lnTo>
                  <a:pt x="238802" y="104681"/>
                </a:lnTo>
                <a:lnTo>
                  <a:pt x="238802" y="101409"/>
                </a:lnTo>
                <a:lnTo>
                  <a:pt x="232260" y="101409"/>
                </a:lnTo>
                <a:lnTo>
                  <a:pt x="232260" y="98138"/>
                </a:lnTo>
                <a:lnTo>
                  <a:pt x="228989" y="98138"/>
                </a:lnTo>
                <a:lnTo>
                  <a:pt x="228989" y="94867"/>
                </a:lnTo>
                <a:lnTo>
                  <a:pt x="225717" y="94867"/>
                </a:lnTo>
                <a:lnTo>
                  <a:pt x="225717" y="88324"/>
                </a:lnTo>
                <a:lnTo>
                  <a:pt x="222446" y="88324"/>
                </a:lnTo>
                <a:lnTo>
                  <a:pt x="222446" y="78510"/>
                </a:lnTo>
                <a:lnTo>
                  <a:pt x="225717" y="78510"/>
                </a:lnTo>
                <a:lnTo>
                  <a:pt x="225717" y="71968"/>
                </a:lnTo>
                <a:lnTo>
                  <a:pt x="228989" y="71968"/>
                </a:lnTo>
                <a:lnTo>
                  <a:pt x="228989" y="68697"/>
                </a:lnTo>
                <a:lnTo>
                  <a:pt x="219175" y="68697"/>
                </a:lnTo>
                <a:lnTo>
                  <a:pt x="219175" y="65425"/>
                </a:lnTo>
                <a:lnTo>
                  <a:pt x="212632" y="65425"/>
                </a:lnTo>
                <a:lnTo>
                  <a:pt x="212632" y="68697"/>
                </a:lnTo>
                <a:lnTo>
                  <a:pt x="202818" y="68697"/>
                </a:lnTo>
                <a:lnTo>
                  <a:pt x="202818" y="65425"/>
                </a:lnTo>
                <a:lnTo>
                  <a:pt x="143936" y="65425"/>
                </a:lnTo>
                <a:lnTo>
                  <a:pt x="143936" y="62154"/>
                </a:lnTo>
                <a:lnTo>
                  <a:pt x="137393" y="62154"/>
                </a:lnTo>
                <a:lnTo>
                  <a:pt x="137393" y="58883"/>
                </a:lnTo>
                <a:lnTo>
                  <a:pt x="130851" y="58883"/>
                </a:lnTo>
                <a:lnTo>
                  <a:pt x="130851" y="62154"/>
                </a:lnTo>
                <a:lnTo>
                  <a:pt x="124308" y="62154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71968"/>
                </a:lnTo>
                <a:lnTo>
                  <a:pt x="124308" y="71968"/>
                </a:lnTo>
                <a:lnTo>
                  <a:pt x="124308" y="81782"/>
                </a:lnTo>
                <a:lnTo>
                  <a:pt x="121037" y="81782"/>
                </a:lnTo>
                <a:lnTo>
                  <a:pt x="121037" y="88324"/>
                </a:lnTo>
                <a:lnTo>
                  <a:pt x="117766" y="88324"/>
                </a:lnTo>
                <a:lnTo>
                  <a:pt x="117766" y="91595"/>
                </a:lnTo>
                <a:lnTo>
                  <a:pt x="114494" y="91595"/>
                </a:lnTo>
                <a:lnTo>
                  <a:pt x="114494" y="94867"/>
                </a:lnTo>
                <a:lnTo>
                  <a:pt x="107952" y="94867"/>
                </a:lnTo>
                <a:lnTo>
                  <a:pt x="107952" y="98138"/>
                </a:lnTo>
                <a:lnTo>
                  <a:pt x="68697" y="98138"/>
                </a:lnTo>
                <a:lnTo>
                  <a:pt x="68697" y="101409"/>
                </a:lnTo>
                <a:lnTo>
                  <a:pt x="71968" y="101409"/>
                </a:lnTo>
                <a:lnTo>
                  <a:pt x="71968" y="117766"/>
                </a:lnTo>
                <a:lnTo>
                  <a:pt x="75239" y="117766"/>
                </a:lnTo>
                <a:lnTo>
                  <a:pt x="75239" y="121037"/>
                </a:lnTo>
                <a:lnTo>
                  <a:pt x="78510" y="121037"/>
                </a:lnTo>
                <a:lnTo>
                  <a:pt x="78510" y="124308"/>
                </a:lnTo>
                <a:lnTo>
                  <a:pt x="81782" y="124308"/>
                </a:lnTo>
                <a:lnTo>
                  <a:pt x="81782" y="140664"/>
                </a:lnTo>
                <a:lnTo>
                  <a:pt x="78510" y="140664"/>
                </a:lnTo>
                <a:lnTo>
                  <a:pt x="78510" y="143936"/>
                </a:lnTo>
                <a:lnTo>
                  <a:pt x="75239" y="143936"/>
                </a:lnTo>
                <a:lnTo>
                  <a:pt x="75239" y="147207"/>
                </a:lnTo>
                <a:lnTo>
                  <a:pt x="71968" y="147207"/>
                </a:lnTo>
                <a:lnTo>
                  <a:pt x="71968" y="150478"/>
                </a:lnTo>
                <a:lnTo>
                  <a:pt x="68697" y="150478"/>
                </a:lnTo>
                <a:lnTo>
                  <a:pt x="68697" y="153750"/>
                </a:lnTo>
                <a:lnTo>
                  <a:pt x="45798" y="153750"/>
                </a:lnTo>
                <a:lnTo>
                  <a:pt x="45798" y="150478"/>
                </a:lnTo>
                <a:lnTo>
                  <a:pt x="42526" y="150478"/>
                </a:lnTo>
                <a:lnTo>
                  <a:pt x="42526" y="153750"/>
                </a:lnTo>
                <a:lnTo>
                  <a:pt x="16356" y="153750"/>
                </a:lnTo>
                <a:lnTo>
                  <a:pt x="16356" y="150478"/>
                </a:lnTo>
                <a:lnTo>
                  <a:pt x="9814" y="150478"/>
                </a:lnTo>
                <a:lnTo>
                  <a:pt x="9814" y="147207"/>
                </a:lnTo>
                <a:lnTo>
                  <a:pt x="6543" y="147207"/>
                </a:lnTo>
                <a:lnTo>
                  <a:pt x="6543" y="143936"/>
                </a:lnTo>
                <a:lnTo>
                  <a:pt x="3271" y="143936"/>
                </a:lnTo>
                <a:lnTo>
                  <a:pt x="3271" y="137393"/>
                </a:lnTo>
                <a:lnTo>
                  <a:pt x="0" y="137393"/>
                </a:lnTo>
                <a:lnTo>
                  <a:pt x="0" y="127579"/>
                </a:lnTo>
                <a:lnTo>
                  <a:pt x="3271" y="127579"/>
                </a:lnTo>
                <a:lnTo>
                  <a:pt x="3271" y="121037"/>
                </a:lnTo>
                <a:lnTo>
                  <a:pt x="6543" y="121037"/>
                </a:lnTo>
                <a:lnTo>
                  <a:pt x="6543" y="114494"/>
                </a:lnTo>
                <a:lnTo>
                  <a:pt x="3271" y="114494"/>
                </a:lnTo>
                <a:lnTo>
                  <a:pt x="3271" y="104681"/>
                </a:lnTo>
                <a:lnTo>
                  <a:pt x="6543" y="104681"/>
                </a:lnTo>
                <a:lnTo>
                  <a:pt x="6543" y="98138"/>
                </a:lnTo>
                <a:lnTo>
                  <a:pt x="9814" y="98138"/>
                </a:lnTo>
                <a:lnTo>
                  <a:pt x="9814" y="94867"/>
                </a:lnTo>
                <a:lnTo>
                  <a:pt x="13085" y="94867"/>
                </a:lnTo>
                <a:lnTo>
                  <a:pt x="13085" y="91595"/>
                </a:lnTo>
                <a:lnTo>
                  <a:pt x="19628" y="91595"/>
                </a:lnTo>
                <a:lnTo>
                  <a:pt x="19628" y="88324"/>
                </a:lnTo>
                <a:lnTo>
                  <a:pt x="55612" y="88324"/>
                </a:lnTo>
                <a:lnTo>
                  <a:pt x="55612" y="81782"/>
                </a:lnTo>
                <a:lnTo>
                  <a:pt x="52340" y="81782"/>
                </a:lnTo>
                <a:lnTo>
                  <a:pt x="52340" y="71968"/>
                </a:lnTo>
                <a:lnTo>
                  <a:pt x="55612" y="71968"/>
                </a:lnTo>
                <a:lnTo>
                  <a:pt x="55612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62154" y="62154"/>
                </a:lnTo>
                <a:lnTo>
                  <a:pt x="62154" y="58883"/>
                </a:lnTo>
                <a:lnTo>
                  <a:pt x="68697" y="58883"/>
                </a:lnTo>
                <a:lnTo>
                  <a:pt x="68697" y="55612"/>
                </a:lnTo>
                <a:lnTo>
                  <a:pt x="101409" y="55612"/>
                </a:lnTo>
                <a:lnTo>
                  <a:pt x="101409" y="49069"/>
                </a:lnTo>
                <a:lnTo>
                  <a:pt x="98138" y="49069"/>
                </a:lnTo>
                <a:lnTo>
                  <a:pt x="98138" y="39255"/>
                </a:lnTo>
                <a:lnTo>
                  <a:pt x="101409" y="39255"/>
                </a:lnTo>
                <a:lnTo>
                  <a:pt x="101409" y="32713"/>
                </a:lnTo>
                <a:lnTo>
                  <a:pt x="104681" y="32713"/>
                </a:lnTo>
                <a:close/>
                <a:moveTo>
                  <a:pt x="320584" y="75239"/>
                </a:moveTo>
                <a:lnTo>
                  <a:pt x="320584" y="71968"/>
                </a:lnTo>
                <a:lnTo>
                  <a:pt x="307499" y="71968"/>
                </a:lnTo>
                <a:lnTo>
                  <a:pt x="307499" y="75239"/>
                </a:lnTo>
                <a:lnTo>
                  <a:pt x="320584" y="75239"/>
                </a:lnTo>
                <a:close/>
                <a:moveTo>
                  <a:pt x="294414" y="68697"/>
                </a:moveTo>
                <a:lnTo>
                  <a:pt x="294414" y="71968"/>
                </a:lnTo>
                <a:lnTo>
                  <a:pt x="304228" y="71968"/>
                </a:lnTo>
                <a:lnTo>
                  <a:pt x="304228" y="68697"/>
                </a:lnTo>
                <a:lnTo>
                  <a:pt x="294414" y="68697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isible source SEC-093 inset-1 region 741">
            <a:extLst xmlns:a="http://schemas.openxmlformats.org/drawingml/2006/main">
              <a:ext uri="{FF2B5EF4-FFF2-40B4-BE49-F238E27FC236}">
                <a16:creationId xmlns:a16="http://schemas.microsoft.com/office/drawing/2014/main" id="{C0EEC6A1-BF73-4353-AF01-8C2B5A0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684" y="2211539"/>
            <a:ext cx="176648" cy="55612"/>
          </a:xfrm>
          <a:custGeom xmlns:a="http://schemas.openxmlformats.org/drawingml/2006/main">
            <a:pathLst>
              <a:path w="176648" h="55612">
                <a:moveTo>
                  <a:pt x="65425" y="3271"/>
                </a:moveTo>
                <a:lnTo>
                  <a:pt x="71968" y="3271"/>
                </a:lnTo>
                <a:lnTo>
                  <a:pt x="71968" y="0"/>
                </a:lnTo>
                <a:lnTo>
                  <a:pt x="124308" y="0"/>
                </a:lnTo>
                <a:lnTo>
                  <a:pt x="124308" y="3271"/>
                </a:lnTo>
                <a:lnTo>
                  <a:pt x="130851" y="3271"/>
                </a:lnTo>
                <a:lnTo>
                  <a:pt x="130851" y="6543"/>
                </a:lnTo>
                <a:lnTo>
                  <a:pt x="137393" y="6543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6835" y="3271"/>
                </a:lnTo>
                <a:lnTo>
                  <a:pt x="166835" y="6543"/>
                </a:lnTo>
                <a:lnTo>
                  <a:pt x="170106" y="6543"/>
                </a:lnTo>
                <a:lnTo>
                  <a:pt x="170106" y="9814"/>
                </a:lnTo>
                <a:lnTo>
                  <a:pt x="173377" y="9814"/>
                </a:lnTo>
                <a:lnTo>
                  <a:pt x="173377" y="16356"/>
                </a:lnTo>
                <a:lnTo>
                  <a:pt x="176648" y="16356"/>
                </a:lnTo>
                <a:lnTo>
                  <a:pt x="176648" y="26170"/>
                </a:lnTo>
                <a:lnTo>
                  <a:pt x="173377" y="26170"/>
                </a:lnTo>
                <a:lnTo>
                  <a:pt x="173377" y="32713"/>
                </a:lnTo>
                <a:lnTo>
                  <a:pt x="170106" y="32713"/>
                </a:lnTo>
                <a:lnTo>
                  <a:pt x="170106" y="35984"/>
                </a:lnTo>
                <a:lnTo>
                  <a:pt x="166835" y="35984"/>
                </a:lnTo>
                <a:lnTo>
                  <a:pt x="166835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43936" y="42526"/>
                </a:lnTo>
                <a:lnTo>
                  <a:pt x="143936" y="39255"/>
                </a:lnTo>
                <a:lnTo>
                  <a:pt x="137393" y="39255"/>
                </a:lnTo>
                <a:lnTo>
                  <a:pt x="137393" y="35984"/>
                </a:lnTo>
                <a:lnTo>
                  <a:pt x="130851" y="35984"/>
                </a:lnTo>
                <a:lnTo>
                  <a:pt x="130851" y="39255"/>
                </a:lnTo>
                <a:lnTo>
                  <a:pt x="124308" y="39255"/>
                </a:lnTo>
                <a:lnTo>
                  <a:pt x="124308" y="42526"/>
                </a:lnTo>
                <a:lnTo>
                  <a:pt x="91595" y="42526"/>
                </a:lnTo>
                <a:lnTo>
                  <a:pt x="91595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75239" y="42526"/>
                </a:lnTo>
                <a:lnTo>
                  <a:pt x="75239" y="45798"/>
                </a:lnTo>
                <a:lnTo>
                  <a:pt x="71968" y="45798"/>
                </a:lnTo>
                <a:lnTo>
                  <a:pt x="71968" y="49069"/>
                </a:lnTo>
                <a:lnTo>
                  <a:pt x="68697" y="49069"/>
                </a:lnTo>
                <a:lnTo>
                  <a:pt x="68697" y="52340"/>
                </a:lnTo>
                <a:lnTo>
                  <a:pt x="62154" y="52340"/>
                </a:lnTo>
                <a:lnTo>
                  <a:pt x="6215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58883" y="13085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isible source SEC-093 inset-1 region 742">
            <a:extLst xmlns:a="http://schemas.openxmlformats.org/drawingml/2006/main">
              <a:ext uri="{FF2B5EF4-FFF2-40B4-BE49-F238E27FC236}">
                <a16:creationId xmlns:a16="http://schemas.microsoft.com/office/drawing/2014/main" id="{D7CE6A9C-513B-4316-BBF5-6524BCD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886" y="2267151"/>
            <a:ext cx="261701" cy="202818"/>
          </a:xfrm>
          <a:custGeom xmlns:a="http://schemas.openxmlformats.org/drawingml/2006/main">
            <a:pathLst>
              <a:path w="261701" h="202818">
                <a:moveTo>
                  <a:pt x="78510" y="62154"/>
                </a:moveTo>
                <a:lnTo>
                  <a:pt x="78510" y="58883"/>
                </a:lnTo>
                <a:lnTo>
                  <a:pt x="94867" y="58883"/>
                </a:lnTo>
                <a:lnTo>
                  <a:pt x="94867" y="52340"/>
                </a:lnTo>
                <a:lnTo>
                  <a:pt x="98138" y="52340"/>
                </a:lnTo>
                <a:lnTo>
                  <a:pt x="98138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104681" y="42526"/>
                </a:lnTo>
                <a:lnTo>
                  <a:pt x="104681" y="39255"/>
                </a:lnTo>
                <a:lnTo>
                  <a:pt x="111223" y="39255"/>
                </a:lnTo>
                <a:lnTo>
                  <a:pt x="111223" y="35984"/>
                </a:lnTo>
                <a:lnTo>
                  <a:pt x="153750" y="35984"/>
                </a:lnTo>
                <a:lnTo>
                  <a:pt x="153750" y="39255"/>
                </a:lnTo>
                <a:lnTo>
                  <a:pt x="163563" y="39255"/>
                </a:lnTo>
                <a:lnTo>
                  <a:pt x="163563" y="35984"/>
                </a:lnTo>
                <a:lnTo>
                  <a:pt x="186462" y="35984"/>
                </a:lnTo>
                <a:lnTo>
                  <a:pt x="186462" y="32713"/>
                </a:lnTo>
                <a:lnTo>
                  <a:pt x="183191" y="32713"/>
                </a:lnTo>
                <a:lnTo>
                  <a:pt x="183191" y="26170"/>
                </a:lnTo>
                <a:lnTo>
                  <a:pt x="179920" y="26170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06090" y="0"/>
                </a:lnTo>
                <a:lnTo>
                  <a:pt x="206090" y="3271"/>
                </a:lnTo>
                <a:lnTo>
                  <a:pt x="209361" y="3271"/>
                </a:lnTo>
                <a:lnTo>
                  <a:pt x="209361" y="0"/>
                </a:lnTo>
                <a:lnTo>
                  <a:pt x="222446" y="0"/>
                </a:lnTo>
                <a:lnTo>
                  <a:pt x="222446" y="3271"/>
                </a:lnTo>
                <a:lnTo>
                  <a:pt x="228989" y="3271"/>
                </a:lnTo>
                <a:lnTo>
                  <a:pt x="228989" y="0"/>
                </a:lnTo>
                <a:lnTo>
                  <a:pt x="238802" y="0"/>
                </a:lnTo>
                <a:lnTo>
                  <a:pt x="238802" y="3271"/>
                </a:lnTo>
                <a:lnTo>
                  <a:pt x="245345" y="3271"/>
                </a:lnTo>
                <a:lnTo>
                  <a:pt x="245345" y="6543"/>
                </a:lnTo>
                <a:lnTo>
                  <a:pt x="248616" y="6543"/>
                </a:lnTo>
                <a:lnTo>
                  <a:pt x="248616" y="9814"/>
                </a:lnTo>
                <a:lnTo>
                  <a:pt x="251887" y="9814"/>
                </a:lnTo>
                <a:lnTo>
                  <a:pt x="251887" y="16356"/>
                </a:lnTo>
                <a:lnTo>
                  <a:pt x="255159" y="16356"/>
                </a:lnTo>
                <a:lnTo>
                  <a:pt x="255159" y="26170"/>
                </a:lnTo>
                <a:lnTo>
                  <a:pt x="251887" y="26170"/>
                </a:lnTo>
                <a:lnTo>
                  <a:pt x="251887" y="32713"/>
                </a:lnTo>
                <a:lnTo>
                  <a:pt x="255159" y="32713"/>
                </a:lnTo>
                <a:lnTo>
                  <a:pt x="255159" y="35984"/>
                </a:lnTo>
                <a:lnTo>
                  <a:pt x="258430" y="35984"/>
                </a:lnTo>
                <a:lnTo>
                  <a:pt x="258430" y="42526"/>
                </a:lnTo>
                <a:lnTo>
                  <a:pt x="261701" y="42526"/>
                </a:lnTo>
                <a:lnTo>
                  <a:pt x="261701" y="52340"/>
                </a:lnTo>
                <a:lnTo>
                  <a:pt x="258430" y="52340"/>
                </a:lnTo>
                <a:lnTo>
                  <a:pt x="258430" y="58883"/>
                </a:lnTo>
                <a:lnTo>
                  <a:pt x="255159" y="58883"/>
                </a:lnTo>
                <a:lnTo>
                  <a:pt x="255159" y="62154"/>
                </a:lnTo>
                <a:lnTo>
                  <a:pt x="251887" y="62154"/>
                </a:lnTo>
                <a:lnTo>
                  <a:pt x="251887" y="65425"/>
                </a:lnTo>
                <a:lnTo>
                  <a:pt x="245345" y="65425"/>
                </a:lnTo>
                <a:lnTo>
                  <a:pt x="245345" y="68697"/>
                </a:lnTo>
                <a:lnTo>
                  <a:pt x="212632" y="68697"/>
                </a:lnTo>
                <a:lnTo>
                  <a:pt x="212632" y="71968"/>
                </a:lnTo>
                <a:lnTo>
                  <a:pt x="209361" y="71968"/>
                </a:lnTo>
                <a:lnTo>
                  <a:pt x="209361" y="75239"/>
                </a:lnTo>
                <a:lnTo>
                  <a:pt x="202818" y="75239"/>
                </a:lnTo>
                <a:lnTo>
                  <a:pt x="202818" y="78510"/>
                </a:lnTo>
                <a:lnTo>
                  <a:pt x="160292" y="78510"/>
                </a:lnTo>
                <a:lnTo>
                  <a:pt x="160292" y="75239"/>
                </a:lnTo>
                <a:lnTo>
                  <a:pt x="153750" y="75239"/>
                </a:lnTo>
                <a:lnTo>
                  <a:pt x="153750" y="78510"/>
                </a:lnTo>
                <a:lnTo>
                  <a:pt x="127579" y="78510"/>
                </a:lnTo>
                <a:lnTo>
                  <a:pt x="127579" y="88324"/>
                </a:lnTo>
                <a:lnTo>
                  <a:pt x="124308" y="88324"/>
                </a:lnTo>
                <a:lnTo>
                  <a:pt x="124308" y="91595"/>
                </a:lnTo>
                <a:lnTo>
                  <a:pt x="121037" y="91595"/>
                </a:lnTo>
                <a:lnTo>
                  <a:pt x="121037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81782" y="101409"/>
                </a:lnTo>
                <a:lnTo>
                  <a:pt x="81782" y="104681"/>
                </a:lnTo>
                <a:lnTo>
                  <a:pt x="85053" y="104681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27579"/>
                </a:lnTo>
                <a:lnTo>
                  <a:pt x="78510" y="127579"/>
                </a:lnTo>
                <a:lnTo>
                  <a:pt x="78510" y="130851"/>
                </a:lnTo>
                <a:lnTo>
                  <a:pt x="81782" y="130851"/>
                </a:lnTo>
                <a:lnTo>
                  <a:pt x="81782" y="147207"/>
                </a:lnTo>
                <a:lnTo>
                  <a:pt x="78510" y="147207"/>
                </a:lnTo>
                <a:lnTo>
                  <a:pt x="78510" y="150478"/>
                </a:lnTo>
                <a:lnTo>
                  <a:pt x="75239" y="150478"/>
                </a:lnTo>
                <a:lnTo>
                  <a:pt x="75239" y="153750"/>
                </a:lnTo>
                <a:lnTo>
                  <a:pt x="71968" y="153750"/>
                </a:lnTo>
                <a:lnTo>
                  <a:pt x="71968" y="157021"/>
                </a:lnTo>
                <a:lnTo>
                  <a:pt x="68697" y="157021"/>
                </a:lnTo>
                <a:lnTo>
                  <a:pt x="68697" y="160292"/>
                </a:lnTo>
                <a:lnTo>
                  <a:pt x="88324" y="160292"/>
                </a:lnTo>
                <a:lnTo>
                  <a:pt x="88324" y="163563"/>
                </a:lnTo>
                <a:lnTo>
                  <a:pt x="94867" y="163563"/>
                </a:lnTo>
                <a:lnTo>
                  <a:pt x="94867" y="160292"/>
                </a:lnTo>
                <a:lnTo>
                  <a:pt x="107952" y="160292"/>
                </a:lnTo>
                <a:lnTo>
                  <a:pt x="107952" y="157021"/>
                </a:lnTo>
                <a:lnTo>
                  <a:pt x="202818" y="157021"/>
                </a:lnTo>
                <a:lnTo>
                  <a:pt x="202818" y="160292"/>
                </a:lnTo>
                <a:lnTo>
                  <a:pt x="209361" y="160292"/>
                </a:lnTo>
                <a:lnTo>
                  <a:pt x="209361" y="163563"/>
                </a:lnTo>
                <a:lnTo>
                  <a:pt x="212632" y="163563"/>
                </a:lnTo>
                <a:lnTo>
                  <a:pt x="212632" y="166835"/>
                </a:lnTo>
                <a:lnTo>
                  <a:pt x="215904" y="166835"/>
                </a:lnTo>
                <a:lnTo>
                  <a:pt x="215904" y="173377"/>
                </a:lnTo>
                <a:lnTo>
                  <a:pt x="219175" y="173377"/>
                </a:lnTo>
                <a:lnTo>
                  <a:pt x="219175" y="183191"/>
                </a:lnTo>
                <a:lnTo>
                  <a:pt x="215904" y="183191"/>
                </a:lnTo>
                <a:lnTo>
                  <a:pt x="215904" y="189733"/>
                </a:lnTo>
                <a:lnTo>
                  <a:pt x="212632" y="189733"/>
                </a:lnTo>
                <a:lnTo>
                  <a:pt x="212632" y="193005"/>
                </a:lnTo>
                <a:lnTo>
                  <a:pt x="209361" y="193005"/>
                </a:lnTo>
                <a:lnTo>
                  <a:pt x="209361" y="196276"/>
                </a:lnTo>
                <a:lnTo>
                  <a:pt x="202818" y="196276"/>
                </a:lnTo>
                <a:lnTo>
                  <a:pt x="202818" y="199547"/>
                </a:lnTo>
                <a:lnTo>
                  <a:pt x="117766" y="199547"/>
                </a:lnTo>
                <a:lnTo>
                  <a:pt x="117766" y="202818"/>
                </a:lnTo>
                <a:lnTo>
                  <a:pt x="94867" y="202818"/>
                </a:lnTo>
                <a:lnTo>
                  <a:pt x="94867" y="199547"/>
                </a:lnTo>
                <a:lnTo>
                  <a:pt x="88324" y="199547"/>
                </a:lnTo>
                <a:lnTo>
                  <a:pt x="88324" y="202818"/>
                </a:lnTo>
                <a:lnTo>
                  <a:pt x="62154" y="202818"/>
                </a:lnTo>
                <a:lnTo>
                  <a:pt x="62154" y="199547"/>
                </a:lnTo>
                <a:lnTo>
                  <a:pt x="55612" y="199547"/>
                </a:lnTo>
                <a:lnTo>
                  <a:pt x="55612" y="196276"/>
                </a:lnTo>
                <a:lnTo>
                  <a:pt x="52340" y="196276"/>
                </a:lnTo>
                <a:lnTo>
                  <a:pt x="52340" y="193005"/>
                </a:lnTo>
                <a:lnTo>
                  <a:pt x="49069" y="193005"/>
                </a:lnTo>
                <a:lnTo>
                  <a:pt x="49069" y="186462"/>
                </a:lnTo>
                <a:lnTo>
                  <a:pt x="45798" y="186462"/>
                </a:lnTo>
                <a:lnTo>
                  <a:pt x="45798" y="176648"/>
                </a:lnTo>
                <a:lnTo>
                  <a:pt x="49069" y="176648"/>
                </a:lnTo>
                <a:lnTo>
                  <a:pt x="49069" y="170106"/>
                </a:lnTo>
                <a:lnTo>
                  <a:pt x="52340" y="170106"/>
                </a:lnTo>
                <a:lnTo>
                  <a:pt x="52340" y="166835"/>
                </a:lnTo>
                <a:lnTo>
                  <a:pt x="55612" y="166835"/>
                </a:lnTo>
                <a:lnTo>
                  <a:pt x="55612" y="163563"/>
                </a:lnTo>
                <a:lnTo>
                  <a:pt x="62154" y="163563"/>
                </a:lnTo>
                <a:lnTo>
                  <a:pt x="62154" y="160292"/>
                </a:lnTo>
                <a:lnTo>
                  <a:pt x="13085" y="160292"/>
                </a:lnTo>
                <a:lnTo>
                  <a:pt x="13085" y="157021"/>
                </a:lnTo>
                <a:lnTo>
                  <a:pt x="9814" y="157021"/>
                </a:lnTo>
                <a:lnTo>
                  <a:pt x="9814" y="153750"/>
                </a:lnTo>
                <a:lnTo>
                  <a:pt x="6543" y="153750"/>
                </a:lnTo>
                <a:lnTo>
                  <a:pt x="6543" y="150478"/>
                </a:lnTo>
                <a:lnTo>
                  <a:pt x="3271" y="150478"/>
                </a:lnTo>
                <a:lnTo>
                  <a:pt x="3271" y="143936"/>
                </a:lnTo>
                <a:lnTo>
                  <a:pt x="0" y="143936"/>
                </a:lnTo>
                <a:lnTo>
                  <a:pt x="0" y="134122"/>
                </a:lnTo>
                <a:lnTo>
                  <a:pt x="3271" y="134122"/>
                </a:lnTo>
                <a:lnTo>
                  <a:pt x="3271" y="127579"/>
                </a:lnTo>
                <a:lnTo>
                  <a:pt x="6543" y="127579"/>
                </a:lnTo>
                <a:lnTo>
                  <a:pt x="6543" y="117766"/>
                </a:lnTo>
                <a:lnTo>
                  <a:pt x="3271" y="117766"/>
                </a:lnTo>
                <a:lnTo>
                  <a:pt x="3271" y="107952"/>
                </a:lnTo>
                <a:lnTo>
                  <a:pt x="6543" y="107952"/>
                </a:lnTo>
                <a:lnTo>
                  <a:pt x="6543" y="101409"/>
                </a:lnTo>
                <a:lnTo>
                  <a:pt x="9814" y="101409"/>
                </a:lnTo>
                <a:lnTo>
                  <a:pt x="9814" y="98138"/>
                </a:lnTo>
                <a:lnTo>
                  <a:pt x="13085" y="98138"/>
                </a:lnTo>
                <a:lnTo>
                  <a:pt x="13085" y="94867"/>
                </a:lnTo>
                <a:lnTo>
                  <a:pt x="19628" y="94867"/>
                </a:lnTo>
                <a:lnTo>
                  <a:pt x="19628" y="91595"/>
                </a:lnTo>
                <a:lnTo>
                  <a:pt x="52340" y="91595"/>
                </a:lnTo>
                <a:lnTo>
                  <a:pt x="52340" y="85053"/>
                </a:lnTo>
                <a:lnTo>
                  <a:pt x="49069" y="85053"/>
                </a:lnTo>
                <a:lnTo>
                  <a:pt x="49069" y="75239"/>
                </a:lnTo>
                <a:lnTo>
                  <a:pt x="52340" y="75239"/>
                </a:lnTo>
                <a:lnTo>
                  <a:pt x="52340" y="68697"/>
                </a:lnTo>
                <a:lnTo>
                  <a:pt x="55612" y="68697"/>
                </a:lnTo>
                <a:lnTo>
                  <a:pt x="55612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65425" y="62154"/>
                </a:lnTo>
                <a:lnTo>
                  <a:pt x="65425" y="58883"/>
                </a:lnTo>
                <a:lnTo>
                  <a:pt x="75239" y="58883"/>
                </a:lnTo>
                <a:lnTo>
                  <a:pt x="75239" y="62154"/>
                </a:lnTo>
                <a:lnTo>
                  <a:pt x="78510" y="6215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isible source SEC-093 inset-1 region 743">
            <a:extLst xmlns:a="http://schemas.openxmlformats.org/drawingml/2006/main">
              <a:ext uri="{FF2B5EF4-FFF2-40B4-BE49-F238E27FC236}">
                <a16:creationId xmlns:a16="http://schemas.microsoft.com/office/drawing/2014/main" id="{B6E6A6E8-5245-47AA-AA5C-0B50DEE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428" y="2466698"/>
            <a:ext cx="258430" cy="140664"/>
          </a:xfrm>
          <a:custGeom xmlns:a="http://schemas.openxmlformats.org/drawingml/2006/main">
            <a:pathLst>
              <a:path w="258430" h="140664">
                <a:moveTo>
                  <a:pt x="45798" y="71968"/>
                </a:moveTo>
                <a:lnTo>
                  <a:pt x="49069" y="71968"/>
                </a:lnTo>
                <a:lnTo>
                  <a:pt x="49069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91595" y="62154"/>
                </a:lnTo>
                <a:lnTo>
                  <a:pt x="91595" y="58883"/>
                </a:lnTo>
                <a:lnTo>
                  <a:pt x="94867" y="58883"/>
                </a:lnTo>
                <a:lnTo>
                  <a:pt x="94867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176648" y="52340"/>
                </a:lnTo>
                <a:lnTo>
                  <a:pt x="176648" y="35984"/>
                </a:lnTo>
                <a:lnTo>
                  <a:pt x="179920" y="35984"/>
                </a:lnTo>
                <a:lnTo>
                  <a:pt x="179920" y="29441"/>
                </a:lnTo>
                <a:lnTo>
                  <a:pt x="183191" y="29441"/>
                </a:lnTo>
                <a:lnTo>
                  <a:pt x="183191" y="26170"/>
                </a:lnTo>
                <a:lnTo>
                  <a:pt x="179920" y="26170"/>
                </a:lnTo>
                <a:lnTo>
                  <a:pt x="179920" y="16356"/>
                </a:lnTo>
                <a:lnTo>
                  <a:pt x="183191" y="16356"/>
                </a:lnTo>
                <a:lnTo>
                  <a:pt x="183191" y="9814"/>
                </a:lnTo>
                <a:lnTo>
                  <a:pt x="186462" y="9814"/>
                </a:lnTo>
                <a:lnTo>
                  <a:pt x="186462" y="6543"/>
                </a:lnTo>
                <a:lnTo>
                  <a:pt x="189733" y="6543"/>
                </a:lnTo>
                <a:lnTo>
                  <a:pt x="189733" y="3271"/>
                </a:lnTo>
                <a:lnTo>
                  <a:pt x="196276" y="3271"/>
                </a:lnTo>
                <a:lnTo>
                  <a:pt x="196276" y="0"/>
                </a:lnTo>
                <a:lnTo>
                  <a:pt x="245345" y="0"/>
                </a:lnTo>
                <a:lnTo>
                  <a:pt x="245345" y="3271"/>
                </a:lnTo>
                <a:lnTo>
                  <a:pt x="251887" y="3271"/>
                </a:lnTo>
                <a:lnTo>
                  <a:pt x="251887" y="6543"/>
                </a:lnTo>
                <a:lnTo>
                  <a:pt x="255159" y="6543"/>
                </a:lnTo>
                <a:lnTo>
                  <a:pt x="255159" y="13085"/>
                </a:lnTo>
                <a:lnTo>
                  <a:pt x="258430" y="13085"/>
                </a:lnTo>
                <a:lnTo>
                  <a:pt x="258430" y="29441"/>
                </a:lnTo>
                <a:lnTo>
                  <a:pt x="255159" y="29441"/>
                </a:lnTo>
                <a:lnTo>
                  <a:pt x="255159" y="52340"/>
                </a:lnTo>
                <a:lnTo>
                  <a:pt x="251887" y="52340"/>
                </a:lnTo>
                <a:lnTo>
                  <a:pt x="251887" y="58883"/>
                </a:lnTo>
                <a:lnTo>
                  <a:pt x="248616" y="58883"/>
                </a:lnTo>
                <a:lnTo>
                  <a:pt x="248616" y="62154"/>
                </a:lnTo>
                <a:lnTo>
                  <a:pt x="242074" y="62154"/>
                </a:lnTo>
                <a:lnTo>
                  <a:pt x="242074" y="65425"/>
                </a:lnTo>
                <a:lnTo>
                  <a:pt x="199547" y="65425"/>
                </a:lnTo>
                <a:lnTo>
                  <a:pt x="199547" y="68697"/>
                </a:lnTo>
                <a:lnTo>
                  <a:pt x="202818" y="68697"/>
                </a:lnTo>
                <a:lnTo>
                  <a:pt x="202818" y="78510"/>
                </a:lnTo>
                <a:lnTo>
                  <a:pt x="199547" y="78510"/>
                </a:lnTo>
                <a:lnTo>
                  <a:pt x="199547" y="85053"/>
                </a:lnTo>
                <a:lnTo>
                  <a:pt x="196276" y="85053"/>
                </a:lnTo>
                <a:lnTo>
                  <a:pt x="196276" y="88324"/>
                </a:lnTo>
                <a:lnTo>
                  <a:pt x="193005" y="88324"/>
                </a:lnTo>
                <a:lnTo>
                  <a:pt x="193005" y="91595"/>
                </a:lnTo>
                <a:lnTo>
                  <a:pt x="186462" y="91595"/>
                </a:lnTo>
                <a:lnTo>
                  <a:pt x="186462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14494" y="98138"/>
                </a:lnTo>
                <a:lnTo>
                  <a:pt x="114494" y="101409"/>
                </a:lnTo>
                <a:lnTo>
                  <a:pt x="107952" y="101409"/>
                </a:lnTo>
                <a:lnTo>
                  <a:pt x="107952" y="104681"/>
                </a:lnTo>
                <a:lnTo>
                  <a:pt x="65425" y="104681"/>
                </a:lnTo>
                <a:lnTo>
                  <a:pt x="65425" y="107952"/>
                </a:lnTo>
                <a:lnTo>
                  <a:pt x="68697" y="107952"/>
                </a:lnTo>
                <a:lnTo>
                  <a:pt x="68697" y="114494"/>
                </a:lnTo>
                <a:lnTo>
                  <a:pt x="71968" y="114494"/>
                </a:lnTo>
                <a:lnTo>
                  <a:pt x="71968" y="124308"/>
                </a:lnTo>
                <a:lnTo>
                  <a:pt x="68697" y="124308"/>
                </a:lnTo>
                <a:lnTo>
                  <a:pt x="68697" y="130851"/>
                </a:lnTo>
                <a:lnTo>
                  <a:pt x="65425" y="130851"/>
                </a:lnTo>
                <a:lnTo>
                  <a:pt x="65425" y="134122"/>
                </a:lnTo>
                <a:lnTo>
                  <a:pt x="62154" y="134122"/>
                </a:lnTo>
                <a:lnTo>
                  <a:pt x="62154" y="137393"/>
                </a:lnTo>
                <a:lnTo>
                  <a:pt x="55612" y="137393"/>
                </a:lnTo>
                <a:lnTo>
                  <a:pt x="55612" y="140664"/>
                </a:lnTo>
                <a:lnTo>
                  <a:pt x="16356" y="140664"/>
                </a:lnTo>
                <a:lnTo>
                  <a:pt x="16356" y="137393"/>
                </a:lnTo>
                <a:lnTo>
                  <a:pt x="9814" y="137393"/>
                </a:lnTo>
                <a:lnTo>
                  <a:pt x="9814" y="134122"/>
                </a:lnTo>
                <a:lnTo>
                  <a:pt x="6543" y="134122"/>
                </a:lnTo>
                <a:lnTo>
                  <a:pt x="6543" y="130851"/>
                </a:lnTo>
                <a:lnTo>
                  <a:pt x="3271" y="130851"/>
                </a:lnTo>
                <a:lnTo>
                  <a:pt x="3271" y="124308"/>
                </a:lnTo>
                <a:lnTo>
                  <a:pt x="0" y="124308"/>
                </a:lnTo>
                <a:lnTo>
                  <a:pt x="0" y="114494"/>
                </a:lnTo>
                <a:lnTo>
                  <a:pt x="3271" y="114494"/>
                </a:lnTo>
                <a:lnTo>
                  <a:pt x="3271" y="107952"/>
                </a:lnTo>
                <a:lnTo>
                  <a:pt x="6543" y="107952"/>
                </a:lnTo>
                <a:lnTo>
                  <a:pt x="6543" y="104681"/>
                </a:lnTo>
                <a:lnTo>
                  <a:pt x="9814" y="104681"/>
                </a:lnTo>
                <a:lnTo>
                  <a:pt x="9814" y="101409"/>
                </a:lnTo>
                <a:lnTo>
                  <a:pt x="16356" y="101409"/>
                </a:lnTo>
                <a:lnTo>
                  <a:pt x="16356" y="98138"/>
                </a:lnTo>
                <a:lnTo>
                  <a:pt x="49069" y="98138"/>
                </a:lnTo>
                <a:lnTo>
                  <a:pt x="49069" y="94867"/>
                </a:lnTo>
                <a:lnTo>
                  <a:pt x="45798" y="94867"/>
                </a:lnTo>
                <a:lnTo>
                  <a:pt x="45798" y="88324"/>
                </a:lnTo>
                <a:lnTo>
                  <a:pt x="42526" y="88324"/>
                </a:lnTo>
                <a:lnTo>
                  <a:pt x="42526" y="78510"/>
                </a:lnTo>
                <a:lnTo>
                  <a:pt x="45798" y="78510"/>
                </a:lnTo>
                <a:lnTo>
                  <a:pt x="45798" y="7196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isible source SEC-093 inset-1 region 744">
            <a:extLst xmlns:a="http://schemas.openxmlformats.org/drawingml/2006/main">
              <a:ext uri="{FF2B5EF4-FFF2-40B4-BE49-F238E27FC236}">
                <a16:creationId xmlns:a16="http://schemas.microsoft.com/office/drawing/2014/main" id="{2C5D2450-25D0-4325-B314-633ADCC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150" y="134138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isible source SEC-093 inset-1 region 745">
            <a:extLst xmlns:a="http://schemas.openxmlformats.org/drawingml/2006/main">
              <a:ext uri="{FF2B5EF4-FFF2-40B4-BE49-F238E27FC236}">
                <a16:creationId xmlns:a16="http://schemas.microsoft.com/office/drawing/2014/main" id="{1ACD7DC6-D3DC-40B2-AE60-755130C1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523" y="149840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isible source SEC-093 inset-1 region 746">
            <a:extLst xmlns:a="http://schemas.openxmlformats.org/drawingml/2006/main">
              <a:ext uri="{FF2B5EF4-FFF2-40B4-BE49-F238E27FC236}">
                <a16:creationId xmlns:a16="http://schemas.microsoft.com/office/drawing/2014/main" id="{07F15C52-887A-48C5-BE3B-ADB573DF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31" y="155074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isible source SEC-093 inset-1 region 747">
            <a:extLst xmlns:a="http://schemas.openxmlformats.org/drawingml/2006/main">
              <a:ext uri="{FF2B5EF4-FFF2-40B4-BE49-F238E27FC236}">
                <a16:creationId xmlns:a16="http://schemas.microsoft.com/office/drawing/2014/main" id="{476DF1D8-F9AC-491F-A206-D871AEA2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25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isible source SEC-093 inset-1 region 748">
            <a:extLst xmlns:a="http://schemas.openxmlformats.org/drawingml/2006/main">
              <a:ext uri="{FF2B5EF4-FFF2-40B4-BE49-F238E27FC236}">
                <a16:creationId xmlns:a16="http://schemas.microsoft.com/office/drawing/2014/main" id="{55FFC725-4832-4C90-ABDA-31CCA445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9029" y="1635796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isible source SEC-093 inset-1 region 749">
            <a:extLst xmlns:a="http://schemas.openxmlformats.org/drawingml/2006/main">
              <a:ext uri="{FF2B5EF4-FFF2-40B4-BE49-F238E27FC236}">
                <a16:creationId xmlns:a16="http://schemas.microsoft.com/office/drawing/2014/main" id="{48CD7F6C-3C23-4719-A153-D94C7FF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895" y="1665238"/>
            <a:ext cx="58883" cy="42526"/>
          </a:xfrm>
          <a:custGeom xmlns:a="http://schemas.openxmlformats.org/drawingml/2006/main">
            <a:pathLst>
              <a:path w="58883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isible source SEC-093 inset-1 region 750">
            <a:extLst xmlns:a="http://schemas.openxmlformats.org/drawingml/2006/main">
              <a:ext uri="{FF2B5EF4-FFF2-40B4-BE49-F238E27FC236}">
                <a16:creationId xmlns:a16="http://schemas.microsoft.com/office/drawing/2014/main" id="{27634D3C-ED7E-449F-B569-AFF32D1D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316" y="171103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isible source SEC-093 inset-1 region 751">
            <a:extLst xmlns:a="http://schemas.openxmlformats.org/drawingml/2006/main">
              <a:ext uri="{FF2B5EF4-FFF2-40B4-BE49-F238E27FC236}">
                <a16:creationId xmlns:a16="http://schemas.microsoft.com/office/drawing/2014/main" id="{3EFA08FF-8279-4C92-800F-F2A252B9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523" y="1711035"/>
            <a:ext cx="107952" cy="42526"/>
          </a:xfrm>
          <a:custGeom xmlns:a="http://schemas.openxmlformats.org/drawingml/2006/main">
            <a:pathLst>
              <a:path w="107952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9814"/>
                </a:lnTo>
                <a:lnTo>
                  <a:pt x="104681" y="9814"/>
                </a:lnTo>
                <a:lnTo>
                  <a:pt x="104681" y="16356"/>
                </a:lnTo>
                <a:lnTo>
                  <a:pt x="107952" y="16356"/>
                </a:lnTo>
                <a:lnTo>
                  <a:pt x="107952" y="26170"/>
                </a:lnTo>
                <a:lnTo>
                  <a:pt x="104681" y="26170"/>
                </a:lnTo>
                <a:lnTo>
                  <a:pt x="104681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98138" y="35984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isible source SEC-093 inset-1 region 752">
            <a:extLst xmlns:a="http://schemas.openxmlformats.org/drawingml/2006/main">
              <a:ext uri="{FF2B5EF4-FFF2-40B4-BE49-F238E27FC236}">
                <a16:creationId xmlns:a16="http://schemas.microsoft.com/office/drawing/2014/main" id="{E10A1839-08D5-465B-BC69-15A8679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417" y="176337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isible source SEC-093 inset-1 region 753">
            <a:extLst xmlns:a="http://schemas.openxmlformats.org/drawingml/2006/main">
              <a:ext uri="{FF2B5EF4-FFF2-40B4-BE49-F238E27FC236}">
                <a16:creationId xmlns:a16="http://schemas.microsoft.com/office/drawing/2014/main" id="{ECA50C03-EF12-4419-9DE3-BCEAE906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337" y="1763376"/>
            <a:ext cx="147207" cy="68697"/>
          </a:xfrm>
          <a:custGeom xmlns:a="http://schemas.openxmlformats.org/drawingml/2006/main">
            <a:pathLst>
              <a:path w="147207" h="68697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8510" y="16356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3271"/>
                </a:lnTo>
                <a:lnTo>
                  <a:pt x="91595" y="3271"/>
                </a:lnTo>
                <a:lnTo>
                  <a:pt x="91595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21037" y="29441"/>
                </a:lnTo>
                <a:lnTo>
                  <a:pt x="121037" y="26170"/>
                </a:lnTo>
                <a:lnTo>
                  <a:pt x="130851" y="26170"/>
                </a:lnTo>
                <a:lnTo>
                  <a:pt x="130851" y="29441"/>
                </a:lnTo>
                <a:lnTo>
                  <a:pt x="137393" y="29441"/>
                </a:lnTo>
                <a:lnTo>
                  <a:pt x="137393" y="32713"/>
                </a:lnTo>
                <a:lnTo>
                  <a:pt x="140664" y="32713"/>
                </a:lnTo>
                <a:lnTo>
                  <a:pt x="140664" y="35984"/>
                </a:lnTo>
                <a:lnTo>
                  <a:pt x="143936" y="35984"/>
                </a:lnTo>
                <a:lnTo>
                  <a:pt x="143936" y="42526"/>
                </a:lnTo>
                <a:lnTo>
                  <a:pt x="147207" y="42526"/>
                </a:lnTo>
                <a:lnTo>
                  <a:pt x="147207" y="52340"/>
                </a:lnTo>
                <a:lnTo>
                  <a:pt x="143936" y="52340"/>
                </a:lnTo>
                <a:lnTo>
                  <a:pt x="143936" y="58883"/>
                </a:lnTo>
                <a:lnTo>
                  <a:pt x="140664" y="58883"/>
                </a:lnTo>
                <a:lnTo>
                  <a:pt x="140664" y="62154"/>
                </a:lnTo>
                <a:lnTo>
                  <a:pt x="137393" y="62154"/>
                </a:lnTo>
                <a:lnTo>
                  <a:pt x="137393" y="65425"/>
                </a:lnTo>
                <a:lnTo>
                  <a:pt x="130851" y="65425"/>
                </a:lnTo>
                <a:lnTo>
                  <a:pt x="130851" y="68697"/>
                </a:lnTo>
                <a:lnTo>
                  <a:pt x="121037" y="68697"/>
                </a:lnTo>
                <a:lnTo>
                  <a:pt x="121037" y="65425"/>
                </a:lnTo>
                <a:lnTo>
                  <a:pt x="114494" y="65425"/>
                </a:lnTo>
                <a:lnTo>
                  <a:pt x="114494" y="62154"/>
                </a:lnTo>
                <a:lnTo>
                  <a:pt x="111223" y="62154"/>
                </a:lnTo>
                <a:lnTo>
                  <a:pt x="111223" y="58883"/>
                </a:lnTo>
                <a:lnTo>
                  <a:pt x="107952" y="58883"/>
                </a:lnTo>
                <a:lnTo>
                  <a:pt x="107952" y="52340"/>
                </a:lnTo>
                <a:lnTo>
                  <a:pt x="104681" y="52340"/>
                </a:lnTo>
                <a:lnTo>
                  <a:pt x="104681" y="42526"/>
                </a:lnTo>
                <a:lnTo>
                  <a:pt x="107952" y="42526"/>
                </a:lnTo>
                <a:lnTo>
                  <a:pt x="107952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91595" y="42526"/>
                </a:lnTo>
                <a:lnTo>
                  <a:pt x="91595" y="39255"/>
                </a:lnTo>
                <a:lnTo>
                  <a:pt x="85053" y="39255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32713"/>
                </a:lnTo>
                <a:lnTo>
                  <a:pt x="78510" y="32713"/>
                </a:lnTo>
                <a:lnTo>
                  <a:pt x="78510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isible source SEC-093 inset-1 region 754">
            <a:extLst xmlns:a="http://schemas.openxmlformats.org/drawingml/2006/main">
              <a:ext uri="{FF2B5EF4-FFF2-40B4-BE49-F238E27FC236}">
                <a16:creationId xmlns:a16="http://schemas.microsoft.com/office/drawing/2014/main" id="{25263202-151D-4809-9D60-BE40764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130" y="1864785"/>
            <a:ext cx="143936" cy="98138"/>
          </a:xfrm>
          <a:custGeom xmlns:a="http://schemas.openxmlformats.org/drawingml/2006/main">
            <a:pathLst>
              <a:path w="143936" h="98138">
                <a:moveTo>
                  <a:pt x="22899" y="26170"/>
                </a:moveTo>
                <a:lnTo>
                  <a:pt x="22899" y="16356"/>
                </a:lnTo>
                <a:lnTo>
                  <a:pt x="26170" y="16356"/>
                </a:lnTo>
                <a:lnTo>
                  <a:pt x="26170" y="9814"/>
                </a:lnTo>
                <a:lnTo>
                  <a:pt x="29441" y="9814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52340" y="42526"/>
                </a:lnTo>
                <a:lnTo>
                  <a:pt x="52340" y="45798"/>
                </a:lnTo>
                <a:lnTo>
                  <a:pt x="62154" y="45798"/>
                </a:lnTo>
                <a:lnTo>
                  <a:pt x="62154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68697" y="35984"/>
                </a:lnTo>
                <a:lnTo>
                  <a:pt x="68697" y="32713"/>
                </a:lnTo>
                <a:lnTo>
                  <a:pt x="75239" y="32713"/>
                </a:lnTo>
                <a:lnTo>
                  <a:pt x="75239" y="29441"/>
                </a:lnTo>
                <a:lnTo>
                  <a:pt x="85053" y="29441"/>
                </a:lnTo>
                <a:lnTo>
                  <a:pt x="85053" y="32713"/>
                </a:lnTo>
                <a:lnTo>
                  <a:pt x="88324" y="32713"/>
                </a:lnTo>
                <a:lnTo>
                  <a:pt x="88324" y="29441"/>
                </a:lnTo>
                <a:lnTo>
                  <a:pt x="98138" y="29441"/>
                </a:lnTo>
                <a:lnTo>
                  <a:pt x="98138" y="32713"/>
                </a:lnTo>
                <a:lnTo>
                  <a:pt x="101409" y="32713"/>
                </a:lnTo>
                <a:lnTo>
                  <a:pt x="101409" y="29441"/>
                </a:lnTo>
                <a:lnTo>
                  <a:pt x="104681" y="29441"/>
                </a:lnTo>
                <a:lnTo>
                  <a:pt x="104681" y="22899"/>
                </a:lnTo>
                <a:lnTo>
                  <a:pt x="107952" y="22899"/>
                </a:lnTo>
                <a:lnTo>
                  <a:pt x="107952" y="19628"/>
                </a:lnTo>
                <a:lnTo>
                  <a:pt x="111223" y="19628"/>
                </a:lnTo>
                <a:lnTo>
                  <a:pt x="111223" y="16356"/>
                </a:lnTo>
                <a:lnTo>
                  <a:pt x="117766" y="16356"/>
                </a:lnTo>
                <a:lnTo>
                  <a:pt x="117766" y="13085"/>
                </a:lnTo>
                <a:lnTo>
                  <a:pt x="127579" y="13085"/>
                </a:lnTo>
                <a:lnTo>
                  <a:pt x="127579" y="16356"/>
                </a:lnTo>
                <a:lnTo>
                  <a:pt x="134122" y="16356"/>
                </a:lnTo>
                <a:lnTo>
                  <a:pt x="134122" y="19628"/>
                </a:lnTo>
                <a:lnTo>
                  <a:pt x="137393" y="19628"/>
                </a:lnTo>
                <a:lnTo>
                  <a:pt x="137393" y="22899"/>
                </a:lnTo>
                <a:lnTo>
                  <a:pt x="140664" y="22899"/>
                </a:lnTo>
                <a:lnTo>
                  <a:pt x="140664" y="29441"/>
                </a:lnTo>
                <a:lnTo>
                  <a:pt x="143936" y="29441"/>
                </a:lnTo>
                <a:lnTo>
                  <a:pt x="143936" y="39255"/>
                </a:lnTo>
                <a:lnTo>
                  <a:pt x="140664" y="39255"/>
                </a:lnTo>
                <a:lnTo>
                  <a:pt x="140664" y="45798"/>
                </a:lnTo>
                <a:lnTo>
                  <a:pt x="137393" y="45798"/>
                </a:lnTo>
                <a:lnTo>
                  <a:pt x="137393" y="49069"/>
                </a:lnTo>
                <a:lnTo>
                  <a:pt x="134122" y="49069"/>
                </a:lnTo>
                <a:lnTo>
                  <a:pt x="134122" y="52340"/>
                </a:lnTo>
                <a:lnTo>
                  <a:pt x="127579" y="52340"/>
                </a:lnTo>
                <a:lnTo>
                  <a:pt x="127579" y="55612"/>
                </a:lnTo>
                <a:lnTo>
                  <a:pt x="117766" y="55612"/>
                </a:lnTo>
                <a:lnTo>
                  <a:pt x="117766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11223" y="55612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104681" y="65425"/>
                </a:lnTo>
                <a:lnTo>
                  <a:pt x="104681" y="68697"/>
                </a:lnTo>
                <a:lnTo>
                  <a:pt x="98138" y="68697"/>
                </a:lnTo>
                <a:lnTo>
                  <a:pt x="98138" y="71968"/>
                </a:lnTo>
                <a:lnTo>
                  <a:pt x="75239" y="71968"/>
                </a:lnTo>
                <a:lnTo>
                  <a:pt x="75239" y="68697"/>
                </a:lnTo>
                <a:lnTo>
                  <a:pt x="65425" y="68697"/>
                </a:lnTo>
                <a:lnTo>
                  <a:pt x="65425" y="75239"/>
                </a:lnTo>
                <a:lnTo>
                  <a:pt x="62154" y="75239"/>
                </a:lnTo>
                <a:lnTo>
                  <a:pt x="62154" y="78510"/>
                </a:lnTo>
                <a:lnTo>
                  <a:pt x="58883" y="78510"/>
                </a:lnTo>
                <a:lnTo>
                  <a:pt x="58883" y="81782"/>
                </a:lnTo>
                <a:lnTo>
                  <a:pt x="52340" y="81782"/>
                </a:lnTo>
                <a:lnTo>
                  <a:pt x="52340" y="85053"/>
                </a:lnTo>
                <a:lnTo>
                  <a:pt x="39255" y="85053"/>
                </a:lnTo>
                <a:lnTo>
                  <a:pt x="39255" y="88324"/>
                </a:lnTo>
                <a:lnTo>
                  <a:pt x="35984" y="88324"/>
                </a:lnTo>
                <a:lnTo>
                  <a:pt x="35984" y="91595"/>
                </a:lnTo>
                <a:lnTo>
                  <a:pt x="32713" y="91595"/>
                </a:lnTo>
                <a:lnTo>
                  <a:pt x="32713" y="94867"/>
                </a:lnTo>
                <a:lnTo>
                  <a:pt x="26170" y="94867"/>
                </a:lnTo>
                <a:lnTo>
                  <a:pt x="26170" y="98138"/>
                </a:lnTo>
                <a:lnTo>
                  <a:pt x="16356" y="98138"/>
                </a:lnTo>
                <a:lnTo>
                  <a:pt x="16356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0" y="81782"/>
                </a:lnTo>
                <a:lnTo>
                  <a:pt x="0" y="71968"/>
                </a:lnTo>
                <a:lnTo>
                  <a:pt x="3271" y="71968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19628" y="45798"/>
                </a:lnTo>
                <a:lnTo>
                  <a:pt x="19628" y="42526"/>
                </a:lnTo>
                <a:lnTo>
                  <a:pt x="35984" y="42526"/>
                </a:lnTo>
                <a:lnTo>
                  <a:pt x="35984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2713"/>
                </a:lnTo>
                <a:lnTo>
                  <a:pt x="26170" y="32713"/>
                </a:lnTo>
                <a:lnTo>
                  <a:pt x="26170" y="26170"/>
                </a:lnTo>
                <a:lnTo>
                  <a:pt x="22899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isible source SEC-093 inset-1 region 755">
            <a:extLst xmlns:a="http://schemas.openxmlformats.org/drawingml/2006/main">
              <a:ext uri="{FF2B5EF4-FFF2-40B4-BE49-F238E27FC236}">
                <a16:creationId xmlns:a16="http://schemas.microsoft.com/office/drawing/2014/main" id="{3368C017-2182-4976-848B-9FE83F2B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7247" y="187132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isible source SEC-093 inset-1 region 756">
            <a:extLst xmlns:a="http://schemas.openxmlformats.org/drawingml/2006/main">
              <a:ext uri="{FF2B5EF4-FFF2-40B4-BE49-F238E27FC236}">
                <a16:creationId xmlns:a16="http://schemas.microsoft.com/office/drawing/2014/main" id="{8B2B575D-3903-4B14-AB4E-ACE428BA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794" y="1920397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isible source SEC-093 inset-1 region 757">
            <a:extLst xmlns:a="http://schemas.openxmlformats.org/drawingml/2006/main">
              <a:ext uri="{FF2B5EF4-FFF2-40B4-BE49-F238E27FC236}">
                <a16:creationId xmlns:a16="http://schemas.microsoft.com/office/drawing/2014/main" id="{C9C8E72C-9547-4919-9C05-EFFDB2B7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39" y="1972737"/>
            <a:ext cx="160292" cy="68697"/>
          </a:xfrm>
          <a:custGeom xmlns:a="http://schemas.openxmlformats.org/drawingml/2006/main">
            <a:pathLst>
              <a:path w="160292" h="68697">
                <a:moveTo>
                  <a:pt x="68697" y="3271"/>
                </a:moveTo>
                <a:lnTo>
                  <a:pt x="68697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143936" y="0"/>
                </a:lnTo>
                <a:lnTo>
                  <a:pt x="143936" y="3271"/>
                </a:lnTo>
                <a:lnTo>
                  <a:pt x="150478" y="3271"/>
                </a:lnTo>
                <a:lnTo>
                  <a:pt x="150478" y="6543"/>
                </a:lnTo>
                <a:lnTo>
                  <a:pt x="153750" y="6543"/>
                </a:lnTo>
                <a:lnTo>
                  <a:pt x="153750" y="9814"/>
                </a:lnTo>
                <a:lnTo>
                  <a:pt x="157021" y="9814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26170"/>
                </a:lnTo>
                <a:lnTo>
                  <a:pt x="157021" y="26170"/>
                </a:lnTo>
                <a:lnTo>
                  <a:pt x="157021" y="32713"/>
                </a:lnTo>
                <a:lnTo>
                  <a:pt x="153750" y="32713"/>
                </a:lnTo>
                <a:lnTo>
                  <a:pt x="153750" y="35984"/>
                </a:lnTo>
                <a:lnTo>
                  <a:pt x="150478" y="35984"/>
                </a:lnTo>
                <a:lnTo>
                  <a:pt x="150478" y="39255"/>
                </a:lnTo>
                <a:lnTo>
                  <a:pt x="143936" y="39255"/>
                </a:lnTo>
                <a:lnTo>
                  <a:pt x="143936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55612" y="58883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0" y="52340"/>
                </a:lnTo>
                <a:lnTo>
                  <a:pt x="0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9814" y="32713"/>
                </a:lnTo>
                <a:lnTo>
                  <a:pt x="9814" y="29441"/>
                </a:lnTo>
                <a:lnTo>
                  <a:pt x="16356" y="29441"/>
                </a:lnTo>
                <a:lnTo>
                  <a:pt x="16356" y="26170"/>
                </a:lnTo>
                <a:lnTo>
                  <a:pt x="45798" y="26170"/>
                </a:lnTo>
                <a:lnTo>
                  <a:pt x="45798" y="29441"/>
                </a:lnTo>
                <a:lnTo>
                  <a:pt x="52340" y="29441"/>
                </a:lnTo>
                <a:lnTo>
                  <a:pt x="52340" y="32713"/>
                </a:lnTo>
                <a:lnTo>
                  <a:pt x="55612" y="32713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9814"/>
                </a:lnTo>
                <a:lnTo>
                  <a:pt x="58883" y="9814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close/>
                <a:moveTo>
                  <a:pt x="58883" y="39255"/>
                </a:moveTo>
                <a:lnTo>
                  <a:pt x="62154" y="39255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isible source SEC-093 inset-1 region 758">
            <a:extLst xmlns:a="http://schemas.openxmlformats.org/drawingml/2006/main">
              <a:ext uri="{FF2B5EF4-FFF2-40B4-BE49-F238E27FC236}">
                <a16:creationId xmlns:a16="http://schemas.microsoft.com/office/drawing/2014/main" id="{4FCAF42D-22D2-4862-8F4C-002CE02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502" y="1972737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3085"/>
                </a:lnTo>
                <a:lnTo>
                  <a:pt x="52340" y="13085"/>
                </a:lnTo>
                <a:lnTo>
                  <a:pt x="52340" y="29441"/>
                </a:lnTo>
                <a:lnTo>
                  <a:pt x="49069" y="29441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isible source SEC-093 inset-1 region 759">
            <a:extLst xmlns:a="http://schemas.openxmlformats.org/drawingml/2006/main">
              <a:ext uri="{FF2B5EF4-FFF2-40B4-BE49-F238E27FC236}">
                <a16:creationId xmlns:a16="http://schemas.microsoft.com/office/drawing/2014/main" id="{0E480734-0BD4-4EA0-97D5-2074E130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25" y="2182098"/>
            <a:ext cx="163563" cy="71968"/>
          </a:xfrm>
          <a:custGeom xmlns:a="http://schemas.openxmlformats.org/drawingml/2006/main">
            <a:pathLst>
              <a:path w="163563" h="71968">
                <a:moveTo>
                  <a:pt x="52340" y="9814"/>
                </a:move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8510" y="0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47207" y="0"/>
                </a:lnTo>
                <a:lnTo>
                  <a:pt x="147207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57021" y="6543"/>
                </a:lnTo>
                <a:lnTo>
                  <a:pt x="157021" y="9814"/>
                </a:lnTo>
                <a:lnTo>
                  <a:pt x="160292" y="9814"/>
                </a:lnTo>
                <a:lnTo>
                  <a:pt x="160292" y="16356"/>
                </a:lnTo>
                <a:lnTo>
                  <a:pt x="163563" y="16356"/>
                </a:lnTo>
                <a:lnTo>
                  <a:pt x="163563" y="26170"/>
                </a:lnTo>
                <a:lnTo>
                  <a:pt x="160292" y="26170"/>
                </a:lnTo>
                <a:lnTo>
                  <a:pt x="160292" y="32713"/>
                </a:lnTo>
                <a:lnTo>
                  <a:pt x="157021" y="32713"/>
                </a:lnTo>
                <a:lnTo>
                  <a:pt x="157021" y="35984"/>
                </a:lnTo>
                <a:lnTo>
                  <a:pt x="153750" y="35984"/>
                </a:lnTo>
                <a:lnTo>
                  <a:pt x="153750" y="39255"/>
                </a:lnTo>
                <a:lnTo>
                  <a:pt x="147207" y="39255"/>
                </a:lnTo>
                <a:lnTo>
                  <a:pt x="147207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35984"/>
                </a:lnTo>
                <a:lnTo>
                  <a:pt x="85053" y="35984"/>
                </a:lnTo>
                <a:lnTo>
                  <a:pt x="85053" y="39255"/>
                </a:lnTo>
                <a:lnTo>
                  <a:pt x="78510" y="39255"/>
                </a:lnTo>
                <a:lnTo>
                  <a:pt x="78510" y="45798"/>
                </a:lnTo>
                <a:lnTo>
                  <a:pt x="81782" y="45798"/>
                </a:lnTo>
                <a:lnTo>
                  <a:pt x="81782" y="55612"/>
                </a:lnTo>
                <a:lnTo>
                  <a:pt x="78510" y="55612"/>
                </a:lnTo>
                <a:lnTo>
                  <a:pt x="78510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65425" y="68697"/>
                </a:lnTo>
                <a:lnTo>
                  <a:pt x="65425" y="71968"/>
                </a:lnTo>
                <a:lnTo>
                  <a:pt x="32713" y="71968"/>
                </a:lnTo>
                <a:lnTo>
                  <a:pt x="32713" y="68697"/>
                </a:lnTo>
                <a:lnTo>
                  <a:pt x="26170" y="68697"/>
                </a:lnTo>
                <a:lnTo>
                  <a:pt x="26170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26170" y="29441"/>
                </a:lnTo>
                <a:lnTo>
                  <a:pt x="26170" y="32713"/>
                </a:lnTo>
                <a:lnTo>
                  <a:pt x="29441" y="32713"/>
                </a:lnTo>
                <a:lnTo>
                  <a:pt x="29441" y="29441"/>
                </a:lnTo>
                <a:lnTo>
                  <a:pt x="49069" y="29441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9814"/>
                </a:lnTo>
                <a:lnTo>
                  <a:pt x="5234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isible source SEC-093 inset-1 region 760">
            <a:extLst xmlns:a="http://schemas.openxmlformats.org/drawingml/2006/main">
              <a:ext uri="{FF2B5EF4-FFF2-40B4-BE49-F238E27FC236}">
                <a16:creationId xmlns:a16="http://schemas.microsoft.com/office/drawing/2014/main" id="{E180F524-250B-48A6-B979-5D5504E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603" y="2267151"/>
            <a:ext cx="310770" cy="170106"/>
          </a:xfrm>
          <a:custGeom xmlns:a="http://schemas.openxmlformats.org/drawingml/2006/main">
            <a:pathLst>
              <a:path w="310770" h="170106">
                <a:moveTo>
                  <a:pt x="88324" y="16356"/>
                </a:move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3085"/>
                </a:lnTo>
                <a:lnTo>
                  <a:pt x="173377" y="13085"/>
                </a:lnTo>
                <a:lnTo>
                  <a:pt x="173377" y="29441"/>
                </a:lnTo>
                <a:lnTo>
                  <a:pt x="170106" y="29441"/>
                </a:lnTo>
                <a:lnTo>
                  <a:pt x="170106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93005" y="35984"/>
                </a:lnTo>
                <a:lnTo>
                  <a:pt x="193005" y="39255"/>
                </a:lnTo>
                <a:lnTo>
                  <a:pt x="199547" y="39255"/>
                </a:lnTo>
                <a:lnTo>
                  <a:pt x="199547" y="42526"/>
                </a:lnTo>
                <a:lnTo>
                  <a:pt x="202818" y="42526"/>
                </a:lnTo>
                <a:lnTo>
                  <a:pt x="202818" y="45798"/>
                </a:lnTo>
                <a:lnTo>
                  <a:pt x="206090" y="45798"/>
                </a:lnTo>
                <a:lnTo>
                  <a:pt x="206090" y="49069"/>
                </a:lnTo>
                <a:lnTo>
                  <a:pt x="209361" y="49069"/>
                </a:lnTo>
                <a:lnTo>
                  <a:pt x="209361" y="65425"/>
                </a:lnTo>
                <a:lnTo>
                  <a:pt x="206090" y="65425"/>
                </a:lnTo>
                <a:lnTo>
                  <a:pt x="206090" y="68697"/>
                </a:lnTo>
                <a:lnTo>
                  <a:pt x="202818" y="68697"/>
                </a:lnTo>
                <a:lnTo>
                  <a:pt x="202818" y="71968"/>
                </a:lnTo>
                <a:lnTo>
                  <a:pt x="199547" y="71968"/>
                </a:lnTo>
                <a:lnTo>
                  <a:pt x="199547" y="75239"/>
                </a:lnTo>
                <a:lnTo>
                  <a:pt x="294414" y="75239"/>
                </a:lnTo>
                <a:lnTo>
                  <a:pt x="294414" y="78510"/>
                </a:lnTo>
                <a:lnTo>
                  <a:pt x="300956" y="78510"/>
                </a:lnTo>
                <a:lnTo>
                  <a:pt x="300956" y="81782"/>
                </a:lnTo>
                <a:lnTo>
                  <a:pt x="304228" y="81782"/>
                </a:lnTo>
                <a:lnTo>
                  <a:pt x="304228" y="85053"/>
                </a:lnTo>
                <a:lnTo>
                  <a:pt x="307499" y="85053"/>
                </a:lnTo>
                <a:lnTo>
                  <a:pt x="307499" y="91595"/>
                </a:lnTo>
                <a:lnTo>
                  <a:pt x="310770" y="91595"/>
                </a:lnTo>
                <a:lnTo>
                  <a:pt x="310770" y="101409"/>
                </a:lnTo>
                <a:lnTo>
                  <a:pt x="307499" y="101409"/>
                </a:lnTo>
                <a:lnTo>
                  <a:pt x="307499" y="107952"/>
                </a:lnTo>
                <a:lnTo>
                  <a:pt x="304228" y="107952"/>
                </a:lnTo>
                <a:lnTo>
                  <a:pt x="304228" y="111223"/>
                </a:lnTo>
                <a:lnTo>
                  <a:pt x="300956" y="111223"/>
                </a:lnTo>
                <a:lnTo>
                  <a:pt x="300956" y="114494"/>
                </a:lnTo>
                <a:lnTo>
                  <a:pt x="294414" y="114494"/>
                </a:lnTo>
                <a:lnTo>
                  <a:pt x="294414" y="117766"/>
                </a:lnTo>
                <a:lnTo>
                  <a:pt x="196276" y="117766"/>
                </a:lnTo>
                <a:lnTo>
                  <a:pt x="196276" y="114494"/>
                </a:lnTo>
                <a:lnTo>
                  <a:pt x="189733" y="114494"/>
                </a:lnTo>
                <a:lnTo>
                  <a:pt x="189733" y="111223"/>
                </a:lnTo>
                <a:lnTo>
                  <a:pt x="186462" y="111223"/>
                </a:lnTo>
                <a:lnTo>
                  <a:pt x="186462" y="107952"/>
                </a:lnTo>
                <a:lnTo>
                  <a:pt x="183191" y="107952"/>
                </a:lnTo>
                <a:lnTo>
                  <a:pt x="183191" y="101409"/>
                </a:lnTo>
                <a:lnTo>
                  <a:pt x="179920" y="101409"/>
                </a:lnTo>
                <a:lnTo>
                  <a:pt x="179920" y="91595"/>
                </a:lnTo>
                <a:lnTo>
                  <a:pt x="183191" y="91595"/>
                </a:lnTo>
                <a:lnTo>
                  <a:pt x="183191" y="85053"/>
                </a:lnTo>
                <a:lnTo>
                  <a:pt x="186462" y="85053"/>
                </a:lnTo>
                <a:lnTo>
                  <a:pt x="186462" y="81782"/>
                </a:lnTo>
                <a:lnTo>
                  <a:pt x="189733" y="81782"/>
                </a:lnTo>
                <a:lnTo>
                  <a:pt x="189733" y="78510"/>
                </a:lnTo>
                <a:lnTo>
                  <a:pt x="153750" y="78510"/>
                </a:lnTo>
                <a:lnTo>
                  <a:pt x="153750" y="75239"/>
                </a:lnTo>
                <a:lnTo>
                  <a:pt x="147207" y="75239"/>
                </a:lnTo>
                <a:lnTo>
                  <a:pt x="147207" y="71968"/>
                </a:lnTo>
                <a:lnTo>
                  <a:pt x="143936" y="71968"/>
                </a:lnTo>
                <a:lnTo>
                  <a:pt x="143936" y="68697"/>
                </a:lnTo>
                <a:lnTo>
                  <a:pt x="121037" y="68697"/>
                </a:lnTo>
                <a:lnTo>
                  <a:pt x="121037" y="75239"/>
                </a:lnTo>
                <a:lnTo>
                  <a:pt x="124308" y="75239"/>
                </a:lnTo>
                <a:lnTo>
                  <a:pt x="124308" y="85053"/>
                </a:lnTo>
                <a:lnTo>
                  <a:pt x="121037" y="85053"/>
                </a:lnTo>
                <a:lnTo>
                  <a:pt x="121037" y="91595"/>
                </a:lnTo>
                <a:lnTo>
                  <a:pt x="117766" y="91595"/>
                </a:lnTo>
                <a:lnTo>
                  <a:pt x="117766" y="94867"/>
                </a:lnTo>
                <a:lnTo>
                  <a:pt x="114494" y="94867"/>
                </a:lnTo>
                <a:lnTo>
                  <a:pt x="114494" y="98138"/>
                </a:lnTo>
                <a:lnTo>
                  <a:pt x="107952" y="98138"/>
                </a:lnTo>
                <a:lnTo>
                  <a:pt x="107952" y="101409"/>
                </a:lnTo>
                <a:lnTo>
                  <a:pt x="117766" y="101409"/>
                </a:lnTo>
                <a:lnTo>
                  <a:pt x="117766" y="104681"/>
                </a:lnTo>
                <a:lnTo>
                  <a:pt x="121037" y="104681"/>
                </a:lnTo>
                <a:lnTo>
                  <a:pt x="121037" y="107952"/>
                </a:lnTo>
                <a:lnTo>
                  <a:pt x="124308" y="107952"/>
                </a:lnTo>
                <a:lnTo>
                  <a:pt x="124308" y="111223"/>
                </a:lnTo>
                <a:lnTo>
                  <a:pt x="127579" y="111223"/>
                </a:lnTo>
                <a:lnTo>
                  <a:pt x="127579" y="114494"/>
                </a:lnTo>
                <a:lnTo>
                  <a:pt x="130851" y="114494"/>
                </a:lnTo>
                <a:lnTo>
                  <a:pt x="130851" y="130851"/>
                </a:lnTo>
                <a:lnTo>
                  <a:pt x="127579" y="130851"/>
                </a:lnTo>
                <a:lnTo>
                  <a:pt x="127579" y="134122"/>
                </a:lnTo>
                <a:lnTo>
                  <a:pt x="124308" y="134122"/>
                </a:lnTo>
                <a:lnTo>
                  <a:pt x="124308" y="137393"/>
                </a:lnTo>
                <a:lnTo>
                  <a:pt x="121037" y="137393"/>
                </a:lnTo>
                <a:lnTo>
                  <a:pt x="121037" y="140664"/>
                </a:lnTo>
                <a:lnTo>
                  <a:pt x="117766" y="140664"/>
                </a:lnTo>
                <a:lnTo>
                  <a:pt x="117766" y="143936"/>
                </a:lnTo>
                <a:lnTo>
                  <a:pt x="85053" y="143936"/>
                </a:lnTo>
                <a:lnTo>
                  <a:pt x="85053" y="157021"/>
                </a:lnTo>
                <a:lnTo>
                  <a:pt x="81782" y="157021"/>
                </a:lnTo>
                <a:lnTo>
                  <a:pt x="81782" y="160292"/>
                </a:lnTo>
                <a:lnTo>
                  <a:pt x="78510" y="160292"/>
                </a:lnTo>
                <a:lnTo>
                  <a:pt x="78510" y="163563"/>
                </a:lnTo>
                <a:lnTo>
                  <a:pt x="75239" y="163563"/>
                </a:lnTo>
                <a:lnTo>
                  <a:pt x="75239" y="166835"/>
                </a:lnTo>
                <a:lnTo>
                  <a:pt x="71968" y="166835"/>
                </a:lnTo>
                <a:lnTo>
                  <a:pt x="71968" y="170106"/>
                </a:lnTo>
                <a:lnTo>
                  <a:pt x="26170" y="170106"/>
                </a:lnTo>
                <a:lnTo>
                  <a:pt x="26170" y="166835"/>
                </a:lnTo>
                <a:lnTo>
                  <a:pt x="19628" y="166835"/>
                </a:lnTo>
                <a:lnTo>
                  <a:pt x="19628" y="163563"/>
                </a:lnTo>
                <a:lnTo>
                  <a:pt x="16356" y="163563"/>
                </a:lnTo>
                <a:lnTo>
                  <a:pt x="16356" y="160292"/>
                </a:lnTo>
                <a:lnTo>
                  <a:pt x="13085" y="160292"/>
                </a:lnTo>
                <a:lnTo>
                  <a:pt x="13085" y="153750"/>
                </a:lnTo>
                <a:lnTo>
                  <a:pt x="9814" y="153750"/>
                </a:lnTo>
                <a:lnTo>
                  <a:pt x="9814" y="143936"/>
                </a:lnTo>
                <a:lnTo>
                  <a:pt x="13085" y="143936"/>
                </a:lnTo>
                <a:lnTo>
                  <a:pt x="13085" y="137393"/>
                </a:lnTo>
                <a:lnTo>
                  <a:pt x="16356" y="137393"/>
                </a:lnTo>
                <a:lnTo>
                  <a:pt x="16356" y="134122"/>
                </a:lnTo>
                <a:lnTo>
                  <a:pt x="19628" y="134122"/>
                </a:lnTo>
                <a:lnTo>
                  <a:pt x="19628" y="130851"/>
                </a:lnTo>
                <a:lnTo>
                  <a:pt x="26170" y="130851"/>
                </a:lnTo>
                <a:lnTo>
                  <a:pt x="26170" y="127579"/>
                </a:lnTo>
                <a:lnTo>
                  <a:pt x="45798" y="127579"/>
                </a:lnTo>
                <a:lnTo>
                  <a:pt x="45798" y="117766"/>
                </a:lnTo>
                <a:lnTo>
                  <a:pt x="13085" y="117766"/>
                </a:lnTo>
                <a:lnTo>
                  <a:pt x="13085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4681"/>
                </a:lnTo>
                <a:lnTo>
                  <a:pt x="0" y="104681"/>
                </a:lnTo>
                <a:lnTo>
                  <a:pt x="0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13085" y="78510"/>
                </a:lnTo>
                <a:lnTo>
                  <a:pt x="13085" y="75239"/>
                </a:lnTo>
                <a:lnTo>
                  <a:pt x="52340" y="75239"/>
                </a:lnTo>
                <a:lnTo>
                  <a:pt x="52340" y="68697"/>
                </a:lnTo>
                <a:lnTo>
                  <a:pt x="55612" y="68697"/>
                </a:lnTo>
                <a:lnTo>
                  <a:pt x="55612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65425" y="62154"/>
                </a:lnTo>
                <a:lnTo>
                  <a:pt x="65425" y="58883"/>
                </a:lnTo>
                <a:lnTo>
                  <a:pt x="94867" y="58883"/>
                </a:lnTo>
                <a:lnTo>
                  <a:pt x="94867" y="52340"/>
                </a:lnTo>
                <a:lnTo>
                  <a:pt x="91595" y="52340"/>
                </a:lnTo>
                <a:lnTo>
                  <a:pt x="91595" y="42526"/>
                </a:lnTo>
                <a:lnTo>
                  <a:pt x="94867" y="42526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isible source SEC-093 inset-1 region 761">
            <a:extLst xmlns:a="http://schemas.openxmlformats.org/drawingml/2006/main">
              <a:ext uri="{FF2B5EF4-FFF2-40B4-BE49-F238E27FC236}">
                <a16:creationId xmlns:a16="http://schemas.microsoft.com/office/drawing/2014/main" id="{A30489EB-5C4A-4044-844A-9FA09583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927" y="2394730"/>
            <a:ext cx="222446" cy="199547"/>
          </a:xfrm>
          <a:custGeom xmlns:a="http://schemas.openxmlformats.org/drawingml/2006/main">
            <a:pathLst>
              <a:path w="222446" h="199547">
                <a:moveTo>
                  <a:pt x="49069" y="55612"/>
                </a:moveTo>
                <a:lnTo>
                  <a:pt x="49069" y="45798"/>
                </a:lnTo>
                <a:lnTo>
                  <a:pt x="52340" y="45798"/>
                </a:lnTo>
                <a:lnTo>
                  <a:pt x="52340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8883" y="35984"/>
                </a:lnTo>
                <a:lnTo>
                  <a:pt x="58883" y="32713"/>
                </a:lnTo>
                <a:lnTo>
                  <a:pt x="65425" y="32713"/>
                </a:lnTo>
                <a:lnTo>
                  <a:pt x="65425" y="29441"/>
                </a:lnTo>
                <a:lnTo>
                  <a:pt x="98138" y="29441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0"/>
                </a:lnTo>
                <a:lnTo>
                  <a:pt x="206090" y="0"/>
                </a:lnTo>
                <a:lnTo>
                  <a:pt x="206090" y="3271"/>
                </a:lnTo>
                <a:lnTo>
                  <a:pt x="212632" y="3271"/>
                </a:lnTo>
                <a:lnTo>
                  <a:pt x="212632" y="6543"/>
                </a:lnTo>
                <a:lnTo>
                  <a:pt x="215904" y="6543"/>
                </a:lnTo>
                <a:lnTo>
                  <a:pt x="215904" y="9814"/>
                </a:lnTo>
                <a:lnTo>
                  <a:pt x="219175" y="9814"/>
                </a:lnTo>
                <a:lnTo>
                  <a:pt x="219175" y="16356"/>
                </a:lnTo>
                <a:lnTo>
                  <a:pt x="222446" y="16356"/>
                </a:lnTo>
                <a:lnTo>
                  <a:pt x="222446" y="26170"/>
                </a:lnTo>
                <a:lnTo>
                  <a:pt x="219175" y="26170"/>
                </a:lnTo>
                <a:lnTo>
                  <a:pt x="219175" y="32713"/>
                </a:lnTo>
                <a:lnTo>
                  <a:pt x="215904" y="32713"/>
                </a:lnTo>
                <a:lnTo>
                  <a:pt x="215904" y="35984"/>
                </a:lnTo>
                <a:lnTo>
                  <a:pt x="212632" y="35984"/>
                </a:lnTo>
                <a:lnTo>
                  <a:pt x="212632" y="39255"/>
                </a:lnTo>
                <a:lnTo>
                  <a:pt x="206090" y="39255"/>
                </a:lnTo>
                <a:lnTo>
                  <a:pt x="206090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27579" y="45798"/>
                </a:lnTo>
                <a:lnTo>
                  <a:pt x="127579" y="55612"/>
                </a:lnTo>
                <a:lnTo>
                  <a:pt x="124308" y="55612"/>
                </a:lnTo>
                <a:lnTo>
                  <a:pt x="124308" y="62154"/>
                </a:lnTo>
                <a:lnTo>
                  <a:pt x="121037" y="62154"/>
                </a:lnTo>
                <a:lnTo>
                  <a:pt x="121037" y="65425"/>
                </a:lnTo>
                <a:lnTo>
                  <a:pt x="117766" y="65425"/>
                </a:lnTo>
                <a:lnTo>
                  <a:pt x="117766" y="68697"/>
                </a:lnTo>
                <a:lnTo>
                  <a:pt x="111223" y="68697"/>
                </a:lnTo>
                <a:lnTo>
                  <a:pt x="111223" y="71968"/>
                </a:lnTo>
                <a:lnTo>
                  <a:pt x="71968" y="71968"/>
                </a:lnTo>
                <a:lnTo>
                  <a:pt x="71968" y="75239"/>
                </a:lnTo>
                <a:lnTo>
                  <a:pt x="78510" y="75239"/>
                </a:lnTo>
                <a:lnTo>
                  <a:pt x="78510" y="78510"/>
                </a:lnTo>
                <a:lnTo>
                  <a:pt x="81782" y="78510"/>
                </a:lnTo>
                <a:lnTo>
                  <a:pt x="81782" y="81782"/>
                </a:lnTo>
                <a:lnTo>
                  <a:pt x="85053" y="81782"/>
                </a:lnTo>
                <a:lnTo>
                  <a:pt x="85053" y="88324"/>
                </a:lnTo>
                <a:lnTo>
                  <a:pt x="88324" y="88324"/>
                </a:lnTo>
                <a:lnTo>
                  <a:pt x="88324" y="98138"/>
                </a:lnTo>
                <a:lnTo>
                  <a:pt x="85053" y="98138"/>
                </a:lnTo>
                <a:lnTo>
                  <a:pt x="85053" y="104681"/>
                </a:lnTo>
                <a:lnTo>
                  <a:pt x="81782" y="104681"/>
                </a:lnTo>
                <a:lnTo>
                  <a:pt x="81782" y="111223"/>
                </a:lnTo>
                <a:lnTo>
                  <a:pt x="85053" y="111223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24308"/>
                </a:lnTo>
                <a:lnTo>
                  <a:pt x="117766" y="124308"/>
                </a:lnTo>
                <a:lnTo>
                  <a:pt x="117766" y="127579"/>
                </a:lnTo>
                <a:lnTo>
                  <a:pt x="124308" y="127579"/>
                </a:lnTo>
                <a:lnTo>
                  <a:pt x="124308" y="130851"/>
                </a:lnTo>
                <a:lnTo>
                  <a:pt x="127579" y="130851"/>
                </a:lnTo>
                <a:lnTo>
                  <a:pt x="127579" y="137393"/>
                </a:lnTo>
                <a:lnTo>
                  <a:pt x="130851" y="137393"/>
                </a:lnTo>
                <a:lnTo>
                  <a:pt x="130851" y="153750"/>
                </a:lnTo>
                <a:lnTo>
                  <a:pt x="127579" y="153750"/>
                </a:lnTo>
                <a:lnTo>
                  <a:pt x="127579" y="157021"/>
                </a:lnTo>
                <a:lnTo>
                  <a:pt x="202818" y="157021"/>
                </a:lnTo>
                <a:lnTo>
                  <a:pt x="202818" y="160292"/>
                </a:lnTo>
                <a:lnTo>
                  <a:pt x="209361" y="160292"/>
                </a:lnTo>
                <a:lnTo>
                  <a:pt x="209361" y="163563"/>
                </a:lnTo>
                <a:lnTo>
                  <a:pt x="212632" y="163563"/>
                </a:lnTo>
                <a:lnTo>
                  <a:pt x="212632" y="166835"/>
                </a:lnTo>
                <a:lnTo>
                  <a:pt x="215904" y="166835"/>
                </a:lnTo>
                <a:lnTo>
                  <a:pt x="215904" y="170106"/>
                </a:lnTo>
                <a:lnTo>
                  <a:pt x="219175" y="170106"/>
                </a:lnTo>
                <a:lnTo>
                  <a:pt x="219175" y="186462"/>
                </a:lnTo>
                <a:lnTo>
                  <a:pt x="215904" y="186462"/>
                </a:lnTo>
                <a:lnTo>
                  <a:pt x="215904" y="189733"/>
                </a:lnTo>
                <a:lnTo>
                  <a:pt x="212632" y="189733"/>
                </a:lnTo>
                <a:lnTo>
                  <a:pt x="212632" y="193005"/>
                </a:lnTo>
                <a:lnTo>
                  <a:pt x="209361" y="193005"/>
                </a:lnTo>
                <a:lnTo>
                  <a:pt x="209361" y="196276"/>
                </a:lnTo>
                <a:lnTo>
                  <a:pt x="206090" y="196276"/>
                </a:lnTo>
                <a:lnTo>
                  <a:pt x="206090" y="199547"/>
                </a:lnTo>
                <a:lnTo>
                  <a:pt x="107952" y="199547"/>
                </a:lnTo>
                <a:lnTo>
                  <a:pt x="107952" y="196276"/>
                </a:lnTo>
                <a:lnTo>
                  <a:pt x="104681" y="196276"/>
                </a:lnTo>
                <a:lnTo>
                  <a:pt x="104681" y="193005"/>
                </a:lnTo>
                <a:lnTo>
                  <a:pt x="101409" y="193005"/>
                </a:lnTo>
                <a:lnTo>
                  <a:pt x="101409" y="189733"/>
                </a:lnTo>
                <a:lnTo>
                  <a:pt x="98138" y="189733"/>
                </a:lnTo>
                <a:lnTo>
                  <a:pt x="98138" y="183191"/>
                </a:lnTo>
                <a:lnTo>
                  <a:pt x="94867" y="183191"/>
                </a:lnTo>
                <a:lnTo>
                  <a:pt x="94867" y="173377"/>
                </a:lnTo>
                <a:lnTo>
                  <a:pt x="98138" y="173377"/>
                </a:lnTo>
                <a:lnTo>
                  <a:pt x="98138" y="166835"/>
                </a:lnTo>
                <a:lnTo>
                  <a:pt x="62154" y="166835"/>
                </a:lnTo>
                <a:lnTo>
                  <a:pt x="62154" y="163563"/>
                </a:lnTo>
                <a:lnTo>
                  <a:pt x="55612" y="163563"/>
                </a:lnTo>
                <a:lnTo>
                  <a:pt x="55612" y="160292"/>
                </a:lnTo>
                <a:lnTo>
                  <a:pt x="52340" y="160292"/>
                </a:lnTo>
                <a:lnTo>
                  <a:pt x="52340" y="153750"/>
                </a:lnTo>
                <a:lnTo>
                  <a:pt x="49069" y="153750"/>
                </a:lnTo>
                <a:lnTo>
                  <a:pt x="49069" y="137393"/>
                </a:lnTo>
                <a:lnTo>
                  <a:pt x="19628" y="137393"/>
                </a:lnTo>
                <a:lnTo>
                  <a:pt x="19628" y="134122"/>
                </a:lnTo>
                <a:lnTo>
                  <a:pt x="13085" y="134122"/>
                </a:lnTo>
                <a:lnTo>
                  <a:pt x="13085" y="130851"/>
                </a:lnTo>
                <a:lnTo>
                  <a:pt x="9814" y="130851"/>
                </a:lnTo>
                <a:lnTo>
                  <a:pt x="9814" y="127579"/>
                </a:lnTo>
                <a:lnTo>
                  <a:pt x="6543" y="127579"/>
                </a:lnTo>
                <a:lnTo>
                  <a:pt x="6543" y="121037"/>
                </a:lnTo>
                <a:lnTo>
                  <a:pt x="3271" y="121037"/>
                </a:lnTo>
                <a:lnTo>
                  <a:pt x="3271" y="111223"/>
                </a:lnTo>
                <a:lnTo>
                  <a:pt x="6543" y="111223"/>
                </a:lnTo>
                <a:lnTo>
                  <a:pt x="6543" y="104681"/>
                </a:lnTo>
                <a:lnTo>
                  <a:pt x="3271" y="104681"/>
                </a:lnTo>
                <a:lnTo>
                  <a:pt x="3271" y="98138"/>
                </a:lnTo>
                <a:lnTo>
                  <a:pt x="0" y="98138"/>
                </a:lnTo>
                <a:lnTo>
                  <a:pt x="0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6543" y="81782"/>
                </a:lnTo>
                <a:lnTo>
                  <a:pt x="6543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42526" y="71968"/>
                </a:lnTo>
                <a:lnTo>
                  <a:pt x="42526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65425" y="71968"/>
                </a:lnTo>
                <a:lnTo>
                  <a:pt x="65425" y="68697"/>
                </a:lnTo>
                <a:lnTo>
                  <a:pt x="58883" y="68697"/>
                </a:lnTo>
                <a:lnTo>
                  <a:pt x="58883" y="65425"/>
                </a:lnTo>
                <a:lnTo>
                  <a:pt x="55612" y="65425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55612"/>
                </a:lnTo>
                <a:lnTo>
                  <a:pt x="49069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isible source SEC-093 inset-1 region 762">
            <a:extLst xmlns:a="http://schemas.openxmlformats.org/drawingml/2006/main">
              <a:ext uri="{FF2B5EF4-FFF2-40B4-BE49-F238E27FC236}">
                <a16:creationId xmlns:a16="http://schemas.microsoft.com/office/drawing/2014/main" id="{09D24556-A57F-4E86-90D8-318193E4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603" y="2551751"/>
            <a:ext cx="127579" cy="45798"/>
          </a:xfrm>
          <a:custGeom xmlns:a="http://schemas.openxmlformats.org/drawingml/2006/main">
            <a:pathLst>
              <a:path w="127579" h="45798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3085"/>
                </a:lnTo>
                <a:lnTo>
                  <a:pt x="124308" y="13085"/>
                </a:lnTo>
                <a:lnTo>
                  <a:pt x="124308" y="19628"/>
                </a:lnTo>
                <a:lnTo>
                  <a:pt x="127579" y="19628"/>
                </a:lnTo>
                <a:lnTo>
                  <a:pt x="127579" y="29441"/>
                </a:lnTo>
                <a:lnTo>
                  <a:pt x="124308" y="29441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62154" y="45798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isible source SEC-093 inset-1 region 763">
            <a:extLst xmlns:a="http://schemas.openxmlformats.org/drawingml/2006/main">
              <a:ext uri="{FF2B5EF4-FFF2-40B4-BE49-F238E27FC236}">
                <a16:creationId xmlns:a16="http://schemas.microsoft.com/office/drawing/2014/main" id="{592A2C28-5668-4DF4-A112-9754E1B6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544" y="113202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isible source SEC-093 inset-1 region 764">
            <a:extLst xmlns:a="http://schemas.openxmlformats.org/drawingml/2006/main">
              <a:ext uri="{FF2B5EF4-FFF2-40B4-BE49-F238E27FC236}">
                <a16:creationId xmlns:a16="http://schemas.microsoft.com/office/drawing/2014/main" id="{9D974387-2726-4CDD-ACD8-7358756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102" y="1328297"/>
            <a:ext cx="78510" cy="52340"/>
          </a:xfrm>
          <a:custGeom xmlns:a="http://schemas.openxmlformats.org/drawingml/2006/main">
            <a:pathLst>
              <a:path w="78510" h="52340">
                <a:moveTo>
                  <a:pt x="26170" y="9814"/>
                </a:moveTo>
                <a:lnTo>
                  <a:pt x="26170" y="13085"/>
                </a:lnTo>
                <a:lnTo>
                  <a:pt x="32713" y="13085"/>
                </a:lnTo>
                <a:lnTo>
                  <a:pt x="32713" y="16356"/>
                </a:lnTo>
                <a:lnTo>
                  <a:pt x="39255" y="16356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39255" y="35984"/>
                </a:lnTo>
                <a:lnTo>
                  <a:pt x="39255" y="42526"/>
                </a:lnTo>
                <a:lnTo>
                  <a:pt x="35984" y="42526"/>
                </a:lnTo>
                <a:lnTo>
                  <a:pt x="35984" y="45798"/>
                </a:lnTo>
                <a:lnTo>
                  <a:pt x="32713" y="45798"/>
                </a:lnTo>
                <a:lnTo>
                  <a:pt x="32713" y="49069"/>
                </a:lnTo>
                <a:lnTo>
                  <a:pt x="26170" y="49069"/>
                </a:lnTo>
                <a:lnTo>
                  <a:pt x="26170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2617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isible source SEC-093 inset-1 region 765">
            <a:extLst xmlns:a="http://schemas.openxmlformats.org/drawingml/2006/main">
              <a:ext uri="{FF2B5EF4-FFF2-40B4-BE49-F238E27FC236}">
                <a16:creationId xmlns:a16="http://schemas.microsoft.com/office/drawing/2014/main" id="{DD16CB04-E2D5-42B0-A647-2315B4A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1661" y="1563829"/>
            <a:ext cx="45798" cy="42526"/>
          </a:xfrm>
          <a:custGeom xmlns:a="http://schemas.openxmlformats.org/drawingml/2006/main">
            <a:pathLst>
              <a:path w="45798" h="42526">
                <a:moveTo>
                  <a:pt x="9814" y="3271"/>
                </a:move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isible source SEC-093 inset-1 region 766">
            <a:extLst xmlns:a="http://schemas.openxmlformats.org/drawingml/2006/main">
              <a:ext uri="{FF2B5EF4-FFF2-40B4-BE49-F238E27FC236}">
                <a16:creationId xmlns:a16="http://schemas.microsoft.com/office/drawing/2014/main" id="{18E88B79-3410-4B5D-AA0A-B6E4A6F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3070" y="1583456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isible source SEC-093 inset-1 region 767">
            <a:extLst xmlns:a="http://schemas.openxmlformats.org/drawingml/2006/main">
              <a:ext uri="{FF2B5EF4-FFF2-40B4-BE49-F238E27FC236}">
                <a16:creationId xmlns:a16="http://schemas.microsoft.com/office/drawing/2014/main" id="{7DCF83D7-A599-4FD5-B280-53E281A3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171" y="1681594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isible source SEC-093 inset-1 region 768">
            <a:extLst xmlns:a="http://schemas.openxmlformats.org/drawingml/2006/main">
              <a:ext uri="{FF2B5EF4-FFF2-40B4-BE49-F238E27FC236}">
                <a16:creationId xmlns:a16="http://schemas.microsoft.com/office/drawing/2014/main" id="{99574879-DBC4-4BA9-8982-B48B82B4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442" y="1743748"/>
            <a:ext cx="127579" cy="91595"/>
          </a:xfrm>
          <a:custGeom xmlns:a="http://schemas.openxmlformats.org/drawingml/2006/main">
            <a:pathLst>
              <a:path w="127579" h="91595">
                <a:moveTo>
                  <a:pt x="55612" y="26170"/>
                </a:moveTo>
                <a:lnTo>
                  <a:pt x="55612" y="16356"/>
                </a:ln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24308" y="35984"/>
                </a:lnTo>
                <a:lnTo>
                  <a:pt x="124308" y="42526"/>
                </a:lnTo>
                <a:lnTo>
                  <a:pt x="127579" y="42526"/>
                </a:lnTo>
                <a:lnTo>
                  <a:pt x="127579" y="52340"/>
                </a:lnTo>
                <a:lnTo>
                  <a:pt x="124308" y="52340"/>
                </a:lnTo>
                <a:lnTo>
                  <a:pt x="124308" y="58883"/>
                </a:lnTo>
                <a:lnTo>
                  <a:pt x="121037" y="58883"/>
                </a:lnTo>
                <a:lnTo>
                  <a:pt x="121037" y="62154"/>
                </a:lnTo>
                <a:lnTo>
                  <a:pt x="117766" y="62154"/>
                </a:lnTo>
                <a:lnTo>
                  <a:pt x="117766" y="65425"/>
                </a:lnTo>
                <a:lnTo>
                  <a:pt x="111223" y="65425"/>
                </a:lnTo>
                <a:lnTo>
                  <a:pt x="111223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78510" y="65425"/>
                </a:lnTo>
                <a:lnTo>
                  <a:pt x="78510" y="75239"/>
                </a:lnTo>
                <a:lnTo>
                  <a:pt x="75239" y="75239"/>
                </a:lnTo>
                <a:lnTo>
                  <a:pt x="75239" y="81782"/>
                </a:lnTo>
                <a:lnTo>
                  <a:pt x="71968" y="81782"/>
                </a:lnTo>
                <a:lnTo>
                  <a:pt x="71968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62154" y="88324"/>
                </a:lnTo>
                <a:lnTo>
                  <a:pt x="62154" y="91595"/>
                </a:lnTo>
                <a:lnTo>
                  <a:pt x="39255" y="91595"/>
                </a:lnTo>
                <a:lnTo>
                  <a:pt x="39255" y="88324"/>
                </a:lnTo>
                <a:lnTo>
                  <a:pt x="29441" y="88324"/>
                </a:lnTo>
                <a:lnTo>
                  <a:pt x="29441" y="91595"/>
                </a:lnTo>
                <a:lnTo>
                  <a:pt x="13085" y="91595"/>
                </a:lnTo>
                <a:lnTo>
                  <a:pt x="13085" y="88324"/>
                </a:lnTo>
                <a:lnTo>
                  <a:pt x="9814" y="88324"/>
                </a:lnTo>
                <a:lnTo>
                  <a:pt x="9814" y="85053"/>
                </a:lnTo>
                <a:lnTo>
                  <a:pt x="6543" y="85053"/>
                </a:lnTo>
                <a:lnTo>
                  <a:pt x="6543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0" y="75239"/>
                </a:lnTo>
                <a:lnTo>
                  <a:pt x="0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29441" y="49069"/>
                </a:lnTo>
                <a:lnTo>
                  <a:pt x="29441" y="45798"/>
                </a:lnTo>
                <a:lnTo>
                  <a:pt x="32713" y="45798"/>
                </a:lnTo>
                <a:lnTo>
                  <a:pt x="32713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55612" y="39255"/>
                </a:lnTo>
                <a:lnTo>
                  <a:pt x="55612" y="35984"/>
                </a:lnTo>
                <a:lnTo>
                  <a:pt x="58883" y="35984"/>
                </a:lnTo>
                <a:lnTo>
                  <a:pt x="58883" y="26170"/>
                </a:lnTo>
                <a:lnTo>
                  <a:pt x="55612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isible source SEC-093 inset-1 region 769">
            <a:extLst xmlns:a="http://schemas.openxmlformats.org/drawingml/2006/main">
              <a:ext uri="{FF2B5EF4-FFF2-40B4-BE49-F238E27FC236}">
                <a16:creationId xmlns:a16="http://schemas.microsoft.com/office/drawing/2014/main" id="{0BB73378-71BC-4AF4-96D1-9B5E5A7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85" y="1864785"/>
            <a:ext cx="206090" cy="170106"/>
          </a:xfrm>
          <a:custGeom xmlns:a="http://schemas.openxmlformats.org/drawingml/2006/main">
            <a:pathLst>
              <a:path w="206090" h="170106">
                <a:moveTo>
                  <a:pt x="94867" y="26170"/>
                </a:moveTo>
                <a:lnTo>
                  <a:pt x="94867" y="16356"/>
                </a:lnTo>
                <a:lnTo>
                  <a:pt x="98138" y="16356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0"/>
                </a:lnTo>
                <a:lnTo>
                  <a:pt x="121037" y="0"/>
                </a:lnTo>
                <a:lnTo>
                  <a:pt x="121037" y="3271"/>
                </a:lnTo>
                <a:lnTo>
                  <a:pt x="124308" y="3271"/>
                </a:lnTo>
                <a:lnTo>
                  <a:pt x="124308" y="0"/>
                </a:lnTo>
                <a:lnTo>
                  <a:pt x="134122" y="0"/>
                </a:lnTo>
                <a:lnTo>
                  <a:pt x="134122" y="3271"/>
                </a:lnTo>
                <a:lnTo>
                  <a:pt x="140664" y="3271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9814"/>
                </a:lnTo>
                <a:lnTo>
                  <a:pt x="147207" y="9814"/>
                </a:lnTo>
                <a:lnTo>
                  <a:pt x="147207" y="16356"/>
                </a:lnTo>
                <a:lnTo>
                  <a:pt x="150478" y="16356"/>
                </a:lnTo>
                <a:lnTo>
                  <a:pt x="150478" y="26170"/>
                </a:lnTo>
                <a:lnTo>
                  <a:pt x="147207" y="26170"/>
                </a:lnTo>
                <a:lnTo>
                  <a:pt x="147207" y="32713"/>
                </a:lnTo>
                <a:lnTo>
                  <a:pt x="157021" y="32713"/>
                </a:lnTo>
                <a:lnTo>
                  <a:pt x="157021" y="35984"/>
                </a:lnTo>
                <a:lnTo>
                  <a:pt x="160292" y="35984"/>
                </a:lnTo>
                <a:lnTo>
                  <a:pt x="160292" y="32713"/>
                </a:lnTo>
                <a:lnTo>
                  <a:pt x="189733" y="32713"/>
                </a:lnTo>
                <a:lnTo>
                  <a:pt x="189733" y="35984"/>
                </a:lnTo>
                <a:lnTo>
                  <a:pt x="196276" y="35984"/>
                </a:lnTo>
                <a:lnTo>
                  <a:pt x="196276" y="39255"/>
                </a:lnTo>
                <a:lnTo>
                  <a:pt x="199547" y="39255"/>
                </a:lnTo>
                <a:lnTo>
                  <a:pt x="199547" y="42526"/>
                </a:lnTo>
                <a:lnTo>
                  <a:pt x="202818" y="42526"/>
                </a:lnTo>
                <a:lnTo>
                  <a:pt x="202818" y="49069"/>
                </a:lnTo>
                <a:lnTo>
                  <a:pt x="206090" y="49069"/>
                </a:lnTo>
                <a:lnTo>
                  <a:pt x="206090" y="58883"/>
                </a:lnTo>
                <a:lnTo>
                  <a:pt x="202818" y="58883"/>
                </a:lnTo>
                <a:lnTo>
                  <a:pt x="202818" y="65425"/>
                </a:lnTo>
                <a:lnTo>
                  <a:pt x="199547" y="65425"/>
                </a:lnTo>
                <a:lnTo>
                  <a:pt x="199547" y="68697"/>
                </a:lnTo>
                <a:lnTo>
                  <a:pt x="196276" y="68697"/>
                </a:lnTo>
                <a:lnTo>
                  <a:pt x="196276" y="71968"/>
                </a:lnTo>
                <a:lnTo>
                  <a:pt x="189733" y="71968"/>
                </a:lnTo>
                <a:lnTo>
                  <a:pt x="189733" y="75239"/>
                </a:lnTo>
                <a:lnTo>
                  <a:pt x="160292" y="75239"/>
                </a:lnTo>
                <a:lnTo>
                  <a:pt x="160292" y="81782"/>
                </a:lnTo>
                <a:lnTo>
                  <a:pt x="157021" y="81782"/>
                </a:lnTo>
                <a:lnTo>
                  <a:pt x="157021" y="85053"/>
                </a:lnTo>
                <a:lnTo>
                  <a:pt x="153750" y="85053"/>
                </a:lnTo>
                <a:lnTo>
                  <a:pt x="153750" y="88324"/>
                </a:lnTo>
                <a:lnTo>
                  <a:pt x="147207" y="88324"/>
                </a:lnTo>
                <a:lnTo>
                  <a:pt x="147207" y="91595"/>
                </a:lnTo>
                <a:lnTo>
                  <a:pt x="130851" y="91595"/>
                </a:lnTo>
                <a:lnTo>
                  <a:pt x="130851" y="88324"/>
                </a:lnTo>
                <a:lnTo>
                  <a:pt x="117766" y="88324"/>
                </a:lnTo>
                <a:lnTo>
                  <a:pt x="117766" y="91595"/>
                </a:lnTo>
                <a:lnTo>
                  <a:pt x="114494" y="91595"/>
                </a:lnTo>
                <a:lnTo>
                  <a:pt x="114494" y="94867"/>
                </a:lnTo>
                <a:lnTo>
                  <a:pt x="117766" y="94867"/>
                </a:lnTo>
                <a:lnTo>
                  <a:pt x="117766" y="101409"/>
                </a:lnTo>
                <a:lnTo>
                  <a:pt x="121037" y="101409"/>
                </a:lnTo>
                <a:lnTo>
                  <a:pt x="121037" y="111223"/>
                </a:lnTo>
                <a:lnTo>
                  <a:pt x="117766" y="111223"/>
                </a:lnTo>
                <a:lnTo>
                  <a:pt x="117766" y="117766"/>
                </a:lnTo>
                <a:lnTo>
                  <a:pt x="114494" y="117766"/>
                </a:lnTo>
                <a:lnTo>
                  <a:pt x="114494" y="121037"/>
                </a:lnTo>
                <a:lnTo>
                  <a:pt x="111223" y="121037"/>
                </a:lnTo>
                <a:lnTo>
                  <a:pt x="111223" y="124308"/>
                </a:lnTo>
                <a:lnTo>
                  <a:pt x="104681" y="124308"/>
                </a:lnTo>
                <a:lnTo>
                  <a:pt x="104681" y="137393"/>
                </a:lnTo>
                <a:lnTo>
                  <a:pt x="101409" y="137393"/>
                </a:lnTo>
                <a:lnTo>
                  <a:pt x="101409" y="143936"/>
                </a:lnTo>
                <a:lnTo>
                  <a:pt x="98138" y="143936"/>
                </a:lnTo>
                <a:lnTo>
                  <a:pt x="98138" y="147207"/>
                </a:lnTo>
                <a:lnTo>
                  <a:pt x="94867" y="147207"/>
                </a:lnTo>
                <a:lnTo>
                  <a:pt x="94867" y="150478"/>
                </a:lnTo>
                <a:lnTo>
                  <a:pt x="88324" y="150478"/>
                </a:lnTo>
                <a:lnTo>
                  <a:pt x="88324" y="153750"/>
                </a:lnTo>
                <a:lnTo>
                  <a:pt x="75239" y="153750"/>
                </a:lnTo>
                <a:lnTo>
                  <a:pt x="75239" y="160292"/>
                </a:lnTo>
                <a:lnTo>
                  <a:pt x="71968" y="160292"/>
                </a:lnTo>
                <a:lnTo>
                  <a:pt x="71968" y="163563"/>
                </a:lnTo>
                <a:lnTo>
                  <a:pt x="68697" y="163563"/>
                </a:lnTo>
                <a:lnTo>
                  <a:pt x="68697" y="166835"/>
                </a:lnTo>
                <a:lnTo>
                  <a:pt x="62154" y="166835"/>
                </a:lnTo>
                <a:lnTo>
                  <a:pt x="62154" y="170106"/>
                </a:lnTo>
                <a:lnTo>
                  <a:pt x="35984" y="170106"/>
                </a:lnTo>
                <a:lnTo>
                  <a:pt x="35984" y="166835"/>
                </a:lnTo>
                <a:lnTo>
                  <a:pt x="29441" y="166835"/>
                </a:lnTo>
                <a:lnTo>
                  <a:pt x="29441" y="170106"/>
                </a:lnTo>
                <a:lnTo>
                  <a:pt x="16356" y="170106"/>
                </a:lnTo>
                <a:lnTo>
                  <a:pt x="16356" y="166835"/>
                </a:lnTo>
                <a:lnTo>
                  <a:pt x="9814" y="166835"/>
                </a:lnTo>
                <a:lnTo>
                  <a:pt x="9814" y="163563"/>
                </a:lnTo>
                <a:lnTo>
                  <a:pt x="6543" y="163563"/>
                </a:lnTo>
                <a:lnTo>
                  <a:pt x="6543" y="160292"/>
                </a:lnTo>
                <a:lnTo>
                  <a:pt x="3271" y="160292"/>
                </a:lnTo>
                <a:lnTo>
                  <a:pt x="3271" y="153750"/>
                </a:lnTo>
                <a:lnTo>
                  <a:pt x="0" y="153750"/>
                </a:lnTo>
                <a:lnTo>
                  <a:pt x="0" y="143936"/>
                </a:lnTo>
                <a:lnTo>
                  <a:pt x="3271" y="143936"/>
                </a:lnTo>
                <a:lnTo>
                  <a:pt x="3271" y="130851"/>
                </a:lnTo>
                <a:lnTo>
                  <a:pt x="6543" y="130851"/>
                </a:lnTo>
                <a:lnTo>
                  <a:pt x="6543" y="124308"/>
                </a:lnTo>
                <a:lnTo>
                  <a:pt x="9814" y="124308"/>
                </a:lnTo>
                <a:lnTo>
                  <a:pt x="9814" y="121037"/>
                </a:lnTo>
                <a:lnTo>
                  <a:pt x="13085" y="121037"/>
                </a:lnTo>
                <a:lnTo>
                  <a:pt x="13085" y="117766"/>
                </a:lnTo>
                <a:lnTo>
                  <a:pt x="19628" y="117766"/>
                </a:lnTo>
                <a:lnTo>
                  <a:pt x="19628" y="114494"/>
                </a:lnTo>
                <a:lnTo>
                  <a:pt x="29441" y="114494"/>
                </a:lnTo>
                <a:lnTo>
                  <a:pt x="29441" y="117766"/>
                </a:lnTo>
                <a:lnTo>
                  <a:pt x="35984" y="117766"/>
                </a:lnTo>
                <a:lnTo>
                  <a:pt x="35984" y="121037"/>
                </a:lnTo>
                <a:lnTo>
                  <a:pt x="39255" y="121037"/>
                </a:lnTo>
                <a:lnTo>
                  <a:pt x="39255" y="124308"/>
                </a:lnTo>
                <a:lnTo>
                  <a:pt x="42526" y="124308"/>
                </a:lnTo>
                <a:lnTo>
                  <a:pt x="42526" y="127579"/>
                </a:lnTo>
                <a:lnTo>
                  <a:pt x="58883" y="127579"/>
                </a:lnTo>
                <a:lnTo>
                  <a:pt x="58883" y="121037"/>
                </a:lnTo>
                <a:lnTo>
                  <a:pt x="62154" y="121037"/>
                </a:lnTo>
                <a:lnTo>
                  <a:pt x="62154" y="117766"/>
                </a:lnTo>
                <a:lnTo>
                  <a:pt x="58883" y="117766"/>
                </a:lnTo>
                <a:lnTo>
                  <a:pt x="58883" y="111223"/>
                </a:lnTo>
                <a:lnTo>
                  <a:pt x="55612" y="111223"/>
                </a:lnTo>
                <a:lnTo>
                  <a:pt x="55612" y="101409"/>
                </a:lnTo>
                <a:lnTo>
                  <a:pt x="58883" y="101409"/>
                </a:lnTo>
                <a:lnTo>
                  <a:pt x="58883" y="94867"/>
                </a:lnTo>
                <a:lnTo>
                  <a:pt x="62154" y="94867"/>
                </a:lnTo>
                <a:lnTo>
                  <a:pt x="62154" y="91595"/>
                </a:lnTo>
                <a:lnTo>
                  <a:pt x="65425" y="91595"/>
                </a:lnTo>
                <a:lnTo>
                  <a:pt x="65425" y="88324"/>
                </a:lnTo>
                <a:lnTo>
                  <a:pt x="71968" y="88324"/>
                </a:lnTo>
                <a:lnTo>
                  <a:pt x="71968" y="85053"/>
                </a:lnTo>
                <a:lnTo>
                  <a:pt x="88324" y="85053"/>
                </a:lnTo>
                <a:lnTo>
                  <a:pt x="88324" y="88324"/>
                </a:lnTo>
                <a:lnTo>
                  <a:pt x="94867" y="88324"/>
                </a:lnTo>
                <a:lnTo>
                  <a:pt x="94867" y="85053"/>
                </a:lnTo>
                <a:lnTo>
                  <a:pt x="98138" y="85053"/>
                </a:lnTo>
                <a:lnTo>
                  <a:pt x="98138" y="81782"/>
                </a:lnTo>
                <a:lnTo>
                  <a:pt x="94867" y="81782"/>
                </a:lnTo>
                <a:lnTo>
                  <a:pt x="94867" y="75239"/>
                </a:lnTo>
                <a:lnTo>
                  <a:pt x="91595" y="75239"/>
                </a:lnTo>
                <a:lnTo>
                  <a:pt x="91595" y="65425"/>
                </a:lnTo>
                <a:lnTo>
                  <a:pt x="94867" y="65425"/>
                </a:lnTo>
                <a:lnTo>
                  <a:pt x="94867" y="58883"/>
                </a:lnTo>
                <a:lnTo>
                  <a:pt x="98138" y="58883"/>
                </a:lnTo>
                <a:lnTo>
                  <a:pt x="98138" y="55612"/>
                </a:lnTo>
                <a:lnTo>
                  <a:pt x="101409" y="55612"/>
                </a:lnTo>
                <a:lnTo>
                  <a:pt x="101409" y="52340"/>
                </a:lnTo>
                <a:lnTo>
                  <a:pt x="107952" y="52340"/>
                </a:lnTo>
                <a:lnTo>
                  <a:pt x="107952" y="49069"/>
                </a:lnTo>
                <a:lnTo>
                  <a:pt x="117766" y="49069"/>
                </a:lnTo>
                <a:lnTo>
                  <a:pt x="117766" y="52340"/>
                </a:lnTo>
                <a:lnTo>
                  <a:pt x="130851" y="52340"/>
                </a:lnTo>
                <a:lnTo>
                  <a:pt x="130851" y="49069"/>
                </a:lnTo>
                <a:lnTo>
                  <a:pt x="134122" y="49069"/>
                </a:lnTo>
                <a:lnTo>
                  <a:pt x="134122" y="42526"/>
                </a:lnTo>
                <a:lnTo>
                  <a:pt x="111223" y="42526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26170"/>
                </a:lnTo>
                <a:lnTo>
                  <a:pt x="94867" y="26170"/>
                </a:lnTo>
                <a:close/>
                <a:moveTo>
                  <a:pt x="134122" y="39255"/>
                </a:moveTo>
                <a:lnTo>
                  <a:pt x="134122" y="42526"/>
                </a:lnTo>
                <a:lnTo>
                  <a:pt x="137393" y="42526"/>
                </a:lnTo>
                <a:lnTo>
                  <a:pt x="137393" y="39255"/>
                </a:lnTo>
                <a:lnTo>
                  <a:pt x="134122" y="39255"/>
                </a:lnTo>
                <a:close/>
                <a:moveTo>
                  <a:pt x="147207" y="35984"/>
                </a:moveTo>
                <a:lnTo>
                  <a:pt x="147207" y="32713"/>
                </a:lnTo>
                <a:lnTo>
                  <a:pt x="143936" y="32713"/>
                </a:lnTo>
                <a:lnTo>
                  <a:pt x="143936" y="35984"/>
                </a:lnTo>
                <a:lnTo>
                  <a:pt x="147207" y="3598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isible source SEC-093 inset-1 region 770">
            <a:extLst xmlns:a="http://schemas.openxmlformats.org/drawingml/2006/main">
              <a:ext uri="{FF2B5EF4-FFF2-40B4-BE49-F238E27FC236}">
                <a16:creationId xmlns:a16="http://schemas.microsoft.com/office/drawing/2014/main" id="{67882DA0-1E9B-4FA8-8F6A-978580B7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645" y="1877870"/>
            <a:ext cx="81782" cy="78510"/>
          </a:xfrm>
          <a:custGeom xmlns:a="http://schemas.openxmlformats.org/drawingml/2006/main">
            <a:pathLst>
              <a:path w="81782" h="78510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58883" y="42526"/>
                </a:lnTo>
                <a:lnTo>
                  <a:pt x="58883" y="45798"/>
                </a:lnTo>
                <a:lnTo>
                  <a:pt x="62154" y="45798"/>
                </a:lnTo>
                <a:lnTo>
                  <a:pt x="62154" y="52340"/>
                </a:lnTo>
                <a:lnTo>
                  <a:pt x="65425" y="52340"/>
                </a:lnTo>
                <a:lnTo>
                  <a:pt x="65425" y="62154"/>
                </a:lnTo>
                <a:lnTo>
                  <a:pt x="62154" y="62154"/>
                </a:lnTo>
                <a:lnTo>
                  <a:pt x="62154" y="68697"/>
                </a:lnTo>
                <a:lnTo>
                  <a:pt x="58883" y="68697"/>
                </a:lnTo>
                <a:lnTo>
                  <a:pt x="58883" y="71968"/>
                </a:lnTo>
                <a:lnTo>
                  <a:pt x="55612" y="71968"/>
                </a:lnTo>
                <a:lnTo>
                  <a:pt x="55612" y="75239"/>
                </a:lnTo>
                <a:lnTo>
                  <a:pt x="49069" y="75239"/>
                </a:lnTo>
                <a:lnTo>
                  <a:pt x="49069" y="78510"/>
                </a:lnTo>
                <a:lnTo>
                  <a:pt x="29441" y="78510"/>
                </a:lnTo>
                <a:lnTo>
                  <a:pt x="29441" y="75239"/>
                </a:lnTo>
                <a:lnTo>
                  <a:pt x="22899" y="75239"/>
                </a:lnTo>
                <a:lnTo>
                  <a:pt x="22899" y="71968"/>
                </a:lnTo>
                <a:lnTo>
                  <a:pt x="19628" y="71968"/>
                </a:lnTo>
                <a:lnTo>
                  <a:pt x="19628" y="68697"/>
                </a:lnTo>
                <a:lnTo>
                  <a:pt x="16356" y="68697"/>
                </a:lnTo>
                <a:lnTo>
                  <a:pt x="16356" y="62154"/>
                </a:lnTo>
                <a:lnTo>
                  <a:pt x="13085" y="62154"/>
                </a:lnTo>
                <a:lnTo>
                  <a:pt x="13085" y="52340"/>
                </a:lnTo>
                <a:lnTo>
                  <a:pt x="16356" y="52340"/>
                </a:lnTo>
                <a:lnTo>
                  <a:pt x="16356" y="45798"/>
                </a:lnTo>
                <a:lnTo>
                  <a:pt x="19628" y="45798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isible source SEC-093 inset-1 region 771">
            <a:extLst xmlns:a="http://schemas.openxmlformats.org/drawingml/2006/main">
              <a:ext uri="{FF2B5EF4-FFF2-40B4-BE49-F238E27FC236}">
                <a16:creationId xmlns:a16="http://schemas.microsoft.com/office/drawing/2014/main" id="{DC32F1D9-0F7B-4C2B-A329-907196B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677" y="1920397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isible source SEC-093 inset-1 region 772">
            <a:extLst xmlns:a="http://schemas.openxmlformats.org/drawingml/2006/main">
              <a:ext uri="{FF2B5EF4-FFF2-40B4-BE49-F238E27FC236}">
                <a16:creationId xmlns:a16="http://schemas.microsoft.com/office/drawing/2014/main" id="{B62DEBC8-BEF2-4349-BA2A-FBAF36C4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203" y="2015263"/>
            <a:ext cx="68697" cy="42526"/>
          </a:xfrm>
          <a:custGeom xmlns:a="http://schemas.openxmlformats.org/drawingml/2006/main">
            <a:pathLst>
              <a:path w="68697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isible source SEC-093 inset-1 region 773">
            <a:extLst xmlns:a="http://schemas.openxmlformats.org/drawingml/2006/main">
              <a:ext uri="{FF2B5EF4-FFF2-40B4-BE49-F238E27FC236}">
                <a16:creationId xmlns:a16="http://schemas.microsoft.com/office/drawing/2014/main" id="{A48D2E17-F137-4A99-A75C-9E87ABA9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767" y="2038162"/>
            <a:ext cx="121037" cy="65425"/>
          </a:xfrm>
          <a:custGeom xmlns:a="http://schemas.openxmlformats.org/drawingml/2006/main">
            <a:pathLst>
              <a:path w="121037" h="65425">
                <a:moveTo>
                  <a:pt x="6543" y="32713"/>
                </a:move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26170" y="22899"/>
                </a:lnTo>
                <a:lnTo>
                  <a:pt x="26170" y="26170"/>
                </a:lnTo>
                <a:lnTo>
                  <a:pt x="29441" y="26170"/>
                </a:lnTo>
                <a:lnTo>
                  <a:pt x="29441" y="22899"/>
                </a:lnTo>
                <a:lnTo>
                  <a:pt x="55612" y="22899"/>
                </a:lnTo>
                <a:lnTo>
                  <a:pt x="55612" y="26170"/>
                </a:lnTo>
                <a:lnTo>
                  <a:pt x="62154" y="26170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78510" y="42526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9069"/>
                </a:lnTo>
                <a:lnTo>
                  <a:pt x="68697" y="49069"/>
                </a:lnTo>
                <a:lnTo>
                  <a:pt x="68697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62154"/>
                </a:lnTo>
                <a:lnTo>
                  <a:pt x="55612" y="62154"/>
                </a:lnTo>
                <a:lnTo>
                  <a:pt x="55612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2526" y="62154"/>
                </a:lnTo>
                <a:lnTo>
                  <a:pt x="42526" y="65425"/>
                </a:lnTo>
                <a:lnTo>
                  <a:pt x="29441" y="65425"/>
                </a:lnTo>
                <a:lnTo>
                  <a:pt x="29441" y="62154"/>
                </a:lnTo>
                <a:lnTo>
                  <a:pt x="26170" y="62154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close/>
                <a:moveTo>
                  <a:pt x="68697" y="39255"/>
                </a:moveTo>
                <a:lnTo>
                  <a:pt x="71968" y="39255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close/>
                <a:moveTo>
                  <a:pt x="65425" y="26170"/>
                </a:moveTo>
                <a:lnTo>
                  <a:pt x="62154" y="26170"/>
                </a:lnTo>
                <a:lnTo>
                  <a:pt x="62154" y="29441"/>
                </a:lnTo>
                <a:lnTo>
                  <a:pt x="65425" y="29441"/>
                </a:lnTo>
                <a:lnTo>
                  <a:pt x="65425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isible source SEC-093 inset-1 region 774">
            <a:extLst xmlns:a="http://schemas.openxmlformats.org/drawingml/2006/main">
              <a:ext uri="{FF2B5EF4-FFF2-40B4-BE49-F238E27FC236}">
                <a16:creationId xmlns:a16="http://schemas.microsoft.com/office/drawing/2014/main" id="{D9A020DE-A5B6-4623-8D4F-2CCB873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645" y="2070875"/>
            <a:ext cx="78510" cy="78510"/>
          </a:xfrm>
          <a:custGeom xmlns:a="http://schemas.openxmlformats.org/drawingml/2006/main">
            <a:pathLst>
              <a:path w="78510" h="78510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2154" y="39255"/>
                </a:lnTo>
                <a:lnTo>
                  <a:pt x="62154" y="45798"/>
                </a:lnTo>
                <a:lnTo>
                  <a:pt x="65425" y="45798"/>
                </a:lnTo>
                <a:lnTo>
                  <a:pt x="65425" y="52340"/>
                </a:lnTo>
                <a:lnTo>
                  <a:pt x="68697" y="52340"/>
                </a:lnTo>
                <a:lnTo>
                  <a:pt x="68697" y="62154"/>
                </a:lnTo>
                <a:lnTo>
                  <a:pt x="65425" y="62154"/>
                </a:lnTo>
                <a:lnTo>
                  <a:pt x="65425" y="68697"/>
                </a:lnTo>
                <a:lnTo>
                  <a:pt x="62154" y="68697"/>
                </a:lnTo>
                <a:lnTo>
                  <a:pt x="62154" y="71968"/>
                </a:lnTo>
                <a:lnTo>
                  <a:pt x="58883" y="71968"/>
                </a:lnTo>
                <a:lnTo>
                  <a:pt x="58883" y="75239"/>
                </a:lnTo>
                <a:lnTo>
                  <a:pt x="52340" y="75239"/>
                </a:lnTo>
                <a:lnTo>
                  <a:pt x="52340" y="78510"/>
                </a:lnTo>
                <a:lnTo>
                  <a:pt x="22899" y="78510"/>
                </a:lnTo>
                <a:lnTo>
                  <a:pt x="22899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13085" y="71968"/>
                </a:lnTo>
                <a:lnTo>
                  <a:pt x="13085" y="68697"/>
                </a:lnTo>
                <a:lnTo>
                  <a:pt x="9814" y="68697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isible source SEC-093 inset-1 region 775">
            <a:extLst xmlns:a="http://schemas.openxmlformats.org/drawingml/2006/main">
              <a:ext uri="{FF2B5EF4-FFF2-40B4-BE49-F238E27FC236}">
                <a16:creationId xmlns:a16="http://schemas.microsoft.com/office/drawing/2014/main" id="{4735B28D-E5F4-47F0-B031-8507AA86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09" y="2100316"/>
            <a:ext cx="124308" cy="52340"/>
          </a:xfrm>
          <a:custGeom xmlns:a="http://schemas.openxmlformats.org/drawingml/2006/main">
            <a:pathLst>
              <a:path w="124308" h="52340">
                <a:moveTo>
                  <a:pt x="6543" y="19628"/>
                </a:move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26170" y="9814"/>
                </a:lnTo>
                <a:lnTo>
                  <a:pt x="26170" y="13085"/>
                </a:lnTo>
                <a:lnTo>
                  <a:pt x="32713" y="13085"/>
                </a:lnTo>
                <a:lnTo>
                  <a:pt x="32713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5612" y="6543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8510" y="0"/>
                </a:lnTo>
                <a:lnTo>
                  <a:pt x="78510" y="3271"/>
                </a:lnTo>
                <a:lnTo>
                  <a:pt x="81782" y="3271"/>
                </a:lnTo>
                <a:lnTo>
                  <a:pt x="81782" y="0"/>
                </a:lnTo>
                <a:lnTo>
                  <a:pt x="91595" y="0"/>
                </a:lnTo>
                <a:lnTo>
                  <a:pt x="91595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81782" y="42526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58883" y="49069"/>
                </a:lnTo>
                <a:lnTo>
                  <a:pt x="58883" y="52340"/>
                </a:lnTo>
                <a:lnTo>
                  <a:pt x="32713" y="52340"/>
                </a:lnTo>
                <a:lnTo>
                  <a:pt x="32713" y="49069"/>
                </a:lnTo>
                <a:lnTo>
                  <a:pt x="26170" y="49069"/>
                </a:lnTo>
                <a:lnTo>
                  <a:pt x="26170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lnTo>
                  <a:pt x="6543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isible source SEC-093 inset-1 region 776">
            <a:extLst xmlns:a="http://schemas.openxmlformats.org/drawingml/2006/main">
              <a:ext uri="{FF2B5EF4-FFF2-40B4-BE49-F238E27FC236}">
                <a16:creationId xmlns:a16="http://schemas.microsoft.com/office/drawing/2014/main" id="{F86392E4-A348-41D9-8340-78C2A92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442" y="2155928"/>
            <a:ext cx="124308" cy="75239"/>
          </a:xfrm>
          <a:custGeom xmlns:a="http://schemas.openxmlformats.org/drawingml/2006/main">
            <a:pathLst>
              <a:path w="124308" h="75239">
                <a:moveTo>
                  <a:pt x="55612" y="16356"/>
                </a:move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6543"/>
                </a:lnTo>
                <a:lnTo>
                  <a:pt x="111223" y="6543"/>
                </a:lnTo>
                <a:lnTo>
                  <a:pt x="111223" y="9814"/>
                </a:lnTo>
                <a:lnTo>
                  <a:pt x="114494" y="9814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24308" y="35984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5612"/>
                </a:lnTo>
                <a:lnTo>
                  <a:pt x="117766" y="55612"/>
                </a:lnTo>
                <a:lnTo>
                  <a:pt x="117766" y="58883"/>
                </a:lnTo>
                <a:lnTo>
                  <a:pt x="114494" y="58883"/>
                </a:lnTo>
                <a:lnTo>
                  <a:pt x="114494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75239" y="65425"/>
                </a:lnTo>
                <a:lnTo>
                  <a:pt x="75239" y="68697"/>
                </a:lnTo>
                <a:lnTo>
                  <a:pt x="71968" y="68697"/>
                </a:lnTo>
                <a:lnTo>
                  <a:pt x="71968" y="71968"/>
                </a:lnTo>
                <a:lnTo>
                  <a:pt x="65425" y="71968"/>
                </a:lnTo>
                <a:lnTo>
                  <a:pt x="65425" y="75239"/>
                </a:lnTo>
                <a:lnTo>
                  <a:pt x="45798" y="75239"/>
                </a:lnTo>
                <a:lnTo>
                  <a:pt x="45798" y="71968"/>
                </a:lnTo>
                <a:lnTo>
                  <a:pt x="42526" y="71968"/>
                </a:lnTo>
                <a:lnTo>
                  <a:pt x="42526" y="68697"/>
                </a:lnTo>
                <a:lnTo>
                  <a:pt x="35984" y="68697"/>
                </a:lnTo>
                <a:lnTo>
                  <a:pt x="35984" y="71968"/>
                </a:lnTo>
                <a:lnTo>
                  <a:pt x="29441" y="71968"/>
                </a:lnTo>
                <a:lnTo>
                  <a:pt x="29441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52340" y="19628"/>
                </a:lnTo>
                <a:lnTo>
                  <a:pt x="52340" y="22899"/>
                </a:lnTo>
                <a:lnTo>
                  <a:pt x="55612" y="22899"/>
                </a:lnTo>
                <a:lnTo>
                  <a:pt x="55612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isible source SEC-093 inset-1 region 777">
            <a:extLst xmlns:a="http://schemas.openxmlformats.org/drawingml/2006/main">
              <a:ext uri="{FF2B5EF4-FFF2-40B4-BE49-F238E27FC236}">
                <a16:creationId xmlns:a16="http://schemas.microsoft.com/office/drawing/2014/main" id="{B15E7A2C-D6C2-4832-8013-A7F23FA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47" y="2240981"/>
            <a:ext cx="130851" cy="104681"/>
          </a:xfrm>
          <a:custGeom xmlns:a="http://schemas.openxmlformats.org/drawingml/2006/main">
            <a:pathLst>
              <a:path w="130851" h="104681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5239" y="3271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9814"/>
                </a:lnTo>
                <a:lnTo>
                  <a:pt x="81782" y="9814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21037" y="29441"/>
                </a:lnTo>
                <a:lnTo>
                  <a:pt x="121037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7579" y="35984"/>
                </a:lnTo>
                <a:lnTo>
                  <a:pt x="127579" y="42526"/>
                </a:lnTo>
                <a:lnTo>
                  <a:pt x="130851" y="42526"/>
                </a:lnTo>
                <a:lnTo>
                  <a:pt x="130851" y="52340"/>
                </a:lnTo>
                <a:lnTo>
                  <a:pt x="127579" y="52340"/>
                </a:lnTo>
                <a:lnTo>
                  <a:pt x="127579" y="58883"/>
                </a:lnTo>
                <a:lnTo>
                  <a:pt x="124308" y="58883"/>
                </a:lnTo>
                <a:lnTo>
                  <a:pt x="124308" y="62154"/>
                </a:lnTo>
                <a:lnTo>
                  <a:pt x="121037" y="62154"/>
                </a:lnTo>
                <a:lnTo>
                  <a:pt x="121037" y="68697"/>
                </a:lnTo>
                <a:lnTo>
                  <a:pt x="124308" y="68697"/>
                </a:lnTo>
                <a:lnTo>
                  <a:pt x="124308" y="71968"/>
                </a:lnTo>
                <a:lnTo>
                  <a:pt x="127579" y="71968"/>
                </a:lnTo>
                <a:lnTo>
                  <a:pt x="127579" y="75239"/>
                </a:lnTo>
                <a:lnTo>
                  <a:pt x="130851" y="75239"/>
                </a:lnTo>
                <a:lnTo>
                  <a:pt x="130851" y="91595"/>
                </a:lnTo>
                <a:lnTo>
                  <a:pt x="127579" y="91595"/>
                </a:lnTo>
                <a:lnTo>
                  <a:pt x="127579" y="94867"/>
                </a:lnTo>
                <a:lnTo>
                  <a:pt x="124308" y="94867"/>
                </a:lnTo>
                <a:lnTo>
                  <a:pt x="124308" y="98138"/>
                </a:lnTo>
                <a:lnTo>
                  <a:pt x="121037" y="98138"/>
                </a:lnTo>
                <a:lnTo>
                  <a:pt x="121037" y="101409"/>
                </a:lnTo>
                <a:lnTo>
                  <a:pt x="114494" y="101409"/>
                </a:lnTo>
                <a:lnTo>
                  <a:pt x="114494" y="104681"/>
                </a:lnTo>
                <a:lnTo>
                  <a:pt x="58883" y="104681"/>
                </a:lnTo>
                <a:lnTo>
                  <a:pt x="58883" y="101409"/>
                </a:lnTo>
                <a:lnTo>
                  <a:pt x="55612" y="101409"/>
                </a:lnTo>
                <a:lnTo>
                  <a:pt x="55612" y="98138"/>
                </a:lnTo>
                <a:lnTo>
                  <a:pt x="52340" y="98138"/>
                </a:lnTo>
                <a:lnTo>
                  <a:pt x="52340" y="94867"/>
                </a:lnTo>
                <a:lnTo>
                  <a:pt x="49069" y="94867"/>
                </a:lnTo>
                <a:lnTo>
                  <a:pt x="49069" y="88324"/>
                </a:lnTo>
                <a:lnTo>
                  <a:pt x="45798" y="88324"/>
                </a:lnTo>
                <a:lnTo>
                  <a:pt x="45798" y="78510"/>
                </a:lnTo>
                <a:lnTo>
                  <a:pt x="49069" y="78510"/>
                </a:lnTo>
                <a:lnTo>
                  <a:pt x="49069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55612" y="68697"/>
                </a:lnTo>
                <a:lnTo>
                  <a:pt x="55612" y="65425"/>
                </a:lnTo>
                <a:lnTo>
                  <a:pt x="58883" y="65425"/>
                </a:lnTo>
                <a:lnTo>
                  <a:pt x="58883" y="58883"/>
                </a:lnTo>
                <a:lnTo>
                  <a:pt x="55612" y="58883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isible source SEC-093 inset-1 region 778">
            <a:extLst xmlns:a="http://schemas.openxmlformats.org/drawingml/2006/main">
              <a:ext uri="{FF2B5EF4-FFF2-40B4-BE49-F238E27FC236}">
                <a16:creationId xmlns:a16="http://schemas.microsoft.com/office/drawing/2014/main" id="{3A41AF07-1E12-452A-AECF-FA14613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714" y="2358746"/>
            <a:ext cx="127579" cy="71968"/>
          </a:xfrm>
          <a:custGeom xmlns:a="http://schemas.openxmlformats.org/drawingml/2006/main">
            <a:pathLst>
              <a:path w="127579" h="71968">
                <a:moveTo>
                  <a:pt x="45798" y="9814"/>
                </a:move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42526"/>
                </a:lnTo>
                <a:lnTo>
                  <a:pt x="124308" y="42526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8883"/>
                </a:lnTo>
                <a:lnTo>
                  <a:pt x="117766" y="58883"/>
                </a:lnTo>
                <a:lnTo>
                  <a:pt x="117766" y="62154"/>
                </a:lnTo>
                <a:lnTo>
                  <a:pt x="114494" y="62154"/>
                </a:lnTo>
                <a:lnTo>
                  <a:pt x="114494" y="65425"/>
                </a:lnTo>
                <a:lnTo>
                  <a:pt x="107952" y="65425"/>
                </a:lnTo>
                <a:lnTo>
                  <a:pt x="107952" y="68697"/>
                </a:lnTo>
                <a:lnTo>
                  <a:pt x="65425" y="68697"/>
                </a:lnTo>
                <a:lnTo>
                  <a:pt x="65425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3085" y="22899"/>
                </a:lnTo>
                <a:lnTo>
                  <a:pt x="13085" y="19628"/>
                </a:lnTo>
                <a:lnTo>
                  <a:pt x="19628" y="19628"/>
                </a:lnTo>
                <a:lnTo>
                  <a:pt x="19628" y="16356"/>
                </a:lnTo>
                <a:lnTo>
                  <a:pt x="45798" y="16356"/>
                </a:lnTo>
                <a:lnTo>
                  <a:pt x="45798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isible source SEC-093 inset-1 region 779">
            <a:extLst xmlns:a="http://schemas.openxmlformats.org/drawingml/2006/main">
              <a:ext uri="{FF2B5EF4-FFF2-40B4-BE49-F238E27FC236}">
                <a16:creationId xmlns:a16="http://schemas.microsoft.com/office/drawing/2014/main" id="{BAEF7845-070A-4AF6-89F1-3B0B105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118" y="2463427"/>
            <a:ext cx="127579" cy="78510"/>
          </a:xfrm>
          <a:custGeom xmlns:a="http://schemas.openxmlformats.org/drawingml/2006/main">
            <a:pathLst>
              <a:path w="127579" h="78510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3085"/>
                </a:lnTo>
                <a:lnTo>
                  <a:pt x="124308" y="13085"/>
                </a:lnTo>
                <a:lnTo>
                  <a:pt x="124308" y="29441"/>
                </a:lnTo>
                <a:lnTo>
                  <a:pt x="121037" y="29441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121037" y="42526"/>
                </a:lnTo>
                <a:lnTo>
                  <a:pt x="121037" y="45798"/>
                </a:lnTo>
                <a:lnTo>
                  <a:pt x="124308" y="45798"/>
                </a:lnTo>
                <a:lnTo>
                  <a:pt x="124308" y="52340"/>
                </a:lnTo>
                <a:lnTo>
                  <a:pt x="127579" y="52340"/>
                </a:lnTo>
                <a:lnTo>
                  <a:pt x="127579" y="62154"/>
                </a:lnTo>
                <a:lnTo>
                  <a:pt x="124308" y="62154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1223" y="75239"/>
                </a:lnTo>
                <a:lnTo>
                  <a:pt x="111223" y="78510"/>
                </a:lnTo>
                <a:lnTo>
                  <a:pt x="62154" y="78510"/>
                </a:lnTo>
                <a:lnTo>
                  <a:pt x="62154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9069" y="68697"/>
                </a:lnTo>
                <a:lnTo>
                  <a:pt x="49069" y="62154"/>
                </a:lnTo>
                <a:lnTo>
                  <a:pt x="45798" y="62154"/>
                </a:lnTo>
                <a:lnTo>
                  <a:pt x="45798" y="52340"/>
                </a:lnTo>
                <a:lnTo>
                  <a:pt x="49069" y="52340"/>
                </a:lnTo>
                <a:lnTo>
                  <a:pt x="49069" y="45798"/>
                </a:lnTo>
                <a:lnTo>
                  <a:pt x="13085" y="45798"/>
                </a:lnTo>
                <a:lnTo>
                  <a:pt x="13085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0" y="32713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isible source SEC-093 inset-1 region 780">
            <a:extLst xmlns:a="http://schemas.openxmlformats.org/drawingml/2006/main">
              <a:ext uri="{FF2B5EF4-FFF2-40B4-BE49-F238E27FC236}">
                <a16:creationId xmlns:a16="http://schemas.microsoft.com/office/drawing/2014/main" id="{C21D3F1E-2B2B-46C1-A3BF-12C1AB4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767" y="2505953"/>
            <a:ext cx="130851" cy="45798"/>
          </a:xfrm>
          <a:custGeom xmlns:a="http://schemas.openxmlformats.org/drawingml/2006/main">
            <a:pathLst>
              <a:path w="130851" h="45798">
                <a:moveTo>
                  <a:pt x="9814" y="6543"/>
                </a:move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8697" y="0"/>
                </a:lnTo>
                <a:lnTo>
                  <a:pt x="68697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3085"/>
                </a:lnTo>
                <a:lnTo>
                  <a:pt x="127579" y="13085"/>
                </a:lnTo>
                <a:lnTo>
                  <a:pt x="127579" y="19628"/>
                </a:lnTo>
                <a:lnTo>
                  <a:pt x="130851" y="19628"/>
                </a:lnTo>
                <a:lnTo>
                  <a:pt x="130851" y="29441"/>
                </a:lnTo>
                <a:lnTo>
                  <a:pt x="127579" y="29441"/>
                </a:lnTo>
                <a:lnTo>
                  <a:pt x="127579" y="35984"/>
                </a:lnTo>
                <a:lnTo>
                  <a:pt x="124308" y="35984"/>
                </a:lnTo>
                <a:lnTo>
                  <a:pt x="124308" y="39255"/>
                </a:lnTo>
                <a:lnTo>
                  <a:pt x="121037" y="39255"/>
                </a:lnTo>
                <a:lnTo>
                  <a:pt x="121037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65425" y="45798"/>
                </a:lnTo>
                <a:lnTo>
                  <a:pt x="65425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isible source SEC-093 inset-1 region 781">
            <a:extLst xmlns:a="http://schemas.openxmlformats.org/drawingml/2006/main">
              <a:ext uri="{FF2B5EF4-FFF2-40B4-BE49-F238E27FC236}">
                <a16:creationId xmlns:a16="http://schemas.microsoft.com/office/drawing/2014/main" id="{B3CBB4F7-BB44-4450-B3B8-3EA53D42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442" y="2564836"/>
            <a:ext cx="130851" cy="49069"/>
          </a:xfrm>
          <a:custGeom xmlns:a="http://schemas.openxmlformats.org/drawingml/2006/main">
            <a:pathLst>
              <a:path w="130851" h="49069">
                <a:moveTo>
                  <a:pt x="0" y="22899"/>
                </a:moveTo>
                <a:lnTo>
                  <a:pt x="3271" y="22899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13085"/>
                </a:lnTo>
                <a:lnTo>
                  <a:pt x="9814" y="13085"/>
                </a:lnTo>
                <a:lnTo>
                  <a:pt x="9814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14494" y="0"/>
                </a:lnTo>
                <a:lnTo>
                  <a:pt x="114494" y="3271"/>
                </a:lnTo>
                <a:lnTo>
                  <a:pt x="121037" y="3271"/>
                </a:lnTo>
                <a:lnTo>
                  <a:pt x="121037" y="6543"/>
                </a:lnTo>
                <a:lnTo>
                  <a:pt x="124308" y="6543"/>
                </a:lnTo>
                <a:lnTo>
                  <a:pt x="124308" y="9814"/>
                </a:lnTo>
                <a:lnTo>
                  <a:pt x="127579" y="9814"/>
                </a:lnTo>
                <a:lnTo>
                  <a:pt x="127579" y="16356"/>
                </a:lnTo>
                <a:lnTo>
                  <a:pt x="130851" y="16356"/>
                </a:lnTo>
                <a:lnTo>
                  <a:pt x="130851" y="26170"/>
                </a:lnTo>
                <a:lnTo>
                  <a:pt x="127579" y="26170"/>
                </a:lnTo>
                <a:lnTo>
                  <a:pt x="127579" y="32713"/>
                </a:lnTo>
                <a:lnTo>
                  <a:pt x="124308" y="32713"/>
                </a:lnTo>
                <a:lnTo>
                  <a:pt x="124308" y="35984"/>
                </a:lnTo>
                <a:lnTo>
                  <a:pt x="121037" y="35984"/>
                </a:lnTo>
                <a:lnTo>
                  <a:pt x="121037" y="39255"/>
                </a:lnTo>
                <a:lnTo>
                  <a:pt x="114494" y="39255"/>
                </a:lnTo>
                <a:lnTo>
                  <a:pt x="114494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0" y="32713"/>
                </a:lnTo>
                <a:lnTo>
                  <a:pt x="0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isible source SEC-093 inset-1 region 782">
            <a:extLst xmlns:a="http://schemas.openxmlformats.org/drawingml/2006/main">
              <a:ext uri="{FF2B5EF4-FFF2-40B4-BE49-F238E27FC236}">
                <a16:creationId xmlns:a16="http://schemas.microsoft.com/office/drawing/2014/main" id="{781C16B9-D6C0-4DD5-B835-6C83742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820" y="1223617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isible source SEC-093 inset-1 region 783">
            <a:extLst xmlns:a="http://schemas.openxmlformats.org/drawingml/2006/main">
              <a:ext uri="{FF2B5EF4-FFF2-40B4-BE49-F238E27FC236}">
                <a16:creationId xmlns:a16="http://schemas.microsoft.com/office/drawing/2014/main" id="{1B354325-5C1E-4E30-A4C2-19518F6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771" y="1449334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isible source SEC-093 inset-1 region 784">
            <a:extLst xmlns:a="http://schemas.openxmlformats.org/drawingml/2006/main">
              <a:ext uri="{FF2B5EF4-FFF2-40B4-BE49-F238E27FC236}">
                <a16:creationId xmlns:a16="http://schemas.microsoft.com/office/drawing/2014/main" id="{E1349457-D0E4-4913-8678-40BCA36B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479" y="1472233"/>
            <a:ext cx="55612" cy="91595"/>
          </a:xfrm>
          <a:custGeom xmlns:a="http://schemas.openxmlformats.org/drawingml/2006/main">
            <a:pathLst>
              <a:path w="55612" h="91595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2899"/>
                </a:lnTo>
                <a:lnTo>
                  <a:pt x="45798" y="22899"/>
                </a:lnTo>
                <a:lnTo>
                  <a:pt x="45798" y="26170"/>
                </a:lnTo>
                <a:lnTo>
                  <a:pt x="49069" y="26170"/>
                </a:lnTo>
                <a:lnTo>
                  <a:pt x="49069" y="29441"/>
                </a:lnTo>
                <a:lnTo>
                  <a:pt x="52340" y="29441"/>
                </a:lnTo>
                <a:lnTo>
                  <a:pt x="52340" y="35984"/>
                </a:lnTo>
                <a:lnTo>
                  <a:pt x="55612" y="35984"/>
                </a:lnTo>
                <a:lnTo>
                  <a:pt x="55612" y="45798"/>
                </a:lnTo>
                <a:lnTo>
                  <a:pt x="52340" y="45798"/>
                </a:lnTo>
                <a:lnTo>
                  <a:pt x="52340" y="52340"/>
                </a:lnTo>
                <a:lnTo>
                  <a:pt x="49069" y="52340"/>
                </a:lnTo>
                <a:lnTo>
                  <a:pt x="49069" y="62154"/>
                </a:lnTo>
                <a:lnTo>
                  <a:pt x="52340" y="62154"/>
                </a:lnTo>
                <a:lnTo>
                  <a:pt x="52340" y="78510"/>
                </a:lnTo>
                <a:lnTo>
                  <a:pt x="49069" y="78510"/>
                </a:lnTo>
                <a:lnTo>
                  <a:pt x="49069" y="81782"/>
                </a:lnTo>
                <a:lnTo>
                  <a:pt x="45798" y="81782"/>
                </a:lnTo>
                <a:lnTo>
                  <a:pt x="45798" y="85053"/>
                </a:lnTo>
                <a:lnTo>
                  <a:pt x="42526" y="85053"/>
                </a:lnTo>
                <a:lnTo>
                  <a:pt x="42526" y="88324"/>
                </a:lnTo>
                <a:lnTo>
                  <a:pt x="39255" y="88324"/>
                </a:lnTo>
                <a:lnTo>
                  <a:pt x="39255" y="91595"/>
                </a:lnTo>
                <a:lnTo>
                  <a:pt x="22899" y="91595"/>
                </a:lnTo>
                <a:lnTo>
                  <a:pt x="22899" y="88324"/>
                </a:lnTo>
                <a:lnTo>
                  <a:pt x="19628" y="88324"/>
                </a:lnTo>
                <a:lnTo>
                  <a:pt x="19628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13085" y="81782"/>
                </a:lnTo>
                <a:lnTo>
                  <a:pt x="13085" y="75239"/>
                </a:lnTo>
                <a:lnTo>
                  <a:pt x="9814" y="75239"/>
                </a:lnTo>
                <a:lnTo>
                  <a:pt x="9814" y="65425"/>
                </a:lnTo>
                <a:lnTo>
                  <a:pt x="13085" y="65425"/>
                </a:lnTo>
                <a:lnTo>
                  <a:pt x="13085" y="58883"/>
                </a:lnTo>
                <a:lnTo>
                  <a:pt x="16356" y="58883"/>
                </a:lnTo>
                <a:lnTo>
                  <a:pt x="16356" y="45798"/>
                </a:lnTo>
                <a:lnTo>
                  <a:pt x="13085" y="45798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isible source SEC-093 inset-1 region 785">
            <a:extLst xmlns:a="http://schemas.openxmlformats.org/drawingml/2006/main">
              <a:ext uri="{FF2B5EF4-FFF2-40B4-BE49-F238E27FC236}">
                <a16:creationId xmlns:a16="http://schemas.microsoft.com/office/drawing/2014/main" id="{6AB8A787-C0AD-41C7-A7DF-89A37023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500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isible source SEC-093 inset-1 region 786">
            <a:extLst xmlns:a="http://schemas.openxmlformats.org/drawingml/2006/main">
              <a:ext uri="{FF2B5EF4-FFF2-40B4-BE49-F238E27FC236}">
                <a16:creationId xmlns:a16="http://schemas.microsoft.com/office/drawing/2014/main" id="{204E9348-2D22-46B6-82A2-929F4CD0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176" y="1583456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isible source SEC-093 inset-1 region 787">
            <a:extLst xmlns:a="http://schemas.openxmlformats.org/drawingml/2006/main">
              <a:ext uri="{FF2B5EF4-FFF2-40B4-BE49-F238E27FC236}">
                <a16:creationId xmlns:a16="http://schemas.microsoft.com/office/drawing/2014/main" id="{5D47D18C-2986-43B0-ACE2-6A097D82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160" y="1635796"/>
            <a:ext cx="111223" cy="71968"/>
          </a:xfrm>
          <a:custGeom xmlns:a="http://schemas.openxmlformats.org/drawingml/2006/main">
            <a:pathLst>
              <a:path w="111223" h="71968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2899"/>
                </a:lnTo>
                <a:lnTo>
                  <a:pt x="45798" y="22899"/>
                </a:lnTo>
                <a:lnTo>
                  <a:pt x="45798" y="19628"/>
                </a:lnTo>
                <a:lnTo>
                  <a:pt x="49069" y="19628"/>
                </a:lnTo>
                <a:lnTo>
                  <a:pt x="49069" y="16356"/>
                </a:lnTo>
                <a:lnTo>
                  <a:pt x="55612" y="16356"/>
                </a:lnTo>
                <a:lnTo>
                  <a:pt x="55612" y="13085"/>
                </a:lnTo>
                <a:lnTo>
                  <a:pt x="65425" y="13085"/>
                </a:lnTo>
                <a:lnTo>
                  <a:pt x="65425" y="16356"/>
                </a:lnTo>
                <a:lnTo>
                  <a:pt x="71968" y="16356"/>
                </a:lnTo>
                <a:lnTo>
                  <a:pt x="71968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29441"/>
                </a:lnTo>
                <a:lnTo>
                  <a:pt x="81782" y="29441"/>
                </a:lnTo>
                <a:lnTo>
                  <a:pt x="81782" y="32713"/>
                </a:lnTo>
                <a:lnTo>
                  <a:pt x="85053" y="32713"/>
                </a:lnTo>
                <a:lnTo>
                  <a:pt x="85053" y="29441"/>
                </a:lnTo>
                <a:lnTo>
                  <a:pt x="94867" y="29441"/>
                </a:lnTo>
                <a:lnTo>
                  <a:pt x="94867" y="32713"/>
                </a:lnTo>
                <a:lnTo>
                  <a:pt x="101409" y="32713"/>
                </a:lnTo>
                <a:lnTo>
                  <a:pt x="101409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107952" y="39255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55612"/>
                </a:lnTo>
                <a:lnTo>
                  <a:pt x="107952" y="55612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101409" y="65425"/>
                </a:lnTo>
                <a:lnTo>
                  <a:pt x="101409" y="68697"/>
                </a:lnTo>
                <a:lnTo>
                  <a:pt x="94867" y="68697"/>
                </a:lnTo>
                <a:lnTo>
                  <a:pt x="94867" y="71968"/>
                </a:lnTo>
                <a:lnTo>
                  <a:pt x="71968" y="71968"/>
                </a:lnTo>
                <a:lnTo>
                  <a:pt x="71968" y="68697"/>
                </a:lnTo>
                <a:lnTo>
                  <a:pt x="65425" y="68697"/>
                </a:lnTo>
                <a:lnTo>
                  <a:pt x="65425" y="65425"/>
                </a:lnTo>
                <a:lnTo>
                  <a:pt x="62154" y="65425"/>
                </a:lnTo>
                <a:lnTo>
                  <a:pt x="62154" y="62154"/>
                </a:lnTo>
                <a:lnTo>
                  <a:pt x="58883" y="62154"/>
                </a:lnTo>
                <a:lnTo>
                  <a:pt x="58883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42526" y="45798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  <a:moveTo>
                  <a:pt x="42526" y="26170"/>
                </a:moveTo>
                <a:lnTo>
                  <a:pt x="39255" y="26170"/>
                </a:lnTo>
                <a:lnTo>
                  <a:pt x="39255" y="29441"/>
                </a:lnTo>
                <a:lnTo>
                  <a:pt x="42526" y="29441"/>
                </a:lnTo>
                <a:lnTo>
                  <a:pt x="42526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isible source SEC-093 inset-1 region 788">
            <a:extLst xmlns:a="http://schemas.openxmlformats.org/drawingml/2006/main">
              <a:ext uri="{FF2B5EF4-FFF2-40B4-BE49-F238E27FC236}">
                <a16:creationId xmlns:a16="http://schemas.microsoft.com/office/drawing/2014/main" id="{331C1241-E4CB-474A-AB3B-9058020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123" y="1668509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isible source SEC-093 inset-1 region 789">
            <a:extLst xmlns:a="http://schemas.openxmlformats.org/drawingml/2006/main">
              <a:ext uri="{FF2B5EF4-FFF2-40B4-BE49-F238E27FC236}">
                <a16:creationId xmlns:a16="http://schemas.microsoft.com/office/drawing/2014/main" id="{3EE83451-D71F-42DE-A98C-7926C696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751" y="171757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isible source SEC-093 inset-1 region 790">
            <a:extLst xmlns:a="http://schemas.openxmlformats.org/drawingml/2006/main">
              <a:ext uri="{FF2B5EF4-FFF2-40B4-BE49-F238E27FC236}">
                <a16:creationId xmlns:a16="http://schemas.microsoft.com/office/drawing/2014/main" id="{088BE484-A77D-4DE8-B6AC-348F2A13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378" y="1783003"/>
            <a:ext cx="117766" cy="94867"/>
          </a:xfrm>
          <a:custGeom xmlns:a="http://schemas.openxmlformats.org/drawingml/2006/main">
            <a:pathLst>
              <a:path w="117766" h="94867">
                <a:moveTo>
                  <a:pt x="42526" y="16356"/>
                </a:moveTo>
                <a:lnTo>
                  <a:pt x="45798" y="16356"/>
                </a:lnTo>
                <a:lnTo>
                  <a:pt x="45798" y="13085"/>
                </a:lnTo>
                <a:lnTo>
                  <a:pt x="52340" y="13085"/>
                </a:lnTo>
                <a:lnTo>
                  <a:pt x="52340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101409" y="9814"/>
                </a:lnTo>
                <a:lnTo>
                  <a:pt x="101409" y="13085"/>
                </a:lnTo>
                <a:lnTo>
                  <a:pt x="107952" y="13085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19628"/>
                </a:lnTo>
                <a:lnTo>
                  <a:pt x="114494" y="19628"/>
                </a:lnTo>
                <a:lnTo>
                  <a:pt x="114494" y="26170"/>
                </a:lnTo>
                <a:lnTo>
                  <a:pt x="117766" y="26170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07952" y="45798"/>
                </a:lnTo>
                <a:lnTo>
                  <a:pt x="107952" y="49069"/>
                </a:lnTo>
                <a:lnTo>
                  <a:pt x="101409" y="49069"/>
                </a:lnTo>
                <a:lnTo>
                  <a:pt x="101409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85053" y="49069"/>
                </a:lnTo>
                <a:lnTo>
                  <a:pt x="85053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68697" y="58883"/>
                </a:lnTo>
                <a:lnTo>
                  <a:pt x="68697" y="62154"/>
                </a:lnTo>
                <a:lnTo>
                  <a:pt x="71968" y="62154"/>
                </a:lnTo>
                <a:lnTo>
                  <a:pt x="71968" y="68697"/>
                </a:lnTo>
                <a:lnTo>
                  <a:pt x="75239" y="68697"/>
                </a:lnTo>
                <a:lnTo>
                  <a:pt x="75239" y="78510"/>
                </a:lnTo>
                <a:lnTo>
                  <a:pt x="71968" y="78510"/>
                </a:lnTo>
                <a:lnTo>
                  <a:pt x="71968" y="85053"/>
                </a:lnTo>
                <a:lnTo>
                  <a:pt x="68697" y="85053"/>
                </a:lnTo>
                <a:lnTo>
                  <a:pt x="68697" y="88324"/>
                </a:lnTo>
                <a:lnTo>
                  <a:pt x="65425" y="88324"/>
                </a:lnTo>
                <a:lnTo>
                  <a:pt x="65425" y="91595"/>
                </a:lnTo>
                <a:lnTo>
                  <a:pt x="58883" y="91595"/>
                </a:lnTo>
                <a:lnTo>
                  <a:pt x="58883" y="94867"/>
                </a:lnTo>
                <a:lnTo>
                  <a:pt x="35984" y="94867"/>
                </a:lnTo>
                <a:lnTo>
                  <a:pt x="35984" y="91595"/>
                </a:lnTo>
                <a:lnTo>
                  <a:pt x="32713" y="91595"/>
                </a:lnTo>
                <a:lnTo>
                  <a:pt x="32713" y="94867"/>
                </a:lnTo>
                <a:lnTo>
                  <a:pt x="16356" y="94867"/>
                </a:lnTo>
                <a:lnTo>
                  <a:pt x="16356" y="91595"/>
                </a:lnTo>
                <a:lnTo>
                  <a:pt x="9814" y="91595"/>
                </a:lnTo>
                <a:lnTo>
                  <a:pt x="9814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3271" y="85053"/>
                </a:lnTo>
                <a:lnTo>
                  <a:pt x="3271" y="78510"/>
                </a:lnTo>
                <a:lnTo>
                  <a:pt x="0" y="78510"/>
                </a:lnTo>
                <a:lnTo>
                  <a:pt x="0" y="68697"/>
                </a:lnTo>
                <a:lnTo>
                  <a:pt x="3271" y="68697"/>
                </a:lnTo>
                <a:lnTo>
                  <a:pt x="3271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45798" y="52340"/>
                </a:lnTo>
                <a:lnTo>
                  <a:pt x="45798" y="55612"/>
                </a:lnTo>
                <a:lnTo>
                  <a:pt x="49069" y="55612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42526" y="45798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26170"/>
                </a:lnTo>
                <a:lnTo>
                  <a:pt x="39255" y="26170"/>
                </a:lnTo>
                <a:lnTo>
                  <a:pt x="39255" y="19628"/>
                </a:lnTo>
                <a:lnTo>
                  <a:pt x="42526" y="19628"/>
                </a:lnTo>
                <a:lnTo>
                  <a:pt x="42526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isible source SEC-093 inset-1 region 791">
            <a:extLst xmlns:a="http://schemas.openxmlformats.org/drawingml/2006/main">
              <a:ext uri="{FF2B5EF4-FFF2-40B4-BE49-F238E27FC236}">
                <a16:creationId xmlns:a16="http://schemas.microsoft.com/office/drawing/2014/main" id="{4F1BDB74-BF5B-4E31-8440-6053AE05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974" y="1858242"/>
            <a:ext cx="193005" cy="78510"/>
          </a:xfrm>
          <a:custGeom xmlns:a="http://schemas.openxmlformats.org/drawingml/2006/main">
            <a:pathLst>
              <a:path w="193005" h="78510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2899"/>
                </a:lnTo>
                <a:lnTo>
                  <a:pt x="81782" y="22899"/>
                </a:lnTo>
                <a:lnTo>
                  <a:pt x="81782" y="19628"/>
                </a:lnTo>
                <a:lnTo>
                  <a:pt x="91595" y="19628"/>
                </a:lnTo>
                <a:lnTo>
                  <a:pt x="91595" y="22899"/>
                </a:lnTo>
                <a:lnTo>
                  <a:pt x="98138" y="22899"/>
                </a:lnTo>
                <a:lnTo>
                  <a:pt x="98138" y="26170"/>
                </a:lnTo>
                <a:lnTo>
                  <a:pt x="101409" y="26170"/>
                </a:lnTo>
                <a:lnTo>
                  <a:pt x="101409" y="29441"/>
                </a:lnTo>
                <a:lnTo>
                  <a:pt x="104681" y="29441"/>
                </a:lnTo>
                <a:lnTo>
                  <a:pt x="104681" y="35984"/>
                </a:lnTo>
                <a:lnTo>
                  <a:pt x="107952" y="35984"/>
                </a:lnTo>
                <a:lnTo>
                  <a:pt x="107952" y="29441"/>
                </a:lnTo>
                <a:lnTo>
                  <a:pt x="111223" y="29441"/>
                </a:lnTo>
                <a:lnTo>
                  <a:pt x="111223" y="22899"/>
                </a:lnTo>
                <a:lnTo>
                  <a:pt x="114494" y="22899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16356"/>
                </a:lnTo>
                <a:lnTo>
                  <a:pt x="124308" y="16356"/>
                </a:lnTo>
                <a:lnTo>
                  <a:pt x="124308" y="13085"/>
                </a:lnTo>
                <a:lnTo>
                  <a:pt x="140664" y="13085"/>
                </a:lnTo>
                <a:lnTo>
                  <a:pt x="140664" y="16356"/>
                </a:lnTo>
                <a:lnTo>
                  <a:pt x="147207" y="16356"/>
                </a:lnTo>
                <a:lnTo>
                  <a:pt x="147207" y="19628"/>
                </a:lnTo>
                <a:lnTo>
                  <a:pt x="150478" y="19628"/>
                </a:lnTo>
                <a:lnTo>
                  <a:pt x="150478" y="22899"/>
                </a:lnTo>
                <a:lnTo>
                  <a:pt x="153750" y="22899"/>
                </a:lnTo>
                <a:lnTo>
                  <a:pt x="153750" y="26170"/>
                </a:lnTo>
                <a:lnTo>
                  <a:pt x="157021" y="26170"/>
                </a:lnTo>
                <a:lnTo>
                  <a:pt x="157021" y="22899"/>
                </a:lnTo>
                <a:lnTo>
                  <a:pt x="163563" y="22899"/>
                </a:lnTo>
                <a:lnTo>
                  <a:pt x="163563" y="19628"/>
                </a:lnTo>
                <a:lnTo>
                  <a:pt x="176648" y="19628"/>
                </a:lnTo>
                <a:lnTo>
                  <a:pt x="176648" y="22899"/>
                </a:lnTo>
                <a:lnTo>
                  <a:pt x="183191" y="22899"/>
                </a:lnTo>
                <a:lnTo>
                  <a:pt x="183191" y="26170"/>
                </a:lnTo>
                <a:lnTo>
                  <a:pt x="186462" y="26170"/>
                </a:lnTo>
                <a:lnTo>
                  <a:pt x="186462" y="29441"/>
                </a:lnTo>
                <a:lnTo>
                  <a:pt x="189733" y="29441"/>
                </a:lnTo>
                <a:lnTo>
                  <a:pt x="189733" y="35984"/>
                </a:lnTo>
                <a:lnTo>
                  <a:pt x="193005" y="35984"/>
                </a:lnTo>
                <a:lnTo>
                  <a:pt x="193005" y="45798"/>
                </a:lnTo>
                <a:lnTo>
                  <a:pt x="189733" y="45798"/>
                </a:lnTo>
                <a:lnTo>
                  <a:pt x="189733" y="52340"/>
                </a:lnTo>
                <a:lnTo>
                  <a:pt x="186462" y="52340"/>
                </a:lnTo>
                <a:lnTo>
                  <a:pt x="186462" y="55612"/>
                </a:lnTo>
                <a:lnTo>
                  <a:pt x="183191" y="55612"/>
                </a:lnTo>
                <a:lnTo>
                  <a:pt x="183191" y="58883"/>
                </a:lnTo>
                <a:lnTo>
                  <a:pt x="176648" y="58883"/>
                </a:lnTo>
                <a:lnTo>
                  <a:pt x="176648" y="62154"/>
                </a:lnTo>
                <a:lnTo>
                  <a:pt x="160292" y="62154"/>
                </a:lnTo>
                <a:lnTo>
                  <a:pt x="160292" y="58883"/>
                </a:lnTo>
                <a:lnTo>
                  <a:pt x="157021" y="58883"/>
                </a:lnTo>
                <a:lnTo>
                  <a:pt x="157021" y="55612"/>
                </a:lnTo>
                <a:lnTo>
                  <a:pt x="153750" y="55612"/>
                </a:lnTo>
                <a:lnTo>
                  <a:pt x="153750" y="52340"/>
                </a:lnTo>
                <a:lnTo>
                  <a:pt x="150478" y="52340"/>
                </a:lnTo>
                <a:lnTo>
                  <a:pt x="150478" y="49069"/>
                </a:lnTo>
                <a:lnTo>
                  <a:pt x="147207" y="49069"/>
                </a:lnTo>
                <a:lnTo>
                  <a:pt x="147207" y="62154"/>
                </a:lnTo>
                <a:lnTo>
                  <a:pt x="143936" y="62154"/>
                </a:lnTo>
                <a:lnTo>
                  <a:pt x="143936" y="68697"/>
                </a:lnTo>
                <a:lnTo>
                  <a:pt x="140664" y="68697"/>
                </a:lnTo>
                <a:lnTo>
                  <a:pt x="140664" y="71968"/>
                </a:lnTo>
                <a:lnTo>
                  <a:pt x="137393" y="71968"/>
                </a:lnTo>
                <a:lnTo>
                  <a:pt x="137393" y="75239"/>
                </a:lnTo>
                <a:lnTo>
                  <a:pt x="130851" y="75239"/>
                </a:lnTo>
                <a:lnTo>
                  <a:pt x="130851" y="78510"/>
                </a:lnTo>
                <a:lnTo>
                  <a:pt x="121037" y="78510"/>
                </a:lnTo>
                <a:lnTo>
                  <a:pt x="121037" y="75239"/>
                </a:lnTo>
                <a:lnTo>
                  <a:pt x="114494" y="75239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68697"/>
                </a:lnTo>
                <a:lnTo>
                  <a:pt x="107952" y="68697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52340"/>
                </a:lnTo>
                <a:lnTo>
                  <a:pt x="101409" y="52340"/>
                </a:lnTo>
                <a:lnTo>
                  <a:pt x="101409" y="55612"/>
                </a:lnTo>
                <a:lnTo>
                  <a:pt x="98138" y="55612"/>
                </a:lnTo>
                <a:lnTo>
                  <a:pt x="98138" y="58883"/>
                </a:lnTo>
                <a:lnTo>
                  <a:pt x="91595" y="58883"/>
                </a:lnTo>
                <a:lnTo>
                  <a:pt x="91595" y="62154"/>
                </a:lnTo>
                <a:lnTo>
                  <a:pt x="81782" y="62154"/>
                </a:lnTo>
                <a:lnTo>
                  <a:pt x="81782" y="58883"/>
                </a:lnTo>
                <a:lnTo>
                  <a:pt x="75239" y="58883"/>
                </a:lnTo>
                <a:lnTo>
                  <a:pt x="75239" y="55612"/>
                </a:lnTo>
                <a:lnTo>
                  <a:pt x="71968" y="55612"/>
                </a:lnTo>
                <a:lnTo>
                  <a:pt x="71968" y="52340"/>
                </a:lnTo>
                <a:lnTo>
                  <a:pt x="68697" y="52340"/>
                </a:lnTo>
                <a:lnTo>
                  <a:pt x="68697" y="45798"/>
                </a:lnTo>
                <a:lnTo>
                  <a:pt x="65425" y="45798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  <a:moveTo>
                  <a:pt x="104681" y="52340"/>
                </a:moveTo>
                <a:lnTo>
                  <a:pt x="107952" y="52340"/>
                </a:lnTo>
                <a:lnTo>
                  <a:pt x="107952" y="45798"/>
                </a:lnTo>
                <a:lnTo>
                  <a:pt x="104681" y="45798"/>
                </a:lnTo>
                <a:lnTo>
                  <a:pt x="104681" y="52340"/>
                </a:lnTo>
                <a:close/>
                <a:moveTo>
                  <a:pt x="107952" y="45798"/>
                </a:moveTo>
                <a:lnTo>
                  <a:pt x="111223" y="45798"/>
                </a:lnTo>
                <a:lnTo>
                  <a:pt x="111223" y="39255"/>
                </a:lnTo>
                <a:lnTo>
                  <a:pt x="107952" y="39255"/>
                </a:lnTo>
                <a:lnTo>
                  <a:pt x="107952" y="4579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isible source SEC-093 inset-1 region 792">
            <a:extLst xmlns:a="http://schemas.openxmlformats.org/drawingml/2006/main">
              <a:ext uri="{FF2B5EF4-FFF2-40B4-BE49-F238E27FC236}">
                <a16:creationId xmlns:a16="http://schemas.microsoft.com/office/drawing/2014/main" id="{CC9BDE9B-162C-462C-ADA7-EAA07754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905" y="1979279"/>
            <a:ext cx="75239" cy="55612"/>
          </a:xfrm>
          <a:custGeom xmlns:a="http://schemas.openxmlformats.org/drawingml/2006/main">
            <a:pathLst>
              <a:path w="75239" h="55612">
                <a:moveTo>
                  <a:pt x="6543" y="9814"/>
                </a:move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19628"/>
                </a:lnTo>
                <a:lnTo>
                  <a:pt x="68697" y="19628"/>
                </a:lnTo>
                <a:lnTo>
                  <a:pt x="68697" y="22899"/>
                </a:lnTo>
                <a:lnTo>
                  <a:pt x="71968" y="22899"/>
                </a:lnTo>
                <a:lnTo>
                  <a:pt x="71968" y="29441"/>
                </a:lnTo>
                <a:lnTo>
                  <a:pt x="75239" y="29441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5798"/>
                </a:lnTo>
                <a:lnTo>
                  <a:pt x="68697" y="45798"/>
                </a:lnTo>
                <a:lnTo>
                  <a:pt x="68697" y="49069"/>
                </a:lnTo>
                <a:lnTo>
                  <a:pt x="65425" y="49069"/>
                </a:lnTo>
                <a:lnTo>
                  <a:pt x="65425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35984" y="55612"/>
                </a:lnTo>
                <a:lnTo>
                  <a:pt x="35984" y="52340"/>
                </a:lnTo>
                <a:lnTo>
                  <a:pt x="29441" y="52340"/>
                </a:lnTo>
                <a:lnTo>
                  <a:pt x="29441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isible source SEC-093 inset-1 region 793">
            <a:extLst xmlns:a="http://schemas.openxmlformats.org/drawingml/2006/main">
              <a:ext uri="{FF2B5EF4-FFF2-40B4-BE49-F238E27FC236}">
                <a16:creationId xmlns:a16="http://schemas.microsoft.com/office/drawing/2014/main" id="{3D0F95C5-E366-4C6E-BC08-443DC80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4958" y="1998907"/>
            <a:ext cx="81782" cy="42526"/>
          </a:xfrm>
          <a:custGeom xmlns:a="http://schemas.openxmlformats.org/drawingml/2006/main">
            <a:pathLst>
              <a:path w="81782" h="42526">
                <a:moveTo>
                  <a:pt x="71968" y="3271"/>
                </a:move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isible source SEC-093 inset-1 region 794">
            <a:extLst xmlns:a="http://schemas.openxmlformats.org/drawingml/2006/main">
              <a:ext uri="{FF2B5EF4-FFF2-40B4-BE49-F238E27FC236}">
                <a16:creationId xmlns:a16="http://schemas.microsoft.com/office/drawing/2014/main" id="{A9652502-8DB4-47D3-8AE0-28353A3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160" y="2051247"/>
            <a:ext cx="206090" cy="85053"/>
          </a:xfrm>
          <a:custGeom xmlns:a="http://schemas.openxmlformats.org/drawingml/2006/main">
            <a:pathLst>
              <a:path w="206090" h="8505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1968" y="13085"/>
                </a:lnTo>
                <a:lnTo>
                  <a:pt x="71968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29441"/>
                </a:lnTo>
                <a:lnTo>
                  <a:pt x="81782" y="29441"/>
                </a:lnTo>
                <a:lnTo>
                  <a:pt x="81782" y="39255"/>
                </a:lnTo>
                <a:lnTo>
                  <a:pt x="88324" y="39255"/>
                </a:lnTo>
                <a:lnTo>
                  <a:pt x="88324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94867" y="26170"/>
                </a:lnTo>
                <a:lnTo>
                  <a:pt x="94867" y="22899"/>
                </a:lnTo>
                <a:lnTo>
                  <a:pt x="98138" y="22899"/>
                </a:lnTo>
                <a:lnTo>
                  <a:pt x="98138" y="19628"/>
                </a:lnTo>
                <a:lnTo>
                  <a:pt x="104681" y="19628"/>
                </a:lnTo>
                <a:lnTo>
                  <a:pt x="104681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7766" y="19628"/>
                </a:lnTo>
                <a:lnTo>
                  <a:pt x="117766" y="16356"/>
                </a:lnTo>
                <a:lnTo>
                  <a:pt x="157021" y="16356"/>
                </a:lnTo>
                <a:lnTo>
                  <a:pt x="157021" y="19628"/>
                </a:lnTo>
                <a:lnTo>
                  <a:pt x="163563" y="19628"/>
                </a:lnTo>
                <a:lnTo>
                  <a:pt x="163563" y="22899"/>
                </a:lnTo>
                <a:lnTo>
                  <a:pt x="166835" y="22899"/>
                </a:lnTo>
                <a:lnTo>
                  <a:pt x="166835" y="26170"/>
                </a:lnTo>
                <a:lnTo>
                  <a:pt x="170106" y="26170"/>
                </a:lnTo>
                <a:lnTo>
                  <a:pt x="170106" y="29441"/>
                </a:lnTo>
                <a:lnTo>
                  <a:pt x="173377" y="29441"/>
                </a:lnTo>
                <a:lnTo>
                  <a:pt x="173377" y="39255"/>
                </a:lnTo>
                <a:lnTo>
                  <a:pt x="193005" y="39255"/>
                </a:lnTo>
                <a:lnTo>
                  <a:pt x="193005" y="42526"/>
                </a:lnTo>
                <a:lnTo>
                  <a:pt x="199547" y="42526"/>
                </a:lnTo>
                <a:lnTo>
                  <a:pt x="199547" y="45798"/>
                </a:lnTo>
                <a:lnTo>
                  <a:pt x="202818" y="45798"/>
                </a:lnTo>
                <a:lnTo>
                  <a:pt x="202818" y="52340"/>
                </a:lnTo>
                <a:lnTo>
                  <a:pt x="206090" y="52340"/>
                </a:lnTo>
                <a:lnTo>
                  <a:pt x="206090" y="68697"/>
                </a:lnTo>
                <a:lnTo>
                  <a:pt x="202818" y="68697"/>
                </a:lnTo>
                <a:lnTo>
                  <a:pt x="202818" y="75239"/>
                </a:lnTo>
                <a:lnTo>
                  <a:pt x="199547" y="75239"/>
                </a:lnTo>
                <a:lnTo>
                  <a:pt x="199547" y="78510"/>
                </a:lnTo>
                <a:lnTo>
                  <a:pt x="193005" y="78510"/>
                </a:lnTo>
                <a:lnTo>
                  <a:pt x="193005" y="81782"/>
                </a:lnTo>
                <a:lnTo>
                  <a:pt x="176648" y="81782"/>
                </a:lnTo>
                <a:lnTo>
                  <a:pt x="176648" y="78510"/>
                </a:lnTo>
                <a:lnTo>
                  <a:pt x="173377" y="78510"/>
                </a:lnTo>
                <a:lnTo>
                  <a:pt x="173377" y="81782"/>
                </a:lnTo>
                <a:lnTo>
                  <a:pt x="147207" y="81782"/>
                </a:lnTo>
                <a:lnTo>
                  <a:pt x="147207" y="85053"/>
                </a:lnTo>
                <a:lnTo>
                  <a:pt x="111223" y="85053"/>
                </a:lnTo>
                <a:lnTo>
                  <a:pt x="111223" y="81782"/>
                </a:lnTo>
                <a:lnTo>
                  <a:pt x="104681" y="81782"/>
                </a:lnTo>
                <a:lnTo>
                  <a:pt x="104681" y="78510"/>
                </a:lnTo>
                <a:lnTo>
                  <a:pt x="94867" y="78510"/>
                </a:lnTo>
                <a:lnTo>
                  <a:pt x="94867" y="81782"/>
                </a:lnTo>
                <a:lnTo>
                  <a:pt x="75239" y="81782"/>
                </a:lnTo>
                <a:lnTo>
                  <a:pt x="75239" y="78510"/>
                </a:lnTo>
                <a:lnTo>
                  <a:pt x="68697" y="78510"/>
                </a:lnTo>
                <a:lnTo>
                  <a:pt x="68697" y="75239"/>
                </a:lnTo>
                <a:lnTo>
                  <a:pt x="65425" y="75239"/>
                </a:lnTo>
                <a:lnTo>
                  <a:pt x="65425" y="71968"/>
                </a:lnTo>
                <a:lnTo>
                  <a:pt x="62154" y="71968"/>
                </a:lnTo>
                <a:lnTo>
                  <a:pt x="62154" y="65425"/>
                </a:lnTo>
                <a:lnTo>
                  <a:pt x="58883" y="65425"/>
                </a:lnTo>
                <a:lnTo>
                  <a:pt x="58883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5798" y="52340"/>
                </a:lnTo>
                <a:lnTo>
                  <a:pt x="45798" y="55612"/>
                </a:lnTo>
                <a:lnTo>
                  <a:pt x="26170" y="55612"/>
                </a:lnTo>
                <a:lnTo>
                  <a:pt x="26170" y="52340"/>
                </a:lnTo>
                <a:lnTo>
                  <a:pt x="22899" y="52340"/>
                </a:lnTo>
                <a:lnTo>
                  <a:pt x="22899" y="49069"/>
                </a:lnTo>
                <a:lnTo>
                  <a:pt x="19628" y="49069"/>
                </a:lnTo>
                <a:lnTo>
                  <a:pt x="19628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isible source SEC-093 inset-1 region 795">
            <a:extLst xmlns:a="http://schemas.openxmlformats.org/drawingml/2006/main">
              <a:ext uri="{FF2B5EF4-FFF2-40B4-BE49-F238E27FC236}">
                <a16:creationId xmlns:a16="http://schemas.microsoft.com/office/drawing/2014/main" id="{852954A3-CE01-49C5-9FCB-7BEAA00F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62" y="2175555"/>
            <a:ext cx="85053" cy="55612"/>
          </a:xfrm>
          <a:custGeom xmlns:a="http://schemas.openxmlformats.org/drawingml/2006/main">
            <a:pathLst>
              <a:path w="85053" h="55612">
                <a:moveTo>
                  <a:pt x="3271" y="22899"/>
                </a:move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85053" y="26170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52340" y="55612"/>
                </a:lnTo>
                <a:lnTo>
                  <a:pt x="52340" y="52340"/>
                </a:lnTo>
                <a:lnTo>
                  <a:pt x="45798" y="52340"/>
                </a:lnTo>
                <a:lnTo>
                  <a:pt x="45798" y="49069"/>
                </a:lnTo>
                <a:lnTo>
                  <a:pt x="39255" y="49069"/>
                </a:lnTo>
                <a:lnTo>
                  <a:pt x="39255" y="52340"/>
                </a:lnTo>
                <a:lnTo>
                  <a:pt x="32713" y="52340"/>
                </a:lnTo>
                <a:lnTo>
                  <a:pt x="32713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isible source SEC-093 inset-1 region 796">
            <a:extLst xmlns:a="http://schemas.openxmlformats.org/drawingml/2006/main">
              <a:ext uri="{FF2B5EF4-FFF2-40B4-BE49-F238E27FC236}">
                <a16:creationId xmlns:a16="http://schemas.microsoft.com/office/drawing/2014/main" id="{51C42C66-41D9-4336-B5F5-E7C5185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4958" y="2211539"/>
            <a:ext cx="71968" cy="42526"/>
          </a:xfrm>
          <a:custGeom xmlns:a="http://schemas.openxmlformats.org/drawingml/2006/main">
            <a:pathLst>
              <a:path w="7196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isible source SEC-093 inset-1 region 797">
            <a:extLst xmlns:a="http://schemas.openxmlformats.org/drawingml/2006/main">
              <a:ext uri="{FF2B5EF4-FFF2-40B4-BE49-F238E27FC236}">
                <a16:creationId xmlns:a16="http://schemas.microsoft.com/office/drawing/2014/main" id="{8251B120-8780-4726-B2F8-F935CD3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09" y="2240981"/>
            <a:ext cx="124308" cy="58883"/>
          </a:xfrm>
          <a:custGeom xmlns:a="http://schemas.openxmlformats.org/drawingml/2006/main">
            <a:pathLst>
              <a:path w="124308" h="58883">
                <a:moveTo>
                  <a:pt x="9814" y="22899"/>
                </a:moveTo>
                <a:lnTo>
                  <a:pt x="9814" y="19628"/>
                </a:lnTo>
                <a:lnTo>
                  <a:pt x="16356" y="19628"/>
                </a:lnTo>
                <a:lnTo>
                  <a:pt x="16356" y="16356"/>
                </a:lnTo>
                <a:lnTo>
                  <a:pt x="45798" y="16356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32713"/>
                </a:lnTo>
                <a:lnTo>
                  <a:pt x="117766" y="32713"/>
                </a:lnTo>
                <a:lnTo>
                  <a:pt x="117766" y="35984"/>
                </a:lnTo>
                <a:lnTo>
                  <a:pt x="114494" y="35984"/>
                </a:lnTo>
                <a:lnTo>
                  <a:pt x="114494" y="39255"/>
                </a:lnTo>
                <a:lnTo>
                  <a:pt x="107952" y="39255"/>
                </a:lnTo>
                <a:lnTo>
                  <a:pt x="107952" y="42526"/>
                </a:lnTo>
                <a:lnTo>
                  <a:pt x="75239" y="42526"/>
                </a:lnTo>
                <a:lnTo>
                  <a:pt x="75239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62154" y="55612"/>
                </a:lnTo>
                <a:lnTo>
                  <a:pt x="62154" y="58883"/>
                </a:lnTo>
                <a:lnTo>
                  <a:pt x="13085" y="58883"/>
                </a:lnTo>
                <a:lnTo>
                  <a:pt x="13085" y="55612"/>
                </a:lnTo>
                <a:lnTo>
                  <a:pt x="9814" y="55612"/>
                </a:lnTo>
                <a:lnTo>
                  <a:pt x="9814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0" y="42526"/>
                </a:lnTo>
                <a:lnTo>
                  <a:pt x="0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6543" y="26170"/>
                </a:lnTo>
                <a:lnTo>
                  <a:pt x="6543" y="22899"/>
                </a:lnTo>
                <a:lnTo>
                  <a:pt x="9814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isible source SEC-093 inset-1 region 798">
            <a:extLst xmlns:a="http://schemas.openxmlformats.org/drawingml/2006/main">
              <a:ext uri="{FF2B5EF4-FFF2-40B4-BE49-F238E27FC236}">
                <a16:creationId xmlns:a16="http://schemas.microsoft.com/office/drawing/2014/main" id="{4E58B97B-C985-42DB-8347-A2F88DF5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889" y="2260608"/>
            <a:ext cx="264973" cy="85053"/>
          </a:xfrm>
          <a:custGeom xmlns:a="http://schemas.openxmlformats.org/drawingml/2006/main">
            <a:pathLst>
              <a:path w="264973" h="85053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4867" y="39255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22899"/>
                </a:lnTo>
                <a:lnTo>
                  <a:pt x="94867" y="22899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13085"/>
                </a:lnTo>
                <a:lnTo>
                  <a:pt x="101409" y="13085"/>
                </a:lnTo>
                <a:lnTo>
                  <a:pt x="101409" y="9814"/>
                </a:lnTo>
                <a:lnTo>
                  <a:pt x="107952" y="9814"/>
                </a:lnTo>
                <a:lnTo>
                  <a:pt x="107952" y="6543"/>
                </a:lnTo>
                <a:lnTo>
                  <a:pt x="160292" y="6543"/>
                </a:lnTo>
                <a:lnTo>
                  <a:pt x="160292" y="9814"/>
                </a:lnTo>
                <a:lnTo>
                  <a:pt x="166835" y="9814"/>
                </a:lnTo>
                <a:lnTo>
                  <a:pt x="166835" y="13085"/>
                </a:lnTo>
                <a:lnTo>
                  <a:pt x="170106" y="13085"/>
                </a:lnTo>
                <a:lnTo>
                  <a:pt x="170106" y="16356"/>
                </a:lnTo>
                <a:lnTo>
                  <a:pt x="173377" y="16356"/>
                </a:lnTo>
                <a:lnTo>
                  <a:pt x="173377" y="22899"/>
                </a:lnTo>
                <a:lnTo>
                  <a:pt x="176648" y="22899"/>
                </a:lnTo>
                <a:lnTo>
                  <a:pt x="176648" y="32713"/>
                </a:lnTo>
                <a:lnTo>
                  <a:pt x="173377" y="32713"/>
                </a:lnTo>
                <a:lnTo>
                  <a:pt x="173377" y="39255"/>
                </a:lnTo>
                <a:lnTo>
                  <a:pt x="170106" y="39255"/>
                </a:lnTo>
                <a:lnTo>
                  <a:pt x="170106" y="42526"/>
                </a:lnTo>
                <a:lnTo>
                  <a:pt x="189733" y="42526"/>
                </a:lnTo>
                <a:lnTo>
                  <a:pt x="189733" y="39255"/>
                </a:lnTo>
                <a:lnTo>
                  <a:pt x="186462" y="39255"/>
                </a:lnTo>
                <a:lnTo>
                  <a:pt x="186462" y="32713"/>
                </a:lnTo>
                <a:lnTo>
                  <a:pt x="183191" y="32713"/>
                </a:lnTo>
                <a:lnTo>
                  <a:pt x="183191" y="22899"/>
                </a:lnTo>
                <a:lnTo>
                  <a:pt x="186462" y="22899"/>
                </a:lnTo>
                <a:lnTo>
                  <a:pt x="186462" y="16356"/>
                </a:lnTo>
                <a:lnTo>
                  <a:pt x="189733" y="16356"/>
                </a:lnTo>
                <a:lnTo>
                  <a:pt x="189733" y="13085"/>
                </a:lnTo>
                <a:lnTo>
                  <a:pt x="193005" y="13085"/>
                </a:lnTo>
                <a:lnTo>
                  <a:pt x="193005" y="9814"/>
                </a:lnTo>
                <a:lnTo>
                  <a:pt x="199547" y="9814"/>
                </a:lnTo>
                <a:lnTo>
                  <a:pt x="199547" y="6543"/>
                </a:lnTo>
                <a:lnTo>
                  <a:pt x="248616" y="6543"/>
                </a:lnTo>
                <a:lnTo>
                  <a:pt x="248616" y="9814"/>
                </a:lnTo>
                <a:lnTo>
                  <a:pt x="255159" y="9814"/>
                </a:lnTo>
                <a:lnTo>
                  <a:pt x="255159" y="13085"/>
                </a:lnTo>
                <a:lnTo>
                  <a:pt x="258430" y="13085"/>
                </a:lnTo>
                <a:lnTo>
                  <a:pt x="258430" y="16356"/>
                </a:lnTo>
                <a:lnTo>
                  <a:pt x="261701" y="16356"/>
                </a:lnTo>
                <a:lnTo>
                  <a:pt x="261701" y="22899"/>
                </a:lnTo>
                <a:lnTo>
                  <a:pt x="264973" y="22899"/>
                </a:lnTo>
                <a:lnTo>
                  <a:pt x="264973" y="32713"/>
                </a:lnTo>
                <a:lnTo>
                  <a:pt x="261701" y="32713"/>
                </a:lnTo>
                <a:lnTo>
                  <a:pt x="261701" y="39255"/>
                </a:lnTo>
                <a:lnTo>
                  <a:pt x="258430" y="39255"/>
                </a:lnTo>
                <a:lnTo>
                  <a:pt x="258430" y="42526"/>
                </a:lnTo>
                <a:lnTo>
                  <a:pt x="255159" y="42526"/>
                </a:lnTo>
                <a:lnTo>
                  <a:pt x="255159" y="45798"/>
                </a:lnTo>
                <a:lnTo>
                  <a:pt x="248616" y="45798"/>
                </a:lnTo>
                <a:lnTo>
                  <a:pt x="248616" y="49069"/>
                </a:lnTo>
                <a:lnTo>
                  <a:pt x="212632" y="49069"/>
                </a:lnTo>
                <a:lnTo>
                  <a:pt x="212632" y="52340"/>
                </a:lnTo>
                <a:lnTo>
                  <a:pt x="215904" y="52340"/>
                </a:lnTo>
                <a:lnTo>
                  <a:pt x="215904" y="58883"/>
                </a:lnTo>
                <a:lnTo>
                  <a:pt x="219175" y="58883"/>
                </a:lnTo>
                <a:lnTo>
                  <a:pt x="219175" y="68697"/>
                </a:lnTo>
                <a:lnTo>
                  <a:pt x="215904" y="68697"/>
                </a:lnTo>
                <a:lnTo>
                  <a:pt x="215904" y="75239"/>
                </a:lnTo>
                <a:lnTo>
                  <a:pt x="212632" y="75239"/>
                </a:lnTo>
                <a:lnTo>
                  <a:pt x="212632" y="78510"/>
                </a:lnTo>
                <a:lnTo>
                  <a:pt x="209361" y="78510"/>
                </a:lnTo>
                <a:lnTo>
                  <a:pt x="209361" y="81782"/>
                </a:lnTo>
                <a:lnTo>
                  <a:pt x="202818" y="81782"/>
                </a:lnTo>
                <a:lnTo>
                  <a:pt x="202818" y="85053"/>
                </a:lnTo>
                <a:lnTo>
                  <a:pt x="160292" y="85053"/>
                </a:lnTo>
                <a:lnTo>
                  <a:pt x="160292" y="81782"/>
                </a:lnTo>
                <a:lnTo>
                  <a:pt x="153750" y="81782"/>
                </a:lnTo>
                <a:lnTo>
                  <a:pt x="153750" y="78510"/>
                </a:lnTo>
                <a:lnTo>
                  <a:pt x="150478" y="78510"/>
                </a:lnTo>
                <a:lnTo>
                  <a:pt x="150478" y="75239"/>
                </a:lnTo>
                <a:lnTo>
                  <a:pt x="127579" y="75239"/>
                </a:lnTo>
                <a:lnTo>
                  <a:pt x="127579" y="71968"/>
                </a:lnTo>
                <a:lnTo>
                  <a:pt x="124308" y="71968"/>
                </a:lnTo>
                <a:lnTo>
                  <a:pt x="124308" y="75239"/>
                </a:lnTo>
                <a:lnTo>
                  <a:pt x="117766" y="75239"/>
                </a:lnTo>
                <a:lnTo>
                  <a:pt x="117766" y="78510"/>
                </a:lnTo>
                <a:lnTo>
                  <a:pt x="114494" y="78510"/>
                </a:lnTo>
                <a:lnTo>
                  <a:pt x="114494" y="81782"/>
                </a:lnTo>
                <a:lnTo>
                  <a:pt x="107952" y="81782"/>
                </a:lnTo>
                <a:lnTo>
                  <a:pt x="107952" y="85053"/>
                </a:lnTo>
                <a:lnTo>
                  <a:pt x="62154" y="85053"/>
                </a:lnTo>
                <a:lnTo>
                  <a:pt x="62154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58883"/>
                </a:lnTo>
                <a:lnTo>
                  <a:pt x="49069" y="58883"/>
                </a:lnTo>
                <a:lnTo>
                  <a:pt x="49069" y="55612"/>
                </a:lnTo>
                <a:lnTo>
                  <a:pt x="19628" y="55612"/>
                </a:lnTo>
                <a:lnTo>
                  <a:pt x="19628" y="52340"/>
                </a:lnTo>
                <a:lnTo>
                  <a:pt x="13085" y="52340"/>
                </a:lnTo>
                <a:lnTo>
                  <a:pt x="13085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isible source SEC-093 inset-1 region 799">
            <a:extLst xmlns:a="http://schemas.openxmlformats.org/drawingml/2006/main">
              <a:ext uri="{FF2B5EF4-FFF2-40B4-BE49-F238E27FC236}">
                <a16:creationId xmlns:a16="http://schemas.microsoft.com/office/drawing/2014/main" id="{13FBC3E2-0393-4518-9214-7577A3D0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038" y="2306406"/>
            <a:ext cx="127579" cy="42526"/>
          </a:xfrm>
          <a:custGeom xmlns:a="http://schemas.openxmlformats.org/drawingml/2006/main">
            <a:pathLst>
              <a:path w="127579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32713"/>
                </a:lnTo>
                <a:lnTo>
                  <a:pt x="121037" y="32713"/>
                </a:lnTo>
                <a:lnTo>
                  <a:pt x="121037" y="35984"/>
                </a:lnTo>
                <a:lnTo>
                  <a:pt x="117766" y="35984"/>
                </a:lnTo>
                <a:lnTo>
                  <a:pt x="117766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isible source SEC-093 inset-1 region 800">
            <a:extLst xmlns:a="http://schemas.openxmlformats.org/drawingml/2006/main">
              <a:ext uri="{FF2B5EF4-FFF2-40B4-BE49-F238E27FC236}">
                <a16:creationId xmlns:a16="http://schemas.microsoft.com/office/drawing/2014/main" id="{97CC47F7-C16C-4445-9393-58FEB601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633" y="2375102"/>
            <a:ext cx="81782" cy="55612"/>
          </a:xfrm>
          <a:custGeom xmlns:a="http://schemas.openxmlformats.org/drawingml/2006/main">
            <a:pathLst>
              <a:path w="81782" h="55612">
                <a:moveTo>
                  <a:pt x="9814" y="19628"/>
                </a:move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62154" y="49069"/>
                </a:lnTo>
                <a:lnTo>
                  <a:pt x="62154" y="52340"/>
                </a:lnTo>
                <a:lnTo>
                  <a:pt x="58883" y="52340"/>
                </a:lnTo>
                <a:lnTo>
                  <a:pt x="58883" y="55612"/>
                </a:lnTo>
                <a:lnTo>
                  <a:pt x="13085" y="55612"/>
                </a:lnTo>
                <a:lnTo>
                  <a:pt x="13085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isible source SEC-093 inset-1 region 801">
            <a:extLst xmlns:a="http://schemas.openxmlformats.org/drawingml/2006/main">
              <a:ext uri="{FF2B5EF4-FFF2-40B4-BE49-F238E27FC236}">
                <a16:creationId xmlns:a16="http://schemas.microsoft.com/office/drawing/2014/main" id="{F746D9AB-1B6B-47D3-944C-96122344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431" y="2345661"/>
            <a:ext cx="350025" cy="261701"/>
          </a:xfrm>
          <a:custGeom xmlns:a="http://schemas.openxmlformats.org/drawingml/2006/main">
            <a:pathLst>
              <a:path w="350025" h="261701">
                <a:moveTo>
                  <a:pt x="39255" y="94867"/>
                </a:moveTo>
                <a:lnTo>
                  <a:pt x="42526" y="94867"/>
                </a:lnTo>
                <a:lnTo>
                  <a:pt x="42526" y="88324"/>
                </a:lnTo>
                <a:lnTo>
                  <a:pt x="45798" y="88324"/>
                </a:lnTo>
                <a:lnTo>
                  <a:pt x="45798" y="85053"/>
                </a:lnTo>
                <a:lnTo>
                  <a:pt x="49069" y="85053"/>
                </a:lnTo>
                <a:lnTo>
                  <a:pt x="49069" y="81782"/>
                </a:lnTo>
                <a:lnTo>
                  <a:pt x="55612" y="81782"/>
                </a:lnTo>
                <a:lnTo>
                  <a:pt x="55612" y="78510"/>
                </a:lnTo>
                <a:lnTo>
                  <a:pt x="81782" y="78510"/>
                </a:lnTo>
                <a:lnTo>
                  <a:pt x="81782" y="81782"/>
                </a:lnTo>
                <a:lnTo>
                  <a:pt x="85053" y="81782"/>
                </a:lnTo>
                <a:lnTo>
                  <a:pt x="85053" y="78510"/>
                </a:lnTo>
                <a:lnTo>
                  <a:pt x="111223" y="78510"/>
                </a:lnTo>
                <a:lnTo>
                  <a:pt x="111223" y="81782"/>
                </a:lnTo>
                <a:lnTo>
                  <a:pt x="117766" y="81782"/>
                </a:lnTo>
                <a:lnTo>
                  <a:pt x="117766" y="85053"/>
                </a:lnTo>
                <a:lnTo>
                  <a:pt x="121037" y="85053"/>
                </a:lnTo>
                <a:lnTo>
                  <a:pt x="121037" y="88324"/>
                </a:lnTo>
                <a:lnTo>
                  <a:pt x="124308" y="88324"/>
                </a:lnTo>
                <a:lnTo>
                  <a:pt x="124308" y="94867"/>
                </a:lnTo>
                <a:lnTo>
                  <a:pt x="127579" y="94867"/>
                </a:lnTo>
                <a:lnTo>
                  <a:pt x="127579" y="104681"/>
                </a:lnTo>
                <a:lnTo>
                  <a:pt x="124308" y="104681"/>
                </a:lnTo>
                <a:lnTo>
                  <a:pt x="124308" y="111223"/>
                </a:lnTo>
                <a:lnTo>
                  <a:pt x="121037" y="111223"/>
                </a:lnTo>
                <a:lnTo>
                  <a:pt x="121037" y="114494"/>
                </a:lnTo>
                <a:lnTo>
                  <a:pt x="117766" y="114494"/>
                </a:lnTo>
                <a:lnTo>
                  <a:pt x="117766" y="117766"/>
                </a:lnTo>
                <a:lnTo>
                  <a:pt x="111223" y="117766"/>
                </a:lnTo>
                <a:lnTo>
                  <a:pt x="111223" y="121037"/>
                </a:lnTo>
                <a:lnTo>
                  <a:pt x="150478" y="121037"/>
                </a:lnTo>
                <a:lnTo>
                  <a:pt x="150478" y="117766"/>
                </a:lnTo>
                <a:lnTo>
                  <a:pt x="147207" y="117766"/>
                </a:lnTo>
                <a:lnTo>
                  <a:pt x="147207" y="114494"/>
                </a:lnTo>
                <a:lnTo>
                  <a:pt x="143936" y="114494"/>
                </a:lnTo>
                <a:lnTo>
                  <a:pt x="143936" y="111223"/>
                </a:lnTo>
                <a:lnTo>
                  <a:pt x="140664" y="111223"/>
                </a:lnTo>
                <a:lnTo>
                  <a:pt x="140664" y="104681"/>
                </a:lnTo>
                <a:lnTo>
                  <a:pt x="137393" y="104681"/>
                </a:lnTo>
                <a:lnTo>
                  <a:pt x="137393" y="94867"/>
                </a:lnTo>
                <a:lnTo>
                  <a:pt x="140664" y="94867"/>
                </a:lnTo>
                <a:lnTo>
                  <a:pt x="140664" y="88324"/>
                </a:lnTo>
                <a:lnTo>
                  <a:pt x="143936" y="88324"/>
                </a:lnTo>
                <a:lnTo>
                  <a:pt x="143936" y="85053"/>
                </a:lnTo>
                <a:lnTo>
                  <a:pt x="147207" y="85053"/>
                </a:lnTo>
                <a:lnTo>
                  <a:pt x="147207" y="81782"/>
                </a:lnTo>
                <a:lnTo>
                  <a:pt x="153750" y="81782"/>
                </a:lnTo>
                <a:lnTo>
                  <a:pt x="153750" y="78510"/>
                </a:lnTo>
                <a:lnTo>
                  <a:pt x="183191" y="78510"/>
                </a:lnTo>
                <a:lnTo>
                  <a:pt x="183191" y="75239"/>
                </a:lnTo>
                <a:lnTo>
                  <a:pt x="186462" y="75239"/>
                </a:lnTo>
                <a:lnTo>
                  <a:pt x="186462" y="71968"/>
                </a:lnTo>
                <a:lnTo>
                  <a:pt x="193005" y="71968"/>
                </a:lnTo>
                <a:lnTo>
                  <a:pt x="193005" y="68697"/>
                </a:lnTo>
                <a:lnTo>
                  <a:pt x="232260" y="68697"/>
                </a:lnTo>
                <a:lnTo>
                  <a:pt x="232260" y="65425"/>
                </a:lnTo>
                <a:lnTo>
                  <a:pt x="238802" y="65425"/>
                </a:lnTo>
                <a:lnTo>
                  <a:pt x="238802" y="62154"/>
                </a:lnTo>
                <a:lnTo>
                  <a:pt x="264973" y="62154"/>
                </a:lnTo>
                <a:lnTo>
                  <a:pt x="264973" y="55612"/>
                </a:lnTo>
                <a:lnTo>
                  <a:pt x="268244" y="55612"/>
                </a:lnTo>
                <a:lnTo>
                  <a:pt x="268244" y="49069"/>
                </a:lnTo>
                <a:lnTo>
                  <a:pt x="271515" y="49069"/>
                </a:lnTo>
                <a:lnTo>
                  <a:pt x="271515" y="42526"/>
                </a:lnTo>
                <a:lnTo>
                  <a:pt x="235531" y="42526"/>
                </a:lnTo>
                <a:lnTo>
                  <a:pt x="235531" y="39255"/>
                </a:lnTo>
                <a:lnTo>
                  <a:pt x="228989" y="39255"/>
                </a:lnTo>
                <a:lnTo>
                  <a:pt x="228989" y="35984"/>
                </a:lnTo>
                <a:lnTo>
                  <a:pt x="225717" y="35984"/>
                </a:lnTo>
                <a:lnTo>
                  <a:pt x="225717" y="32713"/>
                </a:lnTo>
                <a:lnTo>
                  <a:pt x="222446" y="32713"/>
                </a:lnTo>
                <a:lnTo>
                  <a:pt x="222446" y="26170"/>
                </a:lnTo>
                <a:lnTo>
                  <a:pt x="219175" y="26170"/>
                </a:lnTo>
                <a:lnTo>
                  <a:pt x="219175" y="16356"/>
                </a:lnTo>
                <a:lnTo>
                  <a:pt x="222446" y="16356"/>
                </a:lnTo>
                <a:lnTo>
                  <a:pt x="222446" y="9814"/>
                </a:lnTo>
                <a:lnTo>
                  <a:pt x="225717" y="9814"/>
                </a:lnTo>
                <a:lnTo>
                  <a:pt x="225717" y="6543"/>
                </a:lnTo>
                <a:lnTo>
                  <a:pt x="228989" y="6543"/>
                </a:lnTo>
                <a:lnTo>
                  <a:pt x="228989" y="3271"/>
                </a:lnTo>
                <a:lnTo>
                  <a:pt x="235531" y="3271"/>
                </a:lnTo>
                <a:lnTo>
                  <a:pt x="235531" y="0"/>
                </a:lnTo>
                <a:lnTo>
                  <a:pt x="291143" y="0"/>
                </a:lnTo>
                <a:lnTo>
                  <a:pt x="291143" y="3271"/>
                </a:lnTo>
                <a:lnTo>
                  <a:pt x="297685" y="3271"/>
                </a:lnTo>
                <a:lnTo>
                  <a:pt x="297685" y="6543"/>
                </a:lnTo>
                <a:lnTo>
                  <a:pt x="300956" y="6543"/>
                </a:lnTo>
                <a:lnTo>
                  <a:pt x="300956" y="9814"/>
                </a:lnTo>
                <a:lnTo>
                  <a:pt x="304228" y="9814"/>
                </a:lnTo>
                <a:lnTo>
                  <a:pt x="304228" y="13085"/>
                </a:lnTo>
                <a:lnTo>
                  <a:pt x="330398" y="13085"/>
                </a:lnTo>
                <a:lnTo>
                  <a:pt x="330398" y="16356"/>
                </a:lnTo>
                <a:lnTo>
                  <a:pt x="336940" y="16356"/>
                </a:lnTo>
                <a:lnTo>
                  <a:pt x="336940" y="19628"/>
                </a:lnTo>
                <a:lnTo>
                  <a:pt x="340212" y="19628"/>
                </a:lnTo>
                <a:lnTo>
                  <a:pt x="340212" y="22899"/>
                </a:lnTo>
                <a:lnTo>
                  <a:pt x="343483" y="22899"/>
                </a:lnTo>
                <a:lnTo>
                  <a:pt x="343483" y="29441"/>
                </a:lnTo>
                <a:lnTo>
                  <a:pt x="346754" y="29441"/>
                </a:lnTo>
                <a:lnTo>
                  <a:pt x="346754" y="39255"/>
                </a:lnTo>
                <a:lnTo>
                  <a:pt x="343483" y="39255"/>
                </a:lnTo>
                <a:lnTo>
                  <a:pt x="343483" y="49069"/>
                </a:lnTo>
                <a:lnTo>
                  <a:pt x="346754" y="49069"/>
                </a:lnTo>
                <a:lnTo>
                  <a:pt x="346754" y="55612"/>
                </a:lnTo>
                <a:lnTo>
                  <a:pt x="350025" y="55612"/>
                </a:lnTo>
                <a:lnTo>
                  <a:pt x="350025" y="65425"/>
                </a:lnTo>
                <a:lnTo>
                  <a:pt x="346754" y="65425"/>
                </a:lnTo>
                <a:lnTo>
                  <a:pt x="346754" y="71968"/>
                </a:lnTo>
                <a:lnTo>
                  <a:pt x="343483" y="71968"/>
                </a:lnTo>
                <a:lnTo>
                  <a:pt x="343483" y="75239"/>
                </a:lnTo>
                <a:lnTo>
                  <a:pt x="340212" y="75239"/>
                </a:lnTo>
                <a:lnTo>
                  <a:pt x="340212" y="78510"/>
                </a:lnTo>
                <a:lnTo>
                  <a:pt x="333669" y="78510"/>
                </a:lnTo>
                <a:lnTo>
                  <a:pt x="333669" y="81782"/>
                </a:lnTo>
                <a:lnTo>
                  <a:pt x="304228" y="81782"/>
                </a:lnTo>
                <a:lnTo>
                  <a:pt x="304228" y="88324"/>
                </a:lnTo>
                <a:lnTo>
                  <a:pt x="300956" y="88324"/>
                </a:lnTo>
                <a:lnTo>
                  <a:pt x="300956" y="94867"/>
                </a:lnTo>
                <a:lnTo>
                  <a:pt x="297685" y="94867"/>
                </a:lnTo>
                <a:lnTo>
                  <a:pt x="297685" y="98138"/>
                </a:lnTo>
                <a:lnTo>
                  <a:pt x="294414" y="98138"/>
                </a:lnTo>
                <a:lnTo>
                  <a:pt x="294414" y="101409"/>
                </a:lnTo>
                <a:lnTo>
                  <a:pt x="287871" y="101409"/>
                </a:lnTo>
                <a:lnTo>
                  <a:pt x="287871" y="104681"/>
                </a:lnTo>
                <a:lnTo>
                  <a:pt x="248616" y="104681"/>
                </a:lnTo>
                <a:lnTo>
                  <a:pt x="248616" y="107952"/>
                </a:lnTo>
                <a:lnTo>
                  <a:pt x="242074" y="107952"/>
                </a:lnTo>
                <a:lnTo>
                  <a:pt x="242074" y="111223"/>
                </a:lnTo>
                <a:lnTo>
                  <a:pt x="209361" y="111223"/>
                </a:lnTo>
                <a:lnTo>
                  <a:pt x="209361" y="114494"/>
                </a:lnTo>
                <a:lnTo>
                  <a:pt x="206090" y="114494"/>
                </a:lnTo>
                <a:lnTo>
                  <a:pt x="206090" y="117766"/>
                </a:lnTo>
                <a:lnTo>
                  <a:pt x="199547" y="117766"/>
                </a:lnTo>
                <a:lnTo>
                  <a:pt x="199547" y="121037"/>
                </a:lnTo>
                <a:lnTo>
                  <a:pt x="153750" y="121037"/>
                </a:lnTo>
                <a:lnTo>
                  <a:pt x="153750" y="124308"/>
                </a:lnTo>
                <a:lnTo>
                  <a:pt x="160292" y="124308"/>
                </a:lnTo>
                <a:lnTo>
                  <a:pt x="160292" y="127579"/>
                </a:lnTo>
                <a:lnTo>
                  <a:pt x="163563" y="127579"/>
                </a:lnTo>
                <a:lnTo>
                  <a:pt x="163563" y="130851"/>
                </a:lnTo>
                <a:lnTo>
                  <a:pt x="166835" y="130851"/>
                </a:lnTo>
                <a:lnTo>
                  <a:pt x="166835" y="137393"/>
                </a:lnTo>
                <a:lnTo>
                  <a:pt x="170106" y="137393"/>
                </a:lnTo>
                <a:lnTo>
                  <a:pt x="170106" y="147207"/>
                </a:lnTo>
                <a:lnTo>
                  <a:pt x="166835" y="147207"/>
                </a:lnTo>
                <a:lnTo>
                  <a:pt x="166835" y="160292"/>
                </a:lnTo>
                <a:lnTo>
                  <a:pt x="170106" y="160292"/>
                </a:lnTo>
                <a:lnTo>
                  <a:pt x="170106" y="170106"/>
                </a:lnTo>
                <a:lnTo>
                  <a:pt x="166835" y="170106"/>
                </a:lnTo>
                <a:lnTo>
                  <a:pt x="166835" y="173377"/>
                </a:lnTo>
                <a:lnTo>
                  <a:pt x="176648" y="173377"/>
                </a:lnTo>
                <a:lnTo>
                  <a:pt x="176648" y="170106"/>
                </a:lnTo>
                <a:lnTo>
                  <a:pt x="179920" y="170106"/>
                </a:lnTo>
                <a:lnTo>
                  <a:pt x="179920" y="166835"/>
                </a:lnTo>
                <a:lnTo>
                  <a:pt x="183191" y="166835"/>
                </a:lnTo>
                <a:lnTo>
                  <a:pt x="183191" y="163563"/>
                </a:lnTo>
                <a:lnTo>
                  <a:pt x="189733" y="163563"/>
                </a:lnTo>
                <a:lnTo>
                  <a:pt x="189733" y="160292"/>
                </a:lnTo>
                <a:lnTo>
                  <a:pt x="245345" y="160292"/>
                </a:lnTo>
                <a:lnTo>
                  <a:pt x="245345" y="163563"/>
                </a:lnTo>
                <a:lnTo>
                  <a:pt x="251887" y="163563"/>
                </a:lnTo>
                <a:lnTo>
                  <a:pt x="251887" y="166835"/>
                </a:lnTo>
                <a:lnTo>
                  <a:pt x="255159" y="166835"/>
                </a:lnTo>
                <a:lnTo>
                  <a:pt x="255159" y="170106"/>
                </a:lnTo>
                <a:lnTo>
                  <a:pt x="258430" y="170106"/>
                </a:lnTo>
                <a:lnTo>
                  <a:pt x="258430" y="176648"/>
                </a:lnTo>
                <a:lnTo>
                  <a:pt x="261701" y="176648"/>
                </a:lnTo>
                <a:lnTo>
                  <a:pt x="261701" y="186462"/>
                </a:lnTo>
                <a:lnTo>
                  <a:pt x="258430" y="186462"/>
                </a:lnTo>
                <a:lnTo>
                  <a:pt x="258430" y="193005"/>
                </a:lnTo>
                <a:lnTo>
                  <a:pt x="255159" y="193005"/>
                </a:lnTo>
                <a:lnTo>
                  <a:pt x="255159" y="196276"/>
                </a:lnTo>
                <a:lnTo>
                  <a:pt x="251887" y="196276"/>
                </a:lnTo>
                <a:lnTo>
                  <a:pt x="251887" y="199547"/>
                </a:lnTo>
                <a:lnTo>
                  <a:pt x="284600" y="199547"/>
                </a:lnTo>
                <a:lnTo>
                  <a:pt x="284600" y="202818"/>
                </a:lnTo>
                <a:lnTo>
                  <a:pt x="291143" y="202818"/>
                </a:lnTo>
                <a:lnTo>
                  <a:pt x="291143" y="206090"/>
                </a:lnTo>
                <a:lnTo>
                  <a:pt x="294414" y="206090"/>
                </a:lnTo>
                <a:lnTo>
                  <a:pt x="294414" y="209361"/>
                </a:lnTo>
                <a:lnTo>
                  <a:pt x="297685" y="209361"/>
                </a:lnTo>
                <a:lnTo>
                  <a:pt x="297685" y="215904"/>
                </a:lnTo>
                <a:lnTo>
                  <a:pt x="300956" y="215904"/>
                </a:lnTo>
                <a:lnTo>
                  <a:pt x="300956" y="219175"/>
                </a:lnTo>
                <a:lnTo>
                  <a:pt x="336940" y="219175"/>
                </a:lnTo>
                <a:lnTo>
                  <a:pt x="336940" y="222446"/>
                </a:lnTo>
                <a:lnTo>
                  <a:pt x="340212" y="222446"/>
                </a:lnTo>
                <a:lnTo>
                  <a:pt x="340212" y="225717"/>
                </a:lnTo>
                <a:lnTo>
                  <a:pt x="343483" y="225717"/>
                </a:lnTo>
                <a:lnTo>
                  <a:pt x="343483" y="228989"/>
                </a:lnTo>
                <a:lnTo>
                  <a:pt x="346754" y="228989"/>
                </a:lnTo>
                <a:lnTo>
                  <a:pt x="346754" y="232260"/>
                </a:lnTo>
                <a:lnTo>
                  <a:pt x="350025" y="232260"/>
                </a:lnTo>
                <a:lnTo>
                  <a:pt x="350025" y="248616"/>
                </a:lnTo>
                <a:lnTo>
                  <a:pt x="346754" y="248616"/>
                </a:lnTo>
                <a:lnTo>
                  <a:pt x="346754" y="251887"/>
                </a:lnTo>
                <a:lnTo>
                  <a:pt x="343483" y="251887"/>
                </a:lnTo>
                <a:lnTo>
                  <a:pt x="343483" y="255159"/>
                </a:lnTo>
                <a:lnTo>
                  <a:pt x="340212" y="255159"/>
                </a:lnTo>
                <a:lnTo>
                  <a:pt x="340212" y="258430"/>
                </a:lnTo>
                <a:lnTo>
                  <a:pt x="333669" y="258430"/>
                </a:lnTo>
                <a:lnTo>
                  <a:pt x="333669" y="261701"/>
                </a:lnTo>
                <a:lnTo>
                  <a:pt x="281329" y="261701"/>
                </a:lnTo>
                <a:lnTo>
                  <a:pt x="281329" y="258430"/>
                </a:lnTo>
                <a:lnTo>
                  <a:pt x="278058" y="258430"/>
                </a:lnTo>
                <a:lnTo>
                  <a:pt x="278058" y="255159"/>
                </a:lnTo>
                <a:lnTo>
                  <a:pt x="274786" y="255159"/>
                </a:lnTo>
                <a:lnTo>
                  <a:pt x="274786" y="251887"/>
                </a:lnTo>
                <a:lnTo>
                  <a:pt x="271515" y="251887"/>
                </a:lnTo>
                <a:lnTo>
                  <a:pt x="271515" y="245345"/>
                </a:lnTo>
                <a:lnTo>
                  <a:pt x="268244" y="245345"/>
                </a:lnTo>
                <a:lnTo>
                  <a:pt x="268244" y="242074"/>
                </a:lnTo>
                <a:lnTo>
                  <a:pt x="238802" y="242074"/>
                </a:lnTo>
                <a:lnTo>
                  <a:pt x="238802" y="238802"/>
                </a:lnTo>
                <a:lnTo>
                  <a:pt x="232260" y="238802"/>
                </a:lnTo>
                <a:lnTo>
                  <a:pt x="232260" y="235531"/>
                </a:lnTo>
                <a:lnTo>
                  <a:pt x="228989" y="235531"/>
                </a:lnTo>
                <a:lnTo>
                  <a:pt x="228989" y="232260"/>
                </a:lnTo>
                <a:lnTo>
                  <a:pt x="225717" y="232260"/>
                </a:lnTo>
                <a:lnTo>
                  <a:pt x="225717" y="225717"/>
                </a:lnTo>
                <a:lnTo>
                  <a:pt x="222446" y="225717"/>
                </a:lnTo>
                <a:lnTo>
                  <a:pt x="222446" y="215904"/>
                </a:lnTo>
                <a:lnTo>
                  <a:pt x="225717" y="215904"/>
                </a:lnTo>
                <a:lnTo>
                  <a:pt x="225717" y="209361"/>
                </a:lnTo>
                <a:lnTo>
                  <a:pt x="228989" y="209361"/>
                </a:lnTo>
                <a:lnTo>
                  <a:pt x="228989" y="206090"/>
                </a:lnTo>
                <a:lnTo>
                  <a:pt x="232260" y="206090"/>
                </a:lnTo>
                <a:lnTo>
                  <a:pt x="232260" y="202818"/>
                </a:lnTo>
                <a:lnTo>
                  <a:pt x="212632" y="202818"/>
                </a:lnTo>
                <a:lnTo>
                  <a:pt x="212632" y="206090"/>
                </a:lnTo>
                <a:lnTo>
                  <a:pt x="209361" y="206090"/>
                </a:lnTo>
                <a:lnTo>
                  <a:pt x="209361" y="209361"/>
                </a:lnTo>
                <a:lnTo>
                  <a:pt x="206090" y="209361"/>
                </a:lnTo>
                <a:lnTo>
                  <a:pt x="206090" y="212632"/>
                </a:lnTo>
                <a:lnTo>
                  <a:pt x="202818" y="212632"/>
                </a:lnTo>
                <a:lnTo>
                  <a:pt x="202818" y="215904"/>
                </a:lnTo>
                <a:lnTo>
                  <a:pt x="143936" y="215904"/>
                </a:lnTo>
                <a:lnTo>
                  <a:pt x="143936" y="212632"/>
                </a:lnTo>
                <a:lnTo>
                  <a:pt x="137393" y="212632"/>
                </a:lnTo>
                <a:lnTo>
                  <a:pt x="137393" y="209361"/>
                </a:lnTo>
                <a:lnTo>
                  <a:pt x="134122" y="209361"/>
                </a:lnTo>
                <a:lnTo>
                  <a:pt x="134122" y="202818"/>
                </a:lnTo>
                <a:lnTo>
                  <a:pt x="130851" y="202818"/>
                </a:lnTo>
                <a:lnTo>
                  <a:pt x="130851" y="186462"/>
                </a:lnTo>
                <a:lnTo>
                  <a:pt x="121037" y="186462"/>
                </a:lnTo>
                <a:lnTo>
                  <a:pt x="121037" y="189733"/>
                </a:lnTo>
                <a:lnTo>
                  <a:pt x="124308" y="189733"/>
                </a:lnTo>
                <a:lnTo>
                  <a:pt x="124308" y="199547"/>
                </a:lnTo>
                <a:lnTo>
                  <a:pt x="121037" y="199547"/>
                </a:lnTo>
                <a:lnTo>
                  <a:pt x="121037" y="206090"/>
                </a:lnTo>
                <a:lnTo>
                  <a:pt x="117766" y="206090"/>
                </a:lnTo>
                <a:lnTo>
                  <a:pt x="117766" y="209361"/>
                </a:lnTo>
                <a:lnTo>
                  <a:pt x="114494" y="209361"/>
                </a:lnTo>
                <a:lnTo>
                  <a:pt x="114494" y="212632"/>
                </a:lnTo>
                <a:lnTo>
                  <a:pt x="107952" y="212632"/>
                </a:lnTo>
                <a:lnTo>
                  <a:pt x="107952" y="215904"/>
                </a:lnTo>
                <a:lnTo>
                  <a:pt x="71968" y="215904"/>
                </a:lnTo>
                <a:lnTo>
                  <a:pt x="71968" y="212632"/>
                </a:lnTo>
                <a:lnTo>
                  <a:pt x="68697" y="212632"/>
                </a:lnTo>
                <a:lnTo>
                  <a:pt x="68697" y="215904"/>
                </a:lnTo>
                <a:lnTo>
                  <a:pt x="58883" y="215904"/>
                </a:lnTo>
                <a:lnTo>
                  <a:pt x="58883" y="212632"/>
                </a:lnTo>
                <a:lnTo>
                  <a:pt x="52340" y="212632"/>
                </a:lnTo>
                <a:lnTo>
                  <a:pt x="52340" y="209361"/>
                </a:lnTo>
                <a:lnTo>
                  <a:pt x="49069" y="209361"/>
                </a:lnTo>
                <a:lnTo>
                  <a:pt x="49069" y="206090"/>
                </a:lnTo>
                <a:lnTo>
                  <a:pt x="45798" y="206090"/>
                </a:lnTo>
                <a:lnTo>
                  <a:pt x="45798" y="199547"/>
                </a:lnTo>
                <a:lnTo>
                  <a:pt x="42526" y="199547"/>
                </a:lnTo>
                <a:lnTo>
                  <a:pt x="42526" y="189733"/>
                </a:lnTo>
                <a:lnTo>
                  <a:pt x="45798" y="189733"/>
                </a:lnTo>
                <a:lnTo>
                  <a:pt x="45798" y="183191"/>
                </a:lnTo>
                <a:lnTo>
                  <a:pt x="49069" y="183191"/>
                </a:lnTo>
                <a:lnTo>
                  <a:pt x="49069" y="179920"/>
                </a:lnTo>
                <a:lnTo>
                  <a:pt x="52340" y="179920"/>
                </a:lnTo>
                <a:lnTo>
                  <a:pt x="52340" y="176648"/>
                </a:lnTo>
                <a:lnTo>
                  <a:pt x="16356" y="176648"/>
                </a:lnTo>
                <a:lnTo>
                  <a:pt x="16356" y="173377"/>
                </a:lnTo>
                <a:lnTo>
                  <a:pt x="9814" y="173377"/>
                </a:lnTo>
                <a:lnTo>
                  <a:pt x="9814" y="170106"/>
                </a:lnTo>
                <a:lnTo>
                  <a:pt x="6543" y="170106"/>
                </a:lnTo>
                <a:lnTo>
                  <a:pt x="6543" y="166835"/>
                </a:lnTo>
                <a:lnTo>
                  <a:pt x="3271" y="166835"/>
                </a:lnTo>
                <a:lnTo>
                  <a:pt x="3271" y="160292"/>
                </a:lnTo>
                <a:lnTo>
                  <a:pt x="0" y="160292"/>
                </a:lnTo>
                <a:lnTo>
                  <a:pt x="0" y="137393"/>
                </a:lnTo>
                <a:lnTo>
                  <a:pt x="3271" y="137393"/>
                </a:lnTo>
                <a:lnTo>
                  <a:pt x="3271" y="130851"/>
                </a:lnTo>
                <a:lnTo>
                  <a:pt x="6543" y="130851"/>
                </a:lnTo>
                <a:lnTo>
                  <a:pt x="6543" y="127579"/>
                </a:lnTo>
                <a:lnTo>
                  <a:pt x="9814" y="127579"/>
                </a:lnTo>
                <a:lnTo>
                  <a:pt x="9814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35984" y="121037"/>
                </a:lnTo>
                <a:lnTo>
                  <a:pt x="35984" y="124308"/>
                </a:lnTo>
                <a:lnTo>
                  <a:pt x="39255" y="124308"/>
                </a:lnTo>
                <a:lnTo>
                  <a:pt x="39255" y="121037"/>
                </a:lnTo>
                <a:lnTo>
                  <a:pt x="55612" y="121037"/>
                </a:lnTo>
                <a:lnTo>
                  <a:pt x="55612" y="117766"/>
                </a:lnTo>
                <a:lnTo>
                  <a:pt x="49069" y="117766"/>
                </a:lnTo>
                <a:lnTo>
                  <a:pt x="49069" y="114494"/>
                </a:lnTo>
                <a:lnTo>
                  <a:pt x="45798" y="114494"/>
                </a:lnTo>
                <a:lnTo>
                  <a:pt x="45798" y="111223"/>
                </a:lnTo>
                <a:lnTo>
                  <a:pt x="42526" y="111223"/>
                </a:lnTo>
                <a:lnTo>
                  <a:pt x="42526" y="104681"/>
                </a:lnTo>
                <a:lnTo>
                  <a:pt x="39255" y="104681"/>
                </a:lnTo>
                <a:lnTo>
                  <a:pt x="39255" y="94867"/>
                </a:lnTo>
                <a:close/>
                <a:moveTo>
                  <a:pt x="75239" y="166835"/>
                </a:moveTo>
                <a:lnTo>
                  <a:pt x="71968" y="166835"/>
                </a:lnTo>
                <a:lnTo>
                  <a:pt x="71968" y="170106"/>
                </a:lnTo>
                <a:lnTo>
                  <a:pt x="68697" y="170106"/>
                </a:lnTo>
                <a:lnTo>
                  <a:pt x="68697" y="176648"/>
                </a:lnTo>
                <a:lnTo>
                  <a:pt x="71968" y="176648"/>
                </a:lnTo>
                <a:lnTo>
                  <a:pt x="71968" y="173377"/>
                </a:lnTo>
                <a:lnTo>
                  <a:pt x="88324" y="173377"/>
                </a:lnTo>
                <a:lnTo>
                  <a:pt x="88324" y="170106"/>
                </a:lnTo>
                <a:lnTo>
                  <a:pt x="85053" y="170106"/>
                </a:lnTo>
                <a:lnTo>
                  <a:pt x="85053" y="160292"/>
                </a:lnTo>
                <a:lnTo>
                  <a:pt x="88324" y="160292"/>
                </a:lnTo>
                <a:lnTo>
                  <a:pt x="88324" y="153750"/>
                </a:lnTo>
                <a:lnTo>
                  <a:pt x="91595" y="153750"/>
                </a:lnTo>
                <a:lnTo>
                  <a:pt x="91595" y="134122"/>
                </a:lnTo>
                <a:lnTo>
                  <a:pt x="94867" y="134122"/>
                </a:lnTo>
                <a:lnTo>
                  <a:pt x="94867" y="127579"/>
                </a:lnTo>
                <a:lnTo>
                  <a:pt x="98138" y="127579"/>
                </a:lnTo>
                <a:lnTo>
                  <a:pt x="98138" y="124308"/>
                </a:lnTo>
                <a:lnTo>
                  <a:pt x="104681" y="124308"/>
                </a:lnTo>
                <a:lnTo>
                  <a:pt x="104681" y="121037"/>
                </a:lnTo>
                <a:lnTo>
                  <a:pt x="62154" y="121037"/>
                </a:lnTo>
                <a:lnTo>
                  <a:pt x="62154" y="124308"/>
                </a:lnTo>
                <a:lnTo>
                  <a:pt x="68697" y="124308"/>
                </a:lnTo>
                <a:lnTo>
                  <a:pt x="68697" y="127579"/>
                </a:lnTo>
                <a:lnTo>
                  <a:pt x="71968" y="127579"/>
                </a:lnTo>
                <a:lnTo>
                  <a:pt x="71968" y="130851"/>
                </a:lnTo>
                <a:lnTo>
                  <a:pt x="75239" y="130851"/>
                </a:lnTo>
                <a:lnTo>
                  <a:pt x="75239" y="137393"/>
                </a:lnTo>
                <a:lnTo>
                  <a:pt x="78510" y="137393"/>
                </a:lnTo>
                <a:lnTo>
                  <a:pt x="78510" y="160292"/>
                </a:lnTo>
                <a:lnTo>
                  <a:pt x="75239" y="160292"/>
                </a:lnTo>
                <a:lnTo>
                  <a:pt x="75239" y="166835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isible source SEC-093 inset-1 region 802">
            <a:extLst xmlns:a="http://schemas.openxmlformats.org/drawingml/2006/main">
              <a:ext uri="{FF2B5EF4-FFF2-40B4-BE49-F238E27FC236}">
                <a16:creationId xmlns:a16="http://schemas.microsoft.com/office/drawing/2014/main" id="{2AF912AC-2139-4A1B-B849-4362AF9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09" y="2443799"/>
            <a:ext cx="121037" cy="52340"/>
          </a:xfrm>
          <a:custGeom xmlns:a="http://schemas.openxmlformats.org/drawingml/2006/main">
            <a:pathLst>
              <a:path w="121037" h="52340">
                <a:moveTo>
                  <a:pt x="3271" y="19628"/>
                </a:moveTo>
                <a:lnTo>
                  <a:pt x="6543" y="19628"/>
                </a:lnTo>
                <a:lnTo>
                  <a:pt x="6543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16356" y="13085"/>
                </a:lnTo>
                <a:lnTo>
                  <a:pt x="16356" y="9814"/>
                </a:lnTo>
                <a:lnTo>
                  <a:pt x="58883" y="9814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104681" y="0"/>
                </a:lnTo>
                <a:lnTo>
                  <a:pt x="104681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6356"/>
                </a:lnTo>
                <a:lnTo>
                  <a:pt x="121037" y="16356"/>
                </a:lnTo>
                <a:lnTo>
                  <a:pt x="121037" y="26170"/>
                </a:lnTo>
                <a:lnTo>
                  <a:pt x="117766" y="26170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4681" y="39255"/>
                </a:lnTo>
                <a:lnTo>
                  <a:pt x="104681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65425" y="45798"/>
                </a:lnTo>
                <a:lnTo>
                  <a:pt x="65425" y="49069"/>
                </a:lnTo>
                <a:lnTo>
                  <a:pt x="58883" y="49069"/>
                </a:lnTo>
                <a:lnTo>
                  <a:pt x="58883" y="52340"/>
                </a:lnTo>
                <a:lnTo>
                  <a:pt x="16356" y="52340"/>
                </a:lnTo>
                <a:lnTo>
                  <a:pt x="16356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6543" y="45798"/>
                </a:lnTo>
                <a:lnTo>
                  <a:pt x="6543" y="42526"/>
                </a:lnTo>
                <a:lnTo>
                  <a:pt x="3271" y="42526"/>
                </a:lnTo>
                <a:lnTo>
                  <a:pt x="3271" y="35984"/>
                </a:lnTo>
                <a:lnTo>
                  <a:pt x="0" y="35984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isible source SEC-093 inset-1 region 803">
            <a:extLst xmlns:a="http://schemas.openxmlformats.org/drawingml/2006/main">
              <a:ext uri="{FF2B5EF4-FFF2-40B4-BE49-F238E27FC236}">
                <a16:creationId xmlns:a16="http://schemas.microsoft.com/office/drawing/2014/main" id="{3F265624-2C15-4B31-9D74-5AE80D9E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62" y="2571378"/>
            <a:ext cx="81782" cy="42526"/>
          </a:xfrm>
          <a:custGeom xmlns:a="http://schemas.openxmlformats.org/drawingml/2006/main">
            <a:pathLst>
              <a:path w="81782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isible source SEC-093 inset-1 region 804">
            <a:extLst xmlns:a="http://schemas.openxmlformats.org/drawingml/2006/main">
              <a:ext uri="{FF2B5EF4-FFF2-40B4-BE49-F238E27FC236}">
                <a16:creationId xmlns:a16="http://schemas.microsoft.com/office/drawing/2014/main" id="{E60F6D10-54BA-4B18-B07A-27AC17A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776" y="1210532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isible source SEC-093 inset-1 region 805">
            <a:extLst xmlns:a="http://schemas.openxmlformats.org/drawingml/2006/main">
              <a:ext uri="{FF2B5EF4-FFF2-40B4-BE49-F238E27FC236}">
                <a16:creationId xmlns:a16="http://schemas.microsoft.com/office/drawing/2014/main" id="{D40AE6D9-F4DC-48FA-950A-D8C3112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319" y="160962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isible source SEC-093 inset-1 region 806">
            <a:extLst xmlns:a="http://schemas.openxmlformats.org/drawingml/2006/main">
              <a:ext uri="{FF2B5EF4-FFF2-40B4-BE49-F238E27FC236}">
                <a16:creationId xmlns:a16="http://schemas.microsoft.com/office/drawing/2014/main" id="{6F58AB80-1258-4805-8B34-B8E1D845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909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isible source SEC-093 inset-1 region 807">
            <a:extLst xmlns:a="http://schemas.openxmlformats.org/drawingml/2006/main">
              <a:ext uri="{FF2B5EF4-FFF2-40B4-BE49-F238E27FC236}">
                <a16:creationId xmlns:a16="http://schemas.microsoft.com/office/drawing/2014/main" id="{715A991F-17A3-42B1-BF00-146B21CB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0383" y="1697950"/>
            <a:ext cx="49069" cy="42526"/>
          </a:xfrm>
          <a:custGeom xmlns:a="http://schemas.openxmlformats.org/drawingml/2006/main">
            <a:pathLst>
              <a:path w="49069" h="42526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isible source SEC-093 inset-1 region 808">
            <a:extLst xmlns:a="http://schemas.openxmlformats.org/drawingml/2006/main">
              <a:ext uri="{FF2B5EF4-FFF2-40B4-BE49-F238E27FC236}">
                <a16:creationId xmlns:a16="http://schemas.microsoft.com/office/drawing/2014/main" id="{726AD9CF-93E4-4FB0-8BEC-AA06D52B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201" y="169467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isible source SEC-093 inset-1 region 809">
            <a:extLst xmlns:a="http://schemas.openxmlformats.org/drawingml/2006/main">
              <a:ext uri="{FF2B5EF4-FFF2-40B4-BE49-F238E27FC236}">
                <a16:creationId xmlns:a16="http://schemas.microsoft.com/office/drawing/2014/main" id="{B4B082F0-8509-45D1-ABC7-CADA9DE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21" y="1707764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isible source SEC-093 inset-1 region 810">
            <a:extLst xmlns:a="http://schemas.openxmlformats.org/drawingml/2006/main">
              <a:ext uri="{FF2B5EF4-FFF2-40B4-BE49-F238E27FC236}">
                <a16:creationId xmlns:a16="http://schemas.microsoft.com/office/drawing/2014/main" id="{0C7BBD41-C1BF-4EEE-B7DD-1A809A87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7590" y="1743748"/>
            <a:ext cx="91595" cy="68697"/>
          </a:xfrm>
          <a:custGeom xmlns:a="http://schemas.openxmlformats.org/drawingml/2006/main">
            <a:pathLst>
              <a:path w="91595" h="68697">
                <a:moveTo>
                  <a:pt x="32713" y="3271"/>
                </a:moveTo>
                <a:lnTo>
                  <a:pt x="32713" y="6543"/>
                </a:lnTo>
                <a:lnTo>
                  <a:pt x="42526" y="6543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75239" y="0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6543"/>
                </a:lnTo>
                <a:lnTo>
                  <a:pt x="85053" y="6543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16356"/>
                </a:lnTo>
                <a:lnTo>
                  <a:pt x="91595" y="16356"/>
                </a:lnTo>
                <a:lnTo>
                  <a:pt x="91595" y="26170"/>
                </a:lnTo>
                <a:lnTo>
                  <a:pt x="88324" y="26170"/>
                </a:lnTo>
                <a:lnTo>
                  <a:pt x="88324" y="32713"/>
                </a:lnTo>
                <a:lnTo>
                  <a:pt x="85053" y="32713"/>
                </a:lnTo>
                <a:lnTo>
                  <a:pt x="85053" y="35984"/>
                </a:lnTo>
                <a:lnTo>
                  <a:pt x="81782" y="35984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65425" y="42526"/>
                </a:lnTo>
                <a:lnTo>
                  <a:pt x="65425" y="52340"/>
                </a:lnTo>
                <a:lnTo>
                  <a:pt x="62154" y="52340"/>
                </a:lnTo>
                <a:lnTo>
                  <a:pt x="62154" y="58883"/>
                </a:lnTo>
                <a:lnTo>
                  <a:pt x="58883" y="58883"/>
                </a:lnTo>
                <a:lnTo>
                  <a:pt x="58883" y="62154"/>
                </a:lnTo>
                <a:lnTo>
                  <a:pt x="55612" y="62154"/>
                </a:lnTo>
                <a:lnTo>
                  <a:pt x="55612" y="65425"/>
                </a:lnTo>
                <a:lnTo>
                  <a:pt x="49069" y="65425"/>
                </a:lnTo>
                <a:lnTo>
                  <a:pt x="49069" y="68697"/>
                </a:lnTo>
                <a:lnTo>
                  <a:pt x="39255" y="68697"/>
                </a:lnTo>
                <a:lnTo>
                  <a:pt x="39255" y="65425"/>
                </a:lnTo>
                <a:lnTo>
                  <a:pt x="32713" y="65425"/>
                </a:lnTo>
                <a:lnTo>
                  <a:pt x="32713" y="62154"/>
                </a:lnTo>
                <a:lnTo>
                  <a:pt x="29441" y="62154"/>
                </a:lnTo>
                <a:lnTo>
                  <a:pt x="29441" y="58883"/>
                </a:lnTo>
                <a:lnTo>
                  <a:pt x="26170" y="58883"/>
                </a:lnTo>
                <a:lnTo>
                  <a:pt x="26170" y="52340"/>
                </a:lnTo>
                <a:lnTo>
                  <a:pt x="22899" y="52340"/>
                </a:lnTo>
                <a:lnTo>
                  <a:pt x="22899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9814" y="42526"/>
                </a:lnTo>
                <a:lnTo>
                  <a:pt x="9814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0" y="29441"/>
                </a:lnTo>
                <a:lnTo>
                  <a:pt x="0" y="19628"/>
                </a:lnTo>
                <a:lnTo>
                  <a:pt x="3271" y="19628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6356" y="6543"/>
                </a:lnTo>
                <a:lnTo>
                  <a:pt x="16356" y="3271"/>
                </a:lnTo>
                <a:lnTo>
                  <a:pt x="32713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isible source SEC-093 inset-1 region 811">
            <a:extLst xmlns:a="http://schemas.openxmlformats.org/drawingml/2006/main">
              <a:ext uri="{FF2B5EF4-FFF2-40B4-BE49-F238E27FC236}">
                <a16:creationId xmlns:a16="http://schemas.microsoft.com/office/drawing/2014/main" id="{A9178FB3-F991-4F6A-8EA7-CD02C19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994" y="1783003"/>
            <a:ext cx="114494" cy="68697"/>
          </a:xfrm>
          <a:custGeom xmlns:a="http://schemas.openxmlformats.org/drawingml/2006/main">
            <a:pathLst>
              <a:path w="114494" h="68697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2899"/>
                </a:lnTo>
                <a:lnTo>
                  <a:pt x="52340" y="22899"/>
                </a:lnTo>
                <a:lnTo>
                  <a:pt x="52340" y="19628"/>
                </a:lnTo>
                <a:lnTo>
                  <a:pt x="55612" y="19628"/>
                </a:lnTo>
                <a:lnTo>
                  <a:pt x="55612" y="16356"/>
                </a:lnTo>
                <a:lnTo>
                  <a:pt x="62154" y="16356"/>
                </a:lnTo>
                <a:lnTo>
                  <a:pt x="62154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5053" y="22899"/>
                </a:lnTo>
                <a:lnTo>
                  <a:pt x="85053" y="29441"/>
                </a:lnTo>
                <a:lnTo>
                  <a:pt x="88324" y="29441"/>
                </a:lnTo>
                <a:lnTo>
                  <a:pt x="88324" y="26170"/>
                </a:lnTo>
                <a:lnTo>
                  <a:pt x="98138" y="26170"/>
                </a:lnTo>
                <a:lnTo>
                  <a:pt x="98138" y="29441"/>
                </a:lnTo>
                <a:lnTo>
                  <a:pt x="104681" y="29441"/>
                </a:lnTo>
                <a:lnTo>
                  <a:pt x="104681" y="32713"/>
                </a:lnTo>
                <a:lnTo>
                  <a:pt x="107952" y="32713"/>
                </a:lnTo>
                <a:lnTo>
                  <a:pt x="107952" y="35984"/>
                </a:lnTo>
                <a:lnTo>
                  <a:pt x="111223" y="35984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52340"/>
                </a:lnTo>
                <a:lnTo>
                  <a:pt x="111223" y="52340"/>
                </a:lnTo>
                <a:lnTo>
                  <a:pt x="111223" y="58883"/>
                </a:lnTo>
                <a:lnTo>
                  <a:pt x="107952" y="58883"/>
                </a:lnTo>
                <a:lnTo>
                  <a:pt x="107952" y="62154"/>
                </a:lnTo>
                <a:lnTo>
                  <a:pt x="104681" y="62154"/>
                </a:lnTo>
                <a:lnTo>
                  <a:pt x="104681" y="65425"/>
                </a:lnTo>
                <a:lnTo>
                  <a:pt x="98138" y="65425"/>
                </a:lnTo>
                <a:lnTo>
                  <a:pt x="98138" y="68697"/>
                </a:lnTo>
                <a:lnTo>
                  <a:pt x="88324" y="68697"/>
                </a:lnTo>
                <a:lnTo>
                  <a:pt x="88324" y="65425"/>
                </a:lnTo>
                <a:lnTo>
                  <a:pt x="81782" y="65425"/>
                </a:lnTo>
                <a:lnTo>
                  <a:pt x="81782" y="62154"/>
                </a:lnTo>
                <a:lnTo>
                  <a:pt x="78510" y="62154"/>
                </a:lnTo>
                <a:lnTo>
                  <a:pt x="78510" y="58883"/>
                </a:lnTo>
                <a:lnTo>
                  <a:pt x="75239" y="58883"/>
                </a:lnTo>
                <a:lnTo>
                  <a:pt x="75239" y="52340"/>
                </a:lnTo>
                <a:lnTo>
                  <a:pt x="71968" y="52340"/>
                </a:lnTo>
                <a:lnTo>
                  <a:pt x="71968" y="55612"/>
                </a:lnTo>
                <a:lnTo>
                  <a:pt x="62154" y="55612"/>
                </a:lnTo>
                <a:lnTo>
                  <a:pt x="62154" y="52340"/>
                </a:lnTo>
                <a:lnTo>
                  <a:pt x="55612" y="52340"/>
                </a:lnTo>
                <a:lnTo>
                  <a:pt x="55612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  <a:moveTo>
                  <a:pt x="49069" y="29441"/>
                </a:moveTo>
                <a:lnTo>
                  <a:pt x="49069" y="26170"/>
                </a:lnTo>
                <a:lnTo>
                  <a:pt x="45798" y="26170"/>
                </a:lnTo>
                <a:lnTo>
                  <a:pt x="45798" y="29441"/>
                </a:lnTo>
                <a:lnTo>
                  <a:pt x="49069" y="2944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isible source SEC-093 inset-1 region 812">
            <a:extLst xmlns:a="http://schemas.openxmlformats.org/drawingml/2006/main">
              <a:ext uri="{FF2B5EF4-FFF2-40B4-BE49-F238E27FC236}">
                <a16:creationId xmlns:a16="http://schemas.microsoft.com/office/drawing/2014/main" id="{A5D9FF71-A4E8-4826-88D3-9448B776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213" y="1783003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3085"/>
                </a:lnTo>
                <a:lnTo>
                  <a:pt x="42526" y="13085"/>
                </a:lnTo>
                <a:lnTo>
                  <a:pt x="42526" y="29441"/>
                </a:lnTo>
                <a:lnTo>
                  <a:pt x="39255" y="29441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isible source SEC-093 inset-1 region 813">
            <a:extLst xmlns:a="http://schemas.openxmlformats.org/drawingml/2006/main">
              <a:ext uri="{FF2B5EF4-FFF2-40B4-BE49-F238E27FC236}">
                <a16:creationId xmlns:a16="http://schemas.microsoft.com/office/drawing/2014/main" id="{38FD6E80-50A9-4288-9C2F-06FAEEF0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201" y="1822259"/>
            <a:ext cx="98138" cy="55612"/>
          </a:xfrm>
          <a:custGeom xmlns:a="http://schemas.openxmlformats.org/drawingml/2006/main">
            <a:pathLst>
              <a:path w="98138" h="55612">
                <a:moveTo>
                  <a:pt x="16356" y="55612"/>
                </a:move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26170" y="13085"/>
                </a:lnTo>
                <a:lnTo>
                  <a:pt x="26170" y="16356"/>
                </a:lnTo>
                <a:lnTo>
                  <a:pt x="32713" y="16356"/>
                </a:lnTo>
                <a:lnTo>
                  <a:pt x="32713" y="19628"/>
                </a:lnTo>
                <a:lnTo>
                  <a:pt x="35984" y="19628"/>
                </a:lnTo>
                <a:lnTo>
                  <a:pt x="35984" y="22899"/>
                </a:lnTo>
                <a:lnTo>
                  <a:pt x="39255" y="22899"/>
                </a:lnTo>
                <a:lnTo>
                  <a:pt x="39255" y="29441"/>
                </a:lnTo>
                <a:lnTo>
                  <a:pt x="45798" y="29441"/>
                </a:lnTo>
                <a:lnTo>
                  <a:pt x="45798" y="22899"/>
                </a:lnTo>
                <a:lnTo>
                  <a:pt x="49069" y="22899"/>
                </a:lnTo>
                <a:lnTo>
                  <a:pt x="49069" y="19628"/>
                </a:lnTo>
                <a:lnTo>
                  <a:pt x="52340" y="19628"/>
                </a:lnTo>
                <a:lnTo>
                  <a:pt x="52340" y="16356"/>
                </a:lnTo>
                <a:lnTo>
                  <a:pt x="58883" y="16356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78510" y="45798"/>
                </a:lnTo>
                <a:lnTo>
                  <a:pt x="78510" y="49069"/>
                </a:lnTo>
                <a:lnTo>
                  <a:pt x="75239" y="49069"/>
                </a:lnTo>
                <a:lnTo>
                  <a:pt x="75239" y="52340"/>
                </a:lnTo>
                <a:lnTo>
                  <a:pt x="68697" y="52340"/>
                </a:lnTo>
                <a:lnTo>
                  <a:pt x="68697" y="55612"/>
                </a:lnTo>
                <a:lnTo>
                  <a:pt x="58883" y="55612"/>
                </a:lnTo>
                <a:lnTo>
                  <a:pt x="58883" y="52340"/>
                </a:lnTo>
                <a:lnTo>
                  <a:pt x="52340" y="52340"/>
                </a:lnTo>
                <a:lnTo>
                  <a:pt x="52340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45798" y="45798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5798"/>
                </a:lnTo>
                <a:lnTo>
                  <a:pt x="35984" y="45798"/>
                </a:lnTo>
                <a:lnTo>
                  <a:pt x="35984" y="49069"/>
                </a:lnTo>
                <a:lnTo>
                  <a:pt x="32713" y="49069"/>
                </a:lnTo>
                <a:lnTo>
                  <a:pt x="32713" y="52340"/>
                </a:lnTo>
                <a:lnTo>
                  <a:pt x="26170" y="52340"/>
                </a:lnTo>
                <a:lnTo>
                  <a:pt x="26170" y="55612"/>
                </a:lnTo>
                <a:lnTo>
                  <a:pt x="16356" y="55612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isible source SEC-093 inset-1 region 814">
            <a:extLst xmlns:a="http://schemas.openxmlformats.org/drawingml/2006/main">
              <a:ext uri="{FF2B5EF4-FFF2-40B4-BE49-F238E27FC236}">
                <a16:creationId xmlns:a16="http://schemas.microsoft.com/office/drawing/2014/main" id="{43193E2A-A2A1-4D20-9AF9-8500DB86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282" y="1943295"/>
            <a:ext cx="209361" cy="130851"/>
          </a:xfrm>
          <a:custGeom xmlns:a="http://schemas.openxmlformats.org/drawingml/2006/main">
            <a:pathLst>
              <a:path w="209361" h="130851">
                <a:moveTo>
                  <a:pt x="65425" y="16356"/>
                </a:moveTo>
                <a:lnTo>
                  <a:pt x="68697" y="16356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3271"/>
                </a:lnTo>
                <a:lnTo>
                  <a:pt x="81782" y="3271"/>
                </a:lnTo>
                <a:lnTo>
                  <a:pt x="81782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9814"/>
                </a:lnTo>
                <a:lnTo>
                  <a:pt x="107952" y="9814"/>
                </a:lnTo>
                <a:lnTo>
                  <a:pt x="107952" y="6543"/>
                </a:lnTo>
                <a:lnTo>
                  <a:pt x="114494" y="6543"/>
                </a:lnTo>
                <a:lnTo>
                  <a:pt x="114494" y="3271"/>
                </a:lnTo>
                <a:lnTo>
                  <a:pt x="124308" y="3271"/>
                </a:lnTo>
                <a:lnTo>
                  <a:pt x="124308" y="6543"/>
                </a:lnTo>
                <a:lnTo>
                  <a:pt x="130851" y="6543"/>
                </a:lnTo>
                <a:lnTo>
                  <a:pt x="130851" y="9814"/>
                </a:lnTo>
                <a:lnTo>
                  <a:pt x="137393" y="9814"/>
                </a:lnTo>
                <a:lnTo>
                  <a:pt x="137393" y="6543"/>
                </a:lnTo>
                <a:lnTo>
                  <a:pt x="143936" y="6543"/>
                </a:lnTo>
                <a:lnTo>
                  <a:pt x="143936" y="3271"/>
                </a:lnTo>
                <a:lnTo>
                  <a:pt x="157021" y="3271"/>
                </a:lnTo>
                <a:lnTo>
                  <a:pt x="157021" y="6543"/>
                </a:lnTo>
                <a:lnTo>
                  <a:pt x="173377" y="6543"/>
                </a:lnTo>
                <a:lnTo>
                  <a:pt x="173377" y="9814"/>
                </a:lnTo>
                <a:lnTo>
                  <a:pt x="183191" y="9814"/>
                </a:lnTo>
                <a:lnTo>
                  <a:pt x="183191" y="6543"/>
                </a:lnTo>
                <a:lnTo>
                  <a:pt x="193005" y="6543"/>
                </a:lnTo>
                <a:lnTo>
                  <a:pt x="193005" y="9814"/>
                </a:lnTo>
                <a:lnTo>
                  <a:pt x="199547" y="9814"/>
                </a:lnTo>
                <a:lnTo>
                  <a:pt x="199547" y="13085"/>
                </a:lnTo>
                <a:lnTo>
                  <a:pt x="202818" y="13085"/>
                </a:lnTo>
                <a:lnTo>
                  <a:pt x="202818" y="16356"/>
                </a:lnTo>
                <a:lnTo>
                  <a:pt x="206090" y="16356"/>
                </a:lnTo>
                <a:lnTo>
                  <a:pt x="206090" y="22899"/>
                </a:lnTo>
                <a:lnTo>
                  <a:pt x="209361" y="22899"/>
                </a:lnTo>
                <a:lnTo>
                  <a:pt x="209361" y="32713"/>
                </a:lnTo>
                <a:lnTo>
                  <a:pt x="206090" y="32713"/>
                </a:lnTo>
                <a:lnTo>
                  <a:pt x="206090" y="39255"/>
                </a:lnTo>
                <a:lnTo>
                  <a:pt x="202818" y="39255"/>
                </a:lnTo>
                <a:lnTo>
                  <a:pt x="202818" y="42526"/>
                </a:lnTo>
                <a:lnTo>
                  <a:pt x="199547" y="42526"/>
                </a:lnTo>
                <a:lnTo>
                  <a:pt x="199547" y="49069"/>
                </a:lnTo>
                <a:lnTo>
                  <a:pt x="202818" y="49069"/>
                </a:lnTo>
                <a:lnTo>
                  <a:pt x="202818" y="58883"/>
                </a:lnTo>
                <a:lnTo>
                  <a:pt x="199547" y="58883"/>
                </a:lnTo>
                <a:lnTo>
                  <a:pt x="199547" y="65425"/>
                </a:lnTo>
                <a:lnTo>
                  <a:pt x="196276" y="65425"/>
                </a:lnTo>
                <a:lnTo>
                  <a:pt x="196276" y="68697"/>
                </a:lnTo>
                <a:lnTo>
                  <a:pt x="193005" y="68697"/>
                </a:lnTo>
                <a:lnTo>
                  <a:pt x="193005" y="71968"/>
                </a:lnTo>
                <a:lnTo>
                  <a:pt x="186462" y="71968"/>
                </a:lnTo>
                <a:lnTo>
                  <a:pt x="186462" y="75239"/>
                </a:lnTo>
                <a:lnTo>
                  <a:pt x="173377" y="75239"/>
                </a:lnTo>
                <a:lnTo>
                  <a:pt x="173377" y="71968"/>
                </a:lnTo>
                <a:lnTo>
                  <a:pt x="170106" y="71968"/>
                </a:lnTo>
                <a:lnTo>
                  <a:pt x="170106" y="75239"/>
                </a:lnTo>
                <a:lnTo>
                  <a:pt x="160292" y="75239"/>
                </a:lnTo>
                <a:lnTo>
                  <a:pt x="160292" y="81782"/>
                </a:lnTo>
                <a:lnTo>
                  <a:pt x="163563" y="81782"/>
                </a:lnTo>
                <a:lnTo>
                  <a:pt x="163563" y="91595"/>
                </a:lnTo>
                <a:lnTo>
                  <a:pt x="160292" y="91595"/>
                </a:lnTo>
                <a:lnTo>
                  <a:pt x="160292" y="98138"/>
                </a:lnTo>
                <a:lnTo>
                  <a:pt x="157021" y="98138"/>
                </a:lnTo>
                <a:lnTo>
                  <a:pt x="157021" y="101409"/>
                </a:lnTo>
                <a:lnTo>
                  <a:pt x="153750" y="101409"/>
                </a:lnTo>
                <a:lnTo>
                  <a:pt x="153750" y="104681"/>
                </a:lnTo>
                <a:lnTo>
                  <a:pt x="147207" y="104681"/>
                </a:lnTo>
                <a:lnTo>
                  <a:pt x="147207" y="107952"/>
                </a:lnTo>
                <a:lnTo>
                  <a:pt x="127579" y="107952"/>
                </a:lnTo>
                <a:lnTo>
                  <a:pt x="127579" y="104681"/>
                </a:lnTo>
                <a:lnTo>
                  <a:pt x="114494" y="104681"/>
                </a:lnTo>
                <a:lnTo>
                  <a:pt x="114494" y="107952"/>
                </a:lnTo>
                <a:lnTo>
                  <a:pt x="111223" y="107952"/>
                </a:lnTo>
                <a:lnTo>
                  <a:pt x="111223" y="117766"/>
                </a:lnTo>
                <a:lnTo>
                  <a:pt x="107952" y="117766"/>
                </a:lnTo>
                <a:lnTo>
                  <a:pt x="107952" y="124308"/>
                </a:lnTo>
                <a:lnTo>
                  <a:pt x="104681" y="124308"/>
                </a:lnTo>
                <a:lnTo>
                  <a:pt x="104681" y="127579"/>
                </a:lnTo>
                <a:lnTo>
                  <a:pt x="98138" y="127579"/>
                </a:lnTo>
                <a:lnTo>
                  <a:pt x="98138" y="130851"/>
                </a:lnTo>
                <a:lnTo>
                  <a:pt x="75239" y="130851"/>
                </a:lnTo>
                <a:lnTo>
                  <a:pt x="75239" y="127579"/>
                </a:lnTo>
                <a:lnTo>
                  <a:pt x="68697" y="127579"/>
                </a:lnTo>
                <a:lnTo>
                  <a:pt x="68697" y="124308"/>
                </a:lnTo>
                <a:lnTo>
                  <a:pt x="65425" y="124308"/>
                </a:lnTo>
                <a:lnTo>
                  <a:pt x="65425" y="121037"/>
                </a:lnTo>
                <a:lnTo>
                  <a:pt x="62154" y="121037"/>
                </a:lnTo>
                <a:lnTo>
                  <a:pt x="62154" y="114494"/>
                </a:lnTo>
                <a:lnTo>
                  <a:pt x="58883" y="114494"/>
                </a:lnTo>
                <a:lnTo>
                  <a:pt x="58883" y="104681"/>
                </a:lnTo>
                <a:lnTo>
                  <a:pt x="62154" y="104681"/>
                </a:lnTo>
                <a:lnTo>
                  <a:pt x="62154" y="98138"/>
                </a:lnTo>
                <a:lnTo>
                  <a:pt x="52340" y="98138"/>
                </a:lnTo>
                <a:lnTo>
                  <a:pt x="52340" y="94867"/>
                </a:lnTo>
                <a:lnTo>
                  <a:pt x="49069" y="94867"/>
                </a:lnTo>
                <a:lnTo>
                  <a:pt x="49069" y="91595"/>
                </a:lnTo>
                <a:lnTo>
                  <a:pt x="45798" y="91595"/>
                </a:lnTo>
                <a:lnTo>
                  <a:pt x="45798" y="88324"/>
                </a:lnTo>
                <a:lnTo>
                  <a:pt x="42526" y="88324"/>
                </a:lnTo>
                <a:lnTo>
                  <a:pt x="42526" y="85053"/>
                </a:lnTo>
                <a:lnTo>
                  <a:pt x="39255" y="85053"/>
                </a:lnTo>
                <a:lnTo>
                  <a:pt x="39255" y="88324"/>
                </a:lnTo>
                <a:lnTo>
                  <a:pt x="35984" y="88324"/>
                </a:lnTo>
                <a:lnTo>
                  <a:pt x="35984" y="91595"/>
                </a:lnTo>
                <a:lnTo>
                  <a:pt x="32713" y="91595"/>
                </a:lnTo>
                <a:lnTo>
                  <a:pt x="32713" y="94867"/>
                </a:lnTo>
                <a:lnTo>
                  <a:pt x="26170" y="94867"/>
                </a:lnTo>
                <a:lnTo>
                  <a:pt x="26170" y="98138"/>
                </a:lnTo>
                <a:lnTo>
                  <a:pt x="16356" y="98138"/>
                </a:lnTo>
                <a:lnTo>
                  <a:pt x="16356" y="94867"/>
                </a:lnTo>
                <a:lnTo>
                  <a:pt x="9814" y="94867"/>
                </a:lnTo>
                <a:lnTo>
                  <a:pt x="9814" y="91595"/>
                </a:lnTo>
                <a:lnTo>
                  <a:pt x="6543" y="91595"/>
                </a:lnTo>
                <a:lnTo>
                  <a:pt x="6543" y="88324"/>
                </a:lnTo>
                <a:lnTo>
                  <a:pt x="3271" y="88324"/>
                </a:lnTo>
                <a:lnTo>
                  <a:pt x="3271" y="81782"/>
                </a:lnTo>
                <a:lnTo>
                  <a:pt x="0" y="81782"/>
                </a:lnTo>
                <a:lnTo>
                  <a:pt x="0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16356" y="58883"/>
                </a:lnTo>
                <a:lnTo>
                  <a:pt x="16356" y="55612"/>
                </a:lnTo>
                <a:lnTo>
                  <a:pt x="26170" y="55612"/>
                </a:lnTo>
                <a:lnTo>
                  <a:pt x="26170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35984" y="62154"/>
                </a:lnTo>
                <a:lnTo>
                  <a:pt x="35984" y="65425"/>
                </a:lnTo>
                <a:lnTo>
                  <a:pt x="39255" y="65425"/>
                </a:lnTo>
                <a:lnTo>
                  <a:pt x="39255" y="68697"/>
                </a:lnTo>
                <a:lnTo>
                  <a:pt x="42526" y="68697"/>
                </a:lnTo>
                <a:lnTo>
                  <a:pt x="42526" y="65425"/>
                </a:lnTo>
                <a:lnTo>
                  <a:pt x="45798" y="65425"/>
                </a:lnTo>
                <a:lnTo>
                  <a:pt x="45798" y="62154"/>
                </a:lnTo>
                <a:lnTo>
                  <a:pt x="49069" y="62154"/>
                </a:lnTo>
                <a:lnTo>
                  <a:pt x="49069" y="58883"/>
                </a:lnTo>
                <a:lnTo>
                  <a:pt x="55612" y="58883"/>
                </a:lnTo>
                <a:lnTo>
                  <a:pt x="55612" y="55612"/>
                </a:lnTo>
                <a:lnTo>
                  <a:pt x="65425" y="55612"/>
                </a:lnTo>
                <a:lnTo>
                  <a:pt x="65425" y="58883"/>
                </a:lnTo>
                <a:lnTo>
                  <a:pt x="71968" y="58883"/>
                </a:lnTo>
                <a:lnTo>
                  <a:pt x="71968" y="62154"/>
                </a:lnTo>
                <a:lnTo>
                  <a:pt x="75239" y="62154"/>
                </a:lnTo>
                <a:lnTo>
                  <a:pt x="75239" y="65425"/>
                </a:lnTo>
                <a:lnTo>
                  <a:pt x="78510" y="65425"/>
                </a:lnTo>
                <a:lnTo>
                  <a:pt x="78510" y="68697"/>
                </a:lnTo>
                <a:lnTo>
                  <a:pt x="81782" y="68697"/>
                </a:lnTo>
                <a:lnTo>
                  <a:pt x="81782" y="85053"/>
                </a:lnTo>
                <a:lnTo>
                  <a:pt x="78510" y="85053"/>
                </a:lnTo>
                <a:lnTo>
                  <a:pt x="78510" y="88324"/>
                </a:lnTo>
                <a:lnTo>
                  <a:pt x="88324" y="88324"/>
                </a:lnTo>
                <a:lnTo>
                  <a:pt x="88324" y="81782"/>
                </a:lnTo>
                <a:lnTo>
                  <a:pt x="91595" y="81782"/>
                </a:lnTo>
                <a:lnTo>
                  <a:pt x="91595" y="75239"/>
                </a:lnTo>
                <a:lnTo>
                  <a:pt x="94867" y="75239"/>
                </a:lnTo>
                <a:lnTo>
                  <a:pt x="94867" y="71968"/>
                </a:lnTo>
                <a:lnTo>
                  <a:pt x="98138" y="71968"/>
                </a:lnTo>
                <a:lnTo>
                  <a:pt x="98138" y="68697"/>
                </a:lnTo>
                <a:lnTo>
                  <a:pt x="104681" y="68697"/>
                </a:lnTo>
                <a:lnTo>
                  <a:pt x="104681" y="65425"/>
                </a:lnTo>
                <a:lnTo>
                  <a:pt x="114494" y="65425"/>
                </a:lnTo>
                <a:lnTo>
                  <a:pt x="114494" y="68697"/>
                </a:lnTo>
                <a:lnTo>
                  <a:pt x="127579" y="68697"/>
                </a:lnTo>
                <a:lnTo>
                  <a:pt x="127579" y="65425"/>
                </a:lnTo>
                <a:lnTo>
                  <a:pt x="137393" y="65425"/>
                </a:lnTo>
                <a:lnTo>
                  <a:pt x="137393" y="58883"/>
                </a:lnTo>
                <a:lnTo>
                  <a:pt x="134122" y="58883"/>
                </a:lnTo>
                <a:lnTo>
                  <a:pt x="134122" y="49069"/>
                </a:lnTo>
                <a:lnTo>
                  <a:pt x="137393" y="49069"/>
                </a:lnTo>
                <a:lnTo>
                  <a:pt x="137393" y="39255"/>
                </a:lnTo>
                <a:lnTo>
                  <a:pt x="130851" y="39255"/>
                </a:lnTo>
                <a:lnTo>
                  <a:pt x="130851" y="42526"/>
                </a:lnTo>
                <a:lnTo>
                  <a:pt x="124308" y="42526"/>
                </a:lnTo>
                <a:lnTo>
                  <a:pt x="124308" y="45798"/>
                </a:lnTo>
                <a:lnTo>
                  <a:pt x="114494" y="45798"/>
                </a:lnTo>
                <a:lnTo>
                  <a:pt x="114494" y="42526"/>
                </a:lnTo>
                <a:lnTo>
                  <a:pt x="107952" y="42526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35984"/>
                </a:lnTo>
                <a:lnTo>
                  <a:pt x="98138" y="35984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81782" y="42526"/>
                </a:lnTo>
                <a:lnTo>
                  <a:pt x="81782" y="39255"/>
                </a:lnTo>
                <a:lnTo>
                  <a:pt x="75239" y="39255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isible source SEC-093 inset-1 region 815">
            <a:extLst xmlns:a="http://schemas.openxmlformats.org/drawingml/2006/main">
              <a:ext uri="{FF2B5EF4-FFF2-40B4-BE49-F238E27FC236}">
                <a16:creationId xmlns:a16="http://schemas.microsoft.com/office/drawing/2014/main" id="{C87B6EDF-4301-490D-BF87-93711C4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282" y="2146114"/>
            <a:ext cx="219175" cy="107952"/>
          </a:xfrm>
          <a:custGeom xmlns:a="http://schemas.openxmlformats.org/drawingml/2006/main">
            <a:pathLst>
              <a:path w="219175" h="107952">
                <a:moveTo>
                  <a:pt x="114494" y="26170"/>
                </a:moveTo>
                <a:lnTo>
                  <a:pt x="111223" y="26170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3271"/>
                </a:lnTo>
                <a:lnTo>
                  <a:pt x="127579" y="3271"/>
                </a:lnTo>
                <a:lnTo>
                  <a:pt x="127579" y="0"/>
                </a:lnTo>
                <a:lnTo>
                  <a:pt x="137393" y="0"/>
                </a:lnTo>
                <a:lnTo>
                  <a:pt x="137393" y="3271"/>
                </a:lnTo>
                <a:lnTo>
                  <a:pt x="140664" y="3271"/>
                </a:lnTo>
                <a:lnTo>
                  <a:pt x="140664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202818" y="9814"/>
                </a:lnTo>
                <a:lnTo>
                  <a:pt x="202818" y="13085"/>
                </a:lnTo>
                <a:lnTo>
                  <a:pt x="209361" y="13085"/>
                </a:lnTo>
                <a:lnTo>
                  <a:pt x="209361" y="16356"/>
                </a:lnTo>
                <a:lnTo>
                  <a:pt x="212632" y="16356"/>
                </a:lnTo>
                <a:lnTo>
                  <a:pt x="212632" y="19628"/>
                </a:lnTo>
                <a:lnTo>
                  <a:pt x="215904" y="19628"/>
                </a:lnTo>
                <a:lnTo>
                  <a:pt x="215904" y="26170"/>
                </a:lnTo>
                <a:lnTo>
                  <a:pt x="219175" y="26170"/>
                </a:lnTo>
                <a:lnTo>
                  <a:pt x="219175" y="35984"/>
                </a:lnTo>
                <a:lnTo>
                  <a:pt x="215904" y="35984"/>
                </a:lnTo>
                <a:lnTo>
                  <a:pt x="215904" y="42526"/>
                </a:lnTo>
                <a:lnTo>
                  <a:pt x="212632" y="42526"/>
                </a:lnTo>
                <a:lnTo>
                  <a:pt x="212632" y="49069"/>
                </a:lnTo>
                <a:lnTo>
                  <a:pt x="215904" y="49069"/>
                </a:lnTo>
                <a:lnTo>
                  <a:pt x="215904" y="58883"/>
                </a:lnTo>
                <a:lnTo>
                  <a:pt x="212632" y="58883"/>
                </a:lnTo>
                <a:lnTo>
                  <a:pt x="212632" y="65425"/>
                </a:lnTo>
                <a:lnTo>
                  <a:pt x="209361" y="65425"/>
                </a:lnTo>
                <a:lnTo>
                  <a:pt x="209361" y="68697"/>
                </a:lnTo>
                <a:lnTo>
                  <a:pt x="206090" y="68697"/>
                </a:lnTo>
                <a:lnTo>
                  <a:pt x="206090" y="71968"/>
                </a:lnTo>
                <a:lnTo>
                  <a:pt x="199547" y="71968"/>
                </a:lnTo>
                <a:lnTo>
                  <a:pt x="199547" y="75239"/>
                </a:lnTo>
                <a:lnTo>
                  <a:pt x="186462" y="75239"/>
                </a:lnTo>
                <a:lnTo>
                  <a:pt x="186462" y="71968"/>
                </a:lnTo>
                <a:lnTo>
                  <a:pt x="183191" y="71968"/>
                </a:lnTo>
                <a:lnTo>
                  <a:pt x="183191" y="75239"/>
                </a:lnTo>
                <a:lnTo>
                  <a:pt x="157021" y="75239"/>
                </a:lnTo>
                <a:lnTo>
                  <a:pt x="157021" y="91595"/>
                </a:lnTo>
                <a:lnTo>
                  <a:pt x="153750" y="91595"/>
                </a:lnTo>
                <a:lnTo>
                  <a:pt x="153750" y="94867"/>
                </a:lnTo>
                <a:lnTo>
                  <a:pt x="150478" y="94867"/>
                </a:lnTo>
                <a:lnTo>
                  <a:pt x="150478" y="98138"/>
                </a:lnTo>
                <a:lnTo>
                  <a:pt x="147207" y="98138"/>
                </a:lnTo>
                <a:lnTo>
                  <a:pt x="147207" y="101409"/>
                </a:lnTo>
                <a:lnTo>
                  <a:pt x="140664" y="101409"/>
                </a:lnTo>
                <a:lnTo>
                  <a:pt x="140664" y="104681"/>
                </a:lnTo>
                <a:lnTo>
                  <a:pt x="114494" y="104681"/>
                </a:lnTo>
                <a:lnTo>
                  <a:pt x="114494" y="101409"/>
                </a:lnTo>
                <a:lnTo>
                  <a:pt x="107952" y="101409"/>
                </a:lnTo>
                <a:lnTo>
                  <a:pt x="107952" y="98138"/>
                </a:lnTo>
                <a:lnTo>
                  <a:pt x="104681" y="98138"/>
                </a:lnTo>
                <a:lnTo>
                  <a:pt x="104681" y="91595"/>
                </a:lnTo>
                <a:lnTo>
                  <a:pt x="101409" y="91595"/>
                </a:lnTo>
                <a:lnTo>
                  <a:pt x="101409" y="75239"/>
                </a:lnTo>
                <a:lnTo>
                  <a:pt x="75239" y="75239"/>
                </a:lnTo>
                <a:lnTo>
                  <a:pt x="75239" y="81782"/>
                </a:lnTo>
                <a:lnTo>
                  <a:pt x="78510" y="81782"/>
                </a:lnTo>
                <a:lnTo>
                  <a:pt x="78510" y="91595"/>
                </a:lnTo>
                <a:lnTo>
                  <a:pt x="75239" y="91595"/>
                </a:lnTo>
                <a:lnTo>
                  <a:pt x="75239" y="98138"/>
                </a:lnTo>
                <a:lnTo>
                  <a:pt x="71968" y="98138"/>
                </a:lnTo>
                <a:lnTo>
                  <a:pt x="71968" y="101409"/>
                </a:lnTo>
                <a:lnTo>
                  <a:pt x="68697" y="101409"/>
                </a:lnTo>
                <a:lnTo>
                  <a:pt x="68697" y="104681"/>
                </a:lnTo>
                <a:lnTo>
                  <a:pt x="62154" y="104681"/>
                </a:lnTo>
                <a:lnTo>
                  <a:pt x="62154" y="107952"/>
                </a:lnTo>
                <a:lnTo>
                  <a:pt x="16356" y="107952"/>
                </a:lnTo>
                <a:lnTo>
                  <a:pt x="16356" y="104681"/>
                </a:lnTo>
                <a:lnTo>
                  <a:pt x="9814" y="104681"/>
                </a:lnTo>
                <a:lnTo>
                  <a:pt x="9814" y="101409"/>
                </a:lnTo>
                <a:lnTo>
                  <a:pt x="6543" y="101409"/>
                </a:lnTo>
                <a:lnTo>
                  <a:pt x="6543" y="98138"/>
                </a:lnTo>
                <a:lnTo>
                  <a:pt x="3271" y="98138"/>
                </a:lnTo>
                <a:lnTo>
                  <a:pt x="3271" y="91595"/>
                </a:lnTo>
                <a:lnTo>
                  <a:pt x="0" y="91595"/>
                </a:lnTo>
                <a:lnTo>
                  <a:pt x="0" y="81782"/>
                </a:lnTo>
                <a:lnTo>
                  <a:pt x="3271" y="81782"/>
                </a:lnTo>
                <a:lnTo>
                  <a:pt x="3271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16356" y="68697"/>
                </a:lnTo>
                <a:lnTo>
                  <a:pt x="16356" y="65425"/>
                </a:lnTo>
                <a:lnTo>
                  <a:pt x="55612" y="65425"/>
                </a:lnTo>
                <a:lnTo>
                  <a:pt x="55612" y="58883"/>
                </a:lnTo>
                <a:lnTo>
                  <a:pt x="52340" y="58883"/>
                </a:lnTo>
                <a:lnTo>
                  <a:pt x="52340" y="49069"/>
                </a:lnTo>
                <a:lnTo>
                  <a:pt x="55612" y="49069"/>
                </a:lnTo>
                <a:lnTo>
                  <a:pt x="55612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62154" y="39255"/>
                </a:lnTo>
                <a:lnTo>
                  <a:pt x="62154" y="35984"/>
                </a:lnTo>
                <a:lnTo>
                  <a:pt x="68697" y="35984"/>
                </a:lnTo>
                <a:lnTo>
                  <a:pt x="68697" y="32713"/>
                </a:lnTo>
                <a:lnTo>
                  <a:pt x="114494" y="32713"/>
                </a:lnTo>
                <a:lnTo>
                  <a:pt x="114494" y="26170"/>
                </a:lnTo>
                <a:close/>
                <a:moveTo>
                  <a:pt x="117766" y="32713"/>
                </a:moveTo>
                <a:lnTo>
                  <a:pt x="114494" y="32713"/>
                </a:lnTo>
                <a:lnTo>
                  <a:pt x="114494" y="35984"/>
                </a:lnTo>
                <a:lnTo>
                  <a:pt x="117766" y="35984"/>
                </a:lnTo>
                <a:lnTo>
                  <a:pt x="117766" y="32713"/>
                </a:lnTo>
                <a:close/>
                <a:moveTo>
                  <a:pt x="137393" y="49069"/>
                </a:moveTo>
                <a:lnTo>
                  <a:pt x="137393" y="42526"/>
                </a:lnTo>
                <a:lnTo>
                  <a:pt x="127579" y="42526"/>
                </a:lnTo>
                <a:lnTo>
                  <a:pt x="127579" y="49069"/>
                </a:lnTo>
                <a:lnTo>
                  <a:pt x="130851" y="49069"/>
                </a:lnTo>
                <a:lnTo>
                  <a:pt x="130851" y="58883"/>
                </a:lnTo>
                <a:lnTo>
                  <a:pt x="127579" y="58883"/>
                </a:lnTo>
                <a:lnTo>
                  <a:pt x="127579" y="62154"/>
                </a:lnTo>
                <a:lnTo>
                  <a:pt x="137393" y="62154"/>
                </a:lnTo>
                <a:lnTo>
                  <a:pt x="137393" y="58883"/>
                </a:lnTo>
                <a:lnTo>
                  <a:pt x="134122" y="58883"/>
                </a:lnTo>
                <a:lnTo>
                  <a:pt x="134122" y="49069"/>
                </a:lnTo>
                <a:lnTo>
                  <a:pt x="137393" y="49069"/>
                </a:lnTo>
                <a:close/>
                <a:moveTo>
                  <a:pt x="124308" y="42526"/>
                </a:moveTo>
                <a:lnTo>
                  <a:pt x="127579" y="42526"/>
                </a:lnTo>
                <a:lnTo>
                  <a:pt x="127579" y="39255"/>
                </a:lnTo>
                <a:lnTo>
                  <a:pt x="124308" y="39255"/>
                </a:lnTo>
                <a:lnTo>
                  <a:pt x="124308" y="4252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isible source SEC-093 inset-1 region 816">
            <a:extLst xmlns:a="http://schemas.openxmlformats.org/drawingml/2006/main">
              <a:ext uri="{FF2B5EF4-FFF2-40B4-BE49-F238E27FC236}">
                <a16:creationId xmlns:a16="http://schemas.microsoft.com/office/drawing/2014/main" id="{89972B35-94D2-41C8-9CB9-AEFE8360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781" y="1207261"/>
            <a:ext cx="42526" cy="42526"/>
          </a:xfrm>
          <a:custGeom xmlns:a="http://schemas.openxmlformats.org/drawingml/2006/main">
            <a:pathLst>
              <a:path w="42526" h="42526">
                <a:moveTo>
                  <a:pt x="32713" y="6543"/>
                </a:move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isible source SEC-093 inset-1 region 817">
            <a:extLst xmlns:a="http://schemas.openxmlformats.org/drawingml/2006/main">
              <a:ext uri="{FF2B5EF4-FFF2-40B4-BE49-F238E27FC236}">
                <a16:creationId xmlns:a16="http://schemas.microsoft.com/office/drawing/2014/main" id="{1F1C27F0-C531-4BEC-B3C8-62A324D5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3680" y="1289042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isible source SEC-093 inset-1 region 818">
            <a:extLst xmlns:a="http://schemas.openxmlformats.org/drawingml/2006/main">
              <a:ext uri="{FF2B5EF4-FFF2-40B4-BE49-F238E27FC236}">
                <a16:creationId xmlns:a16="http://schemas.microsoft.com/office/drawing/2014/main" id="{9782B772-F2D6-4F79-87BB-216E1061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036" y="1429707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isible source SEC-093 inset-1 region 819">
            <a:extLst xmlns:a="http://schemas.openxmlformats.org/drawingml/2006/main">
              <a:ext uri="{FF2B5EF4-FFF2-40B4-BE49-F238E27FC236}">
                <a16:creationId xmlns:a16="http://schemas.microsoft.com/office/drawing/2014/main" id="{E82C7C82-9D66-4D0B-A944-4526C608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829" y="1632525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isible source SEC-093 inset-1 region 820">
            <a:extLst xmlns:a="http://schemas.openxmlformats.org/drawingml/2006/main">
              <a:ext uri="{FF2B5EF4-FFF2-40B4-BE49-F238E27FC236}">
                <a16:creationId xmlns:a16="http://schemas.microsoft.com/office/drawing/2014/main" id="{72C0E964-C396-43E3-A76F-A4535FF7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137" y="1632525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isible source SEC-093 inset-1 region 821">
            <a:extLst xmlns:a="http://schemas.openxmlformats.org/drawingml/2006/main">
              <a:ext uri="{FF2B5EF4-FFF2-40B4-BE49-F238E27FC236}">
                <a16:creationId xmlns:a16="http://schemas.microsoft.com/office/drawing/2014/main" id="{FF86F0F7-DC61-437B-A995-6D3A5C8C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951" y="1665238"/>
            <a:ext cx="88324" cy="71968"/>
          </a:xfrm>
          <a:custGeom xmlns:a="http://schemas.openxmlformats.org/drawingml/2006/main">
            <a:pathLst>
              <a:path w="88324" h="71968">
                <a:moveTo>
                  <a:pt x="42526" y="3271"/>
                </a:move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26170"/>
                </a:lnTo>
                <a:lnTo>
                  <a:pt x="85053" y="26170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45798" y="42526"/>
                </a:lnTo>
                <a:lnTo>
                  <a:pt x="45798" y="58883"/>
                </a:lnTo>
                <a:lnTo>
                  <a:pt x="42526" y="58883"/>
                </a:lnTo>
                <a:lnTo>
                  <a:pt x="42526" y="62154"/>
                </a:lnTo>
                <a:lnTo>
                  <a:pt x="39255" y="62154"/>
                </a:lnTo>
                <a:lnTo>
                  <a:pt x="39255" y="65425"/>
                </a:lnTo>
                <a:lnTo>
                  <a:pt x="35984" y="65425"/>
                </a:lnTo>
                <a:lnTo>
                  <a:pt x="35984" y="68697"/>
                </a:lnTo>
                <a:lnTo>
                  <a:pt x="29441" y="68697"/>
                </a:lnTo>
                <a:lnTo>
                  <a:pt x="29441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32713" y="29441"/>
                </a:lnTo>
                <a:lnTo>
                  <a:pt x="32713" y="32713"/>
                </a:lnTo>
                <a:lnTo>
                  <a:pt x="35984" y="32713"/>
                </a:lnTo>
                <a:lnTo>
                  <a:pt x="35984" y="26170"/>
                </a:lnTo>
                <a:lnTo>
                  <a:pt x="32713" y="26170"/>
                </a:lnTo>
                <a:lnTo>
                  <a:pt x="32713" y="16356"/>
                </a:lnTo>
                <a:lnTo>
                  <a:pt x="35984" y="16356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isible source SEC-093 inset-1 region 822">
            <a:extLst xmlns:a="http://schemas.openxmlformats.org/drawingml/2006/main">
              <a:ext uri="{FF2B5EF4-FFF2-40B4-BE49-F238E27FC236}">
                <a16:creationId xmlns:a16="http://schemas.microsoft.com/office/drawing/2014/main" id="{E14B8152-2892-4C1A-8536-2A165433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813" y="1720849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isible source SEC-093 inset-1 region 823">
            <a:extLst xmlns:a="http://schemas.openxmlformats.org/drawingml/2006/main">
              <a:ext uri="{FF2B5EF4-FFF2-40B4-BE49-F238E27FC236}">
                <a16:creationId xmlns:a16="http://schemas.microsoft.com/office/drawing/2014/main" id="{DEF55E5F-4B7E-4F3F-B08E-F85E831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7882" y="1779732"/>
            <a:ext cx="52340" cy="42526"/>
          </a:xfrm>
          <a:custGeom xmlns:a="http://schemas.openxmlformats.org/drawingml/2006/main">
            <a:pathLst>
              <a:path w="52340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isible source SEC-093 inset-1 region 824">
            <a:extLst xmlns:a="http://schemas.openxmlformats.org/drawingml/2006/main">
              <a:ext uri="{FF2B5EF4-FFF2-40B4-BE49-F238E27FC236}">
                <a16:creationId xmlns:a16="http://schemas.microsoft.com/office/drawing/2014/main" id="{69AF6DBE-AF1F-4348-A815-12A4598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020" y="1783003"/>
            <a:ext cx="45798" cy="42526"/>
          </a:xfrm>
          <a:custGeom xmlns:a="http://schemas.openxmlformats.org/drawingml/2006/main">
            <a:pathLst>
              <a:path w="45798" h="42526">
                <a:moveTo>
                  <a:pt x="6543" y="9814"/>
                </a:move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isible source SEC-093 inset-1 region 825">
            <a:extLst xmlns:a="http://schemas.openxmlformats.org/drawingml/2006/main">
              <a:ext uri="{FF2B5EF4-FFF2-40B4-BE49-F238E27FC236}">
                <a16:creationId xmlns:a16="http://schemas.microsoft.com/office/drawing/2014/main" id="{4C6809D5-4FBE-4CBA-8356-F191DAB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052" y="1835344"/>
            <a:ext cx="88324" cy="104681"/>
          </a:xfrm>
          <a:custGeom xmlns:a="http://schemas.openxmlformats.org/drawingml/2006/main">
            <a:pathLst>
              <a:path w="88324" h="104681">
                <a:moveTo>
                  <a:pt x="22899" y="9814"/>
                </a:moveTo>
                <a:lnTo>
                  <a:pt x="26170" y="9814"/>
                </a:lnTo>
                <a:lnTo>
                  <a:pt x="26170" y="6543"/>
                </a:lnTo>
                <a:lnTo>
                  <a:pt x="29441" y="6543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45798" y="0"/>
                </a:lnTo>
                <a:lnTo>
                  <a:pt x="45798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71968" y="0"/>
                </a:lnTo>
                <a:lnTo>
                  <a:pt x="71968" y="3271"/>
                </a:lnTo>
                <a:lnTo>
                  <a:pt x="78510" y="3271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9814"/>
                </a:lnTo>
                <a:lnTo>
                  <a:pt x="85053" y="9814"/>
                </a:lnTo>
                <a:lnTo>
                  <a:pt x="85053" y="13085"/>
                </a:lnTo>
                <a:lnTo>
                  <a:pt x="88324" y="13085"/>
                </a:lnTo>
                <a:lnTo>
                  <a:pt x="88324" y="29441"/>
                </a:lnTo>
                <a:lnTo>
                  <a:pt x="85053" y="29441"/>
                </a:lnTo>
                <a:lnTo>
                  <a:pt x="85053" y="32713"/>
                </a:lnTo>
                <a:lnTo>
                  <a:pt x="81782" y="32713"/>
                </a:lnTo>
                <a:lnTo>
                  <a:pt x="81782" y="35984"/>
                </a:lnTo>
                <a:lnTo>
                  <a:pt x="78510" y="35984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49069"/>
                </a:lnTo>
                <a:lnTo>
                  <a:pt x="39255" y="49069"/>
                </a:lnTo>
                <a:lnTo>
                  <a:pt x="39255" y="55612"/>
                </a:lnTo>
                <a:lnTo>
                  <a:pt x="35984" y="55612"/>
                </a:lnTo>
                <a:lnTo>
                  <a:pt x="35984" y="58883"/>
                </a:lnTo>
                <a:lnTo>
                  <a:pt x="32713" y="58883"/>
                </a:lnTo>
                <a:lnTo>
                  <a:pt x="32713" y="62154"/>
                </a:lnTo>
                <a:lnTo>
                  <a:pt x="65425" y="62154"/>
                </a:lnTo>
                <a:lnTo>
                  <a:pt x="65425" y="65425"/>
                </a:lnTo>
                <a:lnTo>
                  <a:pt x="71968" y="65425"/>
                </a:lnTo>
                <a:lnTo>
                  <a:pt x="71968" y="68697"/>
                </a:lnTo>
                <a:lnTo>
                  <a:pt x="75239" y="68697"/>
                </a:lnTo>
                <a:lnTo>
                  <a:pt x="75239" y="71968"/>
                </a:lnTo>
                <a:lnTo>
                  <a:pt x="78510" y="71968"/>
                </a:lnTo>
                <a:lnTo>
                  <a:pt x="78510" y="78510"/>
                </a:lnTo>
                <a:lnTo>
                  <a:pt x="81782" y="78510"/>
                </a:lnTo>
                <a:lnTo>
                  <a:pt x="81782" y="88324"/>
                </a:lnTo>
                <a:lnTo>
                  <a:pt x="78510" y="88324"/>
                </a:lnTo>
                <a:lnTo>
                  <a:pt x="78510" y="94867"/>
                </a:lnTo>
                <a:lnTo>
                  <a:pt x="75239" y="94867"/>
                </a:lnTo>
                <a:lnTo>
                  <a:pt x="75239" y="98138"/>
                </a:lnTo>
                <a:lnTo>
                  <a:pt x="71968" y="98138"/>
                </a:lnTo>
                <a:lnTo>
                  <a:pt x="71968" y="101409"/>
                </a:lnTo>
                <a:lnTo>
                  <a:pt x="65425" y="101409"/>
                </a:lnTo>
                <a:lnTo>
                  <a:pt x="65425" y="104681"/>
                </a:lnTo>
                <a:lnTo>
                  <a:pt x="29441" y="104681"/>
                </a:lnTo>
                <a:lnTo>
                  <a:pt x="29441" y="101409"/>
                </a:lnTo>
                <a:lnTo>
                  <a:pt x="26170" y="101409"/>
                </a:lnTo>
                <a:lnTo>
                  <a:pt x="26170" y="98138"/>
                </a:lnTo>
                <a:lnTo>
                  <a:pt x="22899" y="98138"/>
                </a:lnTo>
                <a:lnTo>
                  <a:pt x="22899" y="94867"/>
                </a:lnTo>
                <a:lnTo>
                  <a:pt x="19628" y="94867"/>
                </a:lnTo>
                <a:lnTo>
                  <a:pt x="19628" y="88324"/>
                </a:lnTo>
                <a:lnTo>
                  <a:pt x="16356" y="88324"/>
                </a:lnTo>
                <a:lnTo>
                  <a:pt x="16356" y="78510"/>
                </a:lnTo>
                <a:lnTo>
                  <a:pt x="19628" y="78510"/>
                </a:lnTo>
                <a:lnTo>
                  <a:pt x="19628" y="71968"/>
                </a:lnTo>
                <a:lnTo>
                  <a:pt x="22899" y="71968"/>
                </a:lnTo>
                <a:lnTo>
                  <a:pt x="22899" y="68697"/>
                </a:lnTo>
                <a:lnTo>
                  <a:pt x="26170" y="68697"/>
                </a:lnTo>
                <a:lnTo>
                  <a:pt x="26170" y="65425"/>
                </a:lnTo>
                <a:lnTo>
                  <a:pt x="16356" y="65425"/>
                </a:lnTo>
                <a:lnTo>
                  <a:pt x="16356" y="62154"/>
                </a:lnTo>
                <a:lnTo>
                  <a:pt x="9814" y="62154"/>
                </a:lnTo>
                <a:lnTo>
                  <a:pt x="9814" y="58883"/>
                </a:lnTo>
                <a:lnTo>
                  <a:pt x="6543" y="58883"/>
                </a:lnTo>
                <a:lnTo>
                  <a:pt x="6543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0" y="49069"/>
                </a:lnTo>
                <a:lnTo>
                  <a:pt x="0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lnTo>
                  <a:pt x="16356" y="26170"/>
                </a:lnTo>
                <a:lnTo>
                  <a:pt x="16356" y="22899"/>
                </a:lnTo>
                <a:lnTo>
                  <a:pt x="19628" y="22899"/>
                </a:lnTo>
                <a:lnTo>
                  <a:pt x="19628" y="16356"/>
                </a:lnTo>
                <a:lnTo>
                  <a:pt x="22899" y="16356"/>
                </a:lnTo>
                <a:lnTo>
                  <a:pt x="22899" y="9814"/>
                </a:lnTo>
                <a:close/>
                <a:moveTo>
                  <a:pt x="26170" y="62154"/>
                </a:moveTo>
                <a:lnTo>
                  <a:pt x="26170" y="65425"/>
                </a:lnTo>
                <a:lnTo>
                  <a:pt x="29441" y="65425"/>
                </a:lnTo>
                <a:lnTo>
                  <a:pt x="29441" y="62154"/>
                </a:lnTo>
                <a:lnTo>
                  <a:pt x="26170" y="6215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isible source SEC-093 inset-1 region 826">
            <a:extLst xmlns:a="http://schemas.openxmlformats.org/drawingml/2006/main">
              <a:ext uri="{FF2B5EF4-FFF2-40B4-BE49-F238E27FC236}">
                <a16:creationId xmlns:a16="http://schemas.microsoft.com/office/drawing/2014/main" id="{72C573F6-282C-469B-B86A-9B7D965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100" y="1897498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isible source SEC-093 inset-1 region 827">
            <a:extLst xmlns:a="http://schemas.openxmlformats.org/drawingml/2006/main">
              <a:ext uri="{FF2B5EF4-FFF2-40B4-BE49-F238E27FC236}">
                <a16:creationId xmlns:a16="http://schemas.microsoft.com/office/drawing/2014/main" id="{84FC2986-5FBE-435B-8CD2-21A6103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813" y="1923668"/>
            <a:ext cx="71968" cy="42526"/>
          </a:xfrm>
          <a:custGeom xmlns:a="http://schemas.openxmlformats.org/drawingml/2006/main">
            <a:pathLst>
              <a:path w="71968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55612" y="0"/>
                </a:lnTo>
                <a:lnTo>
                  <a:pt x="55612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6356"/>
                </a:lnTo>
                <a:lnTo>
                  <a:pt x="71968" y="16356"/>
                </a:lnTo>
                <a:lnTo>
                  <a:pt x="71968" y="26170"/>
                </a:lnTo>
                <a:lnTo>
                  <a:pt x="68697" y="26170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isible source SEC-093 inset-1 region 828">
            <a:extLst xmlns:a="http://schemas.openxmlformats.org/drawingml/2006/main">
              <a:ext uri="{FF2B5EF4-FFF2-40B4-BE49-F238E27FC236}">
                <a16:creationId xmlns:a16="http://schemas.microsoft.com/office/drawing/2014/main" id="{F385A737-F2D8-445F-B32C-4D8BD8C4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558" y="1995636"/>
            <a:ext cx="150478" cy="85053"/>
          </a:xfrm>
          <a:custGeom xmlns:a="http://schemas.openxmlformats.org/drawingml/2006/main">
            <a:pathLst>
              <a:path w="150478" h="85053">
                <a:moveTo>
                  <a:pt x="71968" y="16356"/>
                </a:moveTo>
                <a:lnTo>
                  <a:pt x="75239" y="16356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6543"/>
                </a:lnTo>
                <a:lnTo>
                  <a:pt x="81782" y="6543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98138" y="0"/>
                </a:lnTo>
                <a:lnTo>
                  <a:pt x="98138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34122" y="0"/>
                </a:lnTo>
                <a:lnTo>
                  <a:pt x="134122" y="3271"/>
                </a:lnTo>
                <a:lnTo>
                  <a:pt x="140664" y="3271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9814"/>
                </a:lnTo>
                <a:lnTo>
                  <a:pt x="147207" y="9814"/>
                </a:lnTo>
                <a:lnTo>
                  <a:pt x="147207" y="16356"/>
                </a:lnTo>
                <a:lnTo>
                  <a:pt x="150478" y="16356"/>
                </a:lnTo>
                <a:lnTo>
                  <a:pt x="150478" y="26170"/>
                </a:lnTo>
                <a:lnTo>
                  <a:pt x="147207" y="26170"/>
                </a:lnTo>
                <a:lnTo>
                  <a:pt x="147207" y="32713"/>
                </a:lnTo>
                <a:lnTo>
                  <a:pt x="143936" y="32713"/>
                </a:lnTo>
                <a:lnTo>
                  <a:pt x="143936" y="35984"/>
                </a:lnTo>
                <a:lnTo>
                  <a:pt x="140664" y="35984"/>
                </a:lnTo>
                <a:lnTo>
                  <a:pt x="140664" y="39255"/>
                </a:lnTo>
                <a:lnTo>
                  <a:pt x="134122" y="39255"/>
                </a:lnTo>
                <a:lnTo>
                  <a:pt x="134122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14494" y="45798"/>
                </a:lnTo>
                <a:lnTo>
                  <a:pt x="114494" y="55612"/>
                </a:lnTo>
                <a:lnTo>
                  <a:pt x="111223" y="55612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65425"/>
                </a:lnTo>
                <a:lnTo>
                  <a:pt x="104681" y="65425"/>
                </a:lnTo>
                <a:lnTo>
                  <a:pt x="104681" y="68697"/>
                </a:lnTo>
                <a:lnTo>
                  <a:pt x="98138" y="68697"/>
                </a:lnTo>
                <a:lnTo>
                  <a:pt x="98138" y="71968"/>
                </a:lnTo>
                <a:lnTo>
                  <a:pt x="88324" y="71968"/>
                </a:lnTo>
                <a:lnTo>
                  <a:pt x="88324" y="68697"/>
                </a:lnTo>
                <a:lnTo>
                  <a:pt x="81782" y="68697"/>
                </a:lnTo>
                <a:lnTo>
                  <a:pt x="81782" y="65425"/>
                </a:lnTo>
                <a:lnTo>
                  <a:pt x="78510" y="65425"/>
                </a:lnTo>
                <a:lnTo>
                  <a:pt x="78510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65425" y="68697"/>
                </a:lnTo>
                <a:lnTo>
                  <a:pt x="65425" y="71968"/>
                </a:lnTo>
                <a:lnTo>
                  <a:pt x="62154" y="71968"/>
                </a:lnTo>
                <a:lnTo>
                  <a:pt x="62154" y="75239"/>
                </a:lnTo>
                <a:lnTo>
                  <a:pt x="58883" y="75239"/>
                </a:lnTo>
                <a:lnTo>
                  <a:pt x="58883" y="78510"/>
                </a:lnTo>
                <a:lnTo>
                  <a:pt x="55612" y="78510"/>
                </a:lnTo>
                <a:lnTo>
                  <a:pt x="55612" y="81782"/>
                </a:lnTo>
                <a:lnTo>
                  <a:pt x="49069" y="81782"/>
                </a:lnTo>
                <a:lnTo>
                  <a:pt x="49069" y="85053"/>
                </a:lnTo>
                <a:lnTo>
                  <a:pt x="39255" y="85053"/>
                </a:lnTo>
                <a:lnTo>
                  <a:pt x="39255" y="81782"/>
                </a:lnTo>
                <a:lnTo>
                  <a:pt x="29441" y="81782"/>
                </a:lnTo>
                <a:lnTo>
                  <a:pt x="29441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35984" y="39255"/>
                </a:lnTo>
                <a:lnTo>
                  <a:pt x="35984" y="35984"/>
                </a:lnTo>
                <a:lnTo>
                  <a:pt x="39255" y="35984"/>
                </a:lnTo>
                <a:lnTo>
                  <a:pt x="39255" y="32713"/>
                </a:lnTo>
                <a:lnTo>
                  <a:pt x="45798" y="32713"/>
                </a:lnTo>
                <a:lnTo>
                  <a:pt x="45798" y="29441"/>
                </a:lnTo>
                <a:lnTo>
                  <a:pt x="62154" y="29441"/>
                </a:lnTo>
                <a:lnTo>
                  <a:pt x="62154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78510" y="39255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isible source SEC-093 inset-1 region 829">
            <a:extLst xmlns:a="http://schemas.openxmlformats.org/drawingml/2006/main">
              <a:ext uri="{FF2B5EF4-FFF2-40B4-BE49-F238E27FC236}">
                <a16:creationId xmlns:a16="http://schemas.microsoft.com/office/drawing/2014/main" id="{1E4881B0-516A-493B-BA9C-1915F442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8068" y="1998907"/>
            <a:ext cx="258430" cy="222446"/>
          </a:xfrm>
          <a:custGeom xmlns:a="http://schemas.openxmlformats.org/drawingml/2006/main">
            <a:pathLst>
              <a:path w="258430" h="222446">
                <a:moveTo>
                  <a:pt x="85053" y="26170"/>
                </a:moveTo>
                <a:lnTo>
                  <a:pt x="85053" y="16356"/>
                </a:lnTo>
                <a:lnTo>
                  <a:pt x="88324" y="16356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37393" y="0"/>
                </a:lnTo>
                <a:lnTo>
                  <a:pt x="137393" y="3271"/>
                </a:lnTo>
                <a:lnTo>
                  <a:pt x="143936" y="3271"/>
                </a:lnTo>
                <a:lnTo>
                  <a:pt x="143936" y="6543"/>
                </a:lnTo>
                <a:lnTo>
                  <a:pt x="147207" y="6543"/>
                </a:lnTo>
                <a:lnTo>
                  <a:pt x="147207" y="9814"/>
                </a:lnTo>
                <a:lnTo>
                  <a:pt x="150478" y="9814"/>
                </a:lnTo>
                <a:lnTo>
                  <a:pt x="150478" y="16356"/>
                </a:lnTo>
                <a:lnTo>
                  <a:pt x="153750" y="16356"/>
                </a:lnTo>
                <a:lnTo>
                  <a:pt x="153750" y="26170"/>
                </a:lnTo>
                <a:lnTo>
                  <a:pt x="150478" y="26170"/>
                </a:lnTo>
                <a:lnTo>
                  <a:pt x="150478" y="32713"/>
                </a:lnTo>
                <a:lnTo>
                  <a:pt x="147207" y="32713"/>
                </a:lnTo>
                <a:lnTo>
                  <a:pt x="147207" y="35984"/>
                </a:lnTo>
                <a:lnTo>
                  <a:pt x="143936" y="35984"/>
                </a:lnTo>
                <a:lnTo>
                  <a:pt x="143936" y="39255"/>
                </a:lnTo>
                <a:lnTo>
                  <a:pt x="137393" y="39255"/>
                </a:lnTo>
                <a:lnTo>
                  <a:pt x="137393" y="42526"/>
                </a:lnTo>
                <a:lnTo>
                  <a:pt x="107952" y="42526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49069"/>
                </a:lnTo>
                <a:lnTo>
                  <a:pt x="114494" y="49069"/>
                </a:lnTo>
                <a:lnTo>
                  <a:pt x="114494" y="55612"/>
                </a:lnTo>
                <a:lnTo>
                  <a:pt x="117766" y="55612"/>
                </a:lnTo>
                <a:lnTo>
                  <a:pt x="117766" y="65425"/>
                </a:lnTo>
                <a:lnTo>
                  <a:pt x="114494" y="65425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75239"/>
                </a:lnTo>
                <a:lnTo>
                  <a:pt x="107952" y="75239"/>
                </a:lnTo>
                <a:lnTo>
                  <a:pt x="107952" y="78510"/>
                </a:lnTo>
                <a:lnTo>
                  <a:pt x="101409" y="78510"/>
                </a:lnTo>
                <a:lnTo>
                  <a:pt x="101409" y="81782"/>
                </a:lnTo>
                <a:lnTo>
                  <a:pt x="85053" y="81782"/>
                </a:lnTo>
                <a:lnTo>
                  <a:pt x="85053" y="78510"/>
                </a:lnTo>
                <a:lnTo>
                  <a:pt x="81782" y="78510"/>
                </a:lnTo>
                <a:lnTo>
                  <a:pt x="81782" y="81782"/>
                </a:lnTo>
                <a:lnTo>
                  <a:pt x="68697" y="81782"/>
                </a:lnTo>
                <a:lnTo>
                  <a:pt x="68697" y="85053"/>
                </a:lnTo>
                <a:lnTo>
                  <a:pt x="71968" y="85053"/>
                </a:lnTo>
                <a:lnTo>
                  <a:pt x="71968" y="88324"/>
                </a:lnTo>
                <a:lnTo>
                  <a:pt x="75239" y="88324"/>
                </a:lnTo>
                <a:lnTo>
                  <a:pt x="75239" y="94867"/>
                </a:lnTo>
                <a:lnTo>
                  <a:pt x="78510" y="94867"/>
                </a:lnTo>
                <a:lnTo>
                  <a:pt x="78510" y="101409"/>
                </a:lnTo>
                <a:lnTo>
                  <a:pt x="91595" y="101409"/>
                </a:lnTo>
                <a:lnTo>
                  <a:pt x="91595" y="98138"/>
                </a:lnTo>
                <a:lnTo>
                  <a:pt x="94867" y="98138"/>
                </a:lnTo>
                <a:lnTo>
                  <a:pt x="94867" y="94867"/>
                </a:lnTo>
                <a:lnTo>
                  <a:pt x="101409" y="94867"/>
                </a:lnTo>
                <a:lnTo>
                  <a:pt x="101409" y="91595"/>
                </a:lnTo>
                <a:lnTo>
                  <a:pt x="111223" y="91595"/>
                </a:lnTo>
                <a:lnTo>
                  <a:pt x="111223" y="94867"/>
                </a:lnTo>
                <a:lnTo>
                  <a:pt x="114494" y="94867"/>
                </a:lnTo>
                <a:lnTo>
                  <a:pt x="114494" y="91595"/>
                </a:lnTo>
                <a:lnTo>
                  <a:pt x="150478" y="91595"/>
                </a:lnTo>
                <a:lnTo>
                  <a:pt x="150478" y="94867"/>
                </a:lnTo>
                <a:lnTo>
                  <a:pt x="157021" y="94867"/>
                </a:lnTo>
                <a:lnTo>
                  <a:pt x="157021" y="98138"/>
                </a:lnTo>
                <a:lnTo>
                  <a:pt x="160292" y="98138"/>
                </a:lnTo>
                <a:lnTo>
                  <a:pt x="160292" y="101409"/>
                </a:lnTo>
                <a:lnTo>
                  <a:pt x="163563" y="101409"/>
                </a:lnTo>
                <a:lnTo>
                  <a:pt x="163563" y="107952"/>
                </a:lnTo>
                <a:lnTo>
                  <a:pt x="166835" y="107952"/>
                </a:lnTo>
                <a:lnTo>
                  <a:pt x="166835" y="117766"/>
                </a:lnTo>
                <a:lnTo>
                  <a:pt x="173377" y="117766"/>
                </a:lnTo>
                <a:lnTo>
                  <a:pt x="173377" y="121037"/>
                </a:lnTo>
                <a:lnTo>
                  <a:pt x="183191" y="121037"/>
                </a:lnTo>
                <a:lnTo>
                  <a:pt x="183191" y="117766"/>
                </a:lnTo>
                <a:lnTo>
                  <a:pt x="196276" y="117766"/>
                </a:lnTo>
                <a:lnTo>
                  <a:pt x="196276" y="121037"/>
                </a:lnTo>
                <a:lnTo>
                  <a:pt x="202818" y="121037"/>
                </a:lnTo>
                <a:lnTo>
                  <a:pt x="202818" y="124308"/>
                </a:lnTo>
                <a:lnTo>
                  <a:pt x="206090" y="124308"/>
                </a:lnTo>
                <a:lnTo>
                  <a:pt x="206090" y="127579"/>
                </a:lnTo>
                <a:lnTo>
                  <a:pt x="209361" y="127579"/>
                </a:lnTo>
                <a:lnTo>
                  <a:pt x="209361" y="134122"/>
                </a:lnTo>
                <a:lnTo>
                  <a:pt x="212632" y="134122"/>
                </a:lnTo>
                <a:lnTo>
                  <a:pt x="212632" y="143936"/>
                </a:lnTo>
                <a:lnTo>
                  <a:pt x="209361" y="143936"/>
                </a:lnTo>
                <a:lnTo>
                  <a:pt x="209361" y="150478"/>
                </a:lnTo>
                <a:lnTo>
                  <a:pt x="206090" y="150478"/>
                </a:lnTo>
                <a:lnTo>
                  <a:pt x="206090" y="153750"/>
                </a:lnTo>
                <a:lnTo>
                  <a:pt x="202818" y="153750"/>
                </a:lnTo>
                <a:lnTo>
                  <a:pt x="202818" y="157021"/>
                </a:lnTo>
                <a:lnTo>
                  <a:pt x="209361" y="157021"/>
                </a:lnTo>
                <a:lnTo>
                  <a:pt x="209361" y="160292"/>
                </a:lnTo>
                <a:lnTo>
                  <a:pt x="212632" y="160292"/>
                </a:lnTo>
                <a:lnTo>
                  <a:pt x="212632" y="157021"/>
                </a:lnTo>
                <a:lnTo>
                  <a:pt x="225717" y="157021"/>
                </a:lnTo>
                <a:lnTo>
                  <a:pt x="225717" y="160292"/>
                </a:lnTo>
                <a:lnTo>
                  <a:pt x="232260" y="160292"/>
                </a:lnTo>
                <a:lnTo>
                  <a:pt x="232260" y="157021"/>
                </a:lnTo>
                <a:lnTo>
                  <a:pt x="242074" y="157021"/>
                </a:lnTo>
                <a:lnTo>
                  <a:pt x="242074" y="160292"/>
                </a:lnTo>
                <a:lnTo>
                  <a:pt x="248616" y="160292"/>
                </a:lnTo>
                <a:lnTo>
                  <a:pt x="248616" y="163563"/>
                </a:lnTo>
                <a:lnTo>
                  <a:pt x="251887" y="163563"/>
                </a:lnTo>
                <a:lnTo>
                  <a:pt x="251887" y="166835"/>
                </a:lnTo>
                <a:lnTo>
                  <a:pt x="255159" y="166835"/>
                </a:lnTo>
                <a:lnTo>
                  <a:pt x="255159" y="173377"/>
                </a:lnTo>
                <a:lnTo>
                  <a:pt x="258430" y="173377"/>
                </a:lnTo>
                <a:lnTo>
                  <a:pt x="258430" y="183191"/>
                </a:lnTo>
                <a:lnTo>
                  <a:pt x="255159" y="183191"/>
                </a:lnTo>
                <a:lnTo>
                  <a:pt x="255159" y="196276"/>
                </a:lnTo>
                <a:lnTo>
                  <a:pt x="258430" y="196276"/>
                </a:lnTo>
                <a:lnTo>
                  <a:pt x="258430" y="206090"/>
                </a:lnTo>
                <a:lnTo>
                  <a:pt x="255159" y="206090"/>
                </a:lnTo>
                <a:lnTo>
                  <a:pt x="255159" y="212632"/>
                </a:lnTo>
                <a:lnTo>
                  <a:pt x="251887" y="212632"/>
                </a:lnTo>
                <a:lnTo>
                  <a:pt x="251887" y="215904"/>
                </a:lnTo>
                <a:lnTo>
                  <a:pt x="245345" y="215904"/>
                </a:lnTo>
                <a:lnTo>
                  <a:pt x="245345" y="212632"/>
                </a:lnTo>
                <a:lnTo>
                  <a:pt x="235531" y="212632"/>
                </a:lnTo>
                <a:lnTo>
                  <a:pt x="235531" y="215904"/>
                </a:lnTo>
                <a:lnTo>
                  <a:pt x="232260" y="215904"/>
                </a:lnTo>
                <a:lnTo>
                  <a:pt x="232260" y="219175"/>
                </a:lnTo>
                <a:lnTo>
                  <a:pt x="228989" y="219175"/>
                </a:lnTo>
                <a:lnTo>
                  <a:pt x="228989" y="222446"/>
                </a:lnTo>
                <a:lnTo>
                  <a:pt x="196276" y="222446"/>
                </a:lnTo>
                <a:lnTo>
                  <a:pt x="196276" y="219175"/>
                </a:lnTo>
                <a:lnTo>
                  <a:pt x="189733" y="219175"/>
                </a:lnTo>
                <a:lnTo>
                  <a:pt x="189733" y="215904"/>
                </a:lnTo>
                <a:lnTo>
                  <a:pt x="186462" y="215904"/>
                </a:lnTo>
                <a:lnTo>
                  <a:pt x="186462" y="212632"/>
                </a:lnTo>
                <a:lnTo>
                  <a:pt x="183191" y="212632"/>
                </a:lnTo>
                <a:lnTo>
                  <a:pt x="183191" y="206090"/>
                </a:lnTo>
                <a:lnTo>
                  <a:pt x="179920" y="206090"/>
                </a:lnTo>
                <a:lnTo>
                  <a:pt x="179920" y="199547"/>
                </a:lnTo>
                <a:lnTo>
                  <a:pt x="150478" y="199547"/>
                </a:lnTo>
                <a:lnTo>
                  <a:pt x="150478" y="196276"/>
                </a:lnTo>
                <a:lnTo>
                  <a:pt x="143936" y="196276"/>
                </a:lnTo>
                <a:lnTo>
                  <a:pt x="143936" y="193005"/>
                </a:lnTo>
                <a:lnTo>
                  <a:pt x="140664" y="193005"/>
                </a:lnTo>
                <a:lnTo>
                  <a:pt x="140664" y="189733"/>
                </a:lnTo>
                <a:lnTo>
                  <a:pt x="137393" y="189733"/>
                </a:lnTo>
                <a:lnTo>
                  <a:pt x="137393" y="183191"/>
                </a:lnTo>
                <a:lnTo>
                  <a:pt x="134122" y="183191"/>
                </a:lnTo>
                <a:lnTo>
                  <a:pt x="134122" y="173377"/>
                </a:lnTo>
                <a:lnTo>
                  <a:pt x="137393" y="173377"/>
                </a:lnTo>
                <a:lnTo>
                  <a:pt x="137393" y="166835"/>
                </a:lnTo>
                <a:lnTo>
                  <a:pt x="140664" y="166835"/>
                </a:lnTo>
                <a:lnTo>
                  <a:pt x="140664" y="163563"/>
                </a:lnTo>
                <a:lnTo>
                  <a:pt x="143936" y="163563"/>
                </a:lnTo>
                <a:lnTo>
                  <a:pt x="143936" y="160292"/>
                </a:lnTo>
                <a:lnTo>
                  <a:pt x="150478" y="160292"/>
                </a:lnTo>
                <a:lnTo>
                  <a:pt x="150478" y="157021"/>
                </a:lnTo>
                <a:lnTo>
                  <a:pt x="147207" y="157021"/>
                </a:lnTo>
                <a:lnTo>
                  <a:pt x="147207" y="153750"/>
                </a:lnTo>
                <a:lnTo>
                  <a:pt x="143936" y="153750"/>
                </a:lnTo>
                <a:lnTo>
                  <a:pt x="143936" y="150478"/>
                </a:lnTo>
                <a:lnTo>
                  <a:pt x="140664" y="150478"/>
                </a:lnTo>
                <a:lnTo>
                  <a:pt x="140664" y="143936"/>
                </a:lnTo>
                <a:lnTo>
                  <a:pt x="137393" y="143936"/>
                </a:lnTo>
                <a:lnTo>
                  <a:pt x="137393" y="134122"/>
                </a:lnTo>
                <a:lnTo>
                  <a:pt x="114494" y="134122"/>
                </a:lnTo>
                <a:lnTo>
                  <a:pt x="114494" y="137393"/>
                </a:lnTo>
                <a:lnTo>
                  <a:pt x="111223" y="137393"/>
                </a:lnTo>
                <a:lnTo>
                  <a:pt x="111223" y="140664"/>
                </a:lnTo>
                <a:lnTo>
                  <a:pt x="104681" y="140664"/>
                </a:lnTo>
                <a:lnTo>
                  <a:pt x="104681" y="143936"/>
                </a:lnTo>
                <a:lnTo>
                  <a:pt x="62154" y="143936"/>
                </a:lnTo>
                <a:lnTo>
                  <a:pt x="62154" y="140664"/>
                </a:lnTo>
                <a:lnTo>
                  <a:pt x="55612" y="140664"/>
                </a:lnTo>
                <a:lnTo>
                  <a:pt x="55612" y="137393"/>
                </a:lnTo>
                <a:lnTo>
                  <a:pt x="52340" y="137393"/>
                </a:lnTo>
                <a:lnTo>
                  <a:pt x="52340" y="134122"/>
                </a:lnTo>
                <a:lnTo>
                  <a:pt x="49069" y="134122"/>
                </a:lnTo>
                <a:lnTo>
                  <a:pt x="49069" y="127579"/>
                </a:lnTo>
                <a:lnTo>
                  <a:pt x="45798" y="127579"/>
                </a:lnTo>
                <a:lnTo>
                  <a:pt x="45798" y="121037"/>
                </a:lnTo>
                <a:lnTo>
                  <a:pt x="16356" y="121037"/>
                </a:lnTo>
                <a:lnTo>
                  <a:pt x="16356" y="117766"/>
                </a:lnTo>
                <a:lnTo>
                  <a:pt x="9814" y="117766"/>
                </a:lnTo>
                <a:lnTo>
                  <a:pt x="9814" y="114494"/>
                </a:lnTo>
                <a:lnTo>
                  <a:pt x="6543" y="114494"/>
                </a:lnTo>
                <a:lnTo>
                  <a:pt x="6543" y="111223"/>
                </a:lnTo>
                <a:lnTo>
                  <a:pt x="3271" y="111223"/>
                </a:lnTo>
                <a:lnTo>
                  <a:pt x="3271" y="104681"/>
                </a:lnTo>
                <a:lnTo>
                  <a:pt x="0" y="104681"/>
                </a:lnTo>
                <a:lnTo>
                  <a:pt x="0" y="94867"/>
                </a:lnTo>
                <a:lnTo>
                  <a:pt x="3271" y="94867"/>
                </a:lnTo>
                <a:lnTo>
                  <a:pt x="3271" y="88324"/>
                </a:lnTo>
                <a:lnTo>
                  <a:pt x="6543" y="88324"/>
                </a:lnTo>
                <a:lnTo>
                  <a:pt x="6543" y="85053"/>
                </a:lnTo>
                <a:lnTo>
                  <a:pt x="9814" y="85053"/>
                </a:lnTo>
                <a:lnTo>
                  <a:pt x="9814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52340" y="78510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71968"/>
                </a:lnTo>
                <a:lnTo>
                  <a:pt x="45798" y="71968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55612"/>
                </a:lnTo>
                <a:lnTo>
                  <a:pt x="45798" y="55612"/>
                </a:lnTo>
                <a:lnTo>
                  <a:pt x="45798" y="49069"/>
                </a:lnTo>
                <a:lnTo>
                  <a:pt x="49069" y="49069"/>
                </a:lnTo>
                <a:lnTo>
                  <a:pt x="49069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94867" y="39255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2713"/>
                </a:lnTo>
                <a:lnTo>
                  <a:pt x="88324" y="32713"/>
                </a:lnTo>
                <a:lnTo>
                  <a:pt x="88324" y="26170"/>
                </a:lnTo>
                <a:lnTo>
                  <a:pt x="85053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isible source SEC-093 inset-1 region 830">
            <a:extLst xmlns:a="http://schemas.openxmlformats.org/drawingml/2006/main">
              <a:ext uri="{FF2B5EF4-FFF2-40B4-BE49-F238E27FC236}">
                <a16:creationId xmlns:a16="http://schemas.microsoft.com/office/drawing/2014/main" id="{C39EAC0F-1788-4821-936E-EDEB028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473" y="2100316"/>
            <a:ext cx="117766" cy="65425"/>
          </a:xfrm>
          <a:custGeom xmlns:a="http://schemas.openxmlformats.org/drawingml/2006/main">
            <a:pathLst>
              <a:path w="117766" h="65425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62154" y="0"/>
                </a:lnTo>
                <a:lnTo>
                  <a:pt x="62154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22899"/>
                </a:lnTo>
                <a:lnTo>
                  <a:pt x="101409" y="22899"/>
                </a:lnTo>
                <a:lnTo>
                  <a:pt x="101409" y="26170"/>
                </a:lnTo>
                <a:lnTo>
                  <a:pt x="107952" y="26170"/>
                </a:lnTo>
                <a:lnTo>
                  <a:pt x="107952" y="29441"/>
                </a:lnTo>
                <a:lnTo>
                  <a:pt x="111223" y="29441"/>
                </a:lnTo>
                <a:lnTo>
                  <a:pt x="111223" y="32713"/>
                </a:lnTo>
                <a:lnTo>
                  <a:pt x="114494" y="32713"/>
                </a:lnTo>
                <a:lnTo>
                  <a:pt x="114494" y="39255"/>
                </a:lnTo>
                <a:lnTo>
                  <a:pt x="117766" y="39255"/>
                </a:lnTo>
                <a:lnTo>
                  <a:pt x="117766" y="49069"/>
                </a:lnTo>
                <a:lnTo>
                  <a:pt x="114494" y="49069"/>
                </a:lnTo>
                <a:lnTo>
                  <a:pt x="114494" y="55612"/>
                </a:lnTo>
                <a:lnTo>
                  <a:pt x="111223" y="55612"/>
                </a:lnTo>
                <a:lnTo>
                  <a:pt x="111223" y="58883"/>
                </a:lnTo>
                <a:lnTo>
                  <a:pt x="107952" y="58883"/>
                </a:lnTo>
                <a:lnTo>
                  <a:pt x="107952" y="62154"/>
                </a:lnTo>
                <a:lnTo>
                  <a:pt x="101409" y="62154"/>
                </a:lnTo>
                <a:lnTo>
                  <a:pt x="101409" y="65425"/>
                </a:lnTo>
                <a:lnTo>
                  <a:pt x="71968" y="65425"/>
                </a:lnTo>
                <a:lnTo>
                  <a:pt x="71968" y="62154"/>
                </a:lnTo>
                <a:lnTo>
                  <a:pt x="65425" y="62154"/>
                </a:lnTo>
                <a:lnTo>
                  <a:pt x="65425" y="58883"/>
                </a:lnTo>
                <a:lnTo>
                  <a:pt x="62154" y="58883"/>
                </a:lnTo>
                <a:lnTo>
                  <a:pt x="62154" y="55612"/>
                </a:lnTo>
                <a:lnTo>
                  <a:pt x="58883" y="55612"/>
                </a:lnTo>
                <a:lnTo>
                  <a:pt x="58883" y="49069"/>
                </a:lnTo>
                <a:lnTo>
                  <a:pt x="55612" y="49069"/>
                </a:lnTo>
                <a:lnTo>
                  <a:pt x="55612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isible source SEC-093 inset-1 region 831">
            <a:extLst xmlns:a="http://schemas.openxmlformats.org/drawingml/2006/main">
              <a:ext uri="{FF2B5EF4-FFF2-40B4-BE49-F238E27FC236}">
                <a16:creationId xmlns:a16="http://schemas.microsoft.com/office/drawing/2014/main" id="{DA933F0A-4B15-4453-84EC-666F65A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744" y="2211539"/>
            <a:ext cx="251887" cy="71968"/>
          </a:xfrm>
          <a:custGeom xmlns:a="http://schemas.openxmlformats.org/drawingml/2006/main">
            <a:pathLst>
              <a:path w="251887" h="71968">
                <a:moveTo>
                  <a:pt x="176648" y="16356"/>
                </a:moveTo>
                <a:lnTo>
                  <a:pt x="179920" y="16356"/>
                </a:lnTo>
                <a:lnTo>
                  <a:pt x="179920" y="9814"/>
                </a:lnTo>
                <a:lnTo>
                  <a:pt x="183191" y="9814"/>
                </a:lnTo>
                <a:lnTo>
                  <a:pt x="183191" y="6543"/>
                </a:lnTo>
                <a:lnTo>
                  <a:pt x="186462" y="6543"/>
                </a:lnTo>
                <a:lnTo>
                  <a:pt x="186462" y="3271"/>
                </a:lnTo>
                <a:lnTo>
                  <a:pt x="193005" y="3271"/>
                </a:lnTo>
                <a:lnTo>
                  <a:pt x="193005" y="0"/>
                </a:lnTo>
                <a:lnTo>
                  <a:pt x="238802" y="0"/>
                </a:lnTo>
                <a:lnTo>
                  <a:pt x="238802" y="3271"/>
                </a:lnTo>
                <a:lnTo>
                  <a:pt x="242074" y="3271"/>
                </a:lnTo>
                <a:lnTo>
                  <a:pt x="242074" y="6543"/>
                </a:lnTo>
                <a:lnTo>
                  <a:pt x="245345" y="6543"/>
                </a:lnTo>
                <a:lnTo>
                  <a:pt x="245345" y="9814"/>
                </a:lnTo>
                <a:lnTo>
                  <a:pt x="248616" y="9814"/>
                </a:lnTo>
                <a:lnTo>
                  <a:pt x="248616" y="13085"/>
                </a:lnTo>
                <a:lnTo>
                  <a:pt x="251887" y="13085"/>
                </a:lnTo>
                <a:lnTo>
                  <a:pt x="251887" y="29441"/>
                </a:lnTo>
                <a:lnTo>
                  <a:pt x="248616" y="29441"/>
                </a:lnTo>
                <a:lnTo>
                  <a:pt x="248616" y="32713"/>
                </a:lnTo>
                <a:lnTo>
                  <a:pt x="245345" y="32713"/>
                </a:lnTo>
                <a:lnTo>
                  <a:pt x="245345" y="35984"/>
                </a:lnTo>
                <a:lnTo>
                  <a:pt x="242074" y="35984"/>
                </a:lnTo>
                <a:lnTo>
                  <a:pt x="242074" y="39255"/>
                </a:lnTo>
                <a:lnTo>
                  <a:pt x="235531" y="39255"/>
                </a:lnTo>
                <a:lnTo>
                  <a:pt x="235531" y="42526"/>
                </a:lnTo>
                <a:lnTo>
                  <a:pt x="206090" y="42526"/>
                </a:lnTo>
                <a:lnTo>
                  <a:pt x="206090" y="45798"/>
                </a:lnTo>
                <a:lnTo>
                  <a:pt x="209361" y="45798"/>
                </a:lnTo>
                <a:lnTo>
                  <a:pt x="209361" y="55612"/>
                </a:lnTo>
                <a:lnTo>
                  <a:pt x="206090" y="55612"/>
                </a:lnTo>
                <a:lnTo>
                  <a:pt x="206090" y="62154"/>
                </a:lnTo>
                <a:lnTo>
                  <a:pt x="202818" y="62154"/>
                </a:lnTo>
                <a:lnTo>
                  <a:pt x="202818" y="65425"/>
                </a:lnTo>
                <a:lnTo>
                  <a:pt x="199547" y="65425"/>
                </a:lnTo>
                <a:lnTo>
                  <a:pt x="199547" y="68697"/>
                </a:lnTo>
                <a:lnTo>
                  <a:pt x="193005" y="68697"/>
                </a:lnTo>
                <a:lnTo>
                  <a:pt x="193005" y="71968"/>
                </a:lnTo>
                <a:lnTo>
                  <a:pt x="143936" y="71968"/>
                </a:lnTo>
                <a:lnTo>
                  <a:pt x="143936" y="68697"/>
                </a:lnTo>
                <a:lnTo>
                  <a:pt x="137393" y="68697"/>
                </a:lnTo>
                <a:lnTo>
                  <a:pt x="137393" y="65425"/>
                </a:lnTo>
                <a:lnTo>
                  <a:pt x="134122" y="65425"/>
                </a:lnTo>
                <a:lnTo>
                  <a:pt x="134122" y="62154"/>
                </a:lnTo>
                <a:lnTo>
                  <a:pt x="130851" y="62154"/>
                </a:lnTo>
                <a:lnTo>
                  <a:pt x="130851" y="55612"/>
                </a:lnTo>
                <a:lnTo>
                  <a:pt x="127579" y="55612"/>
                </a:lnTo>
                <a:lnTo>
                  <a:pt x="127579" y="45798"/>
                </a:lnTo>
                <a:lnTo>
                  <a:pt x="130851" y="45798"/>
                </a:lnTo>
                <a:lnTo>
                  <a:pt x="130851" y="42526"/>
                </a:lnTo>
                <a:lnTo>
                  <a:pt x="117766" y="42526"/>
                </a:lnTo>
                <a:lnTo>
                  <a:pt x="117766" y="45798"/>
                </a:lnTo>
                <a:lnTo>
                  <a:pt x="114494" y="45798"/>
                </a:lnTo>
                <a:lnTo>
                  <a:pt x="114494" y="49069"/>
                </a:lnTo>
                <a:lnTo>
                  <a:pt x="111223" y="49069"/>
                </a:lnTo>
                <a:lnTo>
                  <a:pt x="111223" y="52340"/>
                </a:lnTo>
                <a:lnTo>
                  <a:pt x="107952" y="52340"/>
                </a:lnTo>
                <a:lnTo>
                  <a:pt x="107952" y="55612"/>
                </a:lnTo>
                <a:lnTo>
                  <a:pt x="75239" y="55612"/>
                </a:lnTo>
                <a:lnTo>
                  <a:pt x="75239" y="62154"/>
                </a:lnTo>
                <a:lnTo>
                  <a:pt x="71968" y="62154"/>
                </a:lnTo>
                <a:lnTo>
                  <a:pt x="71968" y="65425"/>
                </a:lnTo>
                <a:lnTo>
                  <a:pt x="68697" y="65425"/>
                </a:lnTo>
                <a:lnTo>
                  <a:pt x="68697" y="68697"/>
                </a:lnTo>
                <a:lnTo>
                  <a:pt x="62154" y="68697"/>
                </a:lnTo>
                <a:lnTo>
                  <a:pt x="62154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6543" y="39255"/>
                </a:lnTo>
                <a:lnTo>
                  <a:pt x="6543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39255" y="29441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19628"/>
                </a:lnTo>
                <a:lnTo>
                  <a:pt x="45798" y="19628"/>
                </a:lnTo>
                <a:lnTo>
                  <a:pt x="45798" y="16356"/>
                </a:lnTo>
                <a:lnTo>
                  <a:pt x="52340" y="16356"/>
                </a:lnTo>
                <a:lnTo>
                  <a:pt x="52340" y="13085"/>
                </a:lnTo>
                <a:lnTo>
                  <a:pt x="85053" y="13085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34122" y="0"/>
                </a:lnTo>
                <a:lnTo>
                  <a:pt x="134122" y="3271"/>
                </a:lnTo>
                <a:lnTo>
                  <a:pt x="140664" y="3271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9814"/>
                </a:lnTo>
                <a:lnTo>
                  <a:pt x="147207" y="9814"/>
                </a:lnTo>
                <a:lnTo>
                  <a:pt x="147207" y="16356"/>
                </a:lnTo>
                <a:lnTo>
                  <a:pt x="150478" y="16356"/>
                </a:lnTo>
                <a:lnTo>
                  <a:pt x="150478" y="26170"/>
                </a:lnTo>
                <a:lnTo>
                  <a:pt x="147207" y="26170"/>
                </a:lnTo>
                <a:lnTo>
                  <a:pt x="147207" y="29441"/>
                </a:lnTo>
                <a:lnTo>
                  <a:pt x="179920" y="29441"/>
                </a:lnTo>
                <a:lnTo>
                  <a:pt x="179920" y="26170"/>
                </a:lnTo>
                <a:lnTo>
                  <a:pt x="176648" y="26170"/>
                </a:lnTo>
                <a:lnTo>
                  <a:pt x="176648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isible source SEC-093 inset-1 region 832">
            <a:extLst xmlns:a="http://schemas.openxmlformats.org/drawingml/2006/main">
              <a:ext uri="{FF2B5EF4-FFF2-40B4-BE49-F238E27FC236}">
                <a16:creationId xmlns:a16="http://schemas.microsoft.com/office/drawing/2014/main" id="{789BD596-47CC-4834-8A23-B9005D75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201" y="2293321"/>
            <a:ext cx="356568" cy="134122"/>
          </a:xfrm>
          <a:custGeom xmlns:a="http://schemas.openxmlformats.org/drawingml/2006/main">
            <a:pathLst>
              <a:path w="356568" h="134122">
                <a:moveTo>
                  <a:pt x="88324" y="26170"/>
                </a:moveTo>
                <a:lnTo>
                  <a:pt x="88324" y="16356"/>
                </a:lnTo>
                <a:lnTo>
                  <a:pt x="91595" y="16356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57021" y="0"/>
                </a:lnTo>
                <a:lnTo>
                  <a:pt x="157021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13085"/>
                </a:lnTo>
                <a:lnTo>
                  <a:pt x="199547" y="13085"/>
                </a:lnTo>
                <a:lnTo>
                  <a:pt x="199547" y="9814"/>
                </a:lnTo>
                <a:lnTo>
                  <a:pt x="248616" y="9814"/>
                </a:lnTo>
                <a:lnTo>
                  <a:pt x="248616" y="13085"/>
                </a:lnTo>
                <a:lnTo>
                  <a:pt x="255159" y="13085"/>
                </a:lnTo>
                <a:lnTo>
                  <a:pt x="255159" y="16356"/>
                </a:lnTo>
                <a:lnTo>
                  <a:pt x="258430" y="16356"/>
                </a:lnTo>
                <a:lnTo>
                  <a:pt x="258430" y="19628"/>
                </a:lnTo>
                <a:lnTo>
                  <a:pt x="261701" y="19628"/>
                </a:lnTo>
                <a:lnTo>
                  <a:pt x="261701" y="26170"/>
                </a:lnTo>
                <a:lnTo>
                  <a:pt x="264973" y="26170"/>
                </a:lnTo>
                <a:lnTo>
                  <a:pt x="264973" y="35984"/>
                </a:lnTo>
                <a:lnTo>
                  <a:pt x="261701" y="35984"/>
                </a:lnTo>
                <a:lnTo>
                  <a:pt x="261701" y="42526"/>
                </a:lnTo>
                <a:lnTo>
                  <a:pt x="297685" y="42526"/>
                </a:lnTo>
                <a:lnTo>
                  <a:pt x="297685" y="45798"/>
                </a:lnTo>
                <a:lnTo>
                  <a:pt x="300956" y="45798"/>
                </a:lnTo>
                <a:lnTo>
                  <a:pt x="300956" y="49069"/>
                </a:lnTo>
                <a:lnTo>
                  <a:pt x="304228" y="49069"/>
                </a:lnTo>
                <a:lnTo>
                  <a:pt x="304228" y="52340"/>
                </a:lnTo>
                <a:lnTo>
                  <a:pt x="307499" y="52340"/>
                </a:lnTo>
                <a:lnTo>
                  <a:pt x="307499" y="55612"/>
                </a:lnTo>
                <a:lnTo>
                  <a:pt x="310770" y="55612"/>
                </a:lnTo>
                <a:lnTo>
                  <a:pt x="310770" y="65425"/>
                </a:lnTo>
                <a:lnTo>
                  <a:pt x="333669" y="65425"/>
                </a:lnTo>
                <a:lnTo>
                  <a:pt x="333669" y="68697"/>
                </a:lnTo>
                <a:lnTo>
                  <a:pt x="340212" y="68697"/>
                </a:lnTo>
                <a:lnTo>
                  <a:pt x="340212" y="71968"/>
                </a:lnTo>
                <a:lnTo>
                  <a:pt x="343483" y="71968"/>
                </a:lnTo>
                <a:lnTo>
                  <a:pt x="343483" y="75239"/>
                </a:lnTo>
                <a:lnTo>
                  <a:pt x="346754" y="75239"/>
                </a:lnTo>
                <a:lnTo>
                  <a:pt x="346754" y="81782"/>
                </a:lnTo>
                <a:lnTo>
                  <a:pt x="350025" y="81782"/>
                </a:lnTo>
                <a:lnTo>
                  <a:pt x="350025" y="91595"/>
                </a:lnTo>
                <a:lnTo>
                  <a:pt x="346754" y="91595"/>
                </a:lnTo>
                <a:lnTo>
                  <a:pt x="346754" y="98138"/>
                </a:lnTo>
                <a:lnTo>
                  <a:pt x="350025" y="98138"/>
                </a:lnTo>
                <a:lnTo>
                  <a:pt x="350025" y="101409"/>
                </a:lnTo>
                <a:lnTo>
                  <a:pt x="353297" y="101409"/>
                </a:lnTo>
                <a:lnTo>
                  <a:pt x="353297" y="107952"/>
                </a:lnTo>
                <a:lnTo>
                  <a:pt x="356568" y="107952"/>
                </a:lnTo>
                <a:lnTo>
                  <a:pt x="356568" y="117766"/>
                </a:lnTo>
                <a:lnTo>
                  <a:pt x="353297" y="117766"/>
                </a:lnTo>
                <a:lnTo>
                  <a:pt x="353297" y="124308"/>
                </a:lnTo>
                <a:lnTo>
                  <a:pt x="350025" y="124308"/>
                </a:lnTo>
                <a:lnTo>
                  <a:pt x="350025" y="127579"/>
                </a:lnTo>
                <a:lnTo>
                  <a:pt x="346754" y="127579"/>
                </a:lnTo>
                <a:lnTo>
                  <a:pt x="346754" y="130851"/>
                </a:lnTo>
                <a:lnTo>
                  <a:pt x="327127" y="130851"/>
                </a:lnTo>
                <a:lnTo>
                  <a:pt x="327127" y="134122"/>
                </a:lnTo>
                <a:lnTo>
                  <a:pt x="284600" y="134122"/>
                </a:lnTo>
                <a:lnTo>
                  <a:pt x="284600" y="130851"/>
                </a:lnTo>
                <a:lnTo>
                  <a:pt x="278058" y="130851"/>
                </a:lnTo>
                <a:lnTo>
                  <a:pt x="278058" y="127579"/>
                </a:lnTo>
                <a:lnTo>
                  <a:pt x="238802" y="127579"/>
                </a:lnTo>
                <a:lnTo>
                  <a:pt x="238802" y="124308"/>
                </a:lnTo>
                <a:lnTo>
                  <a:pt x="235531" y="124308"/>
                </a:lnTo>
                <a:lnTo>
                  <a:pt x="235531" y="121037"/>
                </a:lnTo>
                <a:lnTo>
                  <a:pt x="232260" y="121037"/>
                </a:lnTo>
                <a:lnTo>
                  <a:pt x="232260" y="117766"/>
                </a:lnTo>
                <a:lnTo>
                  <a:pt x="228989" y="117766"/>
                </a:lnTo>
                <a:lnTo>
                  <a:pt x="228989" y="111223"/>
                </a:lnTo>
                <a:lnTo>
                  <a:pt x="225717" y="111223"/>
                </a:lnTo>
                <a:lnTo>
                  <a:pt x="225717" y="101409"/>
                </a:lnTo>
                <a:lnTo>
                  <a:pt x="228989" y="101409"/>
                </a:lnTo>
                <a:lnTo>
                  <a:pt x="228989" y="94867"/>
                </a:lnTo>
                <a:lnTo>
                  <a:pt x="232260" y="94867"/>
                </a:lnTo>
                <a:lnTo>
                  <a:pt x="232260" y="91595"/>
                </a:lnTo>
                <a:lnTo>
                  <a:pt x="235531" y="91595"/>
                </a:lnTo>
                <a:lnTo>
                  <a:pt x="235531" y="88324"/>
                </a:lnTo>
                <a:lnTo>
                  <a:pt x="242074" y="88324"/>
                </a:lnTo>
                <a:lnTo>
                  <a:pt x="242074" y="85053"/>
                </a:lnTo>
                <a:lnTo>
                  <a:pt x="238802" y="85053"/>
                </a:lnTo>
                <a:lnTo>
                  <a:pt x="238802" y="81782"/>
                </a:lnTo>
                <a:lnTo>
                  <a:pt x="232260" y="81782"/>
                </a:lnTo>
                <a:lnTo>
                  <a:pt x="232260" y="78510"/>
                </a:lnTo>
                <a:lnTo>
                  <a:pt x="228989" y="78510"/>
                </a:lnTo>
                <a:lnTo>
                  <a:pt x="228989" y="71968"/>
                </a:lnTo>
                <a:lnTo>
                  <a:pt x="225717" y="71968"/>
                </a:lnTo>
                <a:lnTo>
                  <a:pt x="225717" y="55612"/>
                </a:lnTo>
                <a:lnTo>
                  <a:pt x="228989" y="55612"/>
                </a:lnTo>
                <a:lnTo>
                  <a:pt x="228989" y="52340"/>
                </a:lnTo>
                <a:lnTo>
                  <a:pt x="199547" y="52340"/>
                </a:lnTo>
                <a:lnTo>
                  <a:pt x="199547" y="55612"/>
                </a:lnTo>
                <a:lnTo>
                  <a:pt x="147207" y="55612"/>
                </a:lnTo>
                <a:lnTo>
                  <a:pt x="147207" y="52340"/>
                </a:lnTo>
                <a:lnTo>
                  <a:pt x="143936" y="52340"/>
                </a:lnTo>
                <a:lnTo>
                  <a:pt x="143936" y="49069"/>
                </a:lnTo>
                <a:lnTo>
                  <a:pt x="140664" y="49069"/>
                </a:lnTo>
                <a:lnTo>
                  <a:pt x="140664" y="45798"/>
                </a:lnTo>
                <a:lnTo>
                  <a:pt x="137393" y="45798"/>
                </a:lnTo>
                <a:lnTo>
                  <a:pt x="137393" y="42526"/>
                </a:lnTo>
                <a:lnTo>
                  <a:pt x="127579" y="42526"/>
                </a:lnTo>
                <a:lnTo>
                  <a:pt x="127579" y="49069"/>
                </a:lnTo>
                <a:lnTo>
                  <a:pt x="130851" y="49069"/>
                </a:lnTo>
                <a:lnTo>
                  <a:pt x="130851" y="58883"/>
                </a:lnTo>
                <a:lnTo>
                  <a:pt x="127579" y="58883"/>
                </a:lnTo>
                <a:lnTo>
                  <a:pt x="127579" y="65425"/>
                </a:lnTo>
                <a:lnTo>
                  <a:pt x="124308" y="65425"/>
                </a:lnTo>
                <a:lnTo>
                  <a:pt x="124308" y="68697"/>
                </a:lnTo>
                <a:lnTo>
                  <a:pt x="121037" y="68697"/>
                </a:lnTo>
                <a:lnTo>
                  <a:pt x="121037" y="71968"/>
                </a:lnTo>
                <a:lnTo>
                  <a:pt x="114494" y="71968"/>
                </a:lnTo>
                <a:lnTo>
                  <a:pt x="114494" y="75239"/>
                </a:lnTo>
                <a:lnTo>
                  <a:pt x="94867" y="75239"/>
                </a:lnTo>
                <a:lnTo>
                  <a:pt x="94867" y="71968"/>
                </a:lnTo>
                <a:lnTo>
                  <a:pt x="91595" y="71968"/>
                </a:lnTo>
                <a:lnTo>
                  <a:pt x="91595" y="75239"/>
                </a:lnTo>
                <a:lnTo>
                  <a:pt x="58883" y="75239"/>
                </a:lnTo>
                <a:lnTo>
                  <a:pt x="58883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52340" y="68697"/>
                </a:lnTo>
                <a:lnTo>
                  <a:pt x="52340" y="65425"/>
                </a:lnTo>
                <a:lnTo>
                  <a:pt x="49069" y="65425"/>
                </a:lnTo>
                <a:lnTo>
                  <a:pt x="49069" y="58883"/>
                </a:lnTo>
                <a:lnTo>
                  <a:pt x="45798" y="58883"/>
                </a:lnTo>
                <a:lnTo>
                  <a:pt x="45798" y="55612"/>
                </a:lnTo>
                <a:lnTo>
                  <a:pt x="16356" y="55612"/>
                </a:lnTo>
                <a:lnTo>
                  <a:pt x="16356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3271" y="45798"/>
                </a:lnTo>
                <a:lnTo>
                  <a:pt x="3271" y="39255"/>
                </a:lnTo>
                <a:lnTo>
                  <a:pt x="0" y="39255"/>
                </a:lnTo>
                <a:lnTo>
                  <a:pt x="0" y="29441"/>
                </a:lnTo>
                <a:lnTo>
                  <a:pt x="3271" y="29441"/>
                </a:lnTo>
                <a:lnTo>
                  <a:pt x="3271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9814" y="19628"/>
                </a:lnTo>
                <a:lnTo>
                  <a:pt x="9814" y="16356"/>
                </a:lnTo>
                <a:lnTo>
                  <a:pt x="16356" y="16356"/>
                </a:lnTo>
                <a:lnTo>
                  <a:pt x="16356" y="13085"/>
                </a:lnTo>
                <a:lnTo>
                  <a:pt x="68697" y="13085"/>
                </a:lnTo>
                <a:lnTo>
                  <a:pt x="68697" y="16356"/>
                </a:lnTo>
                <a:lnTo>
                  <a:pt x="75239" y="16356"/>
                </a:lnTo>
                <a:lnTo>
                  <a:pt x="75239" y="19628"/>
                </a:lnTo>
                <a:lnTo>
                  <a:pt x="78510" y="19628"/>
                </a:lnTo>
                <a:lnTo>
                  <a:pt x="78510" y="22899"/>
                </a:lnTo>
                <a:lnTo>
                  <a:pt x="81782" y="22899"/>
                </a:lnTo>
                <a:lnTo>
                  <a:pt x="81782" y="29441"/>
                </a:lnTo>
                <a:lnTo>
                  <a:pt x="85053" y="29441"/>
                </a:lnTo>
                <a:lnTo>
                  <a:pt x="85053" y="32713"/>
                </a:lnTo>
                <a:lnTo>
                  <a:pt x="91595" y="32713"/>
                </a:lnTo>
                <a:lnTo>
                  <a:pt x="91595" y="26170"/>
                </a:lnTo>
                <a:lnTo>
                  <a:pt x="88324" y="26170"/>
                </a:lnTo>
                <a:close/>
                <a:moveTo>
                  <a:pt x="94867" y="32713"/>
                </a:moveTo>
                <a:lnTo>
                  <a:pt x="91595" y="32713"/>
                </a:lnTo>
                <a:lnTo>
                  <a:pt x="91595" y="35984"/>
                </a:lnTo>
                <a:lnTo>
                  <a:pt x="94867" y="35984"/>
                </a:lnTo>
                <a:lnTo>
                  <a:pt x="94867" y="32713"/>
                </a:lnTo>
                <a:close/>
                <a:moveTo>
                  <a:pt x="264973" y="85053"/>
                </a:moveTo>
                <a:lnTo>
                  <a:pt x="264973" y="81782"/>
                </a:lnTo>
                <a:lnTo>
                  <a:pt x="261701" y="81782"/>
                </a:lnTo>
                <a:lnTo>
                  <a:pt x="261701" y="85053"/>
                </a:lnTo>
                <a:lnTo>
                  <a:pt x="264973" y="8505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isible source SEC-093 inset-1 region 833">
            <a:extLst xmlns:a="http://schemas.openxmlformats.org/drawingml/2006/main">
              <a:ext uri="{FF2B5EF4-FFF2-40B4-BE49-F238E27FC236}">
                <a16:creationId xmlns:a16="http://schemas.microsoft.com/office/drawing/2014/main" id="{7F4503D1-6CC8-4BB9-8019-A403CC25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473" y="2424171"/>
            <a:ext cx="261701" cy="62154"/>
          </a:xfrm>
          <a:custGeom xmlns:a="http://schemas.openxmlformats.org/drawingml/2006/main">
            <a:pathLst>
              <a:path w="261701" h="62154">
                <a:moveTo>
                  <a:pt x="166835" y="19628"/>
                </a:moveTo>
                <a:lnTo>
                  <a:pt x="176648" y="19628"/>
                </a:lnTo>
                <a:lnTo>
                  <a:pt x="176648" y="13085"/>
                </a:lnTo>
                <a:lnTo>
                  <a:pt x="179920" y="13085"/>
                </a:lnTo>
                <a:lnTo>
                  <a:pt x="179920" y="6543"/>
                </a:lnTo>
                <a:lnTo>
                  <a:pt x="183191" y="6543"/>
                </a:lnTo>
                <a:lnTo>
                  <a:pt x="183191" y="3271"/>
                </a:lnTo>
                <a:lnTo>
                  <a:pt x="189733" y="3271"/>
                </a:lnTo>
                <a:lnTo>
                  <a:pt x="189733" y="0"/>
                </a:lnTo>
                <a:lnTo>
                  <a:pt x="245345" y="0"/>
                </a:lnTo>
                <a:lnTo>
                  <a:pt x="245345" y="3271"/>
                </a:lnTo>
                <a:lnTo>
                  <a:pt x="251887" y="3271"/>
                </a:lnTo>
                <a:lnTo>
                  <a:pt x="251887" y="6543"/>
                </a:lnTo>
                <a:lnTo>
                  <a:pt x="255159" y="6543"/>
                </a:lnTo>
                <a:lnTo>
                  <a:pt x="255159" y="9814"/>
                </a:lnTo>
                <a:lnTo>
                  <a:pt x="258430" y="9814"/>
                </a:lnTo>
                <a:lnTo>
                  <a:pt x="258430" y="16356"/>
                </a:lnTo>
                <a:lnTo>
                  <a:pt x="261701" y="16356"/>
                </a:lnTo>
                <a:lnTo>
                  <a:pt x="261701" y="26170"/>
                </a:lnTo>
                <a:lnTo>
                  <a:pt x="258430" y="26170"/>
                </a:lnTo>
                <a:lnTo>
                  <a:pt x="258430" y="32713"/>
                </a:lnTo>
                <a:lnTo>
                  <a:pt x="255159" y="32713"/>
                </a:lnTo>
                <a:lnTo>
                  <a:pt x="255159" y="35984"/>
                </a:lnTo>
                <a:lnTo>
                  <a:pt x="251887" y="35984"/>
                </a:lnTo>
                <a:lnTo>
                  <a:pt x="251887" y="39255"/>
                </a:lnTo>
                <a:lnTo>
                  <a:pt x="245345" y="39255"/>
                </a:lnTo>
                <a:lnTo>
                  <a:pt x="245345" y="42526"/>
                </a:lnTo>
                <a:lnTo>
                  <a:pt x="212632" y="42526"/>
                </a:lnTo>
                <a:lnTo>
                  <a:pt x="212632" y="45798"/>
                </a:lnTo>
                <a:lnTo>
                  <a:pt x="209361" y="45798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5612"/>
                </a:lnTo>
                <a:lnTo>
                  <a:pt x="202818" y="55612"/>
                </a:lnTo>
                <a:lnTo>
                  <a:pt x="202818" y="58883"/>
                </a:lnTo>
                <a:lnTo>
                  <a:pt x="196276" y="58883"/>
                </a:lnTo>
                <a:lnTo>
                  <a:pt x="196276" y="62154"/>
                </a:lnTo>
                <a:lnTo>
                  <a:pt x="147207" y="62154"/>
                </a:lnTo>
                <a:lnTo>
                  <a:pt x="147207" y="58883"/>
                </a:lnTo>
                <a:lnTo>
                  <a:pt x="140664" y="58883"/>
                </a:lnTo>
                <a:lnTo>
                  <a:pt x="140664" y="55612"/>
                </a:lnTo>
                <a:lnTo>
                  <a:pt x="137393" y="55612"/>
                </a:lnTo>
                <a:lnTo>
                  <a:pt x="137393" y="52340"/>
                </a:lnTo>
                <a:lnTo>
                  <a:pt x="134122" y="52340"/>
                </a:lnTo>
                <a:lnTo>
                  <a:pt x="134122" y="45798"/>
                </a:lnTo>
                <a:lnTo>
                  <a:pt x="68697" y="45798"/>
                </a:lnTo>
                <a:lnTo>
                  <a:pt x="68697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62154" y="55612"/>
                </a:lnTo>
                <a:lnTo>
                  <a:pt x="62154" y="58883"/>
                </a:lnTo>
                <a:lnTo>
                  <a:pt x="55612" y="58883"/>
                </a:lnTo>
                <a:lnTo>
                  <a:pt x="55612" y="62154"/>
                </a:lnTo>
                <a:lnTo>
                  <a:pt x="16356" y="62154"/>
                </a:lnTo>
                <a:lnTo>
                  <a:pt x="16356" y="58883"/>
                </a:lnTo>
                <a:lnTo>
                  <a:pt x="9814" y="58883"/>
                </a:lnTo>
                <a:lnTo>
                  <a:pt x="9814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3271" y="52340"/>
                </a:lnTo>
                <a:lnTo>
                  <a:pt x="3271" y="45798"/>
                </a:lnTo>
                <a:lnTo>
                  <a:pt x="0" y="45798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29441"/>
                </a:lnTo>
                <a:lnTo>
                  <a:pt x="6543" y="29441"/>
                </a:lnTo>
                <a:lnTo>
                  <a:pt x="6543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19628"/>
                </a:lnTo>
                <a:lnTo>
                  <a:pt x="45798" y="19628"/>
                </a:lnTo>
                <a:lnTo>
                  <a:pt x="45798" y="13085"/>
                </a:lnTo>
                <a:lnTo>
                  <a:pt x="49069" y="13085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6543"/>
                </a:lnTo>
                <a:lnTo>
                  <a:pt x="58883" y="6543"/>
                </a:lnTo>
                <a:lnTo>
                  <a:pt x="58883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60292" y="6543"/>
                </a:lnTo>
                <a:lnTo>
                  <a:pt x="160292" y="9814"/>
                </a:lnTo>
                <a:lnTo>
                  <a:pt x="163563" y="9814"/>
                </a:lnTo>
                <a:lnTo>
                  <a:pt x="163563" y="13085"/>
                </a:lnTo>
                <a:lnTo>
                  <a:pt x="166835" y="13085"/>
                </a:lnTo>
                <a:lnTo>
                  <a:pt x="166835" y="1962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isible source SEC-093 inset-1 region 834">
            <a:extLst xmlns:a="http://schemas.openxmlformats.org/drawingml/2006/main">
              <a:ext uri="{FF2B5EF4-FFF2-40B4-BE49-F238E27FC236}">
                <a16:creationId xmlns:a16="http://schemas.microsoft.com/office/drawing/2014/main" id="{780DE49F-CE04-40EA-8CC9-C282D2FC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201" y="2509224"/>
            <a:ext cx="353297" cy="98138"/>
          </a:xfrm>
          <a:custGeom xmlns:a="http://schemas.openxmlformats.org/drawingml/2006/main">
            <a:pathLst>
              <a:path w="353297" h="98138">
                <a:moveTo>
                  <a:pt x="94867" y="9814"/>
                </a:moveTo>
                <a:lnTo>
                  <a:pt x="98138" y="9814"/>
                </a:lnTo>
                <a:lnTo>
                  <a:pt x="98138" y="6543"/>
                </a:lnTo>
                <a:lnTo>
                  <a:pt x="101409" y="6543"/>
                </a:lnTo>
                <a:lnTo>
                  <a:pt x="101409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17766" y="0"/>
                </a:lnTo>
                <a:lnTo>
                  <a:pt x="117766" y="3271"/>
                </a:lnTo>
                <a:lnTo>
                  <a:pt x="121037" y="3271"/>
                </a:lnTo>
                <a:lnTo>
                  <a:pt x="121037" y="0"/>
                </a:lnTo>
                <a:lnTo>
                  <a:pt x="166835" y="0"/>
                </a:lnTo>
                <a:lnTo>
                  <a:pt x="166835" y="3271"/>
                </a:lnTo>
                <a:lnTo>
                  <a:pt x="173377" y="3271"/>
                </a:lnTo>
                <a:lnTo>
                  <a:pt x="173377" y="0"/>
                </a:lnTo>
                <a:lnTo>
                  <a:pt x="202818" y="0"/>
                </a:lnTo>
                <a:lnTo>
                  <a:pt x="202818" y="3271"/>
                </a:lnTo>
                <a:lnTo>
                  <a:pt x="209361" y="3271"/>
                </a:lnTo>
                <a:lnTo>
                  <a:pt x="209361" y="6543"/>
                </a:lnTo>
                <a:lnTo>
                  <a:pt x="212632" y="6543"/>
                </a:lnTo>
                <a:lnTo>
                  <a:pt x="212632" y="9814"/>
                </a:lnTo>
                <a:lnTo>
                  <a:pt x="215904" y="9814"/>
                </a:lnTo>
                <a:lnTo>
                  <a:pt x="215904" y="13085"/>
                </a:lnTo>
                <a:lnTo>
                  <a:pt x="219175" y="13085"/>
                </a:lnTo>
                <a:lnTo>
                  <a:pt x="219175" y="9814"/>
                </a:lnTo>
                <a:lnTo>
                  <a:pt x="248616" y="9814"/>
                </a:lnTo>
                <a:lnTo>
                  <a:pt x="248616" y="13085"/>
                </a:lnTo>
                <a:lnTo>
                  <a:pt x="255159" y="13085"/>
                </a:lnTo>
                <a:lnTo>
                  <a:pt x="255159" y="16356"/>
                </a:lnTo>
                <a:lnTo>
                  <a:pt x="258430" y="16356"/>
                </a:lnTo>
                <a:lnTo>
                  <a:pt x="258430" y="19628"/>
                </a:lnTo>
                <a:lnTo>
                  <a:pt x="261701" y="19628"/>
                </a:lnTo>
                <a:lnTo>
                  <a:pt x="261701" y="26170"/>
                </a:lnTo>
                <a:lnTo>
                  <a:pt x="264973" y="26170"/>
                </a:lnTo>
                <a:lnTo>
                  <a:pt x="264973" y="35984"/>
                </a:lnTo>
                <a:lnTo>
                  <a:pt x="261701" y="35984"/>
                </a:lnTo>
                <a:lnTo>
                  <a:pt x="261701" y="42526"/>
                </a:lnTo>
                <a:lnTo>
                  <a:pt x="258430" y="42526"/>
                </a:lnTo>
                <a:lnTo>
                  <a:pt x="258430" y="45798"/>
                </a:lnTo>
                <a:lnTo>
                  <a:pt x="255159" y="45798"/>
                </a:lnTo>
                <a:lnTo>
                  <a:pt x="255159" y="49069"/>
                </a:lnTo>
                <a:lnTo>
                  <a:pt x="291143" y="49069"/>
                </a:lnTo>
                <a:lnTo>
                  <a:pt x="291143" y="52340"/>
                </a:lnTo>
                <a:lnTo>
                  <a:pt x="297685" y="52340"/>
                </a:lnTo>
                <a:lnTo>
                  <a:pt x="297685" y="55612"/>
                </a:lnTo>
                <a:lnTo>
                  <a:pt x="310770" y="55612"/>
                </a:lnTo>
                <a:lnTo>
                  <a:pt x="310770" y="58883"/>
                </a:lnTo>
                <a:lnTo>
                  <a:pt x="317313" y="58883"/>
                </a:lnTo>
                <a:lnTo>
                  <a:pt x="317313" y="55612"/>
                </a:lnTo>
                <a:lnTo>
                  <a:pt x="336940" y="55612"/>
                </a:lnTo>
                <a:lnTo>
                  <a:pt x="336940" y="58883"/>
                </a:lnTo>
                <a:lnTo>
                  <a:pt x="343483" y="58883"/>
                </a:lnTo>
                <a:lnTo>
                  <a:pt x="343483" y="62154"/>
                </a:lnTo>
                <a:lnTo>
                  <a:pt x="346754" y="62154"/>
                </a:lnTo>
                <a:lnTo>
                  <a:pt x="346754" y="65425"/>
                </a:lnTo>
                <a:lnTo>
                  <a:pt x="350025" y="65425"/>
                </a:lnTo>
                <a:lnTo>
                  <a:pt x="350025" y="71968"/>
                </a:lnTo>
                <a:lnTo>
                  <a:pt x="353297" y="71968"/>
                </a:lnTo>
                <a:lnTo>
                  <a:pt x="353297" y="81782"/>
                </a:lnTo>
                <a:lnTo>
                  <a:pt x="350025" y="81782"/>
                </a:lnTo>
                <a:lnTo>
                  <a:pt x="350025" y="88324"/>
                </a:lnTo>
                <a:lnTo>
                  <a:pt x="346754" y="88324"/>
                </a:lnTo>
                <a:lnTo>
                  <a:pt x="346754" y="91595"/>
                </a:lnTo>
                <a:lnTo>
                  <a:pt x="343483" y="91595"/>
                </a:lnTo>
                <a:lnTo>
                  <a:pt x="343483" y="94867"/>
                </a:lnTo>
                <a:lnTo>
                  <a:pt x="336940" y="94867"/>
                </a:lnTo>
                <a:lnTo>
                  <a:pt x="336940" y="98138"/>
                </a:lnTo>
                <a:lnTo>
                  <a:pt x="314042" y="98138"/>
                </a:lnTo>
                <a:lnTo>
                  <a:pt x="314042" y="94867"/>
                </a:lnTo>
                <a:lnTo>
                  <a:pt x="310770" y="94867"/>
                </a:lnTo>
                <a:lnTo>
                  <a:pt x="310770" y="98138"/>
                </a:lnTo>
                <a:lnTo>
                  <a:pt x="284600" y="98138"/>
                </a:lnTo>
                <a:lnTo>
                  <a:pt x="284600" y="94867"/>
                </a:lnTo>
                <a:lnTo>
                  <a:pt x="278058" y="94867"/>
                </a:lnTo>
                <a:lnTo>
                  <a:pt x="278058" y="91595"/>
                </a:lnTo>
                <a:lnTo>
                  <a:pt x="238802" y="91595"/>
                </a:lnTo>
                <a:lnTo>
                  <a:pt x="238802" y="88324"/>
                </a:lnTo>
                <a:lnTo>
                  <a:pt x="232260" y="88324"/>
                </a:lnTo>
                <a:lnTo>
                  <a:pt x="232260" y="85053"/>
                </a:lnTo>
                <a:lnTo>
                  <a:pt x="228989" y="85053"/>
                </a:lnTo>
                <a:lnTo>
                  <a:pt x="228989" y="81782"/>
                </a:lnTo>
                <a:lnTo>
                  <a:pt x="225717" y="81782"/>
                </a:lnTo>
                <a:lnTo>
                  <a:pt x="225717" y="75239"/>
                </a:lnTo>
                <a:lnTo>
                  <a:pt x="222446" y="75239"/>
                </a:lnTo>
                <a:lnTo>
                  <a:pt x="222446" y="65425"/>
                </a:lnTo>
                <a:lnTo>
                  <a:pt x="225717" y="65425"/>
                </a:lnTo>
                <a:lnTo>
                  <a:pt x="225717" y="58883"/>
                </a:lnTo>
                <a:lnTo>
                  <a:pt x="228989" y="58883"/>
                </a:lnTo>
                <a:lnTo>
                  <a:pt x="228989" y="55612"/>
                </a:lnTo>
                <a:lnTo>
                  <a:pt x="232260" y="55612"/>
                </a:lnTo>
                <a:lnTo>
                  <a:pt x="232260" y="52340"/>
                </a:lnTo>
                <a:lnTo>
                  <a:pt x="219175" y="52340"/>
                </a:lnTo>
                <a:lnTo>
                  <a:pt x="219175" y="49069"/>
                </a:lnTo>
                <a:lnTo>
                  <a:pt x="212632" y="49069"/>
                </a:lnTo>
                <a:lnTo>
                  <a:pt x="212632" y="52340"/>
                </a:lnTo>
                <a:lnTo>
                  <a:pt x="199547" y="52340"/>
                </a:lnTo>
                <a:lnTo>
                  <a:pt x="199547" y="49069"/>
                </a:lnTo>
                <a:lnTo>
                  <a:pt x="193005" y="49069"/>
                </a:lnTo>
                <a:lnTo>
                  <a:pt x="193005" y="45798"/>
                </a:lnTo>
                <a:lnTo>
                  <a:pt x="189733" y="45798"/>
                </a:lnTo>
                <a:lnTo>
                  <a:pt x="189733" y="42526"/>
                </a:lnTo>
                <a:lnTo>
                  <a:pt x="173377" y="42526"/>
                </a:lnTo>
                <a:lnTo>
                  <a:pt x="173377" y="39255"/>
                </a:lnTo>
                <a:lnTo>
                  <a:pt x="166835" y="39255"/>
                </a:lnTo>
                <a:lnTo>
                  <a:pt x="166835" y="42526"/>
                </a:lnTo>
                <a:lnTo>
                  <a:pt x="127579" y="42526"/>
                </a:lnTo>
                <a:lnTo>
                  <a:pt x="127579" y="45798"/>
                </a:lnTo>
                <a:lnTo>
                  <a:pt x="124308" y="45798"/>
                </a:lnTo>
                <a:lnTo>
                  <a:pt x="124308" y="52340"/>
                </a:lnTo>
                <a:lnTo>
                  <a:pt x="121037" y="52340"/>
                </a:lnTo>
                <a:lnTo>
                  <a:pt x="121037" y="55612"/>
                </a:lnTo>
                <a:lnTo>
                  <a:pt x="117766" y="55612"/>
                </a:lnTo>
                <a:lnTo>
                  <a:pt x="117766" y="58883"/>
                </a:lnTo>
                <a:lnTo>
                  <a:pt x="111223" y="58883"/>
                </a:lnTo>
                <a:lnTo>
                  <a:pt x="111223" y="62154"/>
                </a:lnTo>
                <a:lnTo>
                  <a:pt x="65425" y="62154"/>
                </a:lnTo>
                <a:lnTo>
                  <a:pt x="65425" y="58883"/>
                </a:lnTo>
                <a:lnTo>
                  <a:pt x="58883" y="58883"/>
                </a:lnTo>
                <a:lnTo>
                  <a:pt x="58883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52340" y="52340"/>
                </a:lnTo>
                <a:lnTo>
                  <a:pt x="52340" y="45798"/>
                </a:lnTo>
                <a:lnTo>
                  <a:pt x="49069" y="45798"/>
                </a:lnTo>
                <a:lnTo>
                  <a:pt x="4906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19628"/>
                </a:lnTo>
                <a:lnTo>
                  <a:pt x="91595" y="19628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isible source SEC-093 inset-1 region 835">
            <a:extLst xmlns:a="http://schemas.openxmlformats.org/drawingml/2006/main">
              <a:ext uri="{FF2B5EF4-FFF2-40B4-BE49-F238E27FC236}">
                <a16:creationId xmlns:a16="http://schemas.microsoft.com/office/drawing/2014/main" id="{9F8BC365-4ED1-4C60-A9BB-90DD321E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3041" y="17681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isible source SEC-093 inset-1 region 836">
            <a:extLst xmlns:a="http://schemas.openxmlformats.org/drawingml/2006/main">
              <a:ext uri="{FF2B5EF4-FFF2-40B4-BE49-F238E27FC236}">
                <a16:creationId xmlns:a16="http://schemas.microsoft.com/office/drawing/2014/main" id="{125E4D5E-A800-47B8-AA1C-3DDC06F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3041" y="202982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isible source SEC-093 inset-1 region 837">
            <a:extLst xmlns:a="http://schemas.openxmlformats.org/drawingml/2006/main">
              <a:ext uri="{FF2B5EF4-FFF2-40B4-BE49-F238E27FC236}">
                <a16:creationId xmlns:a16="http://schemas.microsoft.com/office/drawing/2014/main" id="{FC989386-EDC8-4DED-945D-4C82DE78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92593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isible source SEC-093 inset-1 region 838">
            <a:extLst xmlns:a="http://schemas.openxmlformats.org/drawingml/2006/main">
              <a:ext uri="{FF2B5EF4-FFF2-40B4-BE49-F238E27FC236}">
                <a16:creationId xmlns:a16="http://schemas.microsoft.com/office/drawing/2014/main" id="{C2512BD9-348F-4DAB-8E26-0336986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95210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isible source SEC-093 inset-1 region 839">
            <a:extLst xmlns:a="http://schemas.openxmlformats.org/drawingml/2006/main">
              <a:ext uri="{FF2B5EF4-FFF2-40B4-BE49-F238E27FC236}">
                <a16:creationId xmlns:a16="http://schemas.microsoft.com/office/drawing/2014/main" id="{E8BAC63D-E49D-4D61-A3CC-9F6DBB5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838" y="1030612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isible source SEC-093 inset-1 region 840">
            <a:extLst xmlns:a="http://schemas.openxmlformats.org/drawingml/2006/main">
              <a:ext uri="{FF2B5EF4-FFF2-40B4-BE49-F238E27FC236}">
                <a16:creationId xmlns:a16="http://schemas.microsoft.com/office/drawing/2014/main" id="{C3ADA84F-E401-4BF6-B443-D828B2F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838" y="105678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isible source SEC-093 inset-1 region 841">
            <a:extLst xmlns:a="http://schemas.openxmlformats.org/drawingml/2006/main">
              <a:ext uri="{FF2B5EF4-FFF2-40B4-BE49-F238E27FC236}">
                <a16:creationId xmlns:a16="http://schemas.microsoft.com/office/drawing/2014/main" id="{700EA51E-0B29-4226-80DD-55F9A522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418" y="1429707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isible source SEC-093 inset-1 region 842">
            <a:extLst xmlns:a="http://schemas.openxmlformats.org/drawingml/2006/main">
              <a:ext uri="{FF2B5EF4-FFF2-40B4-BE49-F238E27FC236}">
                <a16:creationId xmlns:a16="http://schemas.microsoft.com/office/drawing/2014/main" id="{30C25FF2-D0C0-457F-AA65-09D2E8E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077" y="1478776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isible source SEC-093 inset-1 region 843">
            <a:extLst xmlns:a="http://schemas.openxmlformats.org/drawingml/2006/main">
              <a:ext uri="{FF2B5EF4-FFF2-40B4-BE49-F238E27FC236}">
                <a16:creationId xmlns:a16="http://schemas.microsoft.com/office/drawing/2014/main" id="{AD735AC2-A9CC-424B-9839-7350699C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077" y="1504946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isible source SEC-093 inset-1 region 844">
            <a:extLst xmlns:a="http://schemas.openxmlformats.org/drawingml/2006/main">
              <a:ext uri="{FF2B5EF4-FFF2-40B4-BE49-F238E27FC236}">
                <a16:creationId xmlns:a16="http://schemas.microsoft.com/office/drawing/2014/main" id="{2B3E95CC-422C-45DB-AF00-2AB2970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801" y="1537658"/>
            <a:ext cx="45798" cy="42526"/>
          </a:xfrm>
          <a:custGeom xmlns:a="http://schemas.openxmlformats.org/drawingml/2006/main">
            <a:pathLst>
              <a:path w="4579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isible source SEC-093 inset-1 region 845">
            <a:extLst xmlns:a="http://schemas.openxmlformats.org/drawingml/2006/main">
              <a:ext uri="{FF2B5EF4-FFF2-40B4-BE49-F238E27FC236}">
                <a16:creationId xmlns:a16="http://schemas.microsoft.com/office/drawing/2014/main" id="{FC736D68-C2D4-48FF-A3F7-7A1D0B9C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1557286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isible source SEC-093 inset-1 region 846">
            <a:extLst xmlns:a="http://schemas.openxmlformats.org/drawingml/2006/main">
              <a:ext uri="{FF2B5EF4-FFF2-40B4-BE49-F238E27FC236}">
                <a16:creationId xmlns:a16="http://schemas.microsoft.com/office/drawing/2014/main" id="{86FA4DCC-E912-42A3-8149-7B8AB6B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215" y="1563829"/>
            <a:ext cx="42526" cy="42526"/>
          </a:xfrm>
          <a:custGeom xmlns:a="http://schemas.openxmlformats.org/drawingml/2006/main">
            <a:pathLst>
              <a:path w="42526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isible source SEC-093 inset-1 region 847">
            <a:extLst xmlns:a="http://schemas.openxmlformats.org/drawingml/2006/main">
              <a:ext uri="{FF2B5EF4-FFF2-40B4-BE49-F238E27FC236}">
                <a16:creationId xmlns:a16="http://schemas.microsoft.com/office/drawing/2014/main" id="{FBA7DC74-3AD7-4194-AFAD-FD0B1493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162" y="156710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isible source SEC-093 inset-1 region 848">
            <a:extLst xmlns:a="http://schemas.openxmlformats.org/drawingml/2006/main">
              <a:ext uri="{FF2B5EF4-FFF2-40B4-BE49-F238E27FC236}">
                <a16:creationId xmlns:a16="http://schemas.microsoft.com/office/drawing/2014/main" id="{664C2A21-0511-46C3-B0F4-A0A25B1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53" y="1576914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isible source SEC-093 inset-1 region 849">
            <a:extLst xmlns:a="http://schemas.openxmlformats.org/drawingml/2006/main">
              <a:ext uri="{FF2B5EF4-FFF2-40B4-BE49-F238E27FC236}">
                <a16:creationId xmlns:a16="http://schemas.microsoft.com/office/drawing/2014/main" id="{6B2303B2-A239-487D-B93B-DAB1771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1583456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isible source SEC-093 inset-1 region 850">
            <a:extLst xmlns:a="http://schemas.openxmlformats.org/drawingml/2006/main">
              <a:ext uri="{FF2B5EF4-FFF2-40B4-BE49-F238E27FC236}">
                <a16:creationId xmlns:a16="http://schemas.microsoft.com/office/drawing/2014/main" id="{106B8008-9859-466B-BCD0-292841A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162" y="1593270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isible source SEC-093 inset-1 region 851">
            <a:extLst xmlns:a="http://schemas.openxmlformats.org/drawingml/2006/main">
              <a:ext uri="{FF2B5EF4-FFF2-40B4-BE49-F238E27FC236}">
                <a16:creationId xmlns:a16="http://schemas.microsoft.com/office/drawing/2014/main" id="{EB3BBFAF-2D58-4AC5-BEA5-9E9D5E90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53" y="1603084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isible source SEC-093 inset-1 region 852">
            <a:extLst xmlns:a="http://schemas.openxmlformats.org/drawingml/2006/main">
              <a:ext uri="{FF2B5EF4-FFF2-40B4-BE49-F238E27FC236}">
                <a16:creationId xmlns:a16="http://schemas.microsoft.com/office/drawing/2014/main" id="{1584C3BE-00FF-4ABF-9382-5637271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142" y="1671780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isible source SEC-093 inset-1 region 853">
            <a:extLst xmlns:a="http://schemas.openxmlformats.org/drawingml/2006/main">
              <a:ext uri="{FF2B5EF4-FFF2-40B4-BE49-F238E27FC236}">
                <a16:creationId xmlns:a16="http://schemas.microsoft.com/office/drawing/2014/main" id="{804F990D-69B0-40EC-A001-500ACA48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360" y="1675052"/>
            <a:ext cx="88324" cy="137393"/>
          </a:xfrm>
          <a:custGeom xmlns:a="http://schemas.openxmlformats.org/drawingml/2006/main">
            <a:pathLst>
              <a:path w="88324" h="137393">
                <a:moveTo>
                  <a:pt x="3271" y="26170"/>
                </a:moveTo>
                <a:lnTo>
                  <a:pt x="3271" y="16356"/>
                </a:lnTo>
                <a:lnTo>
                  <a:pt x="6543" y="16356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9628" y="3271"/>
                </a:lnTo>
                <a:lnTo>
                  <a:pt x="19628" y="0"/>
                </a:lnTo>
                <a:lnTo>
                  <a:pt x="29441" y="0"/>
                </a:lnTo>
                <a:lnTo>
                  <a:pt x="29441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6356"/>
                </a:lnTo>
                <a:lnTo>
                  <a:pt x="45798" y="16356"/>
                </a:lnTo>
                <a:lnTo>
                  <a:pt x="45798" y="26170"/>
                </a:lnTo>
                <a:lnTo>
                  <a:pt x="42526" y="26170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32713" y="42526"/>
                </a:lnTo>
                <a:lnTo>
                  <a:pt x="32713" y="45798"/>
                </a:lnTo>
                <a:lnTo>
                  <a:pt x="35984" y="45798"/>
                </a:lnTo>
                <a:lnTo>
                  <a:pt x="35984" y="49069"/>
                </a:lnTo>
                <a:lnTo>
                  <a:pt x="39255" y="49069"/>
                </a:lnTo>
                <a:lnTo>
                  <a:pt x="39255" y="55612"/>
                </a:lnTo>
                <a:lnTo>
                  <a:pt x="42526" y="55612"/>
                </a:lnTo>
                <a:lnTo>
                  <a:pt x="42526" y="65425"/>
                </a:lnTo>
                <a:lnTo>
                  <a:pt x="39255" y="65425"/>
                </a:lnTo>
                <a:lnTo>
                  <a:pt x="39255" y="68697"/>
                </a:lnTo>
                <a:lnTo>
                  <a:pt x="49069" y="68697"/>
                </a:lnTo>
                <a:lnTo>
                  <a:pt x="49069" y="71968"/>
                </a:lnTo>
                <a:lnTo>
                  <a:pt x="55612" y="71968"/>
                </a:lnTo>
                <a:lnTo>
                  <a:pt x="55612" y="75239"/>
                </a:lnTo>
                <a:lnTo>
                  <a:pt x="58883" y="75239"/>
                </a:lnTo>
                <a:lnTo>
                  <a:pt x="58883" y="78510"/>
                </a:lnTo>
                <a:lnTo>
                  <a:pt x="62154" y="78510"/>
                </a:lnTo>
                <a:lnTo>
                  <a:pt x="62154" y="85053"/>
                </a:lnTo>
                <a:lnTo>
                  <a:pt x="65425" y="85053"/>
                </a:lnTo>
                <a:lnTo>
                  <a:pt x="65425" y="94867"/>
                </a:lnTo>
                <a:lnTo>
                  <a:pt x="75239" y="94867"/>
                </a:lnTo>
                <a:lnTo>
                  <a:pt x="75239" y="98138"/>
                </a:lnTo>
                <a:lnTo>
                  <a:pt x="81782" y="98138"/>
                </a:lnTo>
                <a:lnTo>
                  <a:pt x="81782" y="101409"/>
                </a:lnTo>
                <a:lnTo>
                  <a:pt x="85053" y="101409"/>
                </a:lnTo>
                <a:lnTo>
                  <a:pt x="85053" y="104681"/>
                </a:lnTo>
                <a:lnTo>
                  <a:pt x="88324" y="104681"/>
                </a:lnTo>
                <a:lnTo>
                  <a:pt x="88324" y="111223"/>
                </a:lnTo>
                <a:lnTo>
                  <a:pt x="85053" y="111223"/>
                </a:lnTo>
                <a:lnTo>
                  <a:pt x="85053" y="114494"/>
                </a:lnTo>
                <a:lnTo>
                  <a:pt x="81782" y="114494"/>
                </a:lnTo>
                <a:lnTo>
                  <a:pt x="81782" y="117766"/>
                </a:lnTo>
                <a:lnTo>
                  <a:pt x="78510" y="117766"/>
                </a:lnTo>
                <a:lnTo>
                  <a:pt x="78510" y="121037"/>
                </a:lnTo>
                <a:lnTo>
                  <a:pt x="75239" y="121037"/>
                </a:lnTo>
                <a:lnTo>
                  <a:pt x="75239" y="124308"/>
                </a:lnTo>
                <a:lnTo>
                  <a:pt x="71968" y="124308"/>
                </a:lnTo>
                <a:lnTo>
                  <a:pt x="71968" y="137393"/>
                </a:lnTo>
                <a:lnTo>
                  <a:pt x="65425" y="137393"/>
                </a:lnTo>
                <a:lnTo>
                  <a:pt x="65425" y="134122"/>
                </a:lnTo>
                <a:lnTo>
                  <a:pt x="58883" y="134122"/>
                </a:lnTo>
                <a:lnTo>
                  <a:pt x="58883" y="130851"/>
                </a:lnTo>
                <a:lnTo>
                  <a:pt x="55612" y="130851"/>
                </a:lnTo>
                <a:lnTo>
                  <a:pt x="55612" y="127579"/>
                </a:lnTo>
                <a:lnTo>
                  <a:pt x="52340" y="127579"/>
                </a:lnTo>
                <a:lnTo>
                  <a:pt x="52340" y="121037"/>
                </a:lnTo>
                <a:lnTo>
                  <a:pt x="49069" y="121037"/>
                </a:lnTo>
                <a:lnTo>
                  <a:pt x="49069" y="111223"/>
                </a:lnTo>
                <a:lnTo>
                  <a:pt x="39255" y="111223"/>
                </a:lnTo>
                <a:lnTo>
                  <a:pt x="39255" y="107952"/>
                </a:lnTo>
                <a:lnTo>
                  <a:pt x="32713" y="107952"/>
                </a:lnTo>
                <a:lnTo>
                  <a:pt x="32713" y="104681"/>
                </a:lnTo>
                <a:lnTo>
                  <a:pt x="29441" y="104681"/>
                </a:lnTo>
                <a:lnTo>
                  <a:pt x="29441" y="101409"/>
                </a:lnTo>
                <a:lnTo>
                  <a:pt x="26170" y="101409"/>
                </a:lnTo>
                <a:lnTo>
                  <a:pt x="26170" y="94867"/>
                </a:lnTo>
                <a:lnTo>
                  <a:pt x="22899" y="94867"/>
                </a:lnTo>
                <a:lnTo>
                  <a:pt x="22899" y="85053"/>
                </a:lnTo>
                <a:lnTo>
                  <a:pt x="26170" y="85053"/>
                </a:lnTo>
                <a:lnTo>
                  <a:pt x="26170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6170"/>
                </a:lnTo>
                <a:lnTo>
                  <a:pt x="3271" y="26170"/>
                </a:lnTo>
                <a:close/>
                <a:moveTo>
                  <a:pt x="49069" y="107952"/>
                </a:moveTo>
                <a:lnTo>
                  <a:pt x="49069" y="111223"/>
                </a:lnTo>
                <a:lnTo>
                  <a:pt x="52340" y="111223"/>
                </a:lnTo>
                <a:lnTo>
                  <a:pt x="52340" y="107952"/>
                </a:lnTo>
                <a:lnTo>
                  <a:pt x="49069" y="107952"/>
                </a:lnTo>
                <a:close/>
                <a:moveTo>
                  <a:pt x="65425" y="98138"/>
                </a:moveTo>
                <a:lnTo>
                  <a:pt x="65425" y="94867"/>
                </a:lnTo>
                <a:lnTo>
                  <a:pt x="62154" y="94867"/>
                </a:lnTo>
                <a:lnTo>
                  <a:pt x="62154" y="98138"/>
                </a:lnTo>
                <a:lnTo>
                  <a:pt x="65425" y="98138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isible source SEC-093 inset-1 region 854">
            <a:extLst xmlns:a="http://schemas.openxmlformats.org/drawingml/2006/main">
              <a:ext uri="{FF2B5EF4-FFF2-40B4-BE49-F238E27FC236}">
                <a16:creationId xmlns:a16="http://schemas.microsoft.com/office/drawing/2014/main" id="{499722C6-E145-4814-ABAF-5F3EF118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519" y="1694679"/>
            <a:ext cx="55612" cy="42526"/>
          </a:xfrm>
          <a:custGeom xmlns:a="http://schemas.openxmlformats.org/drawingml/2006/main">
            <a:pathLst>
              <a:path w="55612" h="42526">
                <a:moveTo>
                  <a:pt x="0" y="9814"/>
                </a:moveTo>
                <a:lnTo>
                  <a:pt x="3271" y="9814"/>
                </a:lnTo>
                <a:lnTo>
                  <a:pt x="3271" y="6543"/>
                </a:lnTo>
                <a:lnTo>
                  <a:pt x="6543" y="6543"/>
                </a:lnTo>
                <a:lnTo>
                  <a:pt x="6543" y="3271"/>
                </a:lnTo>
                <a:lnTo>
                  <a:pt x="13085" y="3271"/>
                </a:lnTo>
                <a:lnTo>
                  <a:pt x="13085" y="0"/>
                </a:lnTo>
                <a:lnTo>
                  <a:pt x="22899" y="0"/>
                </a:lnTo>
                <a:lnTo>
                  <a:pt x="22899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9255" y="0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6543"/>
                </a:lnTo>
                <a:lnTo>
                  <a:pt x="49069" y="6543"/>
                </a:lnTo>
                <a:lnTo>
                  <a:pt x="49069" y="9814"/>
                </a:lnTo>
                <a:lnTo>
                  <a:pt x="52340" y="9814"/>
                </a:lnTo>
                <a:lnTo>
                  <a:pt x="52340" y="16356"/>
                </a:lnTo>
                <a:lnTo>
                  <a:pt x="55612" y="16356"/>
                </a:lnTo>
                <a:lnTo>
                  <a:pt x="55612" y="26170"/>
                </a:lnTo>
                <a:lnTo>
                  <a:pt x="52340" y="26170"/>
                </a:lnTo>
                <a:lnTo>
                  <a:pt x="52340" y="32713"/>
                </a:lnTo>
                <a:lnTo>
                  <a:pt x="49069" y="32713"/>
                </a:lnTo>
                <a:lnTo>
                  <a:pt x="49069" y="35984"/>
                </a:lnTo>
                <a:lnTo>
                  <a:pt x="45798" y="35984"/>
                </a:lnTo>
                <a:lnTo>
                  <a:pt x="45798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29441" y="42526"/>
                </a:lnTo>
                <a:lnTo>
                  <a:pt x="29441" y="39255"/>
                </a:lnTo>
                <a:lnTo>
                  <a:pt x="22899" y="39255"/>
                </a:lnTo>
                <a:lnTo>
                  <a:pt x="22899" y="42526"/>
                </a:lnTo>
                <a:lnTo>
                  <a:pt x="16356" y="42526"/>
                </a:lnTo>
                <a:lnTo>
                  <a:pt x="16356" y="29441"/>
                </a:lnTo>
                <a:lnTo>
                  <a:pt x="13085" y="29441"/>
                </a:lnTo>
                <a:lnTo>
                  <a:pt x="13085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6543" y="22899"/>
                </a:lnTo>
                <a:lnTo>
                  <a:pt x="6543" y="19628"/>
                </a:lnTo>
                <a:lnTo>
                  <a:pt x="3271" y="19628"/>
                </a:lnTo>
                <a:lnTo>
                  <a:pt x="3271" y="16356"/>
                </a:lnTo>
                <a:lnTo>
                  <a:pt x="0" y="16356"/>
                </a:lnTo>
                <a:lnTo>
                  <a:pt x="0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isible source SEC-093 inset-1 region 855">
            <a:extLst xmlns:a="http://schemas.openxmlformats.org/drawingml/2006/main">
              <a:ext uri="{FF2B5EF4-FFF2-40B4-BE49-F238E27FC236}">
                <a16:creationId xmlns:a16="http://schemas.microsoft.com/office/drawing/2014/main" id="{CBB2EC45-C6F0-46DE-A57D-D029F84E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142" y="1697950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isible source SEC-093 inset-1 region 856">
            <a:extLst xmlns:a="http://schemas.openxmlformats.org/drawingml/2006/main">
              <a:ext uri="{FF2B5EF4-FFF2-40B4-BE49-F238E27FC236}">
                <a16:creationId xmlns:a16="http://schemas.microsoft.com/office/drawing/2014/main" id="{223556E4-555F-4B32-812B-9D35A2E3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891" y="1714307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isible source SEC-093 inset-1 region 857">
            <a:extLst xmlns:a="http://schemas.openxmlformats.org/drawingml/2006/main">
              <a:ext uri="{FF2B5EF4-FFF2-40B4-BE49-F238E27FC236}">
                <a16:creationId xmlns:a16="http://schemas.microsoft.com/office/drawing/2014/main" id="{A234F3A4-958F-4C05-94C6-FBF4F05A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721" y="1717578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isible source SEC-093 inset-1 region 858">
            <a:extLst xmlns:a="http://schemas.openxmlformats.org/drawingml/2006/main">
              <a:ext uri="{FF2B5EF4-FFF2-40B4-BE49-F238E27FC236}">
                <a16:creationId xmlns:a16="http://schemas.microsoft.com/office/drawing/2014/main" id="{136D46ED-EBC4-4770-A935-426ED1D2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5008" y="1717578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isible source SEC-093 inset-1 region 859">
            <a:extLst xmlns:a="http://schemas.openxmlformats.org/drawingml/2006/main">
              <a:ext uri="{FF2B5EF4-FFF2-40B4-BE49-F238E27FC236}">
                <a16:creationId xmlns:a16="http://schemas.microsoft.com/office/drawing/2014/main" id="{B695D6A1-888C-4FD1-BDF0-62BEA2D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891" y="1740477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isible source SEC-093 inset-1 region 860">
            <a:extLst xmlns:a="http://schemas.openxmlformats.org/drawingml/2006/main">
              <a:ext uri="{FF2B5EF4-FFF2-40B4-BE49-F238E27FC236}">
                <a16:creationId xmlns:a16="http://schemas.microsoft.com/office/drawing/2014/main" id="{820852EA-51C7-4CD9-832A-E0720492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5008" y="1743748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isible source SEC-093 inset-1 region 861">
            <a:extLst xmlns:a="http://schemas.openxmlformats.org/drawingml/2006/main">
              <a:ext uri="{FF2B5EF4-FFF2-40B4-BE49-F238E27FC236}">
                <a16:creationId xmlns:a16="http://schemas.microsoft.com/office/drawing/2014/main" id="{E9E338EA-6455-436F-B23C-91A479E0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721" y="1743748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isible source SEC-093 inset-1 region 862">
            <a:extLst xmlns:a="http://schemas.openxmlformats.org/drawingml/2006/main">
              <a:ext uri="{FF2B5EF4-FFF2-40B4-BE49-F238E27FC236}">
                <a16:creationId xmlns:a16="http://schemas.microsoft.com/office/drawing/2014/main" id="{F1C5C058-9BF0-4B70-B3C1-C43D6A9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07" y="1769918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isible source SEC-093 inset-1 region 863">
            <a:extLst xmlns:a="http://schemas.openxmlformats.org/drawingml/2006/main">
              <a:ext uri="{FF2B5EF4-FFF2-40B4-BE49-F238E27FC236}">
                <a16:creationId xmlns:a16="http://schemas.microsoft.com/office/drawing/2014/main" id="{AD3BD923-9A54-4DE3-9732-B306F550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6045" y="1783003"/>
            <a:ext cx="186462" cy="55612"/>
          </a:xfrm>
          <a:custGeom xmlns:a="http://schemas.openxmlformats.org/drawingml/2006/main">
            <a:pathLst>
              <a:path w="186462" h="55612">
                <a:moveTo>
                  <a:pt x="0" y="22899"/>
                </a:moveTo>
                <a:lnTo>
                  <a:pt x="3271" y="22899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13085"/>
                </a:lnTo>
                <a:lnTo>
                  <a:pt x="9814" y="13085"/>
                </a:lnTo>
                <a:lnTo>
                  <a:pt x="9814" y="9814"/>
                </a:lnTo>
                <a:lnTo>
                  <a:pt x="16356" y="9814"/>
                </a:lnTo>
                <a:lnTo>
                  <a:pt x="16356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5798" y="9814"/>
                </a:lnTo>
                <a:lnTo>
                  <a:pt x="45798" y="13085"/>
                </a:lnTo>
                <a:lnTo>
                  <a:pt x="49069" y="13085"/>
                </a:lnTo>
                <a:lnTo>
                  <a:pt x="49069" y="16356"/>
                </a:lnTo>
                <a:lnTo>
                  <a:pt x="55612" y="16356"/>
                </a:lnTo>
                <a:lnTo>
                  <a:pt x="55612" y="13085"/>
                </a:lnTo>
                <a:lnTo>
                  <a:pt x="65425" y="13085"/>
                </a:lnTo>
                <a:lnTo>
                  <a:pt x="65425" y="16356"/>
                </a:lnTo>
                <a:lnTo>
                  <a:pt x="71968" y="16356"/>
                </a:lnTo>
                <a:lnTo>
                  <a:pt x="71968" y="19628"/>
                </a:lnTo>
                <a:lnTo>
                  <a:pt x="78510" y="19628"/>
                </a:lnTo>
                <a:lnTo>
                  <a:pt x="78510" y="16356"/>
                </a:lnTo>
                <a:lnTo>
                  <a:pt x="85053" y="16356"/>
                </a:lnTo>
                <a:lnTo>
                  <a:pt x="85053" y="13085"/>
                </a:lnTo>
                <a:lnTo>
                  <a:pt x="91595" y="13085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30851" y="0"/>
                </a:lnTo>
                <a:lnTo>
                  <a:pt x="130851" y="3271"/>
                </a:lnTo>
                <a:lnTo>
                  <a:pt x="137393" y="3271"/>
                </a:lnTo>
                <a:lnTo>
                  <a:pt x="137393" y="6543"/>
                </a:lnTo>
                <a:lnTo>
                  <a:pt x="140664" y="6543"/>
                </a:lnTo>
                <a:lnTo>
                  <a:pt x="140664" y="9814"/>
                </a:lnTo>
                <a:lnTo>
                  <a:pt x="143936" y="9814"/>
                </a:lnTo>
                <a:lnTo>
                  <a:pt x="143936" y="16356"/>
                </a:lnTo>
                <a:lnTo>
                  <a:pt x="147207" y="16356"/>
                </a:lnTo>
                <a:lnTo>
                  <a:pt x="147207" y="9814"/>
                </a:lnTo>
                <a:lnTo>
                  <a:pt x="150478" y="9814"/>
                </a:lnTo>
                <a:lnTo>
                  <a:pt x="150478" y="6543"/>
                </a:lnTo>
                <a:lnTo>
                  <a:pt x="153750" y="6543"/>
                </a:lnTo>
                <a:lnTo>
                  <a:pt x="153750" y="3271"/>
                </a:lnTo>
                <a:lnTo>
                  <a:pt x="160292" y="3271"/>
                </a:lnTo>
                <a:lnTo>
                  <a:pt x="160292" y="0"/>
                </a:lnTo>
                <a:lnTo>
                  <a:pt x="170106" y="0"/>
                </a:lnTo>
                <a:lnTo>
                  <a:pt x="170106" y="3271"/>
                </a:lnTo>
                <a:lnTo>
                  <a:pt x="176648" y="3271"/>
                </a:lnTo>
                <a:lnTo>
                  <a:pt x="176648" y="6543"/>
                </a:lnTo>
                <a:lnTo>
                  <a:pt x="179920" y="6543"/>
                </a:lnTo>
                <a:lnTo>
                  <a:pt x="179920" y="9814"/>
                </a:lnTo>
                <a:lnTo>
                  <a:pt x="183191" y="9814"/>
                </a:lnTo>
                <a:lnTo>
                  <a:pt x="183191" y="16356"/>
                </a:lnTo>
                <a:lnTo>
                  <a:pt x="186462" y="16356"/>
                </a:lnTo>
                <a:lnTo>
                  <a:pt x="186462" y="26170"/>
                </a:lnTo>
                <a:lnTo>
                  <a:pt x="183191" y="26170"/>
                </a:lnTo>
                <a:lnTo>
                  <a:pt x="183191" y="32713"/>
                </a:lnTo>
                <a:lnTo>
                  <a:pt x="179920" y="32713"/>
                </a:lnTo>
                <a:lnTo>
                  <a:pt x="179920" y="35984"/>
                </a:lnTo>
                <a:lnTo>
                  <a:pt x="176648" y="35984"/>
                </a:lnTo>
                <a:lnTo>
                  <a:pt x="176648" y="39255"/>
                </a:lnTo>
                <a:lnTo>
                  <a:pt x="170106" y="39255"/>
                </a:lnTo>
                <a:lnTo>
                  <a:pt x="170106" y="42526"/>
                </a:lnTo>
                <a:lnTo>
                  <a:pt x="160292" y="42526"/>
                </a:lnTo>
                <a:lnTo>
                  <a:pt x="160292" y="39255"/>
                </a:lnTo>
                <a:lnTo>
                  <a:pt x="153750" y="39255"/>
                </a:lnTo>
                <a:lnTo>
                  <a:pt x="153750" y="35984"/>
                </a:lnTo>
                <a:lnTo>
                  <a:pt x="150478" y="35984"/>
                </a:lnTo>
                <a:lnTo>
                  <a:pt x="150478" y="32713"/>
                </a:lnTo>
                <a:lnTo>
                  <a:pt x="147207" y="32713"/>
                </a:lnTo>
                <a:lnTo>
                  <a:pt x="147207" y="26170"/>
                </a:lnTo>
                <a:lnTo>
                  <a:pt x="143936" y="26170"/>
                </a:lnTo>
                <a:lnTo>
                  <a:pt x="143936" y="32713"/>
                </a:lnTo>
                <a:lnTo>
                  <a:pt x="140664" y="32713"/>
                </a:lnTo>
                <a:lnTo>
                  <a:pt x="140664" y="35984"/>
                </a:lnTo>
                <a:lnTo>
                  <a:pt x="137393" y="35984"/>
                </a:lnTo>
                <a:lnTo>
                  <a:pt x="137393" y="39255"/>
                </a:lnTo>
                <a:lnTo>
                  <a:pt x="130851" y="39255"/>
                </a:lnTo>
                <a:lnTo>
                  <a:pt x="130851" y="42526"/>
                </a:lnTo>
                <a:lnTo>
                  <a:pt x="111223" y="42526"/>
                </a:lnTo>
                <a:lnTo>
                  <a:pt x="111223" y="45798"/>
                </a:lnTo>
                <a:lnTo>
                  <a:pt x="107952" y="45798"/>
                </a:lnTo>
                <a:lnTo>
                  <a:pt x="107952" y="49069"/>
                </a:lnTo>
                <a:lnTo>
                  <a:pt x="104681" y="49069"/>
                </a:lnTo>
                <a:lnTo>
                  <a:pt x="104681" y="52340"/>
                </a:lnTo>
                <a:lnTo>
                  <a:pt x="98138" y="52340"/>
                </a:lnTo>
                <a:lnTo>
                  <a:pt x="98138" y="55612"/>
                </a:lnTo>
                <a:lnTo>
                  <a:pt x="85053" y="55612"/>
                </a:lnTo>
                <a:lnTo>
                  <a:pt x="85053" y="52340"/>
                </a:lnTo>
                <a:lnTo>
                  <a:pt x="78510" y="52340"/>
                </a:lnTo>
                <a:lnTo>
                  <a:pt x="78510" y="49069"/>
                </a:lnTo>
                <a:lnTo>
                  <a:pt x="71968" y="49069"/>
                </a:lnTo>
                <a:lnTo>
                  <a:pt x="71968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55612" y="55612"/>
                </a:lnTo>
                <a:lnTo>
                  <a:pt x="55612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45798" y="49069"/>
                </a:lnTo>
                <a:lnTo>
                  <a:pt x="45798" y="45798"/>
                </a:lnTo>
                <a:lnTo>
                  <a:pt x="42526" y="45798"/>
                </a:lnTo>
                <a:lnTo>
                  <a:pt x="42526" y="49069"/>
                </a:lnTo>
                <a:lnTo>
                  <a:pt x="16356" y="49069"/>
                </a:lnTo>
                <a:lnTo>
                  <a:pt x="16356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3271" y="39255"/>
                </a:lnTo>
                <a:lnTo>
                  <a:pt x="3271" y="32713"/>
                </a:lnTo>
                <a:lnTo>
                  <a:pt x="0" y="32713"/>
                </a:lnTo>
                <a:lnTo>
                  <a:pt x="0" y="22899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isible source SEC-093 inset-1 region 864">
            <a:extLst xmlns:a="http://schemas.openxmlformats.org/drawingml/2006/main">
              <a:ext uri="{FF2B5EF4-FFF2-40B4-BE49-F238E27FC236}">
                <a16:creationId xmlns:a16="http://schemas.microsoft.com/office/drawing/2014/main" id="{9D66C205-DCEF-4EEC-AAF8-A1F457FE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07" y="1796088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isible source SEC-093 inset-1 region 865">
            <a:extLst xmlns:a="http://schemas.openxmlformats.org/drawingml/2006/main">
              <a:ext uri="{FF2B5EF4-FFF2-40B4-BE49-F238E27FC236}">
                <a16:creationId xmlns:a16="http://schemas.microsoft.com/office/drawing/2014/main" id="{533D56B2-326D-41AA-A321-18212BE8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870" y="1815716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isible source SEC-093 inset-1 region 866">
            <a:extLst xmlns:a="http://schemas.openxmlformats.org/drawingml/2006/main">
              <a:ext uri="{FF2B5EF4-FFF2-40B4-BE49-F238E27FC236}">
                <a16:creationId xmlns:a16="http://schemas.microsoft.com/office/drawing/2014/main" id="{609BDAED-8078-4325-9382-E384B537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535" y="1828801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isible source SEC-093 inset-1 region 867">
            <a:extLst xmlns:a="http://schemas.openxmlformats.org/drawingml/2006/main">
              <a:ext uri="{FF2B5EF4-FFF2-40B4-BE49-F238E27FC236}">
                <a16:creationId xmlns:a16="http://schemas.microsoft.com/office/drawing/2014/main" id="{107E1386-73DE-4286-AA48-14CB5CA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0248" y="1835344"/>
            <a:ext cx="65425" cy="42526"/>
          </a:xfrm>
          <a:custGeom xmlns:a="http://schemas.openxmlformats.org/drawingml/2006/main">
            <a:pathLst>
              <a:path w="65425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9069" y="0"/>
                </a:lnTo>
                <a:lnTo>
                  <a:pt x="49069" y="3271"/>
                </a:lnTo>
                <a:lnTo>
                  <a:pt x="55612" y="3271"/>
                </a:lnTo>
                <a:lnTo>
                  <a:pt x="55612" y="6543"/>
                </a:lnTo>
                <a:lnTo>
                  <a:pt x="58883" y="6543"/>
                </a:lnTo>
                <a:lnTo>
                  <a:pt x="58883" y="9814"/>
                </a:lnTo>
                <a:lnTo>
                  <a:pt x="62154" y="9814"/>
                </a:lnTo>
                <a:lnTo>
                  <a:pt x="62154" y="16356"/>
                </a:lnTo>
                <a:lnTo>
                  <a:pt x="65425" y="16356"/>
                </a:lnTo>
                <a:lnTo>
                  <a:pt x="65425" y="26170"/>
                </a:lnTo>
                <a:lnTo>
                  <a:pt x="62154" y="26170"/>
                </a:lnTo>
                <a:lnTo>
                  <a:pt x="62154" y="32713"/>
                </a:lnTo>
                <a:lnTo>
                  <a:pt x="58883" y="32713"/>
                </a:lnTo>
                <a:lnTo>
                  <a:pt x="58883" y="35984"/>
                </a:lnTo>
                <a:lnTo>
                  <a:pt x="55612" y="35984"/>
                </a:lnTo>
                <a:lnTo>
                  <a:pt x="55612" y="39255"/>
                </a:lnTo>
                <a:lnTo>
                  <a:pt x="49069" y="39255"/>
                </a:lnTo>
                <a:lnTo>
                  <a:pt x="49069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isible source SEC-093 inset-1 region 868">
            <a:extLst xmlns:a="http://schemas.openxmlformats.org/drawingml/2006/main">
              <a:ext uri="{FF2B5EF4-FFF2-40B4-BE49-F238E27FC236}">
                <a16:creationId xmlns:a16="http://schemas.microsoft.com/office/drawing/2014/main" id="{C800D2E6-351E-4F34-B66B-7615EA81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6498" y="1884413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isible source SEC-093 inset-1 region 869">
            <a:extLst xmlns:a="http://schemas.openxmlformats.org/drawingml/2006/main">
              <a:ext uri="{FF2B5EF4-FFF2-40B4-BE49-F238E27FC236}">
                <a16:creationId xmlns:a16="http://schemas.microsoft.com/office/drawing/2014/main" id="{054B3C27-D473-4AE5-9AE8-6E4CB247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461" y="1894226"/>
            <a:ext cx="121037" cy="124308"/>
          </a:xfrm>
          <a:custGeom xmlns:a="http://schemas.openxmlformats.org/drawingml/2006/main">
            <a:pathLst>
              <a:path w="121037" h="124308">
                <a:moveTo>
                  <a:pt x="13085" y="9814"/>
                </a:moveTo>
                <a:lnTo>
                  <a:pt x="16356" y="9814"/>
                </a:lnTo>
                <a:lnTo>
                  <a:pt x="16356" y="6543"/>
                </a:lnTo>
                <a:lnTo>
                  <a:pt x="19628" y="6543"/>
                </a:lnTo>
                <a:lnTo>
                  <a:pt x="19628" y="3271"/>
                </a:lnTo>
                <a:lnTo>
                  <a:pt x="26170" y="3271"/>
                </a:lnTo>
                <a:lnTo>
                  <a:pt x="26170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45798"/>
                </a:lnTo>
                <a:lnTo>
                  <a:pt x="45798" y="45798"/>
                </a:lnTo>
                <a:lnTo>
                  <a:pt x="45798" y="49069"/>
                </a:lnTo>
                <a:lnTo>
                  <a:pt x="49069" y="49069"/>
                </a:lnTo>
                <a:lnTo>
                  <a:pt x="49069" y="52340"/>
                </a:lnTo>
                <a:lnTo>
                  <a:pt x="52340" y="52340"/>
                </a:lnTo>
                <a:lnTo>
                  <a:pt x="52340" y="58883"/>
                </a:lnTo>
                <a:lnTo>
                  <a:pt x="55612" y="58883"/>
                </a:lnTo>
                <a:lnTo>
                  <a:pt x="55612" y="65425"/>
                </a:lnTo>
                <a:lnTo>
                  <a:pt x="58883" y="65425"/>
                </a:lnTo>
                <a:lnTo>
                  <a:pt x="58883" y="62154"/>
                </a:lnTo>
                <a:lnTo>
                  <a:pt x="62154" y="62154"/>
                </a:lnTo>
                <a:lnTo>
                  <a:pt x="62154" y="58883"/>
                </a:lnTo>
                <a:lnTo>
                  <a:pt x="68697" y="58883"/>
                </a:lnTo>
                <a:lnTo>
                  <a:pt x="68697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111223" y="58883"/>
                </a:lnTo>
                <a:lnTo>
                  <a:pt x="111223" y="62154"/>
                </a:lnTo>
                <a:lnTo>
                  <a:pt x="114494" y="62154"/>
                </a:lnTo>
                <a:lnTo>
                  <a:pt x="114494" y="65425"/>
                </a:lnTo>
                <a:lnTo>
                  <a:pt x="117766" y="65425"/>
                </a:lnTo>
                <a:lnTo>
                  <a:pt x="117766" y="71968"/>
                </a:lnTo>
                <a:lnTo>
                  <a:pt x="121037" y="71968"/>
                </a:lnTo>
                <a:lnTo>
                  <a:pt x="121037" y="81782"/>
                </a:lnTo>
                <a:lnTo>
                  <a:pt x="117766" y="81782"/>
                </a:lnTo>
                <a:lnTo>
                  <a:pt x="117766" y="88324"/>
                </a:lnTo>
                <a:lnTo>
                  <a:pt x="114494" y="88324"/>
                </a:lnTo>
                <a:lnTo>
                  <a:pt x="114494" y="91595"/>
                </a:lnTo>
                <a:lnTo>
                  <a:pt x="117766" y="91595"/>
                </a:lnTo>
                <a:lnTo>
                  <a:pt x="117766" y="98138"/>
                </a:lnTo>
                <a:lnTo>
                  <a:pt x="121037" y="98138"/>
                </a:lnTo>
                <a:lnTo>
                  <a:pt x="121037" y="104681"/>
                </a:lnTo>
                <a:lnTo>
                  <a:pt x="98138" y="104681"/>
                </a:lnTo>
                <a:lnTo>
                  <a:pt x="98138" y="107952"/>
                </a:lnTo>
                <a:lnTo>
                  <a:pt x="94867" y="107952"/>
                </a:lnTo>
                <a:lnTo>
                  <a:pt x="94867" y="111223"/>
                </a:lnTo>
                <a:lnTo>
                  <a:pt x="91595" y="111223"/>
                </a:lnTo>
                <a:lnTo>
                  <a:pt x="91595" y="114494"/>
                </a:lnTo>
                <a:lnTo>
                  <a:pt x="88324" y="114494"/>
                </a:lnTo>
                <a:lnTo>
                  <a:pt x="88324" y="117766"/>
                </a:lnTo>
                <a:lnTo>
                  <a:pt x="85053" y="117766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24308"/>
                </a:lnTo>
                <a:lnTo>
                  <a:pt x="65425" y="124308"/>
                </a:lnTo>
                <a:lnTo>
                  <a:pt x="65425" y="121037"/>
                </a:lnTo>
                <a:lnTo>
                  <a:pt x="58883" y="121037"/>
                </a:lnTo>
                <a:lnTo>
                  <a:pt x="58883" y="117766"/>
                </a:lnTo>
                <a:lnTo>
                  <a:pt x="55612" y="117766"/>
                </a:lnTo>
                <a:lnTo>
                  <a:pt x="55612" y="114494"/>
                </a:lnTo>
                <a:lnTo>
                  <a:pt x="52340" y="114494"/>
                </a:lnTo>
                <a:lnTo>
                  <a:pt x="52340" y="107952"/>
                </a:lnTo>
                <a:lnTo>
                  <a:pt x="49069" y="107952"/>
                </a:lnTo>
                <a:lnTo>
                  <a:pt x="49069" y="98138"/>
                </a:lnTo>
                <a:lnTo>
                  <a:pt x="52340" y="98138"/>
                </a:lnTo>
                <a:lnTo>
                  <a:pt x="52340" y="91595"/>
                </a:lnTo>
                <a:lnTo>
                  <a:pt x="55612" y="91595"/>
                </a:lnTo>
                <a:lnTo>
                  <a:pt x="55612" y="81782"/>
                </a:lnTo>
                <a:lnTo>
                  <a:pt x="52340" y="81782"/>
                </a:lnTo>
                <a:lnTo>
                  <a:pt x="52340" y="75239"/>
                </a:lnTo>
                <a:lnTo>
                  <a:pt x="49069" y="75239"/>
                </a:lnTo>
                <a:lnTo>
                  <a:pt x="49069" y="78510"/>
                </a:lnTo>
                <a:lnTo>
                  <a:pt x="45798" y="78510"/>
                </a:lnTo>
                <a:lnTo>
                  <a:pt x="45798" y="81782"/>
                </a:lnTo>
                <a:lnTo>
                  <a:pt x="39255" y="81782"/>
                </a:lnTo>
                <a:lnTo>
                  <a:pt x="39255" y="85053"/>
                </a:lnTo>
                <a:lnTo>
                  <a:pt x="16356" y="85053"/>
                </a:lnTo>
                <a:lnTo>
                  <a:pt x="16356" y="81782"/>
                </a:lnTo>
                <a:lnTo>
                  <a:pt x="9814" y="81782"/>
                </a:lnTo>
                <a:lnTo>
                  <a:pt x="9814" y="78510"/>
                </a:lnTo>
                <a:lnTo>
                  <a:pt x="6543" y="78510"/>
                </a:lnTo>
                <a:lnTo>
                  <a:pt x="6543" y="75239"/>
                </a:lnTo>
                <a:lnTo>
                  <a:pt x="3271" y="75239"/>
                </a:lnTo>
                <a:lnTo>
                  <a:pt x="3271" y="68697"/>
                </a:lnTo>
                <a:lnTo>
                  <a:pt x="0" y="68697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2340"/>
                </a:lnTo>
                <a:lnTo>
                  <a:pt x="6543" y="52340"/>
                </a:lnTo>
                <a:lnTo>
                  <a:pt x="6543" y="49069"/>
                </a:lnTo>
                <a:lnTo>
                  <a:pt x="9814" y="49069"/>
                </a:lnTo>
                <a:lnTo>
                  <a:pt x="9814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26170" y="42526"/>
                </a:lnTo>
                <a:lnTo>
                  <a:pt x="26170" y="39255"/>
                </a:lnTo>
                <a:lnTo>
                  <a:pt x="19628" y="39255"/>
                </a:lnTo>
                <a:lnTo>
                  <a:pt x="19628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13085" y="32713"/>
                </a:lnTo>
                <a:lnTo>
                  <a:pt x="13085" y="26170"/>
                </a:lnTo>
                <a:lnTo>
                  <a:pt x="9814" y="26170"/>
                </a:lnTo>
                <a:lnTo>
                  <a:pt x="9814" y="16356"/>
                </a:lnTo>
                <a:lnTo>
                  <a:pt x="13085" y="16356"/>
                </a:lnTo>
                <a:lnTo>
                  <a:pt x="13085" y="9814"/>
                </a:lnTo>
                <a:close/>
                <a:moveTo>
                  <a:pt x="52340" y="68697"/>
                </a:moveTo>
                <a:lnTo>
                  <a:pt x="52340" y="71968"/>
                </a:lnTo>
                <a:lnTo>
                  <a:pt x="55612" y="71968"/>
                </a:lnTo>
                <a:lnTo>
                  <a:pt x="55612" y="68697"/>
                </a:lnTo>
                <a:lnTo>
                  <a:pt x="52340" y="68697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isible source SEC-093 inset-1 region 870">
            <a:extLst xmlns:a="http://schemas.openxmlformats.org/drawingml/2006/main">
              <a:ext uri="{FF2B5EF4-FFF2-40B4-BE49-F238E27FC236}">
                <a16:creationId xmlns:a16="http://schemas.microsoft.com/office/drawing/2014/main" id="{BBF535D9-0070-4EBA-B412-4EA81FB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790" y="1897498"/>
            <a:ext cx="49069" cy="42526"/>
          </a:xfrm>
          <a:custGeom xmlns:a="http://schemas.openxmlformats.org/drawingml/2006/main">
            <a:pathLst>
              <a:path w="49069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9255" y="3271"/>
                </a:lnTo>
                <a:lnTo>
                  <a:pt x="39255" y="6543"/>
                </a:lnTo>
                <a:lnTo>
                  <a:pt x="42526" y="6543"/>
                </a:lnTo>
                <a:lnTo>
                  <a:pt x="42526" y="9814"/>
                </a:lnTo>
                <a:lnTo>
                  <a:pt x="45798" y="9814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32713"/>
                </a:lnTo>
                <a:lnTo>
                  <a:pt x="42526" y="32713"/>
                </a:lnTo>
                <a:lnTo>
                  <a:pt x="42526" y="35984"/>
                </a:lnTo>
                <a:lnTo>
                  <a:pt x="39255" y="35984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isible source SEC-093 inset-1 region 871">
            <a:extLst xmlns:a="http://schemas.openxmlformats.org/drawingml/2006/main">
              <a:ext uri="{FF2B5EF4-FFF2-40B4-BE49-F238E27FC236}">
                <a16:creationId xmlns:a16="http://schemas.microsoft.com/office/drawing/2014/main" id="{528CF738-FEB6-4E4B-80F7-3A66A99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6498" y="1910583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isible source SEC-093 inset-1 region 872">
            <a:extLst xmlns:a="http://schemas.openxmlformats.org/drawingml/2006/main">
              <a:ext uri="{FF2B5EF4-FFF2-40B4-BE49-F238E27FC236}">
                <a16:creationId xmlns:a16="http://schemas.microsoft.com/office/drawing/2014/main" id="{9D5F5FFF-32BE-4D36-8E7A-DD8C838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110" y="1926939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isible source SEC-093 inset-1 region 873">
            <a:extLst xmlns:a="http://schemas.openxmlformats.org/drawingml/2006/main">
              <a:ext uri="{FF2B5EF4-FFF2-40B4-BE49-F238E27FC236}">
                <a16:creationId xmlns:a16="http://schemas.microsoft.com/office/drawing/2014/main" id="{2FC2DD4A-9AE4-4843-B288-68BB55BC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450" y="1926939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isible source SEC-093 inset-1 region 874">
            <a:extLst xmlns:a="http://schemas.openxmlformats.org/drawingml/2006/main">
              <a:ext uri="{FF2B5EF4-FFF2-40B4-BE49-F238E27FC236}">
                <a16:creationId xmlns:a16="http://schemas.microsoft.com/office/drawing/2014/main" id="{57571558-03BB-4717-B3BF-B55F588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4" y="1949838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isible source SEC-093 inset-1 region 875">
            <a:extLst xmlns:a="http://schemas.openxmlformats.org/drawingml/2006/main">
              <a:ext uri="{FF2B5EF4-FFF2-40B4-BE49-F238E27FC236}">
                <a16:creationId xmlns:a16="http://schemas.microsoft.com/office/drawing/2014/main" id="{D3683AF2-9C21-4F93-99BF-34F2BC1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110" y="1953109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isible source SEC-093 inset-1 region 876">
            <a:extLst xmlns:a="http://schemas.openxmlformats.org/drawingml/2006/main">
              <a:ext uri="{FF2B5EF4-FFF2-40B4-BE49-F238E27FC236}">
                <a16:creationId xmlns:a16="http://schemas.microsoft.com/office/drawing/2014/main" id="{41E24C24-A68E-49B4-BCA4-64071464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4" y="1976008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isible source SEC-093 inset-1 region 877">
            <a:extLst xmlns:a="http://schemas.openxmlformats.org/drawingml/2006/main">
              <a:ext uri="{FF2B5EF4-FFF2-40B4-BE49-F238E27FC236}">
                <a16:creationId xmlns:a16="http://schemas.microsoft.com/office/drawing/2014/main" id="{CCB70949-3AA2-4FF4-BD25-A6898B84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23" y="1979279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isible source SEC-093 inset-1 region 878">
            <a:extLst xmlns:a="http://schemas.openxmlformats.org/drawingml/2006/main">
              <a:ext uri="{FF2B5EF4-FFF2-40B4-BE49-F238E27FC236}">
                <a16:creationId xmlns:a16="http://schemas.microsoft.com/office/drawing/2014/main" id="{5D95AAA6-3F55-4328-ACEE-21E0383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790" y="2015263"/>
            <a:ext cx="147207" cy="65425"/>
          </a:xfrm>
          <a:custGeom xmlns:a="http://schemas.openxmlformats.org/drawingml/2006/main">
            <a:pathLst>
              <a:path w="147207" h="65425">
                <a:moveTo>
                  <a:pt x="26170" y="26170"/>
                </a:moveTo>
                <a:lnTo>
                  <a:pt x="26170" y="16356"/>
                </a:lnTo>
                <a:lnTo>
                  <a:pt x="29441" y="16356"/>
                </a:lnTo>
                <a:lnTo>
                  <a:pt x="29441" y="9814"/>
                </a:lnTo>
                <a:lnTo>
                  <a:pt x="32713" y="9814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19628"/>
                </a:lnTo>
                <a:lnTo>
                  <a:pt x="114494" y="19628"/>
                </a:lnTo>
                <a:lnTo>
                  <a:pt x="114494" y="16356"/>
                </a:lnTo>
                <a:lnTo>
                  <a:pt x="130851" y="16356"/>
                </a:lnTo>
                <a:lnTo>
                  <a:pt x="130851" y="19628"/>
                </a:lnTo>
                <a:lnTo>
                  <a:pt x="137393" y="19628"/>
                </a:lnTo>
                <a:lnTo>
                  <a:pt x="137393" y="22899"/>
                </a:lnTo>
                <a:lnTo>
                  <a:pt x="140664" y="22899"/>
                </a:lnTo>
                <a:lnTo>
                  <a:pt x="140664" y="26170"/>
                </a:lnTo>
                <a:lnTo>
                  <a:pt x="143936" y="26170"/>
                </a:lnTo>
                <a:lnTo>
                  <a:pt x="143936" y="32713"/>
                </a:lnTo>
                <a:lnTo>
                  <a:pt x="147207" y="32713"/>
                </a:lnTo>
                <a:lnTo>
                  <a:pt x="147207" y="42526"/>
                </a:lnTo>
                <a:lnTo>
                  <a:pt x="143936" y="42526"/>
                </a:lnTo>
                <a:lnTo>
                  <a:pt x="143936" y="49069"/>
                </a:lnTo>
                <a:lnTo>
                  <a:pt x="140664" y="49069"/>
                </a:lnTo>
                <a:lnTo>
                  <a:pt x="140664" y="52340"/>
                </a:lnTo>
                <a:lnTo>
                  <a:pt x="137393" y="52340"/>
                </a:lnTo>
                <a:lnTo>
                  <a:pt x="137393" y="55612"/>
                </a:lnTo>
                <a:lnTo>
                  <a:pt x="130851" y="55612"/>
                </a:lnTo>
                <a:lnTo>
                  <a:pt x="130851" y="58883"/>
                </a:lnTo>
                <a:lnTo>
                  <a:pt x="114494" y="58883"/>
                </a:lnTo>
                <a:lnTo>
                  <a:pt x="114494" y="55612"/>
                </a:lnTo>
                <a:lnTo>
                  <a:pt x="104681" y="55612"/>
                </a:lnTo>
                <a:lnTo>
                  <a:pt x="104681" y="58883"/>
                </a:lnTo>
                <a:lnTo>
                  <a:pt x="94867" y="58883"/>
                </a:lnTo>
                <a:lnTo>
                  <a:pt x="94867" y="55612"/>
                </a:lnTo>
                <a:lnTo>
                  <a:pt x="88324" y="55612"/>
                </a:lnTo>
                <a:lnTo>
                  <a:pt x="88324" y="52340"/>
                </a:lnTo>
                <a:lnTo>
                  <a:pt x="85053" y="52340"/>
                </a:lnTo>
                <a:lnTo>
                  <a:pt x="85053" y="49069"/>
                </a:lnTo>
                <a:lnTo>
                  <a:pt x="81782" y="49069"/>
                </a:lnTo>
                <a:lnTo>
                  <a:pt x="81782" y="42526"/>
                </a:lnTo>
                <a:lnTo>
                  <a:pt x="65425" y="42526"/>
                </a:lnTo>
                <a:lnTo>
                  <a:pt x="65425" y="52340"/>
                </a:lnTo>
                <a:lnTo>
                  <a:pt x="62154" y="52340"/>
                </a:lnTo>
                <a:lnTo>
                  <a:pt x="62154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55612" y="58883"/>
                </a:lnTo>
                <a:lnTo>
                  <a:pt x="55612" y="62154"/>
                </a:lnTo>
                <a:lnTo>
                  <a:pt x="52340" y="62154"/>
                </a:lnTo>
                <a:lnTo>
                  <a:pt x="52340" y="65425"/>
                </a:lnTo>
                <a:lnTo>
                  <a:pt x="35984" y="65425"/>
                </a:lnTo>
                <a:lnTo>
                  <a:pt x="35984" y="62154"/>
                </a:lnTo>
                <a:lnTo>
                  <a:pt x="32713" y="62154"/>
                </a:lnTo>
                <a:lnTo>
                  <a:pt x="32713" y="58883"/>
                </a:lnTo>
                <a:lnTo>
                  <a:pt x="22899" y="58883"/>
                </a:lnTo>
                <a:lnTo>
                  <a:pt x="22899" y="62154"/>
                </a:lnTo>
                <a:lnTo>
                  <a:pt x="19628" y="62154"/>
                </a:lnTo>
                <a:lnTo>
                  <a:pt x="19628" y="65425"/>
                </a:lnTo>
                <a:lnTo>
                  <a:pt x="3271" y="65425"/>
                </a:lnTo>
                <a:lnTo>
                  <a:pt x="3271" y="62154"/>
                </a:lnTo>
                <a:lnTo>
                  <a:pt x="0" y="62154"/>
                </a:lnTo>
                <a:lnTo>
                  <a:pt x="0" y="58883"/>
                </a:lnTo>
                <a:lnTo>
                  <a:pt x="3271" y="58883"/>
                </a:lnTo>
                <a:lnTo>
                  <a:pt x="3271" y="55612"/>
                </a:lnTo>
                <a:lnTo>
                  <a:pt x="6543" y="55612"/>
                </a:lnTo>
                <a:lnTo>
                  <a:pt x="6543" y="52340"/>
                </a:lnTo>
                <a:lnTo>
                  <a:pt x="9814" y="52340"/>
                </a:lnTo>
                <a:lnTo>
                  <a:pt x="9814" y="49069"/>
                </a:lnTo>
                <a:lnTo>
                  <a:pt x="13085" y="49069"/>
                </a:lnTo>
                <a:lnTo>
                  <a:pt x="13085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9628" y="42526"/>
                </a:lnTo>
                <a:lnTo>
                  <a:pt x="19628" y="32713"/>
                </a:lnTo>
                <a:lnTo>
                  <a:pt x="16356" y="32713"/>
                </a:lnTo>
                <a:lnTo>
                  <a:pt x="16356" y="29441"/>
                </a:lnTo>
                <a:lnTo>
                  <a:pt x="13085" y="29441"/>
                </a:lnTo>
                <a:lnTo>
                  <a:pt x="13085" y="26170"/>
                </a:lnTo>
                <a:lnTo>
                  <a:pt x="9814" y="26170"/>
                </a:lnTo>
                <a:lnTo>
                  <a:pt x="9814" y="22899"/>
                </a:lnTo>
                <a:lnTo>
                  <a:pt x="16356" y="22899"/>
                </a:lnTo>
                <a:lnTo>
                  <a:pt x="16356" y="26170"/>
                </a:lnTo>
                <a:lnTo>
                  <a:pt x="22899" y="26170"/>
                </a:lnTo>
                <a:lnTo>
                  <a:pt x="22899" y="29441"/>
                </a:lnTo>
                <a:lnTo>
                  <a:pt x="29441" y="29441"/>
                </a:lnTo>
                <a:lnTo>
                  <a:pt x="29441" y="26170"/>
                </a:lnTo>
                <a:lnTo>
                  <a:pt x="2617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isible source SEC-093 inset-1 region 879">
            <a:extLst xmlns:a="http://schemas.openxmlformats.org/drawingml/2006/main">
              <a:ext uri="{FF2B5EF4-FFF2-40B4-BE49-F238E27FC236}">
                <a16:creationId xmlns:a16="http://schemas.microsoft.com/office/drawing/2014/main" id="{9ECAAE06-DBBF-434C-86F1-0F8BEDB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031620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isible source SEC-093 inset-1 region 880">
            <a:extLst xmlns:a="http://schemas.openxmlformats.org/drawingml/2006/main">
              <a:ext uri="{FF2B5EF4-FFF2-40B4-BE49-F238E27FC236}">
                <a16:creationId xmlns:a16="http://schemas.microsoft.com/office/drawing/2014/main" id="{D14C1638-AE1E-4A60-ABE9-BCD25AE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721" y="2038162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isible source SEC-093 inset-1 region 881">
            <a:extLst xmlns:a="http://schemas.openxmlformats.org/drawingml/2006/main">
              <a:ext uri="{FF2B5EF4-FFF2-40B4-BE49-F238E27FC236}">
                <a16:creationId xmlns:a16="http://schemas.microsoft.com/office/drawing/2014/main" id="{BD09FAFF-9A21-4BAD-9AE3-16611891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721" y="2064332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isible source SEC-093 inset-1 region 882">
            <a:extLst xmlns:a="http://schemas.openxmlformats.org/drawingml/2006/main">
              <a:ext uri="{FF2B5EF4-FFF2-40B4-BE49-F238E27FC236}">
                <a16:creationId xmlns:a16="http://schemas.microsoft.com/office/drawing/2014/main" id="{DB94D6A5-1078-4474-B1BD-48C01F1A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328" y="2093774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0"/>
                </a:moveTo>
                <a:lnTo>
                  <a:pt x="3271" y="3271"/>
                </a:ln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isible source SEC-093 inset-1 region 883">
            <a:extLst xmlns:a="http://schemas.openxmlformats.org/drawingml/2006/main">
              <a:ext uri="{FF2B5EF4-FFF2-40B4-BE49-F238E27FC236}">
                <a16:creationId xmlns:a16="http://schemas.microsoft.com/office/drawing/2014/main" id="{AF5A9FAE-54E0-4C20-B060-911A168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057" y="2097045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isible source SEC-093 inset-1 region 884">
            <a:extLst xmlns:a="http://schemas.openxmlformats.org/drawingml/2006/main">
              <a:ext uri="{FF2B5EF4-FFF2-40B4-BE49-F238E27FC236}">
                <a16:creationId xmlns:a16="http://schemas.microsoft.com/office/drawing/2014/main" id="{71884337-F17E-454F-B420-16A7E33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976" y="2100316"/>
            <a:ext cx="68697" cy="42526"/>
          </a:xfrm>
          <a:custGeom xmlns:a="http://schemas.openxmlformats.org/drawingml/2006/main">
            <a:pathLst>
              <a:path w="68697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isible source SEC-093 inset-1 region 885">
            <a:extLst xmlns:a="http://schemas.openxmlformats.org/drawingml/2006/main">
              <a:ext uri="{FF2B5EF4-FFF2-40B4-BE49-F238E27FC236}">
                <a16:creationId xmlns:a16="http://schemas.microsoft.com/office/drawing/2014/main" id="{A2C2A242-CFC7-48D8-9EC5-1AEC0B2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057" y="2123215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isible source SEC-093 inset-1 region 886">
            <a:extLst xmlns:a="http://schemas.openxmlformats.org/drawingml/2006/main">
              <a:ext uri="{FF2B5EF4-FFF2-40B4-BE49-F238E27FC236}">
                <a16:creationId xmlns:a16="http://schemas.microsoft.com/office/drawing/2014/main" id="{A7B2655D-1EE1-45CF-92BA-4494EF8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328" y="2126486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isible source SEC-093 inset-1 region 887">
            <a:extLst xmlns:a="http://schemas.openxmlformats.org/drawingml/2006/main">
              <a:ext uri="{FF2B5EF4-FFF2-40B4-BE49-F238E27FC236}">
                <a16:creationId xmlns:a16="http://schemas.microsoft.com/office/drawing/2014/main" id="{4F2AFCB5-3D73-4EAF-A430-9893218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992" y="213630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isible source SEC-093 inset-1 region 888">
            <a:extLst xmlns:a="http://schemas.openxmlformats.org/drawingml/2006/main">
              <a:ext uri="{FF2B5EF4-FFF2-40B4-BE49-F238E27FC236}">
                <a16:creationId xmlns:a16="http://schemas.microsoft.com/office/drawing/2014/main" id="{00FF583D-3679-42B8-BF9D-6FDE6B9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992" y="216247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isible source SEC-093 inset-1 region 889">
            <a:extLst xmlns:a="http://schemas.openxmlformats.org/drawingml/2006/main">
              <a:ext uri="{FF2B5EF4-FFF2-40B4-BE49-F238E27FC236}">
                <a16:creationId xmlns:a16="http://schemas.microsoft.com/office/drawing/2014/main" id="{303C2C13-9D69-4B8B-BC57-CD83A705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487" y="2178827"/>
            <a:ext cx="163563" cy="75239"/>
          </a:xfrm>
          <a:custGeom xmlns:a="http://schemas.openxmlformats.org/drawingml/2006/main">
            <a:pathLst>
              <a:path w="163563" h="75239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5425" y="0"/>
                </a:lnTo>
                <a:lnTo>
                  <a:pt x="65425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32713"/>
                </a:lnTo>
                <a:lnTo>
                  <a:pt x="147207" y="32713"/>
                </a:lnTo>
                <a:lnTo>
                  <a:pt x="147207" y="35984"/>
                </a:lnTo>
                <a:lnTo>
                  <a:pt x="153750" y="35984"/>
                </a:lnTo>
                <a:lnTo>
                  <a:pt x="153750" y="39255"/>
                </a:lnTo>
                <a:lnTo>
                  <a:pt x="157021" y="39255"/>
                </a:lnTo>
                <a:lnTo>
                  <a:pt x="157021" y="42526"/>
                </a:lnTo>
                <a:lnTo>
                  <a:pt x="160292" y="42526"/>
                </a:lnTo>
                <a:lnTo>
                  <a:pt x="160292" y="45798"/>
                </a:lnTo>
                <a:lnTo>
                  <a:pt x="163563" y="45798"/>
                </a:lnTo>
                <a:lnTo>
                  <a:pt x="163563" y="62154"/>
                </a:lnTo>
                <a:lnTo>
                  <a:pt x="160292" y="62154"/>
                </a:lnTo>
                <a:lnTo>
                  <a:pt x="160292" y="65425"/>
                </a:lnTo>
                <a:lnTo>
                  <a:pt x="157021" y="65425"/>
                </a:lnTo>
                <a:lnTo>
                  <a:pt x="157021" y="68697"/>
                </a:lnTo>
                <a:lnTo>
                  <a:pt x="153750" y="68697"/>
                </a:lnTo>
                <a:lnTo>
                  <a:pt x="153750" y="71968"/>
                </a:lnTo>
                <a:lnTo>
                  <a:pt x="150478" y="71968"/>
                </a:lnTo>
                <a:lnTo>
                  <a:pt x="150478" y="75239"/>
                </a:lnTo>
                <a:lnTo>
                  <a:pt x="75239" y="75239"/>
                </a:lnTo>
                <a:lnTo>
                  <a:pt x="75239" y="71968"/>
                </a:lnTo>
                <a:lnTo>
                  <a:pt x="68697" y="71968"/>
                </a:lnTo>
                <a:lnTo>
                  <a:pt x="68697" y="68697"/>
                </a:lnTo>
                <a:lnTo>
                  <a:pt x="65425" y="68697"/>
                </a:lnTo>
                <a:lnTo>
                  <a:pt x="65425" y="65425"/>
                </a:lnTo>
                <a:lnTo>
                  <a:pt x="62154" y="65425"/>
                </a:lnTo>
                <a:lnTo>
                  <a:pt x="62154" y="58883"/>
                </a:lnTo>
                <a:lnTo>
                  <a:pt x="58883" y="58883"/>
                </a:lnTo>
                <a:lnTo>
                  <a:pt x="58883" y="49069"/>
                </a:lnTo>
                <a:lnTo>
                  <a:pt x="62154" y="49069"/>
                </a:lnTo>
                <a:lnTo>
                  <a:pt x="6215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isible source SEC-093 inset-1 region 890">
            <a:extLst xmlns:a="http://schemas.openxmlformats.org/drawingml/2006/main">
              <a:ext uri="{FF2B5EF4-FFF2-40B4-BE49-F238E27FC236}">
                <a16:creationId xmlns:a16="http://schemas.microsoft.com/office/drawing/2014/main" id="{F3BD2B36-2AAD-4BCD-BEE8-AC53FCE6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2" y="218864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isible source SEC-093 inset-1 region 891">
            <a:extLst xmlns:a="http://schemas.openxmlformats.org/drawingml/2006/main">
              <a:ext uri="{FF2B5EF4-FFF2-40B4-BE49-F238E27FC236}">
                <a16:creationId xmlns:a16="http://schemas.microsoft.com/office/drawing/2014/main" id="{BA4F3971-843B-42F2-AB7B-BBE891EF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434" y="2240981"/>
            <a:ext cx="395823" cy="104681"/>
          </a:xfrm>
          <a:custGeom xmlns:a="http://schemas.openxmlformats.org/drawingml/2006/main">
            <a:pathLst>
              <a:path w="395823" h="104681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7766" y="3271"/>
                </a:lnTo>
                <a:lnTo>
                  <a:pt x="117766" y="6543"/>
                </a:lnTo>
                <a:lnTo>
                  <a:pt x="121037" y="6543"/>
                </a:lnTo>
                <a:lnTo>
                  <a:pt x="121037" y="9814"/>
                </a:lnTo>
                <a:lnTo>
                  <a:pt x="124308" y="9814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26170"/>
                </a:lnTo>
                <a:lnTo>
                  <a:pt x="160292" y="26170"/>
                </a:lnTo>
                <a:lnTo>
                  <a:pt x="160292" y="29441"/>
                </a:lnTo>
                <a:lnTo>
                  <a:pt x="163563" y="29441"/>
                </a:lnTo>
                <a:lnTo>
                  <a:pt x="163563" y="32713"/>
                </a:lnTo>
                <a:lnTo>
                  <a:pt x="166835" y="32713"/>
                </a:lnTo>
                <a:lnTo>
                  <a:pt x="166835" y="35984"/>
                </a:lnTo>
                <a:lnTo>
                  <a:pt x="170106" y="35984"/>
                </a:lnTo>
                <a:lnTo>
                  <a:pt x="170106" y="39255"/>
                </a:lnTo>
                <a:lnTo>
                  <a:pt x="173377" y="39255"/>
                </a:lnTo>
                <a:lnTo>
                  <a:pt x="173377" y="55612"/>
                </a:lnTo>
                <a:lnTo>
                  <a:pt x="170106" y="55612"/>
                </a:lnTo>
                <a:lnTo>
                  <a:pt x="170106" y="58883"/>
                </a:lnTo>
                <a:lnTo>
                  <a:pt x="166835" y="58883"/>
                </a:lnTo>
                <a:lnTo>
                  <a:pt x="166835" y="62154"/>
                </a:lnTo>
                <a:lnTo>
                  <a:pt x="228989" y="62154"/>
                </a:lnTo>
                <a:lnTo>
                  <a:pt x="228989" y="58883"/>
                </a:lnTo>
                <a:lnTo>
                  <a:pt x="225717" y="58883"/>
                </a:lnTo>
                <a:lnTo>
                  <a:pt x="225717" y="49069"/>
                </a:lnTo>
                <a:lnTo>
                  <a:pt x="228989" y="49069"/>
                </a:lnTo>
                <a:lnTo>
                  <a:pt x="228989" y="45798"/>
                </a:lnTo>
                <a:lnTo>
                  <a:pt x="225717" y="45798"/>
                </a:lnTo>
                <a:lnTo>
                  <a:pt x="225717" y="35984"/>
                </a:lnTo>
                <a:lnTo>
                  <a:pt x="228989" y="35984"/>
                </a:lnTo>
                <a:lnTo>
                  <a:pt x="228989" y="29441"/>
                </a:lnTo>
                <a:lnTo>
                  <a:pt x="232260" y="29441"/>
                </a:lnTo>
                <a:lnTo>
                  <a:pt x="232260" y="26170"/>
                </a:lnTo>
                <a:lnTo>
                  <a:pt x="235531" y="26170"/>
                </a:lnTo>
                <a:lnTo>
                  <a:pt x="235531" y="22899"/>
                </a:lnTo>
                <a:lnTo>
                  <a:pt x="242074" y="22899"/>
                </a:lnTo>
                <a:lnTo>
                  <a:pt x="242074" y="19628"/>
                </a:lnTo>
                <a:lnTo>
                  <a:pt x="278058" y="19628"/>
                </a:lnTo>
                <a:lnTo>
                  <a:pt x="278058" y="22899"/>
                </a:lnTo>
                <a:lnTo>
                  <a:pt x="284600" y="22899"/>
                </a:lnTo>
                <a:lnTo>
                  <a:pt x="284600" y="26170"/>
                </a:lnTo>
                <a:lnTo>
                  <a:pt x="287871" y="26170"/>
                </a:lnTo>
                <a:lnTo>
                  <a:pt x="287871" y="29441"/>
                </a:lnTo>
                <a:lnTo>
                  <a:pt x="291143" y="29441"/>
                </a:lnTo>
                <a:lnTo>
                  <a:pt x="291143" y="35984"/>
                </a:lnTo>
                <a:lnTo>
                  <a:pt x="294414" y="35984"/>
                </a:lnTo>
                <a:lnTo>
                  <a:pt x="294414" y="42526"/>
                </a:lnTo>
                <a:lnTo>
                  <a:pt x="297685" y="42526"/>
                </a:lnTo>
                <a:lnTo>
                  <a:pt x="297685" y="49069"/>
                </a:lnTo>
                <a:lnTo>
                  <a:pt x="300956" y="49069"/>
                </a:lnTo>
                <a:lnTo>
                  <a:pt x="300956" y="52340"/>
                </a:lnTo>
                <a:lnTo>
                  <a:pt x="310770" y="52340"/>
                </a:lnTo>
                <a:lnTo>
                  <a:pt x="310770" y="42526"/>
                </a:lnTo>
                <a:lnTo>
                  <a:pt x="314042" y="42526"/>
                </a:lnTo>
                <a:lnTo>
                  <a:pt x="314042" y="35984"/>
                </a:lnTo>
                <a:lnTo>
                  <a:pt x="317313" y="35984"/>
                </a:lnTo>
                <a:lnTo>
                  <a:pt x="317313" y="32713"/>
                </a:lnTo>
                <a:lnTo>
                  <a:pt x="320584" y="32713"/>
                </a:lnTo>
                <a:lnTo>
                  <a:pt x="320584" y="29441"/>
                </a:lnTo>
                <a:lnTo>
                  <a:pt x="327127" y="29441"/>
                </a:lnTo>
                <a:lnTo>
                  <a:pt x="327127" y="26170"/>
                </a:lnTo>
                <a:lnTo>
                  <a:pt x="379467" y="26170"/>
                </a:lnTo>
                <a:lnTo>
                  <a:pt x="379467" y="29441"/>
                </a:lnTo>
                <a:lnTo>
                  <a:pt x="386009" y="29441"/>
                </a:lnTo>
                <a:lnTo>
                  <a:pt x="386009" y="32713"/>
                </a:lnTo>
                <a:lnTo>
                  <a:pt x="389281" y="32713"/>
                </a:lnTo>
                <a:lnTo>
                  <a:pt x="389281" y="35984"/>
                </a:lnTo>
                <a:lnTo>
                  <a:pt x="392552" y="35984"/>
                </a:lnTo>
                <a:lnTo>
                  <a:pt x="392552" y="42526"/>
                </a:lnTo>
                <a:lnTo>
                  <a:pt x="395823" y="42526"/>
                </a:lnTo>
                <a:lnTo>
                  <a:pt x="395823" y="52340"/>
                </a:lnTo>
                <a:lnTo>
                  <a:pt x="392552" y="52340"/>
                </a:lnTo>
                <a:lnTo>
                  <a:pt x="392552" y="58883"/>
                </a:lnTo>
                <a:lnTo>
                  <a:pt x="389281" y="58883"/>
                </a:lnTo>
                <a:lnTo>
                  <a:pt x="389281" y="62154"/>
                </a:lnTo>
                <a:lnTo>
                  <a:pt x="386009" y="62154"/>
                </a:lnTo>
                <a:lnTo>
                  <a:pt x="386009" y="65425"/>
                </a:lnTo>
                <a:lnTo>
                  <a:pt x="379467" y="65425"/>
                </a:lnTo>
                <a:lnTo>
                  <a:pt x="379467" y="68697"/>
                </a:lnTo>
                <a:lnTo>
                  <a:pt x="353297" y="68697"/>
                </a:lnTo>
                <a:lnTo>
                  <a:pt x="353297" y="78510"/>
                </a:lnTo>
                <a:lnTo>
                  <a:pt x="350025" y="78510"/>
                </a:lnTo>
                <a:lnTo>
                  <a:pt x="350025" y="85053"/>
                </a:lnTo>
                <a:lnTo>
                  <a:pt x="346754" y="85053"/>
                </a:lnTo>
                <a:lnTo>
                  <a:pt x="346754" y="88324"/>
                </a:lnTo>
                <a:lnTo>
                  <a:pt x="343483" y="88324"/>
                </a:lnTo>
                <a:lnTo>
                  <a:pt x="343483" y="91595"/>
                </a:lnTo>
                <a:lnTo>
                  <a:pt x="336940" y="91595"/>
                </a:lnTo>
                <a:lnTo>
                  <a:pt x="336940" y="94867"/>
                </a:lnTo>
                <a:lnTo>
                  <a:pt x="284600" y="94867"/>
                </a:lnTo>
                <a:lnTo>
                  <a:pt x="284600" y="91595"/>
                </a:lnTo>
                <a:lnTo>
                  <a:pt x="278058" y="91595"/>
                </a:lnTo>
                <a:lnTo>
                  <a:pt x="278058" y="88324"/>
                </a:lnTo>
                <a:lnTo>
                  <a:pt x="274786" y="88324"/>
                </a:lnTo>
                <a:lnTo>
                  <a:pt x="274786" y="85053"/>
                </a:lnTo>
                <a:lnTo>
                  <a:pt x="271515" y="85053"/>
                </a:lnTo>
                <a:lnTo>
                  <a:pt x="271515" y="78510"/>
                </a:lnTo>
                <a:lnTo>
                  <a:pt x="268244" y="78510"/>
                </a:lnTo>
                <a:lnTo>
                  <a:pt x="268244" y="71968"/>
                </a:lnTo>
                <a:lnTo>
                  <a:pt x="264973" y="71968"/>
                </a:lnTo>
                <a:lnTo>
                  <a:pt x="264973" y="75239"/>
                </a:lnTo>
                <a:lnTo>
                  <a:pt x="255159" y="75239"/>
                </a:lnTo>
                <a:lnTo>
                  <a:pt x="255159" y="78510"/>
                </a:lnTo>
                <a:lnTo>
                  <a:pt x="258430" y="78510"/>
                </a:lnTo>
                <a:lnTo>
                  <a:pt x="258430" y="88324"/>
                </a:lnTo>
                <a:lnTo>
                  <a:pt x="255159" y="88324"/>
                </a:lnTo>
                <a:lnTo>
                  <a:pt x="255159" y="94867"/>
                </a:lnTo>
                <a:lnTo>
                  <a:pt x="251887" y="94867"/>
                </a:lnTo>
                <a:lnTo>
                  <a:pt x="251887" y="98138"/>
                </a:lnTo>
                <a:lnTo>
                  <a:pt x="248616" y="98138"/>
                </a:lnTo>
                <a:lnTo>
                  <a:pt x="248616" y="101409"/>
                </a:lnTo>
                <a:lnTo>
                  <a:pt x="242074" y="101409"/>
                </a:lnTo>
                <a:lnTo>
                  <a:pt x="242074" y="104681"/>
                </a:lnTo>
                <a:lnTo>
                  <a:pt x="157021" y="104681"/>
                </a:lnTo>
                <a:lnTo>
                  <a:pt x="157021" y="101409"/>
                </a:lnTo>
                <a:lnTo>
                  <a:pt x="150478" y="101409"/>
                </a:lnTo>
                <a:lnTo>
                  <a:pt x="150478" y="98138"/>
                </a:lnTo>
                <a:lnTo>
                  <a:pt x="147207" y="98138"/>
                </a:lnTo>
                <a:lnTo>
                  <a:pt x="147207" y="94867"/>
                </a:lnTo>
                <a:lnTo>
                  <a:pt x="143936" y="94867"/>
                </a:lnTo>
                <a:lnTo>
                  <a:pt x="143936" y="88324"/>
                </a:lnTo>
                <a:lnTo>
                  <a:pt x="140664" y="88324"/>
                </a:lnTo>
                <a:lnTo>
                  <a:pt x="140664" y="78510"/>
                </a:lnTo>
                <a:lnTo>
                  <a:pt x="143936" y="78510"/>
                </a:lnTo>
                <a:lnTo>
                  <a:pt x="143936" y="71968"/>
                </a:lnTo>
                <a:lnTo>
                  <a:pt x="147207" y="71968"/>
                </a:lnTo>
                <a:lnTo>
                  <a:pt x="147207" y="68697"/>
                </a:lnTo>
                <a:lnTo>
                  <a:pt x="104681" y="68697"/>
                </a:lnTo>
                <a:lnTo>
                  <a:pt x="104681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94867" y="62154"/>
                </a:lnTo>
                <a:lnTo>
                  <a:pt x="94867" y="58883"/>
                </a:lnTo>
                <a:lnTo>
                  <a:pt x="91595" y="58883"/>
                </a:lnTo>
                <a:lnTo>
                  <a:pt x="91595" y="52340"/>
                </a:lnTo>
                <a:lnTo>
                  <a:pt x="88324" y="52340"/>
                </a:lnTo>
                <a:lnTo>
                  <a:pt x="88324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2713" y="39255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2713"/>
                </a:lnTo>
                <a:lnTo>
                  <a:pt x="26170" y="32713"/>
                </a:lnTo>
                <a:lnTo>
                  <a:pt x="26170" y="29441"/>
                </a:lnTo>
                <a:lnTo>
                  <a:pt x="22899" y="29441"/>
                </a:lnTo>
                <a:lnTo>
                  <a:pt x="22899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isible source SEC-093 inset-1 region 892">
            <a:extLst xmlns:a="http://schemas.openxmlformats.org/drawingml/2006/main">
              <a:ext uri="{FF2B5EF4-FFF2-40B4-BE49-F238E27FC236}">
                <a16:creationId xmlns:a16="http://schemas.microsoft.com/office/drawing/2014/main" id="{9C864374-9E0F-4180-8D47-EC7FA5A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24425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isible source SEC-093 inset-1 region 893">
            <a:extLst xmlns:a="http://schemas.openxmlformats.org/drawingml/2006/main">
              <a:ext uri="{FF2B5EF4-FFF2-40B4-BE49-F238E27FC236}">
                <a16:creationId xmlns:a16="http://schemas.microsoft.com/office/drawing/2014/main" id="{ECEE6AB2-6047-49C9-BC34-4935AEB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179" y="2273693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isible source SEC-093 inset-1 region 894">
            <a:extLst xmlns:a="http://schemas.openxmlformats.org/drawingml/2006/main">
              <a:ext uri="{FF2B5EF4-FFF2-40B4-BE49-F238E27FC236}">
                <a16:creationId xmlns:a16="http://schemas.microsoft.com/office/drawing/2014/main" id="{1C641E14-9885-4A2A-983C-8648343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179" y="2299863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isible source SEC-093 inset-1 region 895">
            <a:extLst xmlns:a="http://schemas.openxmlformats.org/drawingml/2006/main">
              <a:ext uri="{FF2B5EF4-FFF2-40B4-BE49-F238E27FC236}">
                <a16:creationId xmlns:a16="http://schemas.microsoft.com/office/drawing/2014/main" id="{D1398FD3-7FC4-4427-962B-6683AD8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875" y="2299863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isible source SEC-093 inset-1 region 896">
            <a:extLst xmlns:a="http://schemas.openxmlformats.org/drawingml/2006/main">
              <a:ext uri="{FF2B5EF4-FFF2-40B4-BE49-F238E27FC236}">
                <a16:creationId xmlns:a16="http://schemas.microsoft.com/office/drawing/2014/main" id="{0AABF746-FB70-4C7F-8015-4C8CC1C3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4" y="2306406"/>
            <a:ext cx="52340" cy="42526"/>
          </a:xfrm>
          <a:custGeom xmlns:a="http://schemas.openxmlformats.org/drawingml/2006/main">
            <a:pathLst>
              <a:path w="52340" h="42526">
                <a:moveTo>
                  <a:pt x="9814" y="26170"/>
                </a:moveTo>
                <a:lnTo>
                  <a:pt x="13085" y="26170"/>
                </a:lnTo>
                <a:lnTo>
                  <a:pt x="13085" y="16356"/>
                </a:lnTo>
                <a:lnTo>
                  <a:pt x="9814" y="16356"/>
                </a:lnTo>
                <a:lnTo>
                  <a:pt x="9814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3271" y="9814"/>
                </a:lnTo>
                <a:lnTo>
                  <a:pt x="3271" y="6543"/>
                </a:lnTo>
                <a:lnTo>
                  <a:pt x="0" y="6543"/>
                </a:lnTo>
                <a:lnTo>
                  <a:pt x="0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3085"/>
                </a:lnTo>
                <a:lnTo>
                  <a:pt x="52340" y="13085"/>
                </a:lnTo>
                <a:lnTo>
                  <a:pt x="52340" y="29441"/>
                </a:lnTo>
                <a:lnTo>
                  <a:pt x="49069" y="29441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0" y="42526"/>
                </a:lnTo>
                <a:lnTo>
                  <a:pt x="0" y="35984"/>
                </a:lnTo>
                <a:lnTo>
                  <a:pt x="3271" y="35984"/>
                </a:lnTo>
                <a:lnTo>
                  <a:pt x="3271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9814" y="29441"/>
                </a:lnTo>
                <a:lnTo>
                  <a:pt x="9814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isible source SEC-093 inset-1 region 897">
            <a:extLst xmlns:a="http://schemas.openxmlformats.org/drawingml/2006/main">
              <a:ext uri="{FF2B5EF4-FFF2-40B4-BE49-F238E27FC236}">
                <a16:creationId xmlns:a16="http://schemas.microsoft.com/office/drawing/2014/main" id="{DB60877B-A022-40B1-B540-7B0C1B2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976" y="2309677"/>
            <a:ext cx="3271" cy="3271"/>
          </a:xfrm>
          <a:custGeom xmlns:a="http://schemas.openxmlformats.org/drawingml/2006/main">
            <a:pathLst>
              <a:path w="3271" h="3271">
                <a:moveTo>
                  <a:pt x="0" y="0"/>
                </a:move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isible source SEC-093 inset-1 region 898">
            <a:extLst xmlns:a="http://schemas.openxmlformats.org/drawingml/2006/main">
              <a:ext uri="{FF2B5EF4-FFF2-40B4-BE49-F238E27FC236}">
                <a16:creationId xmlns:a16="http://schemas.microsoft.com/office/drawing/2014/main" id="{AEDDC6B2-AFD3-4DBA-983B-7C34F82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705" y="2312948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isible source SEC-093 inset-1 region 899">
            <a:extLst xmlns:a="http://schemas.openxmlformats.org/drawingml/2006/main">
              <a:ext uri="{FF2B5EF4-FFF2-40B4-BE49-F238E27FC236}">
                <a16:creationId xmlns:a16="http://schemas.microsoft.com/office/drawing/2014/main" id="{69B7EC50-F14C-41C0-8DB5-660AF68D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434" y="231622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isible source SEC-093 inset-1 region 900">
            <a:extLst xmlns:a="http://schemas.openxmlformats.org/drawingml/2006/main">
              <a:ext uri="{FF2B5EF4-FFF2-40B4-BE49-F238E27FC236}">
                <a16:creationId xmlns:a16="http://schemas.microsoft.com/office/drawing/2014/main" id="{37738DEF-AB56-4CEE-8EF2-BDE4D31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434" y="2335847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isible source SEC-093 inset-1 region 901">
            <a:extLst xmlns:a="http://schemas.openxmlformats.org/drawingml/2006/main">
              <a:ext uri="{FF2B5EF4-FFF2-40B4-BE49-F238E27FC236}">
                <a16:creationId xmlns:a16="http://schemas.microsoft.com/office/drawing/2014/main" id="{0D8AC290-FC35-4306-997D-C79D477D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705" y="2339119"/>
            <a:ext cx="3271" cy="3271"/>
          </a:xfrm>
          <a:custGeom xmlns:a="http://schemas.openxmlformats.org/drawingml/2006/main">
            <a:pathLst>
              <a:path w="3271" h="3271">
                <a:moveTo>
                  <a:pt x="0" y="0"/>
                </a:move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isible source SEC-093 inset-1 region 902">
            <a:extLst xmlns:a="http://schemas.openxmlformats.org/drawingml/2006/main">
              <a:ext uri="{FF2B5EF4-FFF2-40B4-BE49-F238E27FC236}">
                <a16:creationId xmlns:a16="http://schemas.microsoft.com/office/drawing/2014/main" id="{6AFE1BA6-2C1F-42EB-B918-0BEFFEE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976" y="2342390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isible source SEC-093 inset-1 region 903">
            <a:extLst xmlns:a="http://schemas.openxmlformats.org/drawingml/2006/main">
              <a:ext uri="{FF2B5EF4-FFF2-40B4-BE49-F238E27FC236}">
                <a16:creationId xmlns:a16="http://schemas.microsoft.com/office/drawing/2014/main" id="{3559A964-AD3F-4FB3-80F1-A9A7CD4F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077" y="2401273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isible source SEC-093 inset-1 region 904">
            <a:extLst xmlns:a="http://schemas.openxmlformats.org/drawingml/2006/main">
              <a:ext uri="{FF2B5EF4-FFF2-40B4-BE49-F238E27FC236}">
                <a16:creationId xmlns:a16="http://schemas.microsoft.com/office/drawing/2014/main" id="{B921F626-7BD3-49D2-BE4E-0CFFBC88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162" y="2414358"/>
            <a:ext cx="402366" cy="147207"/>
          </a:xfrm>
          <a:custGeom xmlns:a="http://schemas.openxmlformats.org/drawingml/2006/main">
            <a:pathLst>
              <a:path w="402366" h="147207">
                <a:moveTo>
                  <a:pt x="111223" y="3271"/>
                </a:moveTo>
                <a:lnTo>
                  <a:pt x="111223" y="0"/>
                </a:lnTo>
                <a:lnTo>
                  <a:pt x="150478" y="0"/>
                </a:lnTo>
                <a:lnTo>
                  <a:pt x="150478" y="3271"/>
                </a:lnTo>
                <a:lnTo>
                  <a:pt x="153750" y="3271"/>
                </a:lnTo>
                <a:lnTo>
                  <a:pt x="153750" y="6543"/>
                </a:lnTo>
                <a:lnTo>
                  <a:pt x="157021" y="6543"/>
                </a:lnTo>
                <a:lnTo>
                  <a:pt x="157021" y="9814"/>
                </a:lnTo>
                <a:lnTo>
                  <a:pt x="245345" y="9814"/>
                </a:lnTo>
                <a:lnTo>
                  <a:pt x="245345" y="13085"/>
                </a:lnTo>
                <a:lnTo>
                  <a:pt x="251887" y="13085"/>
                </a:lnTo>
                <a:lnTo>
                  <a:pt x="251887" y="16356"/>
                </a:lnTo>
                <a:lnTo>
                  <a:pt x="255159" y="16356"/>
                </a:lnTo>
                <a:lnTo>
                  <a:pt x="255159" y="19628"/>
                </a:lnTo>
                <a:lnTo>
                  <a:pt x="258430" y="19628"/>
                </a:lnTo>
                <a:lnTo>
                  <a:pt x="258430" y="26170"/>
                </a:lnTo>
                <a:lnTo>
                  <a:pt x="261701" y="26170"/>
                </a:lnTo>
                <a:lnTo>
                  <a:pt x="261701" y="35984"/>
                </a:lnTo>
                <a:lnTo>
                  <a:pt x="258430" y="35984"/>
                </a:lnTo>
                <a:lnTo>
                  <a:pt x="258430" y="42526"/>
                </a:lnTo>
                <a:lnTo>
                  <a:pt x="255159" y="42526"/>
                </a:lnTo>
                <a:lnTo>
                  <a:pt x="255159" y="45798"/>
                </a:lnTo>
                <a:lnTo>
                  <a:pt x="251887" y="45798"/>
                </a:lnTo>
                <a:lnTo>
                  <a:pt x="251887" y="49069"/>
                </a:lnTo>
                <a:lnTo>
                  <a:pt x="245345" y="49069"/>
                </a:lnTo>
                <a:lnTo>
                  <a:pt x="245345" y="52340"/>
                </a:lnTo>
                <a:lnTo>
                  <a:pt x="281329" y="52340"/>
                </a:lnTo>
                <a:lnTo>
                  <a:pt x="281329" y="49069"/>
                </a:lnTo>
                <a:lnTo>
                  <a:pt x="278058" y="49069"/>
                </a:lnTo>
                <a:lnTo>
                  <a:pt x="278058" y="45798"/>
                </a:lnTo>
                <a:lnTo>
                  <a:pt x="274786" y="45798"/>
                </a:lnTo>
                <a:lnTo>
                  <a:pt x="274786" y="39255"/>
                </a:lnTo>
                <a:lnTo>
                  <a:pt x="271515" y="39255"/>
                </a:lnTo>
                <a:lnTo>
                  <a:pt x="271515" y="29441"/>
                </a:lnTo>
                <a:lnTo>
                  <a:pt x="274786" y="29441"/>
                </a:lnTo>
                <a:lnTo>
                  <a:pt x="274786" y="22899"/>
                </a:lnTo>
                <a:lnTo>
                  <a:pt x="278058" y="22899"/>
                </a:lnTo>
                <a:lnTo>
                  <a:pt x="278058" y="19628"/>
                </a:lnTo>
                <a:lnTo>
                  <a:pt x="281329" y="19628"/>
                </a:lnTo>
                <a:lnTo>
                  <a:pt x="281329" y="16356"/>
                </a:lnTo>
                <a:lnTo>
                  <a:pt x="287871" y="16356"/>
                </a:lnTo>
                <a:lnTo>
                  <a:pt x="287871" y="13085"/>
                </a:lnTo>
                <a:lnTo>
                  <a:pt x="317313" y="13085"/>
                </a:lnTo>
                <a:lnTo>
                  <a:pt x="317313" y="9814"/>
                </a:lnTo>
                <a:lnTo>
                  <a:pt x="320584" y="9814"/>
                </a:lnTo>
                <a:lnTo>
                  <a:pt x="320584" y="6543"/>
                </a:lnTo>
                <a:lnTo>
                  <a:pt x="323855" y="6543"/>
                </a:lnTo>
                <a:lnTo>
                  <a:pt x="323855" y="3271"/>
                </a:lnTo>
                <a:lnTo>
                  <a:pt x="330398" y="3271"/>
                </a:lnTo>
                <a:lnTo>
                  <a:pt x="330398" y="0"/>
                </a:lnTo>
                <a:lnTo>
                  <a:pt x="386009" y="0"/>
                </a:lnTo>
                <a:lnTo>
                  <a:pt x="386009" y="3271"/>
                </a:lnTo>
                <a:lnTo>
                  <a:pt x="392552" y="3271"/>
                </a:lnTo>
                <a:lnTo>
                  <a:pt x="392552" y="6543"/>
                </a:lnTo>
                <a:lnTo>
                  <a:pt x="395823" y="6543"/>
                </a:lnTo>
                <a:lnTo>
                  <a:pt x="395823" y="9814"/>
                </a:lnTo>
                <a:lnTo>
                  <a:pt x="399094" y="9814"/>
                </a:lnTo>
                <a:lnTo>
                  <a:pt x="399094" y="16356"/>
                </a:lnTo>
                <a:lnTo>
                  <a:pt x="402366" y="16356"/>
                </a:lnTo>
                <a:lnTo>
                  <a:pt x="402366" y="26170"/>
                </a:lnTo>
                <a:lnTo>
                  <a:pt x="399094" y="26170"/>
                </a:lnTo>
                <a:lnTo>
                  <a:pt x="399094" y="32713"/>
                </a:lnTo>
                <a:lnTo>
                  <a:pt x="395823" y="32713"/>
                </a:lnTo>
                <a:lnTo>
                  <a:pt x="395823" y="35984"/>
                </a:lnTo>
                <a:lnTo>
                  <a:pt x="392552" y="35984"/>
                </a:lnTo>
                <a:lnTo>
                  <a:pt x="392552" y="39255"/>
                </a:lnTo>
                <a:lnTo>
                  <a:pt x="386009" y="39255"/>
                </a:lnTo>
                <a:lnTo>
                  <a:pt x="386009" y="42526"/>
                </a:lnTo>
                <a:lnTo>
                  <a:pt x="350025" y="42526"/>
                </a:lnTo>
                <a:lnTo>
                  <a:pt x="350025" y="45798"/>
                </a:lnTo>
                <a:lnTo>
                  <a:pt x="346754" y="45798"/>
                </a:lnTo>
                <a:lnTo>
                  <a:pt x="346754" y="49069"/>
                </a:lnTo>
                <a:lnTo>
                  <a:pt x="343483" y="49069"/>
                </a:lnTo>
                <a:lnTo>
                  <a:pt x="343483" y="52340"/>
                </a:lnTo>
                <a:lnTo>
                  <a:pt x="340212" y="52340"/>
                </a:lnTo>
                <a:lnTo>
                  <a:pt x="340212" y="55612"/>
                </a:lnTo>
                <a:lnTo>
                  <a:pt x="294414" y="55612"/>
                </a:lnTo>
                <a:lnTo>
                  <a:pt x="294414" y="58883"/>
                </a:lnTo>
                <a:lnTo>
                  <a:pt x="297685" y="58883"/>
                </a:lnTo>
                <a:lnTo>
                  <a:pt x="297685" y="62154"/>
                </a:lnTo>
                <a:lnTo>
                  <a:pt x="300956" y="62154"/>
                </a:lnTo>
                <a:lnTo>
                  <a:pt x="300956" y="68697"/>
                </a:lnTo>
                <a:lnTo>
                  <a:pt x="304228" y="68697"/>
                </a:lnTo>
                <a:lnTo>
                  <a:pt x="304228" y="75239"/>
                </a:lnTo>
                <a:lnTo>
                  <a:pt x="307499" y="75239"/>
                </a:lnTo>
                <a:lnTo>
                  <a:pt x="307499" y="81782"/>
                </a:lnTo>
                <a:lnTo>
                  <a:pt x="310770" y="81782"/>
                </a:lnTo>
                <a:lnTo>
                  <a:pt x="310770" y="91595"/>
                </a:lnTo>
                <a:lnTo>
                  <a:pt x="307499" y="91595"/>
                </a:lnTo>
                <a:lnTo>
                  <a:pt x="307499" y="94867"/>
                </a:lnTo>
                <a:lnTo>
                  <a:pt x="336940" y="94867"/>
                </a:lnTo>
                <a:lnTo>
                  <a:pt x="336940" y="91595"/>
                </a:lnTo>
                <a:lnTo>
                  <a:pt x="353297" y="91595"/>
                </a:lnTo>
                <a:lnTo>
                  <a:pt x="353297" y="94867"/>
                </a:lnTo>
                <a:lnTo>
                  <a:pt x="359839" y="94867"/>
                </a:lnTo>
                <a:lnTo>
                  <a:pt x="359839" y="91595"/>
                </a:lnTo>
                <a:lnTo>
                  <a:pt x="382738" y="91595"/>
                </a:lnTo>
                <a:lnTo>
                  <a:pt x="382738" y="94867"/>
                </a:lnTo>
                <a:lnTo>
                  <a:pt x="389281" y="94867"/>
                </a:lnTo>
                <a:lnTo>
                  <a:pt x="389281" y="98138"/>
                </a:lnTo>
                <a:lnTo>
                  <a:pt x="392552" y="98138"/>
                </a:lnTo>
                <a:lnTo>
                  <a:pt x="392552" y="101409"/>
                </a:lnTo>
                <a:lnTo>
                  <a:pt x="395823" y="101409"/>
                </a:lnTo>
                <a:lnTo>
                  <a:pt x="395823" y="107952"/>
                </a:lnTo>
                <a:lnTo>
                  <a:pt x="399094" y="107952"/>
                </a:lnTo>
                <a:lnTo>
                  <a:pt x="399094" y="117766"/>
                </a:lnTo>
                <a:lnTo>
                  <a:pt x="395823" y="117766"/>
                </a:lnTo>
                <a:lnTo>
                  <a:pt x="395823" y="124308"/>
                </a:lnTo>
                <a:lnTo>
                  <a:pt x="392552" y="124308"/>
                </a:lnTo>
                <a:lnTo>
                  <a:pt x="392552" y="127579"/>
                </a:lnTo>
                <a:lnTo>
                  <a:pt x="389281" y="127579"/>
                </a:lnTo>
                <a:lnTo>
                  <a:pt x="389281" y="130851"/>
                </a:lnTo>
                <a:lnTo>
                  <a:pt x="382738" y="130851"/>
                </a:lnTo>
                <a:lnTo>
                  <a:pt x="382738" y="134122"/>
                </a:lnTo>
                <a:lnTo>
                  <a:pt x="359839" y="134122"/>
                </a:lnTo>
                <a:lnTo>
                  <a:pt x="359839" y="130851"/>
                </a:lnTo>
                <a:lnTo>
                  <a:pt x="353297" y="130851"/>
                </a:lnTo>
                <a:lnTo>
                  <a:pt x="353297" y="134122"/>
                </a:lnTo>
                <a:lnTo>
                  <a:pt x="333669" y="134122"/>
                </a:lnTo>
                <a:lnTo>
                  <a:pt x="333669" y="137393"/>
                </a:lnTo>
                <a:lnTo>
                  <a:pt x="284600" y="137393"/>
                </a:lnTo>
                <a:lnTo>
                  <a:pt x="284600" y="134122"/>
                </a:lnTo>
                <a:lnTo>
                  <a:pt x="278058" y="134122"/>
                </a:lnTo>
                <a:lnTo>
                  <a:pt x="278058" y="130851"/>
                </a:lnTo>
                <a:lnTo>
                  <a:pt x="274786" y="130851"/>
                </a:lnTo>
                <a:lnTo>
                  <a:pt x="274786" y="127579"/>
                </a:lnTo>
                <a:lnTo>
                  <a:pt x="271515" y="127579"/>
                </a:lnTo>
                <a:lnTo>
                  <a:pt x="271515" y="121037"/>
                </a:lnTo>
                <a:lnTo>
                  <a:pt x="268244" y="121037"/>
                </a:lnTo>
                <a:lnTo>
                  <a:pt x="268244" y="111223"/>
                </a:lnTo>
                <a:lnTo>
                  <a:pt x="271515" y="111223"/>
                </a:lnTo>
                <a:lnTo>
                  <a:pt x="271515" y="107952"/>
                </a:lnTo>
                <a:lnTo>
                  <a:pt x="255159" y="107952"/>
                </a:lnTo>
                <a:lnTo>
                  <a:pt x="255159" y="111223"/>
                </a:lnTo>
                <a:lnTo>
                  <a:pt x="258430" y="111223"/>
                </a:lnTo>
                <a:lnTo>
                  <a:pt x="258430" y="114494"/>
                </a:lnTo>
                <a:lnTo>
                  <a:pt x="261701" y="114494"/>
                </a:lnTo>
                <a:lnTo>
                  <a:pt x="261701" y="117766"/>
                </a:lnTo>
                <a:lnTo>
                  <a:pt x="264973" y="117766"/>
                </a:lnTo>
                <a:lnTo>
                  <a:pt x="264973" y="134122"/>
                </a:lnTo>
                <a:lnTo>
                  <a:pt x="261701" y="134122"/>
                </a:lnTo>
                <a:lnTo>
                  <a:pt x="261701" y="137393"/>
                </a:lnTo>
                <a:lnTo>
                  <a:pt x="258430" y="137393"/>
                </a:lnTo>
                <a:lnTo>
                  <a:pt x="258430" y="140664"/>
                </a:lnTo>
                <a:lnTo>
                  <a:pt x="255159" y="140664"/>
                </a:lnTo>
                <a:lnTo>
                  <a:pt x="255159" y="143936"/>
                </a:lnTo>
                <a:lnTo>
                  <a:pt x="251887" y="143936"/>
                </a:lnTo>
                <a:lnTo>
                  <a:pt x="251887" y="147207"/>
                </a:lnTo>
                <a:lnTo>
                  <a:pt x="199547" y="147207"/>
                </a:lnTo>
                <a:lnTo>
                  <a:pt x="199547" y="143936"/>
                </a:lnTo>
                <a:lnTo>
                  <a:pt x="196276" y="143936"/>
                </a:lnTo>
                <a:lnTo>
                  <a:pt x="196276" y="147207"/>
                </a:lnTo>
                <a:lnTo>
                  <a:pt x="147207" y="147207"/>
                </a:lnTo>
                <a:lnTo>
                  <a:pt x="147207" y="143936"/>
                </a:lnTo>
                <a:lnTo>
                  <a:pt x="143936" y="143936"/>
                </a:lnTo>
                <a:lnTo>
                  <a:pt x="143936" y="140664"/>
                </a:lnTo>
                <a:lnTo>
                  <a:pt x="140664" y="140664"/>
                </a:lnTo>
                <a:lnTo>
                  <a:pt x="140664" y="137393"/>
                </a:lnTo>
                <a:lnTo>
                  <a:pt x="137393" y="137393"/>
                </a:lnTo>
                <a:lnTo>
                  <a:pt x="137393" y="134122"/>
                </a:lnTo>
                <a:lnTo>
                  <a:pt x="104681" y="134122"/>
                </a:lnTo>
                <a:lnTo>
                  <a:pt x="104681" y="130851"/>
                </a:lnTo>
                <a:lnTo>
                  <a:pt x="98138" y="130851"/>
                </a:lnTo>
                <a:lnTo>
                  <a:pt x="98138" y="127579"/>
                </a:lnTo>
                <a:lnTo>
                  <a:pt x="94867" y="127579"/>
                </a:lnTo>
                <a:lnTo>
                  <a:pt x="94867" y="121037"/>
                </a:lnTo>
                <a:lnTo>
                  <a:pt x="91595" y="121037"/>
                </a:lnTo>
                <a:lnTo>
                  <a:pt x="91595" y="104681"/>
                </a:lnTo>
                <a:lnTo>
                  <a:pt x="94867" y="104681"/>
                </a:lnTo>
                <a:lnTo>
                  <a:pt x="94867" y="98138"/>
                </a:lnTo>
                <a:lnTo>
                  <a:pt x="98138" y="98138"/>
                </a:lnTo>
                <a:lnTo>
                  <a:pt x="98138" y="94867"/>
                </a:lnTo>
                <a:lnTo>
                  <a:pt x="68697" y="94867"/>
                </a:lnTo>
                <a:lnTo>
                  <a:pt x="68697" y="98138"/>
                </a:lnTo>
                <a:lnTo>
                  <a:pt x="75239" y="98138"/>
                </a:lnTo>
                <a:lnTo>
                  <a:pt x="75239" y="101409"/>
                </a:lnTo>
                <a:lnTo>
                  <a:pt x="78510" y="101409"/>
                </a:lnTo>
                <a:lnTo>
                  <a:pt x="78510" y="104681"/>
                </a:lnTo>
                <a:lnTo>
                  <a:pt x="81782" y="104681"/>
                </a:lnTo>
                <a:lnTo>
                  <a:pt x="81782" y="111223"/>
                </a:lnTo>
                <a:lnTo>
                  <a:pt x="85053" y="111223"/>
                </a:lnTo>
                <a:lnTo>
                  <a:pt x="85053" y="121037"/>
                </a:lnTo>
                <a:lnTo>
                  <a:pt x="81782" y="121037"/>
                </a:lnTo>
                <a:lnTo>
                  <a:pt x="81782" y="127579"/>
                </a:lnTo>
                <a:lnTo>
                  <a:pt x="78510" y="127579"/>
                </a:lnTo>
                <a:lnTo>
                  <a:pt x="78510" y="130851"/>
                </a:lnTo>
                <a:lnTo>
                  <a:pt x="75239" y="130851"/>
                </a:lnTo>
                <a:lnTo>
                  <a:pt x="75239" y="134122"/>
                </a:lnTo>
                <a:lnTo>
                  <a:pt x="68697" y="134122"/>
                </a:lnTo>
                <a:lnTo>
                  <a:pt x="68697" y="137393"/>
                </a:lnTo>
                <a:lnTo>
                  <a:pt x="16356" y="137393"/>
                </a:lnTo>
                <a:lnTo>
                  <a:pt x="16356" y="134122"/>
                </a:lnTo>
                <a:lnTo>
                  <a:pt x="22899" y="134122"/>
                </a:lnTo>
                <a:lnTo>
                  <a:pt x="22899" y="130851"/>
                </a:lnTo>
                <a:lnTo>
                  <a:pt x="26170" y="130851"/>
                </a:lnTo>
                <a:lnTo>
                  <a:pt x="26170" y="127579"/>
                </a:lnTo>
                <a:lnTo>
                  <a:pt x="29441" y="127579"/>
                </a:lnTo>
                <a:lnTo>
                  <a:pt x="29441" y="124308"/>
                </a:lnTo>
                <a:lnTo>
                  <a:pt x="32713" y="124308"/>
                </a:lnTo>
                <a:lnTo>
                  <a:pt x="32713" y="121037"/>
                </a:lnTo>
                <a:lnTo>
                  <a:pt x="35984" y="121037"/>
                </a:lnTo>
                <a:lnTo>
                  <a:pt x="35984" y="117766"/>
                </a:lnTo>
                <a:lnTo>
                  <a:pt x="39255" y="117766"/>
                </a:lnTo>
                <a:lnTo>
                  <a:pt x="39255" y="107952"/>
                </a:lnTo>
                <a:lnTo>
                  <a:pt x="35984" y="107952"/>
                </a:lnTo>
                <a:lnTo>
                  <a:pt x="35984" y="104681"/>
                </a:lnTo>
                <a:lnTo>
                  <a:pt x="32713" y="104681"/>
                </a:lnTo>
                <a:lnTo>
                  <a:pt x="32713" y="101409"/>
                </a:lnTo>
                <a:lnTo>
                  <a:pt x="29441" y="101409"/>
                </a:lnTo>
                <a:lnTo>
                  <a:pt x="29441" y="98138"/>
                </a:lnTo>
                <a:lnTo>
                  <a:pt x="26170" y="98138"/>
                </a:lnTo>
                <a:lnTo>
                  <a:pt x="26170" y="94867"/>
                </a:lnTo>
                <a:lnTo>
                  <a:pt x="58883" y="94867"/>
                </a:lnTo>
                <a:lnTo>
                  <a:pt x="58883" y="91595"/>
                </a:lnTo>
                <a:lnTo>
                  <a:pt x="52340" y="91595"/>
                </a:lnTo>
                <a:lnTo>
                  <a:pt x="52340" y="88324"/>
                </a:lnTo>
                <a:lnTo>
                  <a:pt x="49069" y="88324"/>
                </a:lnTo>
                <a:lnTo>
                  <a:pt x="49069" y="81782"/>
                </a:lnTo>
                <a:lnTo>
                  <a:pt x="45798" y="81782"/>
                </a:lnTo>
                <a:lnTo>
                  <a:pt x="45798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9814" y="68697"/>
                </a:lnTo>
                <a:lnTo>
                  <a:pt x="9814" y="65425"/>
                </a:lnTo>
                <a:lnTo>
                  <a:pt x="6543" y="65425"/>
                </a:lnTo>
                <a:lnTo>
                  <a:pt x="6543" y="62154"/>
                </a:lnTo>
                <a:lnTo>
                  <a:pt x="3271" y="62154"/>
                </a:lnTo>
                <a:lnTo>
                  <a:pt x="3271" y="55612"/>
                </a:lnTo>
                <a:lnTo>
                  <a:pt x="0" y="55612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26170" y="39255"/>
                </a:lnTo>
                <a:lnTo>
                  <a:pt x="26170" y="35984"/>
                </a:lnTo>
                <a:lnTo>
                  <a:pt x="29441" y="35984"/>
                </a:lnTo>
                <a:lnTo>
                  <a:pt x="29441" y="32713"/>
                </a:lnTo>
                <a:lnTo>
                  <a:pt x="32713" y="32713"/>
                </a:lnTo>
                <a:lnTo>
                  <a:pt x="32713" y="29441"/>
                </a:lnTo>
                <a:lnTo>
                  <a:pt x="62154" y="29441"/>
                </a:lnTo>
                <a:lnTo>
                  <a:pt x="62154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75239" y="42526"/>
                </a:lnTo>
                <a:lnTo>
                  <a:pt x="75239" y="52340"/>
                </a:lnTo>
                <a:lnTo>
                  <a:pt x="114494" y="52340"/>
                </a:lnTo>
                <a:lnTo>
                  <a:pt x="114494" y="55612"/>
                </a:lnTo>
                <a:lnTo>
                  <a:pt x="121037" y="55612"/>
                </a:lnTo>
                <a:lnTo>
                  <a:pt x="121037" y="58883"/>
                </a:lnTo>
                <a:lnTo>
                  <a:pt x="124308" y="58883"/>
                </a:lnTo>
                <a:lnTo>
                  <a:pt x="124308" y="62154"/>
                </a:lnTo>
                <a:lnTo>
                  <a:pt x="127579" y="62154"/>
                </a:lnTo>
                <a:lnTo>
                  <a:pt x="127579" y="68697"/>
                </a:lnTo>
                <a:lnTo>
                  <a:pt x="130851" y="68697"/>
                </a:lnTo>
                <a:lnTo>
                  <a:pt x="130851" y="78510"/>
                </a:lnTo>
                <a:lnTo>
                  <a:pt x="127579" y="78510"/>
                </a:lnTo>
                <a:lnTo>
                  <a:pt x="127579" y="85053"/>
                </a:lnTo>
                <a:lnTo>
                  <a:pt x="124308" y="85053"/>
                </a:lnTo>
                <a:lnTo>
                  <a:pt x="124308" y="88324"/>
                </a:lnTo>
                <a:lnTo>
                  <a:pt x="121037" y="88324"/>
                </a:lnTo>
                <a:lnTo>
                  <a:pt x="121037" y="91595"/>
                </a:lnTo>
                <a:lnTo>
                  <a:pt x="157021" y="91595"/>
                </a:lnTo>
                <a:lnTo>
                  <a:pt x="157021" y="94867"/>
                </a:lnTo>
                <a:lnTo>
                  <a:pt x="163563" y="94867"/>
                </a:lnTo>
                <a:lnTo>
                  <a:pt x="163563" y="98138"/>
                </a:lnTo>
                <a:lnTo>
                  <a:pt x="166835" y="98138"/>
                </a:lnTo>
                <a:lnTo>
                  <a:pt x="166835" y="101409"/>
                </a:lnTo>
                <a:lnTo>
                  <a:pt x="170106" y="101409"/>
                </a:lnTo>
                <a:lnTo>
                  <a:pt x="170106" y="104681"/>
                </a:lnTo>
                <a:lnTo>
                  <a:pt x="209361" y="104681"/>
                </a:lnTo>
                <a:lnTo>
                  <a:pt x="209361" y="107952"/>
                </a:lnTo>
                <a:lnTo>
                  <a:pt x="212632" y="107952"/>
                </a:lnTo>
                <a:lnTo>
                  <a:pt x="212632" y="104681"/>
                </a:lnTo>
                <a:lnTo>
                  <a:pt x="235531" y="104681"/>
                </a:lnTo>
                <a:lnTo>
                  <a:pt x="235531" y="101409"/>
                </a:lnTo>
                <a:lnTo>
                  <a:pt x="232260" y="101409"/>
                </a:lnTo>
                <a:lnTo>
                  <a:pt x="232260" y="98138"/>
                </a:lnTo>
                <a:lnTo>
                  <a:pt x="228989" y="98138"/>
                </a:lnTo>
                <a:lnTo>
                  <a:pt x="228989" y="91595"/>
                </a:lnTo>
                <a:lnTo>
                  <a:pt x="225717" y="91595"/>
                </a:lnTo>
                <a:lnTo>
                  <a:pt x="225717" y="68697"/>
                </a:lnTo>
                <a:lnTo>
                  <a:pt x="228989" y="68697"/>
                </a:lnTo>
                <a:lnTo>
                  <a:pt x="228989" y="62154"/>
                </a:lnTo>
                <a:lnTo>
                  <a:pt x="232260" y="62154"/>
                </a:lnTo>
                <a:lnTo>
                  <a:pt x="232260" y="58883"/>
                </a:lnTo>
                <a:lnTo>
                  <a:pt x="235531" y="58883"/>
                </a:lnTo>
                <a:lnTo>
                  <a:pt x="235531" y="55612"/>
                </a:lnTo>
                <a:lnTo>
                  <a:pt x="242074" y="55612"/>
                </a:lnTo>
                <a:lnTo>
                  <a:pt x="242074" y="52340"/>
                </a:lnTo>
                <a:lnTo>
                  <a:pt x="150478" y="52340"/>
                </a:lnTo>
                <a:lnTo>
                  <a:pt x="150478" y="49069"/>
                </a:lnTo>
                <a:lnTo>
                  <a:pt x="143936" y="49069"/>
                </a:lnTo>
                <a:lnTo>
                  <a:pt x="143936" y="45798"/>
                </a:lnTo>
                <a:lnTo>
                  <a:pt x="140664" y="45798"/>
                </a:lnTo>
                <a:lnTo>
                  <a:pt x="140664" y="42526"/>
                </a:lnTo>
                <a:lnTo>
                  <a:pt x="107952" y="42526"/>
                </a:lnTo>
                <a:lnTo>
                  <a:pt x="107952" y="39255"/>
                </a:lnTo>
                <a:lnTo>
                  <a:pt x="104681" y="39255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11223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isible source SEC-093 inset-1 region 905">
            <a:extLst xmlns:a="http://schemas.openxmlformats.org/drawingml/2006/main">
              <a:ext uri="{FF2B5EF4-FFF2-40B4-BE49-F238E27FC236}">
                <a16:creationId xmlns:a16="http://schemas.microsoft.com/office/drawing/2014/main" id="{5206C395-6BF7-4EE3-98BC-A8DDE993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4" y="242090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isible source SEC-093 inset-1 region 906">
            <a:extLst xmlns:a="http://schemas.openxmlformats.org/drawingml/2006/main">
              <a:ext uri="{FF2B5EF4-FFF2-40B4-BE49-F238E27FC236}">
                <a16:creationId xmlns:a16="http://schemas.microsoft.com/office/drawing/2014/main" id="{7264ADA5-4B3C-4795-962D-8568ED40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430714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isible source SEC-093 inset-1 region 907">
            <a:extLst xmlns:a="http://schemas.openxmlformats.org/drawingml/2006/main">
              <a:ext uri="{FF2B5EF4-FFF2-40B4-BE49-F238E27FC236}">
                <a16:creationId xmlns:a16="http://schemas.microsoft.com/office/drawing/2014/main" id="{69D3AF76-DC5E-4524-B5BA-2B801F2F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2447070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isible source SEC-093 inset-1 region 908">
            <a:extLst xmlns:a="http://schemas.openxmlformats.org/drawingml/2006/main">
              <a:ext uri="{FF2B5EF4-FFF2-40B4-BE49-F238E27FC236}">
                <a16:creationId xmlns:a16="http://schemas.microsoft.com/office/drawing/2014/main" id="{F5D6230F-4BAB-4593-8CD2-3241F4F9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07" y="245034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isible source SEC-093 inset-1 region 909">
            <a:extLst xmlns:a="http://schemas.openxmlformats.org/drawingml/2006/main">
              <a:ext uri="{FF2B5EF4-FFF2-40B4-BE49-F238E27FC236}">
                <a16:creationId xmlns:a16="http://schemas.microsoft.com/office/drawing/2014/main" id="{58AA5190-DB4A-4A98-8447-68045ECB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456884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isible source SEC-093 inset-1 region 910">
            <a:extLst xmlns:a="http://schemas.openxmlformats.org/drawingml/2006/main">
              <a:ext uri="{FF2B5EF4-FFF2-40B4-BE49-F238E27FC236}">
                <a16:creationId xmlns:a16="http://schemas.microsoft.com/office/drawing/2014/main" id="{A5B9671E-5161-45ED-AF04-6CBC6E2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057" y="2522309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isible source SEC-093 inset-1 region 911">
            <a:extLst xmlns:a="http://schemas.openxmlformats.org/drawingml/2006/main">
              <a:ext uri="{FF2B5EF4-FFF2-40B4-BE49-F238E27FC236}">
                <a16:creationId xmlns:a16="http://schemas.microsoft.com/office/drawing/2014/main" id="{C8C70B65-4DBC-46FC-960D-21B5B79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525581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isible source SEC-093 inset-1 region 912">
            <a:extLst xmlns:a="http://schemas.openxmlformats.org/drawingml/2006/main">
              <a:ext uri="{FF2B5EF4-FFF2-40B4-BE49-F238E27FC236}">
                <a16:creationId xmlns:a16="http://schemas.microsoft.com/office/drawing/2014/main" id="{4E755EFE-7C30-4936-89FD-35B48D9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551751"/>
            <a:ext cx="3271" cy="3271"/>
          </a:xfrm>
          <a:custGeom xmlns:a="http://schemas.openxmlformats.org/drawingml/2006/main">
            <a:pathLst>
              <a:path w="3271" h="3271">
                <a:moveTo>
                  <a:pt x="0" y="0"/>
                </a:move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isible source SEC-093 inset-1 region 913">
            <a:extLst xmlns:a="http://schemas.openxmlformats.org/drawingml/2006/main">
              <a:ext uri="{FF2B5EF4-FFF2-40B4-BE49-F238E27FC236}">
                <a16:creationId xmlns:a16="http://schemas.microsoft.com/office/drawing/2014/main" id="{A0E2D2A2-BE82-4420-8E00-E881072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057" y="2555022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isible source SEC-093 inset-1 region 914">
            <a:extLst xmlns:a="http://schemas.openxmlformats.org/drawingml/2006/main">
              <a:ext uri="{FF2B5EF4-FFF2-40B4-BE49-F238E27FC236}">
                <a16:creationId xmlns:a16="http://schemas.microsoft.com/office/drawing/2014/main" id="{8CB30B27-22FE-41D3-82EA-0E2CF5F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381" y="2584464"/>
            <a:ext cx="3271" cy="3271"/>
          </a:xfrm>
          <a:custGeom xmlns:a="http://schemas.openxmlformats.org/drawingml/2006/main">
            <a:pathLst>
              <a:path w="3271" h="3271">
                <a:moveTo>
                  <a:pt x="0" y="3271"/>
                </a:move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lnTo>
                  <a:pt x="0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isible source SEC-093 inset-1 region 915">
            <a:extLst xmlns:a="http://schemas.openxmlformats.org/drawingml/2006/main">
              <a:ext uri="{FF2B5EF4-FFF2-40B4-BE49-F238E27FC236}">
                <a16:creationId xmlns:a16="http://schemas.microsoft.com/office/drawing/2014/main" id="{8AFDC707-8D97-425B-B3D4-2D4E4195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2" y="2587735"/>
            <a:ext cx="3271" cy="3271"/>
          </a:xfrm>
          <a:custGeom xmlns:a="http://schemas.openxmlformats.org/drawingml/2006/main">
            <a:pathLst>
              <a:path w="3271" h="3271">
                <a:moveTo>
                  <a:pt x="3271" y="3271"/>
                </a:moveTo>
                <a:lnTo>
                  <a:pt x="0" y="3271"/>
                </a:lnTo>
                <a:lnTo>
                  <a:pt x="0" y="0"/>
                </a:lnTo>
                <a:lnTo>
                  <a:pt x="3271" y="0"/>
                </a:lnTo>
                <a:lnTo>
                  <a:pt x="3271" y="3271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isible source SEC-093 inset-1 region 916">
            <a:extLst xmlns:a="http://schemas.openxmlformats.org/drawingml/2006/main">
              <a:ext uri="{FF2B5EF4-FFF2-40B4-BE49-F238E27FC236}">
                <a16:creationId xmlns:a16="http://schemas.microsoft.com/office/drawing/2014/main" id="{1C10165A-ADA5-45B4-BDF0-8FC14AEC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013" y="1325026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isible source SEC-093 inset-1 region 917">
            <a:extLst xmlns:a="http://schemas.openxmlformats.org/drawingml/2006/main">
              <a:ext uri="{FF2B5EF4-FFF2-40B4-BE49-F238E27FC236}">
                <a16:creationId xmlns:a16="http://schemas.microsoft.com/office/drawing/2014/main" id="{08AB6B78-B7CC-49E3-B905-272B96C4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641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isible source SEC-093 inset-1 region 918">
            <a:extLst xmlns:a="http://schemas.openxmlformats.org/drawingml/2006/main">
              <a:ext uri="{FF2B5EF4-FFF2-40B4-BE49-F238E27FC236}">
                <a16:creationId xmlns:a16="http://schemas.microsoft.com/office/drawing/2014/main" id="{F82A3D79-AD78-4ADB-BFBB-B4E1A236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406" y="1648881"/>
            <a:ext cx="42526" cy="42526"/>
          </a:xfrm>
          <a:custGeom xmlns:a="http://schemas.openxmlformats.org/drawingml/2006/main">
            <a:pathLst>
              <a:path w="42526" h="42526">
                <a:moveTo>
                  <a:pt x="0" y="26170"/>
                </a:move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32713"/>
                </a:lnTo>
                <a:lnTo>
                  <a:pt x="35984" y="32713"/>
                </a:lnTo>
                <a:lnTo>
                  <a:pt x="35984" y="35984"/>
                </a:lnTo>
                <a:lnTo>
                  <a:pt x="32713" y="35984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isible source SEC-093 inset-1 region 919">
            <a:extLst xmlns:a="http://schemas.openxmlformats.org/drawingml/2006/main">
              <a:ext uri="{FF2B5EF4-FFF2-40B4-BE49-F238E27FC236}">
                <a16:creationId xmlns:a16="http://schemas.microsoft.com/office/drawing/2014/main" id="{C8FFC98C-E9DF-4661-981C-6CA5D43A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641" y="1665238"/>
            <a:ext cx="111223" cy="42526"/>
          </a:xfrm>
          <a:custGeom xmlns:a="http://schemas.openxmlformats.org/drawingml/2006/main">
            <a:pathLst>
              <a:path w="111223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71968" y="16356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6543"/>
                </a:lnTo>
                <a:lnTo>
                  <a:pt x="78510" y="6543"/>
                </a:lnTo>
                <a:lnTo>
                  <a:pt x="78510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94867" y="0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6356"/>
                </a:lnTo>
                <a:lnTo>
                  <a:pt x="111223" y="16356"/>
                </a:lnTo>
                <a:lnTo>
                  <a:pt x="111223" y="26170"/>
                </a:lnTo>
                <a:lnTo>
                  <a:pt x="107952" y="26170"/>
                </a:lnTo>
                <a:lnTo>
                  <a:pt x="107952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4867" y="39255"/>
                </a:lnTo>
                <a:lnTo>
                  <a:pt x="94867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78510" y="39255"/>
                </a:lnTo>
                <a:lnTo>
                  <a:pt x="78510" y="35984"/>
                </a:lnTo>
                <a:lnTo>
                  <a:pt x="75239" y="35984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isible source SEC-093 inset-1 region 920">
            <a:extLst xmlns:a="http://schemas.openxmlformats.org/drawingml/2006/main">
              <a:ext uri="{FF2B5EF4-FFF2-40B4-BE49-F238E27FC236}">
                <a16:creationId xmlns:a16="http://schemas.microsoft.com/office/drawing/2014/main" id="{CCCAB1C6-D52D-4795-A01B-F4D3F47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747" y="1707764"/>
            <a:ext cx="75239" cy="42526"/>
          </a:xfrm>
          <a:custGeom xmlns:a="http://schemas.openxmlformats.org/drawingml/2006/main">
            <a:pathLst>
              <a:path w="75239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8883" y="0"/>
                </a:lnTo>
                <a:lnTo>
                  <a:pt x="58883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isible source SEC-093 inset-1 region 921">
            <a:extLst xmlns:a="http://schemas.openxmlformats.org/drawingml/2006/main">
              <a:ext uri="{FF2B5EF4-FFF2-40B4-BE49-F238E27FC236}">
                <a16:creationId xmlns:a16="http://schemas.microsoft.com/office/drawing/2014/main" id="{D0B25DFC-A024-4A8C-A27E-838309CC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386" y="1707764"/>
            <a:ext cx="52340" cy="42526"/>
          </a:xfrm>
          <a:custGeom xmlns:a="http://schemas.openxmlformats.org/drawingml/2006/main">
            <a:pathLst>
              <a:path w="52340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5984" y="0"/>
                </a:lnTo>
                <a:lnTo>
                  <a:pt x="35984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9814"/>
                </a:lnTo>
                <a:lnTo>
                  <a:pt x="49069" y="9814"/>
                </a:lnTo>
                <a:lnTo>
                  <a:pt x="49069" y="16356"/>
                </a:lnTo>
                <a:lnTo>
                  <a:pt x="52340" y="16356"/>
                </a:lnTo>
                <a:lnTo>
                  <a:pt x="52340" y="26170"/>
                </a:lnTo>
                <a:lnTo>
                  <a:pt x="49069" y="26170"/>
                </a:lnTo>
                <a:lnTo>
                  <a:pt x="49069" y="32713"/>
                </a:lnTo>
                <a:lnTo>
                  <a:pt x="45798" y="32713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isible source SEC-093 inset-1 region 922">
            <a:extLst xmlns:a="http://schemas.openxmlformats.org/drawingml/2006/main">
              <a:ext uri="{FF2B5EF4-FFF2-40B4-BE49-F238E27FC236}">
                <a16:creationId xmlns:a16="http://schemas.microsoft.com/office/drawing/2014/main" id="{146FBFE9-475B-4B73-A6ED-93E1B49E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933" y="1779732"/>
            <a:ext cx="75239" cy="58883"/>
          </a:xfrm>
          <a:custGeom xmlns:a="http://schemas.openxmlformats.org/drawingml/2006/main">
            <a:pathLst>
              <a:path w="75239" h="58883">
                <a:moveTo>
                  <a:pt x="6543" y="6543"/>
                </a:move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6543"/>
                </a:lnTo>
                <a:lnTo>
                  <a:pt x="35984" y="6543"/>
                </a:lnTo>
                <a:lnTo>
                  <a:pt x="35984" y="9814"/>
                </a:lnTo>
                <a:lnTo>
                  <a:pt x="39255" y="9814"/>
                </a:lnTo>
                <a:lnTo>
                  <a:pt x="39255" y="16356"/>
                </a:lnTo>
                <a:lnTo>
                  <a:pt x="45798" y="16356"/>
                </a:lnTo>
                <a:lnTo>
                  <a:pt x="45798" y="19628"/>
                </a:lnTo>
                <a:lnTo>
                  <a:pt x="49069" y="19628"/>
                </a:lnTo>
                <a:lnTo>
                  <a:pt x="49069" y="16356"/>
                </a:lnTo>
                <a:lnTo>
                  <a:pt x="58883" y="16356"/>
                </a:lnTo>
                <a:lnTo>
                  <a:pt x="58883" y="19628"/>
                </a:lnTo>
                <a:lnTo>
                  <a:pt x="65425" y="19628"/>
                </a:lnTo>
                <a:lnTo>
                  <a:pt x="65425" y="22899"/>
                </a:lnTo>
                <a:lnTo>
                  <a:pt x="68697" y="22899"/>
                </a:lnTo>
                <a:lnTo>
                  <a:pt x="68697" y="26170"/>
                </a:lnTo>
                <a:lnTo>
                  <a:pt x="71968" y="26170"/>
                </a:lnTo>
                <a:lnTo>
                  <a:pt x="71968" y="32713"/>
                </a:lnTo>
                <a:lnTo>
                  <a:pt x="75239" y="32713"/>
                </a:lnTo>
                <a:lnTo>
                  <a:pt x="75239" y="42526"/>
                </a:lnTo>
                <a:lnTo>
                  <a:pt x="71968" y="42526"/>
                </a:lnTo>
                <a:lnTo>
                  <a:pt x="71968" y="49069"/>
                </a:lnTo>
                <a:lnTo>
                  <a:pt x="68697" y="49069"/>
                </a:lnTo>
                <a:lnTo>
                  <a:pt x="68697" y="52340"/>
                </a:lnTo>
                <a:lnTo>
                  <a:pt x="65425" y="52340"/>
                </a:lnTo>
                <a:lnTo>
                  <a:pt x="65425" y="55612"/>
                </a:lnTo>
                <a:lnTo>
                  <a:pt x="58883" y="55612"/>
                </a:lnTo>
                <a:lnTo>
                  <a:pt x="58883" y="58883"/>
                </a:lnTo>
                <a:lnTo>
                  <a:pt x="35984" y="58883"/>
                </a:lnTo>
                <a:lnTo>
                  <a:pt x="35984" y="55612"/>
                </a:lnTo>
                <a:lnTo>
                  <a:pt x="29441" y="55612"/>
                </a:lnTo>
                <a:lnTo>
                  <a:pt x="29441" y="52340"/>
                </a:lnTo>
                <a:lnTo>
                  <a:pt x="26170" y="52340"/>
                </a:lnTo>
                <a:lnTo>
                  <a:pt x="26170" y="49069"/>
                </a:lnTo>
                <a:lnTo>
                  <a:pt x="22899" y="49069"/>
                </a:lnTo>
                <a:lnTo>
                  <a:pt x="22899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isible source SEC-093 inset-1 region 923">
            <a:extLst xmlns:a="http://schemas.openxmlformats.org/drawingml/2006/main">
              <a:ext uri="{FF2B5EF4-FFF2-40B4-BE49-F238E27FC236}">
                <a16:creationId xmlns:a16="http://schemas.microsoft.com/office/drawing/2014/main" id="{F7529216-5307-4EF2-83F0-25B8D4BF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1098" y="1845157"/>
            <a:ext cx="163563" cy="75239"/>
          </a:xfrm>
          <a:custGeom xmlns:a="http://schemas.openxmlformats.org/drawingml/2006/main">
            <a:pathLst>
              <a:path w="163563" h="75239">
                <a:moveTo>
                  <a:pt x="81782" y="16356"/>
                </a:moveTo>
                <a:lnTo>
                  <a:pt x="85053" y="16356"/>
                </a:lnTo>
                <a:lnTo>
                  <a:pt x="85053" y="9814"/>
                </a:lnTo>
                <a:lnTo>
                  <a:pt x="88324" y="9814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21037" y="3271"/>
                </a:lnTo>
                <a:lnTo>
                  <a:pt x="121037" y="0"/>
                </a:lnTo>
                <a:lnTo>
                  <a:pt x="134122" y="0"/>
                </a:lnTo>
                <a:lnTo>
                  <a:pt x="134122" y="3271"/>
                </a:lnTo>
                <a:lnTo>
                  <a:pt x="140664" y="3271"/>
                </a:lnTo>
                <a:lnTo>
                  <a:pt x="140664" y="6543"/>
                </a:lnTo>
                <a:lnTo>
                  <a:pt x="143936" y="6543"/>
                </a:lnTo>
                <a:lnTo>
                  <a:pt x="143936" y="9814"/>
                </a:lnTo>
                <a:lnTo>
                  <a:pt x="147207" y="9814"/>
                </a:lnTo>
                <a:lnTo>
                  <a:pt x="147207" y="13085"/>
                </a:lnTo>
                <a:lnTo>
                  <a:pt x="150478" y="13085"/>
                </a:lnTo>
                <a:lnTo>
                  <a:pt x="150478" y="16356"/>
                </a:lnTo>
                <a:lnTo>
                  <a:pt x="157021" y="16356"/>
                </a:lnTo>
                <a:lnTo>
                  <a:pt x="157021" y="19628"/>
                </a:lnTo>
                <a:lnTo>
                  <a:pt x="160292" y="19628"/>
                </a:lnTo>
                <a:lnTo>
                  <a:pt x="160292" y="26170"/>
                </a:lnTo>
                <a:lnTo>
                  <a:pt x="163563" y="26170"/>
                </a:lnTo>
                <a:lnTo>
                  <a:pt x="163563" y="42526"/>
                </a:lnTo>
                <a:lnTo>
                  <a:pt x="160292" y="42526"/>
                </a:lnTo>
                <a:lnTo>
                  <a:pt x="160292" y="49069"/>
                </a:lnTo>
                <a:lnTo>
                  <a:pt x="157021" y="49069"/>
                </a:lnTo>
                <a:lnTo>
                  <a:pt x="157021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34122" y="55612"/>
                </a:lnTo>
                <a:lnTo>
                  <a:pt x="134122" y="52340"/>
                </a:lnTo>
                <a:lnTo>
                  <a:pt x="127579" y="52340"/>
                </a:lnTo>
                <a:lnTo>
                  <a:pt x="127579" y="55612"/>
                </a:lnTo>
                <a:lnTo>
                  <a:pt x="121037" y="55612"/>
                </a:lnTo>
                <a:lnTo>
                  <a:pt x="121037" y="58883"/>
                </a:lnTo>
                <a:lnTo>
                  <a:pt x="117766" y="58883"/>
                </a:lnTo>
                <a:lnTo>
                  <a:pt x="117766" y="65425"/>
                </a:lnTo>
                <a:lnTo>
                  <a:pt x="114494" y="65425"/>
                </a:lnTo>
                <a:lnTo>
                  <a:pt x="114494" y="68697"/>
                </a:lnTo>
                <a:lnTo>
                  <a:pt x="111223" y="68697"/>
                </a:lnTo>
                <a:lnTo>
                  <a:pt x="111223" y="71968"/>
                </a:lnTo>
                <a:lnTo>
                  <a:pt x="104681" y="71968"/>
                </a:lnTo>
                <a:lnTo>
                  <a:pt x="104681" y="75239"/>
                </a:lnTo>
                <a:lnTo>
                  <a:pt x="85053" y="75239"/>
                </a:lnTo>
                <a:lnTo>
                  <a:pt x="85053" y="71968"/>
                </a:lnTo>
                <a:lnTo>
                  <a:pt x="78510" y="71968"/>
                </a:lnTo>
                <a:lnTo>
                  <a:pt x="78510" y="68697"/>
                </a:lnTo>
                <a:lnTo>
                  <a:pt x="75239" y="68697"/>
                </a:lnTo>
                <a:lnTo>
                  <a:pt x="75239" y="65425"/>
                </a:lnTo>
                <a:lnTo>
                  <a:pt x="71968" y="65425"/>
                </a:lnTo>
                <a:lnTo>
                  <a:pt x="71968" y="62154"/>
                </a:lnTo>
                <a:lnTo>
                  <a:pt x="68697" y="62154"/>
                </a:lnTo>
                <a:lnTo>
                  <a:pt x="68697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62154" y="68697"/>
                </a:lnTo>
                <a:lnTo>
                  <a:pt x="62154" y="71968"/>
                </a:lnTo>
                <a:lnTo>
                  <a:pt x="58883" y="71968"/>
                </a:lnTo>
                <a:lnTo>
                  <a:pt x="58883" y="75239"/>
                </a:lnTo>
                <a:lnTo>
                  <a:pt x="42526" y="75239"/>
                </a:lnTo>
                <a:lnTo>
                  <a:pt x="42526" y="71968"/>
                </a:lnTo>
                <a:lnTo>
                  <a:pt x="32713" y="71968"/>
                </a:lnTo>
                <a:lnTo>
                  <a:pt x="32713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45798" y="35984"/>
                </a:lnTo>
                <a:lnTo>
                  <a:pt x="45798" y="32713"/>
                </a:lnTo>
                <a:lnTo>
                  <a:pt x="55612" y="32713"/>
                </a:lnTo>
                <a:lnTo>
                  <a:pt x="55612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68697" y="42526"/>
                </a:lnTo>
                <a:lnTo>
                  <a:pt x="68697" y="45798"/>
                </a:lnTo>
                <a:lnTo>
                  <a:pt x="71968" y="45798"/>
                </a:lnTo>
                <a:lnTo>
                  <a:pt x="71968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78510" y="39255"/>
                </a:lnTo>
                <a:lnTo>
                  <a:pt x="78510" y="35984"/>
                </a:lnTo>
                <a:lnTo>
                  <a:pt x="85053" y="35984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isible source SEC-093 inset-1 region 924">
            <a:extLst xmlns:a="http://schemas.openxmlformats.org/drawingml/2006/main">
              <a:ext uri="{FF2B5EF4-FFF2-40B4-BE49-F238E27FC236}">
                <a16:creationId xmlns:a16="http://schemas.microsoft.com/office/drawing/2014/main" id="{3934A677-8221-4E88-9B49-0717ED2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0832" y="1943295"/>
            <a:ext cx="58883" cy="42526"/>
          </a:xfrm>
          <a:custGeom xmlns:a="http://schemas.openxmlformats.org/drawingml/2006/main">
            <a:pathLst>
              <a:path w="58883" h="42526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6356"/>
                </a:lnTo>
                <a:lnTo>
                  <a:pt x="58883" y="16356"/>
                </a:lnTo>
                <a:lnTo>
                  <a:pt x="58883" y="26170"/>
                </a:lnTo>
                <a:lnTo>
                  <a:pt x="55612" y="26170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isible source SEC-093 inset-1 region 925">
            <a:extLst xmlns:a="http://schemas.openxmlformats.org/drawingml/2006/main">
              <a:ext uri="{FF2B5EF4-FFF2-40B4-BE49-F238E27FC236}">
                <a16:creationId xmlns:a16="http://schemas.microsoft.com/office/drawing/2014/main" id="{5FFB1404-8B8A-4B7E-8E3C-7D5C24E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572" y="1943295"/>
            <a:ext cx="68697" cy="42526"/>
          </a:xfrm>
          <a:custGeom xmlns:a="http://schemas.openxmlformats.org/drawingml/2006/main">
            <a:pathLst>
              <a:path w="68697" h="42526">
                <a:moveTo>
                  <a:pt x="3271" y="26170"/>
                </a:move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52340" y="0"/>
                </a:lnTo>
                <a:lnTo>
                  <a:pt x="52340" y="3271"/>
                </a:lnTo>
                <a:lnTo>
                  <a:pt x="58883" y="3271"/>
                </a:lnTo>
                <a:lnTo>
                  <a:pt x="58883" y="6543"/>
                </a:lnTo>
                <a:lnTo>
                  <a:pt x="62154" y="6543"/>
                </a:lnTo>
                <a:lnTo>
                  <a:pt x="62154" y="9814"/>
                </a:lnTo>
                <a:lnTo>
                  <a:pt x="65425" y="9814"/>
                </a:lnTo>
                <a:lnTo>
                  <a:pt x="65425" y="16356"/>
                </a:lnTo>
                <a:lnTo>
                  <a:pt x="68697" y="16356"/>
                </a:lnTo>
                <a:lnTo>
                  <a:pt x="68697" y="26170"/>
                </a:lnTo>
                <a:lnTo>
                  <a:pt x="65425" y="26170"/>
                </a:lnTo>
                <a:lnTo>
                  <a:pt x="65425" y="32713"/>
                </a:lnTo>
                <a:lnTo>
                  <a:pt x="62154" y="32713"/>
                </a:lnTo>
                <a:lnTo>
                  <a:pt x="62154" y="35984"/>
                </a:lnTo>
                <a:lnTo>
                  <a:pt x="58883" y="35984"/>
                </a:lnTo>
                <a:lnTo>
                  <a:pt x="58883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isible source SEC-093 inset-1 region 926">
            <a:extLst xmlns:a="http://schemas.openxmlformats.org/drawingml/2006/main">
              <a:ext uri="{FF2B5EF4-FFF2-40B4-BE49-F238E27FC236}">
                <a16:creationId xmlns:a16="http://schemas.microsoft.com/office/drawing/2014/main" id="{DEEF55EC-D3D1-4BE0-954D-8E611CF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8678" y="1995636"/>
            <a:ext cx="111223" cy="78510"/>
          </a:xfrm>
          <a:custGeom xmlns:a="http://schemas.openxmlformats.org/drawingml/2006/main">
            <a:pathLst>
              <a:path w="111223" h="78510">
                <a:moveTo>
                  <a:pt x="3271" y="9814"/>
                </a:move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04681" y="42526"/>
                </a:lnTo>
                <a:lnTo>
                  <a:pt x="104681" y="45798"/>
                </a:lnTo>
                <a:lnTo>
                  <a:pt x="107952" y="45798"/>
                </a:lnTo>
                <a:lnTo>
                  <a:pt x="107952" y="52340"/>
                </a:lnTo>
                <a:lnTo>
                  <a:pt x="111223" y="52340"/>
                </a:lnTo>
                <a:lnTo>
                  <a:pt x="111223" y="62154"/>
                </a:lnTo>
                <a:lnTo>
                  <a:pt x="107952" y="62154"/>
                </a:lnTo>
                <a:lnTo>
                  <a:pt x="107952" y="68697"/>
                </a:lnTo>
                <a:lnTo>
                  <a:pt x="104681" y="68697"/>
                </a:lnTo>
                <a:lnTo>
                  <a:pt x="104681" y="71968"/>
                </a:lnTo>
                <a:lnTo>
                  <a:pt x="101409" y="71968"/>
                </a:lnTo>
                <a:lnTo>
                  <a:pt x="101409" y="75239"/>
                </a:lnTo>
                <a:lnTo>
                  <a:pt x="94867" y="75239"/>
                </a:lnTo>
                <a:lnTo>
                  <a:pt x="94867" y="78510"/>
                </a:lnTo>
                <a:lnTo>
                  <a:pt x="62154" y="78510"/>
                </a:lnTo>
                <a:lnTo>
                  <a:pt x="62154" y="75239"/>
                </a:lnTo>
                <a:lnTo>
                  <a:pt x="55612" y="75239"/>
                </a:lnTo>
                <a:lnTo>
                  <a:pt x="55612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9069" y="68697"/>
                </a:lnTo>
                <a:lnTo>
                  <a:pt x="49069" y="62154"/>
                </a:lnTo>
                <a:lnTo>
                  <a:pt x="45798" y="62154"/>
                </a:lnTo>
                <a:lnTo>
                  <a:pt x="45798" y="52340"/>
                </a:lnTo>
                <a:lnTo>
                  <a:pt x="49069" y="52340"/>
                </a:lnTo>
                <a:lnTo>
                  <a:pt x="49069" y="45798"/>
                </a:lnTo>
                <a:lnTo>
                  <a:pt x="52340" y="45798"/>
                </a:lnTo>
                <a:lnTo>
                  <a:pt x="52340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9814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isible source SEC-093 inset-1 region 927">
            <a:extLst xmlns:a="http://schemas.openxmlformats.org/drawingml/2006/main">
              <a:ext uri="{FF2B5EF4-FFF2-40B4-BE49-F238E27FC236}">
                <a16:creationId xmlns:a16="http://schemas.microsoft.com/office/drawing/2014/main" id="{5D6C9A35-F0F5-42A2-92EF-9C141A8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0912" y="1998907"/>
            <a:ext cx="98138" cy="42526"/>
          </a:xfrm>
          <a:custGeom xmlns:a="http://schemas.openxmlformats.org/drawingml/2006/main">
            <a:pathLst>
              <a:path w="98138" h="42526">
                <a:moveTo>
                  <a:pt x="0" y="16356"/>
                </a:moveTo>
                <a:lnTo>
                  <a:pt x="3271" y="16356"/>
                </a:lnTo>
                <a:lnTo>
                  <a:pt x="3271" y="9814"/>
                </a:lnTo>
                <a:lnTo>
                  <a:pt x="6543" y="9814"/>
                </a:lnTo>
                <a:lnTo>
                  <a:pt x="6543" y="6543"/>
                </a:lnTo>
                <a:lnTo>
                  <a:pt x="9814" y="6543"/>
                </a:lnTo>
                <a:lnTo>
                  <a:pt x="9814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6543"/>
                </a:lnTo>
                <a:lnTo>
                  <a:pt x="91595" y="6543"/>
                </a:lnTo>
                <a:lnTo>
                  <a:pt x="91595" y="9814"/>
                </a:lnTo>
                <a:lnTo>
                  <a:pt x="94867" y="9814"/>
                </a:lnTo>
                <a:lnTo>
                  <a:pt x="94867" y="16356"/>
                </a:lnTo>
                <a:lnTo>
                  <a:pt x="98138" y="16356"/>
                </a:lnTo>
                <a:lnTo>
                  <a:pt x="98138" y="26170"/>
                </a:lnTo>
                <a:lnTo>
                  <a:pt x="94867" y="26170"/>
                </a:lnTo>
                <a:lnTo>
                  <a:pt x="94867" y="32713"/>
                </a:lnTo>
                <a:lnTo>
                  <a:pt x="91595" y="32713"/>
                </a:lnTo>
                <a:lnTo>
                  <a:pt x="91595" y="35984"/>
                </a:lnTo>
                <a:lnTo>
                  <a:pt x="88324" y="35984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isible source SEC-093 inset-1 region 928">
            <a:extLst xmlns:a="http://schemas.openxmlformats.org/drawingml/2006/main">
              <a:ext uri="{FF2B5EF4-FFF2-40B4-BE49-F238E27FC236}">
                <a16:creationId xmlns:a16="http://schemas.microsoft.com/office/drawing/2014/main" id="{BE023309-90B1-4658-9226-E5C2E469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827" y="2051247"/>
            <a:ext cx="209361" cy="81782"/>
          </a:xfrm>
          <a:custGeom xmlns:a="http://schemas.openxmlformats.org/drawingml/2006/main">
            <a:pathLst>
              <a:path w="209361" h="81782">
                <a:moveTo>
                  <a:pt x="88324" y="26170"/>
                </a:moveTo>
                <a:lnTo>
                  <a:pt x="85053" y="26170"/>
                </a:lnTo>
                <a:lnTo>
                  <a:pt x="85053" y="16356"/>
                </a:lnTo>
                <a:lnTo>
                  <a:pt x="88324" y="16356"/>
                </a:lnTo>
                <a:lnTo>
                  <a:pt x="88324" y="9814"/>
                </a:lnTo>
                <a:lnTo>
                  <a:pt x="91595" y="9814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3271"/>
                </a:lnTo>
                <a:lnTo>
                  <a:pt x="101409" y="3271"/>
                </a:lnTo>
                <a:lnTo>
                  <a:pt x="101409" y="0"/>
                </a:lnTo>
                <a:lnTo>
                  <a:pt x="140664" y="0"/>
                </a:lnTo>
                <a:lnTo>
                  <a:pt x="140664" y="3271"/>
                </a:lnTo>
                <a:lnTo>
                  <a:pt x="147207" y="3271"/>
                </a:lnTo>
                <a:lnTo>
                  <a:pt x="147207" y="6543"/>
                </a:lnTo>
                <a:lnTo>
                  <a:pt x="150478" y="6543"/>
                </a:lnTo>
                <a:lnTo>
                  <a:pt x="150478" y="9814"/>
                </a:lnTo>
                <a:lnTo>
                  <a:pt x="153750" y="9814"/>
                </a:lnTo>
                <a:lnTo>
                  <a:pt x="153750" y="13085"/>
                </a:lnTo>
                <a:lnTo>
                  <a:pt x="157021" y="13085"/>
                </a:lnTo>
                <a:lnTo>
                  <a:pt x="157021" y="16356"/>
                </a:lnTo>
                <a:lnTo>
                  <a:pt x="160292" y="16356"/>
                </a:lnTo>
                <a:lnTo>
                  <a:pt x="160292" y="19628"/>
                </a:lnTo>
                <a:lnTo>
                  <a:pt x="163563" y="19628"/>
                </a:lnTo>
                <a:lnTo>
                  <a:pt x="163563" y="22899"/>
                </a:lnTo>
                <a:lnTo>
                  <a:pt x="166835" y="22899"/>
                </a:lnTo>
                <a:lnTo>
                  <a:pt x="166835" y="26170"/>
                </a:lnTo>
                <a:lnTo>
                  <a:pt x="193005" y="26170"/>
                </a:lnTo>
                <a:lnTo>
                  <a:pt x="193005" y="29441"/>
                </a:lnTo>
                <a:lnTo>
                  <a:pt x="199547" y="29441"/>
                </a:lnTo>
                <a:lnTo>
                  <a:pt x="199547" y="32713"/>
                </a:lnTo>
                <a:lnTo>
                  <a:pt x="202818" y="32713"/>
                </a:lnTo>
                <a:lnTo>
                  <a:pt x="202818" y="35984"/>
                </a:lnTo>
                <a:lnTo>
                  <a:pt x="206090" y="35984"/>
                </a:lnTo>
                <a:lnTo>
                  <a:pt x="206090" y="42526"/>
                </a:lnTo>
                <a:lnTo>
                  <a:pt x="209361" y="42526"/>
                </a:lnTo>
                <a:lnTo>
                  <a:pt x="209361" y="52340"/>
                </a:lnTo>
                <a:lnTo>
                  <a:pt x="206090" y="52340"/>
                </a:lnTo>
                <a:lnTo>
                  <a:pt x="206090" y="58883"/>
                </a:lnTo>
                <a:lnTo>
                  <a:pt x="202818" y="58883"/>
                </a:lnTo>
                <a:lnTo>
                  <a:pt x="202818" y="62154"/>
                </a:lnTo>
                <a:lnTo>
                  <a:pt x="199547" y="62154"/>
                </a:lnTo>
                <a:lnTo>
                  <a:pt x="199547" y="65425"/>
                </a:lnTo>
                <a:lnTo>
                  <a:pt x="193005" y="65425"/>
                </a:lnTo>
                <a:lnTo>
                  <a:pt x="193005" y="68697"/>
                </a:lnTo>
                <a:lnTo>
                  <a:pt x="176648" y="68697"/>
                </a:lnTo>
                <a:lnTo>
                  <a:pt x="176648" y="65425"/>
                </a:lnTo>
                <a:lnTo>
                  <a:pt x="173377" y="65425"/>
                </a:lnTo>
                <a:lnTo>
                  <a:pt x="173377" y="68697"/>
                </a:lnTo>
                <a:lnTo>
                  <a:pt x="143936" y="68697"/>
                </a:lnTo>
                <a:lnTo>
                  <a:pt x="143936" y="65425"/>
                </a:lnTo>
                <a:lnTo>
                  <a:pt x="137393" y="65425"/>
                </a:lnTo>
                <a:lnTo>
                  <a:pt x="137393" y="62154"/>
                </a:lnTo>
                <a:lnTo>
                  <a:pt x="134122" y="62154"/>
                </a:lnTo>
                <a:lnTo>
                  <a:pt x="134122" y="58883"/>
                </a:lnTo>
                <a:lnTo>
                  <a:pt x="130851" y="58883"/>
                </a:lnTo>
                <a:lnTo>
                  <a:pt x="130851" y="55612"/>
                </a:lnTo>
                <a:lnTo>
                  <a:pt x="127579" y="55612"/>
                </a:lnTo>
                <a:lnTo>
                  <a:pt x="127579" y="52340"/>
                </a:lnTo>
                <a:lnTo>
                  <a:pt x="121037" y="52340"/>
                </a:lnTo>
                <a:lnTo>
                  <a:pt x="121037" y="55612"/>
                </a:lnTo>
                <a:lnTo>
                  <a:pt x="124308" y="55612"/>
                </a:lnTo>
                <a:lnTo>
                  <a:pt x="124308" y="65425"/>
                </a:lnTo>
                <a:lnTo>
                  <a:pt x="121037" y="65425"/>
                </a:lnTo>
                <a:lnTo>
                  <a:pt x="121037" y="71968"/>
                </a:lnTo>
                <a:lnTo>
                  <a:pt x="117766" y="71968"/>
                </a:lnTo>
                <a:lnTo>
                  <a:pt x="117766" y="75239"/>
                </a:lnTo>
                <a:lnTo>
                  <a:pt x="114494" y="75239"/>
                </a:lnTo>
                <a:lnTo>
                  <a:pt x="114494" y="78510"/>
                </a:lnTo>
                <a:lnTo>
                  <a:pt x="107952" y="78510"/>
                </a:lnTo>
                <a:lnTo>
                  <a:pt x="107952" y="81782"/>
                </a:lnTo>
                <a:lnTo>
                  <a:pt x="94867" y="81782"/>
                </a:lnTo>
                <a:lnTo>
                  <a:pt x="94867" y="78510"/>
                </a:lnTo>
                <a:lnTo>
                  <a:pt x="88324" y="78510"/>
                </a:lnTo>
                <a:lnTo>
                  <a:pt x="88324" y="75239"/>
                </a:lnTo>
                <a:lnTo>
                  <a:pt x="81782" y="75239"/>
                </a:lnTo>
                <a:lnTo>
                  <a:pt x="81782" y="78510"/>
                </a:lnTo>
                <a:lnTo>
                  <a:pt x="75239" y="78510"/>
                </a:lnTo>
                <a:lnTo>
                  <a:pt x="75239" y="81782"/>
                </a:lnTo>
                <a:lnTo>
                  <a:pt x="39255" y="81782"/>
                </a:lnTo>
                <a:lnTo>
                  <a:pt x="39255" y="78510"/>
                </a:lnTo>
                <a:lnTo>
                  <a:pt x="29441" y="78510"/>
                </a:lnTo>
                <a:lnTo>
                  <a:pt x="29441" y="81782"/>
                </a:lnTo>
                <a:lnTo>
                  <a:pt x="16356" y="81782"/>
                </a:lnTo>
                <a:lnTo>
                  <a:pt x="16356" y="78510"/>
                </a:lnTo>
                <a:lnTo>
                  <a:pt x="9814" y="78510"/>
                </a:lnTo>
                <a:lnTo>
                  <a:pt x="9814" y="75239"/>
                </a:lnTo>
                <a:lnTo>
                  <a:pt x="6543" y="75239"/>
                </a:lnTo>
                <a:lnTo>
                  <a:pt x="6543" y="71968"/>
                </a:lnTo>
                <a:lnTo>
                  <a:pt x="3271" y="71968"/>
                </a:lnTo>
                <a:lnTo>
                  <a:pt x="3271" y="65425"/>
                </a:lnTo>
                <a:lnTo>
                  <a:pt x="0" y="65425"/>
                </a:lnTo>
                <a:lnTo>
                  <a:pt x="0" y="55612"/>
                </a:lnTo>
                <a:lnTo>
                  <a:pt x="3271" y="55612"/>
                </a:lnTo>
                <a:lnTo>
                  <a:pt x="3271" y="49069"/>
                </a:lnTo>
                <a:lnTo>
                  <a:pt x="6543" y="49069"/>
                </a:lnTo>
                <a:lnTo>
                  <a:pt x="6543" y="45798"/>
                </a:lnTo>
                <a:lnTo>
                  <a:pt x="9814" y="45798"/>
                </a:lnTo>
                <a:lnTo>
                  <a:pt x="9814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81782" y="42526"/>
                </a:lnTo>
                <a:lnTo>
                  <a:pt x="81782" y="45798"/>
                </a:lnTo>
                <a:lnTo>
                  <a:pt x="88324" y="45798"/>
                </a:lnTo>
                <a:lnTo>
                  <a:pt x="88324" y="42526"/>
                </a:lnTo>
                <a:lnTo>
                  <a:pt x="91595" y="42526"/>
                </a:lnTo>
                <a:lnTo>
                  <a:pt x="91595" y="32713"/>
                </a:lnTo>
                <a:lnTo>
                  <a:pt x="88324" y="32713"/>
                </a:lnTo>
                <a:lnTo>
                  <a:pt x="88324" y="26170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isible source SEC-093 inset-1 region 929">
            <a:extLst xmlns:a="http://schemas.openxmlformats.org/drawingml/2006/main">
              <a:ext uri="{FF2B5EF4-FFF2-40B4-BE49-F238E27FC236}">
                <a16:creationId xmlns:a16="http://schemas.microsoft.com/office/drawing/2014/main" id="{A492B711-8833-4700-8E2C-D80F48B5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63" y="2178827"/>
            <a:ext cx="104681" cy="75239"/>
          </a:xfrm>
          <a:custGeom xmlns:a="http://schemas.openxmlformats.org/drawingml/2006/main">
            <a:pathLst>
              <a:path w="104681" h="75239">
                <a:moveTo>
                  <a:pt x="29441" y="16356"/>
                </a:moveTo>
                <a:lnTo>
                  <a:pt x="32713" y="16356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88324" y="0"/>
                </a:lnTo>
                <a:lnTo>
                  <a:pt x="88324" y="3271"/>
                </a:lnTo>
                <a:lnTo>
                  <a:pt x="94867" y="3271"/>
                </a:lnTo>
                <a:lnTo>
                  <a:pt x="94867" y="6543"/>
                </a:lnTo>
                <a:lnTo>
                  <a:pt x="98138" y="6543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13085"/>
                </a:lnTo>
                <a:lnTo>
                  <a:pt x="104681" y="13085"/>
                </a:lnTo>
                <a:lnTo>
                  <a:pt x="104681" y="29441"/>
                </a:lnTo>
                <a:lnTo>
                  <a:pt x="101409" y="29441"/>
                </a:lnTo>
                <a:lnTo>
                  <a:pt x="101409" y="32713"/>
                </a:lnTo>
                <a:lnTo>
                  <a:pt x="98138" y="32713"/>
                </a:lnTo>
                <a:lnTo>
                  <a:pt x="98138" y="35984"/>
                </a:lnTo>
                <a:lnTo>
                  <a:pt x="94867" y="35984"/>
                </a:lnTo>
                <a:lnTo>
                  <a:pt x="94867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68697" y="42526"/>
                </a:lnTo>
                <a:lnTo>
                  <a:pt x="68697" y="49069"/>
                </a:lnTo>
                <a:lnTo>
                  <a:pt x="71968" y="49069"/>
                </a:lnTo>
                <a:lnTo>
                  <a:pt x="71968" y="58883"/>
                </a:lnTo>
                <a:lnTo>
                  <a:pt x="68697" y="58883"/>
                </a:lnTo>
                <a:lnTo>
                  <a:pt x="68697" y="65425"/>
                </a:lnTo>
                <a:lnTo>
                  <a:pt x="65425" y="65425"/>
                </a:lnTo>
                <a:lnTo>
                  <a:pt x="65425" y="68697"/>
                </a:lnTo>
                <a:lnTo>
                  <a:pt x="62154" y="68697"/>
                </a:lnTo>
                <a:lnTo>
                  <a:pt x="62154" y="71968"/>
                </a:lnTo>
                <a:lnTo>
                  <a:pt x="55612" y="71968"/>
                </a:lnTo>
                <a:lnTo>
                  <a:pt x="55612" y="75239"/>
                </a:lnTo>
                <a:lnTo>
                  <a:pt x="16356" y="75239"/>
                </a:lnTo>
                <a:lnTo>
                  <a:pt x="16356" y="71968"/>
                </a:lnTo>
                <a:lnTo>
                  <a:pt x="9814" y="71968"/>
                </a:lnTo>
                <a:lnTo>
                  <a:pt x="9814" y="68697"/>
                </a:lnTo>
                <a:lnTo>
                  <a:pt x="6543" y="68697"/>
                </a:lnTo>
                <a:lnTo>
                  <a:pt x="6543" y="65425"/>
                </a:lnTo>
                <a:lnTo>
                  <a:pt x="3271" y="65425"/>
                </a:lnTo>
                <a:lnTo>
                  <a:pt x="3271" y="58883"/>
                </a:lnTo>
                <a:lnTo>
                  <a:pt x="0" y="58883"/>
                </a:lnTo>
                <a:lnTo>
                  <a:pt x="0" y="49069"/>
                </a:lnTo>
                <a:lnTo>
                  <a:pt x="3271" y="49069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6356" y="35984"/>
                </a:lnTo>
                <a:lnTo>
                  <a:pt x="16356" y="32713"/>
                </a:lnTo>
                <a:lnTo>
                  <a:pt x="32713" y="32713"/>
                </a:lnTo>
                <a:lnTo>
                  <a:pt x="32713" y="26170"/>
                </a:lnTo>
                <a:lnTo>
                  <a:pt x="29441" y="26170"/>
                </a:lnTo>
                <a:lnTo>
                  <a:pt x="29441" y="16356"/>
                </a:lnTo>
                <a:close/>
              </a:path>
            </a:pathLst>
          </a:custGeom>
          <a:solidFill xmlns:a="http://schemas.openxmlformats.org/drawingml/2006/main">
            <a:srgbClr val="ADD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isible source SEC-093 inset-1 region 930">
            <a:extLst xmlns:a="http://schemas.openxmlformats.org/drawingml/2006/main">
              <a:ext uri="{FF2B5EF4-FFF2-40B4-BE49-F238E27FC236}">
                <a16:creationId xmlns:a16="http://schemas.microsoft.com/office/drawing/2014/main" id="{0D283DA7-8C80-46E2-A746-73E9CE9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599" y="1665238"/>
            <a:ext cx="42526" cy="42526"/>
          </a:xfrm>
          <a:custGeom xmlns:a="http://schemas.openxmlformats.org/drawingml/2006/main">
            <a:pathLst>
              <a:path w="42526" h="42526">
                <a:moveTo>
                  <a:pt x="9814" y="6543"/>
                </a:move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isible source SEC-093 inset-1 region 931">
            <a:extLst xmlns:a="http://schemas.openxmlformats.org/drawingml/2006/main">
              <a:ext uri="{FF2B5EF4-FFF2-40B4-BE49-F238E27FC236}">
                <a16:creationId xmlns:a16="http://schemas.microsoft.com/office/drawing/2014/main" id="{798D415C-05E7-45C4-A9BE-7343BB0B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328" y="1783003"/>
            <a:ext cx="78510" cy="42526"/>
          </a:xfrm>
          <a:custGeom xmlns:a="http://schemas.openxmlformats.org/drawingml/2006/main">
            <a:pathLst>
              <a:path w="78510" h="42526">
                <a:moveTo>
                  <a:pt x="9814" y="9814"/>
                </a:move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6543"/>
                </a:lnTo>
                <a:lnTo>
                  <a:pt x="49069" y="6543"/>
                </a:lnTo>
                <a:lnTo>
                  <a:pt x="49069" y="3271"/>
                </a:lnTo>
                <a:lnTo>
                  <a:pt x="52340" y="3271"/>
                </a:lnTo>
                <a:lnTo>
                  <a:pt x="52340" y="0"/>
                </a:lnTo>
                <a:lnTo>
                  <a:pt x="55612" y="0"/>
                </a:lnTo>
                <a:lnTo>
                  <a:pt x="55612" y="3271"/>
                </a:lnTo>
                <a:lnTo>
                  <a:pt x="58883" y="3271"/>
                </a:lnTo>
                <a:lnTo>
                  <a:pt x="58883" y="0"/>
                </a:lnTo>
                <a:lnTo>
                  <a:pt x="62154" y="0"/>
                </a:lnTo>
                <a:lnTo>
                  <a:pt x="62154" y="3271"/>
                </a:lnTo>
                <a:lnTo>
                  <a:pt x="65425" y="3271"/>
                </a:lnTo>
                <a:lnTo>
                  <a:pt x="65425" y="6543"/>
                </a:lnTo>
                <a:lnTo>
                  <a:pt x="68697" y="6543"/>
                </a:lnTo>
                <a:lnTo>
                  <a:pt x="68697" y="9814"/>
                </a:lnTo>
                <a:lnTo>
                  <a:pt x="71968" y="9814"/>
                </a:lnTo>
                <a:lnTo>
                  <a:pt x="71968" y="13085"/>
                </a:lnTo>
                <a:lnTo>
                  <a:pt x="75239" y="13085"/>
                </a:lnTo>
                <a:lnTo>
                  <a:pt x="75239" y="16356"/>
                </a:lnTo>
                <a:lnTo>
                  <a:pt x="78510" y="16356"/>
                </a:lnTo>
                <a:lnTo>
                  <a:pt x="78510" y="19628"/>
                </a:lnTo>
                <a:lnTo>
                  <a:pt x="75239" y="19628"/>
                </a:lnTo>
                <a:lnTo>
                  <a:pt x="75239" y="22899"/>
                </a:lnTo>
                <a:lnTo>
                  <a:pt x="78510" y="22899"/>
                </a:lnTo>
                <a:lnTo>
                  <a:pt x="78510" y="26170"/>
                </a:lnTo>
                <a:lnTo>
                  <a:pt x="75239" y="26170"/>
                </a:lnTo>
                <a:lnTo>
                  <a:pt x="75239" y="29441"/>
                </a:lnTo>
                <a:lnTo>
                  <a:pt x="71968" y="29441"/>
                </a:lnTo>
                <a:lnTo>
                  <a:pt x="71968" y="32713"/>
                </a:lnTo>
                <a:lnTo>
                  <a:pt x="68697" y="32713"/>
                </a:lnTo>
                <a:lnTo>
                  <a:pt x="68697" y="35984"/>
                </a:lnTo>
                <a:lnTo>
                  <a:pt x="65425" y="35984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58883" y="42526"/>
                </a:lnTo>
                <a:lnTo>
                  <a:pt x="58883" y="39255"/>
                </a:lnTo>
                <a:lnTo>
                  <a:pt x="55612" y="39255"/>
                </a:lnTo>
                <a:lnTo>
                  <a:pt x="55612" y="42526"/>
                </a:lnTo>
                <a:lnTo>
                  <a:pt x="52340" y="42526"/>
                </a:lnTo>
                <a:lnTo>
                  <a:pt x="52340" y="39255"/>
                </a:lnTo>
                <a:lnTo>
                  <a:pt x="49069" y="39255"/>
                </a:lnTo>
                <a:lnTo>
                  <a:pt x="49069" y="35984"/>
                </a:lnTo>
                <a:lnTo>
                  <a:pt x="42526" y="35984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29441" y="42526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isible source SEC-093 inset-1 region 932">
            <a:extLst xmlns:a="http://schemas.openxmlformats.org/drawingml/2006/main">
              <a:ext uri="{FF2B5EF4-FFF2-40B4-BE49-F238E27FC236}">
                <a16:creationId xmlns:a16="http://schemas.microsoft.com/office/drawing/2014/main" id="{ACD4F542-349A-4ED0-80F4-B3AA2DA7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243" y="1877870"/>
            <a:ext cx="219175" cy="163563"/>
          </a:xfrm>
          <a:custGeom xmlns:a="http://schemas.openxmlformats.org/drawingml/2006/main">
            <a:pathLst>
              <a:path w="219175" h="163563">
                <a:moveTo>
                  <a:pt x="29441" y="124308"/>
                </a:moveTo>
                <a:lnTo>
                  <a:pt x="32713" y="124308"/>
                </a:lnTo>
                <a:lnTo>
                  <a:pt x="32713" y="121037"/>
                </a:lnTo>
                <a:lnTo>
                  <a:pt x="35984" y="121037"/>
                </a:lnTo>
                <a:lnTo>
                  <a:pt x="35984" y="124308"/>
                </a:lnTo>
                <a:lnTo>
                  <a:pt x="39255" y="124308"/>
                </a:lnTo>
                <a:lnTo>
                  <a:pt x="39255" y="121037"/>
                </a:lnTo>
                <a:lnTo>
                  <a:pt x="52340" y="121037"/>
                </a:lnTo>
                <a:lnTo>
                  <a:pt x="52340" y="124308"/>
                </a:lnTo>
                <a:lnTo>
                  <a:pt x="55612" y="124308"/>
                </a:lnTo>
                <a:lnTo>
                  <a:pt x="55612" y="127579"/>
                </a:lnTo>
                <a:lnTo>
                  <a:pt x="58883" y="127579"/>
                </a:lnTo>
                <a:lnTo>
                  <a:pt x="58883" y="124308"/>
                </a:lnTo>
                <a:lnTo>
                  <a:pt x="62154" y="124308"/>
                </a:lnTo>
                <a:lnTo>
                  <a:pt x="62154" y="121037"/>
                </a:lnTo>
                <a:lnTo>
                  <a:pt x="65425" y="121037"/>
                </a:lnTo>
                <a:lnTo>
                  <a:pt x="65425" y="124308"/>
                </a:lnTo>
                <a:lnTo>
                  <a:pt x="68697" y="124308"/>
                </a:lnTo>
                <a:lnTo>
                  <a:pt x="68697" y="121037"/>
                </a:lnTo>
                <a:lnTo>
                  <a:pt x="71968" y="121037"/>
                </a:lnTo>
                <a:lnTo>
                  <a:pt x="71968" y="124308"/>
                </a:lnTo>
                <a:lnTo>
                  <a:pt x="75239" y="124308"/>
                </a:lnTo>
                <a:lnTo>
                  <a:pt x="75239" y="121037"/>
                </a:lnTo>
                <a:lnTo>
                  <a:pt x="78510" y="121037"/>
                </a:lnTo>
                <a:lnTo>
                  <a:pt x="78510" y="124308"/>
                </a:lnTo>
                <a:lnTo>
                  <a:pt x="81782" y="124308"/>
                </a:lnTo>
                <a:lnTo>
                  <a:pt x="81782" y="121037"/>
                </a:lnTo>
                <a:lnTo>
                  <a:pt x="98138" y="121037"/>
                </a:lnTo>
                <a:lnTo>
                  <a:pt x="98138" y="117766"/>
                </a:lnTo>
                <a:lnTo>
                  <a:pt x="101409" y="117766"/>
                </a:lnTo>
                <a:lnTo>
                  <a:pt x="101409" y="114494"/>
                </a:lnTo>
                <a:lnTo>
                  <a:pt x="98138" y="114494"/>
                </a:lnTo>
                <a:lnTo>
                  <a:pt x="98138" y="111223"/>
                </a:lnTo>
                <a:lnTo>
                  <a:pt x="101409" y="111223"/>
                </a:lnTo>
                <a:lnTo>
                  <a:pt x="101409" y="107952"/>
                </a:lnTo>
                <a:lnTo>
                  <a:pt x="104681" y="107952"/>
                </a:lnTo>
                <a:lnTo>
                  <a:pt x="104681" y="104681"/>
                </a:lnTo>
                <a:lnTo>
                  <a:pt x="107952" y="104681"/>
                </a:lnTo>
                <a:lnTo>
                  <a:pt x="107952" y="101409"/>
                </a:lnTo>
                <a:lnTo>
                  <a:pt x="111223" y="101409"/>
                </a:lnTo>
                <a:lnTo>
                  <a:pt x="111223" y="98138"/>
                </a:lnTo>
                <a:lnTo>
                  <a:pt x="114494" y="98138"/>
                </a:lnTo>
                <a:lnTo>
                  <a:pt x="114494" y="94867"/>
                </a:lnTo>
                <a:lnTo>
                  <a:pt x="117766" y="94867"/>
                </a:lnTo>
                <a:lnTo>
                  <a:pt x="117766" y="98138"/>
                </a:lnTo>
                <a:lnTo>
                  <a:pt x="121037" y="98138"/>
                </a:lnTo>
                <a:lnTo>
                  <a:pt x="121037" y="94867"/>
                </a:lnTo>
                <a:lnTo>
                  <a:pt x="124308" y="94867"/>
                </a:lnTo>
                <a:lnTo>
                  <a:pt x="124308" y="98138"/>
                </a:lnTo>
                <a:lnTo>
                  <a:pt x="127579" y="98138"/>
                </a:lnTo>
                <a:lnTo>
                  <a:pt x="127579" y="101409"/>
                </a:lnTo>
                <a:lnTo>
                  <a:pt x="130851" y="101409"/>
                </a:lnTo>
                <a:lnTo>
                  <a:pt x="130851" y="104681"/>
                </a:lnTo>
                <a:lnTo>
                  <a:pt x="134122" y="104681"/>
                </a:lnTo>
                <a:lnTo>
                  <a:pt x="134122" y="101409"/>
                </a:lnTo>
                <a:lnTo>
                  <a:pt x="137393" y="101409"/>
                </a:lnTo>
                <a:lnTo>
                  <a:pt x="137393" y="98138"/>
                </a:lnTo>
                <a:lnTo>
                  <a:pt x="140664" y="98138"/>
                </a:lnTo>
                <a:lnTo>
                  <a:pt x="140664" y="91595"/>
                </a:lnTo>
                <a:lnTo>
                  <a:pt x="137393" y="91595"/>
                </a:lnTo>
                <a:lnTo>
                  <a:pt x="137393" y="88324"/>
                </a:lnTo>
                <a:lnTo>
                  <a:pt x="140664" y="88324"/>
                </a:lnTo>
                <a:lnTo>
                  <a:pt x="140664" y="85053"/>
                </a:lnTo>
                <a:lnTo>
                  <a:pt x="117766" y="85053"/>
                </a:lnTo>
                <a:lnTo>
                  <a:pt x="117766" y="81782"/>
                </a:lnTo>
                <a:lnTo>
                  <a:pt x="114494" y="81782"/>
                </a:lnTo>
                <a:lnTo>
                  <a:pt x="114494" y="85053"/>
                </a:lnTo>
                <a:lnTo>
                  <a:pt x="111223" y="85053"/>
                </a:lnTo>
                <a:lnTo>
                  <a:pt x="111223" y="81782"/>
                </a:lnTo>
                <a:lnTo>
                  <a:pt x="107952" y="81782"/>
                </a:lnTo>
                <a:lnTo>
                  <a:pt x="107952" y="85053"/>
                </a:lnTo>
                <a:lnTo>
                  <a:pt x="104681" y="85053"/>
                </a:lnTo>
                <a:lnTo>
                  <a:pt x="104681" y="81782"/>
                </a:lnTo>
                <a:lnTo>
                  <a:pt x="101409" y="81782"/>
                </a:lnTo>
                <a:lnTo>
                  <a:pt x="101409" y="78510"/>
                </a:lnTo>
                <a:lnTo>
                  <a:pt x="98138" y="78510"/>
                </a:lnTo>
                <a:lnTo>
                  <a:pt x="98138" y="75239"/>
                </a:lnTo>
                <a:lnTo>
                  <a:pt x="94867" y="75239"/>
                </a:lnTo>
                <a:lnTo>
                  <a:pt x="94867" y="71968"/>
                </a:lnTo>
                <a:lnTo>
                  <a:pt x="91595" y="71968"/>
                </a:lnTo>
                <a:lnTo>
                  <a:pt x="91595" y="68697"/>
                </a:lnTo>
                <a:lnTo>
                  <a:pt x="88324" y="68697"/>
                </a:lnTo>
                <a:lnTo>
                  <a:pt x="88324" y="65425"/>
                </a:lnTo>
                <a:lnTo>
                  <a:pt x="91595" y="65425"/>
                </a:lnTo>
                <a:lnTo>
                  <a:pt x="91595" y="62154"/>
                </a:lnTo>
                <a:lnTo>
                  <a:pt x="88324" y="62154"/>
                </a:lnTo>
                <a:lnTo>
                  <a:pt x="88324" y="58883"/>
                </a:lnTo>
                <a:lnTo>
                  <a:pt x="91595" y="58883"/>
                </a:lnTo>
                <a:lnTo>
                  <a:pt x="91595" y="55612"/>
                </a:lnTo>
                <a:lnTo>
                  <a:pt x="94867" y="55612"/>
                </a:lnTo>
                <a:lnTo>
                  <a:pt x="94867" y="52340"/>
                </a:lnTo>
                <a:lnTo>
                  <a:pt x="98138" y="52340"/>
                </a:lnTo>
                <a:lnTo>
                  <a:pt x="98138" y="49069"/>
                </a:lnTo>
                <a:lnTo>
                  <a:pt x="101409" y="49069"/>
                </a:lnTo>
                <a:lnTo>
                  <a:pt x="101409" y="45798"/>
                </a:lnTo>
                <a:lnTo>
                  <a:pt x="104681" y="45798"/>
                </a:lnTo>
                <a:lnTo>
                  <a:pt x="104681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65425" y="42526"/>
                </a:lnTo>
                <a:lnTo>
                  <a:pt x="65425" y="39255"/>
                </a:lnTo>
                <a:lnTo>
                  <a:pt x="62154" y="39255"/>
                </a:lnTo>
                <a:lnTo>
                  <a:pt x="62154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35984"/>
                </a:lnTo>
                <a:lnTo>
                  <a:pt x="42526" y="35984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26170"/>
                </a:lnTo>
                <a:lnTo>
                  <a:pt x="32713" y="26170"/>
                </a:lnTo>
                <a:lnTo>
                  <a:pt x="32713" y="22899"/>
                </a:lnTo>
                <a:lnTo>
                  <a:pt x="35984" y="22899"/>
                </a:lnTo>
                <a:lnTo>
                  <a:pt x="35984" y="19628"/>
                </a:lnTo>
                <a:lnTo>
                  <a:pt x="32713" y="19628"/>
                </a:lnTo>
                <a:lnTo>
                  <a:pt x="32713" y="16356"/>
                </a:lnTo>
                <a:lnTo>
                  <a:pt x="35984" y="16356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6543"/>
                </a:lnTo>
                <a:lnTo>
                  <a:pt x="45798" y="6543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62154" y="0"/>
                </a:lnTo>
                <a:lnTo>
                  <a:pt x="62154" y="3271"/>
                </a:lnTo>
                <a:lnTo>
                  <a:pt x="65425" y="3271"/>
                </a:lnTo>
                <a:lnTo>
                  <a:pt x="65425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8510" y="6543"/>
                </a:lnTo>
                <a:lnTo>
                  <a:pt x="78510" y="3271"/>
                </a:lnTo>
                <a:lnTo>
                  <a:pt x="81782" y="3271"/>
                </a:lnTo>
                <a:lnTo>
                  <a:pt x="81782" y="0"/>
                </a:lnTo>
                <a:lnTo>
                  <a:pt x="85053" y="0"/>
                </a:lnTo>
                <a:lnTo>
                  <a:pt x="85053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91595" y="0"/>
                </a:lnTo>
                <a:lnTo>
                  <a:pt x="91595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4681" y="3271"/>
                </a:lnTo>
                <a:lnTo>
                  <a:pt x="104681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19628"/>
                </a:lnTo>
                <a:lnTo>
                  <a:pt x="121037" y="19628"/>
                </a:lnTo>
                <a:lnTo>
                  <a:pt x="121037" y="22899"/>
                </a:lnTo>
                <a:lnTo>
                  <a:pt x="124308" y="22899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07952" y="39255"/>
                </a:lnTo>
                <a:lnTo>
                  <a:pt x="107952" y="45798"/>
                </a:lnTo>
                <a:lnTo>
                  <a:pt x="111223" y="45798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45798"/>
                </a:lnTo>
                <a:lnTo>
                  <a:pt x="117766" y="45798"/>
                </a:lnTo>
                <a:lnTo>
                  <a:pt x="117766" y="42526"/>
                </a:lnTo>
                <a:lnTo>
                  <a:pt x="140664" y="42526"/>
                </a:lnTo>
                <a:lnTo>
                  <a:pt x="140664" y="45798"/>
                </a:lnTo>
                <a:lnTo>
                  <a:pt x="143936" y="45798"/>
                </a:lnTo>
                <a:lnTo>
                  <a:pt x="143936" y="49069"/>
                </a:lnTo>
                <a:lnTo>
                  <a:pt x="147207" y="49069"/>
                </a:lnTo>
                <a:lnTo>
                  <a:pt x="147207" y="52340"/>
                </a:lnTo>
                <a:lnTo>
                  <a:pt x="150478" y="52340"/>
                </a:lnTo>
                <a:lnTo>
                  <a:pt x="150478" y="55612"/>
                </a:lnTo>
                <a:lnTo>
                  <a:pt x="153750" y="55612"/>
                </a:lnTo>
                <a:lnTo>
                  <a:pt x="153750" y="58883"/>
                </a:lnTo>
                <a:lnTo>
                  <a:pt x="157021" y="58883"/>
                </a:lnTo>
                <a:lnTo>
                  <a:pt x="157021" y="62154"/>
                </a:lnTo>
                <a:lnTo>
                  <a:pt x="153750" y="62154"/>
                </a:lnTo>
                <a:lnTo>
                  <a:pt x="153750" y="65425"/>
                </a:lnTo>
                <a:lnTo>
                  <a:pt x="157021" y="65425"/>
                </a:lnTo>
                <a:lnTo>
                  <a:pt x="157021" y="68697"/>
                </a:lnTo>
                <a:lnTo>
                  <a:pt x="160292" y="68697"/>
                </a:lnTo>
                <a:lnTo>
                  <a:pt x="160292" y="65425"/>
                </a:lnTo>
                <a:lnTo>
                  <a:pt x="166835" y="65425"/>
                </a:lnTo>
                <a:lnTo>
                  <a:pt x="166835" y="68697"/>
                </a:lnTo>
                <a:lnTo>
                  <a:pt x="170106" y="68697"/>
                </a:lnTo>
                <a:lnTo>
                  <a:pt x="170106" y="65425"/>
                </a:lnTo>
                <a:lnTo>
                  <a:pt x="202818" y="65425"/>
                </a:lnTo>
                <a:lnTo>
                  <a:pt x="202818" y="68697"/>
                </a:lnTo>
                <a:lnTo>
                  <a:pt x="206090" y="68697"/>
                </a:lnTo>
                <a:lnTo>
                  <a:pt x="206090" y="71968"/>
                </a:lnTo>
                <a:lnTo>
                  <a:pt x="209361" y="71968"/>
                </a:lnTo>
                <a:lnTo>
                  <a:pt x="209361" y="75239"/>
                </a:lnTo>
                <a:lnTo>
                  <a:pt x="212632" y="75239"/>
                </a:lnTo>
                <a:lnTo>
                  <a:pt x="212632" y="78510"/>
                </a:lnTo>
                <a:lnTo>
                  <a:pt x="215904" y="78510"/>
                </a:lnTo>
                <a:lnTo>
                  <a:pt x="215904" y="81782"/>
                </a:lnTo>
                <a:lnTo>
                  <a:pt x="219175" y="81782"/>
                </a:lnTo>
                <a:lnTo>
                  <a:pt x="219175" y="85053"/>
                </a:lnTo>
                <a:lnTo>
                  <a:pt x="215904" y="85053"/>
                </a:lnTo>
                <a:lnTo>
                  <a:pt x="215904" y="88324"/>
                </a:lnTo>
                <a:lnTo>
                  <a:pt x="219175" y="88324"/>
                </a:lnTo>
                <a:lnTo>
                  <a:pt x="219175" y="91595"/>
                </a:lnTo>
                <a:lnTo>
                  <a:pt x="215904" y="91595"/>
                </a:lnTo>
                <a:lnTo>
                  <a:pt x="215904" y="94867"/>
                </a:lnTo>
                <a:lnTo>
                  <a:pt x="212632" y="94867"/>
                </a:lnTo>
                <a:lnTo>
                  <a:pt x="212632" y="98138"/>
                </a:lnTo>
                <a:lnTo>
                  <a:pt x="209361" y="98138"/>
                </a:lnTo>
                <a:lnTo>
                  <a:pt x="209361" y="101409"/>
                </a:lnTo>
                <a:lnTo>
                  <a:pt x="206090" y="101409"/>
                </a:lnTo>
                <a:lnTo>
                  <a:pt x="206090" y="104681"/>
                </a:lnTo>
                <a:lnTo>
                  <a:pt x="202818" y="104681"/>
                </a:lnTo>
                <a:lnTo>
                  <a:pt x="202818" y="107952"/>
                </a:lnTo>
                <a:lnTo>
                  <a:pt x="170106" y="107952"/>
                </a:lnTo>
                <a:lnTo>
                  <a:pt x="170106" y="111223"/>
                </a:lnTo>
                <a:lnTo>
                  <a:pt x="173377" y="111223"/>
                </a:lnTo>
                <a:lnTo>
                  <a:pt x="173377" y="114494"/>
                </a:lnTo>
                <a:lnTo>
                  <a:pt x="170106" y="114494"/>
                </a:lnTo>
                <a:lnTo>
                  <a:pt x="170106" y="117766"/>
                </a:lnTo>
                <a:lnTo>
                  <a:pt x="173377" y="117766"/>
                </a:lnTo>
                <a:lnTo>
                  <a:pt x="173377" y="121037"/>
                </a:lnTo>
                <a:lnTo>
                  <a:pt x="170106" y="121037"/>
                </a:lnTo>
                <a:lnTo>
                  <a:pt x="170106" y="124308"/>
                </a:lnTo>
                <a:lnTo>
                  <a:pt x="166835" y="124308"/>
                </a:lnTo>
                <a:lnTo>
                  <a:pt x="166835" y="127579"/>
                </a:lnTo>
                <a:lnTo>
                  <a:pt x="163563" y="127579"/>
                </a:lnTo>
                <a:lnTo>
                  <a:pt x="163563" y="130851"/>
                </a:lnTo>
                <a:lnTo>
                  <a:pt x="160292" y="130851"/>
                </a:lnTo>
                <a:lnTo>
                  <a:pt x="160292" y="134122"/>
                </a:lnTo>
                <a:lnTo>
                  <a:pt x="157021" y="134122"/>
                </a:lnTo>
                <a:lnTo>
                  <a:pt x="157021" y="137393"/>
                </a:lnTo>
                <a:lnTo>
                  <a:pt x="140664" y="137393"/>
                </a:lnTo>
                <a:lnTo>
                  <a:pt x="140664" y="134122"/>
                </a:lnTo>
                <a:lnTo>
                  <a:pt x="137393" y="134122"/>
                </a:lnTo>
                <a:lnTo>
                  <a:pt x="137393" y="130851"/>
                </a:lnTo>
                <a:lnTo>
                  <a:pt x="134122" y="130851"/>
                </a:lnTo>
                <a:lnTo>
                  <a:pt x="134122" y="127579"/>
                </a:lnTo>
                <a:lnTo>
                  <a:pt x="130851" y="127579"/>
                </a:lnTo>
                <a:lnTo>
                  <a:pt x="130851" y="130851"/>
                </a:lnTo>
                <a:lnTo>
                  <a:pt x="127579" y="130851"/>
                </a:lnTo>
                <a:lnTo>
                  <a:pt x="127579" y="134122"/>
                </a:lnTo>
                <a:lnTo>
                  <a:pt x="124308" y="134122"/>
                </a:lnTo>
                <a:lnTo>
                  <a:pt x="124308" y="140664"/>
                </a:lnTo>
                <a:lnTo>
                  <a:pt x="121037" y="140664"/>
                </a:lnTo>
                <a:lnTo>
                  <a:pt x="121037" y="143936"/>
                </a:lnTo>
                <a:lnTo>
                  <a:pt x="124308" y="143936"/>
                </a:lnTo>
                <a:lnTo>
                  <a:pt x="124308" y="147207"/>
                </a:lnTo>
                <a:lnTo>
                  <a:pt x="121037" y="147207"/>
                </a:lnTo>
                <a:lnTo>
                  <a:pt x="121037" y="150478"/>
                </a:lnTo>
                <a:lnTo>
                  <a:pt x="117766" y="150478"/>
                </a:lnTo>
                <a:lnTo>
                  <a:pt x="117766" y="153750"/>
                </a:lnTo>
                <a:lnTo>
                  <a:pt x="114494" y="153750"/>
                </a:lnTo>
                <a:lnTo>
                  <a:pt x="114494" y="157021"/>
                </a:lnTo>
                <a:lnTo>
                  <a:pt x="111223" y="157021"/>
                </a:lnTo>
                <a:lnTo>
                  <a:pt x="111223" y="160292"/>
                </a:lnTo>
                <a:lnTo>
                  <a:pt x="107952" y="160292"/>
                </a:lnTo>
                <a:lnTo>
                  <a:pt x="107952" y="163563"/>
                </a:lnTo>
                <a:lnTo>
                  <a:pt x="104681" y="163563"/>
                </a:lnTo>
                <a:lnTo>
                  <a:pt x="104681" y="160292"/>
                </a:lnTo>
                <a:lnTo>
                  <a:pt x="101409" y="160292"/>
                </a:lnTo>
                <a:lnTo>
                  <a:pt x="101409" y="163563"/>
                </a:lnTo>
                <a:lnTo>
                  <a:pt x="81782" y="163563"/>
                </a:lnTo>
                <a:lnTo>
                  <a:pt x="81782" y="160292"/>
                </a:lnTo>
                <a:lnTo>
                  <a:pt x="78510" y="160292"/>
                </a:lnTo>
                <a:lnTo>
                  <a:pt x="78510" y="163563"/>
                </a:lnTo>
                <a:lnTo>
                  <a:pt x="75239" y="163563"/>
                </a:lnTo>
                <a:lnTo>
                  <a:pt x="75239" y="160292"/>
                </a:lnTo>
                <a:lnTo>
                  <a:pt x="71968" y="160292"/>
                </a:lnTo>
                <a:lnTo>
                  <a:pt x="71968" y="163563"/>
                </a:lnTo>
                <a:lnTo>
                  <a:pt x="68697" y="163563"/>
                </a:lnTo>
                <a:lnTo>
                  <a:pt x="68697" y="160292"/>
                </a:lnTo>
                <a:lnTo>
                  <a:pt x="65425" y="160292"/>
                </a:lnTo>
                <a:lnTo>
                  <a:pt x="65425" y="163563"/>
                </a:lnTo>
                <a:lnTo>
                  <a:pt x="62154" y="163563"/>
                </a:lnTo>
                <a:lnTo>
                  <a:pt x="62154" y="160292"/>
                </a:lnTo>
                <a:lnTo>
                  <a:pt x="58883" y="160292"/>
                </a:lnTo>
                <a:lnTo>
                  <a:pt x="58883" y="157021"/>
                </a:lnTo>
                <a:lnTo>
                  <a:pt x="55612" y="157021"/>
                </a:lnTo>
                <a:lnTo>
                  <a:pt x="55612" y="160292"/>
                </a:lnTo>
                <a:lnTo>
                  <a:pt x="52340" y="160292"/>
                </a:lnTo>
                <a:lnTo>
                  <a:pt x="52340" y="163563"/>
                </a:lnTo>
                <a:lnTo>
                  <a:pt x="39255" y="163563"/>
                </a:lnTo>
                <a:lnTo>
                  <a:pt x="39255" y="160292"/>
                </a:lnTo>
                <a:lnTo>
                  <a:pt x="35984" y="160292"/>
                </a:lnTo>
                <a:lnTo>
                  <a:pt x="35984" y="163563"/>
                </a:lnTo>
                <a:lnTo>
                  <a:pt x="32713" y="163563"/>
                </a:lnTo>
                <a:lnTo>
                  <a:pt x="32713" y="160292"/>
                </a:lnTo>
                <a:lnTo>
                  <a:pt x="29441" y="160292"/>
                </a:lnTo>
                <a:lnTo>
                  <a:pt x="29441" y="163563"/>
                </a:lnTo>
                <a:lnTo>
                  <a:pt x="16356" y="163563"/>
                </a:lnTo>
                <a:lnTo>
                  <a:pt x="16356" y="160292"/>
                </a:lnTo>
                <a:lnTo>
                  <a:pt x="13085" y="160292"/>
                </a:lnTo>
                <a:lnTo>
                  <a:pt x="13085" y="157021"/>
                </a:lnTo>
                <a:lnTo>
                  <a:pt x="9814" y="157021"/>
                </a:lnTo>
                <a:lnTo>
                  <a:pt x="9814" y="153750"/>
                </a:lnTo>
                <a:lnTo>
                  <a:pt x="6543" y="153750"/>
                </a:lnTo>
                <a:lnTo>
                  <a:pt x="6543" y="150478"/>
                </a:lnTo>
                <a:lnTo>
                  <a:pt x="3271" y="150478"/>
                </a:lnTo>
                <a:lnTo>
                  <a:pt x="3271" y="147207"/>
                </a:lnTo>
                <a:lnTo>
                  <a:pt x="0" y="147207"/>
                </a:lnTo>
                <a:lnTo>
                  <a:pt x="0" y="143936"/>
                </a:lnTo>
                <a:lnTo>
                  <a:pt x="3271" y="143936"/>
                </a:lnTo>
                <a:lnTo>
                  <a:pt x="3271" y="140664"/>
                </a:lnTo>
                <a:lnTo>
                  <a:pt x="0" y="140664"/>
                </a:lnTo>
                <a:lnTo>
                  <a:pt x="0" y="137393"/>
                </a:lnTo>
                <a:lnTo>
                  <a:pt x="3271" y="137393"/>
                </a:lnTo>
                <a:lnTo>
                  <a:pt x="3271" y="134122"/>
                </a:lnTo>
                <a:lnTo>
                  <a:pt x="6543" y="134122"/>
                </a:lnTo>
                <a:lnTo>
                  <a:pt x="6543" y="130851"/>
                </a:lnTo>
                <a:lnTo>
                  <a:pt x="9814" y="130851"/>
                </a:lnTo>
                <a:lnTo>
                  <a:pt x="9814" y="127579"/>
                </a:lnTo>
                <a:lnTo>
                  <a:pt x="13085" y="127579"/>
                </a:lnTo>
                <a:lnTo>
                  <a:pt x="13085" y="124308"/>
                </a:lnTo>
                <a:lnTo>
                  <a:pt x="16356" y="124308"/>
                </a:lnTo>
                <a:lnTo>
                  <a:pt x="16356" y="121037"/>
                </a:lnTo>
                <a:lnTo>
                  <a:pt x="29441" y="121037"/>
                </a:lnTo>
                <a:lnTo>
                  <a:pt x="29441" y="124308"/>
                </a:lnTo>
                <a:close/>
                <a:moveTo>
                  <a:pt x="166835" y="107952"/>
                </a:moveTo>
                <a:lnTo>
                  <a:pt x="170106" y="107952"/>
                </a:lnTo>
                <a:lnTo>
                  <a:pt x="170106" y="104681"/>
                </a:lnTo>
                <a:lnTo>
                  <a:pt x="166835" y="104681"/>
                </a:lnTo>
                <a:lnTo>
                  <a:pt x="166835" y="107952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isible source SEC-093 inset-1 region 933">
            <a:extLst xmlns:a="http://schemas.openxmlformats.org/drawingml/2006/main">
              <a:ext uri="{FF2B5EF4-FFF2-40B4-BE49-F238E27FC236}">
                <a16:creationId xmlns:a16="http://schemas.microsoft.com/office/drawing/2014/main" id="{D4543224-574C-40A2-985F-78F0E462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85" y="2090502"/>
            <a:ext cx="157021" cy="81782"/>
          </a:xfrm>
          <a:custGeom xmlns:a="http://schemas.openxmlformats.org/drawingml/2006/main">
            <a:pathLst>
              <a:path w="157021" h="81782">
                <a:moveTo>
                  <a:pt x="16356" y="3271"/>
                </a:moveTo>
                <a:lnTo>
                  <a:pt x="16356" y="0"/>
                </a:lnTo>
                <a:lnTo>
                  <a:pt x="29441" y="0"/>
                </a:lnTo>
                <a:lnTo>
                  <a:pt x="29441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2526" y="0"/>
                </a:lnTo>
                <a:lnTo>
                  <a:pt x="42526" y="3271"/>
                </a:lnTo>
                <a:lnTo>
                  <a:pt x="45798" y="3271"/>
                </a:lnTo>
                <a:lnTo>
                  <a:pt x="45798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75239" y="0"/>
                </a:lnTo>
                <a:lnTo>
                  <a:pt x="75239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81782" y="0"/>
                </a:lnTo>
                <a:lnTo>
                  <a:pt x="81782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91595" y="0"/>
                </a:lnTo>
                <a:lnTo>
                  <a:pt x="91595" y="3271"/>
                </a:lnTo>
                <a:lnTo>
                  <a:pt x="94867" y="3271"/>
                </a:lnTo>
                <a:lnTo>
                  <a:pt x="94867" y="0"/>
                </a:lnTo>
                <a:lnTo>
                  <a:pt x="107952" y="0"/>
                </a:lnTo>
                <a:lnTo>
                  <a:pt x="107952" y="3271"/>
                </a:lnTo>
                <a:lnTo>
                  <a:pt x="111223" y="3271"/>
                </a:lnTo>
                <a:lnTo>
                  <a:pt x="111223" y="6543"/>
                </a:lnTo>
                <a:lnTo>
                  <a:pt x="114494" y="6543"/>
                </a:lnTo>
                <a:lnTo>
                  <a:pt x="114494" y="9814"/>
                </a:lnTo>
                <a:lnTo>
                  <a:pt x="117766" y="9814"/>
                </a:lnTo>
                <a:lnTo>
                  <a:pt x="117766" y="13085"/>
                </a:lnTo>
                <a:lnTo>
                  <a:pt x="121037" y="13085"/>
                </a:lnTo>
                <a:lnTo>
                  <a:pt x="121037" y="16356"/>
                </a:lnTo>
                <a:lnTo>
                  <a:pt x="124308" y="16356"/>
                </a:lnTo>
                <a:lnTo>
                  <a:pt x="124308" y="19628"/>
                </a:lnTo>
                <a:lnTo>
                  <a:pt x="121037" y="19628"/>
                </a:lnTo>
                <a:lnTo>
                  <a:pt x="121037" y="22899"/>
                </a:lnTo>
                <a:lnTo>
                  <a:pt x="124308" y="22899"/>
                </a:lnTo>
                <a:lnTo>
                  <a:pt x="124308" y="26170"/>
                </a:lnTo>
                <a:lnTo>
                  <a:pt x="121037" y="26170"/>
                </a:lnTo>
                <a:lnTo>
                  <a:pt x="121037" y="29441"/>
                </a:lnTo>
                <a:lnTo>
                  <a:pt x="117766" y="29441"/>
                </a:lnTo>
                <a:lnTo>
                  <a:pt x="117766" y="32713"/>
                </a:lnTo>
                <a:lnTo>
                  <a:pt x="114494" y="32713"/>
                </a:lnTo>
                <a:lnTo>
                  <a:pt x="114494" y="35984"/>
                </a:lnTo>
                <a:lnTo>
                  <a:pt x="111223" y="35984"/>
                </a:lnTo>
                <a:lnTo>
                  <a:pt x="111223" y="39255"/>
                </a:lnTo>
                <a:lnTo>
                  <a:pt x="117766" y="39255"/>
                </a:lnTo>
                <a:lnTo>
                  <a:pt x="117766" y="42526"/>
                </a:lnTo>
                <a:lnTo>
                  <a:pt x="121037" y="42526"/>
                </a:lnTo>
                <a:lnTo>
                  <a:pt x="121037" y="39255"/>
                </a:lnTo>
                <a:lnTo>
                  <a:pt x="140664" y="39255"/>
                </a:lnTo>
                <a:lnTo>
                  <a:pt x="140664" y="42526"/>
                </a:lnTo>
                <a:lnTo>
                  <a:pt x="143936" y="42526"/>
                </a:lnTo>
                <a:lnTo>
                  <a:pt x="143936" y="45798"/>
                </a:lnTo>
                <a:lnTo>
                  <a:pt x="147207" y="45798"/>
                </a:lnTo>
                <a:lnTo>
                  <a:pt x="147207" y="49069"/>
                </a:lnTo>
                <a:lnTo>
                  <a:pt x="150478" y="49069"/>
                </a:lnTo>
                <a:lnTo>
                  <a:pt x="150478" y="52340"/>
                </a:lnTo>
                <a:lnTo>
                  <a:pt x="153750" y="52340"/>
                </a:lnTo>
                <a:lnTo>
                  <a:pt x="153750" y="55612"/>
                </a:lnTo>
                <a:lnTo>
                  <a:pt x="157021" y="55612"/>
                </a:lnTo>
                <a:lnTo>
                  <a:pt x="157021" y="58883"/>
                </a:lnTo>
                <a:lnTo>
                  <a:pt x="153750" y="58883"/>
                </a:lnTo>
                <a:lnTo>
                  <a:pt x="153750" y="62154"/>
                </a:lnTo>
                <a:lnTo>
                  <a:pt x="157021" y="62154"/>
                </a:lnTo>
                <a:lnTo>
                  <a:pt x="157021" y="65425"/>
                </a:lnTo>
                <a:lnTo>
                  <a:pt x="153750" y="65425"/>
                </a:lnTo>
                <a:lnTo>
                  <a:pt x="153750" y="68697"/>
                </a:lnTo>
                <a:lnTo>
                  <a:pt x="150478" y="68697"/>
                </a:lnTo>
                <a:lnTo>
                  <a:pt x="150478" y="71968"/>
                </a:lnTo>
                <a:lnTo>
                  <a:pt x="147207" y="71968"/>
                </a:lnTo>
                <a:lnTo>
                  <a:pt x="147207" y="75239"/>
                </a:lnTo>
                <a:lnTo>
                  <a:pt x="143936" y="75239"/>
                </a:lnTo>
                <a:lnTo>
                  <a:pt x="143936" y="78510"/>
                </a:lnTo>
                <a:lnTo>
                  <a:pt x="140664" y="78510"/>
                </a:lnTo>
                <a:lnTo>
                  <a:pt x="140664" y="81782"/>
                </a:lnTo>
                <a:lnTo>
                  <a:pt x="121037" y="81782"/>
                </a:lnTo>
                <a:lnTo>
                  <a:pt x="121037" y="78510"/>
                </a:lnTo>
                <a:lnTo>
                  <a:pt x="117766" y="78510"/>
                </a:lnTo>
                <a:lnTo>
                  <a:pt x="117766" y="81782"/>
                </a:lnTo>
                <a:lnTo>
                  <a:pt x="111223" y="81782"/>
                </a:lnTo>
                <a:lnTo>
                  <a:pt x="111223" y="78510"/>
                </a:lnTo>
                <a:lnTo>
                  <a:pt x="107952" y="78510"/>
                </a:lnTo>
                <a:lnTo>
                  <a:pt x="107952" y="81782"/>
                </a:lnTo>
                <a:lnTo>
                  <a:pt x="104681" y="81782"/>
                </a:lnTo>
                <a:lnTo>
                  <a:pt x="104681" y="78510"/>
                </a:lnTo>
                <a:lnTo>
                  <a:pt x="101409" y="78510"/>
                </a:lnTo>
                <a:lnTo>
                  <a:pt x="101409" y="75239"/>
                </a:lnTo>
                <a:lnTo>
                  <a:pt x="98138" y="75239"/>
                </a:lnTo>
                <a:lnTo>
                  <a:pt x="98138" y="71968"/>
                </a:lnTo>
                <a:lnTo>
                  <a:pt x="94867" y="71968"/>
                </a:lnTo>
                <a:lnTo>
                  <a:pt x="94867" y="68697"/>
                </a:lnTo>
                <a:lnTo>
                  <a:pt x="91595" y="68697"/>
                </a:lnTo>
                <a:lnTo>
                  <a:pt x="91595" y="65425"/>
                </a:lnTo>
                <a:lnTo>
                  <a:pt x="88324" y="65425"/>
                </a:lnTo>
                <a:lnTo>
                  <a:pt x="88324" y="62154"/>
                </a:lnTo>
                <a:lnTo>
                  <a:pt x="91595" y="62154"/>
                </a:lnTo>
                <a:lnTo>
                  <a:pt x="91595" y="58883"/>
                </a:lnTo>
                <a:lnTo>
                  <a:pt x="88324" y="58883"/>
                </a:lnTo>
                <a:lnTo>
                  <a:pt x="88324" y="55612"/>
                </a:lnTo>
                <a:lnTo>
                  <a:pt x="91595" y="55612"/>
                </a:lnTo>
                <a:lnTo>
                  <a:pt x="91595" y="52340"/>
                </a:lnTo>
                <a:lnTo>
                  <a:pt x="94867" y="52340"/>
                </a:lnTo>
                <a:lnTo>
                  <a:pt x="94867" y="49069"/>
                </a:lnTo>
                <a:lnTo>
                  <a:pt x="98138" y="49069"/>
                </a:lnTo>
                <a:lnTo>
                  <a:pt x="98138" y="45798"/>
                </a:lnTo>
                <a:lnTo>
                  <a:pt x="101409" y="45798"/>
                </a:lnTo>
                <a:lnTo>
                  <a:pt x="101409" y="42526"/>
                </a:lnTo>
                <a:lnTo>
                  <a:pt x="94867" y="42526"/>
                </a:lnTo>
                <a:lnTo>
                  <a:pt x="94867" y="39255"/>
                </a:lnTo>
                <a:lnTo>
                  <a:pt x="91595" y="39255"/>
                </a:lnTo>
                <a:lnTo>
                  <a:pt x="91595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45798" y="42526"/>
                </a:lnTo>
                <a:lnTo>
                  <a:pt x="45798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isible source SEC-093 inset-1 region 934">
            <a:extLst xmlns:a="http://schemas.openxmlformats.org/drawingml/2006/main">
              <a:ext uri="{FF2B5EF4-FFF2-40B4-BE49-F238E27FC236}">
                <a16:creationId xmlns:a16="http://schemas.microsoft.com/office/drawing/2014/main" id="{160AC534-12E2-492C-B2B4-02D152D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243" y="2211539"/>
            <a:ext cx="114494" cy="42526"/>
          </a:xfrm>
          <a:custGeom xmlns:a="http://schemas.openxmlformats.org/drawingml/2006/main">
            <a:pathLst>
              <a:path w="114494" h="42526">
                <a:moveTo>
                  <a:pt x="16356" y="0"/>
                </a:move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8697" y="6543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0"/>
                </a:lnTo>
                <a:lnTo>
                  <a:pt x="75239" y="0"/>
                </a:lnTo>
                <a:lnTo>
                  <a:pt x="75239" y="3271"/>
                </a:lnTo>
                <a:lnTo>
                  <a:pt x="78510" y="3271"/>
                </a:lnTo>
                <a:lnTo>
                  <a:pt x="78510" y="0"/>
                </a:lnTo>
                <a:lnTo>
                  <a:pt x="81782" y="0"/>
                </a:lnTo>
                <a:lnTo>
                  <a:pt x="81782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98138" y="0"/>
                </a:lnTo>
                <a:lnTo>
                  <a:pt x="98138" y="3271"/>
                </a:lnTo>
                <a:lnTo>
                  <a:pt x="101409" y="3271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9814"/>
                </a:lnTo>
                <a:lnTo>
                  <a:pt x="107952" y="9814"/>
                </a:lnTo>
                <a:lnTo>
                  <a:pt x="107952" y="13085"/>
                </a:lnTo>
                <a:lnTo>
                  <a:pt x="111223" y="13085"/>
                </a:lnTo>
                <a:lnTo>
                  <a:pt x="111223" y="16356"/>
                </a:lnTo>
                <a:lnTo>
                  <a:pt x="114494" y="16356"/>
                </a:lnTo>
                <a:lnTo>
                  <a:pt x="114494" y="19628"/>
                </a:lnTo>
                <a:lnTo>
                  <a:pt x="111223" y="19628"/>
                </a:lnTo>
                <a:lnTo>
                  <a:pt x="111223" y="22899"/>
                </a:lnTo>
                <a:lnTo>
                  <a:pt x="114494" y="22899"/>
                </a:lnTo>
                <a:lnTo>
                  <a:pt x="114494" y="26170"/>
                </a:lnTo>
                <a:lnTo>
                  <a:pt x="111223" y="26170"/>
                </a:lnTo>
                <a:lnTo>
                  <a:pt x="111223" y="29441"/>
                </a:lnTo>
                <a:lnTo>
                  <a:pt x="107952" y="29441"/>
                </a:lnTo>
                <a:lnTo>
                  <a:pt x="107952" y="32713"/>
                </a:lnTo>
                <a:lnTo>
                  <a:pt x="104681" y="32713"/>
                </a:lnTo>
                <a:lnTo>
                  <a:pt x="104681" y="35984"/>
                </a:lnTo>
                <a:lnTo>
                  <a:pt x="101409" y="35984"/>
                </a:lnTo>
                <a:lnTo>
                  <a:pt x="101409" y="39255"/>
                </a:lnTo>
                <a:lnTo>
                  <a:pt x="98138" y="39255"/>
                </a:lnTo>
                <a:lnTo>
                  <a:pt x="98138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78510" y="42526"/>
                </a:lnTo>
                <a:lnTo>
                  <a:pt x="78510" y="39255"/>
                </a:lnTo>
                <a:lnTo>
                  <a:pt x="75239" y="39255"/>
                </a:lnTo>
                <a:lnTo>
                  <a:pt x="75239" y="42526"/>
                </a:lnTo>
                <a:lnTo>
                  <a:pt x="71968" y="42526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isible source SEC-093 inset-1 region 935">
            <a:extLst xmlns:a="http://schemas.openxmlformats.org/drawingml/2006/main">
              <a:ext uri="{FF2B5EF4-FFF2-40B4-BE49-F238E27FC236}">
                <a16:creationId xmlns:a16="http://schemas.microsoft.com/office/drawing/2014/main" id="{F4547203-305C-446A-976F-EED83CC3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057" y="2303135"/>
            <a:ext cx="160292" cy="81782"/>
          </a:xfrm>
          <a:custGeom xmlns:a="http://schemas.openxmlformats.org/drawingml/2006/main">
            <a:pathLst>
              <a:path w="160292" h="81782">
                <a:moveTo>
                  <a:pt x="55612" y="0"/>
                </a:move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3271"/>
                </a:lnTo>
                <a:lnTo>
                  <a:pt x="68697" y="3271"/>
                </a:lnTo>
                <a:lnTo>
                  <a:pt x="68697" y="0"/>
                </a:lnTo>
                <a:lnTo>
                  <a:pt x="71968" y="0"/>
                </a:lnTo>
                <a:lnTo>
                  <a:pt x="71968" y="3271"/>
                </a:lnTo>
                <a:lnTo>
                  <a:pt x="75239" y="3271"/>
                </a:lnTo>
                <a:lnTo>
                  <a:pt x="75239" y="0"/>
                </a:lnTo>
                <a:lnTo>
                  <a:pt x="78510" y="0"/>
                </a:lnTo>
                <a:lnTo>
                  <a:pt x="78510" y="3271"/>
                </a:lnTo>
                <a:lnTo>
                  <a:pt x="81782" y="3271"/>
                </a:lnTo>
                <a:lnTo>
                  <a:pt x="81782" y="0"/>
                </a:lnTo>
                <a:lnTo>
                  <a:pt x="85053" y="0"/>
                </a:lnTo>
                <a:lnTo>
                  <a:pt x="85053" y="3271"/>
                </a:lnTo>
                <a:lnTo>
                  <a:pt x="88324" y="3271"/>
                </a:lnTo>
                <a:lnTo>
                  <a:pt x="88324" y="0"/>
                </a:lnTo>
                <a:lnTo>
                  <a:pt x="94867" y="0"/>
                </a:lnTo>
                <a:lnTo>
                  <a:pt x="94867" y="3271"/>
                </a:lnTo>
                <a:lnTo>
                  <a:pt x="98138" y="3271"/>
                </a:lnTo>
                <a:lnTo>
                  <a:pt x="98138" y="0"/>
                </a:lnTo>
                <a:lnTo>
                  <a:pt x="101409" y="0"/>
                </a:lnTo>
                <a:lnTo>
                  <a:pt x="101409" y="3271"/>
                </a:lnTo>
                <a:lnTo>
                  <a:pt x="104681" y="3271"/>
                </a:lnTo>
                <a:lnTo>
                  <a:pt x="104681" y="6543"/>
                </a:lnTo>
                <a:lnTo>
                  <a:pt x="107952" y="6543"/>
                </a:lnTo>
                <a:lnTo>
                  <a:pt x="107952" y="9814"/>
                </a:lnTo>
                <a:lnTo>
                  <a:pt x="111223" y="9814"/>
                </a:lnTo>
                <a:lnTo>
                  <a:pt x="111223" y="13085"/>
                </a:lnTo>
                <a:lnTo>
                  <a:pt x="114494" y="13085"/>
                </a:lnTo>
                <a:lnTo>
                  <a:pt x="114494" y="16356"/>
                </a:lnTo>
                <a:lnTo>
                  <a:pt x="117766" y="16356"/>
                </a:lnTo>
                <a:lnTo>
                  <a:pt x="117766" y="19628"/>
                </a:lnTo>
                <a:lnTo>
                  <a:pt x="114494" y="19628"/>
                </a:lnTo>
                <a:lnTo>
                  <a:pt x="114494" y="22899"/>
                </a:lnTo>
                <a:lnTo>
                  <a:pt x="117766" y="22899"/>
                </a:lnTo>
                <a:lnTo>
                  <a:pt x="117766" y="26170"/>
                </a:lnTo>
                <a:lnTo>
                  <a:pt x="114494" y="26170"/>
                </a:lnTo>
                <a:lnTo>
                  <a:pt x="114494" y="29441"/>
                </a:lnTo>
                <a:lnTo>
                  <a:pt x="111223" y="29441"/>
                </a:lnTo>
                <a:lnTo>
                  <a:pt x="111223" y="32713"/>
                </a:lnTo>
                <a:lnTo>
                  <a:pt x="107952" y="32713"/>
                </a:lnTo>
                <a:lnTo>
                  <a:pt x="107952" y="35984"/>
                </a:lnTo>
                <a:lnTo>
                  <a:pt x="104681" y="35984"/>
                </a:lnTo>
                <a:lnTo>
                  <a:pt x="104681" y="39255"/>
                </a:lnTo>
                <a:lnTo>
                  <a:pt x="111223" y="39255"/>
                </a:lnTo>
                <a:lnTo>
                  <a:pt x="111223" y="42526"/>
                </a:lnTo>
                <a:lnTo>
                  <a:pt x="114494" y="42526"/>
                </a:lnTo>
                <a:lnTo>
                  <a:pt x="114494" y="39255"/>
                </a:lnTo>
                <a:lnTo>
                  <a:pt x="143936" y="39255"/>
                </a:lnTo>
                <a:lnTo>
                  <a:pt x="143936" y="42526"/>
                </a:lnTo>
                <a:lnTo>
                  <a:pt x="147207" y="42526"/>
                </a:lnTo>
                <a:lnTo>
                  <a:pt x="147207" y="45798"/>
                </a:lnTo>
                <a:lnTo>
                  <a:pt x="150478" y="45798"/>
                </a:lnTo>
                <a:lnTo>
                  <a:pt x="150478" y="49069"/>
                </a:lnTo>
                <a:lnTo>
                  <a:pt x="153750" y="49069"/>
                </a:lnTo>
                <a:lnTo>
                  <a:pt x="153750" y="52340"/>
                </a:lnTo>
                <a:lnTo>
                  <a:pt x="157021" y="52340"/>
                </a:lnTo>
                <a:lnTo>
                  <a:pt x="157021" y="55612"/>
                </a:lnTo>
                <a:lnTo>
                  <a:pt x="160292" y="55612"/>
                </a:lnTo>
                <a:lnTo>
                  <a:pt x="160292" y="58883"/>
                </a:lnTo>
                <a:lnTo>
                  <a:pt x="157021" y="58883"/>
                </a:lnTo>
                <a:lnTo>
                  <a:pt x="157021" y="62154"/>
                </a:lnTo>
                <a:lnTo>
                  <a:pt x="160292" y="62154"/>
                </a:lnTo>
                <a:lnTo>
                  <a:pt x="160292" y="65425"/>
                </a:lnTo>
                <a:lnTo>
                  <a:pt x="157021" y="65425"/>
                </a:lnTo>
                <a:lnTo>
                  <a:pt x="157021" y="68697"/>
                </a:lnTo>
                <a:lnTo>
                  <a:pt x="153750" y="68697"/>
                </a:lnTo>
                <a:lnTo>
                  <a:pt x="153750" y="71968"/>
                </a:lnTo>
                <a:lnTo>
                  <a:pt x="150478" y="71968"/>
                </a:lnTo>
                <a:lnTo>
                  <a:pt x="150478" y="75239"/>
                </a:lnTo>
                <a:lnTo>
                  <a:pt x="147207" y="75239"/>
                </a:lnTo>
                <a:lnTo>
                  <a:pt x="147207" y="78510"/>
                </a:lnTo>
                <a:lnTo>
                  <a:pt x="143936" y="78510"/>
                </a:lnTo>
                <a:lnTo>
                  <a:pt x="143936" y="81782"/>
                </a:lnTo>
                <a:lnTo>
                  <a:pt x="114494" y="81782"/>
                </a:lnTo>
                <a:lnTo>
                  <a:pt x="114494" y="78510"/>
                </a:lnTo>
                <a:lnTo>
                  <a:pt x="111223" y="78510"/>
                </a:lnTo>
                <a:lnTo>
                  <a:pt x="111223" y="81782"/>
                </a:lnTo>
                <a:lnTo>
                  <a:pt x="104681" y="81782"/>
                </a:lnTo>
                <a:lnTo>
                  <a:pt x="104681" y="78510"/>
                </a:lnTo>
                <a:lnTo>
                  <a:pt x="101409" y="78510"/>
                </a:lnTo>
                <a:lnTo>
                  <a:pt x="101409" y="81782"/>
                </a:lnTo>
                <a:lnTo>
                  <a:pt x="98138" y="81782"/>
                </a:lnTo>
                <a:lnTo>
                  <a:pt x="98138" y="78510"/>
                </a:lnTo>
                <a:lnTo>
                  <a:pt x="94867" y="78510"/>
                </a:lnTo>
                <a:lnTo>
                  <a:pt x="94867" y="75239"/>
                </a:lnTo>
                <a:lnTo>
                  <a:pt x="91595" y="75239"/>
                </a:lnTo>
                <a:lnTo>
                  <a:pt x="91595" y="71968"/>
                </a:lnTo>
                <a:lnTo>
                  <a:pt x="88324" y="71968"/>
                </a:lnTo>
                <a:lnTo>
                  <a:pt x="88324" y="68697"/>
                </a:lnTo>
                <a:lnTo>
                  <a:pt x="85053" y="68697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62154"/>
                </a:lnTo>
                <a:lnTo>
                  <a:pt x="85053" y="62154"/>
                </a:lnTo>
                <a:lnTo>
                  <a:pt x="85053" y="58883"/>
                </a:lnTo>
                <a:lnTo>
                  <a:pt x="81782" y="58883"/>
                </a:lnTo>
                <a:lnTo>
                  <a:pt x="81782" y="55612"/>
                </a:lnTo>
                <a:lnTo>
                  <a:pt x="85053" y="55612"/>
                </a:lnTo>
                <a:lnTo>
                  <a:pt x="85053" y="52340"/>
                </a:lnTo>
                <a:lnTo>
                  <a:pt x="88324" y="52340"/>
                </a:lnTo>
                <a:lnTo>
                  <a:pt x="88324" y="49069"/>
                </a:lnTo>
                <a:lnTo>
                  <a:pt x="91595" y="49069"/>
                </a:lnTo>
                <a:lnTo>
                  <a:pt x="91595" y="45798"/>
                </a:lnTo>
                <a:lnTo>
                  <a:pt x="94867" y="45798"/>
                </a:lnTo>
                <a:lnTo>
                  <a:pt x="94867" y="42526"/>
                </a:lnTo>
                <a:lnTo>
                  <a:pt x="88324" y="42526"/>
                </a:lnTo>
                <a:lnTo>
                  <a:pt x="88324" y="39255"/>
                </a:lnTo>
                <a:lnTo>
                  <a:pt x="85053" y="39255"/>
                </a:lnTo>
                <a:lnTo>
                  <a:pt x="85053" y="42526"/>
                </a:lnTo>
                <a:lnTo>
                  <a:pt x="81782" y="42526"/>
                </a:lnTo>
                <a:lnTo>
                  <a:pt x="81782" y="39255"/>
                </a:lnTo>
                <a:lnTo>
                  <a:pt x="78510" y="39255"/>
                </a:lnTo>
                <a:lnTo>
                  <a:pt x="78510" y="42526"/>
                </a:lnTo>
                <a:lnTo>
                  <a:pt x="75239" y="42526"/>
                </a:lnTo>
                <a:lnTo>
                  <a:pt x="75239" y="39255"/>
                </a:lnTo>
                <a:lnTo>
                  <a:pt x="71968" y="39255"/>
                </a:lnTo>
                <a:lnTo>
                  <a:pt x="71968" y="42526"/>
                </a:lnTo>
                <a:lnTo>
                  <a:pt x="68697" y="42526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32713" y="42526"/>
                </a:lnTo>
                <a:lnTo>
                  <a:pt x="32713" y="39255"/>
                </a:lnTo>
                <a:lnTo>
                  <a:pt x="29441" y="39255"/>
                </a:lnTo>
                <a:lnTo>
                  <a:pt x="29441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9441" y="0"/>
                </a:lnTo>
                <a:lnTo>
                  <a:pt x="29441" y="3271"/>
                </a:lnTo>
                <a:lnTo>
                  <a:pt x="32713" y="3271"/>
                </a:lnTo>
                <a:lnTo>
                  <a:pt x="32713" y="0"/>
                </a:lnTo>
                <a:lnTo>
                  <a:pt x="52340" y="0"/>
                </a:lnTo>
                <a:lnTo>
                  <a:pt x="52340" y="3271"/>
                </a:lnTo>
                <a:lnTo>
                  <a:pt x="55612" y="3271"/>
                </a:lnTo>
                <a:lnTo>
                  <a:pt x="55612" y="0"/>
                </a:lnTo>
                <a:close/>
                <a:moveTo>
                  <a:pt x="94867" y="39255"/>
                </a:moveTo>
                <a:lnTo>
                  <a:pt x="94867" y="42526"/>
                </a:lnTo>
                <a:lnTo>
                  <a:pt x="98138" y="42526"/>
                </a:lnTo>
                <a:lnTo>
                  <a:pt x="98138" y="39255"/>
                </a:lnTo>
                <a:lnTo>
                  <a:pt x="94867" y="39255"/>
                </a:lnTo>
                <a:close/>
                <a:moveTo>
                  <a:pt x="104681" y="42526"/>
                </a:moveTo>
                <a:lnTo>
                  <a:pt x="104681" y="39255"/>
                </a:lnTo>
                <a:lnTo>
                  <a:pt x="101409" y="39255"/>
                </a:lnTo>
                <a:lnTo>
                  <a:pt x="101409" y="42526"/>
                </a:lnTo>
                <a:lnTo>
                  <a:pt x="104681" y="42526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isible source SEC-093 inset-1 region 936">
            <a:extLst xmlns:a="http://schemas.openxmlformats.org/drawingml/2006/main">
              <a:ext uri="{FF2B5EF4-FFF2-40B4-BE49-F238E27FC236}">
                <a16:creationId xmlns:a16="http://schemas.microsoft.com/office/drawing/2014/main" id="{F967B378-DE7E-4513-BBF9-A5809FD5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243" y="2394730"/>
            <a:ext cx="219175" cy="71968"/>
          </a:xfrm>
          <a:custGeom xmlns:a="http://schemas.openxmlformats.org/drawingml/2006/main">
            <a:pathLst>
              <a:path w="219175" h="71968">
                <a:moveTo>
                  <a:pt x="16356" y="29441"/>
                </a:moveTo>
                <a:lnTo>
                  <a:pt x="19628" y="29441"/>
                </a:lnTo>
                <a:lnTo>
                  <a:pt x="19628" y="32713"/>
                </a:lnTo>
                <a:lnTo>
                  <a:pt x="22899" y="32713"/>
                </a:lnTo>
                <a:lnTo>
                  <a:pt x="22899" y="29441"/>
                </a:lnTo>
                <a:lnTo>
                  <a:pt x="45798" y="29441"/>
                </a:lnTo>
                <a:lnTo>
                  <a:pt x="45798" y="32713"/>
                </a:lnTo>
                <a:lnTo>
                  <a:pt x="52340" y="32713"/>
                </a:lnTo>
                <a:lnTo>
                  <a:pt x="52340" y="29441"/>
                </a:lnTo>
                <a:lnTo>
                  <a:pt x="91595" y="29441"/>
                </a:lnTo>
                <a:lnTo>
                  <a:pt x="91595" y="32713"/>
                </a:lnTo>
                <a:lnTo>
                  <a:pt x="94867" y="32713"/>
                </a:lnTo>
                <a:lnTo>
                  <a:pt x="94867" y="26170"/>
                </a:lnTo>
                <a:lnTo>
                  <a:pt x="91595" y="26170"/>
                </a:lnTo>
                <a:lnTo>
                  <a:pt x="91595" y="22899"/>
                </a:lnTo>
                <a:lnTo>
                  <a:pt x="94867" y="22899"/>
                </a:lnTo>
                <a:lnTo>
                  <a:pt x="94867" y="19628"/>
                </a:lnTo>
                <a:lnTo>
                  <a:pt x="91595" y="19628"/>
                </a:lnTo>
                <a:lnTo>
                  <a:pt x="91595" y="16356"/>
                </a:lnTo>
                <a:lnTo>
                  <a:pt x="94867" y="16356"/>
                </a:lnTo>
                <a:lnTo>
                  <a:pt x="94867" y="13085"/>
                </a:lnTo>
                <a:lnTo>
                  <a:pt x="98138" y="13085"/>
                </a:lnTo>
                <a:lnTo>
                  <a:pt x="98138" y="9814"/>
                </a:lnTo>
                <a:lnTo>
                  <a:pt x="101409" y="9814"/>
                </a:lnTo>
                <a:lnTo>
                  <a:pt x="101409" y="6543"/>
                </a:lnTo>
                <a:lnTo>
                  <a:pt x="104681" y="6543"/>
                </a:lnTo>
                <a:lnTo>
                  <a:pt x="104681" y="3271"/>
                </a:lnTo>
                <a:lnTo>
                  <a:pt x="107952" y="3271"/>
                </a:lnTo>
                <a:lnTo>
                  <a:pt x="107952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4494" y="3271"/>
                </a:lnTo>
                <a:lnTo>
                  <a:pt x="114494" y="0"/>
                </a:lnTo>
                <a:lnTo>
                  <a:pt x="140664" y="0"/>
                </a:lnTo>
                <a:lnTo>
                  <a:pt x="140664" y="3271"/>
                </a:lnTo>
                <a:lnTo>
                  <a:pt x="143936" y="3271"/>
                </a:lnTo>
                <a:lnTo>
                  <a:pt x="143936" y="0"/>
                </a:lnTo>
                <a:lnTo>
                  <a:pt x="160292" y="0"/>
                </a:lnTo>
                <a:lnTo>
                  <a:pt x="160292" y="3271"/>
                </a:lnTo>
                <a:lnTo>
                  <a:pt x="163563" y="3271"/>
                </a:lnTo>
                <a:lnTo>
                  <a:pt x="163563" y="6543"/>
                </a:lnTo>
                <a:lnTo>
                  <a:pt x="166835" y="6543"/>
                </a:lnTo>
                <a:lnTo>
                  <a:pt x="166835" y="9814"/>
                </a:lnTo>
                <a:lnTo>
                  <a:pt x="170106" y="9814"/>
                </a:lnTo>
                <a:lnTo>
                  <a:pt x="170106" y="13085"/>
                </a:lnTo>
                <a:lnTo>
                  <a:pt x="173377" y="13085"/>
                </a:lnTo>
                <a:lnTo>
                  <a:pt x="173377" y="16356"/>
                </a:lnTo>
                <a:lnTo>
                  <a:pt x="176648" y="16356"/>
                </a:lnTo>
                <a:lnTo>
                  <a:pt x="176648" y="19628"/>
                </a:lnTo>
                <a:lnTo>
                  <a:pt x="202818" y="19628"/>
                </a:lnTo>
                <a:lnTo>
                  <a:pt x="202818" y="22899"/>
                </a:lnTo>
                <a:lnTo>
                  <a:pt x="206090" y="22899"/>
                </a:lnTo>
                <a:lnTo>
                  <a:pt x="206090" y="26170"/>
                </a:lnTo>
                <a:lnTo>
                  <a:pt x="209361" y="26170"/>
                </a:lnTo>
                <a:lnTo>
                  <a:pt x="209361" y="29441"/>
                </a:lnTo>
                <a:lnTo>
                  <a:pt x="212632" y="29441"/>
                </a:lnTo>
                <a:lnTo>
                  <a:pt x="212632" y="32713"/>
                </a:lnTo>
                <a:lnTo>
                  <a:pt x="215904" y="32713"/>
                </a:lnTo>
                <a:lnTo>
                  <a:pt x="215904" y="35984"/>
                </a:lnTo>
                <a:lnTo>
                  <a:pt x="219175" y="35984"/>
                </a:lnTo>
                <a:lnTo>
                  <a:pt x="219175" y="39255"/>
                </a:lnTo>
                <a:lnTo>
                  <a:pt x="215904" y="39255"/>
                </a:lnTo>
                <a:lnTo>
                  <a:pt x="215904" y="42526"/>
                </a:lnTo>
                <a:lnTo>
                  <a:pt x="219175" y="42526"/>
                </a:lnTo>
                <a:lnTo>
                  <a:pt x="219175" y="45798"/>
                </a:lnTo>
                <a:lnTo>
                  <a:pt x="215904" y="45798"/>
                </a:lnTo>
                <a:lnTo>
                  <a:pt x="215904" y="49069"/>
                </a:lnTo>
                <a:lnTo>
                  <a:pt x="212632" y="49069"/>
                </a:lnTo>
                <a:lnTo>
                  <a:pt x="212632" y="52340"/>
                </a:lnTo>
                <a:lnTo>
                  <a:pt x="209361" y="52340"/>
                </a:lnTo>
                <a:lnTo>
                  <a:pt x="209361" y="55612"/>
                </a:lnTo>
                <a:lnTo>
                  <a:pt x="206090" y="55612"/>
                </a:lnTo>
                <a:lnTo>
                  <a:pt x="206090" y="58883"/>
                </a:lnTo>
                <a:lnTo>
                  <a:pt x="202818" y="58883"/>
                </a:lnTo>
                <a:lnTo>
                  <a:pt x="202818" y="62154"/>
                </a:lnTo>
                <a:lnTo>
                  <a:pt x="166835" y="62154"/>
                </a:lnTo>
                <a:lnTo>
                  <a:pt x="166835" y="58883"/>
                </a:lnTo>
                <a:lnTo>
                  <a:pt x="160292" y="58883"/>
                </a:lnTo>
                <a:lnTo>
                  <a:pt x="160292" y="62154"/>
                </a:lnTo>
                <a:lnTo>
                  <a:pt x="150478" y="62154"/>
                </a:lnTo>
                <a:lnTo>
                  <a:pt x="150478" y="58883"/>
                </a:lnTo>
                <a:lnTo>
                  <a:pt x="147207" y="58883"/>
                </a:lnTo>
                <a:lnTo>
                  <a:pt x="147207" y="55612"/>
                </a:lnTo>
                <a:lnTo>
                  <a:pt x="143936" y="55612"/>
                </a:lnTo>
                <a:lnTo>
                  <a:pt x="143936" y="52340"/>
                </a:lnTo>
                <a:lnTo>
                  <a:pt x="140664" y="52340"/>
                </a:lnTo>
                <a:lnTo>
                  <a:pt x="140664" y="49069"/>
                </a:lnTo>
                <a:lnTo>
                  <a:pt x="137393" y="49069"/>
                </a:lnTo>
                <a:lnTo>
                  <a:pt x="137393" y="45798"/>
                </a:lnTo>
                <a:lnTo>
                  <a:pt x="134122" y="45798"/>
                </a:lnTo>
                <a:lnTo>
                  <a:pt x="134122" y="42526"/>
                </a:lnTo>
                <a:lnTo>
                  <a:pt x="127579" y="42526"/>
                </a:lnTo>
                <a:lnTo>
                  <a:pt x="127579" y="45798"/>
                </a:lnTo>
                <a:lnTo>
                  <a:pt x="130851" y="45798"/>
                </a:lnTo>
                <a:lnTo>
                  <a:pt x="130851" y="49069"/>
                </a:lnTo>
                <a:lnTo>
                  <a:pt x="127579" y="49069"/>
                </a:lnTo>
                <a:lnTo>
                  <a:pt x="127579" y="52340"/>
                </a:lnTo>
                <a:lnTo>
                  <a:pt x="130851" y="52340"/>
                </a:lnTo>
                <a:lnTo>
                  <a:pt x="130851" y="55612"/>
                </a:lnTo>
                <a:lnTo>
                  <a:pt x="127579" y="55612"/>
                </a:lnTo>
                <a:lnTo>
                  <a:pt x="127579" y="58883"/>
                </a:lnTo>
                <a:lnTo>
                  <a:pt x="124308" y="58883"/>
                </a:lnTo>
                <a:lnTo>
                  <a:pt x="124308" y="62154"/>
                </a:lnTo>
                <a:lnTo>
                  <a:pt x="121037" y="62154"/>
                </a:lnTo>
                <a:lnTo>
                  <a:pt x="121037" y="65425"/>
                </a:lnTo>
                <a:lnTo>
                  <a:pt x="117766" y="65425"/>
                </a:lnTo>
                <a:lnTo>
                  <a:pt x="117766" y="68697"/>
                </a:lnTo>
                <a:lnTo>
                  <a:pt x="114494" y="68697"/>
                </a:lnTo>
                <a:lnTo>
                  <a:pt x="114494" y="71968"/>
                </a:lnTo>
                <a:lnTo>
                  <a:pt x="111223" y="71968"/>
                </a:lnTo>
                <a:lnTo>
                  <a:pt x="111223" y="68697"/>
                </a:lnTo>
                <a:lnTo>
                  <a:pt x="107952" y="68697"/>
                </a:lnTo>
                <a:lnTo>
                  <a:pt x="107952" y="71968"/>
                </a:lnTo>
                <a:lnTo>
                  <a:pt x="94867" y="71968"/>
                </a:lnTo>
                <a:lnTo>
                  <a:pt x="94867" y="68697"/>
                </a:lnTo>
                <a:lnTo>
                  <a:pt x="91595" y="68697"/>
                </a:lnTo>
                <a:lnTo>
                  <a:pt x="91595" y="71968"/>
                </a:lnTo>
                <a:lnTo>
                  <a:pt x="52340" y="71968"/>
                </a:lnTo>
                <a:lnTo>
                  <a:pt x="52340" y="68697"/>
                </a:lnTo>
                <a:lnTo>
                  <a:pt x="45798" y="68697"/>
                </a:lnTo>
                <a:lnTo>
                  <a:pt x="45798" y="71968"/>
                </a:lnTo>
                <a:lnTo>
                  <a:pt x="22899" y="71968"/>
                </a:lnTo>
                <a:lnTo>
                  <a:pt x="22899" y="68697"/>
                </a:lnTo>
                <a:lnTo>
                  <a:pt x="19628" y="68697"/>
                </a:lnTo>
                <a:lnTo>
                  <a:pt x="19628" y="71968"/>
                </a:lnTo>
                <a:lnTo>
                  <a:pt x="16356" y="71968"/>
                </a:lnTo>
                <a:lnTo>
                  <a:pt x="16356" y="68697"/>
                </a:lnTo>
                <a:lnTo>
                  <a:pt x="13085" y="68697"/>
                </a:lnTo>
                <a:lnTo>
                  <a:pt x="13085" y="65425"/>
                </a:lnTo>
                <a:lnTo>
                  <a:pt x="9814" y="65425"/>
                </a:lnTo>
                <a:lnTo>
                  <a:pt x="9814" y="62154"/>
                </a:lnTo>
                <a:lnTo>
                  <a:pt x="6543" y="62154"/>
                </a:lnTo>
                <a:lnTo>
                  <a:pt x="6543" y="58883"/>
                </a:lnTo>
                <a:lnTo>
                  <a:pt x="3271" y="58883"/>
                </a:lnTo>
                <a:lnTo>
                  <a:pt x="3271" y="55612"/>
                </a:lnTo>
                <a:lnTo>
                  <a:pt x="0" y="55612"/>
                </a:lnTo>
                <a:lnTo>
                  <a:pt x="0" y="52340"/>
                </a:lnTo>
                <a:lnTo>
                  <a:pt x="3271" y="52340"/>
                </a:lnTo>
                <a:lnTo>
                  <a:pt x="3271" y="49069"/>
                </a:lnTo>
                <a:lnTo>
                  <a:pt x="0" y="49069"/>
                </a:lnTo>
                <a:lnTo>
                  <a:pt x="0" y="45798"/>
                </a:lnTo>
                <a:lnTo>
                  <a:pt x="3271" y="45798"/>
                </a:lnTo>
                <a:lnTo>
                  <a:pt x="3271" y="42526"/>
                </a:lnTo>
                <a:lnTo>
                  <a:pt x="6543" y="42526"/>
                </a:lnTo>
                <a:lnTo>
                  <a:pt x="6543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13085" y="35984"/>
                </a:lnTo>
                <a:lnTo>
                  <a:pt x="13085" y="32713"/>
                </a:lnTo>
                <a:lnTo>
                  <a:pt x="16356" y="32713"/>
                </a:lnTo>
                <a:lnTo>
                  <a:pt x="16356" y="2944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isible source SEC-093 inset-1 region 937">
            <a:extLst xmlns:a="http://schemas.openxmlformats.org/drawingml/2006/main">
              <a:ext uri="{FF2B5EF4-FFF2-40B4-BE49-F238E27FC236}">
                <a16:creationId xmlns:a16="http://schemas.microsoft.com/office/drawing/2014/main" id="{5C26DFB1-57FD-46CB-942E-8AD9D9A3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243" y="2519038"/>
            <a:ext cx="170106" cy="75239"/>
          </a:xfrm>
          <a:custGeom xmlns:a="http://schemas.openxmlformats.org/drawingml/2006/main">
            <a:pathLst>
              <a:path w="170106" h="75239">
                <a:moveTo>
                  <a:pt x="16356" y="3271"/>
                </a:moveTo>
                <a:lnTo>
                  <a:pt x="16356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111223" y="0"/>
                </a:lnTo>
                <a:lnTo>
                  <a:pt x="111223" y="3271"/>
                </a:lnTo>
                <a:lnTo>
                  <a:pt x="114494" y="3271"/>
                </a:lnTo>
                <a:lnTo>
                  <a:pt x="114494" y="6543"/>
                </a:lnTo>
                <a:lnTo>
                  <a:pt x="117766" y="6543"/>
                </a:lnTo>
                <a:lnTo>
                  <a:pt x="117766" y="9814"/>
                </a:lnTo>
                <a:lnTo>
                  <a:pt x="121037" y="9814"/>
                </a:lnTo>
                <a:lnTo>
                  <a:pt x="121037" y="13085"/>
                </a:lnTo>
                <a:lnTo>
                  <a:pt x="124308" y="13085"/>
                </a:lnTo>
                <a:lnTo>
                  <a:pt x="124308" y="16356"/>
                </a:lnTo>
                <a:lnTo>
                  <a:pt x="127579" y="16356"/>
                </a:lnTo>
                <a:lnTo>
                  <a:pt x="127579" y="19628"/>
                </a:lnTo>
                <a:lnTo>
                  <a:pt x="124308" y="19628"/>
                </a:lnTo>
                <a:lnTo>
                  <a:pt x="124308" y="22899"/>
                </a:lnTo>
                <a:lnTo>
                  <a:pt x="127579" y="22899"/>
                </a:lnTo>
                <a:lnTo>
                  <a:pt x="127579" y="26170"/>
                </a:lnTo>
                <a:lnTo>
                  <a:pt x="124308" y="26170"/>
                </a:lnTo>
                <a:lnTo>
                  <a:pt x="124308" y="29441"/>
                </a:lnTo>
                <a:lnTo>
                  <a:pt x="121037" y="29441"/>
                </a:lnTo>
                <a:lnTo>
                  <a:pt x="121037" y="32713"/>
                </a:lnTo>
                <a:lnTo>
                  <a:pt x="147207" y="32713"/>
                </a:lnTo>
                <a:lnTo>
                  <a:pt x="147207" y="35984"/>
                </a:lnTo>
                <a:lnTo>
                  <a:pt x="150478" y="35984"/>
                </a:lnTo>
                <a:lnTo>
                  <a:pt x="150478" y="32713"/>
                </a:lnTo>
                <a:lnTo>
                  <a:pt x="153750" y="32713"/>
                </a:lnTo>
                <a:lnTo>
                  <a:pt x="153750" y="35984"/>
                </a:lnTo>
                <a:lnTo>
                  <a:pt x="157021" y="35984"/>
                </a:lnTo>
                <a:lnTo>
                  <a:pt x="157021" y="39255"/>
                </a:lnTo>
                <a:lnTo>
                  <a:pt x="160292" y="39255"/>
                </a:lnTo>
                <a:lnTo>
                  <a:pt x="160292" y="42526"/>
                </a:lnTo>
                <a:lnTo>
                  <a:pt x="163563" y="42526"/>
                </a:lnTo>
                <a:lnTo>
                  <a:pt x="163563" y="45798"/>
                </a:lnTo>
                <a:lnTo>
                  <a:pt x="166835" y="45798"/>
                </a:lnTo>
                <a:lnTo>
                  <a:pt x="166835" y="49069"/>
                </a:lnTo>
                <a:lnTo>
                  <a:pt x="170106" y="49069"/>
                </a:lnTo>
                <a:lnTo>
                  <a:pt x="170106" y="52340"/>
                </a:lnTo>
                <a:lnTo>
                  <a:pt x="166835" y="52340"/>
                </a:lnTo>
                <a:lnTo>
                  <a:pt x="166835" y="55612"/>
                </a:lnTo>
                <a:lnTo>
                  <a:pt x="170106" y="55612"/>
                </a:lnTo>
                <a:lnTo>
                  <a:pt x="170106" y="58883"/>
                </a:lnTo>
                <a:lnTo>
                  <a:pt x="166835" y="58883"/>
                </a:lnTo>
                <a:lnTo>
                  <a:pt x="166835" y="62154"/>
                </a:lnTo>
                <a:lnTo>
                  <a:pt x="163563" y="62154"/>
                </a:lnTo>
                <a:lnTo>
                  <a:pt x="163563" y="65425"/>
                </a:lnTo>
                <a:lnTo>
                  <a:pt x="160292" y="65425"/>
                </a:lnTo>
                <a:lnTo>
                  <a:pt x="160292" y="68697"/>
                </a:lnTo>
                <a:lnTo>
                  <a:pt x="157021" y="68697"/>
                </a:lnTo>
                <a:lnTo>
                  <a:pt x="157021" y="71968"/>
                </a:lnTo>
                <a:lnTo>
                  <a:pt x="153750" y="71968"/>
                </a:lnTo>
                <a:lnTo>
                  <a:pt x="153750" y="75239"/>
                </a:lnTo>
                <a:lnTo>
                  <a:pt x="150478" y="75239"/>
                </a:lnTo>
                <a:lnTo>
                  <a:pt x="150478" y="71968"/>
                </a:lnTo>
                <a:lnTo>
                  <a:pt x="147207" y="71968"/>
                </a:lnTo>
                <a:lnTo>
                  <a:pt x="147207" y="75239"/>
                </a:lnTo>
                <a:lnTo>
                  <a:pt x="107952" y="75239"/>
                </a:lnTo>
                <a:lnTo>
                  <a:pt x="107952" y="71968"/>
                </a:lnTo>
                <a:lnTo>
                  <a:pt x="104681" y="71968"/>
                </a:lnTo>
                <a:lnTo>
                  <a:pt x="104681" y="68697"/>
                </a:lnTo>
                <a:lnTo>
                  <a:pt x="101409" y="68697"/>
                </a:lnTo>
                <a:lnTo>
                  <a:pt x="101409" y="65425"/>
                </a:lnTo>
                <a:lnTo>
                  <a:pt x="98138" y="65425"/>
                </a:lnTo>
                <a:lnTo>
                  <a:pt x="98138" y="62154"/>
                </a:lnTo>
                <a:lnTo>
                  <a:pt x="94867" y="62154"/>
                </a:lnTo>
                <a:lnTo>
                  <a:pt x="94867" y="58883"/>
                </a:lnTo>
                <a:lnTo>
                  <a:pt x="91595" y="58883"/>
                </a:lnTo>
                <a:lnTo>
                  <a:pt x="91595" y="55612"/>
                </a:lnTo>
                <a:lnTo>
                  <a:pt x="94867" y="55612"/>
                </a:lnTo>
                <a:lnTo>
                  <a:pt x="94867" y="52340"/>
                </a:lnTo>
                <a:lnTo>
                  <a:pt x="91595" y="52340"/>
                </a:lnTo>
                <a:lnTo>
                  <a:pt x="91595" y="49069"/>
                </a:lnTo>
                <a:lnTo>
                  <a:pt x="94867" y="49069"/>
                </a:lnTo>
                <a:lnTo>
                  <a:pt x="94867" y="45798"/>
                </a:lnTo>
                <a:lnTo>
                  <a:pt x="98138" y="45798"/>
                </a:lnTo>
                <a:lnTo>
                  <a:pt x="98138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isible source SEC-093 inset-1 region 938">
            <a:extLst xmlns:a="http://schemas.openxmlformats.org/drawingml/2006/main">
              <a:ext uri="{FF2B5EF4-FFF2-40B4-BE49-F238E27FC236}">
                <a16:creationId xmlns:a16="http://schemas.microsoft.com/office/drawing/2014/main" id="{6D78020F-D809-4E33-A7EC-CDC050F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6498" y="170269"/>
            <a:ext cx="42526" cy="42526"/>
          </a:xfrm>
          <a:custGeom xmlns:a="http://schemas.openxmlformats.org/drawingml/2006/main">
            <a:pathLst>
              <a:path w="42526" h="42526">
                <a:moveTo>
                  <a:pt x="9814" y="6543"/>
                </a:move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isible source SEC-093 inset-1 region 939">
            <a:extLst xmlns:a="http://schemas.openxmlformats.org/drawingml/2006/main">
              <a:ext uri="{FF2B5EF4-FFF2-40B4-BE49-F238E27FC236}">
                <a16:creationId xmlns:a16="http://schemas.microsoft.com/office/drawing/2014/main" id="{2297D3A4-9A99-4069-8555-7A567176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211" y="1570371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13085"/>
                </a:move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isible source SEC-093 inset-1 region 940">
            <a:extLst xmlns:a="http://schemas.openxmlformats.org/drawingml/2006/main">
              <a:ext uri="{FF2B5EF4-FFF2-40B4-BE49-F238E27FC236}">
                <a16:creationId xmlns:a16="http://schemas.microsoft.com/office/drawing/2014/main" id="{E0C72D63-4AD4-42B0-B07C-4176556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296" y="1024070"/>
            <a:ext cx="42526" cy="42526"/>
          </a:xfrm>
          <a:custGeom xmlns:a="http://schemas.openxmlformats.org/drawingml/2006/main">
            <a:pathLst>
              <a:path w="42526" h="42526">
                <a:moveTo>
                  <a:pt x="16356" y="3271"/>
                </a:move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isible source SEC-093 inset-1 region 941">
            <a:extLst xmlns:a="http://schemas.openxmlformats.org/drawingml/2006/main">
              <a:ext uri="{FF2B5EF4-FFF2-40B4-BE49-F238E27FC236}">
                <a16:creationId xmlns:a16="http://schemas.microsoft.com/office/drawing/2014/main" id="{26472A88-EACE-4FF0-B6E5-1EF915D3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110" y="2178827"/>
            <a:ext cx="104681" cy="45798"/>
          </a:xfrm>
          <a:custGeom xmlns:a="http://schemas.openxmlformats.org/drawingml/2006/main">
            <a:pathLst>
              <a:path w="104681" h="45798">
                <a:moveTo>
                  <a:pt x="16356" y="3271"/>
                </a:move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81782" y="0"/>
                </a:lnTo>
                <a:lnTo>
                  <a:pt x="81782" y="3271"/>
                </a:lnTo>
                <a:lnTo>
                  <a:pt x="85053" y="3271"/>
                </a:lnTo>
                <a:lnTo>
                  <a:pt x="85053" y="0"/>
                </a:lnTo>
                <a:lnTo>
                  <a:pt x="88324" y="0"/>
                </a:lnTo>
                <a:lnTo>
                  <a:pt x="88324" y="3271"/>
                </a:lnTo>
                <a:lnTo>
                  <a:pt x="91595" y="3271"/>
                </a:lnTo>
                <a:lnTo>
                  <a:pt x="91595" y="6543"/>
                </a:lnTo>
                <a:lnTo>
                  <a:pt x="94867" y="6543"/>
                </a:lnTo>
                <a:lnTo>
                  <a:pt x="94867" y="9814"/>
                </a:lnTo>
                <a:lnTo>
                  <a:pt x="98138" y="9814"/>
                </a:lnTo>
                <a:lnTo>
                  <a:pt x="98138" y="13085"/>
                </a:lnTo>
                <a:lnTo>
                  <a:pt x="101409" y="13085"/>
                </a:lnTo>
                <a:lnTo>
                  <a:pt x="101409" y="16356"/>
                </a:lnTo>
                <a:lnTo>
                  <a:pt x="104681" y="16356"/>
                </a:lnTo>
                <a:lnTo>
                  <a:pt x="104681" y="19628"/>
                </a:lnTo>
                <a:lnTo>
                  <a:pt x="101409" y="19628"/>
                </a:lnTo>
                <a:lnTo>
                  <a:pt x="101409" y="22899"/>
                </a:lnTo>
                <a:lnTo>
                  <a:pt x="104681" y="22899"/>
                </a:lnTo>
                <a:lnTo>
                  <a:pt x="104681" y="26170"/>
                </a:lnTo>
                <a:lnTo>
                  <a:pt x="101409" y="26170"/>
                </a:lnTo>
                <a:lnTo>
                  <a:pt x="101409" y="29441"/>
                </a:lnTo>
                <a:lnTo>
                  <a:pt x="98138" y="29441"/>
                </a:lnTo>
                <a:lnTo>
                  <a:pt x="98138" y="32713"/>
                </a:lnTo>
                <a:lnTo>
                  <a:pt x="94867" y="32713"/>
                </a:lnTo>
                <a:lnTo>
                  <a:pt x="94867" y="35984"/>
                </a:lnTo>
                <a:lnTo>
                  <a:pt x="91595" y="35984"/>
                </a:lnTo>
                <a:lnTo>
                  <a:pt x="91595" y="39255"/>
                </a:lnTo>
                <a:lnTo>
                  <a:pt x="88324" y="39255"/>
                </a:lnTo>
                <a:lnTo>
                  <a:pt x="88324" y="42526"/>
                </a:lnTo>
                <a:lnTo>
                  <a:pt x="85053" y="42526"/>
                </a:lnTo>
                <a:lnTo>
                  <a:pt x="85053" y="39255"/>
                </a:lnTo>
                <a:lnTo>
                  <a:pt x="81782" y="39255"/>
                </a:lnTo>
                <a:lnTo>
                  <a:pt x="81782" y="42526"/>
                </a:lnTo>
                <a:lnTo>
                  <a:pt x="58883" y="42526"/>
                </a:lnTo>
                <a:lnTo>
                  <a:pt x="58883" y="45798"/>
                </a:lnTo>
                <a:lnTo>
                  <a:pt x="32713" y="45798"/>
                </a:lnTo>
                <a:lnTo>
                  <a:pt x="32713" y="42526"/>
                </a:lnTo>
                <a:lnTo>
                  <a:pt x="29441" y="42526"/>
                </a:lnTo>
                <a:lnTo>
                  <a:pt x="29441" y="45798"/>
                </a:lnTo>
                <a:lnTo>
                  <a:pt x="16356" y="45798"/>
                </a:lnTo>
                <a:lnTo>
                  <a:pt x="16356" y="42526"/>
                </a:lnTo>
                <a:lnTo>
                  <a:pt x="13085" y="42526"/>
                </a:lnTo>
                <a:lnTo>
                  <a:pt x="13085" y="39255"/>
                </a:lnTo>
                <a:lnTo>
                  <a:pt x="9814" y="39255"/>
                </a:lnTo>
                <a:lnTo>
                  <a:pt x="9814" y="35984"/>
                </a:lnTo>
                <a:lnTo>
                  <a:pt x="6543" y="35984"/>
                </a:lnTo>
                <a:lnTo>
                  <a:pt x="6543" y="32713"/>
                </a:lnTo>
                <a:lnTo>
                  <a:pt x="3271" y="32713"/>
                </a:lnTo>
                <a:lnTo>
                  <a:pt x="3271" y="29441"/>
                </a:lnTo>
                <a:lnTo>
                  <a:pt x="0" y="29441"/>
                </a:lnTo>
                <a:lnTo>
                  <a:pt x="0" y="26170"/>
                </a:lnTo>
                <a:lnTo>
                  <a:pt x="3271" y="26170"/>
                </a:lnTo>
                <a:lnTo>
                  <a:pt x="3271" y="22899"/>
                </a:lnTo>
                <a:lnTo>
                  <a:pt x="0" y="22899"/>
                </a:lnTo>
                <a:lnTo>
                  <a:pt x="0" y="19628"/>
                </a:lnTo>
                <a:lnTo>
                  <a:pt x="3271" y="19628"/>
                </a:lnTo>
                <a:lnTo>
                  <a:pt x="3271" y="16356"/>
                </a:lnTo>
                <a:lnTo>
                  <a:pt x="6543" y="16356"/>
                </a:lnTo>
                <a:lnTo>
                  <a:pt x="6543" y="13085"/>
                </a:lnTo>
                <a:lnTo>
                  <a:pt x="9814" y="13085"/>
                </a:lnTo>
                <a:lnTo>
                  <a:pt x="9814" y="9814"/>
                </a:lnTo>
                <a:lnTo>
                  <a:pt x="13085" y="9814"/>
                </a:lnTo>
                <a:lnTo>
                  <a:pt x="13085" y="6543"/>
                </a:lnTo>
                <a:lnTo>
                  <a:pt x="16356" y="6543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isible source SEC-093 inset-1 region 942">
            <a:extLst xmlns:a="http://schemas.openxmlformats.org/drawingml/2006/main">
              <a:ext uri="{FF2B5EF4-FFF2-40B4-BE49-F238E27FC236}">
                <a16:creationId xmlns:a16="http://schemas.microsoft.com/office/drawing/2014/main" id="{BE48C19E-0B27-4C3C-AB2F-B842561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093" y="919389"/>
            <a:ext cx="42526" cy="42526"/>
          </a:xfrm>
          <a:custGeom xmlns:a="http://schemas.openxmlformats.org/drawingml/2006/main">
            <a:pathLst>
              <a:path w="42526" h="42526">
                <a:moveTo>
                  <a:pt x="16356" y="3271"/>
                </a:move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isible source SEC-093 inset-1 region 943">
            <a:extLst xmlns:a="http://schemas.openxmlformats.org/drawingml/2006/main">
              <a:ext uri="{FF2B5EF4-FFF2-40B4-BE49-F238E27FC236}">
                <a16:creationId xmlns:a16="http://schemas.microsoft.com/office/drawing/2014/main" id="{65D964C8-261A-4192-B72D-4705CE6B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093" y="1550743"/>
            <a:ext cx="42526" cy="42526"/>
          </a:xfrm>
          <a:custGeom xmlns:a="http://schemas.openxmlformats.org/drawingml/2006/main">
            <a:pathLst>
              <a:path w="42526" h="42526">
                <a:moveTo>
                  <a:pt x="22899" y="39255"/>
                </a:move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isible source SEC-093 inset-1 region 944">
            <a:extLst xmlns:a="http://schemas.openxmlformats.org/drawingml/2006/main">
              <a:ext uri="{FF2B5EF4-FFF2-40B4-BE49-F238E27FC236}">
                <a16:creationId xmlns:a16="http://schemas.microsoft.com/office/drawing/2014/main" id="{EB2BE0BF-12AB-4BE5-AFFA-EDF0EDE1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466" y="1711035"/>
            <a:ext cx="49069" cy="42526"/>
          </a:xfrm>
          <a:custGeom xmlns:a="http://schemas.openxmlformats.org/drawingml/2006/main">
            <a:pathLst>
              <a:path w="49069" h="42526">
                <a:moveTo>
                  <a:pt x="6543" y="13085"/>
                </a:move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6543"/>
                </a:lnTo>
                <a:lnTo>
                  <a:pt x="39255" y="6543"/>
                </a:lnTo>
                <a:lnTo>
                  <a:pt x="39255" y="9814"/>
                </a:lnTo>
                <a:lnTo>
                  <a:pt x="42526" y="9814"/>
                </a:lnTo>
                <a:lnTo>
                  <a:pt x="42526" y="13085"/>
                </a:lnTo>
                <a:lnTo>
                  <a:pt x="45798" y="13085"/>
                </a:lnTo>
                <a:lnTo>
                  <a:pt x="45798" y="16356"/>
                </a:lnTo>
                <a:lnTo>
                  <a:pt x="49069" y="16356"/>
                </a:lnTo>
                <a:lnTo>
                  <a:pt x="49069" y="19628"/>
                </a:lnTo>
                <a:lnTo>
                  <a:pt x="45798" y="19628"/>
                </a:lnTo>
                <a:lnTo>
                  <a:pt x="45798" y="22899"/>
                </a:lnTo>
                <a:lnTo>
                  <a:pt x="49069" y="22899"/>
                </a:lnTo>
                <a:lnTo>
                  <a:pt x="49069" y="26170"/>
                </a:lnTo>
                <a:lnTo>
                  <a:pt x="45798" y="26170"/>
                </a:lnTo>
                <a:lnTo>
                  <a:pt x="45798" y="29441"/>
                </a:lnTo>
                <a:lnTo>
                  <a:pt x="42526" y="29441"/>
                </a:lnTo>
                <a:lnTo>
                  <a:pt x="42526" y="32713"/>
                </a:lnTo>
                <a:lnTo>
                  <a:pt x="39255" y="32713"/>
                </a:lnTo>
                <a:lnTo>
                  <a:pt x="39255" y="35984"/>
                </a:lnTo>
                <a:lnTo>
                  <a:pt x="35984" y="35984"/>
                </a:lnTo>
                <a:lnTo>
                  <a:pt x="35984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isible source SEC-093 inset-1 region 945">
            <a:extLst xmlns:a="http://schemas.openxmlformats.org/drawingml/2006/main">
              <a:ext uri="{FF2B5EF4-FFF2-40B4-BE49-F238E27FC236}">
                <a16:creationId xmlns:a16="http://schemas.microsoft.com/office/drawing/2014/main" id="{01AACCF2-1AE5-4441-933C-7D54E71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365" y="1763376"/>
            <a:ext cx="42526" cy="42526"/>
          </a:xfrm>
          <a:custGeom xmlns:a="http://schemas.openxmlformats.org/drawingml/2006/main">
            <a:pathLst>
              <a:path w="42526" h="42526">
                <a:moveTo>
                  <a:pt x="9814" y="6543"/>
                </a:move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isible source SEC-093 inset-1 region 946">
            <a:extLst xmlns:a="http://schemas.openxmlformats.org/drawingml/2006/main">
              <a:ext uri="{FF2B5EF4-FFF2-40B4-BE49-F238E27FC236}">
                <a16:creationId xmlns:a16="http://schemas.microsoft.com/office/drawing/2014/main" id="{7C75CE23-90AA-4DEB-A111-8D1213A2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992" y="1796088"/>
            <a:ext cx="62154" cy="42526"/>
          </a:xfrm>
          <a:custGeom xmlns:a="http://schemas.openxmlformats.org/drawingml/2006/main">
            <a:pathLst>
              <a:path w="62154" h="42526">
                <a:moveTo>
                  <a:pt x="26170" y="3271"/>
                </a:move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45798" y="0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6543"/>
                </a:lnTo>
                <a:lnTo>
                  <a:pt x="52340" y="6543"/>
                </a:lnTo>
                <a:lnTo>
                  <a:pt x="52340" y="9814"/>
                </a:lnTo>
                <a:lnTo>
                  <a:pt x="55612" y="9814"/>
                </a:lnTo>
                <a:lnTo>
                  <a:pt x="55612" y="13085"/>
                </a:lnTo>
                <a:lnTo>
                  <a:pt x="58883" y="13085"/>
                </a:lnTo>
                <a:lnTo>
                  <a:pt x="58883" y="16356"/>
                </a:lnTo>
                <a:lnTo>
                  <a:pt x="62154" y="16356"/>
                </a:lnTo>
                <a:lnTo>
                  <a:pt x="62154" y="19628"/>
                </a:lnTo>
                <a:lnTo>
                  <a:pt x="58883" y="19628"/>
                </a:lnTo>
                <a:lnTo>
                  <a:pt x="58883" y="22899"/>
                </a:lnTo>
                <a:lnTo>
                  <a:pt x="62154" y="22899"/>
                </a:lnTo>
                <a:lnTo>
                  <a:pt x="62154" y="26170"/>
                </a:lnTo>
                <a:lnTo>
                  <a:pt x="58883" y="26170"/>
                </a:lnTo>
                <a:lnTo>
                  <a:pt x="58883" y="29441"/>
                </a:lnTo>
                <a:lnTo>
                  <a:pt x="55612" y="29441"/>
                </a:lnTo>
                <a:lnTo>
                  <a:pt x="55612" y="32713"/>
                </a:lnTo>
                <a:lnTo>
                  <a:pt x="52340" y="32713"/>
                </a:lnTo>
                <a:lnTo>
                  <a:pt x="52340" y="35984"/>
                </a:lnTo>
                <a:lnTo>
                  <a:pt x="49069" y="35984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32713" y="39255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isible source SEC-093 inset-1 region 947">
            <a:extLst xmlns:a="http://schemas.openxmlformats.org/drawingml/2006/main">
              <a:ext uri="{FF2B5EF4-FFF2-40B4-BE49-F238E27FC236}">
                <a16:creationId xmlns:a16="http://schemas.microsoft.com/office/drawing/2014/main" id="{68DDB74A-AA82-4F3D-A93C-09B3C914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179" y="2031620"/>
            <a:ext cx="75239" cy="42526"/>
          </a:xfrm>
          <a:custGeom xmlns:a="http://schemas.openxmlformats.org/drawingml/2006/main">
            <a:pathLst>
              <a:path w="75239" h="42526">
                <a:moveTo>
                  <a:pt x="16356" y="0"/>
                </a:move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0"/>
                </a:lnTo>
                <a:lnTo>
                  <a:pt x="35984" y="0"/>
                </a:lnTo>
                <a:lnTo>
                  <a:pt x="35984" y="3271"/>
                </a:lnTo>
                <a:lnTo>
                  <a:pt x="39255" y="3271"/>
                </a:lnTo>
                <a:lnTo>
                  <a:pt x="39255" y="0"/>
                </a:lnTo>
                <a:lnTo>
                  <a:pt x="42526" y="0"/>
                </a:lnTo>
                <a:lnTo>
                  <a:pt x="42526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2340" y="0"/>
                </a:lnTo>
                <a:lnTo>
                  <a:pt x="52340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6543"/>
                </a:lnTo>
                <a:lnTo>
                  <a:pt x="65425" y="6543"/>
                </a:lnTo>
                <a:lnTo>
                  <a:pt x="65425" y="9814"/>
                </a:lnTo>
                <a:lnTo>
                  <a:pt x="68697" y="9814"/>
                </a:lnTo>
                <a:lnTo>
                  <a:pt x="68697" y="13085"/>
                </a:lnTo>
                <a:lnTo>
                  <a:pt x="71968" y="13085"/>
                </a:lnTo>
                <a:lnTo>
                  <a:pt x="71968" y="16356"/>
                </a:lnTo>
                <a:lnTo>
                  <a:pt x="75239" y="16356"/>
                </a:lnTo>
                <a:lnTo>
                  <a:pt x="75239" y="19628"/>
                </a:lnTo>
                <a:lnTo>
                  <a:pt x="71968" y="19628"/>
                </a:lnTo>
                <a:lnTo>
                  <a:pt x="71968" y="22899"/>
                </a:lnTo>
                <a:lnTo>
                  <a:pt x="75239" y="22899"/>
                </a:lnTo>
                <a:lnTo>
                  <a:pt x="75239" y="26170"/>
                </a:lnTo>
                <a:lnTo>
                  <a:pt x="71968" y="26170"/>
                </a:lnTo>
                <a:lnTo>
                  <a:pt x="71968" y="29441"/>
                </a:lnTo>
                <a:lnTo>
                  <a:pt x="68697" y="29441"/>
                </a:lnTo>
                <a:lnTo>
                  <a:pt x="68697" y="32713"/>
                </a:lnTo>
                <a:lnTo>
                  <a:pt x="65425" y="32713"/>
                </a:lnTo>
                <a:lnTo>
                  <a:pt x="65425" y="35984"/>
                </a:lnTo>
                <a:lnTo>
                  <a:pt x="62154" y="35984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2526" y="39255"/>
                </a:lnTo>
                <a:lnTo>
                  <a:pt x="42526" y="42526"/>
                </a:lnTo>
                <a:lnTo>
                  <a:pt x="39255" y="42526"/>
                </a:lnTo>
                <a:lnTo>
                  <a:pt x="39255" y="39255"/>
                </a:lnTo>
                <a:lnTo>
                  <a:pt x="35984" y="39255"/>
                </a:lnTo>
                <a:lnTo>
                  <a:pt x="35984" y="42526"/>
                </a:lnTo>
                <a:lnTo>
                  <a:pt x="29441" y="42526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isible source SEC-093 inset-1 region 948">
            <a:extLst xmlns:a="http://schemas.openxmlformats.org/drawingml/2006/main">
              <a:ext uri="{FF2B5EF4-FFF2-40B4-BE49-F238E27FC236}">
                <a16:creationId xmlns:a16="http://schemas.microsoft.com/office/drawing/2014/main" id="{CEBCDFCA-5EB0-47DA-9EFE-1B1FA8E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2505953"/>
            <a:ext cx="81782" cy="42526"/>
          </a:xfrm>
          <a:custGeom xmlns:a="http://schemas.openxmlformats.org/drawingml/2006/main">
            <a:pathLst>
              <a:path w="81782" h="42526">
                <a:moveTo>
                  <a:pt x="16356" y="3271"/>
                </a:moveTo>
                <a:lnTo>
                  <a:pt x="16356" y="0"/>
                </a:lnTo>
                <a:lnTo>
                  <a:pt x="32713" y="0"/>
                </a:lnTo>
                <a:lnTo>
                  <a:pt x="32713" y="3271"/>
                </a:lnTo>
                <a:lnTo>
                  <a:pt x="35984" y="3271"/>
                </a:lnTo>
                <a:lnTo>
                  <a:pt x="35984" y="0"/>
                </a:lnTo>
                <a:lnTo>
                  <a:pt x="39255" y="0"/>
                </a:lnTo>
                <a:lnTo>
                  <a:pt x="39255" y="3271"/>
                </a:lnTo>
                <a:lnTo>
                  <a:pt x="42526" y="3271"/>
                </a:lnTo>
                <a:lnTo>
                  <a:pt x="42526" y="0"/>
                </a:lnTo>
                <a:lnTo>
                  <a:pt x="45798" y="0"/>
                </a:lnTo>
                <a:lnTo>
                  <a:pt x="45798" y="3271"/>
                </a:lnTo>
                <a:lnTo>
                  <a:pt x="49069" y="3271"/>
                </a:lnTo>
                <a:lnTo>
                  <a:pt x="49069" y="0"/>
                </a:lnTo>
                <a:lnTo>
                  <a:pt x="52340" y="0"/>
                </a:lnTo>
                <a:lnTo>
                  <a:pt x="52340" y="3271"/>
                </a:lnTo>
                <a:lnTo>
                  <a:pt x="55612" y="3271"/>
                </a:lnTo>
                <a:lnTo>
                  <a:pt x="55612" y="0"/>
                </a:lnTo>
                <a:lnTo>
                  <a:pt x="58883" y="0"/>
                </a:lnTo>
                <a:lnTo>
                  <a:pt x="58883" y="3271"/>
                </a:lnTo>
                <a:lnTo>
                  <a:pt x="62154" y="3271"/>
                </a:lnTo>
                <a:lnTo>
                  <a:pt x="62154" y="0"/>
                </a:lnTo>
                <a:lnTo>
                  <a:pt x="65425" y="0"/>
                </a:lnTo>
                <a:lnTo>
                  <a:pt x="65425" y="3271"/>
                </a:lnTo>
                <a:lnTo>
                  <a:pt x="68697" y="3271"/>
                </a:lnTo>
                <a:lnTo>
                  <a:pt x="68697" y="6543"/>
                </a:lnTo>
                <a:lnTo>
                  <a:pt x="71968" y="6543"/>
                </a:lnTo>
                <a:lnTo>
                  <a:pt x="71968" y="9814"/>
                </a:lnTo>
                <a:lnTo>
                  <a:pt x="75239" y="9814"/>
                </a:lnTo>
                <a:lnTo>
                  <a:pt x="75239" y="13085"/>
                </a:lnTo>
                <a:lnTo>
                  <a:pt x="78510" y="13085"/>
                </a:lnTo>
                <a:lnTo>
                  <a:pt x="78510" y="16356"/>
                </a:lnTo>
                <a:lnTo>
                  <a:pt x="81782" y="16356"/>
                </a:lnTo>
                <a:lnTo>
                  <a:pt x="81782" y="19628"/>
                </a:lnTo>
                <a:lnTo>
                  <a:pt x="78510" y="19628"/>
                </a:lnTo>
                <a:lnTo>
                  <a:pt x="78510" y="22899"/>
                </a:lnTo>
                <a:lnTo>
                  <a:pt x="81782" y="22899"/>
                </a:lnTo>
                <a:lnTo>
                  <a:pt x="81782" y="26170"/>
                </a:lnTo>
                <a:lnTo>
                  <a:pt x="78510" y="26170"/>
                </a:lnTo>
                <a:lnTo>
                  <a:pt x="78510" y="29441"/>
                </a:lnTo>
                <a:lnTo>
                  <a:pt x="75239" y="29441"/>
                </a:lnTo>
                <a:lnTo>
                  <a:pt x="75239" y="32713"/>
                </a:lnTo>
                <a:lnTo>
                  <a:pt x="71968" y="32713"/>
                </a:lnTo>
                <a:lnTo>
                  <a:pt x="71968" y="35984"/>
                </a:lnTo>
                <a:lnTo>
                  <a:pt x="68697" y="35984"/>
                </a:lnTo>
                <a:lnTo>
                  <a:pt x="68697" y="39255"/>
                </a:lnTo>
                <a:lnTo>
                  <a:pt x="65425" y="39255"/>
                </a:lnTo>
                <a:lnTo>
                  <a:pt x="65425" y="42526"/>
                </a:lnTo>
                <a:lnTo>
                  <a:pt x="62154" y="42526"/>
                </a:lnTo>
                <a:lnTo>
                  <a:pt x="62154" y="39255"/>
                </a:lnTo>
                <a:lnTo>
                  <a:pt x="58883" y="39255"/>
                </a:lnTo>
                <a:lnTo>
                  <a:pt x="58883" y="42526"/>
                </a:lnTo>
                <a:lnTo>
                  <a:pt x="55612" y="42526"/>
                </a:lnTo>
                <a:lnTo>
                  <a:pt x="55612" y="39255"/>
                </a:lnTo>
                <a:lnTo>
                  <a:pt x="52340" y="39255"/>
                </a:lnTo>
                <a:lnTo>
                  <a:pt x="52340" y="42526"/>
                </a:lnTo>
                <a:lnTo>
                  <a:pt x="49069" y="42526"/>
                </a:lnTo>
                <a:lnTo>
                  <a:pt x="49069" y="39255"/>
                </a:lnTo>
                <a:lnTo>
                  <a:pt x="45798" y="39255"/>
                </a:lnTo>
                <a:lnTo>
                  <a:pt x="45798" y="42526"/>
                </a:lnTo>
                <a:lnTo>
                  <a:pt x="42526" y="42526"/>
                </a:lnTo>
                <a:lnTo>
                  <a:pt x="42526" y="39255"/>
                </a:lnTo>
                <a:lnTo>
                  <a:pt x="39255" y="39255"/>
                </a:lnTo>
                <a:lnTo>
                  <a:pt x="39255" y="42526"/>
                </a:lnTo>
                <a:lnTo>
                  <a:pt x="35984" y="42526"/>
                </a:lnTo>
                <a:lnTo>
                  <a:pt x="35984" y="39255"/>
                </a:lnTo>
                <a:lnTo>
                  <a:pt x="32713" y="39255"/>
                </a:lnTo>
                <a:lnTo>
                  <a:pt x="32713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isible source SEC-093 inset-1 region 949">
            <a:extLst xmlns:a="http://schemas.openxmlformats.org/drawingml/2006/main">
              <a:ext uri="{FF2B5EF4-FFF2-40B4-BE49-F238E27FC236}">
                <a16:creationId xmlns:a16="http://schemas.microsoft.com/office/drawing/2014/main" id="{339E4339-78FC-4DC5-9459-8E3F3FB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535" y="1472233"/>
            <a:ext cx="42526" cy="42526"/>
          </a:xfrm>
          <a:custGeom xmlns:a="http://schemas.openxmlformats.org/drawingml/2006/main">
            <a:pathLst>
              <a:path w="42526" h="42526">
                <a:moveTo>
                  <a:pt x="6543" y="13085"/>
                </a:move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isible source SEC-093 inset-1 region 950">
            <a:extLst xmlns:a="http://schemas.openxmlformats.org/drawingml/2006/main">
              <a:ext uri="{FF2B5EF4-FFF2-40B4-BE49-F238E27FC236}">
                <a16:creationId xmlns:a16="http://schemas.microsoft.com/office/drawing/2014/main" id="{8B3B5A77-7531-417D-A47A-13E6322B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636" y="2267151"/>
            <a:ext cx="85053" cy="81782"/>
          </a:xfrm>
          <a:custGeom xmlns:a="http://schemas.openxmlformats.org/drawingml/2006/main">
            <a:pathLst>
              <a:path w="85053" h="81782">
                <a:moveTo>
                  <a:pt x="6543" y="13085"/>
                </a:move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68697" y="0"/>
                </a:lnTo>
                <a:lnTo>
                  <a:pt x="68697" y="3271"/>
                </a:lnTo>
                <a:lnTo>
                  <a:pt x="71968" y="3271"/>
                </a:lnTo>
                <a:lnTo>
                  <a:pt x="71968" y="6543"/>
                </a:lnTo>
                <a:lnTo>
                  <a:pt x="75239" y="6543"/>
                </a:lnTo>
                <a:lnTo>
                  <a:pt x="75239" y="9814"/>
                </a:lnTo>
                <a:lnTo>
                  <a:pt x="78510" y="9814"/>
                </a:lnTo>
                <a:lnTo>
                  <a:pt x="78510" y="13085"/>
                </a:lnTo>
                <a:lnTo>
                  <a:pt x="81782" y="13085"/>
                </a:lnTo>
                <a:lnTo>
                  <a:pt x="81782" y="16356"/>
                </a:lnTo>
                <a:lnTo>
                  <a:pt x="85053" y="16356"/>
                </a:lnTo>
                <a:lnTo>
                  <a:pt x="85053" y="19628"/>
                </a:lnTo>
                <a:lnTo>
                  <a:pt x="81782" y="19628"/>
                </a:lnTo>
                <a:lnTo>
                  <a:pt x="81782" y="22899"/>
                </a:lnTo>
                <a:lnTo>
                  <a:pt x="85053" y="22899"/>
                </a:lnTo>
                <a:lnTo>
                  <a:pt x="85053" y="26170"/>
                </a:lnTo>
                <a:lnTo>
                  <a:pt x="81782" y="26170"/>
                </a:lnTo>
                <a:lnTo>
                  <a:pt x="81782" y="29441"/>
                </a:lnTo>
                <a:lnTo>
                  <a:pt x="78510" y="29441"/>
                </a:lnTo>
                <a:lnTo>
                  <a:pt x="78510" y="32713"/>
                </a:lnTo>
                <a:lnTo>
                  <a:pt x="75239" y="32713"/>
                </a:lnTo>
                <a:lnTo>
                  <a:pt x="75239" y="35984"/>
                </a:lnTo>
                <a:lnTo>
                  <a:pt x="71968" y="35984"/>
                </a:lnTo>
                <a:lnTo>
                  <a:pt x="71968" y="39255"/>
                </a:lnTo>
                <a:lnTo>
                  <a:pt x="68697" y="39255"/>
                </a:lnTo>
                <a:lnTo>
                  <a:pt x="68697" y="42526"/>
                </a:lnTo>
                <a:lnTo>
                  <a:pt x="71968" y="42526"/>
                </a:lnTo>
                <a:lnTo>
                  <a:pt x="71968" y="45798"/>
                </a:lnTo>
                <a:lnTo>
                  <a:pt x="75239" y="45798"/>
                </a:lnTo>
                <a:lnTo>
                  <a:pt x="75239" y="49069"/>
                </a:lnTo>
                <a:lnTo>
                  <a:pt x="78510" y="49069"/>
                </a:lnTo>
                <a:lnTo>
                  <a:pt x="78510" y="52340"/>
                </a:lnTo>
                <a:lnTo>
                  <a:pt x="81782" y="52340"/>
                </a:lnTo>
                <a:lnTo>
                  <a:pt x="81782" y="55612"/>
                </a:lnTo>
                <a:lnTo>
                  <a:pt x="85053" y="55612"/>
                </a:lnTo>
                <a:lnTo>
                  <a:pt x="85053" y="58883"/>
                </a:lnTo>
                <a:lnTo>
                  <a:pt x="81782" y="58883"/>
                </a:lnTo>
                <a:lnTo>
                  <a:pt x="81782" y="62154"/>
                </a:lnTo>
                <a:lnTo>
                  <a:pt x="85053" y="62154"/>
                </a:lnTo>
                <a:lnTo>
                  <a:pt x="85053" y="65425"/>
                </a:lnTo>
                <a:lnTo>
                  <a:pt x="81782" y="65425"/>
                </a:lnTo>
                <a:lnTo>
                  <a:pt x="81782" y="68697"/>
                </a:lnTo>
                <a:lnTo>
                  <a:pt x="78510" y="68697"/>
                </a:lnTo>
                <a:lnTo>
                  <a:pt x="78510" y="71968"/>
                </a:lnTo>
                <a:lnTo>
                  <a:pt x="75239" y="71968"/>
                </a:lnTo>
                <a:lnTo>
                  <a:pt x="75239" y="75239"/>
                </a:lnTo>
                <a:lnTo>
                  <a:pt x="71968" y="75239"/>
                </a:lnTo>
                <a:lnTo>
                  <a:pt x="71968" y="78510"/>
                </a:lnTo>
                <a:lnTo>
                  <a:pt x="68697" y="78510"/>
                </a:lnTo>
                <a:lnTo>
                  <a:pt x="68697" y="81782"/>
                </a:lnTo>
                <a:lnTo>
                  <a:pt x="65425" y="81782"/>
                </a:lnTo>
                <a:lnTo>
                  <a:pt x="65425" y="78510"/>
                </a:lnTo>
                <a:lnTo>
                  <a:pt x="62154" y="78510"/>
                </a:lnTo>
                <a:lnTo>
                  <a:pt x="62154" y="81782"/>
                </a:lnTo>
                <a:lnTo>
                  <a:pt x="58883" y="81782"/>
                </a:lnTo>
                <a:lnTo>
                  <a:pt x="58883" y="78510"/>
                </a:lnTo>
                <a:lnTo>
                  <a:pt x="55612" y="78510"/>
                </a:lnTo>
                <a:lnTo>
                  <a:pt x="55612" y="75239"/>
                </a:lnTo>
                <a:lnTo>
                  <a:pt x="52340" y="75239"/>
                </a:lnTo>
                <a:lnTo>
                  <a:pt x="52340" y="71968"/>
                </a:lnTo>
                <a:lnTo>
                  <a:pt x="49069" y="71968"/>
                </a:lnTo>
                <a:lnTo>
                  <a:pt x="49069" y="68697"/>
                </a:lnTo>
                <a:lnTo>
                  <a:pt x="45798" y="68697"/>
                </a:lnTo>
                <a:lnTo>
                  <a:pt x="45798" y="65425"/>
                </a:lnTo>
                <a:lnTo>
                  <a:pt x="42526" y="65425"/>
                </a:lnTo>
                <a:lnTo>
                  <a:pt x="42526" y="62154"/>
                </a:lnTo>
                <a:lnTo>
                  <a:pt x="45798" y="62154"/>
                </a:lnTo>
                <a:lnTo>
                  <a:pt x="45798" y="58883"/>
                </a:lnTo>
                <a:lnTo>
                  <a:pt x="42526" y="58883"/>
                </a:lnTo>
                <a:lnTo>
                  <a:pt x="42526" y="55612"/>
                </a:lnTo>
                <a:lnTo>
                  <a:pt x="45798" y="55612"/>
                </a:lnTo>
                <a:lnTo>
                  <a:pt x="45798" y="52340"/>
                </a:lnTo>
                <a:lnTo>
                  <a:pt x="49069" y="52340"/>
                </a:lnTo>
                <a:lnTo>
                  <a:pt x="49069" y="49069"/>
                </a:lnTo>
                <a:lnTo>
                  <a:pt x="52340" y="49069"/>
                </a:lnTo>
                <a:lnTo>
                  <a:pt x="52340" y="45798"/>
                </a:lnTo>
                <a:lnTo>
                  <a:pt x="55612" y="45798"/>
                </a:lnTo>
                <a:lnTo>
                  <a:pt x="55612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isible source SEC-093 inset-1 region 951">
            <a:extLst xmlns:a="http://schemas.openxmlformats.org/drawingml/2006/main">
              <a:ext uri="{FF2B5EF4-FFF2-40B4-BE49-F238E27FC236}">
                <a16:creationId xmlns:a16="http://schemas.microsoft.com/office/drawing/2014/main" id="{9FB8B025-52DD-4D3D-B0C1-C3F38A3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0620" y="1560557"/>
            <a:ext cx="42526" cy="42526"/>
          </a:xfrm>
          <a:custGeom xmlns:a="http://schemas.openxmlformats.org/drawingml/2006/main">
            <a:pathLst>
              <a:path w="42526" h="42526">
                <a:moveTo>
                  <a:pt x="13085" y="6543"/>
                </a:moveTo>
                <a:lnTo>
                  <a:pt x="13085" y="3271"/>
                </a:lnTo>
                <a:lnTo>
                  <a:pt x="16356" y="3271"/>
                </a:ln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isible source SEC-093 inset-1 region 952">
            <a:extLst xmlns:a="http://schemas.openxmlformats.org/drawingml/2006/main">
              <a:ext uri="{FF2B5EF4-FFF2-40B4-BE49-F238E27FC236}">
                <a16:creationId xmlns:a16="http://schemas.microsoft.com/office/drawing/2014/main" id="{CA5EBE30-0705-48DC-AF28-365FF0FF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349" y="1707764"/>
            <a:ext cx="42526" cy="42526"/>
          </a:xfrm>
          <a:custGeom xmlns:a="http://schemas.openxmlformats.org/drawingml/2006/main">
            <a:pathLst>
              <a:path w="42526" h="42526">
                <a:moveTo>
                  <a:pt x="16356" y="3271"/>
                </a:moveTo>
                <a:lnTo>
                  <a:pt x="16356" y="0"/>
                </a:lnTo>
                <a:lnTo>
                  <a:pt x="19628" y="0"/>
                </a:lnTo>
                <a:lnTo>
                  <a:pt x="19628" y="3271"/>
                </a:lnTo>
                <a:lnTo>
                  <a:pt x="22899" y="3271"/>
                </a:lnTo>
                <a:lnTo>
                  <a:pt x="22899" y="0"/>
                </a:lnTo>
                <a:lnTo>
                  <a:pt x="26170" y="0"/>
                </a:lnTo>
                <a:lnTo>
                  <a:pt x="26170" y="3271"/>
                </a:lnTo>
                <a:lnTo>
                  <a:pt x="29441" y="3271"/>
                </a:lnTo>
                <a:lnTo>
                  <a:pt x="29441" y="6543"/>
                </a:lnTo>
                <a:lnTo>
                  <a:pt x="32713" y="6543"/>
                </a:lnTo>
                <a:lnTo>
                  <a:pt x="32713" y="9814"/>
                </a:lnTo>
                <a:lnTo>
                  <a:pt x="35984" y="9814"/>
                </a:lnTo>
                <a:lnTo>
                  <a:pt x="35984" y="13085"/>
                </a:lnTo>
                <a:lnTo>
                  <a:pt x="39255" y="13085"/>
                </a:lnTo>
                <a:lnTo>
                  <a:pt x="39255" y="16356"/>
                </a:lnTo>
                <a:lnTo>
                  <a:pt x="42526" y="16356"/>
                </a:lnTo>
                <a:lnTo>
                  <a:pt x="42526" y="19628"/>
                </a:lnTo>
                <a:lnTo>
                  <a:pt x="39255" y="19628"/>
                </a:lnTo>
                <a:lnTo>
                  <a:pt x="39255" y="22899"/>
                </a:lnTo>
                <a:lnTo>
                  <a:pt x="42526" y="22899"/>
                </a:lnTo>
                <a:lnTo>
                  <a:pt x="42526" y="26170"/>
                </a:lnTo>
                <a:lnTo>
                  <a:pt x="39255" y="26170"/>
                </a:lnTo>
                <a:lnTo>
                  <a:pt x="39255" y="29441"/>
                </a:lnTo>
                <a:lnTo>
                  <a:pt x="35984" y="29441"/>
                </a:lnTo>
                <a:lnTo>
                  <a:pt x="35984" y="32713"/>
                </a:lnTo>
                <a:lnTo>
                  <a:pt x="32713" y="32713"/>
                </a:lnTo>
                <a:lnTo>
                  <a:pt x="32713" y="35984"/>
                </a:lnTo>
                <a:lnTo>
                  <a:pt x="29441" y="35984"/>
                </a:lnTo>
                <a:lnTo>
                  <a:pt x="29441" y="39255"/>
                </a:lnTo>
                <a:lnTo>
                  <a:pt x="26170" y="39255"/>
                </a:lnTo>
                <a:lnTo>
                  <a:pt x="26170" y="42526"/>
                </a:lnTo>
                <a:lnTo>
                  <a:pt x="22899" y="42526"/>
                </a:lnTo>
                <a:lnTo>
                  <a:pt x="22899" y="39255"/>
                </a:lnTo>
                <a:lnTo>
                  <a:pt x="19628" y="39255"/>
                </a:lnTo>
                <a:lnTo>
                  <a:pt x="19628" y="42526"/>
                </a:lnTo>
                <a:lnTo>
                  <a:pt x="16356" y="42526"/>
                </a:lnTo>
                <a:lnTo>
                  <a:pt x="16356" y="39255"/>
                </a:lnTo>
                <a:lnTo>
                  <a:pt x="13085" y="39255"/>
                </a:lnTo>
                <a:lnTo>
                  <a:pt x="13085" y="35984"/>
                </a:lnTo>
                <a:lnTo>
                  <a:pt x="9814" y="35984"/>
                </a:lnTo>
                <a:lnTo>
                  <a:pt x="9814" y="32713"/>
                </a:lnTo>
                <a:lnTo>
                  <a:pt x="6543" y="32713"/>
                </a:lnTo>
                <a:lnTo>
                  <a:pt x="6543" y="29441"/>
                </a:lnTo>
                <a:lnTo>
                  <a:pt x="3271" y="29441"/>
                </a:lnTo>
                <a:lnTo>
                  <a:pt x="3271" y="26170"/>
                </a:lnTo>
                <a:lnTo>
                  <a:pt x="0" y="26170"/>
                </a:lnTo>
                <a:lnTo>
                  <a:pt x="0" y="22899"/>
                </a:lnTo>
                <a:lnTo>
                  <a:pt x="3271" y="22899"/>
                </a:lnTo>
                <a:lnTo>
                  <a:pt x="3271" y="19628"/>
                </a:lnTo>
                <a:lnTo>
                  <a:pt x="0" y="19628"/>
                </a:lnTo>
                <a:lnTo>
                  <a:pt x="0" y="16356"/>
                </a:lnTo>
                <a:lnTo>
                  <a:pt x="3271" y="16356"/>
                </a:lnTo>
                <a:lnTo>
                  <a:pt x="3271" y="13085"/>
                </a:lnTo>
                <a:lnTo>
                  <a:pt x="6543" y="13085"/>
                </a:lnTo>
                <a:lnTo>
                  <a:pt x="6543" y="9814"/>
                </a:lnTo>
                <a:lnTo>
                  <a:pt x="9814" y="9814"/>
                </a:lnTo>
                <a:lnTo>
                  <a:pt x="9814" y="6543"/>
                </a:lnTo>
                <a:lnTo>
                  <a:pt x="13085" y="6543"/>
                </a:lnTo>
                <a:lnTo>
                  <a:pt x="13085" y="3271"/>
                </a:lnTo>
                <a:lnTo>
                  <a:pt x="16356" y="3271"/>
                </a:lnTo>
                <a:close/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A9071-F468-407B-8DE6-79A109DB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611" y="114241"/>
            <a:ext cx="351339" cy="153289"/>
          </a:xfrm>
          <a:custGeom xmlns:a="http://schemas.openxmlformats.org/drawingml/2006/main">
            <a:pathLst>
              <a:path w="351339" h="153289" fill="none">
                <a:moveTo>
                  <a:pt x="0" y="153289"/>
                </a:moveTo>
                <a:lnTo>
                  <a:pt x="351339" y="153289"/>
                </a:lnTo>
                <a:lnTo>
                  <a:pt x="351339" y="0"/>
                </a:lnTo>
                <a:lnTo>
                  <a:pt x="0" y="0"/>
                </a:lnTo>
                <a:lnTo>
                  <a:pt x="0" y="1532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9" cap="flat">
            <a:solidFill>
              <a:srgbClr val="FF0000"/>
            </a:solidFill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1C84C-D7FC-4A4C-96D8-F49FA654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6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C89FA-0F7B-4837-95F4-350779C0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6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53E15-1161-4501-B0DF-706060CC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20" y="2895079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2D1E9-F0FF-4677-8FC8-7BAB7910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54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B1EEE-4506-4851-AB90-9FD0840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54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711D0-2A76-4F07-AA32-40ED5EE0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26" y="2911631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71FA1-12E8-48B1-B835-68671F4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41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AC844-2247-4E61-9DEB-7F11965A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41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29D4F-BF3E-42D6-8AB6-472A7DDF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157" y="2896545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DAED1-AAB7-479E-AE2C-03E1BAC6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82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DF3B4-8912-4F04-832D-EBE991D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82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91823-7E22-4452-83B1-3580E528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06" y="2894737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CD94A-182D-4EAC-9BE0-FE8302D9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71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F3455-38B5-4CD1-9CB4-A721919A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71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9BEAE-8BAB-4E8E-B970-5C6D1D0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817" y="2897734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35AFD-0EE7-4724-81BE-6453E511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59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D81B6-FFBD-495C-855C-48500B01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59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E8A31-B6CA-4A60-81AF-72781B2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432" y="2894895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6AC2C-A818-45CC-B229-8DB1B804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48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4BB51-5473-42B3-A88E-231A0D5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48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D1B7F-EE14-4B72-9E7B-676FD7A8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731" y="2891132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CC484-9B8F-4EFE-A8E4-89E85A3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2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FFAD5-B719-4ACB-9246-2964A35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2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7FF70-2203-4A29-B744-8099B6B6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791" y="2886526"/>
            <a:ext cx="120029" cy="94639"/>
          </a:xfrm>
          <a:custGeom xmlns:a="http://schemas.openxmlformats.org/drawingml/2006/main">
            <a:pathLst>
              <a:path w="120029" h="94639">
                <a:moveTo>
                  <a:pt x="0" y="70083"/>
                </a:moveTo>
                <a:lnTo>
                  <a:pt x="25508" y="0"/>
                </a:lnTo>
                <a:lnTo>
                  <a:pt x="31784" y="2284"/>
                </a:lnTo>
                <a:lnTo>
                  <a:pt x="120029" y="79248"/>
                </a:lnTo>
                <a:lnTo>
                  <a:pt x="114428" y="94639"/>
                </a:lnTo>
                <a:lnTo>
                  <a:pt x="31438" y="22296"/>
                </a:lnTo>
                <a:lnTo>
                  <a:pt x="12403" y="74597"/>
                </a:lnTo>
                <a:lnTo>
                  <a:pt x="0" y="70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0DAF9-6ACA-4600-8839-20CE96B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5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0A664-B94A-4877-B3A6-89BC9D96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5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CC304-B889-4739-8B9D-866A2C1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040" y="2892944"/>
            <a:ext cx="122329" cy="98118"/>
          </a:xfrm>
          <a:custGeom xmlns:a="http://schemas.openxmlformats.org/drawingml/2006/main">
            <a:pathLst>
              <a:path w="122329" h="98118">
                <a:moveTo>
                  <a:pt x="63704" y="49230"/>
                </a:moveTo>
                <a:cubicBezTo>
                  <a:pt x="61148" y="56253"/>
                  <a:pt x="61078" y="62489"/>
                  <a:pt x="63346" y="67883"/>
                </a:cubicBezTo>
                <a:cubicBezTo>
                  <a:pt x="65613" y="73278"/>
                  <a:pt x="69986" y="77070"/>
                  <a:pt x="76561" y="79463"/>
                </a:cubicBezTo>
                <a:cubicBezTo>
                  <a:pt x="83136" y="81856"/>
                  <a:pt x="89073" y="81817"/>
                  <a:pt x="94278" y="79142"/>
                </a:cubicBezTo>
                <a:cubicBezTo>
                  <a:pt x="99482" y="76467"/>
                  <a:pt x="103287" y="71591"/>
                  <a:pt x="105844" y="64567"/>
                </a:cubicBezTo>
                <a:cubicBezTo>
                  <a:pt x="108345" y="57694"/>
                  <a:pt x="108565" y="51512"/>
                  <a:pt x="106148" y="46063"/>
                </a:cubicBezTo>
                <a:cubicBezTo>
                  <a:pt x="103881" y="40669"/>
                  <a:pt x="99561" y="36728"/>
                  <a:pt x="92987" y="34335"/>
                </a:cubicBezTo>
                <a:cubicBezTo>
                  <a:pt x="86412" y="31942"/>
                  <a:pt x="80570" y="32185"/>
                  <a:pt x="75420" y="34710"/>
                </a:cubicBezTo>
                <a:cubicBezTo>
                  <a:pt x="70216" y="37385"/>
                  <a:pt x="66261" y="42207"/>
                  <a:pt x="63704" y="49230"/>
                </a:cubicBezTo>
                <a:close/>
                <a:moveTo>
                  <a:pt x="52044" y="61739"/>
                </a:moveTo>
                <a:cubicBezTo>
                  <a:pt x="48265" y="67471"/>
                  <a:pt x="43482" y="71315"/>
                  <a:pt x="37843" y="73324"/>
                </a:cubicBezTo>
                <a:cubicBezTo>
                  <a:pt x="32204" y="75333"/>
                  <a:pt x="26376" y="75073"/>
                  <a:pt x="20100" y="72789"/>
                </a:cubicBezTo>
                <a:cubicBezTo>
                  <a:pt x="11433" y="69634"/>
                  <a:pt x="5647" y="64144"/>
                  <a:pt x="2851" y="56019"/>
                </a:cubicBezTo>
                <a:cubicBezTo>
                  <a:pt x="0" y="48043"/>
                  <a:pt x="560" y="38601"/>
                  <a:pt x="4530" y="27692"/>
                </a:cubicBezTo>
                <a:cubicBezTo>
                  <a:pt x="8446" y="16933"/>
                  <a:pt x="14086" y="9340"/>
                  <a:pt x="21451" y="4914"/>
                </a:cubicBezTo>
                <a:cubicBezTo>
                  <a:pt x="28762" y="636"/>
                  <a:pt x="36778" y="0"/>
                  <a:pt x="45445" y="3155"/>
                </a:cubicBezTo>
                <a:cubicBezTo>
                  <a:pt x="51721" y="5439"/>
                  <a:pt x="56298" y="9136"/>
                  <a:pt x="59326" y="14299"/>
                </a:cubicBezTo>
                <a:cubicBezTo>
                  <a:pt x="62355" y="19463"/>
                  <a:pt x="63603" y="25332"/>
                  <a:pt x="62813" y="32152"/>
                </a:cubicBezTo>
                <a:cubicBezTo>
                  <a:pt x="67013" y="25727"/>
                  <a:pt x="72312" y="21395"/>
                  <a:pt x="78563" y="19101"/>
                </a:cubicBezTo>
                <a:cubicBezTo>
                  <a:pt x="84759" y="16956"/>
                  <a:pt x="91497" y="17039"/>
                  <a:pt x="98371" y="19541"/>
                </a:cubicBezTo>
                <a:cubicBezTo>
                  <a:pt x="108980" y="23403"/>
                  <a:pt x="115853" y="29627"/>
                  <a:pt x="119043" y="38065"/>
                </a:cubicBezTo>
                <a:cubicBezTo>
                  <a:pt x="122329" y="46707"/>
                  <a:pt x="121646" y="56950"/>
                  <a:pt x="117295" y="68905"/>
                </a:cubicBezTo>
                <a:cubicBezTo>
                  <a:pt x="112944" y="80859"/>
                  <a:pt x="106882" y="89145"/>
                  <a:pt x="98865" y="93503"/>
                </a:cubicBezTo>
                <a:cubicBezTo>
                  <a:pt x="90998" y="97917"/>
                  <a:pt x="81786" y="98118"/>
                  <a:pt x="71177" y="94256"/>
                </a:cubicBezTo>
                <a:cubicBezTo>
                  <a:pt x="64303" y="91754"/>
                  <a:pt x="59033" y="87636"/>
                  <a:pt x="55720" y="81861"/>
                </a:cubicBezTo>
                <a:cubicBezTo>
                  <a:pt x="52352" y="76236"/>
                  <a:pt x="51077" y="69510"/>
                  <a:pt x="52044" y="61739"/>
                </a:cubicBezTo>
                <a:close/>
                <a:moveTo>
                  <a:pt x="26775" y="58634"/>
                </a:moveTo>
                <a:cubicBezTo>
                  <a:pt x="32453" y="60701"/>
                  <a:pt x="37534" y="60689"/>
                  <a:pt x="41978" y="58245"/>
                </a:cubicBezTo>
                <a:cubicBezTo>
                  <a:pt x="46421" y="55800"/>
                  <a:pt x="49710" y="51413"/>
                  <a:pt x="52049" y="44988"/>
                </a:cubicBezTo>
                <a:cubicBezTo>
                  <a:pt x="54333" y="38712"/>
                  <a:pt x="54634" y="33237"/>
                  <a:pt x="52801" y="28508"/>
                </a:cubicBezTo>
                <a:cubicBezTo>
                  <a:pt x="50968" y="23780"/>
                  <a:pt x="47138" y="20355"/>
                  <a:pt x="41460" y="18288"/>
                </a:cubicBezTo>
                <a:cubicBezTo>
                  <a:pt x="35781" y="16221"/>
                  <a:pt x="30795" y="16437"/>
                  <a:pt x="26352" y="18881"/>
                </a:cubicBezTo>
                <a:cubicBezTo>
                  <a:pt x="21908" y="21326"/>
                  <a:pt x="18470" y="25659"/>
                  <a:pt x="16186" y="31935"/>
                </a:cubicBezTo>
                <a:cubicBezTo>
                  <a:pt x="13847" y="38360"/>
                  <a:pt x="13696" y="43890"/>
                  <a:pt x="15529" y="48618"/>
                </a:cubicBezTo>
                <a:cubicBezTo>
                  <a:pt x="17361" y="53346"/>
                  <a:pt x="21097" y="56567"/>
                  <a:pt x="26775" y="58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7A04F-5CCA-48CC-8376-400F39F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144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34E80-320E-4141-B803-4AB2AC3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144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38E09-C1EC-411B-A5A7-2316699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779" y="2895826"/>
            <a:ext cx="119564" cy="95432"/>
          </a:xfrm>
          <a:custGeom xmlns:a="http://schemas.openxmlformats.org/drawingml/2006/main">
            <a:pathLst>
              <a:path w="119564" h="95432">
                <a:moveTo>
                  <a:pt x="102000" y="95432"/>
                </a:moveTo>
                <a:lnTo>
                  <a:pt x="88551" y="90537"/>
                </a:lnTo>
                <a:cubicBezTo>
                  <a:pt x="91650" y="87604"/>
                  <a:pt x="94354" y="84357"/>
                  <a:pt x="96665" y="80799"/>
                </a:cubicBezTo>
                <a:cubicBezTo>
                  <a:pt x="98921" y="77389"/>
                  <a:pt x="100729" y="73817"/>
                  <a:pt x="102089" y="70081"/>
                </a:cubicBezTo>
                <a:cubicBezTo>
                  <a:pt x="105570" y="60517"/>
                  <a:pt x="105151" y="51904"/>
                  <a:pt x="100426" y="44430"/>
                </a:cubicBezTo>
                <a:cubicBezTo>
                  <a:pt x="95700" y="36956"/>
                  <a:pt x="86925" y="30378"/>
                  <a:pt x="73803" y="24587"/>
                </a:cubicBezTo>
                <a:cubicBezTo>
                  <a:pt x="76899" y="29098"/>
                  <a:pt x="78881" y="33881"/>
                  <a:pt x="79600" y="38881"/>
                </a:cubicBezTo>
                <a:cubicBezTo>
                  <a:pt x="80264" y="44030"/>
                  <a:pt x="79570" y="49193"/>
                  <a:pt x="77666" y="54423"/>
                </a:cubicBezTo>
                <a:cubicBezTo>
                  <a:pt x="73641" y="65480"/>
                  <a:pt x="67199" y="72951"/>
                  <a:pt x="58340" y="76834"/>
                </a:cubicBezTo>
                <a:cubicBezTo>
                  <a:pt x="49481" y="80717"/>
                  <a:pt x="39373" y="80592"/>
                  <a:pt x="27867" y="76404"/>
                </a:cubicBezTo>
                <a:cubicBezTo>
                  <a:pt x="16809" y="72379"/>
                  <a:pt x="9040" y="65828"/>
                  <a:pt x="4559" y="56751"/>
                </a:cubicBezTo>
                <a:cubicBezTo>
                  <a:pt x="228" y="47729"/>
                  <a:pt x="0" y="37662"/>
                  <a:pt x="4025" y="26604"/>
                </a:cubicBezTo>
                <a:cubicBezTo>
                  <a:pt x="8593" y="14052"/>
                  <a:pt x="17060" y="6134"/>
                  <a:pt x="29016" y="3040"/>
                </a:cubicBezTo>
                <a:cubicBezTo>
                  <a:pt x="41122" y="0"/>
                  <a:pt x="56420" y="1676"/>
                  <a:pt x="74650" y="8311"/>
                </a:cubicBezTo>
                <a:cubicBezTo>
                  <a:pt x="91984" y="14620"/>
                  <a:pt x="104059" y="23753"/>
                  <a:pt x="111283" y="35521"/>
                </a:cubicBezTo>
                <a:cubicBezTo>
                  <a:pt x="118453" y="47438"/>
                  <a:pt x="119564" y="60195"/>
                  <a:pt x="114560" y="73943"/>
                </a:cubicBezTo>
                <a:cubicBezTo>
                  <a:pt x="113200" y="77679"/>
                  <a:pt x="111392" y="81251"/>
                  <a:pt x="109435" y="84770"/>
                </a:cubicBezTo>
                <a:cubicBezTo>
                  <a:pt x="107423" y="88437"/>
                  <a:pt x="104963" y="91942"/>
                  <a:pt x="102000" y="95432"/>
                </a:cubicBezTo>
                <a:close/>
                <a:moveTo>
                  <a:pt x="66486" y="49338"/>
                </a:moveTo>
                <a:cubicBezTo>
                  <a:pt x="68879" y="42763"/>
                  <a:pt x="68542" y="36717"/>
                  <a:pt x="65473" y="31201"/>
                </a:cubicBezTo>
                <a:cubicBezTo>
                  <a:pt x="62404" y="25684"/>
                  <a:pt x="56835" y="21457"/>
                  <a:pt x="48915" y="18574"/>
                </a:cubicBezTo>
                <a:cubicBezTo>
                  <a:pt x="41145" y="15746"/>
                  <a:pt x="34162" y="15404"/>
                  <a:pt x="28265" y="17658"/>
                </a:cubicBezTo>
                <a:cubicBezTo>
                  <a:pt x="22368" y="19912"/>
                  <a:pt x="18073" y="24271"/>
                  <a:pt x="15680" y="30846"/>
                </a:cubicBezTo>
                <a:cubicBezTo>
                  <a:pt x="13287" y="37421"/>
                  <a:pt x="13774" y="43521"/>
                  <a:pt x="16843" y="49038"/>
                </a:cubicBezTo>
                <a:cubicBezTo>
                  <a:pt x="19912" y="54555"/>
                  <a:pt x="25481" y="58782"/>
                  <a:pt x="33251" y="61610"/>
                </a:cubicBezTo>
                <a:cubicBezTo>
                  <a:pt x="41171" y="64493"/>
                  <a:pt x="48154" y="64834"/>
                  <a:pt x="54051" y="62581"/>
                </a:cubicBezTo>
                <a:cubicBezTo>
                  <a:pt x="59948" y="60327"/>
                  <a:pt x="64093" y="55913"/>
                  <a:pt x="66486" y="49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27C40-568F-465E-B047-13F31B76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030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7872D-B1E3-4490-AAE7-4AAA72F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030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44BD3-F476-4FB2-8D2D-5751889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02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6956F-79C6-4BCC-8B71-E6C7EF46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73" y="2895103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6FB5F-4B74-4E6D-8B45-A04D3166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91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27854-F757-4D3E-81DC-64FF35D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91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D79D7-9751-434C-9F11-9215B46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789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325B4-30C1-41D6-999E-7EB6763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379" y="2911655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E24D2-2DED-427D-A0EB-CF8ED666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0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78E42-32F1-4698-A8EE-7AF40F7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0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F1C3A-2050-460B-99CC-0FC8ABA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675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C19D1-6BC5-469E-8B46-F58E6BB0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310" y="2896569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5A427-43A9-4F75-9048-0FAAB8E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68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7691E-175F-4765-B962-A16A076E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68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7BC43-6B18-4788-B25D-D4C90811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561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0EA6B-5EB8-4828-93F6-B4D46D08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959" y="2894761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D089D-162F-4B1D-8872-1FB2091B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57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185D0-AD30-447E-837B-7C7B905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57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C8140-3AE8-48BC-BC11-6E12C207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447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C51C7-3B9C-4E3B-AEC9-1AB227B5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970" y="2897758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BF860-C4D8-42E5-88B1-BD5883CE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61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6D9C9-3C70-447D-9739-38866239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61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39242-EBC3-4083-A892-92B13102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334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572ED-B9C5-402B-999F-255AA9AD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86" y="2894919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1AB68-BDB9-4C8D-B426-86889F96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34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0B505-0CC0-4F6A-B70C-B5A7CA4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34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53C15-2BFF-4861-8FA5-9D1E701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20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26FC0-62E8-41DF-836E-CE0342A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884" y="2891156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0BC1D-7902-48B4-AE0D-31A8C13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234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A1AAC-E638-4331-BA11-D86F8B7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234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51DF1-A101-4FF7-B65C-1B9C7533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06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3FCB2-7155-4496-B080-8F51490F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944" y="2886550"/>
            <a:ext cx="120029" cy="94639"/>
          </a:xfrm>
          <a:custGeom xmlns:a="http://schemas.openxmlformats.org/drawingml/2006/main">
            <a:pathLst>
              <a:path w="120029" h="94639">
                <a:moveTo>
                  <a:pt x="0" y="70083"/>
                </a:moveTo>
                <a:lnTo>
                  <a:pt x="25508" y="0"/>
                </a:lnTo>
                <a:lnTo>
                  <a:pt x="31784" y="2284"/>
                </a:lnTo>
                <a:lnTo>
                  <a:pt x="120029" y="79248"/>
                </a:lnTo>
                <a:lnTo>
                  <a:pt x="114428" y="94639"/>
                </a:lnTo>
                <a:lnTo>
                  <a:pt x="31438" y="22296"/>
                </a:lnTo>
                <a:lnTo>
                  <a:pt x="12403" y="74597"/>
                </a:lnTo>
                <a:lnTo>
                  <a:pt x="0" y="70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3399D-DB26-49A0-AD43-CD46FF7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120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11BD3-78F8-4F22-971E-2551C981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120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C5A75-35B5-4553-99A3-1D1C0FCF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992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D38F7-32D6-416D-8A93-B5BBE3F0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193" y="2892968"/>
            <a:ext cx="122329" cy="98118"/>
          </a:xfrm>
          <a:custGeom xmlns:a="http://schemas.openxmlformats.org/drawingml/2006/main">
            <a:pathLst>
              <a:path w="122329" h="98118">
                <a:moveTo>
                  <a:pt x="63704" y="49230"/>
                </a:moveTo>
                <a:cubicBezTo>
                  <a:pt x="61148" y="56253"/>
                  <a:pt x="61078" y="62489"/>
                  <a:pt x="63346" y="67883"/>
                </a:cubicBezTo>
                <a:cubicBezTo>
                  <a:pt x="65613" y="73278"/>
                  <a:pt x="69986" y="77070"/>
                  <a:pt x="76561" y="79463"/>
                </a:cubicBezTo>
                <a:cubicBezTo>
                  <a:pt x="83136" y="81856"/>
                  <a:pt x="89073" y="81817"/>
                  <a:pt x="94278" y="79142"/>
                </a:cubicBezTo>
                <a:cubicBezTo>
                  <a:pt x="99482" y="76467"/>
                  <a:pt x="103287" y="71591"/>
                  <a:pt x="105844" y="64567"/>
                </a:cubicBezTo>
                <a:cubicBezTo>
                  <a:pt x="108345" y="57694"/>
                  <a:pt x="108565" y="51512"/>
                  <a:pt x="106148" y="46063"/>
                </a:cubicBezTo>
                <a:cubicBezTo>
                  <a:pt x="103881" y="40669"/>
                  <a:pt x="99561" y="36728"/>
                  <a:pt x="92987" y="34335"/>
                </a:cubicBezTo>
                <a:cubicBezTo>
                  <a:pt x="86412" y="31942"/>
                  <a:pt x="80570" y="32185"/>
                  <a:pt x="75420" y="34710"/>
                </a:cubicBezTo>
                <a:cubicBezTo>
                  <a:pt x="70216" y="37385"/>
                  <a:pt x="66261" y="42207"/>
                  <a:pt x="63704" y="49230"/>
                </a:cubicBezTo>
                <a:close/>
                <a:moveTo>
                  <a:pt x="52044" y="61739"/>
                </a:moveTo>
                <a:cubicBezTo>
                  <a:pt x="48265" y="67471"/>
                  <a:pt x="43482" y="71315"/>
                  <a:pt x="37843" y="73324"/>
                </a:cubicBezTo>
                <a:cubicBezTo>
                  <a:pt x="32204" y="75333"/>
                  <a:pt x="26376" y="75073"/>
                  <a:pt x="20100" y="72789"/>
                </a:cubicBezTo>
                <a:cubicBezTo>
                  <a:pt x="11433" y="69634"/>
                  <a:pt x="5647" y="64144"/>
                  <a:pt x="2851" y="56019"/>
                </a:cubicBezTo>
                <a:cubicBezTo>
                  <a:pt x="0" y="48043"/>
                  <a:pt x="560" y="38601"/>
                  <a:pt x="4530" y="27692"/>
                </a:cubicBezTo>
                <a:cubicBezTo>
                  <a:pt x="8446" y="16933"/>
                  <a:pt x="14086" y="9340"/>
                  <a:pt x="21451" y="4914"/>
                </a:cubicBezTo>
                <a:cubicBezTo>
                  <a:pt x="28762" y="636"/>
                  <a:pt x="36778" y="0"/>
                  <a:pt x="45445" y="3155"/>
                </a:cubicBezTo>
                <a:cubicBezTo>
                  <a:pt x="51721" y="5439"/>
                  <a:pt x="56298" y="9136"/>
                  <a:pt x="59326" y="14299"/>
                </a:cubicBezTo>
                <a:cubicBezTo>
                  <a:pt x="62355" y="19463"/>
                  <a:pt x="63603" y="25332"/>
                  <a:pt x="62813" y="32152"/>
                </a:cubicBezTo>
                <a:cubicBezTo>
                  <a:pt x="67013" y="25727"/>
                  <a:pt x="72312" y="21395"/>
                  <a:pt x="78563" y="19101"/>
                </a:cubicBezTo>
                <a:cubicBezTo>
                  <a:pt x="84759" y="16956"/>
                  <a:pt x="91497" y="17039"/>
                  <a:pt x="98371" y="19541"/>
                </a:cubicBezTo>
                <a:cubicBezTo>
                  <a:pt x="108980" y="23403"/>
                  <a:pt x="115853" y="29627"/>
                  <a:pt x="119043" y="38065"/>
                </a:cubicBezTo>
                <a:cubicBezTo>
                  <a:pt x="122329" y="46707"/>
                  <a:pt x="121646" y="56950"/>
                  <a:pt x="117295" y="68905"/>
                </a:cubicBezTo>
                <a:cubicBezTo>
                  <a:pt x="112944" y="80859"/>
                  <a:pt x="106882" y="89145"/>
                  <a:pt x="98865" y="93503"/>
                </a:cubicBezTo>
                <a:cubicBezTo>
                  <a:pt x="90998" y="97917"/>
                  <a:pt x="81786" y="98118"/>
                  <a:pt x="71177" y="94256"/>
                </a:cubicBezTo>
                <a:cubicBezTo>
                  <a:pt x="64303" y="91754"/>
                  <a:pt x="59033" y="87636"/>
                  <a:pt x="55720" y="81861"/>
                </a:cubicBezTo>
                <a:cubicBezTo>
                  <a:pt x="52352" y="76236"/>
                  <a:pt x="51077" y="69510"/>
                  <a:pt x="52044" y="61739"/>
                </a:cubicBezTo>
                <a:close/>
                <a:moveTo>
                  <a:pt x="26775" y="58634"/>
                </a:moveTo>
                <a:cubicBezTo>
                  <a:pt x="32453" y="60701"/>
                  <a:pt x="37534" y="60689"/>
                  <a:pt x="41978" y="58245"/>
                </a:cubicBezTo>
                <a:cubicBezTo>
                  <a:pt x="46421" y="55800"/>
                  <a:pt x="49710" y="51413"/>
                  <a:pt x="52049" y="44988"/>
                </a:cubicBezTo>
                <a:cubicBezTo>
                  <a:pt x="54333" y="38712"/>
                  <a:pt x="54634" y="33237"/>
                  <a:pt x="52801" y="28508"/>
                </a:cubicBezTo>
                <a:cubicBezTo>
                  <a:pt x="50968" y="23780"/>
                  <a:pt x="47138" y="20355"/>
                  <a:pt x="41460" y="18288"/>
                </a:cubicBezTo>
                <a:cubicBezTo>
                  <a:pt x="35781" y="16221"/>
                  <a:pt x="30795" y="16437"/>
                  <a:pt x="26352" y="18881"/>
                </a:cubicBezTo>
                <a:cubicBezTo>
                  <a:pt x="21908" y="21326"/>
                  <a:pt x="18470" y="25659"/>
                  <a:pt x="16186" y="31935"/>
                </a:cubicBezTo>
                <a:cubicBezTo>
                  <a:pt x="13847" y="38360"/>
                  <a:pt x="13696" y="43890"/>
                  <a:pt x="15529" y="48618"/>
                </a:cubicBezTo>
                <a:cubicBezTo>
                  <a:pt x="17361" y="53346"/>
                  <a:pt x="21097" y="56567"/>
                  <a:pt x="26775" y="58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18506-AAEA-4FF9-9B8C-4DA9D9DC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006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C452A-C4BE-4F5D-A996-4C94B7E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006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95B4C-8C9E-4E9F-ADBE-9ADD6432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878" y="3006692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748DB-8620-41C8-B1D1-1544074E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932" y="2895850"/>
            <a:ext cx="119564" cy="95432"/>
          </a:xfrm>
          <a:custGeom xmlns:a="http://schemas.openxmlformats.org/drawingml/2006/main">
            <a:pathLst>
              <a:path w="119564" h="95432">
                <a:moveTo>
                  <a:pt x="102000" y="95432"/>
                </a:moveTo>
                <a:lnTo>
                  <a:pt x="88551" y="90537"/>
                </a:lnTo>
                <a:cubicBezTo>
                  <a:pt x="91650" y="87604"/>
                  <a:pt x="94354" y="84357"/>
                  <a:pt x="96665" y="80799"/>
                </a:cubicBezTo>
                <a:cubicBezTo>
                  <a:pt x="98921" y="77389"/>
                  <a:pt x="100729" y="73817"/>
                  <a:pt x="102089" y="70081"/>
                </a:cubicBezTo>
                <a:cubicBezTo>
                  <a:pt x="105570" y="60517"/>
                  <a:pt x="105151" y="51904"/>
                  <a:pt x="100426" y="44430"/>
                </a:cubicBezTo>
                <a:cubicBezTo>
                  <a:pt x="95700" y="36956"/>
                  <a:pt x="86925" y="30378"/>
                  <a:pt x="73803" y="24587"/>
                </a:cubicBezTo>
                <a:cubicBezTo>
                  <a:pt x="76899" y="29098"/>
                  <a:pt x="78881" y="33881"/>
                  <a:pt x="79600" y="38881"/>
                </a:cubicBezTo>
                <a:cubicBezTo>
                  <a:pt x="80264" y="44030"/>
                  <a:pt x="79570" y="49193"/>
                  <a:pt x="77666" y="54423"/>
                </a:cubicBezTo>
                <a:cubicBezTo>
                  <a:pt x="73641" y="65480"/>
                  <a:pt x="67199" y="72951"/>
                  <a:pt x="58340" y="76834"/>
                </a:cubicBezTo>
                <a:cubicBezTo>
                  <a:pt x="49481" y="80717"/>
                  <a:pt x="39373" y="80592"/>
                  <a:pt x="27867" y="76404"/>
                </a:cubicBezTo>
                <a:cubicBezTo>
                  <a:pt x="16809" y="72379"/>
                  <a:pt x="9040" y="65828"/>
                  <a:pt x="4559" y="56751"/>
                </a:cubicBezTo>
                <a:cubicBezTo>
                  <a:pt x="228" y="47729"/>
                  <a:pt x="0" y="37662"/>
                  <a:pt x="4025" y="26604"/>
                </a:cubicBezTo>
                <a:cubicBezTo>
                  <a:pt x="8593" y="14052"/>
                  <a:pt x="17060" y="6134"/>
                  <a:pt x="29016" y="3040"/>
                </a:cubicBezTo>
                <a:cubicBezTo>
                  <a:pt x="41122" y="0"/>
                  <a:pt x="56420" y="1676"/>
                  <a:pt x="74650" y="8311"/>
                </a:cubicBezTo>
                <a:cubicBezTo>
                  <a:pt x="91984" y="14620"/>
                  <a:pt x="104059" y="23753"/>
                  <a:pt x="111283" y="35521"/>
                </a:cubicBezTo>
                <a:cubicBezTo>
                  <a:pt x="118453" y="47438"/>
                  <a:pt x="119564" y="60195"/>
                  <a:pt x="114560" y="73943"/>
                </a:cubicBezTo>
                <a:cubicBezTo>
                  <a:pt x="113200" y="77679"/>
                  <a:pt x="111392" y="81251"/>
                  <a:pt x="109435" y="84770"/>
                </a:cubicBezTo>
                <a:cubicBezTo>
                  <a:pt x="107423" y="88437"/>
                  <a:pt x="104963" y="91942"/>
                  <a:pt x="102000" y="95432"/>
                </a:cubicBezTo>
                <a:close/>
                <a:moveTo>
                  <a:pt x="66486" y="49338"/>
                </a:moveTo>
                <a:cubicBezTo>
                  <a:pt x="68879" y="42763"/>
                  <a:pt x="68542" y="36717"/>
                  <a:pt x="65473" y="31201"/>
                </a:cubicBezTo>
                <a:cubicBezTo>
                  <a:pt x="62404" y="25684"/>
                  <a:pt x="56835" y="21457"/>
                  <a:pt x="48915" y="18574"/>
                </a:cubicBezTo>
                <a:cubicBezTo>
                  <a:pt x="41145" y="15746"/>
                  <a:pt x="34162" y="15404"/>
                  <a:pt x="28265" y="17658"/>
                </a:cubicBezTo>
                <a:cubicBezTo>
                  <a:pt x="22368" y="19912"/>
                  <a:pt x="18073" y="24271"/>
                  <a:pt x="15680" y="30846"/>
                </a:cubicBezTo>
                <a:cubicBezTo>
                  <a:pt x="13287" y="37421"/>
                  <a:pt x="13774" y="43521"/>
                  <a:pt x="16843" y="49038"/>
                </a:cubicBezTo>
                <a:cubicBezTo>
                  <a:pt x="19912" y="54555"/>
                  <a:pt x="25481" y="58782"/>
                  <a:pt x="33251" y="61610"/>
                </a:cubicBezTo>
                <a:cubicBezTo>
                  <a:pt x="41171" y="64493"/>
                  <a:pt x="48154" y="64834"/>
                  <a:pt x="54051" y="62581"/>
                </a:cubicBezTo>
                <a:cubicBezTo>
                  <a:pt x="59948" y="60327"/>
                  <a:pt x="64093" y="55913"/>
                  <a:pt x="66486" y="49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D3FD2-991E-472C-854A-97ED58C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89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3FDD9-D446-4038-B3C7-9B751091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89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E1466-950A-4F40-BB13-89F788E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09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4845D-261D-4358-80A6-C12FE60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036" y="2895103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20096-3899-4B3B-94B1-42E230B5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77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F10FD-A103-4D6C-91EE-DE636C84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77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0CE75-6967-4EAC-89CA-6DEB243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695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C8630-1616-4709-88EC-1577ABB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41" y="2911655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FCC9F-95A6-4A5A-A1C0-1738E8E8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6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9FE94-2982-4EEF-BDA6-0D661EB0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6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A8C16-F7A1-4F2B-9A30-17211920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582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57866-3C8D-473B-B3FF-3389B0AE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172" y="2896569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EB7F1-1C0F-4D33-BBDA-23FCE57E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551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EE9AA-0FC6-4E4E-AD6F-E345A4BD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551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A59F2-C1D0-4539-9176-9D4E713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68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3B301-E8FC-44CC-8745-6AFFDA1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821" y="2894761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1EA7B-6178-4B96-926F-9AC6F9F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43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E1CBF-2DB3-4125-BA9E-F3ED899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43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EB35D-0C68-4A22-8C5E-52A7B22C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54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EAB95-B10C-40D9-A4B5-8D4576CD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832" y="2897758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7CBBF-8562-4741-AA97-24572ED7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2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BF2CE-0079-497B-AFAD-AE4F548F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2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6ED67-4640-4EE4-9184-5B50EF2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240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E9EA2-0A73-4607-98AE-264E1D0A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448" y="2894919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382A9-DB8E-470E-8899-B3F04EB9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10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89652-BF69-4CED-ACBD-D4A2242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10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C98C8-E6C7-4C2D-824D-2DD8F9A8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26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F1590-421E-4527-B36F-10BDA771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746" y="2891156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8973C-C0B4-415F-A864-F60CC9A7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096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73329-4EAB-4E8A-BC3E-9A64A7A1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096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E4823-8F74-4601-A7FB-C25A42D3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012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EE430-0290-4E1F-9805-3AA7DC61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806" y="2886550"/>
            <a:ext cx="120029" cy="94639"/>
          </a:xfrm>
          <a:custGeom xmlns:a="http://schemas.openxmlformats.org/drawingml/2006/main">
            <a:pathLst>
              <a:path w="120029" h="94639">
                <a:moveTo>
                  <a:pt x="0" y="70083"/>
                </a:moveTo>
                <a:lnTo>
                  <a:pt x="25508" y="0"/>
                </a:lnTo>
                <a:lnTo>
                  <a:pt x="31784" y="2284"/>
                </a:lnTo>
                <a:lnTo>
                  <a:pt x="120029" y="79248"/>
                </a:lnTo>
                <a:lnTo>
                  <a:pt x="114428" y="94639"/>
                </a:lnTo>
                <a:lnTo>
                  <a:pt x="31438" y="22296"/>
                </a:lnTo>
                <a:lnTo>
                  <a:pt x="12403" y="74597"/>
                </a:lnTo>
                <a:lnTo>
                  <a:pt x="0" y="70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FDC35-1286-4AAD-B082-3275380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982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B9B79-7402-4D44-B5A9-1E3D257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982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B4967-1053-44FA-BEB4-AB1333BC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898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347B2-D3B5-40E4-9AC1-CD59D9EF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055" y="2892968"/>
            <a:ext cx="122329" cy="98118"/>
          </a:xfrm>
          <a:custGeom xmlns:a="http://schemas.openxmlformats.org/drawingml/2006/main">
            <a:pathLst>
              <a:path w="122329" h="98118">
                <a:moveTo>
                  <a:pt x="63704" y="49230"/>
                </a:moveTo>
                <a:cubicBezTo>
                  <a:pt x="61148" y="56253"/>
                  <a:pt x="61078" y="62489"/>
                  <a:pt x="63346" y="67883"/>
                </a:cubicBezTo>
                <a:cubicBezTo>
                  <a:pt x="65613" y="73278"/>
                  <a:pt x="69986" y="77070"/>
                  <a:pt x="76561" y="79463"/>
                </a:cubicBezTo>
                <a:cubicBezTo>
                  <a:pt x="83136" y="81856"/>
                  <a:pt x="89073" y="81817"/>
                  <a:pt x="94278" y="79142"/>
                </a:cubicBezTo>
                <a:cubicBezTo>
                  <a:pt x="99482" y="76467"/>
                  <a:pt x="103287" y="71591"/>
                  <a:pt x="105844" y="64567"/>
                </a:cubicBezTo>
                <a:cubicBezTo>
                  <a:pt x="108345" y="57694"/>
                  <a:pt x="108565" y="51512"/>
                  <a:pt x="106148" y="46063"/>
                </a:cubicBezTo>
                <a:cubicBezTo>
                  <a:pt x="103881" y="40669"/>
                  <a:pt x="99561" y="36728"/>
                  <a:pt x="92987" y="34335"/>
                </a:cubicBezTo>
                <a:cubicBezTo>
                  <a:pt x="86412" y="31942"/>
                  <a:pt x="80570" y="32185"/>
                  <a:pt x="75420" y="34710"/>
                </a:cubicBezTo>
                <a:cubicBezTo>
                  <a:pt x="70216" y="37385"/>
                  <a:pt x="66261" y="42207"/>
                  <a:pt x="63704" y="49230"/>
                </a:cubicBezTo>
                <a:close/>
                <a:moveTo>
                  <a:pt x="52044" y="61739"/>
                </a:moveTo>
                <a:cubicBezTo>
                  <a:pt x="48265" y="67471"/>
                  <a:pt x="43482" y="71315"/>
                  <a:pt x="37843" y="73324"/>
                </a:cubicBezTo>
                <a:cubicBezTo>
                  <a:pt x="32204" y="75333"/>
                  <a:pt x="26376" y="75073"/>
                  <a:pt x="20100" y="72789"/>
                </a:cubicBezTo>
                <a:cubicBezTo>
                  <a:pt x="11433" y="69634"/>
                  <a:pt x="5647" y="64144"/>
                  <a:pt x="2851" y="56019"/>
                </a:cubicBezTo>
                <a:cubicBezTo>
                  <a:pt x="0" y="48043"/>
                  <a:pt x="560" y="38601"/>
                  <a:pt x="4530" y="27692"/>
                </a:cubicBezTo>
                <a:cubicBezTo>
                  <a:pt x="8446" y="16933"/>
                  <a:pt x="14086" y="9340"/>
                  <a:pt x="21451" y="4914"/>
                </a:cubicBezTo>
                <a:cubicBezTo>
                  <a:pt x="28762" y="636"/>
                  <a:pt x="36778" y="0"/>
                  <a:pt x="45445" y="3155"/>
                </a:cubicBezTo>
                <a:cubicBezTo>
                  <a:pt x="51721" y="5439"/>
                  <a:pt x="56298" y="9136"/>
                  <a:pt x="59326" y="14299"/>
                </a:cubicBezTo>
                <a:cubicBezTo>
                  <a:pt x="62355" y="19463"/>
                  <a:pt x="63603" y="25332"/>
                  <a:pt x="62813" y="32152"/>
                </a:cubicBezTo>
                <a:cubicBezTo>
                  <a:pt x="67013" y="25727"/>
                  <a:pt x="72312" y="21395"/>
                  <a:pt x="78563" y="19101"/>
                </a:cubicBezTo>
                <a:cubicBezTo>
                  <a:pt x="84759" y="16956"/>
                  <a:pt x="91497" y="17039"/>
                  <a:pt x="98371" y="19541"/>
                </a:cubicBezTo>
                <a:cubicBezTo>
                  <a:pt x="108980" y="23403"/>
                  <a:pt x="115853" y="29627"/>
                  <a:pt x="119043" y="38065"/>
                </a:cubicBezTo>
                <a:cubicBezTo>
                  <a:pt x="122329" y="46707"/>
                  <a:pt x="121646" y="56950"/>
                  <a:pt x="117295" y="68905"/>
                </a:cubicBezTo>
                <a:cubicBezTo>
                  <a:pt x="112944" y="80859"/>
                  <a:pt x="106882" y="89145"/>
                  <a:pt x="98865" y="93503"/>
                </a:cubicBezTo>
                <a:cubicBezTo>
                  <a:pt x="90998" y="97917"/>
                  <a:pt x="81786" y="98118"/>
                  <a:pt x="71177" y="94256"/>
                </a:cubicBezTo>
                <a:cubicBezTo>
                  <a:pt x="64303" y="91754"/>
                  <a:pt x="59033" y="87636"/>
                  <a:pt x="55720" y="81861"/>
                </a:cubicBezTo>
                <a:cubicBezTo>
                  <a:pt x="52352" y="76236"/>
                  <a:pt x="51077" y="69510"/>
                  <a:pt x="52044" y="61739"/>
                </a:cubicBezTo>
                <a:close/>
                <a:moveTo>
                  <a:pt x="26775" y="58634"/>
                </a:moveTo>
                <a:cubicBezTo>
                  <a:pt x="32453" y="60701"/>
                  <a:pt x="37534" y="60689"/>
                  <a:pt x="41978" y="58245"/>
                </a:cubicBezTo>
                <a:cubicBezTo>
                  <a:pt x="46421" y="55800"/>
                  <a:pt x="49710" y="51413"/>
                  <a:pt x="52049" y="44988"/>
                </a:cubicBezTo>
                <a:cubicBezTo>
                  <a:pt x="54333" y="38712"/>
                  <a:pt x="54634" y="33237"/>
                  <a:pt x="52801" y="28508"/>
                </a:cubicBezTo>
                <a:cubicBezTo>
                  <a:pt x="50968" y="23780"/>
                  <a:pt x="47138" y="20355"/>
                  <a:pt x="41460" y="18288"/>
                </a:cubicBezTo>
                <a:cubicBezTo>
                  <a:pt x="35781" y="16221"/>
                  <a:pt x="30795" y="16437"/>
                  <a:pt x="26352" y="18881"/>
                </a:cubicBezTo>
                <a:cubicBezTo>
                  <a:pt x="21908" y="21326"/>
                  <a:pt x="18470" y="25659"/>
                  <a:pt x="16186" y="31935"/>
                </a:cubicBezTo>
                <a:cubicBezTo>
                  <a:pt x="13847" y="38360"/>
                  <a:pt x="13696" y="43890"/>
                  <a:pt x="15529" y="48618"/>
                </a:cubicBezTo>
                <a:cubicBezTo>
                  <a:pt x="17361" y="53346"/>
                  <a:pt x="21097" y="56567"/>
                  <a:pt x="26775" y="58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C62E8-79CA-4503-AACF-13F737FB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6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99C63-21D5-4DA9-9BFE-36F35A63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6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19A05-E0EE-46D1-9896-B92E8958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785" y="2991606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EB12D-3611-4F11-8A4F-0466E78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794" y="2895850"/>
            <a:ext cx="119564" cy="95432"/>
          </a:xfrm>
          <a:custGeom xmlns:a="http://schemas.openxmlformats.org/drawingml/2006/main">
            <a:pathLst>
              <a:path w="119564" h="95432">
                <a:moveTo>
                  <a:pt x="102000" y="95432"/>
                </a:moveTo>
                <a:lnTo>
                  <a:pt x="88551" y="90537"/>
                </a:lnTo>
                <a:cubicBezTo>
                  <a:pt x="91650" y="87604"/>
                  <a:pt x="94354" y="84357"/>
                  <a:pt x="96665" y="80799"/>
                </a:cubicBezTo>
                <a:cubicBezTo>
                  <a:pt x="98921" y="77389"/>
                  <a:pt x="100729" y="73817"/>
                  <a:pt x="102089" y="70081"/>
                </a:cubicBezTo>
                <a:cubicBezTo>
                  <a:pt x="105570" y="60517"/>
                  <a:pt x="105151" y="51904"/>
                  <a:pt x="100426" y="44430"/>
                </a:cubicBezTo>
                <a:cubicBezTo>
                  <a:pt x="95700" y="36956"/>
                  <a:pt x="86925" y="30378"/>
                  <a:pt x="73803" y="24587"/>
                </a:cubicBezTo>
                <a:cubicBezTo>
                  <a:pt x="76899" y="29098"/>
                  <a:pt x="78881" y="33881"/>
                  <a:pt x="79600" y="38881"/>
                </a:cubicBezTo>
                <a:cubicBezTo>
                  <a:pt x="80264" y="44030"/>
                  <a:pt x="79570" y="49193"/>
                  <a:pt x="77666" y="54423"/>
                </a:cubicBezTo>
                <a:cubicBezTo>
                  <a:pt x="73641" y="65480"/>
                  <a:pt x="67199" y="72951"/>
                  <a:pt x="58340" y="76834"/>
                </a:cubicBezTo>
                <a:cubicBezTo>
                  <a:pt x="49481" y="80717"/>
                  <a:pt x="39373" y="80592"/>
                  <a:pt x="27867" y="76404"/>
                </a:cubicBezTo>
                <a:cubicBezTo>
                  <a:pt x="16809" y="72379"/>
                  <a:pt x="9040" y="65828"/>
                  <a:pt x="4559" y="56751"/>
                </a:cubicBezTo>
                <a:cubicBezTo>
                  <a:pt x="228" y="47729"/>
                  <a:pt x="0" y="37662"/>
                  <a:pt x="4025" y="26604"/>
                </a:cubicBezTo>
                <a:cubicBezTo>
                  <a:pt x="8593" y="14052"/>
                  <a:pt x="17060" y="6134"/>
                  <a:pt x="29016" y="3040"/>
                </a:cubicBezTo>
                <a:cubicBezTo>
                  <a:pt x="41122" y="0"/>
                  <a:pt x="56420" y="1676"/>
                  <a:pt x="74650" y="8311"/>
                </a:cubicBezTo>
                <a:cubicBezTo>
                  <a:pt x="91984" y="14620"/>
                  <a:pt x="104059" y="23753"/>
                  <a:pt x="111283" y="35521"/>
                </a:cubicBezTo>
                <a:cubicBezTo>
                  <a:pt x="118453" y="47438"/>
                  <a:pt x="119564" y="60195"/>
                  <a:pt x="114560" y="73943"/>
                </a:cubicBezTo>
                <a:cubicBezTo>
                  <a:pt x="113200" y="77679"/>
                  <a:pt x="111392" y="81251"/>
                  <a:pt x="109435" y="84770"/>
                </a:cubicBezTo>
                <a:cubicBezTo>
                  <a:pt x="107423" y="88437"/>
                  <a:pt x="104963" y="91942"/>
                  <a:pt x="102000" y="95432"/>
                </a:cubicBezTo>
                <a:close/>
                <a:moveTo>
                  <a:pt x="66486" y="49338"/>
                </a:moveTo>
                <a:cubicBezTo>
                  <a:pt x="68879" y="42763"/>
                  <a:pt x="68542" y="36717"/>
                  <a:pt x="65473" y="31201"/>
                </a:cubicBezTo>
                <a:cubicBezTo>
                  <a:pt x="62404" y="25684"/>
                  <a:pt x="56835" y="21457"/>
                  <a:pt x="48915" y="18574"/>
                </a:cubicBezTo>
                <a:cubicBezTo>
                  <a:pt x="41145" y="15746"/>
                  <a:pt x="34162" y="15404"/>
                  <a:pt x="28265" y="17658"/>
                </a:cubicBezTo>
                <a:cubicBezTo>
                  <a:pt x="22368" y="19912"/>
                  <a:pt x="18073" y="24271"/>
                  <a:pt x="15680" y="30846"/>
                </a:cubicBezTo>
                <a:cubicBezTo>
                  <a:pt x="13287" y="37421"/>
                  <a:pt x="13774" y="43521"/>
                  <a:pt x="16843" y="49038"/>
                </a:cubicBezTo>
                <a:cubicBezTo>
                  <a:pt x="19912" y="54555"/>
                  <a:pt x="25481" y="58782"/>
                  <a:pt x="33251" y="61610"/>
                </a:cubicBezTo>
                <a:cubicBezTo>
                  <a:pt x="41171" y="64493"/>
                  <a:pt x="48154" y="64834"/>
                  <a:pt x="54051" y="62581"/>
                </a:cubicBezTo>
                <a:cubicBezTo>
                  <a:pt x="59948" y="60327"/>
                  <a:pt x="64093" y="55913"/>
                  <a:pt x="66486" y="49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C0BB2-F47B-4630-86B0-68C7F62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75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317FB-0DB8-4067-9E1C-5886F9E7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75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6FB50-ABD4-460E-ABE0-BAC01E7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34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16C5D-BD01-46B9-94B3-AADFC312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98" y="2895103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20EEE-0601-4DF5-A6ED-EC158C1D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641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06892-1350-4023-921B-B572A80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641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8CB43-06DF-483A-8357-47720E74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319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9C659-01DA-4119-9213-4501BFED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103" y="2911655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79B68-BD4C-4B1C-8513-419B7297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52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5A712-4420-40E3-B7BE-3F068D0B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52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9AE7F-6F9A-4896-B76B-203AB20F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207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58D89-2609-4080-847D-1F883286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035" y="2896569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E4DD0-A945-4E25-8567-188B6FA5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1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6EFB5-7572-4E30-AA66-8AF40B1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1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DE8C4-1520-4ACB-B10E-9D9122C6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093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FD813-6E1A-4BC8-8E48-45C55795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683" y="2894761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CF4DB-3870-4FF0-84EF-590D9D55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300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1D98D-791C-4F95-863C-48E4161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300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EADE1-1A23-46E2-B752-DA99FBD3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979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285D7-0657-4F92-B203-5CA0A56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695" y="2897758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005FB-48AE-4E69-9F8A-E481B456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186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E2EA5-A15C-40F2-9786-10D8EDC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186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84FA6-7702-467B-A2BF-94E2EE29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865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599B1-5B77-434B-ACDD-82328ED1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310" y="2894919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D0761-3E71-46D6-83AE-5DAA86B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72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54315-2473-4EC5-BFBB-F2FAF9C4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72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6FDFE-928C-440D-B657-3105F7BF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751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3BFFC-64EC-463C-AE7A-713024E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609" y="2891156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52C04-CDED-4AE6-AEB1-AC105C4C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95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54A52-D5A4-4DB6-B19C-65D01FD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95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ACD14-A528-4855-98CA-84C2011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638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91A4B-4D04-4BAE-AEC5-205B88D1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669" y="2886550"/>
            <a:ext cx="120029" cy="94639"/>
          </a:xfrm>
          <a:custGeom xmlns:a="http://schemas.openxmlformats.org/drawingml/2006/main">
            <a:pathLst>
              <a:path w="120029" h="94639">
                <a:moveTo>
                  <a:pt x="0" y="70083"/>
                </a:moveTo>
                <a:lnTo>
                  <a:pt x="25508" y="0"/>
                </a:lnTo>
                <a:lnTo>
                  <a:pt x="31784" y="2284"/>
                </a:lnTo>
                <a:lnTo>
                  <a:pt x="120029" y="79248"/>
                </a:lnTo>
                <a:lnTo>
                  <a:pt x="114428" y="94639"/>
                </a:lnTo>
                <a:lnTo>
                  <a:pt x="31438" y="22296"/>
                </a:lnTo>
                <a:lnTo>
                  <a:pt x="12403" y="74597"/>
                </a:lnTo>
                <a:lnTo>
                  <a:pt x="0" y="70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DA43B-1F4D-4C31-B9DC-C0697F5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84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A5275-B752-495B-A703-193C1E62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84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0C744-32B8-4B40-80BE-66A48F1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523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4F7E3-7CBE-48AE-B5BE-D56A702E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17" y="2892968"/>
            <a:ext cx="122329" cy="98118"/>
          </a:xfrm>
          <a:custGeom xmlns:a="http://schemas.openxmlformats.org/drawingml/2006/main">
            <a:pathLst>
              <a:path w="122329" h="98118">
                <a:moveTo>
                  <a:pt x="63704" y="49230"/>
                </a:moveTo>
                <a:cubicBezTo>
                  <a:pt x="61148" y="56253"/>
                  <a:pt x="61078" y="62489"/>
                  <a:pt x="63346" y="67883"/>
                </a:cubicBezTo>
                <a:cubicBezTo>
                  <a:pt x="65613" y="73278"/>
                  <a:pt x="69986" y="77070"/>
                  <a:pt x="76561" y="79463"/>
                </a:cubicBezTo>
                <a:cubicBezTo>
                  <a:pt x="83136" y="81856"/>
                  <a:pt x="89073" y="81817"/>
                  <a:pt x="94278" y="79142"/>
                </a:cubicBezTo>
                <a:cubicBezTo>
                  <a:pt x="99482" y="76467"/>
                  <a:pt x="103287" y="71591"/>
                  <a:pt x="105844" y="64567"/>
                </a:cubicBezTo>
                <a:cubicBezTo>
                  <a:pt x="108345" y="57694"/>
                  <a:pt x="108565" y="51512"/>
                  <a:pt x="106148" y="46063"/>
                </a:cubicBezTo>
                <a:cubicBezTo>
                  <a:pt x="103881" y="40669"/>
                  <a:pt x="99561" y="36728"/>
                  <a:pt x="92987" y="34335"/>
                </a:cubicBezTo>
                <a:cubicBezTo>
                  <a:pt x="86412" y="31942"/>
                  <a:pt x="80570" y="32185"/>
                  <a:pt x="75420" y="34710"/>
                </a:cubicBezTo>
                <a:cubicBezTo>
                  <a:pt x="70216" y="37385"/>
                  <a:pt x="66261" y="42207"/>
                  <a:pt x="63704" y="49230"/>
                </a:cubicBezTo>
                <a:close/>
                <a:moveTo>
                  <a:pt x="52044" y="61739"/>
                </a:moveTo>
                <a:cubicBezTo>
                  <a:pt x="48265" y="67471"/>
                  <a:pt x="43482" y="71315"/>
                  <a:pt x="37843" y="73324"/>
                </a:cubicBezTo>
                <a:cubicBezTo>
                  <a:pt x="32204" y="75333"/>
                  <a:pt x="26376" y="75073"/>
                  <a:pt x="20100" y="72789"/>
                </a:cubicBezTo>
                <a:cubicBezTo>
                  <a:pt x="11433" y="69634"/>
                  <a:pt x="5647" y="64144"/>
                  <a:pt x="2851" y="56019"/>
                </a:cubicBezTo>
                <a:cubicBezTo>
                  <a:pt x="0" y="48043"/>
                  <a:pt x="560" y="38601"/>
                  <a:pt x="4530" y="27692"/>
                </a:cubicBezTo>
                <a:cubicBezTo>
                  <a:pt x="8446" y="16933"/>
                  <a:pt x="14086" y="9340"/>
                  <a:pt x="21451" y="4914"/>
                </a:cubicBezTo>
                <a:cubicBezTo>
                  <a:pt x="28762" y="636"/>
                  <a:pt x="36778" y="0"/>
                  <a:pt x="45445" y="3155"/>
                </a:cubicBezTo>
                <a:cubicBezTo>
                  <a:pt x="51721" y="5439"/>
                  <a:pt x="56298" y="9136"/>
                  <a:pt x="59326" y="14299"/>
                </a:cubicBezTo>
                <a:cubicBezTo>
                  <a:pt x="62355" y="19463"/>
                  <a:pt x="63603" y="25332"/>
                  <a:pt x="62813" y="32152"/>
                </a:cubicBezTo>
                <a:cubicBezTo>
                  <a:pt x="67013" y="25727"/>
                  <a:pt x="72312" y="21395"/>
                  <a:pt x="78563" y="19101"/>
                </a:cubicBezTo>
                <a:cubicBezTo>
                  <a:pt x="84759" y="16956"/>
                  <a:pt x="91497" y="17039"/>
                  <a:pt x="98371" y="19541"/>
                </a:cubicBezTo>
                <a:cubicBezTo>
                  <a:pt x="108980" y="23403"/>
                  <a:pt x="115853" y="29627"/>
                  <a:pt x="119043" y="38065"/>
                </a:cubicBezTo>
                <a:cubicBezTo>
                  <a:pt x="122329" y="46707"/>
                  <a:pt x="121646" y="56950"/>
                  <a:pt x="117295" y="68905"/>
                </a:cubicBezTo>
                <a:cubicBezTo>
                  <a:pt x="112944" y="80859"/>
                  <a:pt x="106882" y="89145"/>
                  <a:pt x="98865" y="93503"/>
                </a:cubicBezTo>
                <a:cubicBezTo>
                  <a:pt x="90998" y="97917"/>
                  <a:pt x="81786" y="98118"/>
                  <a:pt x="71177" y="94256"/>
                </a:cubicBezTo>
                <a:cubicBezTo>
                  <a:pt x="64303" y="91754"/>
                  <a:pt x="59033" y="87636"/>
                  <a:pt x="55720" y="81861"/>
                </a:cubicBezTo>
                <a:cubicBezTo>
                  <a:pt x="52352" y="76236"/>
                  <a:pt x="51077" y="69510"/>
                  <a:pt x="52044" y="61739"/>
                </a:cubicBezTo>
                <a:close/>
                <a:moveTo>
                  <a:pt x="26775" y="58634"/>
                </a:moveTo>
                <a:cubicBezTo>
                  <a:pt x="32453" y="60701"/>
                  <a:pt x="37534" y="60689"/>
                  <a:pt x="41978" y="58245"/>
                </a:cubicBezTo>
                <a:cubicBezTo>
                  <a:pt x="46421" y="55800"/>
                  <a:pt x="49710" y="51413"/>
                  <a:pt x="52049" y="44988"/>
                </a:cubicBezTo>
                <a:cubicBezTo>
                  <a:pt x="54333" y="38712"/>
                  <a:pt x="54634" y="33237"/>
                  <a:pt x="52801" y="28508"/>
                </a:cubicBezTo>
                <a:cubicBezTo>
                  <a:pt x="50968" y="23780"/>
                  <a:pt x="47138" y="20355"/>
                  <a:pt x="41460" y="18288"/>
                </a:cubicBezTo>
                <a:cubicBezTo>
                  <a:pt x="35781" y="16221"/>
                  <a:pt x="30795" y="16437"/>
                  <a:pt x="26352" y="18881"/>
                </a:cubicBezTo>
                <a:cubicBezTo>
                  <a:pt x="21908" y="21326"/>
                  <a:pt x="18470" y="25659"/>
                  <a:pt x="16186" y="31935"/>
                </a:cubicBezTo>
                <a:cubicBezTo>
                  <a:pt x="13847" y="38360"/>
                  <a:pt x="13696" y="43890"/>
                  <a:pt x="15529" y="48618"/>
                </a:cubicBezTo>
                <a:cubicBezTo>
                  <a:pt x="17361" y="53346"/>
                  <a:pt x="21097" y="56567"/>
                  <a:pt x="26775" y="58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B867C-50B4-4A84-8975-3FA23932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731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5FFD0-9959-47B1-B7D8-C46542DA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731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D83E8-1A94-4945-B9D0-347E55A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410" y="2989799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317D1-93E9-44C4-BBF8-41BAEFE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656" y="2895850"/>
            <a:ext cx="119564" cy="95432"/>
          </a:xfrm>
          <a:custGeom xmlns:a="http://schemas.openxmlformats.org/drawingml/2006/main">
            <a:pathLst>
              <a:path w="119564" h="95432">
                <a:moveTo>
                  <a:pt x="102000" y="95432"/>
                </a:moveTo>
                <a:lnTo>
                  <a:pt x="88551" y="90537"/>
                </a:lnTo>
                <a:cubicBezTo>
                  <a:pt x="91650" y="87604"/>
                  <a:pt x="94354" y="84357"/>
                  <a:pt x="96665" y="80799"/>
                </a:cubicBezTo>
                <a:cubicBezTo>
                  <a:pt x="98921" y="77389"/>
                  <a:pt x="100729" y="73817"/>
                  <a:pt x="102089" y="70081"/>
                </a:cubicBezTo>
                <a:cubicBezTo>
                  <a:pt x="105570" y="60517"/>
                  <a:pt x="105151" y="51904"/>
                  <a:pt x="100426" y="44430"/>
                </a:cubicBezTo>
                <a:cubicBezTo>
                  <a:pt x="95700" y="36956"/>
                  <a:pt x="86925" y="30378"/>
                  <a:pt x="73803" y="24587"/>
                </a:cubicBezTo>
                <a:cubicBezTo>
                  <a:pt x="76899" y="29098"/>
                  <a:pt x="78881" y="33881"/>
                  <a:pt x="79600" y="38881"/>
                </a:cubicBezTo>
                <a:cubicBezTo>
                  <a:pt x="80264" y="44030"/>
                  <a:pt x="79570" y="49193"/>
                  <a:pt x="77666" y="54423"/>
                </a:cubicBezTo>
                <a:cubicBezTo>
                  <a:pt x="73641" y="65480"/>
                  <a:pt x="67199" y="72951"/>
                  <a:pt x="58340" y="76834"/>
                </a:cubicBezTo>
                <a:cubicBezTo>
                  <a:pt x="49481" y="80717"/>
                  <a:pt x="39373" y="80592"/>
                  <a:pt x="27867" y="76404"/>
                </a:cubicBezTo>
                <a:cubicBezTo>
                  <a:pt x="16809" y="72379"/>
                  <a:pt x="9040" y="65828"/>
                  <a:pt x="4559" y="56751"/>
                </a:cubicBezTo>
                <a:cubicBezTo>
                  <a:pt x="228" y="47729"/>
                  <a:pt x="0" y="37662"/>
                  <a:pt x="4025" y="26604"/>
                </a:cubicBezTo>
                <a:cubicBezTo>
                  <a:pt x="8593" y="14052"/>
                  <a:pt x="17060" y="6134"/>
                  <a:pt x="29016" y="3040"/>
                </a:cubicBezTo>
                <a:cubicBezTo>
                  <a:pt x="41122" y="0"/>
                  <a:pt x="56420" y="1676"/>
                  <a:pt x="74650" y="8311"/>
                </a:cubicBezTo>
                <a:cubicBezTo>
                  <a:pt x="91984" y="14620"/>
                  <a:pt x="104059" y="23753"/>
                  <a:pt x="111283" y="35521"/>
                </a:cubicBezTo>
                <a:cubicBezTo>
                  <a:pt x="118453" y="47438"/>
                  <a:pt x="119564" y="60195"/>
                  <a:pt x="114560" y="73943"/>
                </a:cubicBezTo>
                <a:cubicBezTo>
                  <a:pt x="113200" y="77679"/>
                  <a:pt x="111392" y="81251"/>
                  <a:pt x="109435" y="84770"/>
                </a:cubicBezTo>
                <a:cubicBezTo>
                  <a:pt x="107423" y="88437"/>
                  <a:pt x="104963" y="91942"/>
                  <a:pt x="102000" y="95432"/>
                </a:cubicBezTo>
                <a:close/>
                <a:moveTo>
                  <a:pt x="66486" y="49338"/>
                </a:moveTo>
                <a:cubicBezTo>
                  <a:pt x="68879" y="42763"/>
                  <a:pt x="68542" y="36717"/>
                  <a:pt x="65473" y="31201"/>
                </a:cubicBezTo>
                <a:cubicBezTo>
                  <a:pt x="62404" y="25684"/>
                  <a:pt x="56835" y="21457"/>
                  <a:pt x="48915" y="18574"/>
                </a:cubicBezTo>
                <a:cubicBezTo>
                  <a:pt x="41145" y="15746"/>
                  <a:pt x="34162" y="15404"/>
                  <a:pt x="28265" y="17658"/>
                </a:cubicBezTo>
                <a:cubicBezTo>
                  <a:pt x="22368" y="19912"/>
                  <a:pt x="18073" y="24271"/>
                  <a:pt x="15680" y="30846"/>
                </a:cubicBezTo>
                <a:cubicBezTo>
                  <a:pt x="13287" y="37421"/>
                  <a:pt x="13774" y="43521"/>
                  <a:pt x="16843" y="49038"/>
                </a:cubicBezTo>
                <a:cubicBezTo>
                  <a:pt x="19912" y="54555"/>
                  <a:pt x="25481" y="58782"/>
                  <a:pt x="33251" y="61610"/>
                </a:cubicBezTo>
                <a:cubicBezTo>
                  <a:pt x="41171" y="64493"/>
                  <a:pt x="48154" y="64834"/>
                  <a:pt x="54051" y="62581"/>
                </a:cubicBezTo>
                <a:cubicBezTo>
                  <a:pt x="59948" y="60327"/>
                  <a:pt x="64093" y="55913"/>
                  <a:pt x="66486" y="49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EABF0-5639-4186-84E8-8D8078C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1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7DA31-4C0A-4B32-95FB-5F8DE311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1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5C296-32DA-4519-890D-7A3BF8F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421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7F903-D56A-4A44-A7B9-2081305F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761" y="2895103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1447B-9D1B-4998-8681-454498D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50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D6A1F-B3DE-410F-AB5D-7F9B3AC7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50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822B4-83F8-4074-B9AF-6559951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307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7EE00-BBD3-4DC7-8E58-5926A265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67" y="2911655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00CD5-EB5C-4AAD-81D9-31407623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38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EAA2D-1081-4634-8917-951CE95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38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9E1AC-7271-4A4B-AA14-FB0B8F3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194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2A0AA-17EA-4520-A58F-2E368D9C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897" y="2896569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F84C8-9D2D-4AF1-A31D-B800111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276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8525F-8C07-45E4-BB43-A7BE4DCF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276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E9B6C-E945-42F8-AFB5-9168520E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80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EC3CC-1874-4360-B924-CE78E3C0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546" y="2894761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52EBA-1D74-4095-8430-D25534D4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162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02BC3-3528-4E2F-BFB3-90B9DD9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162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61605-27BE-454B-9261-23AD11EA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966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6CA67-D992-4158-8F40-EA3E9CEF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557" y="2897758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2E021-6D24-4A2C-A240-C0C90448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4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0598A-94ED-4884-8AF4-8CCED37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4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EFC40-6E1B-44E9-B0BA-FFD40574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53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62640-A786-4BD4-A531-819FA58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173" y="2894919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EF843-693A-4B42-A4DE-30B04A89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93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831A9-888F-40B2-B1D5-1EFD830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93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9509D-7C79-4ADB-BC22-DAD63034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739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6B3AD-FE0A-4BDC-8399-18547970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472" y="2891156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28CFA-5940-47CD-B316-01D2565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820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DFC7C-612D-448C-98A8-0B70FCD7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820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17BBA-28DF-4C80-9F85-5358E2E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624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F3F61-D7B6-4E70-AFA2-093CF421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530" y="2886550"/>
            <a:ext cx="120029" cy="94639"/>
          </a:xfrm>
          <a:custGeom xmlns:a="http://schemas.openxmlformats.org/drawingml/2006/main">
            <a:pathLst>
              <a:path w="120029" h="94639">
                <a:moveTo>
                  <a:pt x="0" y="70083"/>
                </a:moveTo>
                <a:lnTo>
                  <a:pt x="25508" y="0"/>
                </a:lnTo>
                <a:lnTo>
                  <a:pt x="31784" y="2284"/>
                </a:lnTo>
                <a:lnTo>
                  <a:pt x="120029" y="79248"/>
                </a:lnTo>
                <a:lnTo>
                  <a:pt x="114428" y="94639"/>
                </a:lnTo>
                <a:lnTo>
                  <a:pt x="31438" y="22296"/>
                </a:lnTo>
                <a:lnTo>
                  <a:pt x="12403" y="74597"/>
                </a:lnTo>
                <a:lnTo>
                  <a:pt x="0" y="70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364A1-4385-4DF9-B3BD-B8390425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0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D7BC8-1772-4AB7-8864-E05361D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0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BDBD4-6579-4EB9-988E-DE867A57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511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41C80-CF42-4A0E-B28F-F54344A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80" y="2892968"/>
            <a:ext cx="122329" cy="98118"/>
          </a:xfrm>
          <a:custGeom xmlns:a="http://schemas.openxmlformats.org/drawingml/2006/main">
            <a:pathLst>
              <a:path w="122329" h="98118">
                <a:moveTo>
                  <a:pt x="63704" y="49230"/>
                </a:moveTo>
                <a:cubicBezTo>
                  <a:pt x="61148" y="56253"/>
                  <a:pt x="61078" y="62489"/>
                  <a:pt x="63346" y="67883"/>
                </a:cubicBezTo>
                <a:cubicBezTo>
                  <a:pt x="65613" y="73278"/>
                  <a:pt x="69986" y="77070"/>
                  <a:pt x="76561" y="79463"/>
                </a:cubicBezTo>
                <a:cubicBezTo>
                  <a:pt x="83136" y="81856"/>
                  <a:pt x="89073" y="81817"/>
                  <a:pt x="94278" y="79142"/>
                </a:cubicBezTo>
                <a:cubicBezTo>
                  <a:pt x="99482" y="76467"/>
                  <a:pt x="103287" y="71591"/>
                  <a:pt x="105844" y="64567"/>
                </a:cubicBezTo>
                <a:cubicBezTo>
                  <a:pt x="108345" y="57694"/>
                  <a:pt x="108565" y="51512"/>
                  <a:pt x="106148" y="46063"/>
                </a:cubicBezTo>
                <a:cubicBezTo>
                  <a:pt x="103881" y="40669"/>
                  <a:pt x="99561" y="36728"/>
                  <a:pt x="92987" y="34335"/>
                </a:cubicBezTo>
                <a:cubicBezTo>
                  <a:pt x="86412" y="31942"/>
                  <a:pt x="80570" y="32185"/>
                  <a:pt x="75420" y="34710"/>
                </a:cubicBezTo>
                <a:cubicBezTo>
                  <a:pt x="70216" y="37385"/>
                  <a:pt x="66261" y="42207"/>
                  <a:pt x="63704" y="49230"/>
                </a:cubicBezTo>
                <a:close/>
                <a:moveTo>
                  <a:pt x="52044" y="61739"/>
                </a:moveTo>
                <a:cubicBezTo>
                  <a:pt x="48265" y="67471"/>
                  <a:pt x="43482" y="71315"/>
                  <a:pt x="37843" y="73324"/>
                </a:cubicBezTo>
                <a:cubicBezTo>
                  <a:pt x="32204" y="75333"/>
                  <a:pt x="26376" y="75073"/>
                  <a:pt x="20100" y="72789"/>
                </a:cubicBezTo>
                <a:cubicBezTo>
                  <a:pt x="11433" y="69634"/>
                  <a:pt x="5647" y="64144"/>
                  <a:pt x="2851" y="56019"/>
                </a:cubicBezTo>
                <a:cubicBezTo>
                  <a:pt x="0" y="48043"/>
                  <a:pt x="560" y="38601"/>
                  <a:pt x="4530" y="27692"/>
                </a:cubicBezTo>
                <a:cubicBezTo>
                  <a:pt x="8446" y="16933"/>
                  <a:pt x="14086" y="9340"/>
                  <a:pt x="21451" y="4914"/>
                </a:cubicBezTo>
                <a:cubicBezTo>
                  <a:pt x="28762" y="636"/>
                  <a:pt x="36778" y="0"/>
                  <a:pt x="45445" y="3155"/>
                </a:cubicBezTo>
                <a:cubicBezTo>
                  <a:pt x="51721" y="5439"/>
                  <a:pt x="56298" y="9136"/>
                  <a:pt x="59326" y="14299"/>
                </a:cubicBezTo>
                <a:cubicBezTo>
                  <a:pt x="62355" y="19463"/>
                  <a:pt x="63603" y="25332"/>
                  <a:pt x="62813" y="32152"/>
                </a:cubicBezTo>
                <a:cubicBezTo>
                  <a:pt x="67013" y="25727"/>
                  <a:pt x="72312" y="21395"/>
                  <a:pt x="78563" y="19101"/>
                </a:cubicBezTo>
                <a:cubicBezTo>
                  <a:pt x="84759" y="16956"/>
                  <a:pt x="91497" y="17039"/>
                  <a:pt x="98371" y="19541"/>
                </a:cubicBezTo>
                <a:cubicBezTo>
                  <a:pt x="108980" y="23403"/>
                  <a:pt x="115853" y="29627"/>
                  <a:pt x="119043" y="38065"/>
                </a:cubicBezTo>
                <a:cubicBezTo>
                  <a:pt x="122329" y="46707"/>
                  <a:pt x="121646" y="56950"/>
                  <a:pt x="117295" y="68905"/>
                </a:cubicBezTo>
                <a:cubicBezTo>
                  <a:pt x="112944" y="80859"/>
                  <a:pt x="106882" y="89145"/>
                  <a:pt x="98865" y="93503"/>
                </a:cubicBezTo>
                <a:cubicBezTo>
                  <a:pt x="90998" y="97917"/>
                  <a:pt x="81786" y="98118"/>
                  <a:pt x="71177" y="94256"/>
                </a:cubicBezTo>
                <a:cubicBezTo>
                  <a:pt x="64303" y="91754"/>
                  <a:pt x="59033" y="87636"/>
                  <a:pt x="55720" y="81861"/>
                </a:cubicBezTo>
                <a:cubicBezTo>
                  <a:pt x="52352" y="76236"/>
                  <a:pt x="51077" y="69510"/>
                  <a:pt x="52044" y="61739"/>
                </a:cubicBezTo>
                <a:close/>
                <a:moveTo>
                  <a:pt x="26775" y="58634"/>
                </a:moveTo>
                <a:cubicBezTo>
                  <a:pt x="32453" y="60701"/>
                  <a:pt x="37534" y="60689"/>
                  <a:pt x="41978" y="58245"/>
                </a:cubicBezTo>
                <a:cubicBezTo>
                  <a:pt x="46421" y="55800"/>
                  <a:pt x="49710" y="51413"/>
                  <a:pt x="52049" y="44988"/>
                </a:cubicBezTo>
                <a:cubicBezTo>
                  <a:pt x="54333" y="38712"/>
                  <a:pt x="54634" y="33237"/>
                  <a:pt x="52801" y="28508"/>
                </a:cubicBezTo>
                <a:cubicBezTo>
                  <a:pt x="50968" y="23780"/>
                  <a:pt x="47138" y="20355"/>
                  <a:pt x="41460" y="18288"/>
                </a:cubicBezTo>
                <a:cubicBezTo>
                  <a:pt x="35781" y="16221"/>
                  <a:pt x="30795" y="16437"/>
                  <a:pt x="26352" y="18881"/>
                </a:cubicBezTo>
                <a:cubicBezTo>
                  <a:pt x="21908" y="21326"/>
                  <a:pt x="18470" y="25659"/>
                  <a:pt x="16186" y="31935"/>
                </a:cubicBezTo>
                <a:cubicBezTo>
                  <a:pt x="13847" y="38360"/>
                  <a:pt x="13696" y="43890"/>
                  <a:pt x="15529" y="48618"/>
                </a:cubicBezTo>
                <a:cubicBezTo>
                  <a:pt x="17361" y="53346"/>
                  <a:pt x="21097" y="56567"/>
                  <a:pt x="26775" y="58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CD723-05CD-4E77-8C41-00AA547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59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540C6-002F-4EBC-B937-B3E156DB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59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31F15-3479-44D0-B032-5EEC3EB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397" y="2992795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1E318-DF67-49DA-9280-751EB825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519" y="2895850"/>
            <a:ext cx="119564" cy="95432"/>
          </a:xfrm>
          <a:custGeom xmlns:a="http://schemas.openxmlformats.org/drawingml/2006/main">
            <a:pathLst>
              <a:path w="119564" h="95432">
                <a:moveTo>
                  <a:pt x="102000" y="95432"/>
                </a:moveTo>
                <a:lnTo>
                  <a:pt x="88551" y="90537"/>
                </a:lnTo>
                <a:cubicBezTo>
                  <a:pt x="91650" y="87604"/>
                  <a:pt x="94354" y="84357"/>
                  <a:pt x="96665" y="80799"/>
                </a:cubicBezTo>
                <a:cubicBezTo>
                  <a:pt x="98921" y="77389"/>
                  <a:pt x="100729" y="73817"/>
                  <a:pt x="102089" y="70081"/>
                </a:cubicBezTo>
                <a:cubicBezTo>
                  <a:pt x="105570" y="60517"/>
                  <a:pt x="105151" y="51904"/>
                  <a:pt x="100426" y="44430"/>
                </a:cubicBezTo>
                <a:cubicBezTo>
                  <a:pt x="95700" y="36956"/>
                  <a:pt x="86925" y="30378"/>
                  <a:pt x="73803" y="24587"/>
                </a:cubicBezTo>
                <a:cubicBezTo>
                  <a:pt x="76899" y="29098"/>
                  <a:pt x="78881" y="33881"/>
                  <a:pt x="79600" y="38881"/>
                </a:cubicBezTo>
                <a:cubicBezTo>
                  <a:pt x="80264" y="44030"/>
                  <a:pt x="79570" y="49193"/>
                  <a:pt x="77666" y="54423"/>
                </a:cubicBezTo>
                <a:cubicBezTo>
                  <a:pt x="73641" y="65480"/>
                  <a:pt x="67199" y="72951"/>
                  <a:pt x="58340" y="76834"/>
                </a:cubicBezTo>
                <a:cubicBezTo>
                  <a:pt x="49481" y="80717"/>
                  <a:pt x="39373" y="80592"/>
                  <a:pt x="27867" y="76404"/>
                </a:cubicBezTo>
                <a:cubicBezTo>
                  <a:pt x="16809" y="72379"/>
                  <a:pt x="9040" y="65828"/>
                  <a:pt x="4559" y="56751"/>
                </a:cubicBezTo>
                <a:cubicBezTo>
                  <a:pt x="228" y="47729"/>
                  <a:pt x="0" y="37662"/>
                  <a:pt x="4025" y="26604"/>
                </a:cubicBezTo>
                <a:cubicBezTo>
                  <a:pt x="8593" y="14052"/>
                  <a:pt x="17060" y="6134"/>
                  <a:pt x="29016" y="3040"/>
                </a:cubicBezTo>
                <a:cubicBezTo>
                  <a:pt x="41122" y="0"/>
                  <a:pt x="56420" y="1676"/>
                  <a:pt x="74650" y="8311"/>
                </a:cubicBezTo>
                <a:cubicBezTo>
                  <a:pt x="91984" y="14620"/>
                  <a:pt x="104059" y="23753"/>
                  <a:pt x="111283" y="35521"/>
                </a:cubicBezTo>
                <a:cubicBezTo>
                  <a:pt x="118453" y="47438"/>
                  <a:pt x="119564" y="60195"/>
                  <a:pt x="114560" y="73943"/>
                </a:cubicBezTo>
                <a:cubicBezTo>
                  <a:pt x="113200" y="77679"/>
                  <a:pt x="111392" y="81251"/>
                  <a:pt x="109435" y="84770"/>
                </a:cubicBezTo>
                <a:cubicBezTo>
                  <a:pt x="107423" y="88437"/>
                  <a:pt x="104963" y="91942"/>
                  <a:pt x="102000" y="95432"/>
                </a:cubicBezTo>
                <a:close/>
                <a:moveTo>
                  <a:pt x="66486" y="49338"/>
                </a:moveTo>
                <a:cubicBezTo>
                  <a:pt x="68879" y="42763"/>
                  <a:pt x="68542" y="36717"/>
                  <a:pt x="65473" y="31201"/>
                </a:cubicBezTo>
                <a:cubicBezTo>
                  <a:pt x="62404" y="25684"/>
                  <a:pt x="56835" y="21457"/>
                  <a:pt x="48915" y="18574"/>
                </a:cubicBezTo>
                <a:cubicBezTo>
                  <a:pt x="41145" y="15746"/>
                  <a:pt x="34162" y="15404"/>
                  <a:pt x="28265" y="17658"/>
                </a:cubicBezTo>
                <a:cubicBezTo>
                  <a:pt x="22368" y="19912"/>
                  <a:pt x="18073" y="24271"/>
                  <a:pt x="15680" y="30846"/>
                </a:cubicBezTo>
                <a:cubicBezTo>
                  <a:pt x="13287" y="37421"/>
                  <a:pt x="13774" y="43521"/>
                  <a:pt x="16843" y="49038"/>
                </a:cubicBezTo>
                <a:cubicBezTo>
                  <a:pt x="19912" y="54555"/>
                  <a:pt x="25481" y="58782"/>
                  <a:pt x="33251" y="61610"/>
                </a:cubicBezTo>
                <a:cubicBezTo>
                  <a:pt x="41171" y="64493"/>
                  <a:pt x="48154" y="64834"/>
                  <a:pt x="54051" y="62581"/>
                </a:cubicBezTo>
                <a:cubicBezTo>
                  <a:pt x="59948" y="60327"/>
                  <a:pt x="64093" y="55913"/>
                  <a:pt x="66486" y="49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94255-D434-4C32-9045-4DD0274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7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FECD4-9C34-4A45-8211-EA37F4B2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7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A4BCE-1EC7-41DF-AC6F-C061F1C8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013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F00B1-733F-4CAF-AB89-53C5B753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623" y="2895103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17917-E4F6-4C2F-ACFD-E32AB799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365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C0A9D-D9E5-47A3-AE19-FE5AEF1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365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ED148-30C7-48E4-BE12-AC6C217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898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31E3E-1C18-486E-A1C4-3DF89DD5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829" y="2911655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2B932-A153-4081-9AA8-4892AB5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252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4DEFA-4C2A-44CD-80B0-1FFB6C1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252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69FF9-575E-4FBF-A165-328990E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785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05638-032E-4E1E-AC05-0938FC6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759" y="2896569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27C94-9F20-4C3E-8728-AA295B5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13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E17CA-A429-4EF5-B1CD-6B4220C3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13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EAD2B-09EA-41DC-9135-826D381F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671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5EC6E-588A-40B6-9154-14CC639B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408" y="2894761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8E93D-6E9D-4153-BC14-9A99B02B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024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3E846-009F-43CD-83FD-0882C68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024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B8532-BD79-42BA-80E6-AEF51D0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558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60FCE-E9A3-4E4A-AB57-B099BE87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420" y="2897758"/>
            <a:ext cx="115678" cy="94101"/>
          </a:xfrm>
          <a:custGeom xmlns:a="http://schemas.openxmlformats.org/drawingml/2006/main">
            <a:pathLst>
              <a:path w="115678" h="94101">
                <a:moveTo>
                  <a:pt x="14265" y="19321"/>
                </a:moveTo>
                <a:lnTo>
                  <a:pt x="58851" y="77686"/>
                </a:lnTo>
                <a:lnTo>
                  <a:pt x="72393" y="40478"/>
                </a:lnTo>
                <a:lnTo>
                  <a:pt x="14265" y="19321"/>
                </a:lnTo>
                <a:close/>
                <a:moveTo>
                  <a:pt x="0" y="18529"/>
                </a:moveTo>
                <a:lnTo>
                  <a:pt x="6744" y="0"/>
                </a:lnTo>
                <a:lnTo>
                  <a:pt x="77723" y="25834"/>
                </a:lnTo>
                <a:lnTo>
                  <a:pt x="83380" y="10294"/>
                </a:lnTo>
                <a:lnTo>
                  <a:pt x="95633" y="14753"/>
                </a:lnTo>
                <a:lnTo>
                  <a:pt x="89977" y="30294"/>
                </a:lnTo>
                <a:lnTo>
                  <a:pt x="115678" y="39649"/>
                </a:lnTo>
                <a:lnTo>
                  <a:pt x="110348" y="54293"/>
                </a:lnTo>
                <a:lnTo>
                  <a:pt x="84646" y="44938"/>
                </a:lnTo>
                <a:lnTo>
                  <a:pt x="66753" y="94101"/>
                </a:lnTo>
                <a:lnTo>
                  <a:pt x="52557" y="88934"/>
                </a:lnTo>
                <a:lnTo>
                  <a:pt x="0" y="18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F84B5-45B3-4279-B6B4-08ED8867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910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28B15-836A-497F-A714-3D8BE66A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910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B5767-15B7-45D8-84C7-B72683AF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43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386CC-5E68-42AD-9C16-E48A97E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034" y="2894919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55E42-8978-40A0-BCF4-AB5346B6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797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E53C0-EAF0-455D-9176-DAC7FEA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797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6A468-9EB7-484E-885E-A937A1C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330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77AFA-4BF8-4036-BE63-15EA5A2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2334" y="2891156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DAAD7-B5B4-46ED-8A1E-F57CD10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668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99B98-E390-4E47-9601-4FDC465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668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FBC97-75DC-49C1-9C05-F4825F6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216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04300-B1C6-41E0-BBF5-0F6E251B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94" y="2886550"/>
            <a:ext cx="120029" cy="94639"/>
          </a:xfrm>
          <a:custGeom xmlns:a="http://schemas.openxmlformats.org/drawingml/2006/main">
            <a:pathLst>
              <a:path w="120029" h="94639">
                <a:moveTo>
                  <a:pt x="0" y="70083"/>
                </a:moveTo>
                <a:lnTo>
                  <a:pt x="25508" y="0"/>
                </a:lnTo>
                <a:lnTo>
                  <a:pt x="31784" y="2284"/>
                </a:lnTo>
                <a:lnTo>
                  <a:pt x="120029" y="79248"/>
                </a:lnTo>
                <a:lnTo>
                  <a:pt x="114428" y="94639"/>
                </a:lnTo>
                <a:lnTo>
                  <a:pt x="31438" y="22296"/>
                </a:lnTo>
                <a:lnTo>
                  <a:pt x="12403" y="74597"/>
                </a:lnTo>
                <a:lnTo>
                  <a:pt x="0" y="70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9C883-2E66-4BE9-940C-02010F43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569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0F7A1-3080-4790-815B-9B6F5A8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569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1958E-485C-4632-975F-79598FA3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102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B5A33-CBFF-4DB5-8D2D-00EC6DE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642" y="2892968"/>
            <a:ext cx="122329" cy="98118"/>
          </a:xfrm>
          <a:custGeom xmlns:a="http://schemas.openxmlformats.org/drawingml/2006/main">
            <a:pathLst>
              <a:path w="122329" h="98118">
                <a:moveTo>
                  <a:pt x="63704" y="49230"/>
                </a:moveTo>
                <a:cubicBezTo>
                  <a:pt x="61148" y="56253"/>
                  <a:pt x="61078" y="62489"/>
                  <a:pt x="63346" y="67883"/>
                </a:cubicBezTo>
                <a:cubicBezTo>
                  <a:pt x="65613" y="73278"/>
                  <a:pt x="69986" y="77070"/>
                  <a:pt x="76561" y="79463"/>
                </a:cubicBezTo>
                <a:cubicBezTo>
                  <a:pt x="83136" y="81856"/>
                  <a:pt x="89073" y="81817"/>
                  <a:pt x="94278" y="79142"/>
                </a:cubicBezTo>
                <a:cubicBezTo>
                  <a:pt x="99482" y="76467"/>
                  <a:pt x="103287" y="71591"/>
                  <a:pt x="105844" y="64567"/>
                </a:cubicBezTo>
                <a:cubicBezTo>
                  <a:pt x="108345" y="57694"/>
                  <a:pt x="108565" y="51512"/>
                  <a:pt x="106148" y="46063"/>
                </a:cubicBezTo>
                <a:cubicBezTo>
                  <a:pt x="103881" y="40669"/>
                  <a:pt x="99561" y="36728"/>
                  <a:pt x="92987" y="34335"/>
                </a:cubicBezTo>
                <a:cubicBezTo>
                  <a:pt x="86412" y="31942"/>
                  <a:pt x="80570" y="32185"/>
                  <a:pt x="75420" y="34710"/>
                </a:cubicBezTo>
                <a:cubicBezTo>
                  <a:pt x="70216" y="37385"/>
                  <a:pt x="66261" y="42207"/>
                  <a:pt x="63704" y="49230"/>
                </a:cubicBezTo>
                <a:close/>
                <a:moveTo>
                  <a:pt x="52044" y="61739"/>
                </a:moveTo>
                <a:cubicBezTo>
                  <a:pt x="48265" y="67471"/>
                  <a:pt x="43482" y="71315"/>
                  <a:pt x="37843" y="73324"/>
                </a:cubicBezTo>
                <a:cubicBezTo>
                  <a:pt x="32204" y="75333"/>
                  <a:pt x="26376" y="75073"/>
                  <a:pt x="20100" y="72789"/>
                </a:cubicBezTo>
                <a:cubicBezTo>
                  <a:pt x="11433" y="69634"/>
                  <a:pt x="5647" y="64144"/>
                  <a:pt x="2851" y="56019"/>
                </a:cubicBezTo>
                <a:cubicBezTo>
                  <a:pt x="0" y="48043"/>
                  <a:pt x="560" y="38601"/>
                  <a:pt x="4530" y="27692"/>
                </a:cubicBezTo>
                <a:cubicBezTo>
                  <a:pt x="8446" y="16933"/>
                  <a:pt x="14086" y="9340"/>
                  <a:pt x="21451" y="4914"/>
                </a:cubicBezTo>
                <a:cubicBezTo>
                  <a:pt x="28762" y="636"/>
                  <a:pt x="36778" y="0"/>
                  <a:pt x="45445" y="3155"/>
                </a:cubicBezTo>
                <a:cubicBezTo>
                  <a:pt x="51721" y="5439"/>
                  <a:pt x="56298" y="9136"/>
                  <a:pt x="59326" y="14299"/>
                </a:cubicBezTo>
                <a:cubicBezTo>
                  <a:pt x="62355" y="19463"/>
                  <a:pt x="63603" y="25332"/>
                  <a:pt x="62813" y="32152"/>
                </a:cubicBezTo>
                <a:cubicBezTo>
                  <a:pt x="67013" y="25727"/>
                  <a:pt x="72312" y="21395"/>
                  <a:pt x="78563" y="19101"/>
                </a:cubicBezTo>
                <a:cubicBezTo>
                  <a:pt x="84759" y="16956"/>
                  <a:pt x="91497" y="17039"/>
                  <a:pt x="98371" y="19541"/>
                </a:cubicBezTo>
                <a:cubicBezTo>
                  <a:pt x="108980" y="23403"/>
                  <a:pt x="115853" y="29627"/>
                  <a:pt x="119043" y="38065"/>
                </a:cubicBezTo>
                <a:cubicBezTo>
                  <a:pt x="122329" y="46707"/>
                  <a:pt x="121646" y="56950"/>
                  <a:pt x="117295" y="68905"/>
                </a:cubicBezTo>
                <a:cubicBezTo>
                  <a:pt x="112944" y="80859"/>
                  <a:pt x="106882" y="89145"/>
                  <a:pt x="98865" y="93503"/>
                </a:cubicBezTo>
                <a:cubicBezTo>
                  <a:pt x="90998" y="97917"/>
                  <a:pt x="81786" y="98118"/>
                  <a:pt x="71177" y="94256"/>
                </a:cubicBezTo>
                <a:cubicBezTo>
                  <a:pt x="64303" y="91754"/>
                  <a:pt x="59033" y="87636"/>
                  <a:pt x="55720" y="81861"/>
                </a:cubicBezTo>
                <a:cubicBezTo>
                  <a:pt x="52352" y="76236"/>
                  <a:pt x="51077" y="69510"/>
                  <a:pt x="52044" y="61739"/>
                </a:cubicBezTo>
                <a:close/>
                <a:moveTo>
                  <a:pt x="26775" y="58634"/>
                </a:moveTo>
                <a:cubicBezTo>
                  <a:pt x="32453" y="60701"/>
                  <a:pt x="37534" y="60689"/>
                  <a:pt x="41978" y="58245"/>
                </a:cubicBezTo>
                <a:cubicBezTo>
                  <a:pt x="46421" y="55800"/>
                  <a:pt x="49710" y="51413"/>
                  <a:pt x="52049" y="44988"/>
                </a:cubicBezTo>
                <a:cubicBezTo>
                  <a:pt x="54333" y="38712"/>
                  <a:pt x="54634" y="33237"/>
                  <a:pt x="52801" y="28508"/>
                </a:cubicBezTo>
                <a:cubicBezTo>
                  <a:pt x="50968" y="23780"/>
                  <a:pt x="47138" y="20355"/>
                  <a:pt x="41460" y="18288"/>
                </a:cubicBezTo>
                <a:cubicBezTo>
                  <a:pt x="35781" y="16221"/>
                  <a:pt x="30795" y="16437"/>
                  <a:pt x="26352" y="18881"/>
                </a:cubicBezTo>
                <a:cubicBezTo>
                  <a:pt x="21908" y="21326"/>
                  <a:pt x="18470" y="25659"/>
                  <a:pt x="16186" y="31935"/>
                </a:cubicBezTo>
                <a:cubicBezTo>
                  <a:pt x="13847" y="38360"/>
                  <a:pt x="13696" y="43890"/>
                  <a:pt x="15529" y="48618"/>
                </a:cubicBezTo>
                <a:cubicBezTo>
                  <a:pt x="17361" y="53346"/>
                  <a:pt x="21097" y="56567"/>
                  <a:pt x="26775" y="58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9CA32-8150-4025-9C3C-51B9AB8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456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4864E-49B5-4A4B-9517-1E62A1C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456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42A47-763C-4840-9397-D01DD40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989" y="2989956"/>
            <a:ext cx="125034" cy="101186"/>
          </a:xfrm>
          <a:custGeom xmlns:a="http://schemas.openxmlformats.org/drawingml/2006/main">
            <a:pathLst>
              <a:path w="125034" h="101186">
                <a:moveTo>
                  <a:pt x="0" y="57829"/>
                </a:moveTo>
                <a:lnTo>
                  <a:pt x="21048" y="0"/>
                </a:lnTo>
                <a:lnTo>
                  <a:pt x="33451" y="4514"/>
                </a:lnTo>
                <a:lnTo>
                  <a:pt x="17298" y="48895"/>
                </a:lnTo>
                <a:lnTo>
                  <a:pt x="44046" y="58630"/>
                </a:lnTo>
                <a:cubicBezTo>
                  <a:pt x="44060" y="56266"/>
                  <a:pt x="44278" y="53807"/>
                  <a:pt x="44740" y="51607"/>
                </a:cubicBezTo>
                <a:cubicBezTo>
                  <a:pt x="45203" y="49406"/>
                  <a:pt x="45720" y="47056"/>
                  <a:pt x="46481" y="44964"/>
                </a:cubicBezTo>
                <a:cubicBezTo>
                  <a:pt x="50887" y="32860"/>
                  <a:pt x="57805" y="24547"/>
                  <a:pt x="66990" y="19768"/>
                </a:cubicBezTo>
                <a:cubicBezTo>
                  <a:pt x="76325" y="15042"/>
                  <a:pt x="86596" y="14719"/>
                  <a:pt x="97953" y="18853"/>
                </a:cubicBezTo>
                <a:cubicBezTo>
                  <a:pt x="109758" y="23150"/>
                  <a:pt x="117513" y="30203"/>
                  <a:pt x="121274" y="39864"/>
                </a:cubicBezTo>
                <a:cubicBezTo>
                  <a:pt x="125034" y="49524"/>
                  <a:pt x="124420" y="60977"/>
                  <a:pt x="119633" y="74127"/>
                </a:cubicBezTo>
                <a:cubicBezTo>
                  <a:pt x="117947" y="78759"/>
                  <a:pt x="115813" y="83229"/>
                  <a:pt x="113475" y="87793"/>
                </a:cubicBezTo>
                <a:cubicBezTo>
                  <a:pt x="110987" y="92303"/>
                  <a:pt x="108201" y="96704"/>
                  <a:pt x="104708" y="101186"/>
                </a:cubicBezTo>
                <a:lnTo>
                  <a:pt x="89914" y="95802"/>
                </a:lnTo>
                <a:cubicBezTo>
                  <a:pt x="93883" y="92338"/>
                  <a:pt x="97307" y="88508"/>
                  <a:pt x="100243" y="84161"/>
                </a:cubicBezTo>
                <a:cubicBezTo>
                  <a:pt x="103125" y="79964"/>
                  <a:pt x="105368" y="75196"/>
                  <a:pt x="107271" y="69966"/>
                </a:cubicBezTo>
                <a:cubicBezTo>
                  <a:pt x="110317" y="61598"/>
                  <a:pt x="110673" y="54112"/>
                  <a:pt x="107984" y="47549"/>
                </a:cubicBezTo>
                <a:cubicBezTo>
                  <a:pt x="105242" y="41136"/>
                  <a:pt x="100189" y="36420"/>
                  <a:pt x="92568" y="33646"/>
                </a:cubicBezTo>
                <a:cubicBezTo>
                  <a:pt x="85097" y="30927"/>
                  <a:pt x="78195" y="31292"/>
                  <a:pt x="71972" y="34442"/>
                </a:cubicBezTo>
                <a:cubicBezTo>
                  <a:pt x="65694" y="37741"/>
                  <a:pt x="61005" y="43650"/>
                  <a:pt x="57960" y="52018"/>
                </a:cubicBezTo>
                <a:cubicBezTo>
                  <a:pt x="56545" y="55903"/>
                  <a:pt x="55525" y="60101"/>
                  <a:pt x="55008" y="64312"/>
                </a:cubicBezTo>
                <a:cubicBezTo>
                  <a:pt x="54490" y="68524"/>
                  <a:pt x="54367" y="73048"/>
                  <a:pt x="54691" y="77735"/>
                </a:cubicBezTo>
                <a:lnTo>
                  <a:pt x="0" y="5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0E64A-4AFC-472F-BFCA-6042CEDC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9381" y="2895850"/>
            <a:ext cx="119564" cy="95432"/>
          </a:xfrm>
          <a:custGeom xmlns:a="http://schemas.openxmlformats.org/drawingml/2006/main">
            <a:pathLst>
              <a:path w="119564" h="95432">
                <a:moveTo>
                  <a:pt x="102000" y="95432"/>
                </a:moveTo>
                <a:lnTo>
                  <a:pt x="88551" y="90537"/>
                </a:lnTo>
                <a:cubicBezTo>
                  <a:pt x="91650" y="87604"/>
                  <a:pt x="94354" y="84357"/>
                  <a:pt x="96665" y="80799"/>
                </a:cubicBezTo>
                <a:cubicBezTo>
                  <a:pt x="98921" y="77389"/>
                  <a:pt x="100729" y="73817"/>
                  <a:pt x="102089" y="70081"/>
                </a:cubicBezTo>
                <a:cubicBezTo>
                  <a:pt x="105570" y="60517"/>
                  <a:pt x="105151" y="51904"/>
                  <a:pt x="100426" y="44430"/>
                </a:cubicBezTo>
                <a:cubicBezTo>
                  <a:pt x="95700" y="36956"/>
                  <a:pt x="86925" y="30378"/>
                  <a:pt x="73803" y="24587"/>
                </a:cubicBezTo>
                <a:cubicBezTo>
                  <a:pt x="76899" y="29098"/>
                  <a:pt x="78881" y="33881"/>
                  <a:pt x="79600" y="38881"/>
                </a:cubicBezTo>
                <a:cubicBezTo>
                  <a:pt x="80264" y="44030"/>
                  <a:pt x="79570" y="49193"/>
                  <a:pt x="77666" y="54423"/>
                </a:cubicBezTo>
                <a:cubicBezTo>
                  <a:pt x="73641" y="65480"/>
                  <a:pt x="67199" y="72951"/>
                  <a:pt x="58340" y="76834"/>
                </a:cubicBezTo>
                <a:cubicBezTo>
                  <a:pt x="49481" y="80717"/>
                  <a:pt x="39373" y="80592"/>
                  <a:pt x="27867" y="76404"/>
                </a:cubicBezTo>
                <a:cubicBezTo>
                  <a:pt x="16809" y="72379"/>
                  <a:pt x="9040" y="65828"/>
                  <a:pt x="4559" y="56751"/>
                </a:cubicBezTo>
                <a:cubicBezTo>
                  <a:pt x="228" y="47729"/>
                  <a:pt x="0" y="37662"/>
                  <a:pt x="4025" y="26604"/>
                </a:cubicBezTo>
                <a:cubicBezTo>
                  <a:pt x="8593" y="14052"/>
                  <a:pt x="17060" y="6134"/>
                  <a:pt x="29016" y="3040"/>
                </a:cubicBezTo>
                <a:cubicBezTo>
                  <a:pt x="41122" y="0"/>
                  <a:pt x="56420" y="1676"/>
                  <a:pt x="74650" y="8311"/>
                </a:cubicBezTo>
                <a:cubicBezTo>
                  <a:pt x="91984" y="14620"/>
                  <a:pt x="104059" y="23753"/>
                  <a:pt x="111283" y="35521"/>
                </a:cubicBezTo>
                <a:cubicBezTo>
                  <a:pt x="118453" y="47438"/>
                  <a:pt x="119564" y="60195"/>
                  <a:pt x="114560" y="73943"/>
                </a:cubicBezTo>
                <a:cubicBezTo>
                  <a:pt x="113200" y="77679"/>
                  <a:pt x="111392" y="81251"/>
                  <a:pt x="109435" y="84770"/>
                </a:cubicBezTo>
                <a:cubicBezTo>
                  <a:pt x="107423" y="88437"/>
                  <a:pt x="104963" y="91942"/>
                  <a:pt x="102000" y="95432"/>
                </a:cubicBezTo>
                <a:close/>
                <a:moveTo>
                  <a:pt x="66486" y="49338"/>
                </a:moveTo>
                <a:cubicBezTo>
                  <a:pt x="68879" y="42763"/>
                  <a:pt x="68542" y="36717"/>
                  <a:pt x="65473" y="31201"/>
                </a:cubicBezTo>
                <a:cubicBezTo>
                  <a:pt x="62404" y="25684"/>
                  <a:pt x="56835" y="21457"/>
                  <a:pt x="48915" y="18574"/>
                </a:cubicBezTo>
                <a:cubicBezTo>
                  <a:pt x="41145" y="15746"/>
                  <a:pt x="34162" y="15404"/>
                  <a:pt x="28265" y="17658"/>
                </a:cubicBezTo>
                <a:cubicBezTo>
                  <a:pt x="22368" y="19912"/>
                  <a:pt x="18073" y="24271"/>
                  <a:pt x="15680" y="30846"/>
                </a:cubicBezTo>
                <a:cubicBezTo>
                  <a:pt x="13287" y="37421"/>
                  <a:pt x="13774" y="43521"/>
                  <a:pt x="16843" y="49038"/>
                </a:cubicBezTo>
                <a:cubicBezTo>
                  <a:pt x="19912" y="54555"/>
                  <a:pt x="25481" y="58782"/>
                  <a:pt x="33251" y="61610"/>
                </a:cubicBezTo>
                <a:cubicBezTo>
                  <a:pt x="41171" y="64493"/>
                  <a:pt x="48154" y="64834"/>
                  <a:pt x="54051" y="62581"/>
                </a:cubicBezTo>
                <a:cubicBezTo>
                  <a:pt x="59948" y="60327"/>
                  <a:pt x="64093" y="55913"/>
                  <a:pt x="66486" y="49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4E783-7E0E-4F42-B125-1B69D523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342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E7043-05BE-4C25-BCE7-1065D3F1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342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F6C78-56DE-4084-B2AA-47034098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288" y="2986194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F747F-7E1F-48B6-BFFB-02A836A8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9486" y="2895103"/>
            <a:ext cx="121685" cy="92437"/>
          </a:xfrm>
          <a:custGeom xmlns:a="http://schemas.openxmlformats.org/drawingml/2006/main">
            <a:pathLst>
              <a:path w="121685" h="92437">
                <a:moveTo>
                  <a:pt x="16115" y="29800"/>
                </a:moveTo>
                <a:cubicBezTo>
                  <a:pt x="13342" y="37421"/>
                  <a:pt x="15011" y="44459"/>
                  <a:pt x="21068" y="51064"/>
                </a:cubicBezTo>
                <a:cubicBezTo>
                  <a:pt x="27125" y="57668"/>
                  <a:pt x="37680" y="63541"/>
                  <a:pt x="52623" y="68979"/>
                </a:cubicBezTo>
                <a:cubicBezTo>
                  <a:pt x="67566" y="74418"/>
                  <a:pt x="79426" y="76704"/>
                  <a:pt x="88311" y="75538"/>
                </a:cubicBezTo>
                <a:cubicBezTo>
                  <a:pt x="97197" y="74373"/>
                  <a:pt x="102999" y="70054"/>
                  <a:pt x="105773" y="62433"/>
                </a:cubicBezTo>
                <a:cubicBezTo>
                  <a:pt x="108547" y="54812"/>
                  <a:pt x="106878" y="47774"/>
                  <a:pt x="100821" y="41170"/>
                </a:cubicBezTo>
                <a:cubicBezTo>
                  <a:pt x="94709" y="34714"/>
                  <a:pt x="84209" y="28693"/>
                  <a:pt x="69266" y="23254"/>
                </a:cubicBezTo>
                <a:cubicBezTo>
                  <a:pt x="54323" y="17815"/>
                  <a:pt x="42408" y="15679"/>
                  <a:pt x="33577" y="16695"/>
                </a:cubicBezTo>
                <a:cubicBezTo>
                  <a:pt x="24692" y="17861"/>
                  <a:pt x="18889" y="22179"/>
                  <a:pt x="16115" y="29800"/>
                </a:cubicBezTo>
                <a:close/>
                <a:moveTo>
                  <a:pt x="4460" y="25558"/>
                </a:moveTo>
                <a:cubicBezTo>
                  <a:pt x="8865" y="13454"/>
                  <a:pt x="17168" y="5984"/>
                  <a:pt x="29125" y="2890"/>
                </a:cubicBezTo>
                <a:cubicBezTo>
                  <a:pt x="41177" y="0"/>
                  <a:pt x="56420" y="1825"/>
                  <a:pt x="74650" y="8460"/>
                </a:cubicBezTo>
                <a:cubicBezTo>
                  <a:pt x="93030" y="15150"/>
                  <a:pt x="105880" y="23550"/>
                  <a:pt x="113105" y="33456"/>
                </a:cubicBezTo>
                <a:cubicBezTo>
                  <a:pt x="120275" y="43512"/>
                  <a:pt x="121685" y="54517"/>
                  <a:pt x="117225" y="66770"/>
                </a:cubicBezTo>
                <a:cubicBezTo>
                  <a:pt x="112765" y="79024"/>
                  <a:pt x="104611" y="86548"/>
                  <a:pt x="92709" y="89492"/>
                </a:cubicBezTo>
                <a:cubicBezTo>
                  <a:pt x="80807" y="92437"/>
                  <a:pt x="65618" y="90463"/>
                  <a:pt x="47239" y="83773"/>
                </a:cubicBezTo>
                <a:cubicBezTo>
                  <a:pt x="29008" y="77138"/>
                  <a:pt x="16104" y="68887"/>
                  <a:pt x="8730" y="58926"/>
                </a:cubicBezTo>
                <a:cubicBezTo>
                  <a:pt x="1505" y="49020"/>
                  <a:pt x="0" y="37811"/>
                  <a:pt x="4460" y="25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4E4AB-6F97-4E40-BCD2-2CA98BE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228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6B072-31E8-46A8-82F0-46FA2A02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228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E7568-D26C-4C44-874E-3E6BD34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74" y="2986194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3ABB0-B817-4DA6-B313-0713E64B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9692" y="2911655"/>
            <a:ext cx="127309" cy="78351"/>
          </a:xfrm>
          <a:custGeom xmlns:a="http://schemas.openxmlformats.org/drawingml/2006/main">
            <a:pathLst>
              <a:path w="127309" h="78351">
                <a:moveTo>
                  <a:pt x="92063" y="73837"/>
                </a:moveTo>
                <a:lnTo>
                  <a:pt x="100820" y="49779"/>
                </a:lnTo>
                <a:lnTo>
                  <a:pt x="17737" y="19539"/>
                </a:lnTo>
                <a:lnTo>
                  <a:pt x="13449" y="47593"/>
                </a:lnTo>
                <a:lnTo>
                  <a:pt x="0" y="42698"/>
                </a:lnTo>
                <a:lnTo>
                  <a:pt x="4233" y="14794"/>
                </a:lnTo>
                <a:lnTo>
                  <a:pt x="9618" y="0"/>
                </a:lnTo>
                <a:lnTo>
                  <a:pt x="106150" y="35135"/>
                </a:lnTo>
                <a:lnTo>
                  <a:pt x="114906" y="11076"/>
                </a:lnTo>
                <a:lnTo>
                  <a:pt x="127309" y="15591"/>
                </a:lnTo>
                <a:lnTo>
                  <a:pt x="104466" y="78351"/>
                </a:lnTo>
                <a:lnTo>
                  <a:pt x="92063" y="73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75B03-1836-4A9C-966A-C070604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113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C77C4-66B3-453D-BB79-FFDBFEE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113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2D621-79A6-49A0-B948-D41928D6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7060" y="2986194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9D0B8-5ABE-49EE-AC2E-301F9385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621" y="2896569"/>
            <a:ext cx="128829" cy="101058"/>
          </a:xfrm>
          <a:custGeom xmlns:a="http://schemas.openxmlformats.org/drawingml/2006/main">
            <a:pathLst>
              <a:path w="128829" h="101058">
                <a:moveTo>
                  <a:pt x="97717" y="78762"/>
                </a:moveTo>
                <a:lnTo>
                  <a:pt x="116427" y="27358"/>
                </a:lnTo>
                <a:lnTo>
                  <a:pt x="128829" y="31872"/>
                </a:lnTo>
                <a:lnTo>
                  <a:pt x="103648" y="101058"/>
                </a:lnTo>
                <a:lnTo>
                  <a:pt x="91245" y="96544"/>
                </a:lnTo>
                <a:cubicBezTo>
                  <a:pt x="87579" y="88948"/>
                  <a:pt x="82582" y="78499"/>
                  <a:pt x="76255" y="65196"/>
                </a:cubicBezTo>
                <a:cubicBezTo>
                  <a:pt x="70023" y="52098"/>
                  <a:pt x="65977" y="43687"/>
                  <a:pt x="64063" y="40113"/>
                </a:cubicBezTo>
                <a:cubicBezTo>
                  <a:pt x="60573" y="33428"/>
                  <a:pt x="57287" y="28509"/>
                  <a:pt x="54203" y="25356"/>
                </a:cubicBezTo>
                <a:cubicBezTo>
                  <a:pt x="51270" y="22257"/>
                  <a:pt x="47915" y="19852"/>
                  <a:pt x="44328" y="18546"/>
                </a:cubicBezTo>
                <a:cubicBezTo>
                  <a:pt x="38650" y="16480"/>
                  <a:pt x="33107" y="16831"/>
                  <a:pt x="28052" y="19560"/>
                </a:cubicBezTo>
                <a:cubicBezTo>
                  <a:pt x="22997" y="22290"/>
                  <a:pt x="19151" y="26813"/>
                  <a:pt x="16758" y="33388"/>
                </a:cubicBezTo>
                <a:cubicBezTo>
                  <a:pt x="15072" y="38020"/>
                  <a:pt x="14174" y="43278"/>
                  <a:pt x="13819" y="48902"/>
                </a:cubicBezTo>
                <a:cubicBezTo>
                  <a:pt x="13613" y="54581"/>
                  <a:pt x="13992" y="60980"/>
                  <a:pt x="15158" y="68004"/>
                </a:cubicBezTo>
                <a:lnTo>
                  <a:pt x="215" y="62566"/>
                </a:lnTo>
                <a:cubicBezTo>
                  <a:pt x="0" y="55718"/>
                  <a:pt x="219" y="49537"/>
                  <a:pt x="873" y="44021"/>
                </a:cubicBezTo>
                <a:cubicBezTo>
                  <a:pt x="1527" y="38505"/>
                  <a:pt x="2669" y="33506"/>
                  <a:pt x="4247" y="29172"/>
                </a:cubicBezTo>
                <a:cubicBezTo>
                  <a:pt x="8326" y="17965"/>
                  <a:pt x="14428" y="10033"/>
                  <a:pt x="22554" y="5375"/>
                </a:cubicBezTo>
                <a:cubicBezTo>
                  <a:pt x="30680" y="717"/>
                  <a:pt x="39402" y="0"/>
                  <a:pt x="48816" y="3426"/>
                </a:cubicBezTo>
                <a:cubicBezTo>
                  <a:pt x="53299" y="5058"/>
                  <a:pt x="57306" y="7532"/>
                  <a:pt x="60593" y="10590"/>
                </a:cubicBezTo>
                <a:cubicBezTo>
                  <a:pt x="64030" y="13702"/>
                  <a:pt x="67724" y="18431"/>
                  <a:pt x="71471" y="24872"/>
                </a:cubicBezTo>
                <a:cubicBezTo>
                  <a:pt x="72531" y="26611"/>
                  <a:pt x="75151" y="31965"/>
                  <a:pt x="79482" y="40987"/>
                </a:cubicBezTo>
                <a:cubicBezTo>
                  <a:pt x="83814" y="50010"/>
                  <a:pt x="89910" y="62551"/>
                  <a:pt x="97717" y="78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401BA-BCF1-4486-9CAD-A0DB4765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001" y="2713153"/>
            <a:ext cx="10" cy="79510"/>
          </a:xfrm>
          <a:custGeom xmlns:a="http://schemas.openxmlformats.org/drawingml/2006/main">
            <a:pathLst>
              <a:path w="1" h="79510">
                <a:moveTo>
                  <a:pt x="0" y="0"/>
                </a:moveTo>
                <a:lnTo>
                  <a:pt x="0" y="795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FA2FD-7C94-4068-BDD7-2E3FA78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001" y="2713153"/>
            <a:ext cx="10" cy="79510"/>
          </a:xfrm>
          <a:custGeom xmlns:a="http://schemas.openxmlformats.org/drawingml/2006/main">
            <a:pathLst>
              <a:path w="1" h="79510" fill="none">
                <a:moveTo>
                  <a:pt x="0" y="0"/>
                </a:moveTo>
                <a:lnTo>
                  <a:pt x="0" y="7951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488C9-4730-42E6-99FB-C9027D19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945" y="2986194"/>
            <a:ext cx="119509" cy="95636"/>
          </a:xfrm>
          <a:custGeom xmlns:a="http://schemas.openxmlformats.org/drawingml/2006/main">
            <a:pathLst>
              <a:path w="119509" h="95636">
                <a:moveTo>
                  <a:pt x="53227" y="46094"/>
                </a:moveTo>
                <a:cubicBezTo>
                  <a:pt x="50834" y="52669"/>
                  <a:pt x="51321" y="58769"/>
                  <a:pt x="54390" y="64286"/>
                </a:cubicBezTo>
                <a:cubicBezTo>
                  <a:pt x="57459" y="69803"/>
                  <a:pt x="63028" y="74030"/>
                  <a:pt x="70798" y="76858"/>
                </a:cubicBezTo>
                <a:cubicBezTo>
                  <a:pt x="78718" y="79741"/>
                  <a:pt x="85701" y="80082"/>
                  <a:pt x="91598" y="77829"/>
                </a:cubicBezTo>
                <a:cubicBezTo>
                  <a:pt x="97495" y="75575"/>
                  <a:pt x="101640" y="71161"/>
                  <a:pt x="104033" y="64586"/>
                </a:cubicBezTo>
                <a:cubicBezTo>
                  <a:pt x="106426" y="58011"/>
                  <a:pt x="106088" y="51965"/>
                  <a:pt x="103019" y="46448"/>
                </a:cubicBezTo>
                <a:cubicBezTo>
                  <a:pt x="99950" y="40932"/>
                  <a:pt x="94381" y="36705"/>
                  <a:pt x="86462" y="33822"/>
                </a:cubicBezTo>
                <a:cubicBezTo>
                  <a:pt x="78691" y="30994"/>
                  <a:pt x="71708" y="30652"/>
                  <a:pt x="65811" y="32906"/>
                </a:cubicBezTo>
                <a:cubicBezTo>
                  <a:pt x="59914" y="35159"/>
                  <a:pt x="55620" y="39519"/>
                  <a:pt x="53227" y="46094"/>
                </a:cubicBezTo>
                <a:close/>
                <a:moveTo>
                  <a:pt x="17713" y="0"/>
                </a:moveTo>
                <a:lnTo>
                  <a:pt x="31162" y="4895"/>
                </a:lnTo>
                <a:cubicBezTo>
                  <a:pt x="28009" y="7978"/>
                  <a:pt x="25304" y="11224"/>
                  <a:pt x="23048" y="14634"/>
                </a:cubicBezTo>
                <a:cubicBezTo>
                  <a:pt x="20737" y="18193"/>
                  <a:pt x="18929" y="21765"/>
                  <a:pt x="17624" y="25351"/>
                </a:cubicBezTo>
                <a:cubicBezTo>
                  <a:pt x="14034" y="35214"/>
                  <a:pt x="14602" y="43882"/>
                  <a:pt x="19328" y="51356"/>
                </a:cubicBezTo>
                <a:cubicBezTo>
                  <a:pt x="24054" y="58829"/>
                  <a:pt x="32978" y="65462"/>
                  <a:pt x="45910" y="70846"/>
                </a:cubicBezTo>
                <a:cubicBezTo>
                  <a:pt x="42759" y="66484"/>
                  <a:pt x="40777" y="61701"/>
                  <a:pt x="40113" y="56551"/>
                </a:cubicBezTo>
                <a:cubicBezTo>
                  <a:pt x="39449" y="51402"/>
                  <a:pt x="39994" y="46185"/>
                  <a:pt x="41897" y="40955"/>
                </a:cubicBezTo>
                <a:cubicBezTo>
                  <a:pt x="45868" y="30047"/>
                  <a:pt x="52459" y="22631"/>
                  <a:pt x="61318" y="18748"/>
                </a:cubicBezTo>
                <a:cubicBezTo>
                  <a:pt x="70178" y="14865"/>
                  <a:pt x="80489" y="14895"/>
                  <a:pt x="91846" y="19029"/>
                </a:cubicBezTo>
                <a:cubicBezTo>
                  <a:pt x="103053" y="23108"/>
                  <a:pt x="110768" y="29808"/>
                  <a:pt x="115099" y="38830"/>
                </a:cubicBezTo>
                <a:cubicBezTo>
                  <a:pt x="119431" y="47853"/>
                  <a:pt x="119509" y="57866"/>
                  <a:pt x="115539" y="68774"/>
                </a:cubicBezTo>
                <a:cubicBezTo>
                  <a:pt x="110970" y="81326"/>
                  <a:pt x="102653" y="89299"/>
                  <a:pt x="90697" y="92393"/>
                </a:cubicBezTo>
                <a:cubicBezTo>
                  <a:pt x="78686" y="95636"/>
                  <a:pt x="63443" y="93811"/>
                  <a:pt x="45063" y="87121"/>
                </a:cubicBezTo>
                <a:cubicBezTo>
                  <a:pt x="27879" y="80867"/>
                  <a:pt x="15599" y="71828"/>
                  <a:pt x="8430" y="59911"/>
                </a:cubicBezTo>
                <a:cubicBezTo>
                  <a:pt x="1205" y="48144"/>
                  <a:pt x="0" y="35182"/>
                  <a:pt x="5004" y="21435"/>
                </a:cubicBezTo>
                <a:cubicBezTo>
                  <a:pt x="6309" y="17849"/>
                  <a:pt x="8117" y="14276"/>
                  <a:pt x="10129" y="10608"/>
                </a:cubicBezTo>
                <a:cubicBezTo>
                  <a:pt x="12236" y="7145"/>
                  <a:pt x="14696" y="3640"/>
                  <a:pt x="17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EEC9A-5868-4186-90C2-2AFEDBF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270" y="2894761"/>
            <a:ext cx="123514" cy="101221"/>
          </a:xfrm>
          <a:custGeom xmlns:a="http://schemas.openxmlformats.org/drawingml/2006/main">
            <a:pathLst>
              <a:path w="123514" h="101221">
                <a:moveTo>
                  <a:pt x="64270" y="31731"/>
                </a:moveTo>
                <a:cubicBezTo>
                  <a:pt x="68321" y="25251"/>
                  <a:pt x="73471" y="20865"/>
                  <a:pt x="79667" y="18720"/>
                </a:cubicBezTo>
                <a:cubicBezTo>
                  <a:pt x="85863" y="16575"/>
                  <a:pt x="92601" y="16659"/>
                  <a:pt x="99475" y="19161"/>
                </a:cubicBezTo>
                <a:cubicBezTo>
                  <a:pt x="110234" y="23076"/>
                  <a:pt x="117242" y="29858"/>
                  <a:pt x="120405" y="39301"/>
                </a:cubicBezTo>
                <a:cubicBezTo>
                  <a:pt x="123514" y="48894"/>
                  <a:pt x="122546" y="60387"/>
                  <a:pt x="117596" y="73985"/>
                </a:cubicBezTo>
                <a:cubicBezTo>
                  <a:pt x="115910" y="78618"/>
                  <a:pt x="113722" y="83236"/>
                  <a:pt x="111085" y="87692"/>
                </a:cubicBezTo>
                <a:cubicBezTo>
                  <a:pt x="108597" y="92201"/>
                  <a:pt x="105403" y="96793"/>
                  <a:pt x="101761" y="101221"/>
                </a:cubicBezTo>
                <a:lnTo>
                  <a:pt x="87565" y="96054"/>
                </a:lnTo>
                <a:cubicBezTo>
                  <a:pt x="91424" y="92889"/>
                  <a:pt x="94849" y="89059"/>
                  <a:pt x="97839" y="84563"/>
                </a:cubicBezTo>
                <a:cubicBezTo>
                  <a:pt x="100775" y="80216"/>
                  <a:pt x="103222" y="75353"/>
                  <a:pt x="105180" y="69974"/>
                </a:cubicBezTo>
                <a:cubicBezTo>
                  <a:pt x="108552" y="60709"/>
                  <a:pt x="109315" y="53033"/>
                  <a:pt x="107469" y="46946"/>
                </a:cubicBezTo>
                <a:cubicBezTo>
                  <a:pt x="105623" y="40859"/>
                  <a:pt x="101168" y="36361"/>
                  <a:pt x="94145" y="33805"/>
                </a:cubicBezTo>
                <a:cubicBezTo>
                  <a:pt x="87869" y="31520"/>
                  <a:pt x="81973" y="31913"/>
                  <a:pt x="76755" y="35090"/>
                </a:cubicBezTo>
                <a:cubicBezTo>
                  <a:pt x="71537" y="38268"/>
                  <a:pt x="67310" y="43837"/>
                  <a:pt x="64373" y="51906"/>
                </a:cubicBezTo>
                <a:lnTo>
                  <a:pt x="59750" y="64608"/>
                </a:lnTo>
                <a:lnTo>
                  <a:pt x="47646" y="60202"/>
                </a:lnTo>
                <a:lnTo>
                  <a:pt x="52487" y="46903"/>
                </a:lnTo>
                <a:cubicBezTo>
                  <a:pt x="55097" y="39730"/>
                  <a:pt x="55765" y="33712"/>
                  <a:pt x="54190" y="28739"/>
                </a:cubicBezTo>
                <a:cubicBezTo>
                  <a:pt x="52765" y="23820"/>
                  <a:pt x="49288" y="20355"/>
                  <a:pt x="43759" y="18343"/>
                </a:cubicBezTo>
                <a:cubicBezTo>
                  <a:pt x="38230" y="16330"/>
                  <a:pt x="33135" y="16845"/>
                  <a:pt x="28733" y="19642"/>
                </a:cubicBezTo>
                <a:cubicBezTo>
                  <a:pt x="24276" y="22589"/>
                  <a:pt x="20715" y="27724"/>
                  <a:pt x="18050" y="35046"/>
                </a:cubicBezTo>
                <a:cubicBezTo>
                  <a:pt x="16581" y="39080"/>
                  <a:pt x="15452" y="43577"/>
                  <a:pt x="14663" y="48536"/>
                </a:cubicBezTo>
                <a:cubicBezTo>
                  <a:pt x="13873" y="53494"/>
                  <a:pt x="13369" y="59064"/>
                  <a:pt x="13150" y="65246"/>
                </a:cubicBezTo>
                <a:lnTo>
                  <a:pt x="0" y="60460"/>
                </a:lnTo>
                <a:cubicBezTo>
                  <a:pt x="518" y="54387"/>
                  <a:pt x="1226" y="48722"/>
                  <a:pt x="2274" y="43519"/>
                </a:cubicBezTo>
                <a:cubicBezTo>
                  <a:pt x="3267" y="38465"/>
                  <a:pt x="4505" y="33670"/>
                  <a:pt x="6136" y="29187"/>
                </a:cubicBezTo>
                <a:cubicBezTo>
                  <a:pt x="10161" y="18129"/>
                  <a:pt x="15910" y="10237"/>
                  <a:pt x="23384" y="5511"/>
                </a:cubicBezTo>
                <a:cubicBezTo>
                  <a:pt x="30858" y="786"/>
                  <a:pt x="38928" y="0"/>
                  <a:pt x="47595" y="3155"/>
                </a:cubicBezTo>
                <a:cubicBezTo>
                  <a:pt x="53572" y="5330"/>
                  <a:pt x="58000" y="8972"/>
                  <a:pt x="60933" y="13932"/>
                </a:cubicBezTo>
                <a:cubicBezTo>
                  <a:pt x="63866" y="18892"/>
                  <a:pt x="65060" y="24911"/>
                  <a:pt x="64270" y="3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2CE91-B52C-4213-9A16-DE333D5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693" y="3209497"/>
            <a:ext cx="102840" cy="154363"/>
          </a:xfrm>
          <a:custGeom xmlns:a="http://schemas.openxmlformats.org/drawingml/2006/main">
            <a:pathLst>
              <a:path w="102840" h="154363">
                <a:moveTo>
                  <a:pt x="53158" y="69105"/>
                </a:moveTo>
                <a:cubicBezTo>
                  <a:pt x="44162" y="69105"/>
                  <a:pt x="37006" y="72377"/>
                  <a:pt x="31690" y="78510"/>
                </a:cubicBezTo>
                <a:cubicBezTo>
                  <a:pt x="26375" y="84644"/>
                  <a:pt x="23717" y="93231"/>
                  <a:pt x="23717" y="103863"/>
                </a:cubicBezTo>
                <a:cubicBezTo>
                  <a:pt x="23717" y="114699"/>
                  <a:pt x="26375" y="123286"/>
                  <a:pt x="31690" y="129419"/>
                </a:cubicBezTo>
                <a:cubicBezTo>
                  <a:pt x="37006" y="135553"/>
                  <a:pt x="44162" y="138620"/>
                  <a:pt x="53158" y="138620"/>
                </a:cubicBezTo>
                <a:cubicBezTo>
                  <a:pt x="62154" y="138620"/>
                  <a:pt x="69310" y="135553"/>
                  <a:pt x="74626" y="129419"/>
                </a:cubicBezTo>
                <a:cubicBezTo>
                  <a:pt x="79942" y="123286"/>
                  <a:pt x="82599" y="114699"/>
                  <a:pt x="82599" y="103863"/>
                </a:cubicBezTo>
                <a:cubicBezTo>
                  <a:pt x="82599" y="93231"/>
                  <a:pt x="79942" y="84644"/>
                  <a:pt x="74626" y="78510"/>
                </a:cubicBezTo>
                <a:cubicBezTo>
                  <a:pt x="69310" y="72377"/>
                  <a:pt x="62154" y="69105"/>
                  <a:pt x="53158" y="69105"/>
                </a:cubicBezTo>
                <a:close/>
                <a:moveTo>
                  <a:pt x="93231" y="5929"/>
                </a:moveTo>
                <a:lnTo>
                  <a:pt x="93231" y="24330"/>
                </a:lnTo>
                <a:cubicBezTo>
                  <a:pt x="88120" y="21877"/>
                  <a:pt x="83008" y="20037"/>
                  <a:pt x="77897" y="18810"/>
                </a:cubicBezTo>
                <a:cubicBezTo>
                  <a:pt x="72581" y="17583"/>
                  <a:pt x="67470" y="16970"/>
                  <a:pt x="62563" y="16970"/>
                </a:cubicBezTo>
                <a:cubicBezTo>
                  <a:pt x="49069" y="16970"/>
                  <a:pt x="38846" y="21468"/>
                  <a:pt x="31895" y="30464"/>
                </a:cubicBezTo>
                <a:cubicBezTo>
                  <a:pt x="24943" y="39460"/>
                  <a:pt x="20854" y="53158"/>
                  <a:pt x="20037" y="71150"/>
                </a:cubicBezTo>
                <a:cubicBezTo>
                  <a:pt x="23921" y="65425"/>
                  <a:pt x="28828" y="60927"/>
                  <a:pt x="34757" y="57861"/>
                </a:cubicBezTo>
                <a:cubicBezTo>
                  <a:pt x="40686" y="54794"/>
                  <a:pt x="47229" y="53158"/>
                  <a:pt x="54385" y="53158"/>
                </a:cubicBezTo>
                <a:cubicBezTo>
                  <a:pt x="69310" y="53158"/>
                  <a:pt x="81168" y="57861"/>
                  <a:pt x="89755" y="66856"/>
                </a:cubicBezTo>
                <a:cubicBezTo>
                  <a:pt x="98342" y="75852"/>
                  <a:pt x="102840" y="88324"/>
                  <a:pt x="102840" y="103863"/>
                </a:cubicBezTo>
                <a:cubicBezTo>
                  <a:pt x="102840" y="119197"/>
                  <a:pt x="98138" y="131464"/>
                  <a:pt x="89142" y="140664"/>
                </a:cubicBezTo>
                <a:cubicBezTo>
                  <a:pt x="80146" y="149865"/>
                  <a:pt x="68083" y="154363"/>
                  <a:pt x="53158" y="154363"/>
                </a:cubicBezTo>
                <a:cubicBezTo>
                  <a:pt x="35984" y="154363"/>
                  <a:pt x="22694" y="147820"/>
                  <a:pt x="13698" y="134735"/>
                </a:cubicBezTo>
                <a:cubicBezTo>
                  <a:pt x="4498" y="121650"/>
                  <a:pt x="0" y="102432"/>
                  <a:pt x="0" y="77284"/>
                </a:cubicBezTo>
                <a:cubicBezTo>
                  <a:pt x="0" y="53771"/>
                  <a:pt x="5520" y="34962"/>
                  <a:pt x="16765" y="21059"/>
                </a:cubicBezTo>
                <a:cubicBezTo>
                  <a:pt x="27806" y="7156"/>
                  <a:pt x="42935" y="0"/>
                  <a:pt x="61745" y="0"/>
                </a:cubicBezTo>
                <a:cubicBezTo>
                  <a:pt x="66652" y="0"/>
                  <a:pt x="71763" y="613"/>
                  <a:pt x="77079" y="1431"/>
                </a:cubicBezTo>
                <a:cubicBezTo>
                  <a:pt x="82191" y="2453"/>
                  <a:pt x="87506" y="3885"/>
                  <a:pt x="93231" y="5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40438-3FDC-4106-B1E4-13DB7F03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467" y="3212155"/>
            <a:ext cx="92822" cy="149047"/>
          </a:xfrm>
          <a:custGeom xmlns:a="http://schemas.openxmlformats.org/drawingml/2006/main">
            <a:pathLst>
              <a:path w="92822" h="149047">
                <a:moveTo>
                  <a:pt x="0" y="0"/>
                </a:moveTo>
                <a:lnTo>
                  <a:pt x="20241" y="0"/>
                </a:lnTo>
                <a:lnTo>
                  <a:pt x="20241" y="132077"/>
                </a:lnTo>
                <a:lnTo>
                  <a:pt x="92822" y="132077"/>
                </a:lnTo>
                <a:lnTo>
                  <a:pt x="92822" y="149047"/>
                </a:lnTo>
                <a:lnTo>
                  <a:pt x="0" y="149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6D9CE-1A72-4071-BEFB-2A4A20AC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805" y="3209497"/>
            <a:ext cx="104885" cy="154363"/>
          </a:xfrm>
          <a:custGeom xmlns:a="http://schemas.openxmlformats.org/drawingml/2006/main">
            <a:pathLst>
              <a:path w="104885" h="154363">
                <a:moveTo>
                  <a:pt x="95889" y="7565"/>
                </a:moveTo>
                <a:lnTo>
                  <a:pt x="95889" y="27192"/>
                </a:lnTo>
                <a:cubicBezTo>
                  <a:pt x="88120" y="23512"/>
                  <a:pt x="80964" y="20854"/>
                  <a:pt x="74217" y="19014"/>
                </a:cubicBezTo>
                <a:cubicBezTo>
                  <a:pt x="67265" y="17379"/>
                  <a:pt x="60723" y="16356"/>
                  <a:pt x="54589" y="16356"/>
                </a:cubicBezTo>
                <a:cubicBezTo>
                  <a:pt x="43549" y="16356"/>
                  <a:pt x="34962" y="18605"/>
                  <a:pt x="29032" y="22694"/>
                </a:cubicBezTo>
                <a:cubicBezTo>
                  <a:pt x="23103" y="26988"/>
                  <a:pt x="20241" y="33122"/>
                  <a:pt x="20241" y="40891"/>
                </a:cubicBezTo>
                <a:cubicBezTo>
                  <a:pt x="20241" y="47433"/>
                  <a:pt x="22081" y="52545"/>
                  <a:pt x="26170" y="55816"/>
                </a:cubicBezTo>
                <a:cubicBezTo>
                  <a:pt x="30055" y="59292"/>
                  <a:pt x="37620" y="61950"/>
                  <a:pt x="48660" y="63994"/>
                </a:cubicBezTo>
                <a:lnTo>
                  <a:pt x="60927" y="66448"/>
                </a:lnTo>
                <a:cubicBezTo>
                  <a:pt x="75852" y="69310"/>
                  <a:pt x="86893" y="74421"/>
                  <a:pt x="94049" y="81577"/>
                </a:cubicBezTo>
                <a:cubicBezTo>
                  <a:pt x="101205" y="88938"/>
                  <a:pt x="104885" y="98547"/>
                  <a:pt x="104885" y="110610"/>
                </a:cubicBezTo>
                <a:cubicBezTo>
                  <a:pt x="104885" y="125126"/>
                  <a:pt x="99978" y="135962"/>
                  <a:pt x="90369" y="143322"/>
                </a:cubicBezTo>
                <a:cubicBezTo>
                  <a:pt x="80555" y="150683"/>
                  <a:pt x="66448" y="154363"/>
                  <a:pt x="47842" y="154363"/>
                </a:cubicBezTo>
                <a:cubicBezTo>
                  <a:pt x="40686" y="154363"/>
                  <a:pt x="33122" y="153545"/>
                  <a:pt x="25148" y="152114"/>
                </a:cubicBezTo>
                <a:cubicBezTo>
                  <a:pt x="17174" y="150683"/>
                  <a:pt x="8996" y="148434"/>
                  <a:pt x="613" y="145162"/>
                </a:cubicBezTo>
                <a:lnTo>
                  <a:pt x="613" y="124308"/>
                </a:lnTo>
                <a:cubicBezTo>
                  <a:pt x="8792" y="129011"/>
                  <a:pt x="16765" y="132486"/>
                  <a:pt x="24534" y="134735"/>
                </a:cubicBezTo>
                <a:cubicBezTo>
                  <a:pt x="32304" y="137189"/>
                  <a:pt x="40073" y="138211"/>
                  <a:pt x="47842" y="138211"/>
                </a:cubicBezTo>
                <a:cubicBezTo>
                  <a:pt x="59292" y="138211"/>
                  <a:pt x="68083" y="135962"/>
                  <a:pt x="74421" y="131464"/>
                </a:cubicBezTo>
                <a:cubicBezTo>
                  <a:pt x="80555" y="126966"/>
                  <a:pt x="83826" y="120628"/>
                  <a:pt x="83826" y="112041"/>
                </a:cubicBezTo>
                <a:cubicBezTo>
                  <a:pt x="83826" y="104681"/>
                  <a:pt x="81577" y="98956"/>
                  <a:pt x="77079" y="94867"/>
                </a:cubicBezTo>
                <a:cubicBezTo>
                  <a:pt x="72581" y="90778"/>
                  <a:pt x="65221" y="87711"/>
                  <a:pt x="54998" y="85666"/>
                </a:cubicBezTo>
                <a:lnTo>
                  <a:pt x="42731" y="83213"/>
                </a:lnTo>
                <a:cubicBezTo>
                  <a:pt x="27601" y="80350"/>
                  <a:pt x="16765" y="75648"/>
                  <a:pt x="10018" y="69105"/>
                </a:cubicBezTo>
                <a:cubicBezTo>
                  <a:pt x="3271" y="62767"/>
                  <a:pt x="0" y="53976"/>
                  <a:pt x="0" y="42526"/>
                </a:cubicBezTo>
                <a:cubicBezTo>
                  <a:pt x="0" y="29441"/>
                  <a:pt x="4498" y="19014"/>
                  <a:pt x="13903" y="11449"/>
                </a:cubicBezTo>
                <a:cubicBezTo>
                  <a:pt x="23103" y="3885"/>
                  <a:pt x="35984" y="0"/>
                  <a:pt x="52340" y="0"/>
                </a:cubicBezTo>
                <a:cubicBezTo>
                  <a:pt x="59292" y="0"/>
                  <a:pt x="66243" y="613"/>
                  <a:pt x="73603" y="1840"/>
                </a:cubicBezTo>
                <a:cubicBezTo>
                  <a:pt x="80759" y="3067"/>
                  <a:pt x="88120" y="5111"/>
                  <a:pt x="95889" y="7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1FC19-DBCB-43F1-AD55-12247B5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76" y="3212155"/>
            <a:ext cx="105703" cy="149047"/>
          </a:xfrm>
          <a:custGeom xmlns:a="http://schemas.openxmlformats.org/drawingml/2006/main">
            <a:pathLst>
              <a:path w="105703" h="149047">
                <a:moveTo>
                  <a:pt x="20241" y="77897"/>
                </a:moveTo>
                <a:lnTo>
                  <a:pt x="20241" y="132486"/>
                </a:lnTo>
                <a:lnTo>
                  <a:pt x="52545" y="132486"/>
                </a:lnTo>
                <a:cubicBezTo>
                  <a:pt x="63381" y="132486"/>
                  <a:pt x="71354" y="130237"/>
                  <a:pt x="76670" y="125739"/>
                </a:cubicBezTo>
                <a:cubicBezTo>
                  <a:pt x="81782" y="121241"/>
                  <a:pt x="84440" y="114494"/>
                  <a:pt x="84440" y="105089"/>
                </a:cubicBezTo>
                <a:cubicBezTo>
                  <a:pt x="84440" y="95889"/>
                  <a:pt x="81782" y="89142"/>
                  <a:pt x="76670" y="84644"/>
                </a:cubicBezTo>
                <a:cubicBezTo>
                  <a:pt x="71354" y="80146"/>
                  <a:pt x="63381" y="77897"/>
                  <a:pt x="52545" y="77897"/>
                </a:cubicBezTo>
                <a:lnTo>
                  <a:pt x="20241" y="77897"/>
                </a:lnTo>
                <a:close/>
                <a:moveTo>
                  <a:pt x="20241" y="16561"/>
                </a:moveTo>
                <a:lnTo>
                  <a:pt x="20241" y="61541"/>
                </a:lnTo>
                <a:lnTo>
                  <a:pt x="50091" y="61541"/>
                </a:lnTo>
                <a:cubicBezTo>
                  <a:pt x="59905" y="61541"/>
                  <a:pt x="67061" y="59701"/>
                  <a:pt x="71968" y="56020"/>
                </a:cubicBezTo>
                <a:cubicBezTo>
                  <a:pt x="76875" y="52340"/>
                  <a:pt x="79328" y="46820"/>
                  <a:pt x="79328" y="39051"/>
                </a:cubicBezTo>
                <a:cubicBezTo>
                  <a:pt x="79328" y="31690"/>
                  <a:pt x="76875" y="25966"/>
                  <a:pt x="71968" y="22285"/>
                </a:cubicBezTo>
                <a:cubicBezTo>
                  <a:pt x="67061" y="18605"/>
                  <a:pt x="59905" y="16561"/>
                  <a:pt x="50091" y="16561"/>
                </a:cubicBezTo>
                <a:lnTo>
                  <a:pt x="20241" y="16561"/>
                </a:lnTo>
                <a:close/>
                <a:moveTo>
                  <a:pt x="0" y="0"/>
                </a:moveTo>
                <a:lnTo>
                  <a:pt x="51522" y="0"/>
                </a:lnTo>
                <a:cubicBezTo>
                  <a:pt x="66856" y="0"/>
                  <a:pt x="78715" y="3271"/>
                  <a:pt x="87097" y="9609"/>
                </a:cubicBezTo>
                <a:cubicBezTo>
                  <a:pt x="95276" y="16152"/>
                  <a:pt x="99569" y="25148"/>
                  <a:pt x="99569" y="36802"/>
                </a:cubicBezTo>
                <a:cubicBezTo>
                  <a:pt x="99569" y="46002"/>
                  <a:pt x="97320" y="53363"/>
                  <a:pt x="93027" y="58678"/>
                </a:cubicBezTo>
                <a:cubicBezTo>
                  <a:pt x="88733" y="63994"/>
                  <a:pt x="82599" y="67470"/>
                  <a:pt x="74421" y="68697"/>
                </a:cubicBezTo>
                <a:cubicBezTo>
                  <a:pt x="84235" y="70946"/>
                  <a:pt x="92004" y="75444"/>
                  <a:pt x="97525" y="82191"/>
                </a:cubicBezTo>
                <a:cubicBezTo>
                  <a:pt x="102840" y="88938"/>
                  <a:pt x="105703" y="97320"/>
                  <a:pt x="105703" y="107338"/>
                </a:cubicBezTo>
                <a:cubicBezTo>
                  <a:pt x="105703" y="120832"/>
                  <a:pt x="101000" y="131055"/>
                  <a:pt x="92004" y="138211"/>
                </a:cubicBezTo>
                <a:cubicBezTo>
                  <a:pt x="83008" y="145571"/>
                  <a:pt x="70128" y="149047"/>
                  <a:pt x="53567" y="149047"/>
                </a:cubicBezTo>
                <a:lnTo>
                  <a:pt x="0" y="149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99E86-8277-490A-A3DB-6F125129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436" y="3246708"/>
            <a:ext cx="85462" cy="117152"/>
          </a:xfrm>
          <a:custGeom xmlns:a="http://schemas.openxmlformats.org/drawingml/2006/main">
            <a:pathLst>
              <a:path w="85462" h="117152">
                <a:moveTo>
                  <a:pt x="79533" y="5929"/>
                </a:moveTo>
                <a:lnTo>
                  <a:pt x="79533" y="23308"/>
                </a:lnTo>
                <a:cubicBezTo>
                  <a:pt x="74217" y="20854"/>
                  <a:pt x="68901" y="18810"/>
                  <a:pt x="63381" y="17379"/>
                </a:cubicBezTo>
                <a:cubicBezTo>
                  <a:pt x="57656" y="16152"/>
                  <a:pt x="51931" y="15334"/>
                  <a:pt x="46002" y="15334"/>
                </a:cubicBezTo>
                <a:cubicBezTo>
                  <a:pt x="36802" y="15334"/>
                  <a:pt x="29850" y="16765"/>
                  <a:pt x="25352" y="19628"/>
                </a:cubicBezTo>
                <a:cubicBezTo>
                  <a:pt x="20854" y="22490"/>
                  <a:pt x="18605" y="26579"/>
                  <a:pt x="18605" y="32099"/>
                </a:cubicBezTo>
                <a:cubicBezTo>
                  <a:pt x="18605" y="36393"/>
                  <a:pt x="20241" y="39664"/>
                  <a:pt x="23512" y="42118"/>
                </a:cubicBezTo>
                <a:cubicBezTo>
                  <a:pt x="26783" y="44571"/>
                  <a:pt x="33326" y="47024"/>
                  <a:pt x="43140" y="49069"/>
                </a:cubicBezTo>
                <a:lnTo>
                  <a:pt x="49478" y="50500"/>
                </a:lnTo>
                <a:cubicBezTo>
                  <a:pt x="62563" y="53363"/>
                  <a:pt x="71763" y="57452"/>
                  <a:pt x="77284" y="62359"/>
                </a:cubicBezTo>
                <a:cubicBezTo>
                  <a:pt x="82599" y="67470"/>
                  <a:pt x="85462" y="74626"/>
                  <a:pt x="85462" y="83622"/>
                </a:cubicBezTo>
                <a:cubicBezTo>
                  <a:pt x="85462" y="94049"/>
                  <a:pt x="81373" y="102227"/>
                  <a:pt x="73195" y="108156"/>
                </a:cubicBezTo>
                <a:cubicBezTo>
                  <a:pt x="65016" y="114290"/>
                  <a:pt x="53567" y="117152"/>
                  <a:pt x="39255" y="117152"/>
                </a:cubicBezTo>
                <a:cubicBezTo>
                  <a:pt x="33122" y="117152"/>
                  <a:pt x="26988" y="116539"/>
                  <a:pt x="20445" y="115517"/>
                </a:cubicBezTo>
                <a:cubicBezTo>
                  <a:pt x="13903" y="114494"/>
                  <a:pt x="7156" y="112859"/>
                  <a:pt x="0" y="110405"/>
                </a:cubicBezTo>
                <a:lnTo>
                  <a:pt x="0" y="91391"/>
                </a:lnTo>
                <a:cubicBezTo>
                  <a:pt x="6747" y="95071"/>
                  <a:pt x="13494" y="97729"/>
                  <a:pt x="20037" y="99365"/>
                </a:cubicBezTo>
                <a:cubicBezTo>
                  <a:pt x="26579" y="101205"/>
                  <a:pt x="33122" y="102023"/>
                  <a:pt x="39664" y="102023"/>
                </a:cubicBezTo>
                <a:cubicBezTo>
                  <a:pt x="48251" y="102023"/>
                  <a:pt x="54998" y="100591"/>
                  <a:pt x="59701" y="97729"/>
                </a:cubicBezTo>
                <a:cubicBezTo>
                  <a:pt x="64199" y="94867"/>
                  <a:pt x="66652" y="90573"/>
                  <a:pt x="66652" y="85053"/>
                </a:cubicBezTo>
                <a:cubicBezTo>
                  <a:pt x="66652" y="80146"/>
                  <a:pt x="64812" y="76261"/>
                  <a:pt x="61541" y="73603"/>
                </a:cubicBezTo>
                <a:cubicBezTo>
                  <a:pt x="58269" y="70946"/>
                  <a:pt x="50909" y="68288"/>
                  <a:pt x="39460" y="65834"/>
                </a:cubicBezTo>
                <a:lnTo>
                  <a:pt x="33122" y="64403"/>
                </a:lnTo>
                <a:cubicBezTo>
                  <a:pt x="21672" y="61950"/>
                  <a:pt x="13290" y="58269"/>
                  <a:pt x="8383" y="53363"/>
                </a:cubicBezTo>
                <a:cubicBezTo>
                  <a:pt x="3271" y="48456"/>
                  <a:pt x="818" y="41709"/>
                  <a:pt x="818" y="32917"/>
                </a:cubicBezTo>
                <a:cubicBezTo>
                  <a:pt x="818" y="22490"/>
                  <a:pt x="4498" y="14312"/>
                  <a:pt x="11858" y="8587"/>
                </a:cubicBezTo>
                <a:cubicBezTo>
                  <a:pt x="19219" y="2862"/>
                  <a:pt x="29850" y="0"/>
                  <a:pt x="43753" y="0"/>
                </a:cubicBezTo>
                <a:cubicBezTo>
                  <a:pt x="50500" y="0"/>
                  <a:pt x="56838" y="613"/>
                  <a:pt x="62972" y="1636"/>
                </a:cubicBezTo>
                <a:cubicBezTo>
                  <a:pt x="68901" y="2658"/>
                  <a:pt x="74421" y="4089"/>
                  <a:pt x="79533" y="5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1D2C7-003A-46E5-9211-81EF621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178" y="3246708"/>
            <a:ext cx="102636" cy="117152"/>
          </a:xfrm>
          <a:custGeom xmlns:a="http://schemas.openxmlformats.org/drawingml/2006/main">
            <a:pathLst>
              <a:path w="102636" h="117152">
                <a:moveTo>
                  <a:pt x="51318" y="15539"/>
                </a:moveTo>
                <a:cubicBezTo>
                  <a:pt x="41504" y="15539"/>
                  <a:pt x="33735" y="19423"/>
                  <a:pt x="28010" y="27192"/>
                </a:cubicBezTo>
                <a:cubicBezTo>
                  <a:pt x="22285" y="34962"/>
                  <a:pt x="19423" y="45389"/>
                  <a:pt x="19423" y="58678"/>
                </a:cubicBezTo>
                <a:cubicBezTo>
                  <a:pt x="19423" y="72172"/>
                  <a:pt x="22081" y="82599"/>
                  <a:pt x="27806" y="90369"/>
                </a:cubicBezTo>
                <a:cubicBezTo>
                  <a:pt x="33530" y="98138"/>
                  <a:pt x="41300" y="101818"/>
                  <a:pt x="51318" y="101818"/>
                </a:cubicBezTo>
                <a:cubicBezTo>
                  <a:pt x="61132" y="101818"/>
                  <a:pt x="68901" y="98138"/>
                  <a:pt x="74626" y="90369"/>
                </a:cubicBezTo>
                <a:cubicBezTo>
                  <a:pt x="80350" y="82599"/>
                  <a:pt x="83213" y="72172"/>
                  <a:pt x="83213" y="58678"/>
                </a:cubicBezTo>
                <a:cubicBezTo>
                  <a:pt x="83213" y="45593"/>
                  <a:pt x="80350" y="34962"/>
                  <a:pt x="74626" y="27192"/>
                </a:cubicBezTo>
                <a:cubicBezTo>
                  <a:pt x="68901" y="19423"/>
                  <a:pt x="61132" y="15539"/>
                  <a:pt x="51318" y="15539"/>
                </a:cubicBezTo>
                <a:close/>
                <a:moveTo>
                  <a:pt x="51318" y="0"/>
                </a:moveTo>
                <a:cubicBezTo>
                  <a:pt x="67265" y="0"/>
                  <a:pt x="79737" y="5316"/>
                  <a:pt x="88938" y="15539"/>
                </a:cubicBezTo>
                <a:cubicBezTo>
                  <a:pt x="97934" y="25966"/>
                  <a:pt x="102636" y="40277"/>
                  <a:pt x="102636" y="58678"/>
                </a:cubicBezTo>
                <a:cubicBezTo>
                  <a:pt x="102636" y="77079"/>
                  <a:pt x="97934" y="91391"/>
                  <a:pt x="88938" y="101614"/>
                </a:cubicBezTo>
                <a:cubicBezTo>
                  <a:pt x="79737" y="112041"/>
                  <a:pt x="67265" y="117152"/>
                  <a:pt x="51318" y="117152"/>
                </a:cubicBezTo>
                <a:cubicBezTo>
                  <a:pt x="35166" y="117152"/>
                  <a:pt x="22490" y="112041"/>
                  <a:pt x="13494" y="101614"/>
                </a:cubicBezTo>
                <a:cubicBezTo>
                  <a:pt x="4498" y="91391"/>
                  <a:pt x="0" y="77079"/>
                  <a:pt x="0" y="58678"/>
                </a:cubicBezTo>
                <a:cubicBezTo>
                  <a:pt x="0" y="40277"/>
                  <a:pt x="4498" y="25966"/>
                  <a:pt x="13494" y="15539"/>
                </a:cubicBezTo>
                <a:cubicBezTo>
                  <a:pt x="22490" y="5316"/>
                  <a:pt x="35166" y="0"/>
                  <a:pt x="513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997EE-0F73-4A32-93F3-6FFB3232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761" y="3205817"/>
            <a:ext cx="71150" cy="155385"/>
          </a:xfrm>
          <a:custGeom xmlns:a="http://schemas.openxmlformats.org/drawingml/2006/main">
            <a:pathLst>
              <a:path w="71150" h="155385">
                <a:moveTo>
                  <a:pt x="71150" y="0"/>
                </a:moveTo>
                <a:lnTo>
                  <a:pt x="71150" y="15334"/>
                </a:lnTo>
                <a:lnTo>
                  <a:pt x="53567" y="15334"/>
                </a:lnTo>
                <a:cubicBezTo>
                  <a:pt x="47024" y="15334"/>
                  <a:pt x="42322" y="16765"/>
                  <a:pt x="39869" y="19423"/>
                </a:cubicBezTo>
                <a:cubicBezTo>
                  <a:pt x="37211" y="22081"/>
                  <a:pt x="35984" y="26783"/>
                  <a:pt x="35984" y="33735"/>
                </a:cubicBezTo>
                <a:lnTo>
                  <a:pt x="35984" y="43549"/>
                </a:lnTo>
                <a:lnTo>
                  <a:pt x="66243" y="43549"/>
                </a:lnTo>
                <a:lnTo>
                  <a:pt x="66243" y="57861"/>
                </a:lnTo>
                <a:lnTo>
                  <a:pt x="35984" y="57861"/>
                </a:lnTo>
                <a:lnTo>
                  <a:pt x="35984" y="155385"/>
                </a:lnTo>
                <a:lnTo>
                  <a:pt x="17583" y="155385"/>
                </a:lnTo>
                <a:lnTo>
                  <a:pt x="17583" y="57861"/>
                </a:lnTo>
                <a:lnTo>
                  <a:pt x="0" y="57861"/>
                </a:lnTo>
                <a:lnTo>
                  <a:pt x="0" y="43549"/>
                </a:lnTo>
                <a:lnTo>
                  <a:pt x="17583" y="43549"/>
                </a:lnTo>
                <a:lnTo>
                  <a:pt x="17583" y="35779"/>
                </a:lnTo>
                <a:cubicBezTo>
                  <a:pt x="17583" y="23512"/>
                  <a:pt x="20445" y="14312"/>
                  <a:pt x="26170" y="8587"/>
                </a:cubicBezTo>
                <a:cubicBezTo>
                  <a:pt x="31895" y="2862"/>
                  <a:pt x="41095" y="0"/>
                  <a:pt x="53771" y="0"/>
                </a:cubicBezTo>
                <a:lnTo>
                  <a:pt x="711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65A2F-30C4-46D1-9B05-D73069A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563" y="3217675"/>
            <a:ext cx="69719" cy="143527"/>
          </a:xfrm>
          <a:custGeom xmlns:a="http://schemas.openxmlformats.org/drawingml/2006/main">
            <a:pathLst>
              <a:path w="69719" h="143527">
                <a:moveTo>
                  <a:pt x="31895" y="0"/>
                </a:moveTo>
                <a:lnTo>
                  <a:pt x="31895" y="31690"/>
                </a:lnTo>
                <a:lnTo>
                  <a:pt x="69719" y="31690"/>
                </a:lnTo>
                <a:lnTo>
                  <a:pt x="69719" y="46002"/>
                </a:lnTo>
                <a:lnTo>
                  <a:pt x="31895" y="46002"/>
                </a:lnTo>
                <a:lnTo>
                  <a:pt x="31895" y="106725"/>
                </a:lnTo>
                <a:cubicBezTo>
                  <a:pt x="31895" y="115925"/>
                  <a:pt x="33122" y="121855"/>
                  <a:pt x="35575" y="124308"/>
                </a:cubicBezTo>
                <a:cubicBezTo>
                  <a:pt x="38028" y="126966"/>
                  <a:pt x="43140" y="128193"/>
                  <a:pt x="50909" y="128193"/>
                </a:cubicBezTo>
                <a:lnTo>
                  <a:pt x="69719" y="128193"/>
                </a:lnTo>
                <a:lnTo>
                  <a:pt x="69719" y="143527"/>
                </a:lnTo>
                <a:lnTo>
                  <a:pt x="50909" y="143527"/>
                </a:lnTo>
                <a:cubicBezTo>
                  <a:pt x="36597" y="143527"/>
                  <a:pt x="26783" y="140869"/>
                  <a:pt x="21468" y="135553"/>
                </a:cubicBezTo>
                <a:cubicBezTo>
                  <a:pt x="16152" y="130237"/>
                  <a:pt x="13494" y="120628"/>
                  <a:pt x="13494" y="106725"/>
                </a:cubicBezTo>
                <a:lnTo>
                  <a:pt x="13494" y="46002"/>
                </a:lnTo>
                <a:lnTo>
                  <a:pt x="0" y="46002"/>
                </a:lnTo>
                <a:lnTo>
                  <a:pt x="0" y="31690"/>
                </a:lnTo>
                <a:lnTo>
                  <a:pt x="13494" y="31690"/>
                </a:lnTo>
                <a:lnTo>
                  <a:pt x="13494" y="0"/>
                </a:lnTo>
                <a:lnTo>
                  <a:pt x="318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9527D-B596-4BA2-B433-ED345E9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794" y="3205817"/>
            <a:ext cx="93640" cy="155385"/>
          </a:xfrm>
          <a:custGeom xmlns:a="http://schemas.openxmlformats.org/drawingml/2006/main">
            <a:pathLst>
              <a:path w="93640" h="155385">
                <a:moveTo>
                  <a:pt x="93640" y="87915"/>
                </a:moveTo>
                <a:lnTo>
                  <a:pt x="93640" y="155385"/>
                </a:lnTo>
                <a:lnTo>
                  <a:pt x="75239" y="155385"/>
                </a:lnTo>
                <a:lnTo>
                  <a:pt x="75239" y="88529"/>
                </a:lnTo>
                <a:cubicBezTo>
                  <a:pt x="75239" y="77897"/>
                  <a:pt x="72990" y="70128"/>
                  <a:pt x="68901" y="64812"/>
                </a:cubicBezTo>
                <a:cubicBezTo>
                  <a:pt x="64812" y="59496"/>
                  <a:pt x="58678" y="56838"/>
                  <a:pt x="50500" y="56838"/>
                </a:cubicBezTo>
                <a:cubicBezTo>
                  <a:pt x="40482" y="56838"/>
                  <a:pt x="32713" y="60110"/>
                  <a:pt x="26988" y="66448"/>
                </a:cubicBezTo>
                <a:cubicBezTo>
                  <a:pt x="21263" y="72786"/>
                  <a:pt x="18401" y="81373"/>
                  <a:pt x="18401" y="92209"/>
                </a:cubicBezTo>
                <a:lnTo>
                  <a:pt x="18401" y="155385"/>
                </a:lnTo>
                <a:lnTo>
                  <a:pt x="0" y="155385"/>
                </a:lnTo>
                <a:lnTo>
                  <a:pt x="0" y="0"/>
                </a:lnTo>
                <a:lnTo>
                  <a:pt x="18401" y="0"/>
                </a:lnTo>
                <a:lnTo>
                  <a:pt x="18401" y="60927"/>
                </a:lnTo>
                <a:cubicBezTo>
                  <a:pt x="22694" y="54385"/>
                  <a:pt x="27806" y="49273"/>
                  <a:pt x="33939" y="46002"/>
                </a:cubicBezTo>
                <a:cubicBezTo>
                  <a:pt x="39869" y="42731"/>
                  <a:pt x="46820" y="40891"/>
                  <a:pt x="54589" y="40891"/>
                </a:cubicBezTo>
                <a:cubicBezTo>
                  <a:pt x="67265" y="40891"/>
                  <a:pt x="77079" y="44980"/>
                  <a:pt x="83622" y="52954"/>
                </a:cubicBezTo>
                <a:cubicBezTo>
                  <a:pt x="90164" y="60927"/>
                  <a:pt x="93640" y="72581"/>
                  <a:pt x="93640" y="879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77233-4CA8-4923-A99A-86AE7BCB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058" y="3246708"/>
            <a:ext cx="103658" cy="117152"/>
          </a:xfrm>
          <a:custGeom xmlns:a="http://schemas.openxmlformats.org/drawingml/2006/main">
            <a:pathLst>
              <a:path w="103658" h="117152">
                <a:moveTo>
                  <a:pt x="103658" y="53976"/>
                </a:moveTo>
                <a:lnTo>
                  <a:pt x="103658" y="62972"/>
                </a:lnTo>
                <a:lnTo>
                  <a:pt x="19219" y="62972"/>
                </a:lnTo>
                <a:cubicBezTo>
                  <a:pt x="20037" y="75648"/>
                  <a:pt x="23717" y="85462"/>
                  <a:pt x="30668" y="92004"/>
                </a:cubicBezTo>
                <a:cubicBezTo>
                  <a:pt x="37415" y="98547"/>
                  <a:pt x="46820" y="101818"/>
                  <a:pt x="59087" y="101818"/>
                </a:cubicBezTo>
                <a:cubicBezTo>
                  <a:pt x="66039" y="101818"/>
                  <a:pt x="72990" y="101000"/>
                  <a:pt x="79533" y="99365"/>
                </a:cubicBezTo>
                <a:cubicBezTo>
                  <a:pt x="86075" y="97729"/>
                  <a:pt x="92822" y="95071"/>
                  <a:pt x="99365" y="91391"/>
                </a:cubicBezTo>
                <a:lnTo>
                  <a:pt x="99365" y="108770"/>
                </a:lnTo>
                <a:cubicBezTo>
                  <a:pt x="92822" y="111632"/>
                  <a:pt x="86075" y="113881"/>
                  <a:pt x="79124" y="115108"/>
                </a:cubicBezTo>
                <a:cubicBezTo>
                  <a:pt x="72172" y="116334"/>
                  <a:pt x="65016" y="117152"/>
                  <a:pt x="58065" y="117152"/>
                </a:cubicBezTo>
                <a:cubicBezTo>
                  <a:pt x="40073" y="117152"/>
                  <a:pt x="25966" y="112041"/>
                  <a:pt x="15539" y="101818"/>
                </a:cubicBezTo>
                <a:cubicBezTo>
                  <a:pt x="5111" y="91595"/>
                  <a:pt x="0" y="77488"/>
                  <a:pt x="0" y="59701"/>
                </a:cubicBezTo>
                <a:cubicBezTo>
                  <a:pt x="0" y="41504"/>
                  <a:pt x="4907" y="26988"/>
                  <a:pt x="14721" y="16152"/>
                </a:cubicBezTo>
                <a:cubicBezTo>
                  <a:pt x="24534" y="5520"/>
                  <a:pt x="38028" y="0"/>
                  <a:pt x="54794" y="0"/>
                </a:cubicBezTo>
                <a:cubicBezTo>
                  <a:pt x="69923" y="0"/>
                  <a:pt x="81782" y="4907"/>
                  <a:pt x="90573" y="14516"/>
                </a:cubicBezTo>
                <a:cubicBezTo>
                  <a:pt x="99160" y="24330"/>
                  <a:pt x="103658" y="37415"/>
                  <a:pt x="103658" y="53976"/>
                </a:cubicBezTo>
                <a:close/>
                <a:moveTo>
                  <a:pt x="85257" y="48660"/>
                </a:moveTo>
                <a:cubicBezTo>
                  <a:pt x="85053" y="38642"/>
                  <a:pt x="82191" y="30668"/>
                  <a:pt x="76875" y="24534"/>
                </a:cubicBezTo>
                <a:cubicBezTo>
                  <a:pt x="71354" y="18605"/>
                  <a:pt x="63994" y="15539"/>
                  <a:pt x="54998" y="15539"/>
                </a:cubicBezTo>
                <a:cubicBezTo>
                  <a:pt x="44775" y="15539"/>
                  <a:pt x="36597" y="18605"/>
                  <a:pt x="30464" y="24330"/>
                </a:cubicBezTo>
                <a:cubicBezTo>
                  <a:pt x="24330" y="30055"/>
                  <a:pt x="20650" y="38233"/>
                  <a:pt x="19832" y="48660"/>
                </a:cubicBezTo>
                <a:lnTo>
                  <a:pt x="85257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5F4F6-6B49-4F69-9431-E72526F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173" y="3205817"/>
            <a:ext cx="99160" cy="155385"/>
          </a:xfrm>
          <a:custGeom xmlns:a="http://schemas.openxmlformats.org/drawingml/2006/main">
            <a:pathLst>
              <a:path w="99160" h="155385">
                <a:moveTo>
                  <a:pt x="0" y="0"/>
                </a:moveTo>
                <a:lnTo>
                  <a:pt x="18401" y="0"/>
                </a:lnTo>
                <a:lnTo>
                  <a:pt x="18401" y="91800"/>
                </a:lnTo>
                <a:lnTo>
                  <a:pt x="73195" y="43549"/>
                </a:lnTo>
                <a:lnTo>
                  <a:pt x="96707" y="43549"/>
                </a:lnTo>
                <a:lnTo>
                  <a:pt x="37415" y="95889"/>
                </a:lnTo>
                <a:lnTo>
                  <a:pt x="99160" y="155385"/>
                </a:lnTo>
                <a:lnTo>
                  <a:pt x="75239" y="155385"/>
                </a:lnTo>
                <a:lnTo>
                  <a:pt x="18401" y="100796"/>
                </a:lnTo>
                <a:lnTo>
                  <a:pt x="18401" y="155385"/>
                </a:lnTo>
                <a:lnTo>
                  <a:pt x="0" y="1553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032EB-8E59-4112-9935-1F98A6A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093" y="3246708"/>
            <a:ext cx="103658" cy="117152"/>
          </a:xfrm>
          <a:custGeom xmlns:a="http://schemas.openxmlformats.org/drawingml/2006/main">
            <a:pathLst>
              <a:path w="103658" h="117152">
                <a:moveTo>
                  <a:pt x="103658" y="53976"/>
                </a:moveTo>
                <a:lnTo>
                  <a:pt x="103658" y="62972"/>
                </a:lnTo>
                <a:lnTo>
                  <a:pt x="19219" y="62972"/>
                </a:lnTo>
                <a:cubicBezTo>
                  <a:pt x="20037" y="75648"/>
                  <a:pt x="23717" y="85462"/>
                  <a:pt x="30668" y="92004"/>
                </a:cubicBezTo>
                <a:cubicBezTo>
                  <a:pt x="37415" y="98547"/>
                  <a:pt x="46820" y="101818"/>
                  <a:pt x="59087" y="101818"/>
                </a:cubicBezTo>
                <a:cubicBezTo>
                  <a:pt x="66039" y="101818"/>
                  <a:pt x="72990" y="101000"/>
                  <a:pt x="79533" y="99365"/>
                </a:cubicBezTo>
                <a:cubicBezTo>
                  <a:pt x="86075" y="97729"/>
                  <a:pt x="92822" y="95071"/>
                  <a:pt x="99365" y="91391"/>
                </a:cubicBezTo>
                <a:lnTo>
                  <a:pt x="99365" y="108770"/>
                </a:lnTo>
                <a:cubicBezTo>
                  <a:pt x="92822" y="111632"/>
                  <a:pt x="86075" y="113881"/>
                  <a:pt x="79124" y="115108"/>
                </a:cubicBezTo>
                <a:cubicBezTo>
                  <a:pt x="72172" y="116334"/>
                  <a:pt x="65016" y="117152"/>
                  <a:pt x="58065" y="117152"/>
                </a:cubicBezTo>
                <a:cubicBezTo>
                  <a:pt x="40073" y="117152"/>
                  <a:pt x="25966" y="112041"/>
                  <a:pt x="15539" y="101818"/>
                </a:cubicBezTo>
                <a:cubicBezTo>
                  <a:pt x="5111" y="91595"/>
                  <a:pt x="0" y="77488"/>
                  <a:pt x="0" y="59701"/>
                </a:cubicBezTo>
                <a:cubicBezTo>
                  <a:pt x="0" y="41504"/>
                  <a:pt x="4907" y="26988"/>
                  <a:pt x="14721" y="16152"/>
                </a:cubicBezTo>
                <a:cubicBezTo>
                  <a:pt x="24534" y="5520"/>
                  <a:pt x="38028" y="0"/>
                  <a:pt x="54794" y="0"/>
                </a:cubicBezTo>
                <a:cubicBezTo>
                  <a:pt x="69923" y="0"/>
                  <a:pt x="81782" y="4907"/>
                  <a:pt x="90573" y="14516"/>
                </a:cubicBezTo>
                <a:cubicBezTo>
                  <a:pt x="99160" y="24330"/>
                  <a:pt x="103658" y="37415"/>
                  <a:pt x="103658" y="53976"/>
                </a:cubicBezTo>
                <a:close/>
                <a:moveTo>
                  <a:pt x="85257" y="48660"/>
                </a:moveTo>
                <a:cubicBezTo>
                  <a:pt x="85053" y="38642"/>
                  <a:pt x="82191" y="30668"/>
                  <a:pt x="76875" y="24534"/>
                </a:cubicBezTo>
                <a:cubicBezTo>
                  <a:pt x="71354" y="18605"/>
                  <a:pt x="63994" y="15539"/>
                  <a:pt x="54998" y="15539"/>
                </a:cubicBezTo>
                <a:cubicBezTo>
                  <a:pt x="44775" y="15539"/>
                  <a:pt x="36597" y="18605"/>
                  <a:pt x="30464" y="24330"/>
                </a:cubicBezTo>
                <a:cubicBezTo>
                  <a:pt x="24330" y="30055"/>
                  <a:pt x="20650" y="38233"/>
                  <a:pt x="19832" y="48660"/>
                </a:cubicBezTo>
                <a:lnTo>
                  <a:pt x="85257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BB51D-BA79-4B16-8A90-3FC3E0A8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721" y="3249365"/>
            <a:ext cx="108770" cy="154158"/>
          </a:xfrm>
          <a:custGeom xmlns:a="http://schemas.openxmlformats.org/drawingml/2006/main">
            <a:pathLst>
              <a:path w="108770" h="154158">
                <a:moveTo>
                  <a:pt x="59701" y="122059"/>
                </a:moveTo>
                <a:cubicBezTo>
                  <a:pt x="54385" y="135144"/>
                  <a:pt x="49273" y="143936"/>
                  <a:pt x="44367" y="148025"/>
                </a:cubicBezTo>
                <a:cubicBezTo>
                  <a:pt x="39460" y="152114"/>
                  <a:pt x="32917" y="154158"/>
                  <a:pt x="24739" y="154158"/>
                </a:cubicBezTo>
                <a:lnTo>
                  <a:pt x="10018" y="154158"/>
                </a:lnTo>
                <a:lnTo>
                  <a:pt x="10018" y="138824"/>
                </a:lnTo>
                <a:lnTo>
                  <a:pt x="20854" y="138824"/>
                </a:lnTo>
                <a:cubicBezTo>
                  <a:pt x="25761" y="138824"/>
                  <a:pt x="29646" y="137598"/>
                  <a:pt x="32508" y="135144"/>
                </a:cubicBezTo>
                <a:cubicBezTo>
                  <a:pt x="35371" y="132691"/>
                  <a:pt x="38437" y="127170"/>
                  <a:pt x="41913" y="118174"/>
                </a:cubicBezTo>
                <a:lnTo>
                  <a:pt x="45184" y="109996"/>
                </a:lnTo>
                <a:lnTo>
                  <a:pt x="0" y="0"/>
                </a:lnTo>
                <a:lnTo>
                  <a:pt x="19423" y="0"/>
                </a:lnTo>
                <a:lnTo>
                  <a:pt x="54385" y="87506"/>
                </a:lnTo>
                <a:lnTo>
                  <a:pt x="89346" y="0"/>
                </a:lnTo>
                <a:lnTo>
                  <a:pt x="108770" y="0"/>
                </a:lnTo>
                <a:lnTo>
                  <a:pt x="59701" y="1220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B5A29-223E-4D5F-A2AF-696AE10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8246" y="3205817"/>
            <a:ext cx="99978" cy="158043"/>
          </a:xfrm>
          <a:custGeom xmlns:a="http://schemas.openxmlformats.org/drawingml/2006/main">
            <a:pathLst>
              <a:path w="99978" h="158043">
                <a:moveTo>
                  <a:pt x="80964" y="99569"/>
                </a:moveTo>
                <a:cubicBezTo>
                  <a:pt x="80964" y="86075"/>
                  <a:pt x="78101" y="75648"/>
                  <a:pt x="72581" y="67879"/>
                </a:cubicBezTo>
                <a:cubicBezTo>
                  <a:pt x="66856" y="60110"/>
                  <a:pt x="59292" y="56225"/>
                  <a:pt x="49682" y="56225"/>
                </a:cubicBezTo>
                <a:cubicBezTo>
                  <a:pt x="39869" y="56225"/>
                  <a:pt x="32304" y="60110"/>
                  <a:pt x="26783" y="67879"/>
                </a:cubicBezTo>
                <a:cubicBezTo>
                  <a:pt x="21059" y="75648"/>
                  <a:pt x="18401" y="86075"/>
                  <a:pt x="18401" y="99569"/>
                </a:cubicBezTo>
                <a:cubicBezTo>
                  <a:pt x="18401" y="113063"/>
                  <a:pt x="21059" y="123695"/>
                  <a:pt x="26783" y="131464"/>
                </a:cubicBezTo>
                <a:cubicBezTo>
                  <a:pt x="32304" y="139233"/>
                  <a:pt x="39869" y="142913"/>
                  <a:pt x="49682" y="142913"/>
                </a:cubicBezTo>
                <a:cubicBezTo>
                  <a:pt x="59292" y="142913"/>
                  <a:pt x="66856" y="139233"/>
                  <a:pt x="72581" y="131464"/>
                </a:cubicBezTo>
                <a:cubicBezTo>
                  <a:pt x="78101" y="123695"/>
                  <a:pt x="80964" y="113063"/>
                  <a:pt x="80964" y="99569"/>
                </a:cubicBezTo>
                <a:close/>
                <a:moveTo>
                  <a:pt x="18401" y="60518"/>
                </a:moveTo>
                <a:cubicBezTo>
                  <a:pt x="22081" y="53976"/>
                  <a:pt x="26988" y="49069"/>
                  <a:pt x="32917" y="45798"/>
                </a:cubicBezTo>
                <a:cubicBezTo>
                  <a:pt x="38846" y="42526"/>
                  <a:pt x="46002" y="40891"/>
                  <a:pt x="54180" y="40891"/>
                </a:cubicBezTo>
                <a:cubicBezTo>
                  <a:pt x="67674" y="40891"/>
                  <a:pt x="78715" y="46411"/>
                  <a:pt x="87302" y="57043"/>
                </a:cubicBezTo>
                <a:cubicBezTo>
                  <a:pt x="95685" y="67879"/>
                  <a:pt x="99978" y="81986"/>
                  <a:pt x="99978" y="99569"/>
                </a:cubicBezTo>
                <a:cubicBezTo>
                  <a:pt x="99978" y="117152"/>
                  <a:pt x="95685" y="131464"/>
                  <a:pt x="87302" y="142096"/>
                </a:cubicBezTo>
                <a:cubicBezTo>
                  <a:pt x="78715" y="152727"/>
                  <a:pt x="67674" y="158043"/>
                  <a:pt x="54180" y="158043"/>
                </a:cubicBezTo>
                <a:cubicBezTo>
                  <a:pt x="46002" y="158043"/>
                  <a:pt x="38846" y="156407"/>
                  <a:pt x="32917" y="153341"/>
                </a:cubicBezTo>
                <a:cubicBezTo>
                  <a:pt x="26988" y="150274"/>
                  <a:pt x="22081" y="145367"/>
                  <a:pt x="18401" y="138620"/>
                </a:cubicBezTo>
                <a:lnTo>
                  <a:pt x="18401" y="155385"/>
                </a:lnTo>
                <a:lnTo>
                  <a:pt x="0" y="155385"/>
                </a:lnTo>
                <a:lnTo>
                  <a:pt x="0" y="0"/>
                </a:lnTo>
                <a:lnTo>
                  <a:pt x="18401" y="0"/>
                </a:lnTo>
                <a:lnTo>
                  <a:pt x="18401" y="605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FFC7D-BDB2-40B7-B75D-50CF447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603" y="3249365"/>
            <a:ext cx="108770" cy="154158"/>
          </a:xfrm>
          <a:custGeom xmlns:a="http://schemas.openxmlformats.org/drawingml/2006/main">
            <a:pathLst>
              <a:path w="108770" h="154158">
                <a:moveTo>
                  <a:pt x="59701" y="122059"/>
                </a:moveTo>
                <a:cubicBezTo>
                  <a:pt x="54385" y="135144"/>
                  <a:pt x="49273" y="143936"/>
                  <a:pt x="44367" y="148025"/>
                </a:cubicBezTo>
                <a:cubicBezTo>
                  <a:pt x="39460" y="152114"/>
                  <a:pt x="32917" y="154158"/>
                  <a:pt x="24739" y="154158"/>
                </a:cubicBezTo>
                <a:lnTo>
                  <a:pt x="10018" y="154158"/>
                </a:lnTo>
                <a:lnTo>
                  <a:pt x="10018" y="138824"/>
                </a:lnTo>
                <a:lnTo>
                  <a:pt x="20854" y="138824"/>
                </a:lnTo>
                <a:cubicBezTo>
                  <a:pt x="25761" y="138824"/>
                  <a:pt x="29646" y="137598"/>
                  <a:pt x="32508" y="135144"/>
                </a:cubicBezTo>
                <a:cubicBezTo>
                  <a:pt x="35371" y="132691"/>
                  <a:pt x="38437" y="127170"/>
                  <a:pt x="41913" y="118174"/>
                </a:cubicBezTo>
                <a:lnTo>
                  <a:pt x="45184" y="109996"/>
                </a:lnTo>
                <a:lnTo>
                  <a:pt x="0" y="0"/>
                </a:lnTo>
                <a:lnTo>
                  <a:pt x="19423" y="0"/>
                </a:lnTo>
                <a:lnTo>
                  <a:pt x="54385" y="87506"/>
                </a:lnTo>
                <a:lnTo>
                  <a:pt x="89346" y="0"/>
                </a:lnTo>
                <a:lnTo>
                  <a:pt x="108770" y="0"/>
                </a:lnTo>
                <a:lnTo>
                  <a:pt x="59701" y="1220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4ECF3-BEB5-4707-90EF-18A7B61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026" y="3217675"/>
            <a:ext cx="69719" cy="143527"/>
          </a:xfrm>
          <a:custGeom xmlns:a="http://schemas.openxmlformats.org/drawingml/2006/main">
            <a:pathLst>
              <a:path w="69719" h="143527">
                <a:moveTo>
                  <a:pt x="31895" y="0"/>
                </a:moveTo>
                <a:lnTo>
                  <a:pt x="31895" y="31690"/>
                </a:lnTo>
                <a:lnTo>
                  <a:pt x="69719" y="31690"/>
                </a:lnTo>
                <a:lnTo>
                  <a:pt x="69719" y="46002"/>
                </a:lnTo>
                <a:lnTo>
                  <a:pt x="31895" y="46002"/>
                </a:lnTo>
                <a:lnTo>
                  <a:pt x="31895" y="106725"/>
                </a:lnTo>
                <a:cubicBezTo>
                  <a:pt x="31895" y="115925"/>
                  <a:pt x="33122" y="121855"/>
                  <a:pt x="35575" y="124308"/>
                </a:cubicBezTo>
                <a:cubicBezTo>
                  <a:pt x="38028" y="126966"/>
                  <a:pt x="43140" y="128193"/>
                  <a:pt x="50909" y="128193"/>
                </a:cubicBezTo>
                <a:lnTo>
                  <a:pt x="69719" y="128193"/>
                </a:lnTo>
                <a:lnTo>
                  <a:pt x="69719" y="143527"/>
                </a:lnTo>
                <a:lnTo>
                  <a:pt x="50909" y="143527"/>
                </a:lnTo>
                <a:cubicBezTo>
                  <a:pt x="36597" y="143527"/>
                  <a:pt x="26783" y="140869"/>
                  <a:pt x="21468" y="135553"/>
                </a:cubicBezTo>
                <a:cubicBezTo>
                  <a:pt x="16152" y="130237"/>
                  <a:pt x="13494" y="120628"/>
                  <a:pt x="13494" y="106725"/>
                </a:cubicBezTo>
                <a:lnTo>
                  <a:pt x="13494" y="46002"/>
                </a:lnTo>
                <a:lnTo>
                  <a:pt x="0" y="46002"/>
                </a:lnTo>
                <a:lnTo>
                  <a:pt x="0" y="31690"/>
                </a:lnTo>
                <a:lnTo>
                  <a:pt x="13494" y="31690"/>
                </a:lnTo>
                <a:lnTo>
                  <a:pt x="13494" y="0"/>
                </a:lnTo>
                <a:lnTo>
                  <a:pt x="318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6BE3E-FCF6-4166-8978-5672057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97" y="3246708"/>
            <a:ext cx="103658" cy="117152"/>
          </a:xfrm>
          <a:custGeom xmlns:a="http://schemas.openxmlformats.org/drawingml/2006/main">
            <a:pathLst>
              <a:path w="103658" h="117152">
                <a:moveTo>
                  <a:pt x="103658" y="53976"/>
                </a:moveTo>
                <a:lnTo>
                  <a:pt x="103658" y="62972"/>
                </a:lnTo>
                <a:lnTo>
                  <a:pt x="19219" y="62972"/>
                </a:lnTo>
                <a:cubicBezTo>
                  <a:pt x="20037" y="75648"/>
                  <a:pt x="23717" y="85462"/>
                  <a:pt x="30668" y="92004"/>
                </a:cubicBezTo>
                <a:cubicBezTo>
                  <a:pt x="37415" y="98547"/>
                  <a:pt x="46820" y="101818"/>
                  <a:pt x="59087" y="101818"/>
                </a:cubicBezTo>
                <a:cubicBezTo>
                  <a:pt x="66039" y="101818"/>
                  <a:pt x="72990" y="101000"/>
                  <a:pt x="79533" y="99365"/>
                </a:cubicBezTo>
                <a:cubicBezTo>
                  <a:pt x="86075" y="97729"/>
                  <a:pt x="92822" y="95071"/>
                  <a:pt x="99365" y="91391"/>
                </a:cubicBezTo>
                <a:lnTo>
                  <a:pt x="99365" y="108770"/>
                </a:lnTo>
                <a:cubicBezTo>
                  <a:pt x="92822" y="111632"/>
                  <a:pt x="86075" y="113881"/>
                  <a:pt x="79124" y="115108"/>
                </a:cubicBezTo>
                <a:cubicBezTo>
                  <a:pt x="72172" y="116334"/>
                  <a:pt x="65016" y="117152"/>
                  <a:pt x="58065" y="117152"/>
                </a:cubicBezTo>
                <a:cubicBezTo>
                  <a:pt x="40073" y="117152"/>
                  <a:pt x="25966" y="112041"/>
                  <a:pt x="15539" y="101818"/>
                </a:cubicBezTo>
                <a:cubicBezTo>
                  <a:pt x="5111" y="91595"/>
                  <a:pt x="0" y="77488"/>
                  <a:pt x="0" y="59701"/>
                </a:cubicBezTo>
                <a:cubicBezTo>
                  <a:pt x="0" y="41504"/>
                  <a:pt x="4907" y="26988"/>
                  <a:pt x="14721" y="16152"/>
                </a:cubicBezTo>
                <a:cubicBezTo>
                  <a:pt x="24534" y="5520"/>
                  <a:pt x="38028" y="0"/>
                  <a:pt x="54794" y="0"/>
                </a:cubicBezTo>
                <a:cubicBezTo>
                  <a:pt x="69923" y="0"/>
                  <a:pt x="81782" y="4907"/>
                  <a:pt x="90573" y="14516"/>
                </a:cubicBezTo>
                <a:cubicBezTo>
                  <a:pt x="99160" y="24330"/>
                  <a:pt x="103658" y="37415"/>
                  <a:pt x="103658" y="53976"/>
                </a:cubicBezTo>
                <a:close/>
                <a:moveTo>
                  <a:pt x="85257" y="48660"/>
                </a:moveTo>
                <a:cubicBezTo>
                  <a:pt x="85053" y="38642"/>
                  <a:pt x="82191" y="30668"/>
                  <a:pt x="76875" y="24534"/>
                </a:cubicBezTo>
                <a:cubicBezTo>
                  <a:pt x="71354" y="18605"/>
                  <a:pt x="63994" y="15539"/>
                  <a:pt x="54998" y="15539"/>
                </a:cubicBezTo>
                <a:cubicBezTo>
                  <a:pt x="44775" y="15539"/>
                  <a:pt x="36597" y="18605"/>
                  <a:pt x="30464" y="24330"/>
                </a:cubicBezTo>
                <a:cubicBezTo>
                  <a:pt x="24330" y="30055"/>
                  <a:pt x="20650" y="38233"/>
                  <a:pt x="19832" y="48660"/>
                </a:cubicBezTo>
                <a:lnTo>
                  <a:pt x="85257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ACFF5-6708-4CED-8CBF-4DC9A0C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2599217"/>
            <a:ext cx="79510" cy="10"/>
          </a:xfrm>
          <a:custGeom xmlns:a="http://schemas.openxmlformats.org/drawingml/2006/main">
            <a:pathLst>
              <a:path w="79510" h="1">
                <a:moveTo>
                  <a:pt x="7951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47F80-8E14-447D-8E67-71FC5F8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2599217"/>
            <a:ext cx="79510" cy="10"/>
          </a:xfrm>
          <a:custGeom xmlns:a="http://schemas.openxmlformats.org/drawingml/2006/main">
            <a:pathLst>
              <a:path w="79510" h="1" fill="none">
                <a:moveTo>
                  <a:pt x="79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77344-5BB8-4134-BCE6-585D3BD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62" y="2525247"/>
            <a:ext cx="103045" cy="154363"/>
          </a:xfrm>
          <a:custGeom xmlns:a="http://schemas.openxmlformats.org/drawingml/2006/main">
            <a:pathLst>
              <a:path w="103045" h="154363">
                <a:moveTo>
                  <a:pt x="51522" y="15947"/>
                </a:moveTo>
                <a:cubicBezTo>
                  <a:pt x="41095" y="15947"/>
                  <a:pt x="33326" y="21059"/>
                  <a:pt x="28010" y="31281"/>
                </a:cubicBezTo>
                <a:cubicBezTo>
                  <a:pt x="22694" y="41504"/>
                  <a:pt x="20241" y="56838"/>
                  <a:pt x="20241" y="77284"/>
                </a:cubicBezTo>
                <a:cubicBezTo>
                  <a:pt x="20241" y="97729"/>
                  <a:pt x="22694" y="113063"/>
                  <a:pt x="28010" y="123286"/>
                </a:cubicBezTo>
                <a:cubicBezTo>
                  <a:pt x="33326" y="133509"/>
                  <a:pt x="41095" y="138620"/>
                  <a:pt x="51522" y="138620"/>
                </a:cubicBezTo>
                <a:cubicBezTo>
                  <a:pt x="61950" y="138620"/>
                  <a:pt x="69719" y="133509"/>
                  <a:pt x="75035" y="123286"/>
                </a:cubicBezTo>
                <a:cubicBezTo>
                  <a:pt x="80146" y="113063"/>
                  <a:pt x="82804" y="97729"/>
                  <a:pt x="82804" y="77284"/>
                </a:cubicBezTo>
                <a:cubicBezTo>
                  <a:pt x="82804" y="56838"/>
                  <a:pt x="80146" y="41504"/>
                  <a:pt x="75035" y="31281"/>
                </a:cubicBezTo>
                <a:cubicBezTo>
                  <a:pt x="69719" y="21059"/>
                  <a:pt x="61950" y="15947"/>
                  <a:pt x="51522" y="15947"/>
                </a:cubicBezTo>
                <a:close/>
                <a:moveTo>
                  <a:pt x="51522" y="0"/>
                </a:moveTo>
                <a:cubicBezTo>
                  <a:pt x="68083" y="0"/>
                  <a:pt x="80759" y="6747"/>
                  <a:pt x="89755" y="19832"/>
                </a:cubicBezTo>
                <a:cubicBezTo>
                  <a:pt x="98547" y="33122"/>
                  <a:pt x="103045" y="52340"/>
                  <a:pt x="103045" y="77284"/>
                </a:cubicBezTo>
                <a:cubicBezTo>
                  <a:pt x="103045" y="102432"/>
                  <a:pt x="98547" y="121650"/>
                  <a:pt x="89755" y="134735"/>
                </a:cubicBezTo>
                <a:cubicBezTo>
                  <a:pt x="80759" y="147820"/>
                  <a:pt x="68083" y="154363"/>
                  <a:pt x="51318" y="154363"/>
                </a:cubicBezTo>
                <a:cubicBezTo>
                  <a:pt x="34553" y="154363"/>
                  <a:pt x="21877" y="147820"/>
                  <a:pt x="13085" y="134735"/>
                </a:cubicBezTo>
                <a:cubicBezTo>
                  <a:pt x="4294" y="121650"/>
                  <a:pt x="0" y="102432"/>
                  <a:pt x="0" y="77284"/>
                </a:cubicBezTo>
                <a:cubicBezTo>
                  <a:pt x="0" y="52340"/>
                  <a:pt x="4294" y="33122"/>
                  <a:pt x="13085" y="19832"/>
                </a:cubicBezTo>
                <a:cubicBezTo>
                  <a:pt x="21877" y="6747"/>
                  <a:pt x="34757" y="0"/>
                  <a:pt x="5152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5EDFD-BF23-408D-BB09-59143783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78" y="2651600"/>
            <a:ext cx="21059" cy="25352"/>
          </a:xfrm>
          <a:custGeom xmlns:a="http://schemas.openxmlformats.org/drawingml/2006/main">
            <a:pathLst>
              <a:path w="21059" h="25352">
                <a:moveTo>
                  <a:pt x="0" y="0"/>
                </a:moveTo>
                <a:lnTo>
                  <a:pt x="21059" y="0"/>
                </a:lnTo>
                <a:lnTo>
                  <a:pt x="21059" y="25352"/>
                </a:lnTo>
                <a:lnTo>
                  <a:pt x="0" y="25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2F090-C883-4DBC-ADC3-39B22BAB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11" y="2525247"/>
            <a:ext cx="103045" cy="154363"/>
          </a:xfrm>
          <a:custGeom xmlns:a="http://schemas.openxmlformats.org/drawingml/2006/main">
            <a:pathLst>
              <a:path w="103045" h="154363">
                <a:moveTo>
                  <a:pt x="51522" y="15947"/>
                </a:moveTo>
                <a:cubicBezTo>
                  <a:pt x="41095" y="15947"/>
                  <a:pt x="33326" y="21059"/>
                  <a:pt x="28010" y="31281"/>
                </a:cubicBezTo>
                <a:cubicBezTo>
                  <a:pt x="22694" y="41504"/>
                  <a:pt x="20241" y="56838"/>
                  <a:pt x="20241" y="77284"/>
                </a:cubicBezTo>
                <a:cubicBezTo>
                  <a:pt x="20241" y="97729"/>
                  <a:pt x="22694" y="113063"/>
                  <a:pt x="28010" y="123286"/>
                </a:cubicBezTo>
                <a:cubicBezTo>
                  <a:pt x="33326" y="133509"/>
                  <a:pt x="41095" y="138620"/>
                  <a:pt x="51522" y="138620"/>
                </a:cubicBezTo>
                <a:cubicBezTo>
                  <a:pt x="61950" y="138620"/>
                  <a:pt x="69719" y="133509"/>
                  <a:pt x="75035" y="123286"/>
                </a:cubicBezTo>
                <a:cubicBezTo>
                  <a:pt x="80146" y="113063"/>
                  <a:pt x="82804" y="97729"/>
                  <a:pt x="82804" y="77284"/>
                </a:cubicBezTo>
                <a:cubicBezTo>
                  <a:pt x="82804" y="56838"/>
                  <a:pt x="80146" y="41504"/>
                  <a:pt x="75035" y="31281"/>
                </a:cubicBezTo>
                <a:cubicBezTo>
                  <a:pt x="69719" y="21059"/>
                  <a:pt x="61950" y="15947"/>
                  <a:pt x="51522" y="15947"/>
                </a:cubicBezTo>
                <a:close/>
                <a:moveTo>
                  <a:pt x="51522" y="0"/>
                </a:moveTo>
                <a:cubicBezTo>
                  <a:pt x="68083" y="0"/>
                  <a:pt x="80759" y="6747"/>
                  <a:pt x="89755" y="19832"/>
                </a:cubicBezTo>
                <a:cubicBezTo>
                  <a:pt x="98547" y="33122"/>
                  <a:pt x="103045" y="52340"/>
                  <a:pt x="103045" y="77284"/>
                </a:cubicBezTo>
                <a:cubicBezTo>
                  <a:pt x="103045" y="102432"/>
                  <a:pt x="98547" y="121650"/>
                  <a:pt x="89755" y="134735"/>
                </a:cubicBezTo>
                <a:cubicBezTo>
                  <a:pt x="80759" y="147820"/>
                  <a:pt x="68083" y="154363"/>
                  <a:pt x="51318" y="154363"/>
                </a:cubicBezTo>
                <a:cubicBezTo>
                  <a:pt x="34553" y="154363"/>
                  <a:pt x="21877" y="147820"/>
                  <a:pt x="13085" y="134735"/>
                </a:cubicBezTo>
                <a:cubicBezTo>
                  <a:pt x="4294" y="121650"/>
                  <a:pt x="0" y="102432"/>
                  <a:pt x="0" y="77284"/>
                </a:cubicBezTo>
                <a:cubicBezTo>
                  <a:pt x="0" y="52340"/>
                  <a:pt x="4294" y="33122"/>
                  <a:pt x="13085" y="19832"/>
                </a:cubicBezTo>
                <a:cubicBezTo>
                  <a:pt x="21877" y="6747"/>
                  <a:pt x="34757" y="0"/>
                  <a:pt x="5152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A199E-36EF-43BA-94BD-FBF7FCE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1986062"/>
            <a:ext cx="79510" cy="10"/>
          </a:xfrm>
          <a:custGeom xmlns:a="http://schemas.openxmlformats.org/drawingml/2006/main">
            <a:pathLst>
              <a:path w="79510" h="1">
                <a:moveTo>
                  <a:pt x="7951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C4E38-AB52-4CD3-BD37-6276D21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1986062"/>
            <a:ext cx="79510" cy="10"/>
          </a:xfrm>
          <a:custGeom xmlns:a="http://schemas.openxmlformats.org/drawingml/2006/main">
            <a:pathLst>
              <a:path w="79510" h="1" fill="none">
                <a:moveTo>
                  <a:pt x="79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8259F-2A8E-49FC-B7A6-192075A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62" y="1912092"/>
            <a:ext cx="103045" cy="154363"/>
          </a:xfrm>
          <a:custGeom xmlns:a="http://schemas.openxmlformats.org/drawingml/2006/main">
            <a:pathLst>
              <a:path w="103045" h="154363">
                <a:moveTo>
                  <a:pt x="51522" y="15947"/>
                </a:moveTo>
                <a:cubicBezTo>
                  <a:pt x="41095" y="15947"/>
                  <a:pt x="33326" y="21059"/>
                  <a:pt x="28010" y="31281"/>
                </a:cubicBezTo>
                <a:cubicBezTo>
                  <a:pt x="22694" y="41504"/>
                  <a:pt x="20241" y="56838"/>
                  <a:pt x="20241" y="77284"/>
                </a:cubicBezTo>
                <a:cubicBezTo>
                  <a:pt x="20241" y="97729"/>
                  <a:pt x="22694" y="113063"/>
                  <a:pt x="28010" y="123286"/>
                </a:cubicBezTo>
                <a:cubicBezTo>
                  <a:pt x="33326" y="133509"/>
                  <a:pt x="41095" y="138620"/>
                  <a:pt x="51522" y="138620"/>
                </a:cubicBezTo>
                <a:cubicBezTo>
                  <a:pt x="61950" y="138620"/>
                  <a:pt x="69719" y="133509"/>
                  <a:pt x="75035" y="123286"/>
                </a:cubicBezTo>
                <a:cubicBezTo>
                  <a:pt x="80146" y="113063"/>
                  <a:pt x="82804" y="97729"/>
                  <a:pt x="82804" y="77284"/>
                </a:cubicBezTo>
                <a:cubicBezTo>
                  <a:pt x="82804" y="56838"/>
                  <a:pt x="80146" y="41504"/>
                  <a:pt x="75035" y="31281"/>
                </a:cubicBezTo>
                <a:cubicBezTo>
                  <a:pt x="69719" y="21059"/>
                  <a:pt x="61950" y="15947"/>
                  <a:pt x="51522" y="15947"/>
                </a:cubicBezTo>
                <a:close/>
                <a:moveTo>
                  <a:pt x="51522" y="0"/>
                </a:moveTo>
                <a:cubicBezTo>
                  <a:pt x="68083" y="0"/>
                  <a:pt x="80759" y="6747"/>
                  <a:pt x="89755" y="19832"/>
                </a:cubicBezTo>
                <a:cubicBezTo>
                  <a:pt x="98547" y="33122"/>
                  <a:pt x="103045" y="52340"/>
                  <a:pt x="103045" y="77284"/>
                </a:cubicBezTo>
                <a:cubicBezTo>
                  <a:pt x="103045" y="102432"/>
                  <a:pt x="98547" y="121650"/>
                  <a:pt x="89755" y="134735"/>
                </a:cubicBezTo>
                <a:cubicBezTo>
                  <a:pt x="80759" y="147820"/>
                  <a:pt x="68083" y="154363"/>
                  <a:pt x="51318" y="154363"/>
                </a:cubicBezTo>
                <a:cubicBezTo>
                  <a:pt x="34553" y="154363"/>
                  <a:pt x="21877" y="147820"/>
                  <a:pt x="13085" y="134735"/>
                </a:cubicBezTo>
                <a:cubicBezTo>
                  <a:pt x="4294" y="121650"/>
                  <a:pt x="0" y="102432"/>
                  <a:pt x="0" y="77284"/>
                </a:cubicBezTo>
                <a:cubicBezTo>
                  <a:pt x="0" y="52340"/>
                  <a:pt x="4294" y="33122"/>
                  <a:pt x="13085" y="19832"/>
                </a:cubicBezTo>
                <a:cubicBezTo>
                  <a:pt x="21877" y="6747"/>
                  <a:pt x="34757" y="0"/>
                  <a:pt x="5152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CF98F-4D5E-49DD-9945-03FFE36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78" y="2038444"/>
            <a:ext cx="21059" cy="25352"/>
          </a:xfrm>
          <a:custGeom xmlns:a="http://schemas.openxmlformats.org/drawingml/2006/main">
            <a:pathLst>
              <a:path w="21059" h="25352">
                <a:moveTo>
                  <a:pt x="0" y="0"/>
                </a:moveTo>
                <a:lnTo>
                  <a:pt x="21059" y="0"/>
                </a:lnTo>
                <a:lnTo>
                  <a:pt x="21059" y="25352"/>
                </a:lnTo>
                <a:lnTo>
                  <a:pt x="0" y="25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F0489-723D-4948-9BDF-F64A9E74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43" y="1912092"/>
            <a:ext cx="94662" cy="151705"/>
          </a:xfrm>
          <a:custGeom xmlns:a="http://schemas.openxmlformats.org/drawingml/2006/main">
            <a:pathLst>
              <a:path w="94662" h="151705">
                <a:moveTo>
                  <a:pt x="24330" y="134735"/>
                </a:moveTo>
                <a:lnTo>
                  <a:pt x="94662" y="134735"/>
                </a:lnTo>
                <a:lnTo>
                  <a:pt x="94662" y="151705"/>
                </a:lnTo>
                <a:lnTo>
                  <a:pt x="0" y="151705"/>
                </a:lnTo>
                <a:lnTo>
                  <a:pt x="0" y="134735"/>
                </a:lnTo>
                <a:cubicBezTo>
                  <a:pt x="7565" y="126966"/>
                  <a:pt x="17992" y="116334"/>
                  <a:pt x="31281" y="102840"/>
                </a:cubicBezTo>
                <a:cubicBezTo>
                  <a:pt x="44367" y="89551"/>
                  <a:pt x="52749" y="80964"/>
                  <a:pt x="56225" y="77079"/>
                </a:cubicBezTo>
                <a:cubicBezTo>
                  <a:pt x="62767" y="69923"/>
                  <a:pt x="67265" y="63790"/>
                  <a:pt x="69719" y="58678"/>
                </a:cubicBezTo>
                <a:cubicBezTo>
                  <a:pt x="72172" y="53771"/>
                  <a:pt x="73603" y="48660"/>
                  <a:pt x="73603" y="43753"/>
                </a:cubicBezTo>
                <a:cubicBezTo>
                  <a:pt x="73603" y="35984"/>
                  <a:pt x="70741" y="29441"/>
                  <a:pt x="65221" y="24534"/>
                </a:cubicBezTo>
                <a:cubicBezTo>
                  <a:pt x="59701" y="19628"/>
                  <a:pt x="52545" y="16970"/>
                  <a:pt x="43549" y="16970"/>
                </a:cubicBezTo>
                <a:cubicBezTo>
                  <a:pt x="37211" y="16970"/>
                  <a:pt x="30464" y="18196"/>
                  <a:pt x="23512" y="20241"/>
                </a:cubicBezTo>
                <a:cubicBezTo>
                  <a:pt x="16561" y="22490"/>
                  <a:pt x="8996" y="25761"/>
                  <a:pt x="1022" y="30259"/>
                </a:cubicBezTo>
                <a:lnTo>
                  <a:pt x="1022" y="9814"/>
                </a:lnTo>
                <a:cubicBezTo>
                  <a:pt x="9200" y="6543"/>
                  <a:pt x="16765" y="4089"/>
                  <a:pt x="23717" y="2453"/>
                </a:cubicBezTo>
                <a:cubicBezTo>
                  <a:pt x="30668" y="818"/>
                  <a:pt x="37211" y="0"/>
                  <a:pt x="43140" y="0"/>
                </a:cubicBezTo>
                <a:cubicBezTo>
                  <a:pt x="58474" y="0"/>
                  <a:pt x="70741" y="3885"/>
                  <a:pt x="79942" y="11654"/>
                </a:cubicBezTo>
                <a:cubicBezTo>
                  <a:pt x="89142" y="19423"/>
                  <a:pt x="93844" y="29646"/>
                  <a:pt x="93844" y="42526"/>
                </a:cubicBezTo>
                <a:cubicBezTo>
                  <a:pt x="93844" y="48660"/>
                  <a:pt x="92618" y="54589"/>
                  <a:pt x="90369" y="59905"/>
                </a:cubicBezTo>
                <a:cubicBezTo>
                  <a:pt x="88120" y="65425"/>
                  <a:pt x="84031" y="71968"/>
                  <a:pt x="77897" y="79328"/>
                </a:cubicBezTo>
                <a:cubicBezTo>
                  <a:pt x="76261" y="81373"/>
                  <a:pt x="70946" y="86893"/>
                  <a:pt x="61950" y="96093"/>
                </a:cubicBezTo>
                <a:cubicBezTo>
                  <a:pt x="52954" y="105294"/>
                  <a:pt x="40482" y="118174"/>
                  <a:pt x="24330" y="1347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95C1E-6C3E-4E87-8507-0EFA18D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1372906"/>
            <a:ext cx="79510" cy="10"/>
          </a:xfrm>
          <a:custGeom xmlns:a="http://schemas.openxmlformats.org/drawingml/2006/main">
            <a:pathLst>
              <a:path w="79510" h="1">
                <a:moveTo>
                  <a:pt x="7951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FE591-D1F4-4FD6-A8EB-BD68DECA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1372906"/>
            <a:ext cx="79510" cy="10"/>
          </a:xfrm>
          <a:custGeom xmlns:a="http://schemas.openxmlformats.org/drawingml/2006/main">
            <a:pathLst>
              <a:path w="79510" h="1" fill="none">
                <a:moveTo>
                  <a:pt x="79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1AC68-FFCF-4AE9-A13A-707EA50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62" y="1298936"/>
            <a:ext cx="103045" cy="154363"/>
          </a:xfrm>
          <a:custGeom xmlns:a="http://schemas.openxmlformats.org/drawingml/2006/main">
            <a:pathLst>
              <a:path w="103045" h="154363">
                <a:moveTo>
                  <a:pt x="51522" y="15947"/>
                </a:moveTo>
                <a:cubicBezTo>
                  <a:pt x="41095" y="15947"/>
                  <a:pt x="33326" y="21059"/>
                  <a:pt x="28010" y="31281"/>
                </a:cubicBezTo>
                <a:cubicBezTo>
                  <a:pt x="22694" y="41504"/>
                  <a:pt x="20241" y="56838"/>
                  <a:pt x="20241" y="77284"/>
                </a:cubicBezTo>
                <a:cubicBezTo>
                  <a:pt x="20241" y="97729"/>
                  <a:pt x="22694" y="113063"/>
                  <a:pt x="28010" y="123286"/>
                </a:cubicBezTo>
                <a:cubicBezTo>
                  <a:pt x="33326" y="133509"/>
                  <a:pt x="41095" y="138620"/>
                  <a:pt x="51522" y="138620"/>
                </a:cubicBezTo>
                <a:cubicBezTo>
                  <a:pt x="61950" y="138620"/>
                  <a:pt x="69719" y="133509"/>
                  <a:pt x="75035" y="123286"/>
                </a:cubicBezTo>
                <a:cubicBezTo>
                  <a:pt x="80146" y="113063"/>
                  <a:pt x="82804" y="97729"/>
                  <a:pt x="82804" y="77284"/>
                </a:cubicBezTo>
                <a:cubicBezTo>
                  <a:pt x="82804" y="56838"/>
                  <a:pt x="80146" y="41504"/>
                  <a:pt x="75035" y="31281"/>
                </a:cubicBezTo>
                <a:cubicBezTo>
                  <a:pt x="69719" y="21059"/>
                  <a:pt x="61950" y="15947"/>
                  <a:pt x="51522" y="15947"/>
                </a:cubicBezTo>
                <a:close/>
                <a:moveTo>
                  <a:pt x="51522" y="0"/>
                </a:moveTo>
                <a:cubicBezTo>
                  <a:pt x="68083" y="0"/>
                  <a:pt x="80759" y="6747"/>
                  <a:pt x="89755" y="19832"/>
                </a:cubicBezTo>
                <a:cubicBezTo>
                  <a:pt x="98547" y="33122"/>
                  <a:pt x="103045" y="52340"/>
                  <a:pt x="103045" y="77284"/>
                </a:cubicBezTo>
                <a:cubicBezTo>
                  <a:pt x="103045" y="102432"/>
                  <a:pt x="98547" y="121650"/>
                  <a:pt x="89755" y="134735"/>
                </a:cubicBezTo>
                <a:cubicBezTo>
                  <a:pt x="80759" y="147820"/>
                  <a:pt x="68083" y="154363"/>
                  <a:pt x="51318" y="154363"/>
                </a:cubicBezTo>
                <a:cubicBezTo>
                  <a:pt x="34553" y="154363"/>
                  <a:pt x="21877" y="147820"/>
                  <a:pt x="13085" y="134735"/>
                </a:cubicBezTo>
                <a:cubicBezTo>
                  <a:pt x="4294" y="121650"/>
                  <a:pt x="0" y="102432"/>
                  <a:pt x="0" y="77284"/>
                </a:cubicBezTo>
                <a:cubicBezTo>
                  <a:pt x="0" y="52340"/>
                  <a:pt x="4294" y="33122"/>
                  <a:pt x="13085" y="19832"/>
                </a:cubicBezTo>
                <a:cubicBezTo>
                  <a:pt x="21877" y="6747"/>
                  <a:pt x="34757" y="0"/>
                  <a:pt x="5152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0E295-43D7-402B-A76E-E0E6E3E3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78" y="1425289"/>
            <a:ext cx="21059" cy="25352"/>
          </a:xfrm>
          <a:custGeom xmlns:a="http://schemas.openxmlformats.org/drawingml/2006/main">
            <a:pathLst>
              <a:path w="21059" h="25352">
                <a:moveTo>
                  <a:pt x="0" y="0"/>
                </a:moveTo>
                <a:lnTo>
                  <a:pt x="21059" y="0"/>
                </a:lnTo>
                <a:lnTo>
                  <a:pt x="21059" y="25352"/>
                </a:lnTo>
                <a:lnTo>
                  <a:pt x="0" y="25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55B73-BAA7-4303-855A-5DEF448C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6" y="1301594"/>
            <a:ext cx="108565" cy="149047"/>
          </a:xfrm>
          <a:custGeom xmlns:a="http://schemas.openxmlformats.org/drawingml/2006/main">
            <a:pathLst>
              <a:path w="108565" h="149047">
                <a:moveTo>
                  <a:pt x="67265" y="17583"/>
                </a:moveTo>
                <a:lnTo>
                  <a:pt x="16356" y="97116"/>
                </a:lnTo>
                <a:lnTo>
                  <a:pt x="67265" y="97116"/>
                </a:lnTo>
                <a:lnTo>
                  <a:pt x="67265" y="17583"/>
                </a:lnTo>
                <a:close/>
                <a:moveTo>
                  <a:pt x="61950" y="0"/>
                </a:moveTo>
                <a:lnTo>
                  <a:pt x="87302" y="0"/>
                </a:lnTo>
                <a:lnTo>
                  <a:pt x="87302" y="97116"/>
                </a:lnTo>
                <a:lnTo>
                  <a:pt x="108565" y="97116"/>
                </a:lnTo>
                <a:lnTo>
                  <a:pt x="108565" y="113881"/>
                </a:lnTo>
                <a:lnTo>
                  <a:pt x="87302" y="113881"/>
                </a:lnTo>
                <a:lnTo>
                  <a:pt x="87302" y="149047"/>
                </a:lnTo>
                <a:lnTo>
                  <a:pt x="67265" y="149047"/>
                </a:lnTo>
                <a:lnTo>
                  <a:pt x="67265" y="113881"/>
                </a:lnTo>
                <a:lnTo>
                  <a:pt x="0" y="113881"/>
                </a:lnTo>
                <a:lnTo>
                  <a:pt x="0" y="94458"/>
                </a:lnTo>
                <a:lnTo>
                  <a:pt x="619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205BD-B863-4C7D-8E59-42727CA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759751"/>
            <a:ext cx="79510" cy="10"/>
          </a:xfrm>
          <a:custGeom xmlns:a="http://schemas.openxmlformats.org/drawingml/2006/main">
            <a:pathLst>
              <a:path w="79510" h="1">
                <a:moveTo>
                  <a:pt x="7951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F945D-7744-4FFA-9721-A3308259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759751"/>
            <a:ext cx="79510" cy="10"/>
          </a:xfrm>
          <a:custGeom xmlns:a="http://schemas.openxmlformats.org/drawingml/2006/main">
            <a:pathLst>
              <a:path w="79510" h="1" fill="none">
                <a:moveTo>
                  <a:pt x="79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EA99F-8D4A-4676-B6A9-39434F4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62" y="685781"/>
            <a:ext cx="103045" cy="154363"/>
          </a:xfrm>
          <a:custGeom xmlns:a="http://schemas.openxmlformats.org/drawingml/2006/main">
            <a:pathLst>
              <a:path w="103045" h="154363">
                <a:moveTo>
                  <a:pt x="51522" y="15947"/>
                </a:moveTo>
                <a:cubicBezTo>
                  <a:pt x="41095" y="15947"/>
                  <a:pt x="33326" y="21059"/>
                  <a:pt x="28010" y="31281"/>
                </a:cubicBezTo>
                <a:cubicBezTo>
                  <a:pt x="22694" y="41504"/>
                  <a:pt x="20241" y="56838"/>
                  <a:pt x="20241" y="77284"/>
                </a:cubicBezTo>
                <a:cubicBezTo>
                  <a:pt x="20241" y="97729"/>
                  <a:pt x="22694" y="113063"/>
                  <a:pt x="28010" y="123286"/>
                </a:cubicBezTo>
                <a:cubicBezTo>
                  <a:pt x="33326" y="133509"/>
                  <a:pt x="41095" y="138620"/>
                  <a:pt x="51522" y="138620"/>
                </a:cubicBezTo>
                <a:cubicBezTo>
                  <a:pt x="61950" y="138620"/>
                  <a:pt x="69719" y="133509"/>
                  <a:pt x="75035" y="123286"/>
                </a:cubicBezTo>
                <a:cubicBezTo>
                  <a:pt x="80146" y="113063"/>
                  <a:pt x="82804" y="97729"/>
                  <a:pt x="82804" y="77284"/>
                </a:cubicBezTo>
                <a:cubicBezTo>
                  <a:pt x="82804" y="56838"/>
                  <a:pt x="80146" y="41504"/>
                  <a:pt x="75035" y="31281"/>
                </a:cubicBezTo>
                <a:cubicBezTo>
                  <a:pt x="69719" y="21059"/>
                  <a:pt x="61950" y="15947"/>
                  <a:pt x="51522" y="15947"/>
                </a:cubicBezTo>
                <a:close/>
                <a:moveTo>
                  <a:pt x="51522" y="0"/>
                </a:moveTo>
                <a:cubicBezTo>
                  <a:pt x="68083" y="0"/>
                  <a:pt x="80759" y="6747"/>
                  <a:pt x="89755" y="19832"/>
                </a:cubicBezTo>
                <a:cubicBezTo>
                  <a:pt x="98547" y="33122"/>
                  <a:pt x="103045" y="52340"/>
                  <a:pt x="103045" y="77284"/>
                </a:cubicBezTo>
                <a:cubicBezTo>
                  <a:pt x="103045" y="102432"/>
                  <a:pt x="98547" y="121650"/>
                  <a:pt x="89755" y="134735"/>
                </a:cubicBezTo>
                <a:cubicBezTo>
                  <a:pt x="80759" y="147820"/>
                  <a:pt x="68083" y="154363"/>
                  <a:pt x="51318" y="154363"/>
                </a:cubicBezTo>
                <a:cubicBezTo>
                  <a:pt x="34553" y="154363"/>
                  <a:pt x="21877" y="147820"/>
                  <a:pt x="13085" y="134735"/>
                </a:cubicBezTo>
                <a:cubicBezTo>
                  <a:pt x="4294" y="121650"/>
                  <a:pt x="0" y="102432"/>
                  <a:pt x="0" y="77284"/>
                </a:cubicBezTo>
                <a:cubicBezTo>
                  <a:pt x="0" y="52340"/>
                  <a:pt x="4294" y="33122"/>
                  <a:pt x="13085" y="19832"/>
                </a:cubicBezTo>
                <a:cubicBezTo>
                  <a:pt x="21877" y="6747"/>
                  <a:pt x="34757" y="0"/>
                  <a:pt x="5152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121D2-D26F-495A-A878-5A52DAE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78" y="812134"/>
            <a:ext cx="21059" cy="25352"/>
          </a:xfrm>
          <a:custGeom xmlns:a="http://schemas.openxmlformats.org/drawingml/2006/main">
            <a:pathLst>
              <a:path w="21059" h="25352">
                <a:moveTo>
                  <a:pt x="0" y="0"/>
                </a:moveTo>
                <a:lnTo>
                  <a:pt x="21059" y="0"/>
                </a:lnTo>
                <a:lnTo>
                  <a:pt x="21059" y="25352"/>
                </a:lnTo>
                <a:lnTo>
                  <a:pt x="0" y="25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74178-755C-49CE-9C61-30533B8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29" y="685781"/>
            <a:ext cx="102840" cy="154363"/>
          </a:xfrm>
          <a:custGeom xmlns:a="http://schemas.openxmlformats.org/drawingml/2006/main">
            <a:pathLst>
              <a:path w="102840" h="154363">
                <a:moveTo>
                  <a:pt x="53158" y="69105"/>
                </a:moveTo>
                <a:cubicBezTo>
                  <a:pt x="44162" y="69105"/>
                  <a:pt x="37006" y="72377"/>
                  <a:pt x="31690" y="78510"/>
                </a:cubicBezTo>
                <a:cubicBezTo>
                  <a:pt x="26375" y="84644"/>
                  <a:pt x="23717" y="93231"/>
                  <a:pt x="23717" y="103863"/>
                </a:cubicBezTo>
                <a:cubicBezTo>
                  <a:pt x="23717" y="114699"/>
                  <a:pt x="26375" y="123286"/>
                  <a:pt x="31690" y="129419"/>
                </a:cubicBezTo>
                <a:cubicBezTo>
                  <a:pt x="37006" y="135553"/>
                  <a:pt x="44162" y="138620"/>
                  <a:pt x="53158" y="138620"/>
                </a:cubicBezTo>
                <a:cubicBezTo>
                  <a:pt x="62154" y="138620"/>
                  <a:pt x="69310" y="135553"/>
                  <a:pt x="74626" y="129419"/>
                </a:cubicBezTo>
                <a:cubicBezTo>
                  <a:pt x="79942" y="123286"/>
                  <a:pt x="82599" y="114699"/>
                  <a:pt x="82599" y="103863"/>
                </a:cubicBezTo>
                <a:cubicBezTo>
                  <a:pt x="82599" y="93231"/>
                  <a:pt x="79942" y="84644"/>
                  <a:pt x="74626" y="78510"/>
                </a:cubicBezTo>
                <a:cubicBezTo>
                  <a:pt x="69310" y="72377"/>
                  <a:pt x="62154" y="69105"/>
                  <a:pt x="53158" y="69105"/>
                </a:cubicBezTo>
                <a:close/>
                <a:moveTo>
                  <a:pt x="93231" y="5929"/>
                </a:moveTo>
                <a:lnTo>
                  <a:pt x="93231" y="24330"/>
                </a:lnTo>
                <a:cubicBezTo>
                  <a:pt x="88120" y="21877"/>
                  <a:pt x="83008" y="20037"/>
                  <a:pt x="77897" y="18810"/>
                </a:cubicBezTo>
                <a:cubicBezTo>
                  <a:pt x="72581" y="17583"/>
                  <a:pt x="67470" y="16970"/>
                  <a:pt x="62563" y="16970"/>
                </a:cubicBezTo>
                <a:cubicBezTo>
                  <a:pt x="49069" y="16970"/>
                  <a:pt x="38846" y="21468"/>
                  <a:pt x="31895" y="30464"/>
                </a:cubicBezTo>
                <a:cubicBezTo>
                  <a:pt x="24943" y="39460"/>
                  <a:pt x="20854" y="53158"/>
                  <a:pt x="20037" y="71150"/>
                </a:cubicBezTo>
                <a:cubicBezTo>
                  <a:pt x="23921" y="65425"/>
                  <a:pt x="28828" y="60927"/>
                  <a:pt x="34757" y="57861"/>
                </a:cubicBezTo>
                <a:cubicBezTo>
                  <a:pt x="40686" y="54794"/>
                  <a:pt x="47229" y="53158"/>
                  <a:pt x="54385" y="53158"/>
                </a:cubicBezTo>
                <a:cubicBezTo>
                  <a:pt x="69310" y="53158"/>
                  <a:pt x="81168" y="57861"/>
                  <a:pt x="89755" y="66856"/>
                </a:cubicBezTo>
                <a:cubicBezTo>
                  <a:pt x="98342" y="75852"/>
                  <a:pt x="102840" y="88324"/>
                  <a:pt x="102840" y="103863"/>
                </a:cubicBezTo>
                <a:cubicBezTo>
                  <a:pt x="102840" y="119197"/>
                  <a:pt x="98138" y="131464"/>
                  <a:pt x="89142" y="140664"/>
                </a:cubicBezTo>
                <a:cubicBezTo>
                  <a:pt x="80146" y="149865"/>
                  <a:pt x="68083" y="154363"/>
                  <a:pt x="53158" y="154363"/>
                </a:cubicBezTo>
                <a:cubicBezTo>
                  <a:pt x="35984" y="154363"/>
                  <a:pt x="22694" y="147820"/>
                  <a:pt x="13698" y="134735"/>
                </a:cubicBezTo>
                <a:cubicBezTo>
                  <a:pt x="4498" y="121650"/>
                  <a:pt x="0" y="102432"/>
                  <a:pt x="0" y="77284"/>
                </a:cubicBezTo>
                <a:cubicBezTo>
                  <a:pt x="0" y="53771"/>
                  <a:pt x="5520" y="34962"/>
                  <a:pt x="16765" y="21059"/>
                </a:cubicBezTo>
                <a:cubicBezTo>
                  <a:pt x="27806" y="7156"/>
                  <a:pt x="42935" y="0"/>
                  <a:pt x="61745" y="0"/>
                </a:cubicBezTo>
                <a:cubicBezTo>
                  <a:pt x="66652" y="0"/>
                  <a:pt x="71763" y="613"/>
                  <a:pt x="77079" y="1431"/>
                </a:cubicBezTo>
                <a:cubicBezTo>
                  <a:pt x="82191" y="2453"/>
                  <a:pt x="87506" y="3885"/>
                  <a:pt x="93231" y="5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6AC66-18E2-482D-9FA6-72D7F41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146595"/>
            <a:ext cx="79510" cy="10"/>
          </a:xfrm>
          <a:custGeom xmlns:a="http://schemas.openxmlformats.org/drawingml/2006/main">
            <a:pathLst>
              <a:path w="79510" h="1">
                <a:moveTo>
                  <a:pt x="7951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6E145-C614-4123-B56C-C65EF4C0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" y="146595"/>
            <a:ext cx="79510" cy="10"/>
          </a:xfrm>
          <a:custGeom xmlns:a="http://schemas.openxmlformats.org/drawingml/2006/main">
            <a:pathLst>
              <a:path w="79510" h="1" fill="none">
                <a:moveTo>
                  <a:pt x="79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flat">
            <a:solidFill>
              <a:srgbClr val="000000"/>
            </a:solidFill>
            <a:round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B8D72-9692-4404-B67B-DFB0C27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62" y="72625"/>
            <a:ext cx="103045" cy="154363"/>
          </a:xfrm>
          <a:custGeom xmlns:a="http://schemas.openxmlformats.org/drawingml/2006/main">
            <a:pathLst>
              <a:path w="103045" h="154363">
                <a:moveTo>
                  <a:pt x="51522" y="15947"/>
                </a:moveTo>
                <a:cubicBezTo>
                  <a:pt x="41095" y="15947"/>
                  <a:pt x="33326" y="21059"/>
                  <a:pt x="28010" y="31281"/>
                </a:cubicBezTo>
                <a:cubicBezTo>
                  <a:pt x="22694" y="41504"/>
                  <a:pt x="20241" y="56838"/>
                  <a:pt x="20241" y="77284"/>
                </a:cubicBezTo>
                <a:cubicBezTo>
                  <a:pt x="20241" y="97729"/>
                  <a:pt x="22694" y="113063"/>
                  <a:pt x="28010" y="123286"/>
                </a:cubicBezTo>
                <a:cubicBezTo>
                  <a:pt x="33326" y="133509"/>
                  <a:pt x="41095" y="138620"/>
                  <a:pt x="51522" y="138620"/>
                </a:cubicBezTo>
                <a:cubicBezTo>
                  <a:pt x="61950" y="138620"/>
                  <a:pt x="69719" y="133509"/>
                  <a:pt x="75035" y="123286"/>
                </a:cubicBezTo>
                <a:cubicBezTo>
                  <a:pt x="80146" y="113063"/>
                  <a:pt x="82804" y="97729"/>
                  <a:pt x="82804" y="77284"/>
                </a:cubicBezTo>
                <a:cubicBezTo>
                  <a:pt x="82804" y="56838"/>
                  <a:pt x="80146" y="41504"/>
                  <a:pt x="75035" y="31281"/>
                </a:cubicBezTo>
                <a:cubicBezTo>
                  <a:pt x="69719" y="21059"/>
                  <a:pt x="61950" y="15947"/>
                  <a:pt x="51522" y="15947"/>
                </a:cubicBezTo>
                <a:close/>
                <a:moveTo>
                  <a:pt x="51522" y="0"/>
                </a:moveTo>
                <a:cubicBezTo>
                  <a:pt x="68083" y="0"/>
                  <a:pt x="80759" y="6747"/>
                  <a:pt x="89755" y="19832"/>
                </a:cubicBezTo>
                <a:cubicBezTo>
                  <a:pt x="98547" y="33122"/>
                  <a:pt x="103045" y="52340"/>
                  <a:pt x="103045" y="77284"/>
                </a:cubicBezTo>
                <a:cubicBezTo>
                  <a:pt x="103045" y="102432"/>
                  <a:pt x="98547" y="121650"/>
                  <a:pt x="89755" y="134735"/>
                </a:cubicBezTo>
                <a:cubicBezTo>
                  <a:pt x="80759" y="147820"/>
                  <a:pt x="68083" y="154363"/>
                  <a:pt x="51318" y="154363"/>
                </a:cubicBezTo>
                <a:cubicBezTo>
                  <a:pt x="34553" y="154363"/>
                  <a:pt x="21877" y="147820"/>
                  <a:pt x="13085" y="134735"/>
                </a:cubicBezTo>
                <a:cubicBezTo>
                  <a:pt x="4294" y="121650"/>
                  <a:pt x="0" y="102432"/>
                  <a:pt x="0" y="77284"/>
                </a:cubicBezTo>
                <a:cubicBezTo>
                  <a:pt x="0" y="52340"/>
                  <a:pt x="4294" y="33122"/>
                  <a:pt x="13085" y="19832"/>
                </a:cubicBezTo>
                <a:cubicBezTo>
                  <a:pt x="21877" y="6747"/>
                  <a:pt x="34757" y="0"/>
                  <a:pt x="5152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D5543-5B39-4FCB-983F-52ADFB1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78" y="198978"/>
            <a:ext cx="21059" cy="25352"/>
          </a:xfrm>
          <a:custGeom xmlns:a="http://schemas.openxmlformats.org/drawingml/2006/main">
            <a:pathLst>
              <a:path w="21059" h="25352">
                <a:moveTo>
                  <a:pt x="0" y="0"/>
                </a:moveTo>
                <a:lnTo>
                  <a:pt x="21059" y="0"/>
                </a:lnTo>
                <a:lnTo>
                  <a:pt x="21059" y="25352"/>
                </a:lnTo>
                <a:lnTo>
                  <a:pt x="0" y="25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0E5F9-CA71-4B5B-90F0-4B069FA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0" y="72625"/>
            <a:ext cx="102227" cy="154363"/>
          </a:xfrm>
          <a:custGeom xmlns:a="http://schemas.openxmlformats.org/drawingml/2006/main">
            <a:pathLst>
              <a:path w="102227" h="154363">
                <a:moveTo>
                  <a:pt x="51114" y="80964"/>
                </a:moveTo>
                <a:cubicBezTo>
                  <a:pt x="41504" y="80964"/>
                  <a:pt x="33939" y="83622"/>
                  <a:pt x="28419" y="88733"/>
                </a:cubicBezTo>
                <a:cubicBezTo>
                  <a:pt x="22899" y="93844"/>
                  <a:pt x="20241" y="100796"/>
                  <a:pt x="20241" y="109792"/>
                </a:cubicBezTo>
                <a:cubicBezTo>
                  <a:pt x="20241" y="118788"/>
                  <a:pt x="22899" y="125944"/>
                  <a:pt x="28419" y="131055"/>
                </a:cubicBezTo>
                <a:cubicBezTo>
                  <a:pt x="33939" y="136166"/>
                  <a:pt x="41504" y="138620"/>
                  <a:pt x="51114" y="138620"/>
                </a:cubicBezTo>
                <a:cubicBezTo>
                  <a:pt x="60518" y="138620"/>
                  <a:pt x="68083" y="136166"/>
                  <a:pt x="73603" y="130851"/>
                </a:cubicBezTo>
                <a:cubicBezTo>
                  <a:pt x="79124" y="125739"/>
                  <a:pt x="81986" y="118788"/>
                  <a:pt x="81986" y="109792"/>
                </a:cubicBezTo>
                <a:cubicBezTo>
                  <a:pt x="81986" y="100796"/>
                  <a:pt x="79124" y="93844"/>
                  <a:pt x="73808" y="88733"/>
                </a:cubicBezTo>
                <a:cubicBezTo>
                  <a:pt x="68288" y="83622"/>
                  <a:pt x="60723" y="80964"/>
                  <a:pt x="51114" y="80964"/>
                </a:cubicBezTo>
                <a:close/>
                <a:moveTo>
                  <a:pt x="30873" y="72377"/>
                </a:moveTo>
                <a:cubicBezTo>
                  <a:pt x="22285" y="70332"/>
                  <a:pt x="15539" y="66243"/>
                  <a:pt x="10632" y="60314"/>
                </a:cubicBezTo>
                <a:cubicBezTo>
                  <a:pt x="5725" y="54385"/>
                  <a:pt x="3476" y="47229"/>
                  <a:pt x="3476" y="38642"/>
                </a:cubicBezTo>
                <a:cubicBezTo>
                  <a:pt x="3476" y="26783"/>
                  <a:pt x="7565" y="17379"/>
                  <a:pt x="16152" y="10427"/>
                </a:cubicBezTo>
                <a:cubicBezTo>
                  <a:pt x="24534" y="3476"/>
                  <a:pt x="36188" y="0"/>
                  <a:pt x="51114" y="0"/>
                </a:cubicBezTo>
                <a:cubicBezTo>
                  <a:pt x="65834" y="0"/>
                  <a:pt x="77488" y="3476"/>
                  <a:pt x="86075" y="10427"/>
                </a:cubicBezTo>
                <a:cubicBezTo>
                  <a:pt x="94458" y="17379"/>
                  <a:pt x="98751" y="26783"/>
                  <a:pt x="98751" y="38642"/>
                </a:cubicBezTo>
                <a:cubicBezTo>
                  <a:pt x="98751" y="47229"/>
                  <a:pt x="96298" y="54385"/>
                  <a:pt x="91391" y="60314"/>
                </a:cubicBezTo>
                <a:cubicBezTo>
                  <a:pt x="86484" y="66243"/>
                  <a:pt x="79942" y="70332"/>
                  <a:pt x="71354" y="72377"/>
                </a:cubicBezTo>
                <a:cubicBezTo>
                  <a:pt x="80964" y="74626"/>
                  <a:pt x="88529" y="79124"/>
                  <a:pt x="94049" y="85666"/>
                </a:cubicBezTo>
                <a:cubicBezTo>
                  <a:pt x="99365" y="92209"/>
                  <a:pt x="102227" y="100387"/>
                  <a:pt x="102227" y="109792"/>
                </a:cubicBezTo>
                <a:cubicBezTo>
                  <a:pt x="102227" y="124308"/>
                  <a:pt x="97729" y="135349"/>
                  <a:pt x="88938" y="142913"/>
                </a:cubicBezTo>
                <a:cubicBezTo>
                  <a:pt x="79942" y="150683"/>
                  <a:pt x="67265" y="154363"/>
                  <a:pt x="50909" y="154363"/>
                </a:cubicBezTo>
                <a:cubicBezTo>
                  <a:pt x="34553" y="154363"/>
                  <a:pt x="21877" y="150683"/>
                  <a:pt x="13085" y="142913"/>
                </a:cubicBezTo>
                <a:cubicBezTo>
                  <a:pt x="4294" y="135349"/>
                  <a:pt x="0" y="124308"/>
                  <a:pt x="0" y="109792"/>
                </a:cubicBezTo>
                <a:cubicBezTo>
                  <a:pt x="0" y="100387"/>
                  <a:pt x="2658" y="92209"/>
                  <a:pt x="8178" y="85666"/>
                </a:cubicBezTo>
                <a:cubicBezTo>
                  <a:pt x="13494" y="79124"/>
                  <a:pt x="21059" y="74626"/>
                  <a:pt x="30873" y="72377"/>
                </a:cubicBezTo>
                <a:close/>
                <a:moveTo>
                  <a:pt x="23512" y="40482"/>
                </a:moveTo>
                <a:cubicBezTo>
                  <a:pt x="23512" y="48251"/>
                  <a:pt x="25761" y="54385"/>
                  <a:pt x="30668" y="58678"/>
                </a:cubicBezTo>
                <a:cubicBezTo>
                  <a:pt x="35575" y="62972"/>
                  <a:pt x="42322" y="65016"/>
                  <a:pt x="51114" y="65016"/>
                </a:cubicBezTo>
                <a:cubicBezTo>
                  <a:pt x="59701" y="65016"/>
                  <a:pt x="66448" y="62972"/>
                  <a:pt x="71354" y="58678"/>
                </a:cubicBezTo>
                <a:cubicBezTo>
                  <a:pt x="76261" y="54385"/>
                  <a:pt x="78715" y="48251"/>
                  <a:pt x="78715" y="40482"/>
                </a:cubicBezTo>
                <a:cubicBezTo>
                  <a:pt x="78715" y="32713"/>
                  <a:pt x="76261" y="26783"/>
                  <a:pt x="71354" y="22490"/>
                </a:cubicBezTo>
                <a:cubicBezTo>
                  <a:pt x="66448" y="18196"/>
                  <a:pt x="59701" y="15947"/>
                  <a:pt x="51114" y="15947"/>
                </a:cubicBezTo>
                <a:cubicBezTo>
                  <a:pt x="42322" y="15947"/>
                  <a:pt x="35575" y="18196"/>
                  <a:pt x="30668" y="22490"/>
                </a:cubicBezTo>
                <a:cubicBezTo>
                  <a:pt x="25761" y="26783"/>
                  <a:pt x="23512" y="32713"/>
                  <a:pt x="23512" y="40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395CD-D1D5-46A6-A6E3-C26FAA3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8" y="2276782"/>
            <a:ext cx="149047" cy="96298"/>
          </a:xfrm>
          <a:custGeom xmlns:a="http://schemas.openxmlformats.org/drawingml/2006/main">
            <a:pathLst>
              <a:path w="149047" h="96298">
                <a:moveTo>
                  <a:pt x="16561" y="76057"/>
                </a:moveTo>
                <a:lnTo>
                  <a:pt x="72581" y="76057"/>
                </a:lnTo>
                <a:lnTo>
                  <a:pt x="72581" y="50705"/>
                </a:lnTo>
                <a:cubicBezTo>
                  <a:pt x="72581" y="41300"/>
                  <a:pt x="70332" y="34144"/>
                  <a:pt x="65425" y="29032"/>
                </a:cubicBezTo>
                <a:cubicBezTo>
                  <a:pt x="60518" y="23921"/>
                  <a:pt x="53567" y="21263"/>
                  <a:pt x="44571" y="21263"/>
                </a:cubicBezTo>
                <a:cubicBezTo>
                  <a:pt x="35575" y="21263"/>
                  <a:pt x="28828" y="23921"/>
                  <a:pt x="23921" y="29032"/>
                </a:cubicBezTo>
                <a:cubicBezTo>
                  <a:pt x="19014" y="34144"/>
                  <a:pt x="16561" y="41300"/>
                  <a:pt x="16561" y="50705"/>
                </a:cubicBezTo>
                <a:lnTo>
                  <a:pt x="16561" y="76057"/>
                </a:lnTo>
                <a:close/>
                <a:moveTo>
                  <a:pt x="0" y="96298"/>
                </a:moveTo>
                <a:lnTo>
                  <a:pt x="0" y="50705"/>
                </a:lnTo>
                <a:cubicBezTo>
                  <a:pt x="0" y="34144"/>
                  <a:pt x="3885" y="21468"/>
                  <a:pt x="11449" y="12881"/>
                </a:cubicBezTo>
                <a:cubicBezTo>
                  <a:pt x="19014" y="4294"/>
                  <a:pt x="30055" y="0"/>
                  <a:pt x="44571" y="0"/>
                </a:cubicBezTo>
                <a:cubicBezTo>
                  <a:pt x="59292" y="0"/>
                  <a:pt x="70537" y="4294"/>
                  <a:pt x="77897" y="12881"/>
                </a:cubicBezTo>
                <a:cubicBezTo>
                  <a:pt x="85462" y="21468"/>
                  <a:pt x="89142" y="34144"/>
                  <a:pt x="89142" y="50705"/>
                </a:cubicBezTo>
                <a:lnTo>
                  <a:pt x="89142" y="76057"/>
                </a:lnTo>
                <a:lnTo>
                  <a:pt x="149047" y="76057"/>
                </a:lnTo>
                <a:lnTo>
                  <a:pt x="149047" y="96298"/>
                </a:lnTo>
                <a:lnTo>
                  <a:pt x="0" y="962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89048-D1D6-4A20-8496-5315535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2162026"/>
            <a:ext cx="117152" cy="103658"/>
          </a:xfrm>
          <a:custGeom xmlns:a="http://schemas.openxmlformats.org/drawingml/2006/main">
            <a:pathLst>
              <a:path w="117152" h="103658">
                <a:moveTo>
                  <a:pt x="53976" y="0"/>
                </a:moveTo>
                <a:lnTo>
                  <a:pt x="62972" y="0"/>
                </a:lnTo>
                <a:lnTo>
                  <a:pt x="62972" y="84440"/>
                </a:lnTo>
                <a:cubicBezTo>
                  <a:pt x="75648" y="83622"/>
                  <a:pt x="85462" y="79942"/>
                  <a:pt x="92004" y="72990"/>
                </a:cubicBezTo>
                <a:cubicBezTo>
                  <a:pt x="98547" y="66243"/>
                  <a:pt x="101818" y="56838"/>
                  <a:pt x="101818" y="44571"/>
                </a:cubicBezTo>
                <a:cubicBezTo>
                  <a:pt x="101818" y="37620"/>
                  <a:pt x="101000" y="30668"/>
                  <a:pt x="99365" y="24126"/>
                </a:cubicBezTo>
                <a:cubicBezTo>
                  <a:pt x="97729" y="17583"/>
                  <a:pt x="95071" y="10836"/>
                  <a:pt x="91391" y="4294"/>
                </a:cubicBezTo>
                <a:lnTo>
                  <a:pt x="108770" y="4294"/>
                </a:lnTo>
                <a:cubicBezTo>
                  <a:pt x="111632" y="10836"/>
                  <a:pt x="113881" y="17583"/>
                  <a:pt x="115108" y="24534"/>
                </a:cubicBezTo>
                <a:cubicBezTo>
                  <a:pt x="116334" y="31486"/>
                  <a:pt x="117152" y="38642"/>
                  <a:pt x="117152" y="45593"/>
                </a:cubicBezTo>
                <a:cubicBezTo>
                  <a:pt x="117152" y="63585"/>
                  <a:pt x="112041" y="77693"/>
                  <a:pt x="101818" y="88120"/>
                </a:cubicBezTo>
                <a:cubicBezTo>
                  <a:pt x="91595" y="98547"/>
                  <a:pt x="77488" y="103658"/>
                  <a:pt x="59701" y="103658"/>
                </a:cubicBezTo>
                <a:cubicBezTo>
                  <a:pt x="41504" y="103658"/>
                  <a:pt x="26988" y="98751"/>
                  <a:pt x="16152" y="88938"/>
                </a:cubicBezTo>
                <a:cubicBezTo>
                  <a:pt x="5520" y="79124"/>
                  <a:pt x="0" y="65630"/>
                  <a:pt x="0" y="48865"/>
                </a:cubicBezTo>
                <a:cubicBezTo>
                  <a:pt x="0" y="33735"/>
                  <a:pt x="4907" y="21877"/>
                  <a:pt x="14516" y="13085"/>
                </a:cubicBezTo>
                <a:cubicBezTo>
                  <a:pt x="24330" y="4498"/>
                  <a:pt x="37415" y="0"/>
                  <a:pt x="53976" y="0"/>
                </a:cubicBezTo>
                <a:close/>
                <a:moveTo>
                  <a:pt x="48660" y="18401"/>
                </a:moveTo>
                <a:cubicBezTo>
                  <a:pt x="38642" y="18605"/>
                  <a:pt x="30668" y="21468"/>
                  <a:pt x="24534" y="26783"/>
                </a:cubicBezTo>
                <a:cubicBezTo>
                  <a:pt x="18605" y="32304"/>
                  <a:pt x="15539" y="39664"/>
                  <a:pt x="15539" y="48660"/>
                </a:cubicBezTo>
                <a:cubicBezTo>
                  <a:pt x="15539" y="58883"/>
                  <a:pt x="18605" y="67061"/>
                  <a:pt x="24330" y="73195"/>
                </a:cubicBezTo>
                <a:cubicBezTo>
                  <a:pt x="30055" y="79328"/>
                  <a:pt x="38233" y="83008"/>
                  <a:pt x="48660" y="83826"/>
                </a:cubicBezTo>
                <a:lnTo>
                  <a:pt x="48660" y="18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CCD76-E05E-42C0-A827-326B1CA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2044465"/>
            <a:ext cx="117152" cy="94458"/>
          </a:xfrm>
          <a:custGeom xmlns:a="http://schemas.openxmlformats.org/drawingml/2006/main">
            <a:pathLst>
              <a:path w="117152" h="94458">
                <a:moveTo>
                  <a:pt x="58269" y="36597"/>
                </a:moveTo>
                <a:cubicBezTo>
                  <a:pt x="58269" y="51522"/>
                  <a:pt x="60110" y="61745"/>
                  <a:pt x="63381" y="67470"/>
                </a:cubicBezTo>
                <a:cubicBezTo>
                  <a:pt x="66856" y="73195"/>
                  <a:pt x="72581" y="76057"/>
                  <a:pt x="80759" y="76057"/>
                </a:cubicBezTo>
                <a:cubicBezTo>
                  <a:pt x="87302" y="76057"/>
                  <a:pt x="92618" y="74012"/>
                  <a:pt x="96298" y="69719"/>
                </a:cubicBezTo>
                <a:cubicBezTo>
                  <a:pt x="100183" y="65425"/>
                  <a:pt x="102023" y="59496"/>
                  <a:pt x="102023" y="52136"/>
                </a:cubicBezTo>
                <a:cubicBezTo>
                  <a:pt x="102023" y="41913"/>
                  <a:pt x="98547" y="33735"/>
                  <a:pt x="91187" y="27601"/>
                </a:cubicBezTo>
                <a:cubicBezTo>
                  <a:pt x="84031" y="21468"/>
                  <a:pt x="74421" y="18401"/>
                  <a:pt x="62359" y="18401"/>
                </a:cubicBezTo>
                <a:lnTo>
                  <a:pt x="58269" y="18401"/>
                </a:lnTo>
                <a:lnTo>
                  <a:pt x="58269" y="36597"/>
                </a:lnTo>
                <a:close/>
                <a:moveTo>
                  <a:pt x="50705" y="0"/>
                </a:moveTo>
                <a:lnTo>
                  <a:pt x="114494" y="0"/>
                </a:lnTo>
                <a:lnTo>
                  <a:pt x="114494" y="18401"/>
                </a:lnTo>
                <a:lnTo>
                  <a:pt x="97525" y="18401"/>
                </a:lnTo>
                <a:cubicBezTo>
                  <a:pt x="104476" y="22694"/>
                  <a:pt x="109383" y="28010"/>
                  <a:pt x="112450" y="34144"/>
                </a:cubicBezTo>
                <a:cubicBezTo>
                  <a:pt x="115517" y="40277"/>
                  <a:pt x="117152" y="48047"/>
                  <a:pt x="117152" y="57043"/>
                </a:cubicBezTo>
                <a:cubicBezTo>
                  <a:pt x="117152" y="68492"/>
                  <a:pt x="114085" y="77693"/>
                  <a:pt x="107747" y="84440"/>
                </a:cubicBezTo>
                <a:cubicBezTo>
                  <a:pt x="101409" y="91187"/>
                  <a:pt x="92822" y="94458"/>
                  <a:pt x="81986" y="94458"/>
                </a:cubicBezTo>
                <a:cubicBezTo>
                  <a:pt x="69514" y="94458"/>
                  <a:pt x="60110" y="90369"/>
                  <a:pt x="53567" y="81782"/>
                </a:cubicBezTo>
                <a:cubicBezTo>
                  <a:pt x="47229" y="73399"/>
                  <a:pt x="43958" y="60927"/>
                  <a:pt x="43958" y="44162"/>
                </a:cubicBezTo>
                <a:lnTo>
                  <a:pt x="43958" y="18401"/>
                </a:lnTo>
                <a:lnTo>
                  <a:pt x="42118" y="18401"/>
                </a:lnTo>
                <a:cubicBezTo>
                  <a:pt x="33735" y="18401"/>
                  <a:pt x="27192" y="21263"/>
                  <a:pt x="22490" y="26783"/>
                </a:cubicBezTo>
                <a:cubicBezTo>
                  <a:pt x="17992" y="32304"/>
                  <a:pt x="15539" y="40073"/>
                  <a:pt x="15539" y="50091"/>
                </a:cubicBezTo>
                <a:cubicBezTo>
                  <a:pt x="15539" y="56634"/>
                  <a:pt x="16356" y="62767"/>
                  <a:pt x="17992" y="68901"/>
                </a:cubicBezTo>
                <a:cubicBezTo>
                  <a:pt x="19628" y="75035"/>
                  <a:pt x="21877" y="80759"/>
                  <a:pt x="24739" y="86280"/>
                </a:cubicBezTo>
                <a:lnTo>
                  <a:pt x="7769" y="86280"/>
                </a:lnTo>
                <a:cubicBezTo>
                  <a:pt x="5316" y="79737"/>
                  <a:pt x="3271" y="73195"/>
                  <a:pt x="2045" y="66856"/>
                </a:cubicBezTo>
                <a:cubicBezTo>
                  <a:pt x="818" y="60518"/>
                  <a:pt x="0" y="54385"/>
                  <a:pt x="0" y="48251"/>
                </a:cubicBezTo>
                <a:cubicBezTo>
                  <a:pt x="0" y="32099"/>
                  <a:pt x="4294" y="20037"/>
                  <a:pt x="12676" y="12063"/>
                </a:cubicBezTo>
                <a:cubicBezTo>
                  <a:pt x="21059" y="4089"/>
                  <a:pt x="33735" y="0"/>
                  <a:pt x="507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6369D-8513-4769-9173-945EB9A9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941829"/>
            <a:ext cx="114494" cy="65425"/>
          </a:xfrm>
          <a:custGeom xmlns:a="http://schemas.openxmlformats.org/drawingml/2006/main">
            <a:pathLst>
              <a:path w="114494" h="65425">
                <a:moveTo>
                  <a:pt x="19832" y="0"/>
                </a:moveTo>
                <a:cubicBezTo>
                  <a:pt x="18605" y="2045"/>
                  <a:pt x="17788" y="4294"/>
                  <a:pt x="17174" y="6747"/>
                </a:cubicBezTo>
                <a:cubicBezTo>
                  <a:pt x="16765" y="9200"/>
                  <a:pt x="16356" y="11858"/>
                  <a:pt x="16356" y="14721"/>
                </a:cubicBezTo>
                <a:cubicBezTo>
                  <a:pt x="16356" y="25148"/>
                  <a:pt x="19832" y="33122"/>
                  <a:pt x="26579" y="38642"/>
                </a:cubicBezTo>
                <a:cubicBezTo>
                  <a:pt x="33326" y="44367"/>
                  <a:pt x="42935" y="47024"/>
                  <a:pt x="55612" y="47024"/>
                </a:cubicBezTo>
                <a:lnTo>
                  <a:pt x="114494" y="47024"/>
                </a:lnTo>
                <a:lnTo>
                  <a:pt x="114494" y="65425"/>
                </a:lnTo>
                <a:lnTo>
                  <a:pt x="2658" y="65425"/>
                </a:lnTo>
                <a:lnTo>
                  <a:pt x="2658" y="47024"/>
                </a:lnTo>
                <a:lnTo>
                  <a:pt x="20037" y="47024"/>
                </a:lnTo>
                <a:cubicBezTo>
                  <a:pt x="13290" y="43344"/>
                  <a:pt x="8178" y="38233"/>
                  <a:pt x="4907" y="32099"/>
                </a:cubicBezTo>
                <a:cubicBezTo>
                  <a:pt x="1636" y="25966"/>
                  <a:pt x="0" y="18401"/>
                  <a:pt x="0" y="9405"/>
                </a:cubicBezTo>
                <a:cubicBezTo>
                  <a:pt x="0" y="8178"/>
                  <a:pt x="204" y="6747"/>
                  <a:pt x="204" y="5111"/>
                </a:cubicBezTo>
                <a:cubicBezTo>
                  <a:pt x="409" y="3680"/>
                  <a:pt x="613" y="2045"/>
                  <a:pt x="1022" y="0"/>
                </a:cubicBezTo>
                <a:lnTo>
                  <a:pt x="198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B6EE1-2C97-4DCA-AF7F-0D563390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845327"/>
            <a:ext cx="117152" cy="85462"/>
          </a:xfrm>
          <a:custGeom xmlns:a="http://schemas.openxmlformats.org/drawingml/2006/main">
            <a:pathLst>
              <a:path w="117152" h="85462">
                <a:moveTo>
                  <a:pt x="5929" y="5929"/>
                </a:moveTo>
                <a:lnTo>
                  <a:pt x="23308" y="5929"/>
                </a:lnTo>
                <a:cubicBezTo>
                  <a:pt x="20854" y="11245"/>
                  <a:pt x="18810" y="16561"/>
                  <a:pt x="17379" y="22081"/>
                </a:cubicBezTo>
                <a:cubicBezTo>
                  <a:pt x="16152" y="27806"/>
                  <a:pt x="15334" y="33530"/>
                  <a:pt x="15334" y="39460"/>
                </a:cubicBezTo>
                <a:cubicBezTo>
                  <a:pt x="15334" y="48660"/>
                  <a:pt x="16765" y="55612"/>
                  <a:pt x="19628" y="60110"/>
                </a:cubicBezTo>
                <a:cubicBezTo>
                  <a:pt x="22490" y="64608"/>
                  <a:pt x="26579" y="66856"/>
                  <a:pt x="32099" y="66856"/>
                </a:cubicBezTo>
                <a:cubicBezTo>
                  <a:pt x="36393" y="66856"/>
                  <a:pt x="39664" y="65221"/>
                  <a:pt x="42118" y="61950"/>
                </a:cubicBezTo>
                <a:cubicBezTo>
                  <a:pt x="44571" y="58678"/>
                  <a:pt x="47024" y="52136"/>
                  <a:pt x="49069" y="42322"/>
                </a:cubicBezTo>
                <a:lnTo>
                  <a:pt x="50500" y="35984"/>
                </a:lnTo>
                <a:cubicBezTo>
                  <a:pt x="53363" y="22899"/>
                  <a:pt x="57452" y="13698"/>
                  <a:pt x="62359" y="8178"/>
                </a:cubicBezTo>
                <a:cubicBezTo>
                  <a:pt x="67470" y="2862"/>
                  <a:pt x="74626" y="0"/>
                  <a:pt x="83622" y="0"/>
                </a:cubicBezTo>
                <a:cubicBezTo>
                  <a:pt x="94049" y="0"/>
                  <a:pt x="102227" y="4089"/>
                  <a:pt x="108156" y="12267"/>
                </a:cubicBezTo>
                <a:cubicBezTo>
                  <a:pt x="114290" y="20445"/>
                  <a:pt x="117152" y="31895"/>
                  <a:pt x="117152" y="46207"/>
                </a:cubicBezTo>
                <a:cubicBezTo>
                  <a:pt x="117152" y="52340"/>
                  <a:pt x="116539" y="58474"/>
                  <a:pt x="115517" y="65016"/>
                </a:cubicBezTo>
                <a:cubicBezTo>
                  <a:pt x="114494" y="71559"/>
                  <a:pt x="112859" y="78306"/>
                  <a:pt x="110405" y="85462"/>
                </a:cubicBezTo>
                <a:lnTo>
                  <a:pt x="91391" y="85462"/>
                </a:lnTo>
                <a:cubicBezTo>
                  <a:pt x="95071" y="78715"/>
                  <a:pt x="97729" y="71968"/>
                  <a:pt x="99365" y="65425"/>
                </a:cubicBezTo>
                <a:cubicBezTo>
                  <a:pt x="101205" y="58883"/>
                  <a:pt x="102023" y="52340"/>
                  <a:pt x="102023" y="45798"/>
                </a:cubicBezTo>
                <a:cubicBezTo>
                  <a:pt x="102023" y="37211"/>
                  <a:pt x="100591" y="30464"/>
                  <a:pt x="97729" y="25761"/>
                </a:cubicBezTo>
                <a:cubicBezTo>
                  <a:pt x="94867" y="21263"/>
                  <a:pt x="90573" y="18810"/>
                  <a:pt x="85053" y="18810"/>
                </a:cubicBezTo>
                <a:cubicBezTo>
                  <a:pt x="80146" y="18810"/>
                  <a:pt x="76261" y="20650"/>
                  <a:pt x="73603" y="23921"/>
                </a:cubicBezTo>
                <a:cubicBezTo>
                  <a:pt x="70946" y="27192"/>
                  <a:pt x="68288" y="34553"/>
                  <a:pt x="65834" y="46002"/>
                </a:cubicBezTo>
                <a:lnTo>
                  <a:pt x="64403" y="52340"/>
                </a:lnTo>
                <a:cubicBezTo>
                  <a:pt x="61950" y="63790"/>
                  <a:pt x="58269" y="72172"/>
                  <a:pt x="53363" y="77079"/>
                </a:cubicBezTo>
                <a:cubicBezTo>
                  <a:pt x="48456" y="82191"/>
                  <a:pt x="41709" y="84644"/>
                  <a:pt x="32917" y="84644"/>
                </a:cubicBezTo>
                <a:cubicBezTo>
                  <a:pt x="22490" y="84644"/>
                  <a:pt x="14312" y="80964"/>
                  <a:pt x="8587" y="73603"/>
                </a:cubicBezTo>
                <a:cubicBezTo>
                  <a:pt x="2862" y="66243"/>
                  <a:pt x="0" y="55612"/>
                  <a:pt x="0" y="41709"/>
                </a:cubicBezTo>
                <a:cubicBezTo>
                  <a:pt x="0" y="34962"/>
                  <a:pt x="613" y="28624"/>
                  <a:pt x="1636" y="22490"/>
                </a:cubicBezTo>
                <a:cubicBezTo>
                  <a:pt x="2658" y="16561"/>
                  <a:pt x="4089" y="11041"/>
                  <a:pt x="5929" y="5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4E60D-172A-4BCF-B5C4-99C802F2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721428"/>
            <a:ext cx="117152" cy="102636"/>
          </a:xfrm>
          <a:custGeom xmlns:a="http://schemas.openxmlformats.org/drawingml/2006/main">
            <a:pathLst>
              <a:path w="117152" h="102636">
                <a:moveTo>
                  <a:pt x="15539" y="51318"/>
                </a:moveTo>
                <a:cubicBezTo>
                  <a:pt x="15539" y="61132"/>
                  <a:pt x="19423" y="68901"/>
                  <a:pt x="27192" y="74626"/>
                </a:cubicBezTo>
                <a:cubicBezTo>
                  <a:pt x="34962" y="80350"/>
                  <a:pt x="45389" y="83213"/>
                  <a:pt x="58678" y="83213"/>
                </a:cubicBezTo>
                <a:cubicBezTo>
                  <a:pt x="72172" y="83213"/>
                  <a:pt x="82599" y="80555"/>
                  <a:pt x="90369" y="74830"/>
                </a:cubicBezTo>
                <a:cubicBezTo>
                  <a:pt x="98138" y="69105"/>
                  <a:pt x="101818" y="61336"/>
                  <a:pt x="101818" y="51318"/>
                </a:cubicBezTo>
                <a:cubicBezTo>
                  <a:pt x="101818" y="41504"/>
                  <a:pt x="98138" y="33735"/>
                  <a:pt x="90369" y="28010"/>
                </a:cubicBezTo>
                <a:cubicBezTo>
                  <a:pt x="82599" y="22285"/>
                  <a:pt x="72172" y="19423"/>
                  <a:pt x="58678" y="19423"/>
                </a:cubicBezTo>
                <a:cubicBezTo>
                  <a:pt x="45593" y="19423"/>
                  <a:pt x="34962" y="22285"/>
                  <a:pt x="27192" y="28010"/>
                </a:cubicBezTo>
                <a:cubicBezTo>
                  <a:pt x="19423" y="33735"/>
                  <a:pt x="15539" y="41504"/>
                  <a:pt x="15539" y="51318"/>
                </a:cubicBezTo>
                <a:close/>
                <a:moveTo>
                  <a:pt x="0" y="51318"/>
                </a:moveTo>
                <a:cubicBezTo>
                  <a:pt x="0" y="35371"/>
                  <a:pt x="5316" y="22899"/>
                  <a:pt x="15539" y="13698"/>
                </a:cubicBezTo>
                <a:cubicBezTo>
                  <a:pt x="25966" y="4702"/>
                  <a:pt x="40277" y="0"/>
                  <a:pt x="58678" y="0"/>
                </a:cubicBezTo>
                <a:cubicBezTo>
                  <a:pt x="77079" y="0"/>
                  <a:pt x="91391" y="4702"/>
                  <a:pt x="101614" y="13698"/>
                </a:cubicBezTo>
                <a:cubicBezTo>
                  <a:pt x="112041" y="22899"/>
                  <a:pt x="117152" y="35371"/>
                  <a:pt x="117152" y="51318"/>
                </a:cubicBezTo>
                <a:cubicBezTo>
                  <a:pt x="117152" y="67470"/>
                  <a:pt x="112041" y="80146"/>
                  <a:pt x="101614" y="89142"/>
                </a:cubicBezTo>
                <a:cubicBezTo>
                  <a:pt x="91391" y="98138"/>
                  <a:pt x="77079" y="102636"/>
                  <a:pt x="58678" y="102636"/>
                </a:cubicBezTo>
                <a:cubicBezTo>
                  <a:pt x="40277" y="102636"/>
                  <a:pt x="25966" y="98138"/>
                  <a:pt x="15539" y="89142"/>
                </a:cubicBezTo>
                <a:cubicBezTo>
                  <a:pt x="5316" y="80146"/>
                  <a:pt x="0" y="67470"/>
                  <a:pt x="0" y="51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6EA6D-D0CE-4595-BEC9-0ADD33D2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597937"/>
            <a:ext cx="114494" cy="93640"/>
          </a:xfrm>
          <a:custGeom xmlns:a="http://schemas.openxmlformats.org/drawingml/2006/main">
            <a:pathLst>
              <a:path w="114494" h="93640">
                <a:moveTo>
                  <a:pt x="47024" y="0"/>
                </a:moveTo>
                <a:lnTo>
                  <a:pt x="114494" y="0"/>
                </a:lnTo>
                <a:lnTo>
                  <a:pt x="114494" y="18401"/>
                </a:lnTo>
                <a:lnTo>
                  <a:pt x="47638" y="18401"/>
                </a:lnTo>
                <a:cubicBezTo>
                  <a:pt x="37006" y="18401"/>
                  <a:pt x="29237" y="20650"/>
                  <a:pt x="23921" y="24739"/>
                </a:cubicBezTo>
                <a:cubicBezTo>
                  <a:pt x="18605" y="28828"/>
                  <a:pt x="15947" y="34962"/>
                  <a:pt x="15947" y="43140"/>
                </a:cubicBezTo>
                <a:cubicBezTo>
                  <a:pt x="15947" y="53158"/>
                  <a:pt x="19219" y="60927"/>
                  <a:pt x="25557" y="66652"/>
                </a:cubicBezTo>
                <a:cubicBezTo>
                  <a:pt x="31895" y="72377"/>
                  <a:pt x="40482" y="75239"/>
                  <a:pt x="51318" y="75239"/>
                </a:cubicBezTo>
                <a:lnTo>
                  <a:pt x="114494" y="75239"/>
                </a:lnTo>
                <a:lnTo>
                  <a:pt x="114494" y="93640"/>
                </a:lnTo>
                <a:lnTo>
                  <a:pt x="2658" y="93640"/>
                </a:lnTo>
                <a:lnTo>
                  <a:pt x="2658" y="75239"/>
                </a:lnTo>
                <a:lnTo>
                  <a:pt x="20037" y="75239"/>
                </a:lnTo>
                <a:cubicBezTo>
                  <a:pt x="13494" y="70946"/>
                  <a:pt x="8383" y="65834"/>
                  <a:pt x="5111" y="59701"/>
                </a:cubicBezTo>
                <a:cubicBezTo>
                  <a:pt x="1840" y="53771"/>
                  <a:pt x="0" y="46820"/>
                  <a:pt x="0" y="39051"/>
                </a:cubicBezTo>
                <a:cubicBezTo>
                  <a:pt x="0" y="26375"/>
                  <a:pt x="4089" y="16561"/>
                  <a:pt x="12063" y="10018"/>
                </a:cubicBezTo>
                <a:cubicBezTo>
                  <a:pt x="20037" y="3476"/>
                  <a:pt x="31690" y="0"/>
                  <a:pt x="4702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2AA3E-CBCB-4F2B-9418-953911D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" y="1383874"/>
            <a:ext cx="154363" cy="120219"/>
          </a:xfrm>
          <a:custGeom xmlns:a="http://schemas.openxmlformats.org/drawingml/2006/main">
            <a:pathLst>
              <a:path w="154363" h="120219">
                <a:moveTo>
                  <a:pt x="14107" y="0"/>
                </a:moveTo>
                <a:lnTo>
                  <a:pt x="35371" y="0"/>
                </a:lnTo>
                <a:cubicBezTo>
                  <a:pt x="29237" y="6951"/>
                  <a:pt x="24534" y="14107"/>
                  <a:pt x="21263" y="21877"/>
                </a:cubicBezTo>
                <a:cubicBezTo>
                  <a:pt x="18196" y="29646"/>
                  <a:pt x="16561" y="37620"/>
                  <a:pt x="16561" y="46207"/>
                </a:cubicBezTo>
                <a:cubicBezTo>
                  <a:pt x="16561" y="63381"/>
                  <a:pt x="21877" y="76466"/>
                  <a:pt x="32304" y="85462"/>
                </a:cubicBezTo>
                <a:cubicBezTo>
                  <a:pt x="42731" y="94458"/>
                  <a:pt x="57656" y="98956"/>
                  <a:pt x="77284" y="98956"/>
                </a:cubicBezTo>
                <a:cubicBezTo>
                  <a:pt x="96911" y="98956"/>
                  <a:pt x="112041" y="94458"/>
                  <a:pt x="122468" y="85462"/>
                </a:cubicBezTo>
                <a:cubicBezTo>
                  <a:pt x="132895" y="76466"/>
                  <a:pt x="138007" y="63381"/>
                  <a:pt x="138007" y="46207"/>
                </a:cubicBezTo>
                <a:cubicBezTo>
                  <a:pt x="138007" y="37620"/>
                  <a:pt x="136575" y="29646"/>
                  <a:pt x="133304" y="21877"/>
                </a:cubicBezTo>
                <a:cubicBezTo>
                  <a:pt x="130237" y="14107"/>
                  <a:pt x="125535" y="6951"/>
                  <a:pt x="119197" y="0"/>
                </a:cubicBezTo>
                <a:lnTo>
                  <a:pt x="140256" y="0"/>
                </a:lnTo>
                <a:cubicBezTo>
                  <a:pt x="145162" y="7156"/>
                  <a:pt x="148638" y="14721"/>
                  <a:pt x="150887" y="22490"/>
                </a:cubicBezTo>
                <a:cubicBezTo>
                  <a:pt x="153136" y="30259"/>
                  <a:pt x="154363" y="38642"/>
                  <a:pt x="154363" y="47433"/>
                </a:cubicBezTo>
                <a:cubicBezTo>
                  <a:pt x="154363" y="69923"/>
                  <a:pt x="147616" y="87711"/>
                  <a:pt x="133917" y="100796"/>
                </a:cubicBezTo>
                <a:cubicBezTo>
                  <a:pt x="120219" y="113881"/>
                  <a:pt x="101409" y="120219"/>
                  <a:pt x="77284" y="120219"/>
                </a:cubicBezTo>
                <a:cubicBezTo>
                  <a:pt x="53363" y="120219"/>
                  <a:pt x="34553" y="113881"/>
                  <a:pt x="20650" y="100796"/>
                </a:cubicBezTo>
                <a:cubicBezTo>
                  <a:pt x="6951" y="87711"/>
                  <a:pt x="0" y="69923"/>
                  <a:pt x="0" y="47433"/>
                </a:cubicBezTo>
                <a:cubicBezTo>
                  <a:pt x="0" y="38437"/>
                  <a:pt x="1227" y="30055"/>
                  <a:pt x="3476" y="22285"/>
                </a:cubicBezTo>
                <a:cubicBezTo>
                  <a:pt x="5929" y="14516"/>
                  <a:pt x="9405" y="6951"/>
                  <a:pt x="1410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EB1F8-B4A5-47E6-91DD-D61D60EA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258952"/>
            <a:ext cx="117152" cy="102636"/>
          </a:xfrm>
          <a:custGeom xmlns:a="http://schemas.openxmlformats.org/drawingml/2006/main">
            <a:pathLst>
              <a:path w="117152" h="102636">
                <a:moveTo>
                  <a:pt x="15539" y="51318"/>
                </a:moveTo>
                <a:cubicBezTo>
                  <a:pt x="15539" y="61132"/>
                  <a:pt x="19423" y="68901"/>
                  <a:pt x="27192" y="74626"/>
                </a:cubicBezTo>
                <a:cubicBezTo>
                  <a:pt x="34962" y="80350"/>
                  <a:pt x="45389" y="83213"/>
                  <a:pt x="58678" y="83213"/>
                </a:cubicBezTo>
                <a:cubicBezTo>
                  <a:pt x="72172" y="83213"/>
                  <a:pt x="82599" y="80555"/>
                  <a:pt x="90369" y="74830"/>
                </a:cubicBezTo>
                <a:cubicBezTo>
                  <a:pt x="98138" y="69105"/>
                  <a:pt x="101818" y="61336"/>
                  <a:pt x="101818" y="51318"/>
                </a:cubicBezTo>
                <a:cubicBezTo>
                  <a:pt x="101818" y="41504"/>
                  <a:pt x="98138" y="33735"/>
                  <a:pt x="90369" y="28010"/>
                </a:cubicBezTo>
                <a:cubicBezTo>
                  <a:pt x="82599" y="22285"/>
                  <a:pt x="72172" y="19423"/>
                  <a:pt x="58678" y="19423"/>
                </a:cubicBezTo>
                <a:cubicBezTo>
                  <a:pt x="45593" y="19423"/>
                  <a:pt x="34962" y="22285"/>
                  <a:pt x="27192" y="28010"/>
                </a:cubicBezTo>
                <a:cubicBezTo>
                  <a:pt x="19423" y="33735"/>
                  <a:pt x="15539" y="41504"/>
                  <a:pt x="15539" y="51318"/>
                </a:cubicBezTo>
                <a:close/>
                <a:moveTo>
                  <a:pt x="0" y="51318"/>
                </a:moveTo>
                <a:cubicBezTo>
                  <a:pt x="0" y="35371"/>
                  <a:pt x="5316" y="22899"/>
                  <a:pt x="15539" y="13698"/>
                </a:cubicBezTo>
                <a:cubicBezTo>
                  <a:pt x="25966" y="4702"/>
                  <a:pt x="40277" y="0"/>
                  <a:pt x="58678" y="0"/>
                </a:cubicBezTo>
                <a:cubicBezTo>
                  <a:pt x="77079" y="0"/>
                  <a:pt x="91391" y="4702"/>
                  <a:pt x="101614" y="13698"/>
                </a:cubicBezTo>
                <a:cubicBezTo>
                  <a:pt x="112041" y="22899"/>
                  <a:pt x="117152" y="35371"/>
                  <a:pt x="117152" y="51318"/>
                </a:cubicBezTo>
                <a:cubicBezTo>
                  <a:pt x="117152" y="67470"/>
                  <a:pt x="112041" y="80146"/>
                  <a:pt x="101614" y="89142"/>
                </a:cubicBezTo>
                <a:cubicBezTo>
                  <a:pt x="91391" y="98138"/>
                  <a:pt x="77079" y="102636"/>
                  <a:pt x="58678" y="102636"/>
                </a:cubicBezTo>
                <a:cubicBezTo>
                  <a:pt x="40277" y="102636"/>
                  <a:pt x="25966" y="98138"/>
                  <a:pt x="15539" y="89142"/>
                </a:cubicBezTo>
                <a:cubicBezTo>
                  <a:pt x="5316" y="80146"/>
                  <a:pt x="0" y="67470"/>
                  <a:pt x="0" y="51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7E329-40E0-402A-9FF7-E7B262AA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163677"/>
            <a:ext cx="114494" cy="65425"/>
          </a:xfrm>
          <a:custGeom xmlns:a="http://schemas.openxmlformats.org/drawingml/2006/main">
            <a:pathLst>
              <a:path w="114494" h="65425">
                <a:moveTo>
                  <a:pt x="19832" y="0"/>
                </a:moveTo>
                <a:cubicBezTo>
                  <a:pt x="18605" y="2045"/>
                  <a:pt x="17788" y="4294"/>
                  <a:pt x="17174" y="6747"/>
                </a:cubicBezTo>
                <a:cubicBezTo>
                  <a:pt x="16765" y="9200"/>
                  <a:pt x="16356" y="11858"/>
                  <a:pt x="16356" y="14721"/>
                </a:cubicBezTo>
                <a:cubicBezTo>
                  <a:pt x="16356" y="25148"/>
                  <a:pt x="19832" y="33122"/>
                  <a:pt x="26579" y="38642"/>
                </a:cubicBezTo>
                <a:cubicBezTo>
                  <a:pt x="33326" y="44367"/>
                  <a:pt x="42935" y="47024"/>
                  <a:pt x="55612" y="47024"/>
                </a:cubicBezTo>
                <a:lnTo>
                  <a:pt x="114494" y="47024"/>
                </a:lnTo>
                <a:lnTo>
                  <a:pt x="114494" y="65425"/>
                </a:lnTo>
                <a:lnTo>
                  <a:pt x="2658" y="65425"/>
                </a:lnTo>
                <a:lnTo>
                  <a:pt x="2658" y="47024"/>
                </a:lnTo>
                <a:lnTo>
                  <a:pt x="20037" y="47024"/>
                </a:lnTo>
                <a:cubicBezTo>
                  <a:pt x="13290" y="43344"/>
                  <a:pt x="8178" y="38233"/>
                  <a:pt x="4907" y="32099"/>
                </a:cubicBezTo>
                <a:cubicBezTo>
                  <a:pt x="1636" y="25966"/>
                  <a:pt x="0" y="18401"/>
                  <a:pt x="0" y="9405"/>
                </a:cubicBezTo>
                <a:cubicBezTo>
                  <a:pt x="0" y="8178"/>
                  <a:pt x="204" y="6747"/>
                  <a:pt x="204" y="5111"/>
                </a:cubicBezTo>
                <a:cubicBezTo>
                  <a:pt x="409" y="3680"/>
                  <a:pt x="613" y="2045"/>
                  <a:pt x="1022" y="0"/>
                </a:cubicBezTo>
                <a:lnTo>
                  <a:pt x="198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FB6D5-DAD0-4B1D-98B1-FE7F37CE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1083196"/>
            <a:ext cx="114494" cy="65425"/>
          </a:xfrm>
          <a:custGeom xmlns:a="http://schemas.openxmlformats.org/drawingml/2006/main">
            <a:pathLst>
              <a:path w="114494" h="65425">
                <a:moveTo>
                  <a:pt x="19832" y="0"/>
                </a:moveTo>
                <a:cubicBezTo>
                  <a:pt x="18605" y="2045"/>
                  <a:pt x="17788" y="4294"/>
                  <a:pt x="17174" y="6747"/>
                </a:cubicBezTo>
                <a:cubicBezTo>
                  <a:pt x="16765" y="9200"/>
                  <a:pt x="16356" y="11858"/>
                  <a:pt x="16356" y="14721"/>
                </a:cubicBezTo>
                <a:cubicBezTo>
                  <a:pt x="16356" y="25148"/>
                  <a:pt x="19832" y="33122"/>
                  <a:pt x="26579" y="38642"/>
                </a:cubicBezTo>
                <a:cubicBezTo>
                  <a:pt x="33326" y="44367"/>
                  <a:pt x="42935" y="47024"/>
                  <a:pt x="55612" y="47024"/>
                </a:cubicBezTo>
                <a:lnTo>
                  <a:pt x="114494" y="47024"/>
                </a:lnTo>
                <a:lnTo>
                  <a:pt x="114494" y="65425"/>
                </a:lnTo>
                <a:lnTo>
                  <a:pt x="2658" y="65425"/>
                </a:lnTo>
                <a:lnTo>
                  <a:pt x="2658" y="47024"/>
                </a:lnTo>
                <a:lnTo>
                  <a:pt x="20037" y="47024"/>
                </a:lnTo>
                <a:cubicBezTo>
                  <a:pt x="13290" y="43344"/>
                  <a:pt x="8178" y="38233"/>
                  <a:pt x="4907" y="32099"/>
                </a:cubicBezTo>
                <a:cubicBezTo>
                  <a:pt x="1636" y="25966"/>
                  <a:pt x="0" y="18401"/>
                  <a:pt x="0" y="9405"/>
                </a:cubicBezTo>
                <a:cubicBezTo>
                  <a:pt x="0" y="8178"/>
                  <a:pt x="204" y="6747"/>
                  <a:pt x="204" y="5111"/>
                </a:cubicBezTo>
                <a:cubicBezTo>
                  <a:pt x="409" y="3680"/>
                  <a:pt x="613" y="2045"/>
                  <a:pt x="1022" y="0"/>
                </a:cubicBezTo>
                <a:lnTo>
                  <a:pt x="198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07D55-290C-46DF-A906-D0A878C6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972552"/>
            <a:ext cx="117152" cy="103658"/>
          </a:xfrm>
          <a:custGeom xmlns:a="http://schemas.openxmlformats.org/drawingml/2006/main">
            <a:pathLst>
              <a:path w="117152" h="103658">
                <a:moveTo>
                  <a:pt x="53976" y="0"/>
                </a:moveTo>
                <a:lnTo>
                  <a:pt x="62972" y="0"/>
                </a:lnTo>
                <a:lnTo>
                  <a:pt x="62972" y="84440"/>
                </a:lnTo>
                <a:cubicBezTo>
                  <a:pt x="75648" y="83622"/>
                  <a:pt x="85462" y="79942"/>
                  <a:pt x="92004" y="72990"/>
                </a:cubicBezTo>
                <a:cubicBezTo>
                  <a:pt x="98547" y="66243"/>
                  <a:pt x="101818" y="56838"/>
                  <a:pt x="101818" y="44571"/>
                </a:cubicBezTo>
                <a:cubicBezTo>
                  <a:pt x="101818" y="37620"/>
                  <a:pt x="101000" y="30668"/>
                  <a:pt x="99365" y="24126"/>
                </a:cubicBezTo>
                <a:cubicBezTo>
                  <a:pt x="97729" y="17583"/>
                  <a:pt x="95071" y="10836"/>
                  <a:pt x="91391" y="4294"/>
                </a:cubicBezTo>
                <a:lnTo>
                  <a:pt x="108770" y="4294"/>
                </a:lnTo>
                <a:cubicBezTo>
                  <a:pt x="111632" y="10836"/>
                  <a:pt x="113881" y="17583"/>
                  <a:pt x="115108" y="24534"/>
                </a:cubicBezTo>
                <a:cubicBezTo>
                  <a:pt x="116334" y="31486"/>
                  <a:pt x="117152" y="38642"/>
                  <a:pt x="117152" y="45593"/>
                </a:cubicBezTo>
                <a:cubicBezTo>
                  <a:pt x="117152" y="63585"/>
                  <a:pt x="112041" y="77693"/>
                  <a:pt x="101818" y="88120"/>
                </a:cubicBezTo>
                <a:cubicBezTo>
                  <a:pt x="91595" y="98547"/>
                  <a:pt x="77488" y="103658"/>
                  <a:pt x="59701" y="103658"/>
                </a:cubicBezTo>
                <a:cubicBezTo>
                  <a:pt x="41504" y="103658"/>
                  <a:pt x="26988" y="98751"/>
                  <a:pt x="16152" y="88938"/>
                </a:cubicBezTo>
                <a:cubicBezTo>
                  <a:pt x="5520" y="79124"/>
                  <a:pt x="0" y="65630"/>
                  <a:pt x="0" y="48865"/>
                </a:cubicBezTo>
                <a:cubicBezTo>
                  <a:pt x="0" y="33735"/>
                  <a:pt x="4907" y="21877"/>
                  <a:pt x="14516" y="13085"/>
                </a:cubicBezTo>
                <a:cubicBezTo>
                  <a:pt x="24330" y="4498"/>
                  <a:pt x="37415" y="0"/>
                  <a:pt x="53976" y="0"/>
                </a:cubicBezTo>
                <a:close/>
                <a:moveTo>
                  <a:pt x="48660" y="18401"/>
                </a:moveTo>
                <a:cubicBezTo>
                  <a:pt x="38642" y="18605"/>
                  <a:pt x="30668" y="21468"/>
                  <a:pt x="24534" y="26783"/>
                </a:cubicBezTo>
                <a:cubicBezTo>
                  <a:pt x="18605" y="32304"/>
                  <a:pt x="15539" y="39664"/>
                  <a:pt x="15539" y="48660"/>
                </a:cubicBezTo>
                <a:cubicBezTo>
                  <a:pt x="15539" y="58883"/>
                  <a:pt x="18605" y="67061"/>
                  <a:pt x="24330" y="73195"/>
                </a:cubicBezTo>
                <a:cubicBezTo>
                  <a:pt x="30055" y="79328"/>
                  <a:pt x="38233" y="83008"/>
                  <a:pt x="48660" y="83826"/>
                </a:cubicBezTo>
                <a:lnTo>
                  <a:pt x="48660" y="18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B7598-F0C6-45B3-BAB1-14C375E8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0" y="924096"/>
            <a:ext cx="155385" cy="18401"/>
          </a:xfrm>
          <a:custGeom xmlns:a="http://schemas.openxmlformats.org/drawingml/2006/main">
            <a:pathLst>
              <a:path w="155385" h="18401">
                <a:moveTo>
                  <a:pt x="0" y="18401"/>
                </a:moveTo>
                <a:lnTo>
                  <a:pt x="0" y="0"/>
                </a:lnTo>
                <a:lnTo>
                  <a:pt x="155385" y="0"/>
                </a:lnTo>
                <a:lnTo>
                  <a:pt x="155385" y="18401"/>
                </a:lnTo>
                <a:lnTo>
                  <a:pt x="0" y="18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C1EC9-74E6-46FD-929E-B88DA8BD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798152"/>
            <a:ext cx="117152" cy="94458"/>
          </a:xfrm>
          <a:custGeom xmlns:a="http://schemas.openxmlformats.org/drawingml/2006/main">
            <a:pathLst>
              <a:path w="117152" h="94458">
                <a:moveTo>
                  <a:pt x="58269" y="36597"/>
                </a:moveTo>
                <a:cubicBezTo>
                  <a:pt x="58269" y="51522"/>
                  <a:pt x="60110" y="61745"/>
                  <a:pt x="63381" y="67470"/>
                </a:cubicBezTo>
                <a:cubicBezTo>
                  <a:pt x="66856" y="73195"/>
                  <a:pt x="72581" y="76057"/>
                  <a:pt x="80759" y="76057"/>
                </a:cubicBezTo>
                <a:cubicBezTo>
                  <a:pt x="87302" y="76057"/>
                  <a:pt x="92618" y="74012"/>
                  <a:pt x="96298" y="69719"/>
                </a:cubicBezTo>
                <a:cubicBezTo>
                  <a:pt x="100183" y="65425"/>
                  <a:pt x="102023" y="59496"/>
                  <a:pt x="102023" y="52136"/>
                </a:cubicBezTo>
                <a:cubicBezTo>
                  <a:pt x="102023" y="41913"/>
                  <a:pt x="98547" y="33735"/>
                  <a:pt x="91187" y="27601"/>
                </a:cubicBezTo>
                <a:cubicBezTo>
                  <a:pt x="84031" y="21468"/>
                  <a:pt x="74421" y="18401"/>
                  <a:pt x="62359" y="18401"/>
                </a:cubicBezTo>
                <a:lnTo>
                  <a:pt x="58269" y="18401"/>
                </a:lnTo>
                <a:lnTo>
                  <a:pt x="58269" y="36597"/>
                </a:lnTo>
                <a:close/>
                <a:moveTo>
                  <a:pt x="50705" y="0"/>
                </a:moveTo>
                <a:lnTo>
                  <a:pt x="114494" y="0"/>
                </a:lnTo>
                <a:lnTo>
                  <a:pt x="114494" y="18401"/>
                </a:lnTo>
                <a:lnTo>
                  <a:pt x="97525" y="18401"/>
                </a:lnTo>
                <a:cubicBezTo>
                  <a:pt x="104476" y="22694"/>
                  <a:pt x="109383" y="28010"/>
                  <a:pt x="112450" y="34144"/>
                </a:cubicBezTo>
                <a:cubicBezTo>
                  <a:pt x="115517" y="40277"/>
                  <a:pt x="117152" y="48047"/>
                  <a:pt x="117152" y="57043"/>
                </a:cubicBezTo>
                <a:cubicBezTo>
                  <a:pt x="117152" y="68492"/>
                  <a:pt x="114085" y="77693"/>
                  <a:pt x="107747" y="84440"/>
                </a:cubicBezTo>
                <a:cubicBezTo>
                  <a:pt x="101409" y="91187"/>
                  <a:pt x="92822" y="94458"/>
                  <a:pt x="81986" y="94458"/>
                </a:cubicBezTo>
                <a:cubicBezTo>
                  <a:pt x="69514" y="94458"/>
                  <a:pt x="60110" y="90369"/>
                  <a:pt x="53567" y="81782"/>
                </a:cubicBezTo>
                <a:cubicBezTo>
                  <a:pt x="47229" y="73399"/>
                  <a:pt x="43958" y="60927"/>
                  <a:pt x="43958" y="44162"/>
                </a:cubicBezTo>
                <a:lnTo>
                  <a:pt x="43958" y="18401"/>
                </a:lnTo>
                <a:lnTo>
                  <a:pt x="42118" y="18401"/>
                </a:lnTo>
                <a:cubicBezTo>
                  <a:pt x="33735" y="18401"/>
                  <a:pt x="27192" y="21263"/>
                  <a:pt x="22490" y="26783"/>
                </a:cubicBezTo>
                <a:cubicBezTo>
                  <a:pt x="17992" y="32304"/>
                  <a:pt x="15539" y="40073"/>
                  <a:pt x="15539" y="50091"/>
                </a:cubicBezTo>
                <a:cubicBezTo>
                  <a:pt x="15539" y="56634"/>
                  <a:pt x="16356" y="62767"/>
                  <a:pt x="17992" y="68901"/>
                </a:cubicBezTo>
                <a:cubicBezTo>
                  <a:pt x="19628" y="75035"/>
                  <a:pt x="21877" y="80759"/>
                  <a:pt x="24739" y="86280"/>
                </a:cubicBezTo>
                <a:lnTo>
                  <a:pt x="7769" y="86280"/>
                </a:lnTo>
                <a:cubicBezTo>
                  <a:pt x="5316" y="79737"/>
                  <a:pt x="3271" y="73195"/>
                  <a:pt x="2045" y="66856"/>
                </a:cubicBezTo>
                <a:cubicBezTo>
                  <a:pt x="818" y="60518"/>
                  <a:pt x="0" y="54385"/>
                  <a:pt x="0" y="48251"/>
                </a:cubicBezTo>
                <a:cubicBezTo>
                  <a:pt x="0" y="32099"/>
                  <a:pt x="4294" y="20037"/>
                  <a:pt x="12676" y="12063"/>
                </a:cubicBezTo>
                <a:cubicBezTo>
                  <a:pt x="21059" y="4089"/>
                  <a:pt x="33735" y="0"/>
                  <a:pt x="507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EC078-43E8-4E75-AD2E-905A2D4F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" y="704308"/>
            <a:ext cx="143527" cy="69719"/>
          </a:xfrm>
          <a:custGeom xmlns:a="http://schemas.openxmlformats.org/drawingml/2006/main">
            <a:pathLst>
              <a:path w="143527" h="69719">
                <a:moveTo>
                  <a:pt x="0" y="37824"/>
                </a:moveTo>
                <a:lnTo>
                  <a:pt x="31690" y="37824"/>
                </a:lnTo>
                <a:lnTo>
                  <a:pt x="31690" y="0"/>
                </a:lnTo>
                <a:lnTo>
                  <a:pt x="46002" y="0"/>
                </a:lnTo>
                <a:lnTo>
                  <a:pt x="46002" y="37824"/>
                </a:lnTo>
                <a:lnTo>
                  <a:pt x="106725" y="37824"/>
                </a:lnTo>
                <a:cubicBezTo>
                  <a:pt x="115925" y="37824"/>
                  <a:pt x="121855" y="36597"/>
                  <a:pt x="124308" y="34144"/>
                </a:cubicBezTo>
                <a:cubicBezTo>
                  <a:pt x="126966" y="31690"/>
                  <a:pt x="128193" y="26579"/>
                  <a:pt x="128193" y="18810"/>
                </a:cubicBezTo>
                <a:lnTo>
                  <a:pt x="128193" y="0"/>
                </a:lnTo>
                <a:lnTo>
                  <a:pt x="143527" y="0"/>
                </a:lnTo>
                <a:lnTo>
                  <a:pt x="143527" y="18810"/>
                </a:lnTo>
                <a:cubicBezTo>
                  <a:pt x="143527" y="33122"/>
                  <a:pt x="140869" y="42935"/>
                  <a:pt x="135553" y="48251"/>
                </a:cubicBezTo>
                <a:cubicBezTo>
                  <a:pt x="130237" y="53567"/>
                  <a:pt x="120628" y="56225"/>
                  <a:pt x="106725" y="56225"/>
                </a:cubicBezTo>
                <a:lnTo>
                  <a:pt x="46002" y="56225"/>
                </a:lnTo>
                <a:lnTo>
                  <a:pt x="46002" y="69719"/>
                </a:lnTo>
                <a:lnTo>
                  <a:pt x="31690" y="69719"/>
                </a:lnTo>
                <a:lnTo>
                  <a:pt x="31690" y="56225"/>
                </a:lnTo>
                <a:lnTo>
                  <a:pt x="0" y="56225"/>
                </a:lnTo>
                <a:lnTo>
                  <a:pt x="0" y="37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9B140-65F6-477F-9DC5-0DC03DF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0" y="661781"/>
            <a:ext cx="155385" cy="18401"/>
          </a:xfrm>
          <a:custGeom xmlns:a="http://schemas.openxmlformats.org/drawingml/2006/main">
            <a:pathLst>
              <a:path w="155385" h="18401">
                <a:moveTo>
                  <a:pt x="43549" y="18401"/>
                </a:moveTo>
                <a:lnTo>
                  <a:pt x="43549" y="0"/>
                </a:lnTo>
                <a:lnTo>
                  <a:pt x="155385" y="0"/>
                </a:lnTo>
                <a:lnTo>
                  <a:pt x="155385" y="18401"/>
                </a:lnTo>
                <a:lnTo>
                  <a:pt x="43549" y="18401"/>
                </a:lnTo>
                <a:close/>
                <a:moveTo>
                  <a:pt x="0" y="18401"/>
                </a:moveTo>
                <a:lnTo>
                  <a:pt x="0" y="0"/>
                </a:lnTo>
                <a:lnTo>
                  <a:pt x="23308" y="0"/>
                </a:lnTo>
                <a:lnTo>
                  <a:pt x="23308" y="18401"/>
                </a:lnTo>
                <a:lnTo>
                  <a:pt x="0" y="18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30A69-5B55-403A-8425-0162331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528682"/>
            <a:ext cx="117152" cy="102636"/>
          </a:xfrm>
          <a:custGeom xmlns:a="http://schemas.openxmlformats.org/drawingml/2006/main">
            <a:pathLst>
              <a:path w="117152" h="102636">
                <a:moveTo>
                  <a:pt x="15539" y="51318"/>
                </a:moveTo>
                <a:cubicBezTo>
                  <a:pt x="15539" y="61132"/>
                  <a:pt x="19423" y="68901"/>
                  <a:pt x="27192" y="74626"/>
                </a:cubicBezTo>
                <a:cubicBezTo>
                  <a:pt x="34962" y="80350"/>
                  <a:pt x="45389" y="83213"/>
                  <a:pt x="58678" y="83213"/>
                </a:cubicBezTo>
                <a:cubicBezTo>
                  <a:pt x="72172" y="83213"/>
                  <a:pt x="82599" y="80555"/>
                  <a:pt x="90369" y="74830"/>
                </a:cubicBezTo>
                <a:cubicBezTo>
                  <a:pt x="98138" y="69105"/>
                  <a:pt x="101818" y="61336"/>
                  <a:pt x="101818" y="51318"/>
                </a:cubicBezTo>
                <a:cubicBezTo>
                  <a:pt x="101818" y="41504"/>
                  <a:pt x="98138" y="33735"/>
                  <a:pt x="90369" y="28010"/>
                </a:cubicBezTo>
                <a:cubicBezTo>
                  <a:pt x="82599" y="22285"/>
                  <a:pt x="72172" y="19423"/>
                  <a:pt x="58678" y="19423"/>
                </a:cubicBezTo>
                <a:cubicBezTo>
                  <a:pt x="45593" y="19423"/>
                  <a:pt x="34962" y="22285"/>
                  <a:pt x="27192" y="28010"/>
                </a:cubicBezTo>
                <a:cubicBezTo>
                  <a:pt x="19423" y="33735"/>
                  <a:pt x="15539" y="41504"/>
                  <a:pt x="15539" y="51318"/>
                </a:cubicBezTo>
                <a:close/>
                <a:moveTo>
                  <a:pt x="0" y="51318"/>
                </a:moveTo>
                <a:cubicBezTo>
                  <a:pt x="0" y="35371"/>
                  <a:pt x="5316" y="22899"/>
                  <a:pt x="15539" y="13698"/>
                </a:cubicBezTo>
                <a:cubicBezTo>
                  <a:pt x="25966" y="4702"/>
                  <a:pt x="40277" y="0"/>
                  <a:pt x="58678" y="0"/>
                </a:cubicBezTo>
                <a:cubicBezTo>
                  <a:pt x="77079" y="0"/>
                  <a:pt x="91391" y="4702"/>
                  <a:pt x="101614" y="13698"/>
                </a:cubicBezTo>
                <a:cubicBezTo>
                  <a:pt x="112041" y="22899"/>
                  <a:pt x="117152" y="35371"/>
                  <a:pt x="117152" y="51318"/>
                </a:cubicBezTo>
                <a:cubicBezTo>
                  <a:pt x="117152" y="67470"/>
                  <a:pt x="112041" y="80146"/>
                  <a:pt x="101614" y="89142"/>
                </a:cubicBezTo>
                <a:cubicBezTo>
                  <a:pt x="91391" y="98138"/>
                  <a:pt x="77079" y="102636"/>
                  <a:pt x="58678" y="102636"/>
                </a:cubicBezTo>
                <a:cubicBezTo>
                  <a:pt x="40277" y="102636"/>
                  <a:pt x="25966" y="98138"/>
                  <a:pt x="15539" y="89142"/>
                </a:cubicBezTo>
                <a:cubicBezTo>
                  <a:pt x="5316" y="80146"/>
                  <a:pt x="0" y="67470"/>
                  <a:pt x="0" y="51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E451E-39FB-4446-97BE-095F0CE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" y="405191"/>
            <a:ext cx="114494" cy="93640"/>
          </a:xfrm>
          <a:custGeom xmlns:a="http://schemas.openxmlformats.org/drawingml/2006/main">
            <a:pathLst>
              <a:path w="114494" h="93640">
                <a:moveTo>
                  <a:pt x="47024" y="0"/>
                </a:moveTo>
                <a:lnTo>
                  <a:pt x="114494" y="0"/>
                </a:lnTo>
                <a:lnTo>
                  <a:pt x="114494" y="18401"/>
                </a:lnTo>
                <a:lnTo>
                  <a:pt x="47638" y="18401"/>
                </a:lnTo>
                <a:cubicBezTo>
                  <a:pt x="37006" y="18401"/>
                  <a:pt x="29237" y="20650"/>
                  <a:pt x="23921" y="24739"/>
                </a:cubicBezTo>
                <a:cubicBezTo>
                  <a:pt x="18605" y="28828"/>
                  <a:pt x="15947" y="34962"/>
                  <a:pt x="15947" y="43140"/>
                </a:cubicBezTo>
                <a:cubicBezTo>
                  <a:pt x="15947" y="53158"/>
                  <a:pt x="19219" y="60927"/>
                  <a:pt x="25557" y="66652"/>
                </a:cubicBezTo>
                <a:cubicBezTo>
                  <a:pt x="31895" y="72377"/>
                  <a:pt x="40482" y="75239"/>
                  <a:pt x="51318" y="75239"/>
                </a:cubicBezTo>
                <a:lnTo>
                  <a:pt x="114494" y="75239"/>
                </a:lnTo>
                <a:lnTo>
                  <a:pt x="114494" y="93640"/>
                </a:lnTo>
                <a:lnTo>
                  <a:pt x="2658" y="93640"/>
                </a:lnTo>
                <a:lnTo>
                  <a:pt x="2658" y="75239"/>
                </a:lnTo>
                <a:lnTo>
                  <a:pt x="20037" y="75239"/>
                </a:lnTo>
                <a:cubicBezTo>
                  <a:pt x="13494" y="70946"/>
                  <a:pt x="8383" y="65834"/>
                  <a:pt x="5111" y="59701"/>
                </a:cubicBezTo>
                <a:cubicBezTo>
                  <a:pt x="1840" y="53771"/>
                  <a:pt x="0" y="46820"/>
                  <a:pt x="0" y="39051"/>
                </a:cubicBezTo>
                <a:cubicBezTo>
                  <a:pt x="0" y="26375"/>
                  <a:pt x="4089" y="16561"/>
                  <a:pt x="12063" y="10018"/>
                </a:cubicBezTo>
                <a:cubicBezTo>
                  <a:pt x="20037" y="3476"/>
                  <a:pt x="31690" y="0"/>
                  <a:pt x="4702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D6A41-A3B2-4043-AF5D-84E288E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82" y="70777"/>
            <a:ext cx="10" cy="2642376"/>
          </a:xfrm>
          <a:custGeom xmlns:a="http://schemas.openxmlformats.org/drawingml/2006/main">
            <a:pathLst>
              <a:path w="1" h="2642376" fill="none">
                <a:moveTo>
                  <a:pt x="0" y="26423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sq">
            <a:solidFill>
              <a:srgbClr val="000000"/>
            </a:solidFill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A5530-E701-4D13-92EE-F059AAB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5070" y="70777"/>
            <a:ext cx="10" cy="2642376"/>
          </a:xfrm>
          <a:custGeom xmlns:a="http://schemas.openxmlformats.org/drawingml/2006/main">
            <a:pathLst>
              <a:path w="1" h="2642376" fill="none">
                <a:moveTo>
                  <a:pt x="0" y="26423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sq">
            <a:solidFill>
              <a:srgbClr val="000000"/>
            </a:solidFill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F194C-4AF7-45F5-B7FF-DF9DB163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82" y="2713153"/>
            <a:ext cx="11871788" cy="10"/>
          </a:xfrm>
          <a:custGeom xmlns:a="http://schemas.openxmlformats.org/drawingml/2006/main">
            <a:pathLst>
              <a:path w="11871788" h="1" fill="none">
                <a:moveTo>
                  <a:pt x="0" y="0"/>
                </a:moveTo>
                <a:lnTo>
                  <a:pt x="11871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sq">
            <a:solidFill>
              <a:srgbClr val="000000"/>
            </a:solidFill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E3C1D-5E87-4A06-BFCC-4815AEA5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82" y="70777"/>
            <a:ext cx="11871788" cy="10"/>
          </a:xfrm>
          <a:custGeom xmlns:a="http://schemas.openxmlformats.org/drawingml/2006/main">
            <a:pathLst>
              <a:path w="11871788" h="1" fill="none">
                <a:moveTo>
                  <a:pt x="0" y="0"/>
                </a:moveTo>
                <a:lnTo>
                  <a:pt x="11871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74" cap="sq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624888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2026-09-08T02:58:49.7520000Z</dcterms:created>
  <dcterms:modified xsi:type="dcterms:W3CDTF">2026-09-08T02:58:49.7520000Z</dcterms:modified>
</coreProperties>
</file>