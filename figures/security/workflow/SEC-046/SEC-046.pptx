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4c1b63605417c" /><Relationship Type="http://schemas.openxmlformats.org/officeDocument/2006/relationships/extended-properties" Target="/docProps/app.xml" Id="R29eae9cd7fc94e20" /><Relationship Type="http://schemas.openxmlformats.org/officeDocument/2006/relationships/officeDocument" Target="/ppt/presentation.xml" Id="R6ba75e5b7881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8c745819b64101"/>
  </p:sldMasterIdLst>
  <p:notesMasterIdLst>
    <p:notesMasterId xmlns:r="http://schemas.openxmlformats.org/officeDocument/2006/relationships" r:id="Rd5137fea8ab7404e"/>
  </p:notesMasterIdLst>
  <p:sldIdLst>
    <p:sldId xmlns:r="http://schemas.openxmlformats.org/officeDocument/2006/relationships" id="256" r:id="R4130d1c605a9421d"/>
  </p:sldIdLst>
  <p:sldSz cx="13630275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281809f2c4338" /><Relationship Type="http://schemas.openxmlformats.org/officeDocument/2006/relationships/slideMaster" Target="/ppt/slideMasters/slideMaster1.xml" Id="R8b8c745819b64101" /><Relationship Type="http://schemas.openxmlformats.org/officeDocument/2006/relationships/notesMaster" Target="/ppt/notesMasters/notesMaster1.xml" Id="Rd5137fea8ab7404e" /><Relationship Type="http://schemas.openxmlformats.org/officeDocument/2006/relationships/presProps" Target="/ppt/presProps.xml" Id="R1563a8c5631f4d29" /><Relationship Type="http://schemas.openxmlformats.org/officeDocument/2006/relationships/tableStyles" Target="/ppt/tableStyles.xml" Id="R442b5d39927a4dc7" /><Relationship Type="http://schemas.openxmlformats.org/officeDocument/2006/relationships/slide" Target="/ppt/slides/slide1.xml" Id="R4130d1c605a9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4201b675bf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e35ec400ef41fb" /><Relationship Type="http://schemas.openxmlformats.org/officeDocument/2006/relationships/notesMaster" Target="/ppt/notesMasters/notesMaster1.xml" Id="Reee47f2e70a6452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素材ID：SEC-046</ns1:t>
            </ns1:r>
          </ns1:p>
          <ns1:p>
            <ns1:r>
              <ns1:t>论文：CITesting: Systematic Testing of Context Integrity Violations in Cellular Core Networks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2，PDF第6页</ns1:t>
            </ns1:r>
          </ns1:p>
          <ns1:p>
            <ns1:r>
              <ns1:t>类型：研究流程</ns1:t>
            </ns1:r>
          </ns1:p>
          <ns1:p>
            <ns1:r>
              <ns1:t>借鉴点：规范选消息、双UE初始化、状态预言、动态过程探索及事后分析分区清晰，多条循环展示测试状态维护。</ns1:t>
            </ns1:r>
          </ns1:p>
          <ns1:p>
            <ns1:r>
              <ns1:t>论文URL：https://syssec.khu.ac.kr/assets/pdf/25-ccs-citesting.pdf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ec7ab9c6f48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6434b125e24dd8" /><Relationship Type="http://schemas.openxmlformats.org/officeDocument/2006/relationships/slideLayout" Target="/ppt/slideLayouts/slideLayout1.xml" Id="Rd7c6d3d48b96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c6d3d48b96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db46630f543f6" /><Relationship Type="http://schemas.openxmlformats.org/officeDocument/2006/relationships/image" Target="/ppt/media/image.png" Id="Rfa0cf6c5ac3b4c85" /><Relationship Type="http://schemas.openxmlformats.org/officeDocument/2006/relationships/image" Target="/ppt/media/image2.png" Id="Rbb8e46b2c36e46d2" /><Relationship Type="http://schemas.openxmlformats.org/officeDocument/2006/relationships/image" Target="/ppt/media/image3.png" Id="R0f61d5ddcf5e4640" /><Relationship Type="http://schemas.openxmlformats.org/officeDocument/2006/relationships/image" Target="/ppt/media/image4.png" Id="R3a97e706bb9b47c1" /><Relationship Type="http://schemas.openxmlformats.org/officeDocument/2006/relationships/image" Target="/ppt/media/image5.png" Id="R9da37c80a0614a62" /><Relationship Type="http://schemas.openxmlformats.org/officeDocument/2006/relationships/image" Target="/ppt/media/image6.png" Id="R2830cff6b32e470a" /><Relationship Type="http://schemas.openxmlformats.org/officeDocument/2006/relationships/image" Target="/ppt/media/image7.png" Id="Rd4cc6cc0c6004093" /><Relationship Type="http://schemas.openxmlformats.org/officeDocument/2006/relationships/image" Target="/ppt/media/image8.png" Id="Re0ecf5103d754db5" /><Relationship Type="http://schemas.openxmlformats.org/officeDocument/2006/relationships/image" Target="/ppt/media/image9.png" Id="Rf083a9bb41c1478e" /><Relationship Type="http://schemas.openxmlformats.org/officeDocument/2006/relationships/image" Target="/ppt/media/image10.png" Id="R6b42dbaded184e87" /><Relationship Type="http://schemas.openxmlformats.org/officeDocument/2006/relationships/image" Target="/ppt/media/image11.png" Id="R1c6a76c609084a66" /><Relationship Type="http://schemas.openxmlformats.org/officeDocument/2006/relationships/image" Target="/ppt/media/image12.png" Id="R3080d45a9b4641fa" /><Relationship Type="http://schemas.openxmlformats.org/officeDocument/2006/relationships/image" Target="/ppt/media/image13.png" Id="Rca9ee3aa6a3148c3" /><Relationship Type="http://schemas.openxmlformats.org/officeDocument/2006/relationships/image" Target="/ppt/media/image14.png" Id="Rb33b12704ce04287" /><Relationship Type="http://schemas.openxmlformats.org/officeDocument/2006/relationships/image" Target="/ppt/media/image15.png" Id="Ree449fe646604df3" /><Relationship Type="http://schemas.openxmlformats.org/officeDocument/2006/relationships/image" Target="/ppt/media/image16.png" Id="Rb453901161de4a74" /><Relationship Type="http://schemas.openxmlformats.org/officeDocument/2006/relationships/notesSlide" Target="/ppt/notesSlides/notesSlide1.xml" Id="R549222d3ca6844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118A7-2F2D-47A7-9DD0-6334FA90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630275" cy="3428971"/>
          </a:xfrm>
          <a:custGeom xmlns:a="http://schemas.openxmlformats.org/drawingml/2006/main">
            <a:pathLst>
              <a:path w="13630275" h="3428971">
                <a:moveTo>
                  <a:pt x="13630275" y="3428971"/>
                </a:moveTo>
                <a:lnTo>
                  <a:pt x="0" y="3428971"/>
                </a:lnTo>
                <a:lnTo>
                  <a:pt x="0" y="0"/>
                </a:lnTo>
                <a:lnTo>
                  <a:pt x="13630275" y="0"/>
                </a:lnTo>
                <a:lnTo>
                  <a:pt x="13630275" y="34289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8C0CE-7C29-4BAE-8DBD-1C30E59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97" y="1784441"/>
            <a:ext cx="1731851" cy="1408318"/>
          </a:xfrm>
          <a:custGeom xmlns:a="http://schemas.openxmlformats.org/drawingml/2006/main">
            <a:pathLst>
              <a:path w="1731851" h="1408318">
                <a:moveTo>
                  <a:pt x="0" y="234720"/>
                </a:moveTo>
                <a:cubicBezTo>
                  <a:pt x="0" y="105045"/>
                  <a:pt x="105092" y="0"/>
                  <a:pt x="234720" y="0"/>
                </a:cubicBezTo>
                <a:lnTo>
                  <a:pt x="1497131" y="0"/>
                </a:lnTo>
                <a:cubicBezTo>
                  <a:pt x="1626806" y="0"/>
                  <a:pt x="1731851" y="105045"/>
                  <a:pt x="1731851" y="234720"/>
                </a:cubicBezTo>
                <a:lnTo>
                  <a:pt x="1731851" y="1173599"/>
                </a:lnTo>
                <a:cubicBezTo>
                  <a:pt x="1731851" y="1303226"/>
                  <a:pt x="1626806" y="1408318"/>
                  <a:pt x="1497131" y="1408318"/>
                </a:cubicBezTo>
                <a:lnTo>
                  <a:pt x="234720" y="1408318"/>
                </a:lnTo>
                <a:cubicBezTo>
                  <a:pt x="105092" y="1408318"/>
                  <a:pt x="0" y="1303226"/>
                  <a:pt x="0" y="1173599"/>
                </a:cubicBezTo>
                <a:lnTo>
                  <a:pt x="0" y="23472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T">
            <a:extLst xmlns:a="http://schemas.openxmlformats.org/drawingml/2006/main">
              <a:ext uri="{FF2B5EF4-FFF2-40B4-BE49-F238E27FC236}">
                <a16:creationId xmlns:a16="http://schemas.microsoft.com/office/drawing/2014/main" id="{3982DA32-2C39-4E95-90BB-FAAA098F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906" y="74915"/>
            <a:ext cx="113107" cy="126381"/>
          </a:xfrm>
          <a:custGeom xmlns:a="http://schemas.openxmlformats.org/drawingml/2006/main">
            <a:pathLst>
              <a:path w="113107" h="126381">
                <a:moveTo>
                  <a:pt x="90114" y="121708"/>
                </a:moveTo>
                <a:cubicBezTo>
                  <a:pt x="74222" y="120960"/>
                  <a:pt x="72165" y="118904"/>
                  <a:pt x="71791" y="104509"/>
                </a:cubicBezTo>
                <a:lnTo>
                  <a:pt x="71791" y="5982"/>
                </a:lnTo>
                <a:cubicBezTo>
                  <a:pt x="94787" y="6730"/>
                  <a:pt x="104509" y="15330"/>
                  <a:pt x="107687" y="37579"/>
                </a:cubicBezTo>
                <a:lnTo>
                  <a:pt x="113107" y="37579"/>
                </a:lnTo>
                <a:lnTo>
                  <a:pt x="112733" y="0"/>
                </a:lnTo>
                <a:lnTo>
                  <a:pt x="562" y="0"/>
                </a:lnTo>
                <a:lnTo>
                  <a:pt x="0" y="37579"/>
                </a:lnTo>
                <a:lnTo>
                  <a:pt x="5423" y="37579"/>
                </a:lnTo>
                <a:cubicBezTo>
                  <a:pt x="8601" y="15330"/>
                  <a:pt x="18323" y="6730"/>
                  <a:pt x="41504" y="5982"/>
                </a:cubicBezTo>
                <a:lnTo>
                  <a:pt x="41504" y="104509"/>
                </a:lnTo>
                <a:cubicBezTo>
                  <a:pt x="41130" y="118718"/>
                  <a:pt x="39073" y="120587"/>
                  <a:pt x="23369" y="121708"/>
                </a:cubicBezTo>
                <a:lnTo>
                  <a:pt x="23369" y="126381"/>
                </a:lnTo>
                <a:lnTo>
                  <a:pt x="90114" y="126381"/>
                </a:lnTo>
                <a:lnTo>
                  <a:pt x="90114" y="121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estMessageSelection">
            <a:extLst xmlns:a="http://schemas.openxmlformats.org/drawingml/2006/main">
              <a:ext uri="{FF2B5EF4-FFF2-40B4-BE49-F238E27FC236}">
                <a16:creationId xmlns:a16="http://schemas.microsoft.com/office/drawing/2014/main" id="{5074B6A0-74C6-41A9-B638-D5AB7D43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84" y="71923"/>
            <a:ext cx="1691005" cy="167887"/>
          </a:xfrm>
          <a:custGeom xmlns:a="http://schemas.openxmlformats.org/drawingml/2006/main">
            <a:pathLst>
              <a:path w="1691005" h="167887">
                <a:moveTo>
                  <a:pt x="70482" y="106004"/>
                </a:moveTo>
                <a:cubicBezTo>
                  <a:pt x="62817" y="115167"/>
                  <a:pt x="57208" y="118530"/>
                  <a:pt x="49169" y="118530"/>
                </a:cubicBezTo>
                <a:cubicBezTo>
                  <a:pt x="41878" y="118530"/>
                  <a:pt x="36455" y="115167"/>
                  <a:pt x="32529" y="108622"/>
                </a:cubicBezTo>
                <a:cubicBezTo>
                  <a:pt x="29166" y="102640"/>
                  <a:pt x="27668" y="96470"/>
                  <a:pt x="26921" y="83570"/>
                </a:cubicBezTo>
                <a:lnTo>
                  <a:pt x="74033" y="83570"/>
                </a:lnTo>
                <a:cubicBezTo>
                  <a:pt x="72912" y="67866"/>
                  <a:pt x="70108" y="59080"/>
                  <a:pt x="64126" y="51976"/>
                </a:cubicBezTo>
                <a:cubicBezTo>
                  <a:pt x="58144" y="44685"/>
                  <a:pt x="49355" y="40945"/>
                  <a:pt x="38885" y="40945"/>
                </a:cubicBezTo>
                <a:cubicBezTo>
                  <a:pt x="15704" y="40945"/>
                  <a:pt x="0" y="59453"/>
                  <a:pt x="0" y="86748"/>
                </a:cubicBezTo>
                <a:cubicBezTo>
                  <a:pt x="0" y="114045"/>
                  <a:pt x="15330" y="131992"/>
                  <a:pt x="38512" y="131992"/>
                </a:cubicBezTo>
                <a:cubicBezTo>
                  <a:pt x="53657" y="131992"/>
                  <a:pt x="62817" y="126195"/>
                  <a:pt x="74969" y="108622"/>
                </a:cubicBezTo>
                <a:lnTo>
                  <a:pt x="70482" y="106004"/>
                </a:lnTo>
                <a:moveTo>
                  <a:pt x="25985" y="76652"/>
                </a:moveTo>
                <a:cubicBezTo>
                  <a:pt x="26547" y="54219"/>
                  <a:pt x="29913" y="46742"/>
                  <a:pt x="39073" y="46742"/>
                </a:cubicBezTo>
                <a:cubicBezTo>
                  <a:pt x="47860" y="46742"/>
                  <a:pt x="50664" y="53097"/>
                  <a:pt x="51038" y="73848"/>
                </a:cubicBezTo>
                <a:lnTo>
                  <a:pt x="51038" y="76652"/>
                </a:lnTo>
                <a:lnTo>
                  <a:pt x="25985" y="76652"/>
                </a:lnTo>
                <a:close/>
                <a:moveTo>
                  <a:pt x="141899" y="68428"/>
                </a:moveTo>
                <a:lnTo>
                  <a:pt x="141899" y="41319"/>
                </a:lnTo>
                <a:lnTo>
                  <a:pt x="137786" y="41319"/>
                </a:lnTo>
                <a:cubicBezTo>
                  <a:pt x="136664" y="44123"/>
                  <a:pt x="135543" y="45058"/>
                  <a:pt x="133113" y="45058"/>
                </a:cubicBezTo>
                <a:cubicBezTo>
                  <a:pt x="131989" y="45058"/>
                  <a:pt x="130309" y="44685"/>
                  <a:pt x="127316" y="43749"/>
                </a:cubicBezTo>
                <a:cubicBezTo>
                  <a:pt x="121334" y="41692"/>
                  <a:pt x="117032" y="40945"/>
                  <a:pt x="112733" y="40945"/>
                </a:cubicBezTo>
                <a:cubicBezTo>
                  <a:pt x="95720" y="40945"/>
                  <a:pt x="83382" y="52535"/>
                  <a:pt x="83382" y="68240"/>
                </a:cubicBezTo>
                <a:cubicBezTo>
                  <a:pt x="83382" y="80580"/>
                  <a:pt x="91047" y="89178"/>
                  <a:pt x="109929" y="97217"/>
                </a:cubicBezTo>
                <a:cubicBezTo>
                  <a:pt x="122829" y="102826"/>
                  <a:pt x="127878" y="107501"/>
                  <a:pt x="127878" y="113483"/>
                </a:cubicBezTo>
                <a:cubicBezTo>
                  <a:pt x="127878" y="120775"/>
                  <a:pt x="122267" y="125636"/>
                  <a:pt x="113854" y="125636"/>
                </a:cubicBezTo>
                <a:cubicBezTo>
                  <a:pt x="100769" y="125636"/>
                  <a:pt x="92168" y="117223"/>
                  <a:pt x="88243" y="100957"/>
                </a:cubicBezTo>
                <a:lnTo>
                  <a:pt x="83008" y="100957"/>
                </a:lnTo>
                <a:lnTo>
                  <a:pt x="83008" y="131804"/>
                </a:lnTo>
                <a:lnTo>
                  <a:pt x="87681" y="131804"/>
                </a:lnTo>
                <a:cubicBezTo>
                  <a:pt x="89737" y="127693"/>
                  <a:pt x="90859" y="126569"/>
                  <a:pt x="92542" y="126569"/>
                </a:cubicBezTo>
                <a:cubicBezTo>
                  <a:pt x="93477" y="126569"/>
                  <a:pt x="94972" y="126945"/>
                  <a:pt x="96844" y="127693"/>
                </a:cubicBezTo>
                <a:cubicBezTo>
                  <a:pt x="102264" y="129935"/>
                  <a:pt x="111612" y="131992"/>
                  <a:pt x="117032" y="131992"/>
                </a:cubicBezTo>
                <a:cubicBezTo>
                  <a:pt x="134046" y="131992"/>
                  <a:pt x="145824" y="120401"/>
                  <a:pt x="145824" y="103576"/>
                </a:cubicBezTo>
                <a:cubicBezTo>
                  <a:pt x="145824" y="90300"/>
                  <a:pt x="138721" y="82261"/>
                  <a:pt x="120025" y="74410"/>
                </a:cubicBezTo>
                <a:cubicBezTo>
                  <a:pt x="107313" y="68987"/>
                  <a:pt x="102078" y="64314"/>
                  <a:pt x="102078" y="57958"/>
                </a:cubicBezTo>
                <a:cubicBezTo>
                  <a:pt x="102078" y="51788"/>
                  <a:pt x="107313" y="47115"/>
                  <a:pt x="114416" y="47115"/>
                </a:cubicBezTo>
                <a:cubicBezTo>
                  <a:pt x="119463" y="47115"/>
                  <a:pt x="124324" y="49169"/>
                  <a:pt x="128437" y="53097"/>
                </a:cubicBezTo>
                <a:cubicBezTo>
                  <a:pt x="132363" y="56834"/>
                  <a:pt x="134419" y="60201"/>
                  <a:pt x="137224" y="68428"/>
                </a:cubicBezTo>
                <a:lnTo>
                  <a:pt x="141899" y="68428"/>
                </a:lnTo>
                <a:close/>
                <a:moveTo>
                  <a:pt x="208081" y="43187"/>
                </a:moveTo>
                <a:lnTo>
                  <a:pt x="190508" y="43187"/>
                </a:lnTo>
                <a:lnTo>
                  <a:pt x="190508" y="11593"/>
                </a:lnTo>
                <a:lnTo>
                  <a:pt x="185832" y="11593"/>
                </a:lnTo>
                <a:cubicBezTo>
                  <a:pt x="174430" y="27671"/>
                  <a:pt x="166950" y="36084"/>
                  <a:pt x="154798" y="46365"/>
                </a:cubicBezTo>
                <a:lnTo>
                  <a:pt x="154798" y="51414"/>
                </a:lnTo>
                <a:lnTo>
                  <a:pt x="164520" y="51414"/>
                </a:lnTo>
                <a:lnTo>
                  <a:pt x="164520" y="111989"/>
                </a:lnTo>
                <a:cubicBezTo>
                  <a:pt x="164520" y="124138"/>
                  <a:pt x="172559" y="131618"/>
                  <a:pt x="185459" y="131618"/>
                </a:cubicBezTo>
                <a:cubicBezTo>
                  <a:pt x="197985" y="131618"/>
                  <a:pt x="205465" y="126010"/>
                  <a:pt x="213127" y="110679"/>
                </a:cubicBezTo>
                <a:lnTo>
                  <a:pt x="208454" y="108622"/>
                </a:lnTo>
                <a:cubicBezTo>
                  <a:pt x="204714" y="115726"/>
                  <a:pt x="201725" y="118344"/>
                  <a:pt x="197799" y="118344"/>
                </a:cubicBezTo>
                <a:cubicBezTo>
                  <a:pt x="192565" y="118344"/>
                  <a:pt x="190508" y="115167"/>
                  <a:pt x="190508" y="107687"/>
                </a:cubicBezTo>
                <a:lnTo>
                  <a:pt x="190508" y="51414"/>
                </a:lnTo>
                <a:lnTo>
                  <a:pt x="208081" y="51414"/>
                </a:lnTo>
                <a:lnTo>
                  <a:pt x="208081" y="43187"/>
                </a:lnTo>
                <a:close/>
                <a:moveTo>
                  <a:pt x="432239" y="124700"/>
                </a:moveTo>
                <a:cubicBezTo>
                  <a:pt x="418032" y="123017"/>
                  <a:pt x="416161" y="121149"/>
                  <a:pt x="415787" y="107501"/>
                </a:cubicBezTo>
                <a:lnTo>
                  <a:pt x="415787" y="24867"/>
                </a:lnTo>
                <a:cubicBezTo>
                  <a:pt x="416161" y="11031"/>
                  <a:pt x="418780" y="8415"/>
                  <a:pt x="432239" y="7665"/>
                </a:cubicBezTo>
                <a:lnTo>
                  <a:pt x="432239" y="2992"/>
                </a:lnTo>
                <a:lnTo>
                  <a:pt x="385126" y="2992"/>
                </a:lnTo>
                <a:lnTo>
                  <a:pt x="347736" y="91235"/>
                </a:lnTo>
                <a:lnTo>
                  <a:pt x="310346" y="2992"/>
                </a:lnTo>
                <a:lnTo>
                  <a:pt x="263045" y="2992"/>
                </a:lnTo>
                <a:lnTo>
                  <a:pt x="263045" y="7665"/>
                </a:lnTo>
                <a:cubicBezTo>
                  <a:pt x="276507" y="8601"/>
                  <a:pt x="279685" y="11220"/>
                  <a:pt x="279685" y="20942"/>
                </a:cubicBezTo>
                <a:lnTo>
                  <a:pt x="279685" y="109744"/>
                </a:lnTo>
                <a:cubicBezTo>
                  <a:pt x="279497" y="121149"/>
                  <a:pt x="277066" y="123391"/>
                  <a:pt x="262671" y="124700"/>
                </a:cubicBezTo>
                <a:lnTo>
                  <a:pt x="262671" y="129373"/>
                </a:lnTo>
                <a:lnTo>
                  <a:pt x="306418" y="129373"/>
                </a:lnTo>
                <a:lnTo>
                  <a:pt x="306418" y="124700"/>
                </a:lnTo>
                <a:cubicBezTo>
                  <a:pt x="291275" y="123765"/>
                  <a:pt x="287724" y="120028"/>
                  <a:pt x="287535" y="106192"/>
                </a:cubicBezTo>
                <a:lnTo>
                  <a:pt x="287535" y="18323"/>
                </a:lnTo>
                <a:lnTo>
                  <a:pt x="334648" y="129373"/>
                </a:lnTo>
                <a:lnTo>
                  <a:pt x="339697" y="129373"/>
                </a:lnTo>
                <a:lnTo>
                  <a:pt x="386810" y="15519"/>
                </a:lnTo>
                <a:lnTo>
                  <a:pt x="386810" y="110679"/>
                </a:lnTo>
                <a:cubicBezTo>
                  <a:pt x="386436" y="121334"/>
                  <a:pt x="384005" y="123579"/>
                  <a:pt x="370170" y="124700"/>
                </a:cubicBezTo>
                <a:lnTo>
                  <a:pt x="370170" y="129373"/>
                </a:lnTo>
                <a:lnTo>
                  <a:pt x="432239" y="129373"/>
                </a:lnTo>
                <a:lnTo>
                  <a:pt x="432239" y="124700"/>
                </a:lnTo>
                <a:close/>
                <a:moveTo>
                  <a:pt x="511695" y="106004"/>
                </a:moveTo>
                <a:cubicBezTo>
                  <a:pt x="504030" y="115167"/>
                  <a:pt x="498422" y="118530"/>
                  <a:pt x="490383" y="118530"/>
                </a:cubicBezTo>
                <a:cubicBezTo>
                  <a:pt x="483091" y="118530"/>
                  <a:pt x="477668" y="115167"/>
                  <a:pt x="473743" y="108622"/>
                </a:cubicBezTo>
                <a:cubicBezTo>
                  <a:pt x="470379" y="102640"/>
                  <a:pt x="468882" y="96470"/>
                  <a:pt x="468134" y="83570"/>
                </a:cubicBezTo>
                <a:lnTo>
                  <a:pt x="515247" y="83570"/>
                </a:lnTo>
                <a:cubicBezTo>
                  <a:pt x="514126" y="67866"/>
                  <a:pt x="511321" y="59080"/>
                  <a:pt x="505339" y="51976"/>
                </a:cubicBezTo>
                <a:cubicBezTo>
                  <a:pt x="499357" y="44685"/>
                  <a:pt x="490568" y="40945"/>
                  <a:pt x="480099" y="40945"/>
                </a:cubicBezTo>
                <a:cubicBezTo>
                  <a:pt x="456918" y="40945"/>
                  <a:pt x="441213" y="59453"/>
                  <a:pt x="441213" y="86748"/>
                </a:cubicBezTo>
                <a:cubicBezTo>
                  <a:pt x="441213" y="114045"/>
                  <a:pt x="456544" y="131992"/>
                  <a:pt x="479725" y="131992"/>
                </a:cubicBezTo>
                <a:cubicBezTo>
                  <a:pt x="494870" y="131992"/>
                  <a:pt x="504030" y="126195"/>
                  <a:pt x="516182" y="108622"/>
                </a:cubicBezTo>
                <a:lnTo>
                  <a:pt x="511695" y="106004"/>
                </a:lnTo>
                <a:moveTo>
                  <a:pt x="467199" y="76652"/>
                </a:moveTo>
                <a:cubicBezTo>
                  <a:pt x="467761" y="54219"/>
                  <a:pt x="471127" y="46742"/>
                  <a:pt x="480287" y="46742"/>
                </a:cubicBezTo>
                <a:cubicBezTo>
                  <a:pt x="489073" y="46742"/>
                  <a:pt x="491877" y="53097"/>
                  <a:pt x="492251" y="73848"/>
                </a:cubicBezTo>
                <a:lnTo>
                  <a:pt x="492251" y="76652"/>
                </a:lnTo>
                <a:lnTo>
                  <a:pt x="467199" y="76652"/>
                </a:lnTo>
                <a:close/>
                <a:moveTo>
                  <a:pt x="583113" y="68428"/>
                </a:moveTo>
                <a:lnTo>
                  <a:pt x="583113" y="41319"/>
                </a:lnTo>
                <a:lnTo>
                  <a:pt x="578999" y="41319"/>
                </a:lnTo>
                <a:cubicBezTo>
                  <a:pt x="577878" y="44123"/>
                  <a:pt x="576757" y="45058"/>
                  <a:pt x="574326" y="45058"/>
                </a:cubicBezTo>
                <a:cubicBezTo>
                  <a:pt x="573202" y="45058"/>
                  <a:pt x="571522" y="44685"/>
                  <a:pt x="568530" y="43749"/>
                </a:cubicBezTo>
                <a:cubicBezTo>
                  <a:pt x="562547" y="41692"/>
                  <a:pt x="558246" y="40945"/>
                  <a:pt x="553947" y="40945"/>
                </a:cubicBezTo>
                <a:cubicBezTo>
                  <a:pt x="536933" y="40945"/>
                  <a:pt x="524595" y="52535"/>
                  <a:pt x="524595" y="68240"/>
                </a:cubicBezTo>
                <a:cubicBezTo>
                  <a:pt x="524595" y="80580"/>
                  <a:pt x="532260" y="89178"/>
                  <a:pt x="551142" y="97217"/>
                </a:cubicBezTo>
                <a:cubicBezTo>
                  <a:pt x="564042" y="102826"/>
                  <a:pt x="569092" y="107501"/>
                  <a:pt x="569092" y="113483"/>
                </a:cubicBezTo>
                <a:cubicBezTo>
                  <a:pt x="569092" y="120775"/>
                  <a:pt x="563480" y="125636"/>
                  <a:pt x="555068" y="125636"/>
                </a:cubicBezTo>
                <a:cubicBezTo>
                  <a:pt x="541982" y="125636"/>
                  <a:pt x="533381" y="117223"/>
                  <a:pt x="529456" y="100957"/>
                </a:cubicBezTo>
                <a:lnTo>
                  <a:pt x="524221" y="100957"/>
                </a:lnTo>
                <a:lnTo>
                  <a:pt x="524221" y="131804"/>
                </a:lnTo>
                <a:lnTo>
                  <a:pt x="528894" y="131804"/>
                </a:lnTo>
                <a:cubicBezTo>
                  <a:pt x="530951" y="127693"/>
                  <a:pt x="532072" y="126569"/>
                  <a:pt x="533755" y="126569"/>
                </a:cubicBezTo>
                <a:cubicBezTo>
                  <a:pt x="534691" y="126569"/>
                  <a:pt x="536186" y="126945"/>
                  <a:pt x="538057" y="127693"/>
                </a:cubicBezTo>
                <a:cubicBezTo>
                  <a:pt x="543477" y="129935"/>
                  <a:pt x="552825" y="131992"/>
                  <a:pt x="558246" y="131992"/>
                </a:cubicBezTo>
                <a:cubicBezTo>
                  <a:pt x="575259" y="131992"/>
                  <a:pt x="587038" y="120401"/>
                  <a:pt x="587038" y="103576"/>
                </a:cubicBezTo>
                <a:cubicBezTo>
                  <a:pt x="587038" y="90300"/>
                  <a:pt x="579935" y="82261"/>
                  <a:pt x="561238" y="74410"/>
                </a:cubicBezTo>
                <a:cubicBezTo>
                  <a:pt x="548526" y="68987"/>
                  <a:pt x="543292" y="64314"/>
                  <a:pt x="543292" y="57958"/>
                </a:cubicBezTo>
                <a:cubicBezTo>
                  <a:pt x="543292" y="51788"/>
                  <a:pt x="548526" y="47115"/>
                  <a:pt x="555630" y="47115"/>
                </a:cubicBezTo>
                <a:cubicBezTo>
                  <a:pt x="560676" y="47115"/>
                  <a:pt x="565537" y="49169"/>
                  <a:pt x="569651" y="53097"/>
                </a:cubicBezTo>
                <a:cubicBezTo>
                  <a:pt x="573576" y="56834"/>
                  <a:pt x="575633" y="60201"/>
                  <a:pt x="578437" y="68428"/>
                </a:cubicBezTo>
                <a:lnTo>
                  <a:pt x="583113" y="68428"/>
                </a:lnTo>
                <a:close/>
                <a:moveTo>
                  <a:pt x="655838" y="68428"/>
                </a:moveTo>
                <a:lnTo>
                  <a:pt x="655838" y="41319"/>
                </a:lnTo>
                <a:lnTo>
                  <a:pt x="651724" y="41319"/>
                </a:lnTo>
                <a:cubicBezTo>
                  <a:pt x="650603" y="44123"/>
                  <a:pt x="649482" y="45058"/>
                  <a:pt x="647052" y="45058"/>
                </a:cubicBezTo>
                <a:cubicBezTo>
                  <a:pt x="645928" y="45058"/>
                  <a:pt x="644248" y="44685"/>
                  <a:pt x="641255" y="43749"/>
                </a:cubicBezTo>
                <a:cubicBezTo>
                  <a:pt x="635273" y="41692"/>
                  <a:pt x="630971" y="40945"/>
                  <a:pt x="626672" y="40945"/>
                </a:cubicBezTo>
                <a:cubicBezTo>
                  <a:pt x="609658" y="40945"/>
                  <a:pt x="597321" y="52535"/>
                  <a:pt x="597321" y="68240"/>
                </a:cubicBezTo>
                <a:cubicBezTo>
                  <a:pt x="597321" y="80580"/>
                  <a:pt x="604986" y="89178"/>
                  <a:pt x="623868" y="97217"/>
                </a:cubicBezTo>
                <a:cubicBezTo>
                  <a:pt x="636768" y="102826"/>
                  <a:pt x="641817" y="107501"/>
                  <a:pt x="641817" y="113483"/>
                </a:cubicBezTo>
                <a:cubicBezTo>
                  <a:pt x="641817" y="120775"/>
                  <a:pt x="636206" y="125636"/>
                  <a:pt x="627793" y="125636"/>
                </a:cubicBezTo>
                <a:cubicBezTo>
                  <a:pt x="614708" y="125636"/>
                  <a:pt x="606107" y="117223"/>
                  <a:pt x="602182" y="100957"/>
                </a:cubicBezTo>
                <a:lnTo>
                  <a:pt x="596947" y="100957"/>
                </a:lnTo>
                <a:lnTo>
                  <a:pt x="596947" y="131804"/>
                </a:lnTo>
                <a:lnTo>
                  <a:pt x="601620" y="131804"/>
                </a:lnTo>
                <a:cubicBezTo>
                  <a:pt x="603676" y="127693"/>
                  <a:pt x="604797" y="126569"/>
                  <a:pt x="606481" y="126569"/>
                </a:cubicBezTo>
                <a:cubicBezTo>
                  <a:pt x="607416" y="126569"/>
                  <a:pt x="608911" y="126945"/>
                  <a:pt x="610782" y="127693"/>
                </a:cubicBezTo>
                <a:cubicBezTo>
                  <a:pt x="616203" y="129935"/>
                  <a:pt x="625551" y="131992"/>
                  <a:pt x="630971" y="131992"/>
                </a:cubicBezTo>
                <a:cubicBezTo>
                  <a:pt x="647985" y="131992"/>
                  <a:pt x="659763" y="120401"/>
                  <a:pt x="659763" y="103576"/>
                </a:cubicBezTo>
                <a:cubicBezTo>
                  <a:pt x="659763" y="90300"/>
                  <a:pt x="652660" y="82261"/>
                  <a:pt x="633964" y="74410"/>
                </a:cubicBezTo>
                <a:cubicBezTo>
                  <a:pt x="621252" y="68987"/>
                  <a:pt x="616017" y="64314"/>
                  <a:pt x="616017" y="57958"/>
                </a:cubicBezTo>
                <a:cubicBezTo>
                  <a:pt x="616017" y="51788"/>
                  <a:pt x="621252" y="47115"/>
                  <a:pt x="628355" y="47115"/>
                </a:cubicBezTo>
                <a:cubicBezTo>
                  <a:pt x="633402" y="47115"/>
                  <a:pt x="638263" y="49169"/>
                  <a:pt x="642376" y="53097"/>
                </a:cubicBezTo>
                <a:cubicBezTo>
                  <a:pt x="646301" y="56834"/>
                  <a:pt x="648358" y="60201"/>
                  <a:pt x="651162" y="68428"/>
                </a:cubicBezTo>
                <a:lnTo>
                  <a:pt x="655838" y="68428"/>
                </a:lnTo>
                <a:close/>
                <a:moveTo>
                  <a:pt x="753428" y="117409"/>
                </a:moveTo>
                <a:lnTo>
                  <a:pt x="751559" y="119280"/>
                </a:lnTo>
                <a:cubicBezTo>
                  <a:pt x="750997" y="119839"/>
                  <a:pt x="750438" y="120028"/>
                  <a:pt x="749502" y="120028"/>
                </a:cubicBezTo>
                <a:cubicBezTo>
                  <a:pt x="746884" y="120028"/>
                  <a:pt x="745577" y="118530"/>
                  <a:pt x="745577" y="115352"/>
                </a:cubicBezTo>
                <a:lnTo>
                  <a:pt x="745577" y="66556"/>
                </a:lnTo>
                <a:cubicBezTo>
                  <a:pt x="745577" y="50667"/>
                  <a:pt x="731368" y="40945"/>
                  <a:pt x="708558" y="40945"/>
                </a:cubicBezTo>
                <a:cubicBezTo>
                  <a:pt x="687433" y="40945"/>
                  <a:pt x="673224" y="50479"/>
                  <a:pt x="673224" y="64500"/>
                </a:cubicBezTo>
                <a:cubicBezTo>
                  <a:pt x="673224" y="72353"/>
                  <a:pt x="677711" y="76840"/>
                  <a:pt x="685376" y="76840"/>
                </a:cubicBezTo>
                <a:cubicBezTo>
                  <a:pt x="692853" y="76840"/>
                  <a:pt x="698088" y="72353"/>
                  <a:pt x="698088" y="65997"/>
                </a:cubicBezTo>
                <a:cubicBezTo>
                  <a:pt x="698088" y="63379"/>
                  <a:pt x="697155" y="60948"/>
                  <a:pt x="694725" y="57958"/>
                </a:cubicBezTo>
                <a:cubicBezTo>
                  <a:pt x="693042" y="56087"/>
                  <a:pt x="692480" y="54966"/>
                  <a:pt x="692480" y="53845"/>
                </a:cubicBezTo>
                <a:cubicBezTo>
                  <a:pt x="692480" y="49919"/>
                  <a:pt x="697529" y="46927"/>
                  <a:pt x="704258" y="46927"/>
                </a:cubicBezTo>
                <a:cubicBezTo>
                  <a:pt x="715290" y="46927"/>
                  <a:pt x="719963" y="51976"/>
                  <a:pt x="719963" y="63379"/>
                </a:cubicBezTo>
                <a:lnTo>
                  <a:pt x="719963" y="77026"/>
                </a:lnTo>
                <a:cubicBezTo>
                  <a:pt x="697714" y="83758"/>
                  <a:pt x="688554" y="87310"/>
                  <a:pt x="681637" y="92171"/>
                </a:cubicBezTo>
                <a:cubicBezTo>
                  <a:pt x="673412" y="97779"/>
                  <a:pt x="669672" y="104135"/>
                  <a:pt x="669672" y="112174"/>
                </a:cubicBezTo>
                <a:cubicBezTo>
                  <a:pt x="669672" y="123579"/>
                  <a:pt x="678273" y="131992"/>
                  <a:pt x="690423" y="131992"/>
                </a:cubicBezTo>
                <a:cubicBezTo>
                  <a:pt x="701081" y="131992"/>
                  <a:pt x="709681" y="128252"/>
                  <a:pt x="719963" y="118904"/>
                </a:cubicBezTo>
                <a:cubicBezTo>
                  <a:pt x="722019" y="128440"/>
                  <a:pt x="726133" y="131992"/>
                  <a:pt x="735293" y="131992"/>
                </a:cubicBezTo>
                <a:cubicBezTo>
                  <a:pt x="743332" y="131992"/>
                  <a:pt x="749129" y="128999"/>
                  <a:pt x="756232" y="121334"/>
                </a:cubicBezTo>
                <a:lnTo>
                  <a:pt x="753428" y="117409"/>
                </a:lnTo>
                <a:moveTo>
                  <a:pt x="719777" y="110679"/>
                </a:moveTo>
                <a:cubicBezTo>
                  <a:pt x="714728" y="116476"/>
                  <a:pt x="710988" y="118718"/>
                  <a:pt x="706504" y="118718"/>
                </a:cubicBezTo>
                <a:cubicBezTo>
                  <a:pt x="700892" y="118718"/>
                  <a:pt x="696967" y="113669"/>
                  <a:pt x="696967" y="106192"/>
                </a:cubicBezTo>
                <a:cubicBezTo>
                  <a:pt x="696967" y="95349"/>
                  <a:pt x="704820" y="87495"/>
                  <a:pt x="719777" y="83570"/>
                </a:cubicBezTo>
                <a:lnTo>
                  <a:pt x="719777" y="110679"/>
                </a:lnTo>
                <a:close/>
                <a:moveTo>
                  <a:pt x="848588" y="54966"/>
                </a:moveTo>
                <a:lnTo>
                  <a:pt x="848588" y="45058"/>
                </a:lnTo>
                <a:lnTo>
                  <a:pt x="824283" y="45058"/>
                </a:lnTo>
                <a:cubicBezTo>
                  <a:pt x="816059" y="42066"/>
                  <a:pt x="810824" y="40945"/>
                  <a:pt x="803344" y="40945"/>
                </a:cubicBezTo>
                <a:cubicBezTo>
                  <a:pt x="781096" y="40945"/>
                  <a:pt x="765392" y="53283"/>
                  <a:pt x="765392" y="71044"/>
                </a:cubicBezTo>
                <a:cubicBezTo>
                  <a:pt x="765392" y="77588"/>
                  <a:pt x="767637" y="83570"/>
                  <a:pt x="772124" y="88805"/>
                </a:cubicBezTo>
                <a:cubicBezTo>
                  <a:pt x="776235" y="93480"/>
                  <a:pt x="779790" y="95911"/>
                  <a:pt x="788576" y="99462"/>
                </a:cubicBezTo>
                <a:cubicBezTo>
                  <a:pt x="773805" y="104509"/>
                  <a:pt x="766328" y="111800"/>
                  <a:pt x="766328" y="121334"/>
                </a:cubicBezTo>
                <a:cubicBezTo>
                  <a:pt x="766328" y="128999"/>
                  <a:pt x="769694" y="132365"/>
                  <a:pt x="781658" y="136665"/>
                </a:cubicBezTo>
                <a:cubicBezTo>
                  <a:pt x="769879" y="138162"/>
                  <a:pt x="763712" y="143023"/>
                  <a:pt x="763712" y="150688"/>
                </a:cubicBezTo>
                <a:cubicBezTo>
                  <a:pt x="763712" y="161532"/>
                  <a:pt x="777733" y="167887"/>
                  <a:pt x="801288" y="167887"/>
                </a:cubicBezTo>
                <a:cubicBezTo>
                  <a:pt x="832510" y="167887"/>
                  <a:pt x="848774" y="158165"/>
                  <a:pt x="848774" y="139657"/>
                </a:cubicBezTo>
                <a:cubicBezTo>
                  <a:pt x="848774" y="125262"/>
                  <a:pt x="837930" y="117223"/>
                  <a:pt x="818116" y="116850"/>
                </a:cubicBezTo>
                <a:lnTo>
                  <a:pt x="805963" y="116661"/>
                </a:lnTo>
                <a:cubicBezTo>
                  <a:pt x="790071" y="116476"/>
                  <a:pt x="787266" y="115540"/>
                  <a:pt x="787266" y="110306"/>
                </a:cubicBezTo>
                <a:cubicBezTo>
                  <a:pt x="787266" y="104509"/>
                  <a:pt x="792501" y="100584"/>
                  <a:pt x="799981" y="100584"/>
                </a:cubicBezTo>
                <a:cubicBezTo>
                  <a:pt x="817180" y="100584"/>
                  <a:pt x="817927" y="100584"/>
                  <a:pt x="824098" y="97779"/>
                </a:cubicBezTo>
                <a:cubicBezTo>
                  <a:pt x="835315" y="92918"/>
                  <a:pt x="840923" y="84879"/>
                  <a:pt x="840923" y="73289"/>
                </a:cubicBezTo>
                <a:cubicBezTo>
                  <a:pt x="840923" y="65809"/>
                  <a:pt x="838681" y="60201"/>
                  <a:pt x="833443" y="54966"/>
                </a:cubicBezTo>
                <a:lnTo>
                  <a:pt x="848588" y="54966"/>
                </a:lnTo>
                <a:moveTo>
                  <a:pt x="819048" y="139095"/>
                </a:moveTo>
                <a:cubicBezTo>
                  <a:pt x="829144" y="139095"/>
                  <a:pt x="834005" y="142088"/>
                  <a:pt x="834005" y="148443"/>
                </a:cubicBezTo>
                <a:cubicBezTo>
                  <a:pt x="834005" y="157044"/>
                  <a:pt x="823724" y="161905"/>
                  <a:pt x="805216" y="161905"/>
                </a:cubicBezTo>
                <a:cubicBezTo>
                  <a:pt x="788761" y="161905"/>
                  <a:pt x="780163" y="157603"/>
                  <a:pt x="780163" y="149379"/>
                </a:cubicBezTo>
                <a:cubicBezTo>
                  <a:pt x="780163" y="145454"/>
                  <a:pt x="781470" y="143397"/>
                  <a:pt x="786704" y="139095"/>
                </a:cubicBezTo>
                <a:lnTo>
                  <a:pt x="819048" y="139095"/>
                </a:lnTo>
                <a:moveTo>
                  <a:pt x="803344" y="46742"/>
                </a:moveTo>
                <a:cubicBezTo>
                  <a:pt x="812131" y="46742"/>
                  <a:pt x="815685" y="53845"/>
                  <a:pt x="815685" y="71232"/>
                </a:cubicBezTo>
                <a:cubicBezTo>
                  <a:pt x="815685" y="88619"/>
                  <a:pt x="812319" y="95349"/>
                  <a:pt x="803344" y="95349"/>
                </a:cubicBezTo>
                <a:cubicBezTo>
                  <a:pt x="794370" y="95349"/>
                  <a:pt x="791006" y="88805"/>
                  <a:pt x="791006" y="71232"/>
                </a:cubicBezTo>
                <a:cubicBezTo>
                  <a:pt x="791006" y="53657"/>
                  <a:pt x="794370" y="46742"/>
                  <a:pt x="803344" y="46742"/>
                </a:cubicBezTo>
                <a:close/>
                <a:moveTo>
                  <a:pt x="927857" y="106004"/>
                </a:moveTo>
                <a:cubicBezTo>
                  <a:pt x="920191" y="115167"/>
                  <a:pt x="914583" y="118530"/>
                  <a:pt x="906544" y="118530"/>
                </a:cubicBezTo>
                <a:cubicBezTo>
                  <a:pt x="899253" y="118530"/>
                  <a:pt x="893830" y="115167"/>
                  <a:pt x="889904" y="108622"/>
                </a:cubicBezTo>
                <a:cubicBezTo>
                  <a:pt x="886541" y="102640"/>
                  <a:pt x="885043" y="96470"/>
                  <a:pt x="884296" y="83570"/>
                </a:cubicBezTo>
                <a:lnTo>
                  <a:pt x="931408" y="83570"/>
                </a:lnTo>
                <a:cubicBezTo>
                  <a:pt x="930287" y="67866"/>
                  <a:pt x="927483" y="59080"/>
                  <a:pt x="921501" y="51976"/>
                </a:cubicBezTo>
                <a:cubicBezTo>
                  <a:pt x="915519" y="44685"/>
                  <a:pt x="906730" y="40945"/>
                  <a:pt x="896260" y="40945"/>
                </a:cubicBezTo>
                <a:cubicBezTo>
                  <a:pt x="873079" y="40945"/>
                  <a:pt x="857375" y="59453"/>
                  <a:pt x="857375" y="86748"/>
                </a:cubicBezTo>
                <a:cubicBezTo>
                  <a:pt x="857375" y="114045"/>
                  <a:pt x="872705" y="131992"/>
                  <a:pt x="895886" y="131992"/>
                </a:cubicBezTo>
                <a:cubicBezTo>
                  <a:pt x="911031" y="131992"/>
                  <a:pt x="920191" y="126195"/>
                  <a:pt x="932344" y="108622"/>
                </a:cubicBezTo>
                <a:lnTo>
                  <a:pt x="927857" y="106004"/>
                </a:lnTo>
                <a:moveTo>
                  <a:pt x="883360" y="76652"/>
                </a:moveTo>
                <a:cubicBezTo>
                  <a:pt x="883922" y="54219"/>
                  <a:pt x="887288" y="46742"/>
                  <a:pt x="896448" y="46742"/>
                </a:cubicBezTo>
                <a:cubicBezTo>
                  <a:pt x="905235" y="46742"/>
                  <a:pt x="908039" y="53097"/>
                  <a:pt x="908413" y="73848"/>
                </a:cubicBezTo>
                <a:lnTo>
                  <a:pt x="908413" y="76652"/>
                </a:lnTo>
                <a:lnTo>
                  <a:pt x="883360" y="76652"/>
                </a:lnTo>
                <a:close/>
                <a:moveTo>
                  <a:pt x="1068634" y="40571"/>
                </a:moveTo>
                <a:lnTo>
                  <a:pt x="1068634" y="0"/>
                </a:lnTo>
                <a:lnTo>
                  <a:pt x="1063025" y="0"/>
                </a:lnTo>
                <a:cubicBezTo>
                  <a:pt x="1061531" y="5049"/>
                  <a:pt x="1060407" y="6359"/>
                  <a:pt x="1057043" y="6359"/>
                </a:cubicBezTo>
                <a:cubicBezTo>
                  <a:pt x="1055360" y="6359"/>
                  <a:pt x="1053115" y="5797"/>
                  <a:pt x="1049190" y="4487"/>
                </a:cubicBezTo>
                <a:cubicBezTo>
                  <a:pt x="1040592" y="1309"/>
                  <a:pt x="1034607" y="188"/>
                  <a:pt x="1027318" y="188"/>
                </a:cubicBezTo>
                <a:cubicBezTo>
                  <a:pt x="1001892" y="188"/>
                  <a:pt x="986373" y="14583"/>
                  <a:pt x="986373" y="38326"/>
                </a:cubicBezTo>
                <a:cubicBezTo>
                  <a:pt x="986373" y="54592"/>
                  <a:pt x="996095" y="66371"/>
                  <a:pt x="1018344" y="77026"/>
                </a:cubicBezTo>
                <a:lnTo>
                  <a:pt x="1030870" y="83011"/>
                </a:lnTo>
                <a:cubicBezTo>
                  <a:pt x="1047321" y="90861"/>
                  <a:pt x="1051809" y="95723"/>
                  <a:pt x="1051809" y="105630"/>
                </a:cubicBezTo>
                <a:cubicBezTo>
                  <a:pt x="1051809" y="118530"/>
                  <a:pt x="1042646" y="126757"/>
                  <a:pt x="1028251" y="126757"/>
                </a:cubicBezTo>
                <a:cubicBezTo>
                  <a:pt x="1017222" y="126757"/>
                  <a:pt x="1008060" y="122084"/>
                  <a:pt x="1000956" y="112921"/>
                </a:cubicBezTo>
                <a:cubicBezTo>
                  <a:pt x="995907" y="106004"/>
                  <a:pt x="993291" y="99836"/>
                  <a:pt x="990113" y="86748"/>
                </a:cubicBezTo>
                <a:lnTo>
                  <a:pt x="984690" y="86748"/>
                </a:lnTo>
                <a:lnTo>
                  <a:pt x="984690" y="132927"/>
                </a:lnTo>
                <a:lnTo>
                  <a:pt x="990113" y="132927"/>
                </a:lnTo>
                <a:cubicBezTo>
                  <a:pt x="991234" y="128066"/>
                  <a:pt x="992729" y="126569"/>
                  <a:pt x="995722" y="126569"/>
                </a:cubicBezTo>
                <a:cubicBezTo>
                  <a:pt x="997216" y="126569"/>
                  <a:pt x="999273" y="127131"/>
                  <a:pt x="1003387" y="128440"/>
                </a:cubicBezTo>
                <a:cubicBezTo>
                  <a:pt x="1012547" y="131618"/>
                  <a:pt x="1019465" y="132927"/>
                  <a:pt x="1027692" y="132927"/>
                </a:cubicBezTo>
                <a:cubicBezTo>
                  <a:pt x="1055360" y="132927"/>
                  <a:pt x="1074057" y="117035"/>
                  <a:pt x="1074057" y="93480"/>
                </a:cubicBezTo>
                <a:cubicBezTo>
                  <a:pt x="1074057" y="79456"/>
                  <a:pt x="1065641" y="65435"/>
                  <a:pt x="1053492" y="59453"/>
                </a:cubicBezTo>
                <a:lnTo>
                  <a:pt x="1026009" y="45806"/>
                </a:lnTo>
                <a:cubicBezTo>
                  <a:pt x="1010864" y="38326"/>
                  <a:pt x="1006753" y="33653"/>
                  <a:pt x="1006753" y="24679"/>
                </a:cubicBezTo>
                <a:cubicBezTo>
                  <a:pt x="1006753" y="13088"/>
                  <a:pt x="1014604" y="5985"/>
                  <a:pt x="1027318" y="5985"/>
                </a:cubicBezTo>
                <a:cubicBezTo>
                  <a:pt x="1035731" y="5985"/>
                  <a:pt x="1043581" y="9537"/>
                  <a:pt x="1050311" y="16454"/>
                </a:cubicBezTo>
                <a:cubicBezTo>
                  <a:pt x="1056670" y="22996"/>
                  <a:pt x="1059659" y="28419"/>
                  <a:pt x="1063399" y="40571"/>
                </a:cubicBezTo>
                <a:lnTo>
                  <a:pt x="1068634" y="40571"/>
                </a:lnTo>
                <a:close/>
                <a:moveTo>
                  <a:pt x="1157250" y="106004"/>
                </a:moveTo>
                <a:cubicBezTo>
                  <a:pt x="1149585" y="115167"/>
                  <a:pt x="1143977" y="118530"/>
                  <a:pt x="1135938" y="118530"/>
                </a:cubicBezTo>
                <a:cubicBezTo>
                  <a:pt x="1128646" y="118530"/>
                  <a:pt x="1123223" y="115167"/>
                  <a:pt x="1119298" y="108622"/>
                </a:cubicBezTo>
                <a:cubicBezTo>
                  <a:pt x="1115934" y="102640"/>
                  <a:pt x="1114437" y="96470"/>
                  <a:pt x="1113689" y="83570"/>
                </a:cubicBezTo>
                <a:lnTo>
                  <a:pt x="1160802" y="83570"/>
                </a:lnTo>
                <a:cubicBezTo>
                  <a:pt x="1159681" y="67866"/>
                  <a:pt x="1156876" y="59080"/>
                  <a:pt x="1150894" y="51976"/>
                </a:cubicBezTo>
                <a:cubicBezTo>
                  <a:pt x="1144912" y="44685"/>
                  <a:pt x="1136123" y="40945"/>
                  <a:pt x="1125654" y="40945"/>
                </a:cubicBezTo>
                <a:cubicBezTo>
                  <a:pt x="1102473" y="40945"/>
                  <a:pt x="1086768" y="59453"/>
                  <a:pt x="1086768" y="86748"/>
                </a:cubicBezTo>
                <a:cubicBezTo>
                  <a:pt x="1086768" y="114045"/>
                  <a:pt x="1102099" y="131992"/>
                  <a:pt x="1125280" y="131992"/>
                </a:cubicBezTo>
                <a:cubicBezTo>
                  <a:pt x="1140425" y="131992"/>
                  <a:pt x="1149585" y="126195"/>
                  <a:pt x="1161738" y="108622"/>
                </a:cubicBezTo>
                <a:lnTo>
                  <a:pt x="1157250" y="106004"/>
                </a:lnTo>
                <a:moveTo>
                  <a:pt x="1112754" y="76652"/>
                </a:moveTo>
                <a:cubicBezTo>
                  <a:pt x="1113316" y="54219"/>
                  <a:pt x="1116682" y="46742"/>
                  <a:pt x="1125842" y="46742"/>
                </a:cubicBezTo>
                <a:cubicBezTo>
                  <a:pt x="1134628" y="46742"/>
                  <a:pt x="1137432" y="53097"/>
                  <a:pt x="1137806" y="73848"/>
                </a:cubicBezTo>
                <a:lnTo>
                  <a:pt x="1137806" y="76652"/>
                </a:lnTo>
                <a:lnTo>
                  <a:pt x="1112754" y="76652"/>
                </a:lnTo>
                <a:close/>
                <a:moveTo>
                  <a:pt x="1212775" y="124889"/>
                </a:moveTo>
                <a:cubicBezTo>
                  <a:pt x="1206793" y="124889"/>
                  <a:pt x="1203801" y="121149"/>
                  <a:pt x="1203615" y="113669"/>
                </a:cubicBezTo>
                <a:lnTo>
                  <a:pt x="1203615" y="2992"/>
                </a:lnTo>
                <a:lnTo>
                  <a:pt x="1168093" y="2992"/>
                </a:lnTo>
                <a:lnTo>
                  <a:pt x="1168093" y="7480"/>
                </a:lnTo>
                <a:cubicBezTo>
                  <a:pt x="1174264" y="7665"/>
                  <a:pt x="1177442" y="11220"/>
                  <a:pt x="1177627" y="18323"/>
                </a:cubicBezTo>
                <a:lnTo>
                  <a:pt x="1177627" y="113669"/>
                </a:lnTo>
                <a:cubicBezTo>
                  <a:pt x="1177442" y="120775"/>
                  <a:pt x="1174076" y="124700"/>
                  <a:pt x="1168093" y="124889"/>
                </a:cubicBezTo>
                <a:lnTo>
                  <a:pt x="1168093" y="129373"/>
                </a:lnTo>
                <a:lnTo>
                  <a:pt x="1212775" y="129373"/>
                </a:lnTo>
                <a:lnTo>
                  <a:pt x="1212775" y="124889"/>
                </a:lnTo>
                <a:close/>
                <a:moveTo>
                  <a:pt x="1292232" y="106004"/>
                </a:moveTo>
                <a:cubicBezTo>
                  <a:pt x="1284567" y="115167"/>
                  <a:pt x="1278958" y="118530"/>
                  <a:pt x="1270919" y="118530"/>
                </a:cubicBezTo>
                <a:cubicBezTo>
                  <a:pt x="1263628" y="118530"/>
                  <a:pt x="1258205" y="115167"/>
                  <a:pt x="1254279" y="108622"/>
                </a:cubicBezTo>
                <a:cubicBezTo>
                  <a:pt x="1250916" y="102640"/>
                  <a:pt x="1249418" y="96470"/>
                  <a:pt x="1248671" y="83570"/>
                </a:cubicBezTo>
                <a:lnTo>
                  <a:pt x="1295783" y="83570"/>
                </a:lnTo>
                <a:cubicBezTo>
                  <a:pt x="1294662" y="67866"/>
                  <a:pt x="1291858" y="59080"/>
                  <a:pt x="1285876" y="51976"/>
                </a:cubicBezTo>
                <a:cubicBezTo>
                  <a:pt x="1279894" y="44685"/>
                  <a:pt x="1271105" y="40945"/>
                  <a:pt x="1260635" y="40945"/>
                </a:cubicBezTo>
                <a:cubicBezTo>
                  <a:pt x="1237454" y="40945"/>
                  <a:pt x="1221750" y="59453"/>
                  <a:pt x="1221750" y="86748"/>
                </a:cubicBezTo>
                <a:cubicBezTo>
                  <a:pt x="1221750" y="114045"/>
                  <a:pt x="1237081" y="131992"/>
                  <a:pt x="1260262" y="131992"/>
                </a:cubicBezTo>
                <a:cubicBezTo>
                  <a:pt x="1275407" y="131992"/>
                  <a:pt x="1284567" y="126195"/>
                  <a:pt x="1296719" y="108622"/>
                </a:cubicBezTo>
                <a:lnTo>
                  <a:pt x="1292232" y="106004"/>
                </a:lnTo>
                <a:moveTo>
                  <a:pt x="1247735" y="76652"/>
                </a:moveTo>
                <a:cubicBezTo>
                  <a:pt x="1248297" y="54219"/>
                  <a:pt x="1251664" y="46742"/>
                  <a:pt x="1260824" y="46742"/>
                </a:cubicBezTo>
                <a:cubicBezTo>
                  <a:pt x="1269610" y="46742"/>
                  <a:pt x="1272414" y="53097"/>
                  <a:pt x="1272788" y="73848"/>
                </a:cubicBezTo>
                <a:lnTo>
                  <a:pt x="1272788" y="76652"/>
                </a:lnTo>
                <a:lnTo>
                  <a:pt x="1247735" y="76652"/>
                </a:lnTo>
                <a:close/>
                <a:moveTo>
                  <a:pt x="1376548" y="108996"/>
                </a:moveTo>
                <a:cubicBezTo>
                  <a:pt x="1369633" y="116850"/>
                  <a:pt x="1364772" y="119466"/>
                  <a:pt x="1357106" y="119466"/>
                </a:cubicBezTo>
                <a:cubicBezTo>
                  <a:pt x="1340840" y="119466"/>
                  <a:pt x="1330556" y="103199"/>
                  <a:pt x="1330556" y="77776"/>
                </a:cubicBezTo>
                <a:cubicBezTo>
                  <a:pt x="1330556" y="58518"/>
                  <a:pt x="1336541" y="46742"/>
                  <a:pt x="1346263" y="46742"/>
                </a:cubicBezTo>
                <a:cubicBezTo>
                  <a:pt x="1349253" y="46742"/>
                  <a:pt x="1352057" y="48236"/>
                  <a:pt x="1353178" y="50293"/>
                </a:cubicBezTo>
                <a:cubicBezTo>
                  <a:pt x="1354114" y="51976"/>
                  <a:pt x="1354114" y="51976"/>
                  <a:pt x="1354114" y="59827"/>
                </a:cubicBezTo>
                <a:cubicBezTo>
                  <a:pt x="1354302" y="69175"/>
                  <a:pt x="1357480" y="73289"/>
                  <a:pt x="1364583" y="73289"/>
                </a:cubicBezTo>
                <a:cubicBezTo>
                  <a:pt x="1372437" y="73289"/>
                  <a:pt x="1377298" y="68802"/>
                  <a:pt x="1377298" y="61510"/>
                </a:cubicBezTo>
                <a:cubicBezTo>
                  <a:pt x="1377298" y="49919"/>
                  <a:pt x="1364772" y="40945"/>
                  <a:pt x="1348317" y="40945"/>
                </a:cubicBezTo>
                <a:cubicBezTo>
                  <a:pt x="1322894" y="40945"/>
                  <a:pt x="1304197" y="60763"/>
                  <a:pt x="1304197" y="87684"/>
                </a:cubicBezTo>
                <a:cubicBezTo>
                  <a:pt x="1304197" y="113669"/>
                  <a:pt x="1320837" y="131992"/>
                  <a:pt x="1344206" y="131992"/>
                </a:cubicBezTo>
                <a:cubicBezTo>
                  <a:pt x="1358601" y="131992"/>
                  <a:pt x="1369071" y="126195"/>
                  <a:pt x="1379914" y="112362"/>
                </a:cubicBezTo>
                <a:lnTo>
                  <a:pt x="1376548" y="108996"/>
                </a:lnTo>
                <a:close/>
                <a:moveTo>
                  <a:pt x="1439552" y="43187"/>
                </a:moveTo>
                <a:lnTo>
                  <a:pt x="1421980" y="43187"/>
                </a:lnTo>
                <a:lnTo>
                  <a:pt x="1421980" y="11593"/>
                </a:lnTo>
                <a:lnTo>
                  <a:pt x="1417304" y="11593"/>
                </a:lnTo>
                <a:cubicBezTo>
                  <a:pt x="1405902" y="27671"/>
                  <a:pt x="1398422" y="36084"/>
                  <a:pt x="1386269" y="46365"/>
                </a:cubicBezTo>
                <a:lnTo>
                  <a:pt x="1386269" y="51414"/>
                </a:lnTo>
                <a:lnTo>
                  <a:pt x="1395991" y="51414"/>
                </a:lnTo>
                <a:lnTo>
                  <a:pt x="1395991" y="111989"/>
                </a:lnTo>
                <a:cubicBezTo>
                  <a:pt x="1395991" y="124138"/>
                  <a:pt x="1404030" y="131618"/>
                  <a:pt x="1416930" y="131618"/>
                </a:cubicBezTo>
                <a:cubicBezTo>
                  <a:pt x="1429457" y="131618"/>
                  <a:pt x="1436936" y="126010"/>
                  <a:pt x="1444599" y="110679"/>
                </a:cubicBezTo>
                <a:lnTo>
                  <a:pt x="1439926" y="108622"/>
                </a:lnTo>
                <a:cubicBezTo>
                  <a:pt x="1436186" y="115726"/>
                  <a:pt x="1433196" y="118344"/>
                  <a:pt x="1429271" y="118344"/>
                </a:cubicBezTo>
                <a:cubicBezTo>
                  <a:pt x="1424036" y="118344"/>
                  <a:pt x="1421980" y="115167"/>
                  <a:pt x="1421980" y="107687"/>
                </a:cubicBezTo>
                <a:lnTo>
                  <a:pt x="1421980" y="51414"/>
                </a:lnTo>
                <a:lnTo>
                  <a:pt x="1439552" y="51414"/>
                </a:lnTo>
                <a:lnTo>
                  <a:pt x="1439552" y="43187"/>
                </a:lnTo>
                <a:close/>
                <a:moveTo>
                  <a:pt x="1492460" y="124889"/>
                </a:moveTo>
                <a:cubicBezTo>
                  <a:pt x="1486104" y="124138"/>
                  <a:pt x="1483674" y="121334"/>
                  <a:pt x="1483674" y="114231"/>
                </a:cubicBezTo>
                <a:lnTo>
                  <a:pt x="1483674" y="43187"/>
                </a:lnTo>
                <a:lnTo>
                  <a:pt x="1447778" y="43187"/>
                </a:lnTo>
                <a:lnTo>
                  <a:pt x="1447778" y="47674"/>
                </a:lnTo>
                <a:cubicBezTo>
                  <a:pt x="1456005" y="49169"/>
                  <a:pt x="1457500" y="50852"/>
                  <a:pt x="1457686" y="58706"/>
                </a:cubicBezTo>
                <a:lnTo>
                  <a:pt x="1457686" y="113669"/>
                </a:lnTo>
                <a:cubicBezTo>
                  <a:pt x="1457500" y="121522"/>
                  <a:pt x="1456191" y="123017"/>
                  <a:pt x="1447778" y="124889"/>
                </a:cubicBezTo>
                <a:lnTo>
                  <a:pt x="1447778" y="129373"/>
                </a:lnTo>
                <a:lnTo>
                  <a:pt x="1492460" y="129373"/>
                </a:lnTo>
                <a:lnTo>
                  <a:pt x="1492460" y="124889"/>
                </a:lnTo>
                <a:moveTo>
                  <a:pt x="1470585" y="188"/>
                </a:moveTo>
                <a:cubicBezTo>
                  <a:pt x="1462547" y="188"/>
                  <a:pt x="1456005" y="6732"/>
                  <a:pt x="1456005" y="14583"/>
                </a:cubicBezTo>
                <a:cubicBezTo>
                  <a:pt x="1456005" y="22996"/>
                  <a:pt x="1462173" y="29166"/>
                  <a:pt x="1470400" y="29166"/>
                </a:cubicBezTo>
                <a:cubicBezTo>
                  <a:pt x="1478627" y="29166"/>
                  <a:pt x="1484983" y="22996"/>
                  <a:pt x="1484983" y="14771"/>
                </a:cubicBezTo>
                <a:cubicBezTo>
                  <a:pt x="1484983" y="6544"/>
                  <a:pt x="1478627" y="188"/>
                  <a:pt x="1470585" y="188"/>
                </a:cubicBezTo>
                <a:close/>
                <a:moveTo>
                  <a:pt x="1543686" y="40945"/>
                </a:moveTo>
                <a:cubicBezTo>
                  <a:pt x="1519755" y="40945"/>
                  <a:pt x="1501435" y="60574"/>
                  <a:pt x="1501435" y="86000"/>
                </a:cubicBezTo>
                <a:cubicBezTo>
                  <a:pt x="1501435" y="112736"/>
                  <a:pt x="1519007" y="131992"/>
                  <a:pt x="1543686" y="131992"/>
                </a:cubicBezTo>
                <a:cubicBezTo>
                  <a:pt x="1567991" y="131992"/>
                  <a:pt x="1585752" y="112736"/>
                  <a:pt x="1585752" y="86562"/>
                </a:cubicBezTo>
                <a:cubicBezTo>
                  <a:pt x="1585752" y="60201"/>
                  <a:pt x="1567803" y="40945"/>
                  <a:pt x="1543686" y="40945"/>
                </a:cubicBezTo>
                <a:moveTo>
                  <a:pt x="1543874" y="46742"/>
                </a:moveTo>
                <a:cubicBezTo>
                  <a:pt x="1554717" y="46742"/>
                  <a:pt x="1558269" y="57023"/>
                  <a:pt x="1558269" y="87684"/>
                </a:cubicBezTo>
                <a:cubicBezTo>
                  <a:pt x="1558269" y="116476"/>
                  <a:pt x="1554529" y="126195"/>
                  <a:pt x="1543686" y="126195"/>
                </a:cubicBezTo>
                <a:cubicBezTo>
                  <a:pt x="1532655" y="126195"/>
                  <a:pt x="1528917" y="116661"/>
                  <a:pt x="1528917" y="89178"/>
                </a:cubicBezTo>
                <a:cubicBezTo>
                  <a:pt x="1528917" y="56461"/>
                  <a:pt x="1532281" y="46742"/>
                  <a:pt x="1543874" y="46742"/>
                </a:cubicBezTo>
                <a:close/>
                <a:moveTo>
                  <a:pt x="1691005" y="124889"/>
                </a:moveTo>
                <a:cubicBezTo>
                  <a:pt x="1684090" y="124515"/>
                  <a:pt x="1681660" y="121711"/>
                  <a:pt x="1681845" y="114231"/>
                </a:cubicBezTo>
                <a:lnTo>
                  <a:pt x="1681845" y="67307"/>
                </a:lnTo>
                <a:cubicBezTo>
                  <a:pt x="1681845" y="51226"/>
                  <a:pt x="1671938" y="40945"/>
                  <a:pt x="1656607" y="40945"/>
                </a:cubicBezTo>
                <a:cubicBezTo>
                  <a:pt x="1645391" y="40945"/>
                  <a:pt x="1636790" y="46180"/>
                  <a:pt x="1629872" y="57211"/>
                </a:cubicBezTo>
                <a:lnTo>
                  <a:pt x="1629872" y="43187"/>
                </a:lnTo>
                <a:lnTo>
                  <a:pt x="1594165" y="43187"/>
                </a:lnTo>
                <a:lnTo>
                  <a:pt x="1594165" y="47674"/>
                </a:lnTo>
                <a:cubicBezTo>
                  <a:pt x="1602389" y="48984"/>
                  <a:pt x="1603887" y="50667"/>
                  <a:pt x="1604072" y="58706"/>
                </a:cubicBezTo>
                <a:lnTo>
                  <a:pt x="1604072" y="113669"/>
                </a:lnTo>
                <a:cubicBezTo>
                  <a:pt x="1603887" y="121711"/>
                  <a:pt x="1602389" y="123391"/>
                  <a:pt x="1594165" y="124889"/>
                </a:cubicBezTo>
                <a:lnTo>
                  <a:pt x="1594165" y="129373"/>
                </a:lnTo>
                <a:lnTo>
                  <a:pt x="1639220" y="129373"/>
                </a:lnTo>
                <a:lnTo>
                  <a:pt x="1639220" y="124889"/>
                </a:lnTo>
                <a:cubicBezTo>
                  <a:pt x="1632491" y="124138"/>
                  <a:pt x="1630060" y="121149"/>
                  <a:pt x="1630060" y="114231"/>
                </a:cubicBezTo>
                <a:lnTo>
                  <a:pt x="1630060" y="64314"/>
                </a:lnTo>
                <a:cubicBezTo>
                  <a:pt x="1630060" y="63752"/>
                  <a:pt x="1631367" y="61695"/>
                  <a:pt x="1633238" y="59827"/>
                </a:cubicBezTo>
                <a:cubicBezTo>
                  <a:pt x="1637352" y="55713"/>
                  <a:pt x="1641836" y="53471"/>
                  <a:pt x="1646138" y="53471"/>
                </a:cubicBezTo>
                <a:cubicBezTo>
                  <a:pt x="1652682" y="53471"/>
                  <a:pt x="1655860" y="58518"/>
                  <a:pt x="1655860" y="68987"/>
                </a:cubicBezTo>
                <a:lnTo>
                  <a:pt x="1655860" y="114231"/>
                </a:lnTo>
                <a:cubicBezTo>
                  <a:pt x="1655672" y="121334"/>
                  <a:pt x="1653241" y="124327"/>
                  <a:pt x="1647071" y="124889"/>
                </a:cubicBezTo>
                <a:lnTo>
                  <a:pt x="1647071" y="129373"/>
                </a:lnTo>
                <a:lnTo>
                  <a:pt x="1691005" y="129373"/>
                </a:lnTo>
                <a:lnTo>
                  <a:pt x="1691005" y="1248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A9F8A-5F4E-4906-BD8E-599CA372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9" y="286004"/>
            <a:ext cx="3051730" cy="3071880"/>
          </a:xfrm>
          <a:custGeom xmlns:a="http://schemas.openxmlformats.org/drawingml/2006/main">
            <a:pathLst>
              <a:path w="3051730" h="3071880" fill="none">
                <a:moveTo>
                  <a:pt x="0" y="3071880"/>
                </a:moveTo>
                <a:lnTo>
                  <a:pt x="3051730" y="3071880"/>
                </a:lnTo>
                <a:lnTo>
                  <a:pt x="3051730" y="0"/>
                </a:lnTo>
                <a:lnTo>
                  <a:pt x="0" y="0"/>
                </a:lnTo>
                <a:lnTo>
                  <a:pt x="0" y="30718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" name="Text Dual-UET">
            <a:extLst xmlns:a="http://schemas.openxmlformats.org/drawingml/2006/main">
              <a:ext uri="{FF2B5EF4-FFF2-40B4-BE49-F238E27FC236}">
                <a16:creationId xmlns:a16="http://schemas.microsoft.com/office/drawing/2014/main" id="{74F76127-D663-41A3-88EF-6D5808A7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79" y="74915"/>
            <a:ext cx="865452" cy="129935"/>
          </a:xfrm>
          <a:custGeom xmlns:a="http://schemas.openxmlformats.org/drawingml/2006/main">
            <a:pathLst>
              <a:path w="865452" h="129935">
                <a:moveTo>
                  <a:pt x="0" y="126381"/>
                </a:moveTo>
                <a:lnTo>
                  <a:pt x="59077" y="126381"/>
                </a:lnTo>
                <a:cubicBezTo>
                  <a:pt x="99460" y="126381"/>
                  <a:pt x="126381" y="100584"/>
                  <a:pt x="126381" y="61884"/>
                </a:cubicBezTo>
                <a:cubicBezTo>
                  <a:pt x="126381" y="23369"/>
                  <a:pt x="100395" y="0"/>
                  <a:pt x="57023" y="0"/>
                </a:cubicBezTo>
                <a:lnTo>
                  <a:pt x="0" y="0"/>
                </a:lnTo>
                <a:lnTo>
                  <a:pt x="0" y="4673"/>
                </a:lnTo>
                <a:cubicBezTo>
                  <a:pt x="11779" y="5608"/>
                  <a:pt x="15330" y="8413"/>
                  <a:pt x="15519" y="17199"/>
                </a:cubicBezTo>
                <a:lnTo>
                  <a:pt x="15519" y="109370"/>
                </a:lnTo>
                <a:cubicBezTo>
                  <a:pt x="15519" y="117594"/>
                  <a:pt x="10469" y="121708"/>
                  <a:pt x="0" y="121708"/>
                </a:cubicBezTo>
                <a:lnTo>
                  <a:pt x="0" y="126381"/>
                </a:lnTo>
                <a:moveTo>
                  <a:pt x="45803" y="12900"/>
                </a:moveTo>
                <a:cubicBezTo>
                  <a:pt x="45803" y="8601"/>
                  <a:pt x="49543" y="6356"/>
                  <a:pt x="56834" y="6356"/>
                </a:cubicBezTo>
                <a:cubicBezTo>
                  <a:pt x="70296" y="6356"/>
                  <a:pt x="79642" y="12526"/>
                  <a:pt x="86186" y="25426"/>
                </a:cubicBezTo>
                <a:cubicBezTo>
                  <a:pt x="91235" y="35148"/>
                  <a:pt x="93851" y="48796"/>
                  <a:pt x="93851" y="64688"/>
                </a:cubicBezTo>
                <a:cubicBezTo>
                  <a:pt x="93851" y="82261"/>
                  <a:pt x="90111" y="98527"/>
                  <a:pt x="84129" y="106939"/>
                </a:cubicBezTo>
                <a:cubicBezTo>
                  <a:pt x="77773" y="115537"/>
                  <a:pt x="68799" y="119839"/>
                  <a:pt x="56646" y="119839"/>
                </a:cubicBezTo>
                <a:cubicBezTo>
                  <a:pt x="48234" y="119839"/>
                  <a:pt x="45803" y="117409"/>
                  <a:pt x="45803" y="108996"/>
                </a:cubicBezTo>
                <a:lnTo>
                  <a:pt x="45803" y="12900"/>
                </a:lnTo>
                <a:close/>
                <a:moveTo>
                  <a:pt x="233318" y="118342"/>
                </a:moveTo>
                <a:cubicBezTo>
                  <a:pt x="225279" y="117968"/>
                  <a:pt x="223037" y="115537"/>
                  <a:pt x="222849" y="107498"/>
                </a:cubicBezTo>
                <a:lnTo>
                  <a:pt x="222849" y="40195"/>
                </a:lnTo>
                <a:lnTo>
                  <a:pt x="185273" y="40195"/>
                </a:lnTo>
                <a:lnTo>
                  <a:pt x="185273" y="44682"/>
                </a:lnTo>
                <a:cubicBezTo>
                  <a:pt x="194433" y="45244"/>
                  <a:pt x="196675" y="47486"/>
                  <a:pt x="196864" y="55713"/>
                </a:cubicBezTo>
                <a:lnTo>
                  <a:pt x="196864" y="108622"/>
                </a:lnTo>
                <a:cubicBezTo>
                  <a:pt x="190693" y="114790"/>
                  <a:pt x="186953" y="116847"/>
                  <a:pt x="181533" y="116847"/>
                </a:cubicBezTo>
                <a:cubicBezTo>
                  <a:pt x="173868" y="116847"/>
                  <a:pt x="171064" y="113107"/>
                  <a:pt x="171064" y="103573"/>
                </a:cubicBezTo>
                <a:lnTo>
                  <a:pt x="171064" y="40195"/>
                </a:lnTo>
                <a:lnTo>
                  <a:pt x="135916" y="40195"/>
                </a:lnTo>
                <a:lnTo>
                  <a:pt x="135916" y="44682"/>
                </a:lnTo>
                <a:cubicBezTo>
                  <a:pt x="143581" y="46177"/>
                  <a:pt x="144890" y="47860"/>
                  <a:pt x="145076" y="55713"/>
                </a:cubicBezTo>
                <a:lnTo>
                  <a:pt x="145076" y="102826"/>
                </a:lnTo>
                <a:cubicBezTo>
                  <a:pt x="145076" y="119277"/>
                  <a:pt x="154424" y="128999"/>
                  <a:pt x="169943" y="128999"/>
                </a:cubicBezTo>
                <a:cubicBezTo>
                  <a:pt x="179665" y="128999"/>
                  <a:pt x="186206" y="126007"/>
                  <a:pt x="197049" y="116661"/>
                </a:cubicBezTo>
                <a:lnTo>
                  <a:pt x="197049" y="128811"/>
                </a:lnTo>
                <a:cubicBezTo>
                  <a:pt x="205088" y="126007"/>
                  <a:pt x="209575" y="125259"/>
                  <a:pt x="221728" y="123953"/>
                </a:cubicBezTo>
                <a:lnTo>
                  <a:pt x="233318" y="122643"/>
                </a:lnTo>
                <a:lnTo>
                  <a:pt x="233318" y="118342"/>
                </a:lnTo>
                <a:close/>
                <a:moveTo>
                  <a:pt x="325301" y="114416"/>
                </a:moveTo>
                <a:lnTo>
                  <a:pt x="323432" y="116288"/>
                </a:lnTo>
                <a:cubicBezTo>
                  <a:pt x="322870" y="116847"/>
                  <a:pt x="322311" y="117035"/>
                  <a:pt x="321375" y="117035"/>
                </a:cubicBezTo>
                <a:cubicBezTo>
                  <a:pt x="318757" y="117035"/>
                  <a:pt x="317450" y="115537"/>
                  <a:pt x="317450" y="112359"/>
                </a:cubicBezTo>
                <a:lnTo>
                  <a:pt x="317450" y="63564"/>
                </a:lnTo>
                <a:cubicBezTo>
                  <a:pt x="317450" y="47674"/>
                  <a:pt x="303241" y="37952"/>
                  <a:pt x="280431" y="37952"/>
                </a:cubicBezTo>
                <a:cubicBezTo>
                  <a:pt x="259306" y="37952"/>
                  <a:pt x="245097" y="47486"/>
                  <a:pt x="245097" y="61507"/>
                </a:cubicBezTo>
                <a:cubicBezTo>
                  <a:pt x="245097" y="69361"/>
                  <a:pt x="249584" y="73848"/>
                  <a:pt x="257249" y="73848"/>
                </a:cubicBezTo>
                <a:cubicBezTo>
                  <a:pt x="264726" y="73848"/>
                  <a:pt x="269961" y="69361"/>
                  <a:pt x="269961" y="63005"/>
                </a:cubicBezTo>
                <a:cubicBezTo>
                  <a:pt x="269961" y="60386"/>
                  <a:pt x="269028" y="57956"/>
                  <a:pt x="266598" y="54966"/>
                </a:cubicBezTo>
                <a:cubicBezTo>
                  <a:pt x="264915" y="53095"/>
                  <a:pt x="264353" y="51973"/>
                  <a:pt x="264353" y="50852"/>
                </a:cubicBezTo>
                <a:cubicBezTo>
                  <a:pt x="264353" y="46927"/>
                  <a:pt x="269402" y="43935"/>
                  <a:pt x="276131" y="43935"/>
                </a:cubicBezTo>
                <a:cubicBezTo>
                  <a:pt x="287163" y="43935"/>
                  <a:pt x="291836" y="48984"/>
                  <a:pt x="291836" y="60386"/>
                </a:cubicBezTo>
                <a:lnTo>
                  <a:pt x="291836" y="74033"/>
                </a:lnTo>
                <a:cubicBezTo>
                  <a:pt x="269587" y="80766"/>
                  <a:pt x="260427" y="84317"/>
                  <a:pt x="253510" y="89178"/>
                </a:cubicBezTo>
                <a:cubicBezTo>
                  <a:pt x="245285" y="94787"/>
                  <a:pt x="241545" y="101143"/>
                  <a:pt x="241545" y="109182"/>
                </a:cubicBezTo>
                <a:cubicBezTo>
                  <a:pt x="241545" y="120587"/>
                  <a:pt x="250146" y="128999"/>
                  <a:pt x="262296" y="128999"/>
                </a:cubicBezTo>
                <a:cubicBezTo>
                  <a:pt x="272954" y="128999"/>
                  <a:pt x="281554" y="125259"/>
                  <a:pt x="291836" y="115911"/>
                </a:cubicBezTo>
                <a:cubicBezTo>
                  <a:pt x="293892" y="125448"/>
                  <a:pt x="298006" y="128999"/>
                  <a:pt x="307166" y="128999"/>
                </a:cubicBezTo>
                <a:cubicBezTo>
                  <a:pt x="315205" y="128999"/>
                  <a:pt x="321002" y="126007"/>
                  <a:pt x="328105" y="118342"/>
                </a:cubicBezTo>
                <a:lnTo>
                  <a:pt x="325301" y="114416"/>
                </a:lnTo>
                <a:moveTo>
                  <a:pt x="291650" y="107687"/>
                </a:moveTo>
                <a:cubicBezTo>
                  <a:pt x="286601" y="113483"/>
                  <a:pt x="282861" y="115726"/>
                  <a:pt x="278377" y="115726"/>
                </a:cubicBezTo>
                <a:cubicBezTo>
                  <a:pt x="272765" y="115726"/>
                  <a:pt x="268840" y="110676"/>
                  <a:pt x="268840" y="103199"/>
                </a:cubicBezTo>
                <a:cubicBezTo>
                  <a:pt x="268840" y="92356"/>
                  <a:pt x="276693" y="84503"/>
                  <a:pt x="291650" y="80577"/>
                </a:cubicBezTo>
                <a:lnTo>
                  <a:pt x="291650" y="107687"/>
                </a:lnTo>
                <a:close/>
                <a:moveTo>
                  <a:pt x="378956" y="121896"/>
                </a:moveTo>
                <a:cubicBezTo>
                  <a:pt x="372974" y="121896"/>
                  <a:pt x="369982" y="118156"/>
                  <a:pt x="369796" y="110676"/>
                </a:cubicBezTo>
                <a:lnTo>
                  <a:pt x="369796" y="0"/>
                </a:lnTo>
                <a:lnTo>
                  <a:pt x="334275" y="0"/>
                </a:lnTo>
                <a:lnTo>
                  <a:pt x="334275" y="4487"/>
                </a:lnTo>
                <a:cubicBezTo>
                  <a:pt x="340445" y="4673"/>
                  <a:pt x="343623" y="8227"/>
                  <a:pt x="343808" y="15330"/>
                </a:cubicBezTo>
                <a:lnTo>
                  <a:pt x="343808" y="110676"/>
                </a:lnTo>
                <a:cubicBezTo>
                  <a:pt x="343623" y="117782"/>
                  <a:pt x="340257" y="121708"/>
                  <a:pt x="334275" y="121896"/>
                </a:cubicBezTo>
                <a:lnTo>
                  <a:pt x="334275" y="126381"/>
                </a:lnTo>
                <a:lnTo>
                  <a:pt x="378956" y="126381"/>
                </a:lnTo>
                <a:lnTo>
                  <a:pt x="378956" y="121896"/>
                </a:lnTo>
                <a:close/>
                <a:moveTo>
                  <a:pt x="436328" y="72727"/>
                </a:moveTo>
                <a:lnTo>
                  <a:pt x="390899" y="72727"/>
                </a:lnTo>
                <a:lnTo>
                  <a:pt x="390899" y="94413"/>
                </a:lnTo>
                <a:lnTo>
                  <a:pt x="436328" y="94413"/>
                </a:lnTo>
                <a:lnTo>
                  <a:pt x="436328" y="72727"/>
                </a:lnTo>
                <a:close/>
                <a:moveTo>
                  <a:pt x="576420" y="0"/>
                </a:moveTo>
                <a:lnTo>
                  <a:pt x="535289" y="0"/>
                </a:lnTo>
                <a:lnTo>
                  <a:pt x="535289" y="4673"/>
                </a:lnTo>
                <a:cubicBezTo>
                  <a:pt x="549687" y="5608"/>
                  <a:pt x="553612" y="9534"/>
                  <a:pt x="553612" y="23184"/>
                </a:cubicBezTo>
                <a:lnTo>
                  <a:pt x="553612" y="80204"/>
                </a:lnTo>
                <a:cubicBezTo>
                  <a:pt x="553612" y="107872"/>
                  <a:pt x="543143" y="120772"/>
                  <a:pt x="520895" y="120772"/>
                </a:cubicBezTo>
                <a:cubicBezTo>
                  <a:pt x="501639" y="120772"/>
                  <a:pt x="493412" y="109744"/>
                  <a:pt x="493412" y="84317"/>
                </a:cubicBezTo>
                <a:lnTo>
                  <a:pt x="493412" y="21875"/>
                </a:lnTo>
                <a:cubicBezTo>
                  <a:pt x="493785" y="7480"/>
                  <a:pt x="496404" y="5049"/>
                  <a:pt x="511546" y="4673"/>
                </a:cubicBezTo>
                <a:lnTo>
                  <a:pt x="511546" y="0"/>
                </a:lnTo>
                <a:lnTo>
                  <a:pt x="448356" y="0"/>
                </a:lnTo>
                <a:lnTo>
                  <a:pt x="448356" y="4673"/>
                </a:lnTo>
                <a:cubicBezTo>
                  <a:pt x="461256" y="5797"/>
                  <a:pt x="463313" y="8227"/>
                  <a:pt x="463686" y="21875"/>
                </a:cubicBezTo>
                <a:lnTo>
                  <a:pt x="463686" y="84317"/>
                </a:lnTo>
                <a:cubicBezTo>
                  <a:pt x="463686" y="102637"/>
                  <a:pt x="467612" y="111800"/>
                  <a:pt x="479017" y="120025"/>
                </a:cubicBezTo>
                <a:cubicBezTo>
                  <a:pt x="487991" y="126569"/>
                  <a:pt x="499956" y="129935"/>
                  <a:pt x="513603" y="129935"/>
                </a:cubicBezTo>
                <a:cubicBezTo>
                  <a:pt x="527439" y="129935"/>
                  <a:pt x="540524" y="125821"/>
                  <a:pt x="548563" y="118904"/>
                </a:cubicBezTo>
                <a:cubicBezTo>
                  <a:pt x="556978" y="111800"/>
                  <a:pt x="561839" y="97591"/>
                  <a:pt x="561839" y="80204"/>
                </a:cubicBezTo>
                <a:lnTo>
                  <a:pt x="561839" y="20565"/>
                </a:lnTo>
                <a:cubicBezTo>
                  <a:pt x="562025" y="9348"/>
                  <a:pt x="564644" y="6356"/>
                  <a:pt x="576420" y="4673"/>
                </a:cubicBezTo>
                <a:lnTo>
                  <a:pt x="576420" y="0"/>
                </a:lnTo>
                <a:close/>
                <a:moveTo>
                  <a:pt x="583337" y="4673"/>
                </a:moveTo>
                <a:cubicBezTo>
                  <a:pt x="595864" y="5235"/>
                  <a:pt x="599415" y="8227"/>
                  <a:pt x="599789" y="17949"/>
                </a:cubicBezTo>
                <a:lnTo>
                  <a:pt x="599789" y="108434"/>
                </a:lnTo>
                <a:cubicBezTo>
                  <a:pt x="599415" y="118342"/>
                  <a:pt x="596799" y="120587"/>
                  <a:pt x="583337" y="121708"/>
                </a:cubicBezTo>
                <a:lnTo>
                  <a:pt x="583337" y="126381"/>
                </a:lnTo>
                <a:lnTo>
                  <a:pt x="692707" y="126381"/>
                </a:lnTo>
                <a:lnTo>
                  <a:pt x="700184" y="87495"/>
                </a:lnTo>
                <a:lnTo>
                  <a:pt x="694949" y="87495"/>
                </a:lnTo>
                <a:cubicBezTo>
                  <a:pt x="689156" y="100022"/>
                  <a:pt x="685416" y="105256"/>
                  <a:pt x="678686" y="110676"/>
                </a:cubicBezTo>
                <a:cubicBezTo>
                  <a:pt x="670085" y="117594"/>
                  <a:pt x="659990" y="120587"/>
                  <a:pt x="645595" y="120587"/>
                </a:cubicBezTo>
                <a:cubicBezTo>
                  <a:pt x="633442" y="120587"/>
                  <a:pt x="630076" y="118156"/>
                  <a:pt x="630076" y="110117"/>
                </a:cubicBezTo>
                <a:lnTo>
                  <a:pt x="630076" y="64873"/>
                </a:lnTo>
                <a:cubicBezTo>
                  <a:pt x="650456" y="64873"/>
                  <a:pt x="658121" y="72165"/>
                  <a:pt x="660363" y="93851"/>
                </a:cubicBezTo>
                <a:lnTo>
                  <a:pt x="665224" y="93851"/>
                </a:lnTo>
                <a:lnTo>
                  <a:pt x="665224" y="30661"/>
                </a:lnTo>
                <a:lnTo>
                  <a:pt x="660363" y="30661"/>
                </a:lnTo>
                <a:cubicBezTo>
                  <a:pt x="657559" y="51973"/>
                  <a:pt x="650268" y="58703"/>
                  <a:pt x="630076" y="58518"/>
                </a:cubicBezTo>
                <a:lnTo>
                  <a:pt x="630076" y="15145"/>
                </a:lnTo>
                <a:cubicBezTo>
                  <a:pt x="630076" y="8039"/>
                  <a:pt x="632507" y="6356"/>
                  <a:pt x="642229" y="6356"/>
                </a:cubicBezTo>
                <a:cubicBezTo>
                  <a:pt x="672701" y="6356"/>
                  <a:pt x="681864" y="12715"/>
                  <a:pt x="686537" y="37579"/>
                </a:cubicBezTo>
                <a:lnTo>
                  <a:pt x="691210" y="37579"/>
                </a:lnTo>
                <a:lnTo>
                  <a:pt x="691210" y="0"/>
                </a:lnTo>
                <a:lnTo>
                  <a:pt x="583337" y="0"/>
                </a:lnTo>
                <a:lnTo>
                  <a:pt x="583337" y="4673"/>
                </a:lnTo>
                <a:close/>
                <a:moveTo>
                  <a:pt x="842459" y="121708"/>
                </a:moveTo>
                <a:cubicBezTo>
                  <a:pt x="826567" y="120960"/>
                  <a:pt x="824510" y="118904"/>
                  <a:pt x="824136" y="104509"/>
                </a:cubicBezTo>
                <a:lnTo>
                  <a:pt x="824136" y="5982"/>
                </a:lnTo>
                <a:cubicBezTo>
                  <a:pt x="847132" y="6730"/>
                  <a:pt x="856854" y="15330"/>
                  <a:pt x="860032" y="37579"/>
                </a:cubicBezTo>
                <a:lnTo>
                  <a:pt x="865452" y="37579"/>
                </a:lnTo>
                <a:lnTo>
                  <a:pt x="865078" y="0"/>
                </a:lnTo>
                <a:lnTo>
                  <a:pt x="752907" y="0"/>
                </a:lnTo>
                <a:lnTo>
                  <a:pt x="752345" y="37579"/>
                </a:lnTo>
                <a:lnTo>
                  <a:pt x="757768" y="37579"/>
                </a:lnTo>
                <a:cubicBezTo>
                  <a:pt x="760946" y="15330"/>
                  <a:pt x="770668" y="6730"/>
                  <a:pt x="793849" y="5982"/>
                </a:cubicBezTo>
                <a:lnTo>
                  <a:pt x="793849" y="104509"/>
                </a:lnTo>
                <a:cubicBezTo>
                  <a:pt x="793475" y="118718"/>
                  <a:pt x="791418" y="120587"/>
                  <a:pt x="775714" y="121708"/>
                </a:cubicBezTo>
                <a:lnTo>
                  <a:pt x="775714" y="126381"/>
                </a:lnTo>
                <a:lnTo>
                  <a:pt x="842459" y="126381"/>
                </a:lnTo>
                <a:lnTo>
                  <a:pt x="842459" y="121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estExecution">
            <a:extLst xmlns:a="http://schemas.openxmlformats.org/drawingml/2006/main">
              <a:ext uri="{FF2B5EF4-FFF2-40B4-BE49-F238E27FC236}">
                <a16:creationId xmlns:a16="http://schemas.microsoft.com/office/drawing/2014/main" id="{F948A522-DB30-4435-A728-8D9255E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201" y="72111"/>
            <a:ext cx="1054986" cy="131804"/>
          </a:xfrm>
          <a:custGeom xmlns:a="http://schemas.openxmlformats.org/drawingml/2006/main">
            <a:pathLst>
              <a:path w="1054986" h="131804">
                <a:moveTo>
                  <a:pt x="70482" y="105815"/>
                </a:moveTo>
                <a:cubicBezTo>
                  <a:pt x="62817" y="114978"/>
                  <a:pt x="57208" y="118342"/>
                  <a:pt x="49169" y="118342"/>
                </a:cubicBezTo>
                <a:cubicBezTo>
                  <a:pt x="41878" y="118342"/>
                  <a:pt x="36455" y="114978"/>
                  <a:pt x="32529" y="108434"/>
                </a:cubicBezTo>
                <a:cubicBezTo>
                  <a:pt x="29166" y="102452"/>
                  <a:pt x="27668" y="96282"/>
                  <a:pt x="26921" y="83382"/>
                </a:cubicBezTo>
                <a:lnTo>
                  <a:pt x="74033" y="83382"/>
                </a:lnTo>
                <a:cubicBezTo>
                  <a:pt x="72912" y="67678"/>
                  <a:pt x="70108" y="58891"/>
                  <a:pt x="64126" y="51788"/>
                </a:cubicBezTo>
                <a:cubicBezTo>
                  <a:pt x="58144" y="44496"/>
                  <a:pt x="49355" y="40757"/>
                  <a:pt x="38885" y="40757"/>
                </a:cubicBezTo>
                <a:cubicBezTo>
                  <a:pt x="15704" y="40757"/>
                  <a:pt x="0" y="59265"/>
                  <a:pt x="0" y="86560"/>
                </a:cubicBezTo>
                <a:cubicBezTo>
                  <a:pt x="0" y="113857"/>
                  <a:pt x="15330" y="131804"/>
                  <a:pt x="38512" y="131804"/>
                </a:cubicBezTo>
                <a:cubicBezTo>
                  <a:pt x="53657" y="131804"/>
                  <a:pt x="62817" y="126007"/>
                  <a:pt x="74969" y="108434"/>
                </a:cubicBezTo>
                <a:lnTo>
                  <a:pt x="70482" y="105815"/>
                </a:lnTo>
                <a:moveTo>
                  <a:pt x="25985" y="76464"/>
                </a:moveTo>
                <a:cubicBezTo>
                  <a:pt x="26547" y="54030"/>
                  <a:pt x="29913" y="46553"/>
                  <a:pt x="39073" y="46553"/>
                </a:cubicBezTo>
                <a:cubicBezTo>
                  <a:pt x="47860" y="46553"/>
                  <a:pt x="50664" y="52909"/>
                  <a:pt x="51038" y="73660"/>
                </a:cubicBezTo>
                <a:lnTo>
                  <a:pt x="51038" y="76464"/>
                </a:lnTo>
                <a:lnTo>
                  <a:pt x="25985" y="76464"/>
                </a:lnTo>
                <a:close/>
                <a:moveTo>
                  <a:pt x="141900" y="68240"/>
                </a:moveTo>
                <a:lnTo>
                  <a:pt x="141900" y="41130"/>
                </a:lnTo>
                <a:lnTo>
                  <a:pt x="137786" y="41130"/>
                </a:lnTo>
                <a:cubicBezTo>
                  <a:pt x="136665" y="43935"/>
                  <a:pt x="135544" y="44870"/>
                  <a:pt x="133113" y="44870"/>
                </a:cubicBezTo>
                <a:cubicBezTo>
                  <a:pt x="131989" y="44870"/>
                  <a:pt x="130309" y="44496"/>
                  <a:pt x="127317" y="43561"/>
                </a:cubicBezTo>
                <a:cubicBezTo>
                  <a:pt x="121334" y="41504"/>
                  <a:pt x="117033" y="40757"/>
                  <a:pt x="112734" y="40757"/>
                </a:cubicBezTo>
                <a:cubicBezTo>
                  <a:pt x="95720" y="40757"/>
                  <a:pt x="83382" y="52347"/>
                  <a:pt x="83382" y="68051"/>
                </a:cubicBezTo>
                <a:cubicBezTo>
                  <a:pt x="83382" y="80392"/>
                  <a:pt x="91047" y="88990"/>
                  <a:pt x="109929" y="97029"/>
                </a:cubicBezTo>
                <a:cubicBezTo>
                  <a:pt x="122829" y="102637"/>
                  <a:pt x="127879" y="107313"/>
                  <a:pt x="127879" y="113295"/>
                </a:cubicBezTo>
                <a:cubicBezTo>
                  <a:pt x="127879" y="120587"/>
                  <a:pt x="122267" y="125448"/>
                  <a:pt x="113855" y="125448"/>
                </a:cubicBezTo>
                <a:cubicBezTo>
                  <a:pt x="100769" y="125448"/>
                  <a:pt x="92168" y="117035"/>
                  <a:pt x="88243" y="100769"/>
                </a:cubicBezTo>
                <a:lnTo>
                  <a:pt x="83008" y="100769"/>
                </a:lnTo>
                <a:lnTo>
                  <a:pt x="83008" y="131615"/>
                </a:lnTo>
                <a:lnTo>
                  <a:pt x="87681" y="131615"/>
                </a:lnTo>
                <a:cubicBezTo>
                  <a:pt x="89738" y="127504"/>
                  <a:pt x="90859" y="126381"/>
                  <a:pt x="92542" y="126381"/>
                </a:cubicBezTo>
                <a:cubicBezTo>
                  <a:pt x="93478" y="126381"/>
                  <a:pt x="94973" y="126757"/>
                  <a:pt x="96844" y="127504"/>
                </a:cubicBezTo>
                <a:cubicBezTo>
                  <a:pt x="102264" y="129747"/>
                  <a:pt x="111612" y="131804"/>
                  <a:pt x="117033" y="131804"/>
                </a:cubicBezTo>
                <a:cubicBezTo>
                  <a:pt x="134046" y="131804"/>
                  <a:pt x="145825" y="120213"/>
                  <a:pt x="145825" y="103388"/>
                </a:cubicBezTo>
                <a:cubicBezTo>
                  <a:pt x="145825" y="90111"/>
                  <a:pt x="138722" y="82072"/>
                  <a:pt x="120025" y="74222"/>
                </a:cubicBezTo>
                <a:cubicBezTo>
                  <a:pt x="107313" y="68799"/>
                  <a:pt x="102079" y="64126"/>
                  <a:pt x="102079" y="57770"/>
                </a:cubicBezTo>
                <a:cubicBezTo>
                  <a:pt x="102079" y="51600"/>
                  <a:pt x="107313" y="46927"/>
                  <a:pt x="114417" y="46927"/>
                </a:cubicBezTo>
                <a:cubicBezTo>
                  <a:pt x="119463" y="46927"/>
                  <a:pt x="124324" y="48981"/>
                  <a:pt x="128438" y="52909"/>
                </a:cubicBezTo>
                <a:cubicBezTo>
                  <a:pt x="132363" y="56646"/>
                  <a:pt x="134420" y="60012"/>
                  <a:pt x="137224" y="68240"/>
                </a:cubicBezTo>
                <a:lnTo>
                  <a:pt x="141900" y="68240"/>
                </a:lnTo>
                <a:close/>
                <a:moveTo>
                  <a:pt x="208081" y="42999"/>
                </a:moveTo>
                <a:lnTo>
                  <a:pt x="190508" y="42999"/>
                </a:lnTo>
                <a:lnTo>
                  <a:pt x="190508" y="11405"/>
                </a:lnTo>
                <a:lnTo>
                  <a:pt x="185832" y="11405"/>
                </a:lnTo>
                <a:cubicBezTo>
                  <a:pt x="174430" y="27483"/>
                  <a:pt x="166950" y="35896"/>
                  <a:pt x="154798" y="46177"/>
                </a:cubicBezTo>
                <a:lnTo>
                  <a:pt x="154798" y="51226"/>
                </a:lnTo>
                <a:lnTo>
                  <a:pt x="164520" y="51226"/>
                </a:lnTo>
                <a:lnTo>
                  <a:pt x="164520" y="111800"/>
                </a:lnTo>
                <a:cubicBezTo>
                  <a:pt x="164520" y="123950"/>
                  <a:pt x="172559" y="131430"/>
                  <a:pt x="185459" y="131430"/>
                </a:cubicBezTo>
                <a:cubicBezTo>
                  <a:pt x="197985" y="131430"/>
                  <a:pt x="205465" y="125821"/>
                  <a:pt x="213127" y="110491"/>
                </a:cubicBezTo>
                <a:lnTo>
                  <a:pt x="208454" y="108434"/>
                </a:lnTo>
                <a:cubicBezTo>
                  <a:pt x="204714" y="115537"/>
                  <a:pt x="201725" y="118156"/>
                  <a:pt x="197799" y="118156"/>
                </a:cubicBezTo>
                <a:cubicBezTo>
                  <a:pt x="192565" y="118156"/>
                  <a:pt x="190508" y="114978"/>
                  <a:pt x="190508" y="107498"/>
                </a:cubicBezTo>
                <a:lnTo>
                  <a:pt x="190508" y="51226"/>
                </a:lnTo>
                <a:lnTo>
                  <a:pt x="208081" y="51226"/>
                </a:lnTo>
                <a:lnTo>
                  <a:pt x="208081" y="42999"/>
                </a:lnTo>
                <a:close/>
                <a:moveTo>
                  <a:pt x="261363" y="7477"/>
                </a:moveTo>
                <a:cubicBezTo>
                  <a:pt x="273889" y="8039"/>
                  <a:pt x="277440" y="11031"/>
                  <a:pt x="277814" y="20753"/>
                </a:cubicBezTo>
                <a:lnTo>
                  <a:pt x="277814" y="111238"/>
                </a:lnTo>
                <a:cubicBezTo>
                  <a:pt x="277440" y="121146"/>
                  <a:pt x="274825" y="123391"/>
                  <a:pt x="261363" y="124512"/>
                </a:cubicBezTo>
                <a:lnTo>
                  <a:pt x="261363" y="129185"/>
                </a:lnTo>
                <a:lnTo>
                  <a:pt x="370732" y="129185"/>
                </a:lnTo>
                <a:lnTo>
                  <a:pt x="378209" y="90300"/>
                </a:lnTo>
                <a:lnTo>
                  <a:pt x="372975" y="90300"/>
                </a:lnTo>
                <a:cubicBezTo>
                  <a:pt x="367181" y="102826"/>
                  <a:pt x="363441" y="108060"/>
                  <a:pt x="356711" y="113481"/>
                </a:cubicBezTo>
                <a:cubicBezTo>
                  <a:pt x="348111" y="120398"/>
                  <a:pt x="338015" y="123391"/>
                  <a:pt x="323620" y="123391"/>
                </a:cubicBezTo>
                <a:cubicBezTo>
                  <a:pt x="311468" y="123391"/>
                  <a:pt x="308101" y="120960"/>
                  <a:pt x="308101" y="112921"/>
                </a:cubicBezTo>
                <a:lnTo>
                  <a:pt x="308101" y="67678"/>
                </a:lnTo>
                <a:cubicBezTo>
                  <a:pt x="328481" y="67678"/>
                  <a:pt x="336146" y="74969"/>
                  <a:pt x="338389" y="96655"/>
                </a:cubicBezTo>
                <a:lnTo>
                  <a:pt x="343250" y="96655"/>
                </a:lnTo>
                <a:lnTo>
                  <a:pt x="343250" y="33465"/>
                </a:lnTo>
                <a:lnTo>
                  <a:pt x="338389" y="33465"/>
                </a:lnTo>
                <a:cubicBezTo>
                  <a:pt x="335584" y="54778"/>
                  <a:pt x="328293" y="61507"/>
                  <a:pt x="308101" y="61322"/>
                </a:cubicBezTo>
                <a:lnTo>
                  <a:pt x="308101" y="17949"/>
                </a:lnTo>
                <a:cubicBezTo>
                  <a:pt x="308101" y="10843"/>
                  <a:pt x="310532" y="9160"/>
                  <a:pt x="320254" y="9160"/>
                </a:cubicBezTo>
                <a:cubicBezTo>
                  <a:pt x="350726" y="9160"/>
                  <a:pt x="359889" y="15519"/>
                  <a:pt x="364562" y="40383"/>
                </a:cubicBezTo>
                <a:lnTo>
                  <a:pt x="369235" y="40383"/>
                </a:lnTo>
                <a:lnTo>
                  <a:pt x="369235" y="2804"/>
                </a:lnTo>
                <a:lnTo>
                  <a:pt x="261363" y="2804"/>
                </a:lnTo>
                <a:lnTo>
                  <a:pt x="261363" y="7477"/>
                </a:lnTo>
                <a:close/>
                <a:moveTo>
                  <a:pt x="473557" y="124700"/>
                </a:moveTo>
                <a:cubicBezTo>
                  <a:pt x="470564" y="123765"/>
                  <a:pt x="469258" y="123017"/>
                  <a:pt x="467949" y="120960"/>
                </a:cubicBezTo>
                <a:lnTo>
                  <a:pt x="440280" y="78335"/>
                </a:lnTo>
                <a:lnTo>
                  <a:pt x="459162" y="54778"/>
                </a:lnTo>
                <a:cubicBezTo>
                  <a:pt x="462714" y="50479"/>
                  <a:pt x="466454" y="48422"/>
                  <a:pt x="472248" y="47486"/>
                </a:cubicBezTo>
                <a:lnTo>
                  <a:pt x="472248" y="42999"/>
                </a:lnTo>
                <a:lnTo>
                  <a:pt x="440839" y="42999"/>
                </a:lnTo>
                <a:lnTo>
                  <a:pt x="440839" y="47486"/>
                </a:lnTo>
                <a:cubicBezTo>
                  <a:pt x="449814" y="48422"/>
                  <a:pt x="450376" y="48607"/>
                  <a:pt x="450376" y="51973"/>
                </a:cubicBezTo>
                <a:cubicBezTo>
                  <a:pt x="450376" y="54778"/>
                  <a:pt x="448505" y="57956"/>
                  <a:pt x="443270" y="63938"/>
                </a:cubicBezTo>
                <a:cubicBezTo>
                  <a:pt x="442149" y="65062"/>
                  <a:pt x="439344" y="68613"/>
                  <a:pt x="436540" y="72539"/>
                </a:cubicBezTo>
                <a:cubicBezTo>
                  <a:pt x="432615" y="67304"/>
                  <a:pt x="430184" y="63938"/>
                  <a:pt x="429434" y="62817"/>
                </a:cubicBezTo>
                <a:cubicBezTo>
                  <a:pt x="425509" y="56834"/>
                  <a:pt x="423267" y="52721"/>
                  <a:pt x="423267" y="51226"/>
                </a:cubicBezTo>
                <a:cubicBezTo>
                  <a:pt x="423267" y="48796"/>
                  <a:pt x="425697" y="47674"/>
                  <a:pt x="432053" y="47486"/>
                </a:cubicBezTo>
                <a:lnTo>
                  <a:pt x="432053" y="42999"/>
                </a:lnTo>
                <a:lnTo>
                  <a:pt x="385314" y="42999"/>
                </a:lnTo>
                <a:lnTo>
                  <a:pt x="385314" y="47486"/>
                </a:lnTo>
                <a:cubicBezTo>
                  <a:pt x="390175" y="48422"/>
                  <a:pt x="391296" y="49169"/>
                  <a:pt x="395036" y="54778"/>
                </a:cubicBezTo>
                <a:lnTo>
                  <a:pt x="418965" y="91609"/>
                </a:lnTo>
                <a:cubicBezTo>
                  <a:pt x="413545" y="98527"/>
                  <a:pt x="408495" y="104694"/>
                  <a:pt x="406815" y="107313"/>
                </a:cubicBezTo>
                <a:cubicBezTo>
                  <a:pt x="401580" y="114605"/>
                  <a:pt x="396346" y="120398"/>
                  <a:pt x="392791" y="122643"/>
                </a:cubicBezTo>
                <a:cubicBezTo>
                  <a:pt x="391111" y="123765"/>
                  <a:pt x="389054" y="124327"/>
                  <a:pt x="385688" y="124700"/>
                </a:cubicBezTo>
                <a:lnTo>
                  <a:pt x="385688" y="129185"/>
                </a:lnTo>
                <a:lnTo>
                  <a:pt x="417285" y="129185"/>
                </a:lnTo>
                <a:lnTo>
                  <a:pt x="417285" y="124700"/>
                </a:lnTo>
                <a:cubicBezTo>
                  <a:pt x="410367" y="124327"/>
                  <a:pt x="407936" y="123017"/>
                  <a:pt x="407936" y="120213"/>
                </a:cubicBezTo>
                <a:cubicBezTo>
                  <a:pt x="407936" y="117220"/>
                  <a:pt x="412797" y="109555"/>
                  <a:pt x="419900" y="100957"/>
                </a:cubicBezTo>
                <a:cubicBezTo>
                  <a:pt x="420462" y="100395"/>
                  <a:pt x="421584" y="98900"/>
                  <a:pt x="422893" y="97217"/>
                </a:cubicBezTo>
                <a:cubicBezTo>
                  <a:pt x="426256" y="102452"/>
                  <a:pt x="428875" y="106377"/>
                  <a:pt x="430744" y="108996"/>
                </a:cubicBezTo>
                <a:lnTo>
                  <a:pt x="433548" y="113107"/>
                </a:lnTo>
                <a:cubicBezTo>
                  <a:pt x="435419" y="115911"/>
                  <a:pt x="436914" y="119466"/>
                  <a:pt x="436914" y="120960"/>
                </a:cubicBezTo>
                <a:cubicBezTo>
                  <a:pt x="436914" y="123203"/>
                  <a:pt x="434483" y="124327"/>
                  <a:pt x="428501" y="124700"/>
                </a:cubicBezTo>
                <a:lnTo>
                  <a:pt x="428501" y="129185"/>
                </a:lnTo>
                <a:lnTo>
                  <a:pt x="473557" y="129185"/>
                </a:lnTo>
                <a:lnTo>
                  <a:pt x="473557" y="124700"/>
                </a:lnTo>
                <a:close/>
                <a:moveTo>
                  <a:pt x="551704" y="105815"/>
                </a:moveTo>
                <a:cubicBezTo>
                  <a:pt x="544039" y="114978"/>
                  <a:pt x="538430" y="118342"/>
                  <a:pt x="530391" y="118342"/>
                </a:cubicBezTo>
                <a:cubicBezTo>
                  <a:pt x="523100" y="118342"/>
                  <a:pt x="517677" y="114978"/>
                  <a:pt x="513752" y="108434"/>
                </a:cubicBezTo>
                <a:cubicBezTo>
                  <a:pt x="510388" y="102452"/>
                  <a:pt x="508891" y="96282"/>
                  <a:pt x="508143" y="83382"/>
                </a:cubicBezTo>
                <a:lnTo>
                  <a:pt x="555256" y="83382"/>
                </a:lnTo>
                <a:cubicBezTo>
                  <a:pt x="554134" y="67678"/>
                  <a:pt x="551330" y="58891"/>
                  <a:pt x="545348" y="51788"/>
                </a:cubicBezTo>
                <a:cubicBezTo>
                  <a:pt x="539366" y="44496"/>
                  <a:pt x="530577" y="40757"/>
                  <a:pt x="520107" y="40757"/>
                </a:cubicBezTo>
                <a:cubicBezTo>
                  <a:pt x="496926" y="40757"/>
                  <a:pt x="481222" y="59265"/>
                  <a:pt x="481222" y="86560"/>
                </a:cubicBezTo>
                <a:cubicBezTo>
                  <a:pt x="481222" y="113857"/>
                  <a:pt x="496553" y="131804"/>
                  <a:pt x="519734" y="131804"/>
                </a:cubicBezTo>
                <a:cubicBezTo>
                  <a:pt x="534879" y="131804"/>
                  <a:pt x="544039" y="126007"/>
                  <a:pt x="556191" y="108434"/>
                </a:cubicBezTo>
                <a:lnTo>
                  <a:pt x="551704" y="105815"/>
                </a:lnTo>
                <a:moveTo>
                  <a:pt x="507207" y="76464"/>
                </a:moveTo>
                <a:cubicBezTo>
                  <a:pt x="507769" y="54030"/>
                  <a:pt x="511136" y="46553"/>
                  <a:pt x="520296" y="46553"/>
                </a:cubicBezTo>
                <a:cubicBezTo>
                  <a:pt x="529082" y="46553"/>
                  <a:pt x="531886" y="52909"/>
                  <a:pt x="532260" y="73660"/>
                </a:cubicBezTo>
                <a:lnTo>
                  <a:pt x="532260" y="76464"/>
                </a:lnTo>
                <a:lnTo>
                  <a:pt x="507207" y="76464"/>
                </a:lnTo>
                <a:close/>
                <a:moveTo>
                  <a:pt x="636581" y="108808"/>
                </a:moveTo>
                <a:cubicBezTo>
                  <a:pt x="629666" y="116661"/>
                  <a:pt x="624805" y="119277"/>
                  <a:pt x="617140" y="119277"/>
                </a:cubicBezTo>
                <a:cubicBezTo>
                  <a:pt x="600874" y="119277"/>
                  <a:pt x="590590" y="103011"/>
                  <a:pt x="590590" y="77588"/>
                </a:cubicBezTo>
                <a:cubicBezTo>
                  <a:pt x="590590" y="58329"/>
                  <a:pt x="596575" y="46553"/>
                  <a:pt x="606297" y="46553"/>
                </a:cubicBezTo>
                <a:cubicBezTo>
                  <a:pt x="609287" y="46553"/>
                  <a:pt x="612091" y="48048"/>
                  <a:pt x="613212" y="50105"/>
                </a:cubicBezTo>
                <a:cubicBezTo>
                  <a:pt x="614148" y="51788"/>
                  <a:pt x="614148" y="51788"/>
                  <a:pt x="614148" y="59639"/>
                </a:cubicBezTo>
                <a:cubicBezTo>
                  <a:pt x="614336" y="68987"/>
                  <a:pt x="617514" y="73101"/>
                  <a:pt x="624617" y="73101"/>
                </a:cubicBezTo>
                <a:cubicBezTo>
                  <a:pt x="632471" y="73101"/>
                  <a:pt x="637332" y="68613"/>
                  <a:pt x="637332" y="61322"/>
                </a:cubicBezTo>
                <a:cubicBezTo>
                  <a:pt x="637332" y="49731"/>
                  <a:pt x="624805" y="40757"/>
                  <a:pt x="608351" y="40757"/>
                </a:cubicBezTo>
                <a:cubicBezTo>
                  <a:pt x="582928" y="40757"/>
                  <a:pt x="564231" y="60574"/>
                  <a:pt x="564231" y="87495"/>
                </a:cubicBezTo>
                <a:cubicBezTo>
                  <a:pt x="564231" y="113481"/>
                  <a:pt x="580871" y="131804"/>
                  <a:pt x="604240" y="131804"/>
                </a:cubicBezTo>
                <a:cubicBezTo>
                  <a:pt x="618635" y="131804"/>
                  <a:pt x="629104" y="126007"/>
                  <a:pt x="639948" y="112174"/>
                </a:cubicBezTo>
                <a:lnTo>
                  <a:pt x="636581" y="108808"/>
                </a:lnTo>
                <a:close/>
                <a:moveTo>
                  <a:pt x="742958" y="121146"/>
                </a:moveTo>
                <a:cubicBezTo>
                  <a:pt x="734919" y="120772"/>
                  <a:pt x="732677" y="118342"/>
                  <a:pt x="732489" y="110303"/>
                </a:cubicBezTo>
                <a:lnTo>
                  <a:pt x="732489" y="42999"/>
                </a:lnTo>
                <a:lnTo>
                  <a:pt x="694913" y="42999"/>
                </a:lnTo>
                <a:lnTo>
                  <a:pt x="694913" y="47486"/>
                </a:lnTo>
                <a:cubicBezTo>
                  <a:pt x="704073" y="48048"/>
                  <a:pt x="706315" y="50290"/>
                  <a:pt x="706504" y="58518"/>
                </a:cubicBezTo>
                <a:lnTo>
                  <a:pt x="706504" y="111427"/>
                </a:lnTo>
                <a:cubicBezTo>
                  <a:pt x="700333" y="117594"/>
                  <a:pt x="696593" y="119651"/>
                  <a:pt x="691173" y="119651"/>
                </a:cubicBezTo>
                <a:cubicBezTo>
                  <a:pt x="683508" y="119651"/>
                  <a:pt x="680704" y="115911"/>
                  <a:pt x="680704" y="106377"/>
                </a:cubicBezTo>
                <a:lnTo>
                  <a:pt x="680704" y="42999"/>
                </a:lnTo>
                <a:lnTo>
                  <a:pt x="645556" y="42999"/>
                </a:lnTo>
                <a:lnTo>
                  <a:pt x="645556" y="47486"/>
                </a:lnTo>
                <a:cubicBezTo>
                  <a:pt x="653221" y="48981"/>
                  <a:pt x="654530" y="50664"/>
                  <a:pt x="654716" y="58518"/>
                </a:cubicBezTo>
                <a:lnTo>
                  <a:pt x="654716" y="105630"/>
                </a:lnTo>
                <a:cubicBezTo>
                  <a:pt x="654716" y="122081"/>
                  <a:pt x="664064" y="131804"/>
                  <a:pt x="679583" y="131804"/>
                </a:cubicBezTo>
                <a:cubicBezTo>
                  <a:pt x="689305" y="131804"/>
                  <a:pt x="695846" y="128811"/>
                  <a:pt x="706689" y="119466"/>
                </a:cubicBezTo>
                <a:lnTo>
                  <a:pt x="706689" y="131615"/>
                </a:lnTo>
                <a:cubicBezTo>
                  <a:pt x="714728" y="128811"/>
                  <a:pt x="719215" y="128064"/>
                  <a:pt x="731368" y="126757"/>
                </a:cubicBezTo>
                <a:lnTo>
                  <a:pt x="742958" y="125448"/>
                </a:lnTo>
                <a:lnTo>
                  <a:pt x="742958" y="121146"/>
                </a:lnTo>
                <a:close/>
                <a:moveTo>
                  <a:pt x="803532" y="42999"/>
                </a:moveTo>
                <a:lnTo>
                  <a:pt x="785959" y="42999"/>
                </a:lnTo>
                <a:lnTo>
                  <a:pt x="785959" y="11405"/>
                </a:lnTo>
                <a:lnTo>
                  <a:pt x="781283" y="11405"/>
                </a:lnTo>
                <a:cubicBezTo>
                  <a:pt x="769881" y="27483"/>
                  <a:pt x="762401" y="35896"/>
                  <a:pt x="750249" y="46177"/>
                </a:cubicBezTo>
                <a:lnTo>
                  <a:pt x="750249" y="51226"/>
                </a:lnTo>
                <a:lnTo>
                  <a:pt x="759971" y="51226"/>
                </a:lnTo>
                <a:lnTo>
                  <a:pt x="759971" y="111800"/>
                </a:lnTo>
                <a:cubicBezTo>
                  <a:pt x="759971" y="123950"/>
                  <a:pt x="768010" y="131430"/>
                  <a:pt x="780910" y="131430"/>
                </a:cubicBezTo>
                <a:cubicBezTo>
                  <a:pt x="793436" y="131430"/>
                  <a:pt x="800916" y="125821"/>
                  <a:pt x="808578" y="110491"/>
                </a:cubicBezTo>
                <a:lnTo>
                  <a:pt x="803905" y="108434"/>
                </a:lnTo>
                <a:cubicBezTo>
                  <a:pt x="800165" y="115537"/>
                  <a:pt x="797176" y="118156"/>
                  <a:pt x="793250" y="118156"/>
                </a:cubicBezTo>
                <a:cubicBezTo>
                  <a:pt x="788016" y="118156"/>
                  <a:pt x="785959" y="114978"/>
                  <a:pt x="785959" y="107498"/>
                </a:cubicBezTo>
                <a:lnTo>
                  <a:pt x="785959" y="51226"/>
                </a:lnTo>
                <a:lnTo>
                  <a:pt x="803532" y="51226"/>
                </a:lnTo>
                <a:lnTo>
                  <a:pt x="803532" y="42999"/>
                </a:lnTo>
                <a:close/>
                <a:moveTo>
                  <a:pt x="856440" y="124700"/>
                </a:moveTo>
                <a:cubicBezTo>
                  <a:pt x="850085" y="123950"/>
                  <a:pt x="847654" y="121146"/>
                  <a:pt x="847654" y="114043"/>
                </a:cubicBezTo>
                <a:lnTo>
                  <a:pt x="847654" y="42999"/>
                </a:lnTo>
                <a:lnTo>
                  <a:pt x="811759" y="42999"/>
                </a:lnTo>
                <a:lnTo>
                  <a:pt x="811759" y="47486"/>
                </a:lnTo>
                <a:cubicBezTo>
                  <a:pt x="819986" y="48981"/>
                  <a:pt x="821481" y="50664"/>
                  <a:pt x="821666" y="58518"/>
                </a:cubicBezTo>
                <a:lnTo>
                  <a:pt x="821666" y="113481"/>
                </a:lnTo>
                <a:cubicBezTo>
                  <a:pt x="821481" y="121334"/>
                  <a:pt x="820171" y="122829"/>
                  <a:pt x="811759" y="124700"/>
                </a:cubicBezTo>
                <a:lnTo>
                  <a:pt x="811759" y="129185"/>
                </a:lnTo>
                <a:lnTo>
                  <a:pt x="856440" y="129185"/>
                </a:lnTo>
                <a:lnTo>
                  <a:pt x="856440" y="124700"/>
                </a:lnTo>
                <a:moveTo>
                  <a:pt x="834566" y="0"/>
                </a:moveTo>
                <a:cubicBezTo>
                  <a:pt x="826527" y="0"/>
                  <a:pt x="819986" y="6544"/>
                  <a:pt x="819986" y="14395"/>
                </a:cubicBezTo>
                <a:cubicBezTo>
                  <a:pt x="819986" y="22807"/>
                  <a:pt x="826153" y="28978"/>
                  <a:pt x="834381" y="28978"/>
                </a:cubicBezTo>
                <a:cubicBezTo>
                  <a:pt x="842608" y="28978"/>
                  <a:pt x="848964" y="22807"/>
                  <a:pt x="848964" y="14583"/>
                </a:cubicBezTo>
                <a:cubicBezTo>
                  <a:pt x="848964" y="6356"/>
                  <a:pt x="842608" y="0"/>
                  <a:pt x="834566" y="0"/>
                </a:cubicBezTo>
                <a:close/>
                <a:moveTo>
                  <a:pt x="907666" y="40757"/>
                </a:moveTo>
                <a:cubicBezTo>
                  <a:pt x="883735" y="40757"/>
                  <a:pt x="865414" y="60386"/>
                  <a:pt x="865414" y="85812"/>
                </a:cubicBezTo>
                <a:cubicBezTo>
                  <a:pt x="865414" y="112548"/>
                  <a:pt x="882987" y="131804"/>
                  <a:pt x="907666" y="131804"/>
                </a:cubicBezTo>
                <a:cubicBezTo>
                  <a:pt x="931971" y="131804"/>
                  <a:pt x="949732" y="112548"/>
                  <a:pt x="949732" y="86374"/>
                </a:cubicBezTo>
                <a:cubicBezTo>
                  <a:pt x="949732" y="60012"/>
                  <a:pt x="931783" y="40757"/>
                  <a:pt x="907666" y="40757"/>
                </a:cubicBezTo>
                <a:moveTo>
                  <a:pt x="907854" y="46553"/>
                </a:moveTo>
                <a:cubicBezTo>
                  <a:pt x="918697" y="46553"/>
                  <a:pt x="922249" y="56834"/>
                  <a:pt x="922249" y="87495"/>
                </a:cubicBezTo>
                <a:cubicBezTo>
                  <a:pt x="922249" y="116288"/>
                  <a:pt x="918509" y="126007"/>
                  <a:pt x="907666" y="126007"/>
                </a:cubicBezTo>
                <a:cubicBezTo>
                  <a:pt x="896634" y="126007"/>
                  <a:pt x="892897" y="116473"/>
                  <a:pt x="892897" y="88990"/>
                </a:cubicBezTo>
                <a:cubicBezTo>
                  <a:pt x="892897" y="56272"/>
                  <a:pt x="896261" y="46553"/>
                  <a:pt x="907854" y="46553"/>
                </a:cubicBezTo>
                <a:close/>
                <a:moveTo>
                  <a:pt x="1054986" y="124700"/>
                </a:moveTo>
                <a:cubicBezTo>
                  <a:pt x="1048071" y="124327"/>
                  <a:pt x="1045641" y="121522"/>
                  <a:pt x="1045826" y="114043"/>
                </a:cubicBezTo>
                <a:lnTo>
                  <a:pt x="1045826" y="67118"/>
                </a:lnTo>
                <a:cubicBezTo>
                  <a:pt x="1045826" y="51038"/>
                  <a:pt x="1035919" y="40757"/>
                  <a:pt x="1020588" y="40757"/>
                </a:cubicBezTo>
                <a:cubicBezTo>
                  <a:pt x="1009371" y="40757"/>
                  <a:pt x="1000770" y="45991"/>
                  <a:pt x="993853" y="57023"/>
                </a:cubicBezTo>
                <a:lnTo>
                  <a:pt x="993853" y="42999"/>
                </a:lnTo>
                <a:lnTo>
                  <a:pt x="958145" y="42999"/>
                </a:lnTo>
                <a:lnTo>
                  <a:pt x="958145" y="47486"/>
                </a:lnTo>
                <a:cubicBezTo>
                  <a:pt x="966370" y="48796"/>
                  <a:pt x="967867" y="50479"/>
                  <a:pt x="968053" y="58518"/>
                </a:cubicBezTo>
                <a:lnTo>
                  <a:pt x="968053" y="113481"/>
                </a:lnTo>
                <a:cubicBezTo>
                  <a:pt x="967867" y="121522"/>
                  <a:pt x="966370" y="123203"/>
                  <a:pt x="958145" y="124700"/>
                </a:cubicBezTo>
                <a:lnTo>
                  <a:pt x="958145" y="129185"/>
                </a:lnTo>
                <a:lnTo>
                  <a:pt x="1003201" y="129185"/>
                </a:lnTo>
                <a:lnTo>
                  <a:pt x="1003201" y="124700"/>
                </a:lnTo>
                <a:cubicBezTo>
                  <a:pt x="996471" y="123950"/>
                  <a:pt x="994041" y="120960"/>
                  <a:pt x="994041" y="114043"/>
                </a:cubicBezTo>
                <a:lnTo>
                  <a:pt x="994041" y="64126"/>
                </a:lnTo>
                <a:cubicBezTo>
                  <a:pt x="994041" y="63564"/>
                  <a:pt x="995347" y="61507"/>
                  <a:pt x="997219" y="59639"/>
                </a:cubicBezTo>
                <a:cubicBezTo>
                  <a:pt x="1001332" y="55525"/>
                  <a:pt x="1005817" y="53283"/>
                  <a:pt x="1010119" y="53283"/>
                </a:cubicBezTo>
                <a:cubicBezTo>
                  <a:pt x="1016663" y="53283"/>
                  <a:pt x="1019841" y="58329"/>
                  <a:pt x="1019841" y="68799"/>
                </a:cubicBezTo>
                <a:lnTo>
                  <a:pt x="1019841" y="114043"/>
                </a:lnTo>
                <a:cubicBezTo>
                  <a:pt x="1019652" y="121146"/>
                  <a:pt x="1017222" y="124138"/>
                  <a:pt x="1011052" y="124700"/>
                </a:cubicBezTo>
                <a:lnTo>
                  <a:pt x="1011052" y="129185"/>
                </a:lnTo>
                <a:lnTo>
                  <a:pt x="1054986" y="129185"/>
                </a:lnTo>
                <a:lnTo>
                  <a:pt x="1054986" y="1247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cf6c5ac3b4c85"/>
          <a:stretch xmlns:a="http://schemas.openxmlformats.org/drawingml/2006/main"/>
        </p:blipFill>
        <p:spPr>
          <a:xfrm xmlns:a="http://schemas.openxmlformats.org/drawingml/2006/main">
            <a:off x="2193446" y="2138200"/>
            <a:ext cx="651543" cy="631392"/>
          </a:xfrm>
          <a:prstGeom xmlns:a="http://schemas.openxmlformats.org/drawingml/2006/main" prst="rect">
            <a:avLst/>
          </a:prstGeom>
        </p:spPr>
      </p:pic>
      <p:sp>
        <p:nvSpPr>
          <p:cNvPr id="9" name="Text Testmessage">
            <a:extLst xmlns:a="http://schemas.openxmlformats.org/drawingml/2006/main">
              <a:ext uri="{FF2B5EF4-FFF2-40B4-BE49-F238E27FC236}">
                <a16:creationId xmlns:a16="http://schemas.microsoft.com/office/drawing/2014/main" id="{3505E44F-3196-4989-AEAD-2C037A1F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248" y="2844997"/>
            <a:ext cx="780939" cy="131024"/>
          </a:xfrm>
          <a:custGeom xmlns:a="http://schemas.openxmlformats.org/drawingml/2006/main">
            <a:pathLst>
              <a:path w="780939" h="131024">
                <a:moveTo>
                  <a:pt x="64768" y="95736"/>
                </a:moveTo>
                <a:cubicBezTo>
                  <a:pt x="52558" y="95141"/>
                  <a:pt x="50623" y="93355"/>
                  <a:pt x="50473" y="82336"/>
                </a:cubicBezTo>
                <a:lnTo>
                  <a:pt x="50473" y="6252"/>
                </a:lnTo>
                <a:lnTo>
                  <a:pt x="58513" y="6252"/>
                </a:lnTo>
                <a:cubicBezTo>
                  <a:pt x="75787" y="6550"/>
                  <a:pt x="78913" y="9081"/>
                  <a:pt x="82189" y="25311"/>
                </a:cubicBezTo>
                <a:lnTo>
                  <a:pt x="85760" y="25311"/>
                </a:lnTo>
                <a:lnTo>
                  <a:pt x="84867" y="0"/>
                </a:lnTo>
                <a:lnTo>
                  <a:pt x="893" y="0"/>
                </a:lnTo>
                <a:lnTo>
                  <a:pt x="0" y="25311"/>
                </a:lnTo>
                <a:lnTo>
                  <a:pt x="3571" y="25311"/>
                </a:lnTo>
                <a:cubicBezTo>
                  <a:pt x="6997" y="9081"/>
                  <a:pt x="10124" y="6550"/>
                  <a:pt x="27247" y="6252"/>
                </a:cubicBezTo>
                <a:lnTo>
                  <a:pt x="35287" y="6252"/>
                </a:lnTo>
                <a:lnTo>
                  <a:pt x="35287" y="80698"/>
                </a:lnTo>
                <a:cubicBezTo>
                  <a:pt x="35137" y="93503"/>
                  <a:pt x="33797" y="94993"/>
                  <a:pt x="21290" y="95736"/>
                </a:cubicBezTo>
                <a:lnTo>
                  <a:pt x="21290" y="98565"/>
                </a:lnTo>
                <a:lnTo>
                  <a:pt x="64768" y="98565"/>
                </a:lnTo>
                <a:lnTo>
                  <a:pt x="64768" y="95736"/>
                </a:lnTo>
                <a:close/>
                <a:moveTo>
                  <a:pt x="138766" y="74148"/>
                </a:moveTo>
                <a:cubicBezTo>
                  <a:pt x="131621" y="85463"/>
                  <a:pt x="125217" y="89782"/>
                  <a:pt x="115688" y="89782"/>
                </a:cubicBezTo>
                <a:cubicBezTo>
                  <a:pt x="107202" y="89782"/>
                  <a:pt x="100800" y="85463"/>
                  <a:pt x="96481" y="76977"/>
                </a:cubicBezTo>
                <a:cubicBezTo>
                  <a:pt x="93800" y="71318"/>
                  <a:pt x="92760" y="66553"/>
                  <a:pt x="92462" y="57323"/>
                </a:cubicBezTo>
                <a:lnTo>
                  <a:pt x="138321" y="57323"/>
                </a:lnTo>
                <a:cubicBezTo>
                  <a:pt x="137128" y="47644"/>
                  <a:pt x="135640" y="43328"/>
                  <a:pt x="131919" y="38561"/>
                </a:cubicBezTo>
                <a:cubicBezTo>
                  <a:pt x="127450" y="33202"/>
                  <a:pt x="120602" y="30076"/>
                  <a:pt x="112860" y="30076"/>
                </a:cubicBezTo>
                <a:cubicBezTo>
                  <a:pt x="105414" y="30076"/>
                  <a:pt x="98417" y="32756"/>
                  <a:pt x="92760" y="37818"/>
                </a:cubicBezTo>
                <a:cubicBezTo>
                  <a:pt x="85760" y="43923"/>
                  <a:pt x="81741" y="54494"/>
                  <a:pt x="81741" y="66703"/>
                </a:cubicBezTo>
                <a:cubicBezTo>
                  <a:pt x="81741" y="87251"/>
                  <a:pt x="92462" y="100055"/>
                  <a:pt x="109583" y="100055"/>
                </a:cubicBezTo>
                <a:cubicBezTo>
                  <a:pt x="123728" y="100055"/>
                  <a:pt x="134895" y="91270"/>
                  <a:pt x="141149" y="75189"/>
                </a:cubicBezTo>
                <a:lnTo>
                  <a:pt x="138766" y="74148"/>
                </a:lnTo>
                <a:moveTo>
                  <a:pt x="92760" y="52558"/>
                </a:moveTo>
                <a:cubicBezTo>
                  <a:pt x="94396" y="40944"/>
                  <a:pt x="99460" y="35435"/>
                  <a:pt x="108541" y="35435"/>
                </a:cubicBezTo>
                <a:cubicBezTo>
                  <a:pt x="117624" y="35435"/>
                  <a:pt x="121197" y="39604"/>
                  <a:pt x="123133" y="52558"/>
                </a:cubicBezTo>
                <a:lnTo>
                  <a:pt x="92760" y="52558"/>
                </a:lnTo>
                <a:close/>
                <a:moveTo>
                  <a:pt x="191027" y="51813"/>
                </a:moveTo>
                <a:lnTo>
                  <a:pt x="190432" y="31416"/>
                </a:lnTo>
                <a:lnTo>
                  <a:pt x="188794" y="31416"/>
                </a:lnTo>
                <a:cubicBezTo>
                  <a:pt x="188051" y="32607"/>
                  <a:pt x="187305" y="33054"/>
                  <a:pt x="186413" y="33054"/>
                </a:cubicBezTo>
                <a:cubicBezTo>
                  <a:pt x="185520" y="33054"/>
                  <a:pt x="184029" y="32756"/>
                  <a:pt x="182391" y="32011"/>
                </a:cubicBezTo>
                <a:cubicBezTo>
                  <a:pt x="178968" y="30821"/>
                  <a:pt x="175544" y="30076"/>
                  <a:pt x="171970" y="30076"/>
                </a:cubicBezTo>
                <a:cubicBezTo>
                  <a:pt x="160206" y="30076"/>
                  <a:pt x="151720" y="37818"/>
                  <a:pt x="151720" y="48537"/>
                </a:cubicBezTo>
                <a:cubicBezTo>
                  <a:pt x="151720" y="56875"/>
                  <a:pt x="156485" y="62832"/>
                  <a:pt x="169142" y="69980"/>
                </a:cubicBezTo>
                <a:lnTo>
                  <a:pt x="177777" y="74891"/>
                </a:lnTo>
                <a:cubicBezTo>
                  <a:pt x="182987" y="77870"/>
                  <a:pt x="185520" y="81444"/>
                  <a:pt x="185520" y="86058"/>
                </a:cubicBezTo>
                <a:cubicBezTo>
                  <a:pt x="185520" y="92610"/>
                  <a:pt x="180753" y="96779"/>
                  <a:pt x="173161" y="96779"/>
                </a:cubicBezTo>
                <a:cubicBezTo>
                  <a:pt x="162887" y="96779"/>
                  <a:pt x="157675" y="91122"/>
                  <a:pt x="154251" y="75934"/>
                </a:cubicBezTo>
                <a:lnTo>
                  <a:pt x="151868" y="75934"/>
                </a:lnTo>
                <a:lnTo>
                  <a:pt x="151868" y="99162"/>
                </a:lnTo>
                <a:lnTo>
                  <a:pt x="153804" y="99162"/>
                </a:lnTo>
                <a:cubicBezTo>
                  <a:pt x="154847" y="97672"/>
                  <a:pt x="155442" y="97374"/>
                  <a:pt x="157230" y="97374"/>
                </a:cubicBezTo>
                <a:cubicBezTo>
                  <a:pt x="158868" y="97374"/>
                  <a:pt x="160654" y="97672"/>
                  <a:pt x="164077" y="98565"/>
                </a:cubicBezTo>
                <a:cubicBezTo>
                  <a:pt x="168099" y="99460"/>
                  <a:pt x="171970" y="100055"/>
                  <a:pt x="174946" y="100055"/>
                </a:cubicBezTo>
                <a:cubicBezTo>
                  <a:pt x="186560" y="100055"/>
                  <a:pt x="195941" y="91420"/>
                  <a:pt x="195941" y="80996"/>
                </a:cubicBezTo>
                <a:cubicBezTo>
                  <a:pt x="195941" y="73551"/>
                  <a:pt x="192367" y="68639"/>
                  <a:pt x="183434" y="63277"/>
                </a:cubicBezTo>
                <a:lnTo>
                  <a:pt x="167354" y="53749"/>
                </a:lnTo>
                <a:cubicBezTo>
                  <a:pt x="163185" y="51218"/>
                  <a:pt x="160951" y="47644"/>
                  <a:pt x="160951" y="43625"/>
                </a:cubicBezTo>
                <a:cubicBezTo>
                  <a:pt x="160951" y="37521"/>
                  <a:pt x="165568" y="33499"/>
                  <a:pt x="172415" y="33499"/>
                </a:cubicBezTo>
                <a:cubicBezTo>
                  <a:pt x="180903" y="33499"/>
                  <a:pt x="185370" y="38414"/>
                  <a:pt x="188794" y="51813"/>
                </a:cubicBezTo>
                <a:lnTo>
                  <a:pt x="191027" y="51813"/>
                </a:lnTo>
                <a:close/>
                <a:moveTo>
                  <a:pt x="240013" y="31564"/>
                </a:moveTo>
                <a:lnTo>
                  <a:pt x="224975" y="31564"/>
                </a:lnTo>
                <a:lnTo>
                  <a:pt x="224975" y="14293"/>
                </a:lnTo>
                <a:cubicBezTo>
                  <a:pt x="224975" y="12805"/>
                  <a:pt x="224677" y="12357"/>
                  <a:pt x="223932" y="12357"/>
                </a:cubicBezTo>
                <a:cubicBezTo>
                  <a:pt x="215296" y="24864"/>
                  <a:pt x="210830" y="29926"/>
                  <a:pt x="206513" y="32457"/>
                </a:cubicBezTo>
                <a:cubicBezTo>
                  <a:pt x="204875" y="33499"/>
                  <a:pt x="203980" y="34392"/>
                  <a:pt x="203980" y="35287"/>
                </a:cubicBezTo>
                <a:cubicBezTo>
                  <a:pt x="203980" y="35733"/>
                  <a:pt x="204130" y="36030"/>
                  <a:pt x="204578" y="36328"/>
                </a:cubicBezTo>
                <a:lnTo>
                  <a:pt x="212468" y="36328"/>
                </a:lnTo>
                <a:lnTo>
                  <a:pt x="212468" y="81146"/>
                </a:lnTo>
                <a:cubicBezTo>
                  <a:pt x="212468" y="93653"/>
                  <a:pt x="216935" y="100055"/>
                  <a:pt x="225720" y="100055"/>
                </a:cubicBezTo>
                <a:cubicBezTo>
                  <a:pt x="233015" y="100055"/>
                  <a:pt x="238672" y="96481"/>
                  <a:pt x="243586" y="88739"/>
                </a:cubicBezTo>
                <a:lnTo>
                  <a:pt x="241651" y="87101"/>
                </a:lnTo>
                <a:cubicBezTo>
                  <a:pt x="238375" y="90972"/>
                  <a:pt x="235994" y="92312"/>
                  <a:pt x="232718" y="92312"/>
                </a:cubicBezTo>
                <a:cubicBezTo>
                  <a:pt x="227208" y="92312"/>
                  <a:pt x="224975" y="88293"/>
                  <a:pt x="224975" y="78913"/>
                </a:cubicBezTo>
                <a:lnTo>
                  <a:pt x="224975" y="36328"/>
                </a:lnTo>
                <a:lnTo>
                  <a:pt x="240013" y="36328"/>
                </a:lnTo>
                <a:lnTo>
                  <a:pt x="240013" y="31564"/>
                </a:lnTo>
                <a:close/>
                <a:moveTo>
                  <a:pt x="283936" y="98565"/>
                </a:moveTo>
                <a:lnTo>
                  <a:pt x="316990" y="98565"/>
                </a:lnTo>
                <a:lnTo>
                  <a:pt x="316990" y="96331"/>
                </a:lnTo>
                <a:cubicBezTo>
                  <a:pt x="309398" y="96184"/>
                  <a:pt x="307015" y="94546"/>
                  <a:pt x="306867" y="88591"/>
                </a:cubicBezTo>
                <a:lnTo>
                  <a:pt x="306867" y="46602"/>
                </a:lnTo>
                <a:cubicBezTo>
                  <a:pt x="306867" y="46304"/>
                  <a:pt x="308057" y="44816"/>
                  <a:pt x="309100" y="43773"/>
                </a:cubicBezTo>
                <a:cubicBezTo>
                  <a:pt x="312822" y="40349"/>
                  <a:pt x="319224" y="37818"/>
                  <a:pt x="324436" y="37818"/>
                </a:cubicBezTo>
                <a:cubicBezTo>
                  <a:pt x="330985" y="37818"/>
                  <a:pt x="334262" y="43030"/>
                  <a:pt x="334262" y="53451"/>
                </a:cubicBezTo>
                <a:lnTo>
                  <a:pt x="334262" y="85760"/>
                </a:lnTo>
                <a:cubicBezTo>
                  <a:pt x="333964" y="94248"/>
                  <a:pt x="332476" y="95886"/>
                  <a:pt x="324138" y="96331"/>
                </a:cubicBezTo>
                <a:lnTo>
                  <a:pt x="324138" y="98565"/>
                </a:lnTo>
                <a:lnTo>
                  <a:pt x="357490" y="98565"/>
                </a:lnTo>
                <a:lnTo>
                  <a:pt x="357490" y="96331"/>
                </a:lnTo>
                <a:cubicBezTo>
                  <a:pt x="349152" y="96331"/>
                  <a:pt x="347066" y="93950"/>
                  <a:pt x="346768" y="84422"/>
                </a:cubicBezTo>
                <a:lnTo>
                  <a:pt x="346768" y="46899"/>
                </a:lnTo>
                <a:cubicBezTo>
                  <a:pt x="351235" y="40497"/>
                  <a:pt x="356002" y="37818"/>
                  <a:pt x="362999" y="37818"/>
                </a:cubicBezTo>
                <a:cubicBezTo>
                  <a:pt x="371485" y="37818"/>
                  <a:pt x="374165" y="41837"/>
                  <a:pt x="374165" y="54197"/>
                </a:cubicBezTo>
                <a:lnTo>
                  <a:pt x="374165" y="85613"/>
                </a:lnTo>
                <a:cubicBezTo>
                  <a:pt x="373868" y="94396"/>
                  <a:pt x="372975" y="95439"/>
                  <a:pt x="364339" y="96331"/>
                </a:cubicBezTo>
                <a:lnTo>
                  <a:pt x="364339" y="98565"/>
                </a:lnTo>
                <a:lnTo>
                  <a:pt x="396946" y="98565"/>
                </a:lnTo>
                <a:lnTo>
                  <a:pt x="396946" y="96331"/>
                </a:lnTo>
                <a:lnTo>
                  <a:pt x="393075" y="96034"/>
                </a:lnTo>
                <a:cubicBezTo>
                  <a:pt x="388310" y="95291"/>
                  <a:pt x="386672" y="93058"/>
                  <a:pt x="386672" y="87251"/>
                </a:cubicBezTo>
                <a:lnTo>
                  <a:pt x="386672" y="56577"/>
                </a:lnTo>
                <a:cubicBezTo>
                  <a:pt x="386672" y="39009"/>
                  <a:pt x="380865" y="30076"/>
                  <a:pt x="369401" y="30076"/>
                </a:cubicBezTo>
                <a:cubicBezTo>
                  <a:pt x="360766" y="30076"/>
                  <a:pt x="353171" y="33947"/>
                  <a:pt x="345130" y="42582"/>
                </a:cubicBezTo>
                <a:cubicBezTo>
                  <a:pt x="342452" y="34095"/>
                  <a:pt x="337390" y="30076"/>
                  <a:pt x="329350" y="30076"/>
                </a:cubicBezTo>
                <a:cubicBezTo>
                  <a:pt x="322648" y="30076"/>
                  <a:pt x="318629" y="32011"/>
                  <a:pt x="306269" y="41540"/>
                </a:cubicBezTo>
                <a:lnTo>
                  <a:pt x="306269" y="30373"/>
                </a:lnTo>
                <a:lnTo>
                  <a:pt x="305229" y="30076"/>
                </a:lnTo>
                <a:cubicBezTo>
                  <a:pt x="297336" y="32904"/>
                  <a:pt x="292274" y="34542"/>
                  <a:pt x="284384" y="36775"/>
                </a:cubicBezTo>
                <a:lnTo>
                  <a:pt x="284384" y="39306"/>
                </a:lnTo>
                <a:cubicBezTo>
                  <a:pt x="286170" y="38861"/>
                  <a:pt x="287510" y="38711"/>
                  <a:pt x="289148" y="38711"/>
                </a:cubicBezTo>
                <a:cubicBezTo>
                  <a:pt x="293020" y="38711"/>
                  <a:pt x="294360" y="41094"/>
                  <a:pt x="294360" y="48240"/>
                </a:cubicBezTo>
                <a:lnTo>
                  <a:pt x="294360" y="85910"/>
                </a:lnTo>
                <a:cubicBezTo>
                  <a:pt x="294062" y="94248"/>
                  <a:pt x="292127" y="96331"/>
                  <a:pt x="283936" y="96331"/>
                </a:cubicBezTo>
                <a:lnTo>
                  <a:pt x="283936" y="98565"/>
                </a:lnTo>
                <a:close/>
                <a:moveTo>
                  <a:pt x="455311" y="74148"/>
                </a:moveTo>
                <a:cubicBezTo>
                  <a:pt x="448166" y="85463"/>
                  <a:pt x="441761" y="89782"/>
                  <a:pt x="432233" y="89782"/>
                </a:cubicBezTo>
                <a:cubicBezTo>
                  <a:pt x="423747" y="89782"/>
                  <a:pt x="417345" y="85463"/>
                  <a:pt x="413026" y="76977"/>
                </a:cubicBezTo>
                <a:cubicBezTo>
                  <a:pt x="410345" y="71318"/>
                  <a:pt x="409305" y="66553"/>
                  <a:pt x="409007" y="57323"/>
                </a:cubicBezTo>
                <a:lnTo>
                  <a:pt x="454866" y="57323"/>
                </a:lnTo>
                <a:cubicBezTo>
                  <a:pt x="453673" y="47644"/>
                  <a:pt x="452185" y="43328"/>
                  <a:pt x="448463" y="38561"/>
                </a:cubicBezTo>
                <a:cubicBezTo>
                  <a:pt x="443994" y="33202"/>
                  <a:pt x="437147" y="30076"/>
                  <a:pt x="429404" y="30076"/>
                </a:cubicBezTo>
                <a:cubicBezTo>
                  <a:pt x="421959" y="30076"/>
                  <a:pt x="414962" y="32756"/>
                  <a:pt x="409305" y="37818"/>
                </a:cubicBezTo>
                <a:cubicBezTo>
                  <a:pt x="402305" y="43923"/>
                  <a:pt x="398286" y="54494"/>
                  <a:pt x="398286" y="66703"/>
                </a:cubicBezTo>
                <a:cubicBezTo>
                  <a:pt x="398286" y="87251"/>
                  <a:pt x="409007" y="100055"/>
                  <a:pt x="426128" y="100055"/>
                </a:cubicBezTo>
                <a:cubicBezTo>
                  <a:pt x="440273" y="100055"/>
                  <a:pt x="451439" y="91270"/>
                  <a:pt x="457694" y="75189"/>
                </a:cubicBezTo>
                <a:lnTo>
                  <a:pt x="455311" y="74148"/>
                </a:lnTo>
                <a:moveTo>
                  <a:pt x="409305" y="52558"/>
                </a:moveTo>
                <a:cubicBezTo>
                  <a:pt x="410940" y="40944"/>
                  <a:pt x="416004" y="35435"/>
                  <a:pt x="425085" y="35435"/>
                </a:cubicBezTo>
                <a:cubicBezTo>
                  <a:pt x="434168" y="35435"/>
                  <a:pt x="437742" y="39604"/>
                  <a:pt x="439678" y="52558"/>
                </a:cubicBezTo>
                <a:lnTo>
                  <a:pt x="409305" y="52558"/>
                </a:lnTo>
                <a:close/>
                <a:moveTo>
                  <a:pt x="507572" y="51813"/>
                </a:moveTo>
                <a:lnTo>
                  <a:pt x="506976" y="31416"/>
                </a:lnTo>
                <a:lnTo>
                  <a:pt x="505338" y="31416"/>
                </a:lnTo>
                <a:cubicBezTo>
                  <a:pt x="504595" y="32607"/>
                  <a:pt x="503850" y="33054"/>
                  <a:pt x="502957" y="33054"/>
                </a:cubicBezTo>
                <a:cubicBezTo>
                  <a:pt x="502064" y="33054"/>
                  <a:pt x="500574" y="32756"/>
                  <a:pt x="498936" y="32011"/>
                </a:cubicBezTo>
                <a:cubicBezTo>
                  <a:pt x="495512" y="30821"/>
                  <a:pt x="492088" y="30076"/>
                  <a:pt x="488515" y="30076"/>
                </a:cubicBezTo>
                <a:cubicBezTo>
                  <a:pt x="476751" y="30076"/>
                  <a:pt x="468265" y="37818"/>
                  <a:pt x="468265" y="48537"/>
                </a:cubicBezTo>
                <a:cubicBezTo>
                  <a:pt x="468265" y="56875"/>
                  <a:pt x="473029" y="62832"/>
                  <a:pt x="485686" y="69980"/>
                </a:cubicBezTo>
                <a:lnTo>
                  <a:pt x="494322" y="74891"/>
                </a:lnTo>
                <a:cubicBezTo>
                  <a:pt x="499531" y="77870"/>
                  <a:pt x="502064" y="81444"/>
                  <a:pt x="502064" y="86058"/>
                </a:cubicBezTo>
                <a:cubicBezTo>
                  <a:pt x="502064" y="92610"/>
                  <a:pt x="497298" y="96779"/>
                  <a:pt x="489705" y="96779"/>
                </a:cubicBezTo>
                <a:cubicBezTo>
                  <a:pt x="479432" y="96779"/>
                  <a:pt x="474220" y="91122"/>
                  <a:pt x="470796" y="75934"/>
                </a:cubicBezTo>
                <a:lnTo>
                  <a:pt x="468413" y="75934"/>
                </a:lnTo>
                <a:lnTo>
                  <a:pt x="468413" y="99162"/>
                </a:lnTo>
                <a:lnTo>
                  <a:pt x="470348" y="99162"/>
                </a:lnTo>
                <a:cubicBezTo>
                  <a:pt x="471391" y="97672"/>
                  <a:pt x="471987" y="97374"/>
                  <a:pt x="473775" y="97374"/>
                </a:cubicBezTo>
                <a:cubicBezTo>
                  <a:pt x="475413" y="97374"/>
                  <a:pt x="477198" y="97672"/>
                  <a:pt x="480622" y="98565"/>
                </a:cubicBezTo>
                <a:cubicBezTo>
                  <a:pt x="484643" y="99460"/>
                  <a:pt x="488515" y="100055"/>
                  <a:pt x="491491" y="100055"/>
                </a:cubicBezTo>
                <a:cubicBezTo>
                  <a:pt x="503105" y="100055"/>
                  <a:pt x="512486" y="91420"/>
                  <a:pt x="512486" y="80996"/>
                </a:cubicBezTo>
                <a:cubicBezTo>
                  <a:pt x="512486" y="73551"/>
                  <a:pt x="508912" y="68639"/>
                  <a:pt x="499979" y="63277"/>
                </a:cubicBezTo>
                <a:lnTo>
                  <a:pt x="483898" y="53749"/>
                </a:lnTo>
                <a:cubicBezTo>
                  <a:pt x="479729" y="51218"/>
                  <a:pt x="477496" y="47644"/>
                  <a:pt x="477496" y="43625"/>
                </a:cubicBezTo>
                <a:cubicBezTo>
                  <a:pt x="477496" y="37521"/>
                  <a:pt x="482112" y="33499"/>
                  <a:pt x="488960" y="33499"/>
                </a:cubicBezTo>
                <a:cubicBezTo>
                  <a:pt x="497448" y="33499"/>
                  <a:pt x="501914" y="38414"/>
                  <a:pt x="505338" y="51813"/>
                </a:cubicBezTo>
                <a:lnTo>
                  <a:pt x="507572" y="51813"/>
                </a:lnTo>
                <a:close/>
                <a:moveTo>
                  <a:pt x="565490" y="51813"/>
                </a:moveTo>
                <a:lnTo>
                  <a:pt x="564895" y="31416"/>
                </a:lnTo>
                <a:lnTo>
                  <a:pt x="563257" y="31416"/>
                </a:lnTo>
                <a:cubicBezTo>
                  <a:pt x="562514" y="32607"/>
                  <a:pt x="561769" y="33054"/>
                  <a:pt x="560876" y="33054"/>
                </a:cubicBezTo>
                <a:cubicBezTo>
                  <a:pt x="559983" y="33054"/>
                  <a:pt x="558493" y="32756"/>
                  <a:pt x="556855" y="32011"/>
                </a:cubicBezTo>
                <a:cubicBezTo>
                  <a:pt x="553431" y="30821"/>
                  <a:pt x="550007" y="30076"/>
                  <a:pt x="546434" y="30076"/>
                </a:cubicBezTo>
                <a:cubicBezTo>
                  <a:pt x="534670" y="30076"/>
                  <a:pt x="526184" y="37818"/>
                  <a:pt x="526184" y="48537"/>
                </a:cubicBezTo>
                <a:cubicBezTo>
                  <a:pt x="526184" y="56875"/>
                  <a:pt x="530948" y="62832"/>
                  <a:pt x="543605" y="69980"/>
                </a:cubicBezTo>
                <a:lnTo>
                  <a:pt x="552241" y="74891"/>
                </a:lnTo>
                <a:cubicBezTo>
                  <a:pt x="557450" y="77870"/>
                  <a:pt x="559983" y="81444"/>
                  <a:pt x="559983" y="86058"/>
                </a:cubicBezTo>
                <a:cubicBezTo>
                  <a:pt x="559983" y="92610"/>
                  <a:pt x="555217" y="96779"/>
                  <a:pt x="547624" y="96779"/>
                </a:cubicBezTo>
                <a:cubicBezTo>
                  <a:pt x="537351" y="96779"/>
                  <a:pt x="532139" y="91122"/>
                  <a:pt x="528715" y="75934"/>
                </a:cubicBezTo>
                <a:lnTo>
                  <a:pt x="526332" y="75934"/>
                </a:lnTo>
                <a:lnTo>
                  <a:pt x="526332" y="99162"/>
                </a:lnTo>
                <a:lnTo>
                  <a:pt x="528267" y="99162"/>
                </a:lnTo>
                <a:cubicBezTo>
                  <a:pt x="529310" y="97672"/>
                  <a:pt x="529905" y="97374"/>
                  <a:pt x="531693" y="97374"/>
                </a:cubicBezTo>
                <a:cubicBezTo>
                  <a:pt x="533332" y="97374"/>
                  <a:pt x="535117" y="97672"/>
                  <a:pt x="538541" y="98565"/>
                </a:cubicBezTo>
                <a:cubicBezTo>
                  <a:pt x="542562" y="99460"/>
                  <a:pt x="546434" y="100055"/>
                  <a:pt x="549410" y="100055"/>
                </a:cubicBezTo>
                <a:cubicBezTo>
                  <a:pt x="561024" y="100055"/>
                  <a:pt x="570405" y="91420"/>
                  <a:pt x="570405" y="80996"/>
                </a:cubicBezTo>
                <a:cubicBezTo>
                  <a:pt x="570405" y="73551"/>
                  <a:pt x="566831" y="68639"/>
                  <a:pt x="557898" y="63277"/>
                </a:cubicBezTo>
                <a:lnTo>
                  <a:pt x="541817" y="53749"/>
                </a:lnTo>
                <a:cubicBezTo>
                  <a:pt x="537648" y="51218"/>
                  <a:pt x="535415" y="47644"/>
                  <a:pt x="535415" y="43625"/>
                </a:cubicBezTo>
                <a:cubicBezTo>
                  <a:pt x="535415" y="37521"/>
                  <a:pt x="540031" y="33499"/>
                  <a:pt x="546879" y="33499"/>
                </a:cubicBezTo>
                <a:cubicBezTo>
                  <a:pt x="555367" y="33499"/>
                  <a:pt x="559833" y="38414"/>
                  <a:pt x="563257" y="51813"/>
                </a:cubicBezTo>
                <a:lnTo>
                  <a:pt x="565490" y="51813"/>
                </a:lnTo>
                <a:close/>
                <a:moveTo>
                  <a:pt x="642765" y="88739"/>
                </a:moveTo>
                <a:cubicBezTo>
                  <a:pt x="640235" y="90824"/>
                  <a:pt x="638449" y="91567"/>
                  <a:pt x="636216" y="91567"/>
                </a:cubicBezTo>
                <a:cubicBezTo>
                  <a:pt x="632792" y="91567"/>
                  <a:pt x="631749" y="89484"/>
                  <a:pt x="631749" y="82932"/>
                </a:cubicBezTo>
                <a:lnTo>
                  <a:pt x="631749" y="53899"/>
                </a:lnTo>
                <a:cubicBezTo>
                  <a:pt x="631749" y="46156"/>
                  <a:pt x="631004" y="41837"/>
                  <a:pt x="628770" y="38264"/>
                </a:cubicBezTo>
                <a:cubicBezTo>
                  <a:pt x="625494" y="32904"/>
                  <a:pt x="619092" y="30076"/>
                  <a:pt x="610309" y="30076"/>
                </a:cubicBezTo>
                <a:cubicBezTo>
                  <a:pt x="596312" y="30076"/>
                  <a:pt x="585295" y="37371"/>
                  <a:pt x="585295" y="46751"/>
                </a:cubicBezTo>
                <a:cubicBezTo>
                  <a:pt x="585295" y="50175"/>
                  <a:pt x="588124" y="53154"/>
                  <a:pt x="591697" y="53154"/>
                </a:cubicBezTo>
                <a:cubicBezTo>
                  <a:pt x="595269" y="53154"/>
                  <a:pt x="598397" y="50175"/>
                  <a:pt x="598397" y="46899"/>
                </a:cubicBezTo>
                <a:cubicBezTo>
                  <a:pt x="598397" y="46304"/>
                  <a:pt x="598247" y="45561"/>
                  <a:pt x="598100" y="44518"/>
                </a:cubicBezTo>
                <a:cubicBezTo>
                  <a:pt x="597802" y="43178"/>
                  <a:pt x="597652" y="41987"/>
                  <a:pt x="597652" y="40944"/>
                </a:cubicBezTo>
                <a:cubicBezTo>
                  <a:pt x="597652" y="36925"/>
                  <a:pt x="602416" y="33649"/>
                  <a:pt x="608373" y="33649"/>
                </a:cubicBezTo>
                <a:cubicBezTo>
                  <a:pt x="615668" y="33649"/>
                  <a:pt x="619687" y="37966"/>
                  <a:pt x="619687" y="46006"/>
                </a:cubicBezTo>
                <a:lnTo>
                  <a:pt x="619687" y="55089"/>
                </a:lnTo>
                <a:cubicBezTo>
                  <a:pt x="596907" y="64172"/>
                  <a:pt x="594228" y="65511"/>
                  <a:pt x="587826" y="71170"/>
                </a:cubicBezTo>
                <a:cubicBezTo>
                  <a:pt x="584550" y="74148"/>
                  <a:pt x="582464" y="79210"/>
                  <a:pt x="582464" y="84122"/>
                </a:cubicBezTo>
                <a:cubicBezTo>
                  <a:pt x="582464" y="93503"/>
                  <a:pt x="589016" y="100055"/>
                  <a:pt x="598100" y="100055"/>
                </a:cubicBezTo>
                <a:cubicBezTo>
                  <a:pt x="604650" y="100055"/>
                  <a:pt x="610754" y="96929"/>
                  <a:pt x="619837" y="89186"/>
                </a:cubicBezTo>
                <a:cubicBezTo>
                  <a:pt x="620582" y="97077"/>
                  <a:pt x="623261" y="100055"/>
                  <a:pt x="629366" y="100055"/>
                </a:cubicBezTo>
                <a:cubicBezTo>
                  <a:pt x="634428" y="100055"/>
                  <a:pt x="637556" y="98267"/>
                  <a:pt x="642765" y="92610"/>
                </a:cubicBezTo>
                <a:lnTo>
                  <a:pt x="642765" y="88739"/>
                </a:lnTo>
                <a:moveTo>
                  <a:pt x="619687" y="80253"/>
                </a:moveTo>
                <a:cubicBezTo>
                  <a:pt x="619687" y="84720"/>
                  <a:pt x="618944" y="86358"/>
                  <a:pt x="615816" y="88143"/>
                </a:cubicBezTo>
                <a:cubicBezTo>
                  <a:pt x="612095" y="90227"/>
                  <a:pt x="608076" y="91420"/>
                  <a:pt x="604947" y="91420"/>
                </a:cubicBezTo>
                <a:cubicBezTo>
                  <a:pt x="599738" y="91420"/>
                  <a:pt x="595569" y="86358"/>
                  <a:pt x="595569" y="79953"/>
                </a:cubicBezTo>
                <a:lnTo>
                  <a:pt x="595569" y="79358"/>
                </a:lnTo>
                <a:cubicBezTo>
                  <a:pt x="595716" y="70425"/>
                  <a:pt x="602269" y="64768"/>
                  <a:pt x="619687" y="58663"/>
                </a:cubicBezTo>
                <a:lnTo>
                  <a:pt x="619687" y="80253"/>
                </a:lnTo>
                <a:close/>
                <a:moveTo>
                  <a:pt x="713042" y="40794"/>
                </a:moveTo>
                <a:lnTo>
                  <a:pt x="713042" y="34990"/>
                </a:lnTo>
                <a:lnTo>
                  <a:pt x="701578" y="34990"/>
                </a:lnTo>
                <a:cubicBezTo>
                  <a:pt x="698452" y="34990"/>
                  <a:pt x="696367" y="34542"/>
                  <a:pt x="693390" y="33499"/>
                </a:cubicBezTo>
                <a:lnTo>
                  <a:pt x="690114" y="32309"/>
                </a:lnTo>
                <a:cubicBezTo>
                  <a:pt x="686243" y="30821"/>
                  <a:pt x="682074" y="30076"/>
                  <a:pt x="678203" y="30076"/>
                </a:cubicBezTo>
                <a:cubicBezTo>
                  <a:pt x="664355" y="30076"/>
                  <a:pt x="653337" y="40647"/>
                  <a:pt x="653337" y="54344"/>
                </a:cubicBezTo>
                <a:cubicBezTo>
                  <a:pt x="653337" y="63725"/>
                  <a:pt x="657208" y="69382"/>
                  <a:pt x="667184" y="74296"/>
                </a:cubicBezTo>
                <a:lnTo>
                  <a:pt x="663313" y="77870"/>
                </a:lnTo>
                <a:cubicBezTo>
                  <a:pt x="660186" y="80848"/>
                  <a:pt x="658401" y="82486"/>
                  <a:pt x="657953" y="83082"/>
                </a:cubicBezTo>
                <a:cubicBezTo>
                  <a:pt x="654827" y="86358"/>
                  <a:pt x="653934" y="87994"/>
                  <a:pt x="653934" y="90527"/>
                </a:cubicBezTo>
                <a:cubicBezTo>
                  <a:pt x="653934" y="93801"/>
                  <a:pt x="655572" y="95439"/>
                  <a:pt x="661824" y="98417"/>
                </a:cubicBezTo>
                <a:cubicBezTo>
                  <a:pt x="651103" y="106160"/>
                  <a:pt x="647234" y="111074"/>
                  <a:pt x="647234" y="116581"/>
                </a:cubicBezTo>
                <a:cubicBezTo>
                  <a:pt x="647234" y="124474"/>
                  <a:pt x="658698" y="131024"/>
                  <a:pt x="672991" y="131024"/>
                </a:cubicBezTo>
                <a:cubicBezTo>
                  <a:pt x="684157" y="131024"/>
                  <a:pt x="695771" y="127152"/>
                  <a:pt x="703514" y="120900"/>
                </a:cubicBezTo>
                <a:cubicBezTo>
                  <a:pt x="709173" y="116283"/>
                  <a:pt x="711704" y="111519"/>
                  <a:pt x="711704" y="105862"/>
                </a:cubicBezTo>
                <a:cubicBezTo>
                  <a:pt x="711704" y="96631"/>
                  <a:pt x="704705" y="90527"/>
                  <a:pt x="693688" y="89929"/>
                </a:cubicBezTo>
                <a:lnTo>
                  <a:pt x="674481" y="89036"/>
                </a:lnTo>
                <a:cubicBezTo>
                  <a:pt x="666441" y="88739"/>
                  <a:pt x="662867" y="87398"/>
                  <a:pt x="662867" y="85017"/>
                </a:cubicBezTo>
                <a:cubicBezTo>
                  <a:pt x="662867" y="82039"/>
                  <a:pt x="667779" y="76827"/>
                  <a:pt x="671800" y="75637"/>
                </a:cubicBezTo>
                <a:cubicBezTo>
                  <a:pt x="677160" y="76084"/>
                  <a:pt x="679988" y="76382"/>
                  <a:pt x="680288" y="76382"/>
                </a:cubicBezTo>
                <a:cubicBezTo>
                  <a:pt x="685795" y="76382"/>
                  <a:pt x="691752" y="74148"/>
                  <a:pt x="696367" y="70127"/>
                </a:cubicBezTo>
                <a:cubicBezTo>
                  <a:pt x="701281" y="65958"/>
                  <a:pt x="703514" y="60746"/>
                  <a:pt x="703514" y="53304"/>
                </a:cubicBezTo>
                <a:cubicBezTo>
                  <a:pt x="703514" y="48985"/>
                  <a:pt x="702769" y="45561"/>
                  <a:pt x="700685" y="40794"/>
                </a:cubicBezTo>
                <a:lnTo>
                  <a:pt x="713042" y="40794"/>
                </a:lnTo>
                <a:moveTo>
                  <a:pt x="664951" y="98865"/>
                </a:moveTo>
                <a:cubicBezTo>
                  <a:pt x="670015" y="99905"/>
                  <a:pt x="681626" y="100800"/>
                  <a:pt x="689221" y="100800"/>
                </a:cubicBezTo>
                <a:cubicBezTo>
                  <a:pt x="702621" y="100800"/>
                  <a:pt x="707535" y="102736"/>
                  <a:pt x="707535" y="108095"/>
                </a:cubicBezTo>
                <a:cubicBezTo>
                  <a:pt x="707535" y="116731"/>
                  <a:pt x="696219" y="122538"/>
                  <a:pt x="679393" y="122538"/>
                </a:cubicBezTo>
                <a:cubicBezTo>
                  <a:pt x="666143" y="122538"/>
                  <a:pt x="657655" y="118219"/>
                  <a:pt x="657655" y="111669"/>
                </a:cubicBezTo>
                <a:cubicBezTo>
                  <a:pt x="657655" y="108243"/>
                  <a:pt x="658996" y="106010"/>
                  <a:pt x="664951" y="98865"/>
                </a:cubicBezTo>
                <a:moveTo>
                  <a:pt x="665696" y="48240"/>
                </a:moveTo>
                <a:cubicBezTo>
                  <a:pt x="665696" y="39456"/>
                  <a:pt x="669865" y="34245"/>
                  <a:pt x="676715" y="34245"/>
                </a:cubicBezTo>
                <a:cubicBezTo>
                  <a:pt x="681329" y="34245"/>
                  <a:pt x="685200" y="36775"/>
                  <a:pt x="687583" y="41242"/>
                </a:cubicBezTo>
                <a:cubicBezTo>
                  <a:pt x="690412" y="46454"/>
                  <a:pt x="692050" y="53154"/>
                  <a:pt x="692050" y="59108"/>
                </a:cubicBezTo>
                <a:cubicBezTo>
                  <a:pt x="692050" y="67446"/>
                  <a:pt x="687881" y="72658"/>
                  <a:pt x="681031" y="72658"/>
                </a:cubicBezTo>
                <a:cubicBezTo>
                  <a:pt x="671800" y="72658"/>
                  <a:pt x="665696" y="62980"/>
                  <a:pt x="665696" y="48687"/>
                </a:cubicBezTo>
                <a:lnTo>
                  <a:pt x="665696" y="48240"/>
                </a:lnTo>
                <a:close/>
                <a:moveTo>
                  <a:pt x="778556" y="74148"/>
                </a:moveTo>
                <a:cubicBezTo>
                  <a:pt x="771410" y="85463"/>
                  <a:pt x="765006" y="89782"/>
                  <a:pt x="755477" y="89782"/>
                </a:cubicBezTo>
                <a:cubicBezTo>
                  <a:pt x="746992" y="89782"/>
                  <a:pt x="740590" y="85463"/>
                  <a:pt x="736271" y="76977"/>
                </a:cubicBezTo>
                <a:cubicBezTo>
                  <a:pt x="733590" y="71318"/>
                  <a:pt x="732549" y="66553"/>
                  <a:pt x="732252" y="57323"/>
                </a:cubicBezTo>
                <a:lnTo>
                  <a:pt x="778110" y="57323"/>
                </a:lnTo>
                <a:cubicBezTo>
                  <a:pt x="776918" y="47644"/>
                  <a:pt x="775429" y="43328"/>
                  <a:pt x="771708" y="38561"/>
                </a:cubicBezTo>
                <a:cubicBezTo>
                  <a:pt x="767239" y="33202"/>
                  <a:pt x="760392" y="30076"/>
                  <a:pt x="752649" y="30076"/>
                </a:cubicBezTo>
                <a:cubicBezTo>
                  <a:pt x="745204" y="30076"/>
                  <a:pt x="738206" y="32756"/>
                  <a:pt x="732549" y="37818"/>
                </a:cubicBezTo>
                <a:cubicBezTo>
                  <a:pt x="725550" y="43923"/>
                  <a:pt x="721531" y="54494"/>
                  <a:pt x="721531" y="66703"/>
                </a:cubicBezTo>
                <a:cubicBezTo>
                  <a:pt x="721531" y="87251"/>
                  <a:pt x="732252" y="100055"/>
                  <a:pt x="749373" y="100055"/>
                </a:cubicBezTo>
                <a:cubicBezTo>
                  <a:pt x="763518" y="100055"/>
                  <a:pt x="774684" y="91270"/>
                  <a:pt x="780939" y="75189"/>
                </a:cubicBezTo>
                <a:lnTo>
                  <a:pt x="778556" y="74148"/>
                </a:lnTo>
                <a:moveTo>
                  <a:pt x="732549" y="52558"/>
                </a:moveTo>
                <a:cubicBezTo>
                  <a:pt x="734185" y="40944"/>
                  <a:pt x="739249" y="35435"/>
                  <a:pt x="748330" y="35435"/>
                </a:cubicBezTo>
                <a:cubicBezTo>
                  <a:pt x="757413" y="35435"/>
                  <a:pt x="760987" y="39604"/>
                  <a:pt x="762923" y="52558"/>
                </a:cubicBezTo>
                <a:lnTo>
                  <a:pt x="732549" y="52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database">
            <a:extLst xmlns:a="http://schemas.openxmlformats.org/drawingml/2006/main">
              <a:ext uri="{FF2B5EF4-FFF2-40B4-BE49-F238E27FC236}">
                <a16:creationId xmlns:a16="http://schemas.microsoft.com/office/drawing/2014/main" id="{7594D7FF-7F05-44A1-A3EB-BA401C3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320" y="2985010"/>
            <a:ext cx="506697" cy="103339"/>
          </a:xfrm>
          <a:custGeom xmlns:a="http://schemas.openxmlformats.org/drawingml/2006/main">
            <a:pathLst>
              <a:path w="506697" h="103339">
                <a:moveTo>
                  <a:pt x="69191" y="93198"/>
                </a:moveTo>
                <a:cubicBezTo>
                  <a:pt x="67252" y="93348"/>
                  <a:pt x="66358" y="93348"/>
                  <a:pt x="65759" y="93348"/>
                </a:cubicBezTo>
                <a:cubicBezTo>
                  <a:pt x="60542" y="93348"/>
                  <a:pt x="59200" y="91707"/>
                  <a:pt x="59200" y="84847"/>
                </a:cubicBezTo>
                <a:lnTo>
                  <a:pt x="59200" y="298"/>
                </a:lnTo>
                <a:lnTo>
                  <a:pt x="58453" y="0"/>
                </a:lnTo>
                <a:cubicBezTo>
                  <a:pt x="51445" y="2387"/>
                  <a:pt x="46376" y="4027"/>
                  <a:pt x="36533" y="6562"/>
                </a:cubicBezTo>
                <a:lnTo>
                  <a:pt x="36533" y="8947"/>
                </a:lnTo>
                <a:cubicBezTo>
                  <a:pt x="37727" y="8799"/>
                  <a:pt x="38471" y="8799"/>
                  <a:pt x="39814" y="8799"/>
                </a:cubicBezTo>
                <a:cubicBezTo>
                  <a:pt x="45331" y="8799"/>
                  <a:pt x="46674" y="10289"/>
                  <a:pt x="46674" y="16403"/>
                </a:cubicBezTo>
                <a:lnTo>
                  <a:pt x="46674" y="39666"/>
                </a:lnTo>
                <a:cubicBezTo>
                  <a:pt x="41006" y="34894"/>
                  <a:pt x="36981" y="33254"/>
                  <a:pt x="31015" y="33254"/>
                </a:cubicBezTo>
                <a:cubicBezTo>
                  <a:pt x="13868" y="33254"/>
                  <a:pt x="0" y="50103"/>
                  <a:pt x="0" y="71279"/>
                </a:cubicBezTo>
                <a:cubicBezTo>
                  <a:pt x="0" y="90365"/>
                  <a:pt x="11035" y="103339"/>
                  <a:pt x="27586" y="103339"/>
                </a:cubicBezTo>
                <a:cubicBezTo>
                  <a:pt x="35937" y="103339"/>
                  <a:pt x="41604" y="100356"/>
                  <a:pt x="46674" y="93348"/>
                </a:cubicBezTo>
                <a:lnTo>
                  <a:pt x="46674" y="102890"/>
                </a:lnTo>
                <a:lnTo>
                  <a:pt x="47270" y="103339"/>
                </a:lnTo>
                <a:lnTo>
                  <a:pt x="69191" y="95584"/>
                </a:lnTo>
                <a:lnTo>
                  <a:pt x="69191" y="93198"/>
                </a:lnTo>
                <a:moveTo>
                  <a:pt x="46674" y="86638"/>
                </a:moveTo>
                <a:cubicBezTo>
                  <a:pt x="46674" y="87682"/>
                  <a:pt x="45629" y="89471"/>
                  <a:pt x="44139" y="91111"/>
                </a:cubicBezTo>
                <a:cubicBezTo>
                  <a:pt x="41604" y="94094"/>
                  <a:pt x="37727" y="95584"/>
                  <a:pt x="33402" y="95584"/>
                </a:cubicBezTo>
                <a:cubicBezTo>
                  <a:pt x="20876" y="95584"/>
                  <a:pt x="12824" y="83655"/>
                  <a:pt x="12824" y="65165"/>
                </a:cubicBezTo>
                <a:cubicBezTo>
                  <a:pt x="12824" y="48465"/>
                  <a:pt x="20130" y="37429"/>
                  <a:pt x="31463" y="37429"/>
                </a:cubicBezTo>
                <a:cubicBezTo>
                  <a:pt x="39516" y="37429"/>
                  <a:pt x="46674" y="44437"/>
                  <a:pt x="46674" y="52342"/>
                </a:cubicBezTo>
                <a:lnTo>
                  <a:pt x="46674" y="86638"/>
                </a:lnTo>
                <a:close/>
                <a:moveTo>
                  <a:pt x="136739" y="92005"/>
                </a:moveTo>
                <a:cubicBezTo>
                  <a:pt x="134204" y="94094"/>
                  <a:pt x="132415" y="94838"/>
                  <a:pt x="130179" y="94838"/>
                </a:cubicBezTo>
                <a:cubicBezTo>
                  <a:pt x="126750" y="94838"/>
                  <a:pt x="125706" y="92752"/>
                  <a:pt x="125706" y="86190"/>
                </a:cubicBezTo>
                <a:lnTo>
                  <a:pt x="125706" y="57113"/>
                </a:lnTo>
                <a:cubicBezTo>
                  <a:pt x="125706" y="49359"/>
                  <a:pt x="124959" y="45033"/>
                  <a:pt x="122723" y="41454"/>
                </a:cubicBezTo>
                <a:cubicBezTo>
                  <a:pt x="119442" y="36087"/>
                  <a:pt x="113030" y="33254"/>
                  <a:pt x="104233" y="33254"/>
                </a:cubicBezTo>
                <a:cubicBezTo>
                  <a:pt x="90215" y="33254"/>
                  <a:pt x="79182" y="40560"/>
                  <a:pt x="79182" y="49955"/>
                </a:cubicBezTo>
                <a:cubicBezTo>
                  <a:pt x="79182" y="53384"/>
                  <a:pt x="82015" y="56367"/>
                  <a:pt x="85594" y="56367"/>
                </a:cubicBezTo>
                <a:cubicBezTo>
                  <a:pt x="89171" y="56367"/>
                  <a:pt x="92304" y="53384"/>
                  <a:pt x="92304" y="50103"/>
                </a:cubicBezTo>
                <a:cubicBezTo>
                  <a:pt x="92304" y="49507"/>
                  <a:pt x="92154" y="48763"/>
                  <a:pt x="92006" y="47718"/>
                </a:cubicBezTo>
                <a:cubicBezTo>
                  <a:pt x="91708" y="46376"/>
                  <a:pt x="91557" y="45184"/>
                  <a:pt x="91557" y="44139"/>
                </a:cubicBezTo>
                <a:cubicBezTo>
                  <a:pt x="91557" y="40114"/>
                  <a:pt x="96329" y="36833"/>
                  <a:pt x="102295" y="36833"/>
                </a:cubicBezTo>
                <a:cubicBezTo>
                  <a:pt x="109601" y="36833"/>
                  <a:pt x="113626" y="41156"/>
                  <a:pt x="113626" y="49209"/>
                </a:cubicBezTo>
                <a:lnTo>
                  <a:pt x="113626" y="58305"/>
                </a:lnTo>
                <a:cubicBezTo>
                  <a:pt x="90811" y="67402"/>
                  <a:pt x="88128" y="68742"/>
                  <a:pt x="81717" y="74410"/>
                </a:cubicBezTo>
                <a:cubicBezTo>
                  <a:pt x="78436" y="77393"/>
                  <a:pt x="76347" y="82463"/>
                  <a:pt x="76347" y="87382"/>
                </a:cubicBezTo>
                <a:cubicBezTo>
                  <a:pt x="76347" y="96777"/>
                  <a:pt x="82909" y="103339"/>
                  <a:pt x="92006" y="103339"/>
                </a:cubicBezTo>
                <a:cubicBezTo>
                  <a:pt x="98565" y="103339"/>
                  <a:pt x="104679" y="100208"/>
                  <a:pt x="113776" y="92454"/>
                </a:cubicBezTo>
                <a:cubicBezTo>
                  <a:pt x="114522" y="100356"/>
                  <a:pt x="117205" y="103339"/>
                  <a:pt x="123319" y="103339"/>
                </a:cubicBezTo>
                <a:cubicBezTo>
                  <a:pt x="128388" y="103339"/>
                  <a:pt x="131521" y="101548"/>
                  <a:pt x="136739" y="95882"/>
                </a:cubicBezTo>
                <a:lnTo>
                  <a:pt x="136739" y="92005"/>
                </a:lnTo>
                <a:moveTo>
                  <a:pt x="113626" y="83507"/>
                </a:moveTo>
                <a:cubicBezTo>
                  <a:pt x="113626" y="87980"/>
                  <a:pt x="112882" y="89621"/>
                  <a:pt x="109749" y="91409"/>
                </a:cubicBezTo>
                <a:cubicBezTo>
                  <a:pt x="106022" y="93496"/>
                  <a:pt x="101997" y="94690"/>
                  <a:pt x="98863" y="94690"/>
                </a:cubicBezTo>
                <a:cubicBezTo>
                  <a:pt x="93646" y="94690"/>
                  <a:pt x="89471" y="89621"/>
                  <a:pt x="89471" y="83207"/>
                </a:cubicBezTo>
                <a:lnTo>
                  <a:pt x="89471" y="82610"/>
                </a:lnTo>
                <a:cubicBezTo>
                  <a:pt x="89619" y="73664"/>
                  <a:pt x="96181" y="67998"/>
                  <a:pt x="113626" y="61884"/>
                </a:cubicBezTo>
                <a:lnTo>
                  <a:pt x="113626" y="83507"/>
                </a:lnTo>
                <a:close/>
                <a:moveTo>
                  <a:pt x="175062" y="34744"/>
                </a:moveTo>
                <a:lnTo>
                  <a:pt x="160001" y="34744"/>
                </a:lnTo>
                <a:lnTo>
                  <a:pt x="160001" y="17447"/>
                </a:lnTo>
                <a:cubicBezTo>
                  <a:pt x="160001" y="15957"/>
                  <a:pt x="159703" y="15509"/>
                  <a:pt x="158957" y="15509"/>
                </a:cubicBezTo>
                <a:cubicBezTo>
                  <a:pt x="150309" y="28034"/>
                  <a:pt x="145835" y="33104"/>
                  <a:pt x="141512" y="35639"/>
                </a:cubicBezTo>
                <a:cubicBezTo>
                  <a:pt x="139872" y="36683"/>
                  <a:pt x="138975" y="37577"/>
                  <a:pt x="138975" y="38474"/>
                </a:cubicBezTo>
                <a:cubicBezTo>
                  <a:pt x="138975" y="38920"/>
                  <a:pt x="139125" y="39218"/>
                  <a:pt x="139574" y="39516"/>
                </a:cubicBezTo>
                <a:lnTo>
                  <a:pt x="147476" y="39516"/>
                </a:lnTo>
                <a:lnTo>
                  <a:pt x="147476" y="84401"/>
                </a:lnTo>
                <a:cubicBezTo>
                  <a:pt x="147476" y="96927"/>
                  <a:pt x="151949" y="103339"/>
                  <a:pt x="160748" y="103339"/>
                </a:cubicBezTo>
                <a:cubicBezTo>
                  <a:pt x="168054" y="103339"/>
                  <a:pt x="173719" y="99760"/>
                  <a:pt x="178641" y="92005"/>
                </a:cubicBezTo>
                <a:lnTo>
                  <a:pt x="176702" y="90365"/>
                </a:lnTo>
                <a:cubicBezTo>
                  <a:pt x="173421" y="94242"/>
                  <a:pt x="171037" y="95584"/>
                  <a:pt x="167756" y="95584"/>
                </a:cubicBezTo>
                <a:cubicBezTo>
                  <a:pt x="162238" y="95584"/>
                  <a:pt x="160001" y="91559"/>
                  <a:pt x="160001" y="82164"/>
                </a:cubicBezTo>
                <a:lnTo>
                  <a:pt x="160001" y="39516"/>
                </a:lnTo>
                <a:lnTo>
                  <a:pt x="175062" y="39516"/>
                </a:lnTo>
                <a:lnTo>
                  <a:pt x="175062" y="34744"/>
                </a:lnTo>
                <a:close/>
                <a:moveTo>
                  <a:pt x="244400" y="92005"/>
                </a:moveTo>
                <a:cubicBezTo>
                  <a:pt x="241866" y="94094"/>
                  <a:pt x="240077" y="94838"/>
                  <a:pt x="237841" y="94838"/>
                </a:cubicBezTo>
                <a:cubicBezTo>
                  <a:pt x="234412" y="94838"/>
                  <a:pt x="233367" y="92752"/>
                  <a:pt x="233367" y="86190"/>
                </a:cubicBezTo>
                <a:lnTo>
                  <a:pt x="233367" y="57113"/>
                </a:lnTo>
                <a:cubicBezTo>
                  <a:pt x="233367" y="49359"/>
                  <a:pt x="232621" y="45033"/>
                  <a:pt x="230384" y="41454"/>
                </a:cubicBezTo>
                <a:cubicBezTo>
                  <a:pt x="227103" y="36087"/>
                  <a:pt x="220691" y="33254"/>
                  <a:pt x="211895" y="33254"/>
                </a:cubicBezTo>
                <a:cubicBezTo>
                  <a:pt x="197877" y="33254"/>
                  <a:pt x="186844" y="40560"/>
                  <a:pt x="186844" y="49955"/>
                </a:cubicBezTo>
                <a:cubicBezTo>
                  <a:pt x="186844" y="53384"/>
                  <a:pt x="189676" y="56367"/>
                  <a:pt x="193256" y="56367"/>
                </a:cubicBezTo>
                <a:cubicBezTo>
                  <a:pt x="196832" y="56367"/>
                  <a:pt x="199965" y="53384"/>
                  <a:pt x="199965" y="50103"/>
                </a:cubicBezTo>
                <a:cubicBezTo>
                  <a:pt x="199965" y="49507"/>
                  <a:pt x="199815" y="48763"/>
                  <a:pt x="199667" y="47718"/>
                </a:cubicBezTo>
                <a:cubicBezTo>
                  <a:pt x="199369" y="46376"/>
                  <a:pt x="199219" y="45184"/>
                  <a:pt x="199219" y="44139"/>
                </a:cubicBezTo>
                <a:cubicBezTo>
                  <a:pt x="199219" y="40114"/>
                  <a:pt x="203991" y="36833"/>
                  <a:pt x="209956" y="36833"/>
                </a:cubicBezTo>
                <a:cubicBezTo>
                  <a:pt x="217263" y="36833"/>
                  <a:pt x="221288" y="41156"/>
                  <a:pt x="221288" y="49209"/>
                </a:cubicBezTo>
                <a:lnTo>
                  <a:pt x="221288" y="58305"/>
                </a:lnTo>
                <a:cubicBezTo>
                  <a:pt x="198473" y="67402"/>
                  <a:pt x="195790" y="68742"/>
                  <a:pt x="189378" y="74410"/>
                </a:cubicBezTo>
                <a:cubicBezTo>
                  <a:pt x="186097" y="77393"/>
                  <a:pt x="184009" y="82463"/>
                  <a:pt x="184009" y="87382"/>
                </a:cubicBezTo>
                <a:cubicBezTo>
                  <a:pt x="184009" y="96777"/>
                  <a:pt x="190571" y="103339"/>
                  <a:pt x="199667" y="103339"/>
                </a:cubicBezTo>
                <a:cubicBezTo>
                  <a:pt x="206227" y="103339"/>
                  <a:pt x="212341" y="100208"/>
                  <a:pt x="221438" y="92454"/>
                </a:cubicBezTo>
                <a:cubicBezTo>
                  <a:pt x="222184" y="100356"/>
                  <a:pt x="224867" y="103339"/>
                  <a:pt x="230981" y="103339"/>
                </a:cubicBezTo>
                <a:cubicBezTo>
                  <a:pt x="236050" y="103339"/>
                  <a:pt x="239183" y="101548"/>
                  <a:pt x="244400" y="95882"/>
                </a:cubicBezTo>
                <a:lnTo>
                  <a:pt x="244400" y="92005"/>
                </a:lnTo>
                <a:moveTo>
                  <a:pt x="221288" y="83507"/>
                </a:moveTo>
                <a:cubicBezTo>
                  <a:pt x="221288" y="87980"/>
                  <a:pt x="220544" y="89621"/>
                  <a:pt x="217410" y="91409"/>
                </a:cubicBezTo>
                <a:cubicBezTo>
                  <a:pt x="213683" y="93496"/>
                  <a:pt x="209658" y="94690"/>
                  <a:pt x="206525" y="94690"/>
                </a:cubicBezTo>
                <a:cubicBezTo>
                  <a:pt x="201308" y="94690"/>
                  <a:pt x="197133" y="89621"/>
                  <a:pt x="197133" y="83207"/>
                </a:cubicBezTo>
                <a:lnTo>
                  <a:pt x="197133" y="82610"/>
                </a:lnTo>
                <a:cubicBezTo>
                  <a:pt x="197281" y="73664"/>
                  <a:pt x="203843" y="67998"/>
                  <a:pt x="221288" y="61884"/>
                </a:cubicBezTo>
                <a:lnTo>
                  <a:pt x="221288" y="83507"/>
                </a:lnTo>
                <a:close/>
                <a:moveTo>
                  <a:pt x="267515" y="298"/>
                </a:moveTo>
                <a:lnTo>
                  <a:pt x="266769" y="0"/>
                </a:lnTo>
                <a:cubicBezTo>
                  <a:pt x="260655" y="2089"/>
                  <a:pt x="256628" y="3431"/>
                  <a:pt x="249472" y="5370"/>
                </a:cubicBezTo>
                <a:lnTo>
                  <a:pt x="245147" y="6562"/>
                </a:lnTo>
                <a:lnTo>
                  <a:pt x="245147" y="8947"/>
                </a:lnTo>
                <a:cubicBezTo>
                  <a:pt x="246041" y="8799"/>
                  <a:pt x="246489" y="8799"/>
                  <a:pt x="247681" y="8799"/>
                </a:cubicBezTo>
                <a:cubicBezTo>
                  <a:pt x="253647" y="8799"/>
                  <a:pt x="254987" y="10141"/>
                  <a:pt x="254987" y="16403"/>
                </a:cubicBezTo>
                <a:lnTo>
                  <a:pt x="254987" y="93796"/>
                </a:lnTo>
                <a:cubicBezTo>
                  <a:pt x="254987" y="98417"/>
                  <a:pt x="267515" y="103339"/>
                  <a:pt x="279593" y="103339"/>
                </a:cubicBezTo>
                <a:cubicBezTo>
                  <a:pt x="299277" y="103339"/>
                  <a:pt x="314485" y="86936"/>
                  <a:pt x="314485" y="65611"/>
                </a:cubicBezTo>
                <a:cubicBezTo>
                  <a:pt x="314485" y="47122"/>
                  <a:pt x="303154" y="33254"/>
                  <a:pt x="288241" y="33254"/>
                </a:cubicBezTo>
                <a:cubicBezTo>
                  <a:pt x="279145" y="33254"/>
                  <a:pt x="270496" y="38474"/>
                  <a:pt x="267515" y="45928"/>
                </a:cubicBezTo>
                <a:lnTo>
                  <a:pt x="267515" y="298"/>
                </a:lnTo>
                <a:moveTo>
                  <a:pt x="267515" y="53832"/>
                </a:moveTo>
                <a:cubicBezTo>
                  <a:pt x="267515" y="48016"/>
                  <a:pt x="274523" y="42649"/>
                  <a:pt x="282278" y="42649"/>
                </a:cubicBezTo>
                <a:cubicBezTo>
                  <a:pt x="286453" y="42649"/>
                  <a:pt x="290180" y="44139"/>
                  <a:pt x="293311" y="46972"/>
                </a:cubicBezTo>
                <a:cubicBezTo>
                  <a:pt x="298082" y="51595"/>
                  <a:pt x="301363" y="61734"/>
                  <a:pt x="301363" y="72472"/>
                </a:cubicBezTo>
                <a:cubicBezTo>
                  <a:pt x="301363" y="89022"/>
                  <a:pt x="294205" y="98567"/>
                  <a:pt x="281980" y="98567"/>
                </a:cubicBezTo>
                <a:cubicBezTo>
                  <a:pt x="274225" y="98567"/>
                  <a:pt x="267515" y="95286"/>
                  <a:pt x="267515" y="91409"/>
                </a:cubicBezTo>
                <a:lnTo>
                  <a:pt x="267515" y="53832"/>
                </a:lnTo>
                <a:close/>
                <a:moveTo>
                  <a:pt x="385166" y="92005"/>
                </a:moveTo>
                <a:cubicBezTo>
                  <a:pt x="382631" y="94094"/>
                  <a:pt x="380843" y="94838"/>
                  <a:pt x="378606" y="94838"/>
                </a:cubicBezTo>
                <a:cubicBezTo>
                  <a:pt x="375177" y="94838"/>
                  <a:pt x="374133" y="92752"/>
                  <a:pt x="374133" y="86190"/>
                </a:cubicBezTo>
                <a:lnTo>
                  <a:pt x="374133" y="57113"/>
                </a:lnTo>
                <a:cubicBezTo>
                  <a:pt x="374133" y="49359"/>
                  <a:pt x="373387" y="45033"/>
                  <a:pt x="371150" y="41454"/>
                </a:cubicBezTo>
                <a:cubicBezTo>
                  <a:pt x="367869" y="36087"/>
                  <a:pt x="361457" y="33254"/>
                  <a:pt x="352661" y="33254"/>
                </a:cubicBezTo>
                <a:cubicBezTo>
                  <a:pt x="338642" y="33254"/>
                  <a:pt x="327609" y="40560"/>
                  <a:pt x="327609" y="49955"/>
                </a:cubicBezTo>
                <a:cubicBezTo>
                  <a:pt x="327609" y="53384"/>
                  <a:pt x="330442" y="56367"/>
                  <a:pt x="334021" y="56367"/>
                </a:cubicBezTo>
                <a:cubicBezTo>
                  <a:pt x="337598" y="56367"/>
                  <a:pt x="340731" y="53384"/>
                  <a:pt x="340731" y="50103"/>
                </a:cubicBezTo>
                <a:cubicBezTo>
                  <a:pt x="340731" y="49507"/>
                  <a:pt x="340581" y="48763"/>
                  <a:pt x="340433" y="47718"/>
                </a:cubicBezTo>
                <a:cubicBezTo>
                  <a:pt x="340135" y="46376"/>
                  <a:pt x="339985" y="45184"/>
                  <a:pt x="339985" y="44139"/>
                </a:cubicBezTo>
                <a:cubicBezTo>
                  <a:pt x="339985" y="40114"/>
                  <a:pt x="344756" y="36833"/>
                  <a:pt x="350722" y="36833"/>
                </a:cubicBezTo>
                <a:cubicBezTo>
                  <a:pt x="358028" y="36833"/>
                  <a:pt x="362053" y="41156"/>
                  <a:pt x="362053" y="49209"/>
                </a:cubicBezTo>
                <a:lnTo>
                  <a:pt x="362053" y="58305"/>
                </a:lnTo>
                <a:cubicBezTo>
                  <a:pt x="339238" y="67402"/>
                  <a:pt x="336556" y="68742"/>
                  <a:pt x="330144" y="74410"/>
                </a:cubicBezTo>
                <a:cubicBezTo>
                  <a:pt x="326863" y="77393"/>
                  <a:pt x="324774" y="82463"/>
                  <a:pt x="324774" y="87382"/>
                </a:cubicBezTo>
                <a:cubicBezTo>
                  <a:pt x="324774" y="96777"/>
                  <a:pt x="331336" y="103339"/>
                  <a:pt x="340433" y="103339"/>
                </a:cubicBezTo>
                <a:cubicBezTo>
                  <a:pt x="346993" y="103339"/>
                  <a:pt x="353107" y="100208"/>
                  <a:pt x="362203" y="92454"/>
                </a:cubicBezTo>
                <a:cubicBezTo>
                  <a:pt x="362950" y="100356"/>
                  <a:pt x="365632" y="103339"/>
                  <a:pt x="371746" y="103339"/>
                </a:cubicBezTo>
                <a:cubicBezTo>
                  <a:pt x="376815" y="103339"/>
                  <a:pt x="379949" y="101548"/>
                  <a:pt x="385166" y="95882"/>
                </a:cubicBezTo>
                <a:lnTo>
                  <a:pt x="385166" y="92005"/>
                </a:lnTo>
                <a:moveTo>
                  <a:pt x="362053" y="83507"/>
                </a:moveTo>
                <a:cubicBezTo>
                  <a:pt x="362053" y="87980"/>
                  <a:pt x="361309" y="89621"/>
                  <a:pt x="358176" y="91409"/>
                </a:cubicBezTo>
                <a:cubicBezTo>
                  <a:pt x="354449" y="93496"/>
                  <a:pt x="350424" y="94690"/>
                  <a:pt x="347291" y="94690"/>
                </a:cubicBezTo>
                <a:cubicBezTo>
                  <a:pt x="342073" y="94690"/>
                  <a:pt x="337898" y="89621"/>
                  <a:pt x="337898" y="83207"/>
                </a:cubicBezTo>
                <a:lnTo>
                  <a:pt x="337898" y="82610"/>
                </a:lnTo>
                <a:cubicBezTo>
                  <a:pt x="338046" y="73664"/>
                  <a:pt x="344608" y="67998"/>
                  <a:pt x="362053" y="61884"/>
                </a:cubicBezTo>
                <a:lnTo>
                  <a:pt x="362053" y="83507"/>
                </a:lnTo>
                <a:close/>
                <a:moveTo>
                  <a:pt x="432436" y="55024"/>
                </a:moveTo>
                <a:lnTo>
                  <a:pt x="431840" y="34596"/>
                </a:lnTo>
                <a:lnTo>
                  <a:pt x="430199" y="34596"/>
                </a:lnTo>
                <a:cubicBezTo>
                  <a:pt x="429455" y="35789"/>
                  <a:pt x="428709" y="36237"/>
                  <a:pt x="427815" y="36237"/>
                </a:cubicBezTo>
                <a:cubicBezTo>
                  <a:pt x="426920" y="36237"/>
                  <a:pt x="425428" y="35939"/>
                  <a:pt x="423787" y="35193"/>
                </a:cubicBezTo>
                <a:cubicBezTo>
                  <a:pt x="420358" y="34000"/>
                  <a:pt x="416929" y="33254"/>
                  <a:pt x="413350" y="33254"/>
                </a:cubicBezTo>
                <a:cubicBezTo>
                  <a:pt x="401569" y="33254"/>
                  <a:pt x="393070" y="41008"/>
                  <a:pt x="393070" y="51743"/>
                </a:cubicBezTo>
                <a:cubicBezTo>
                  <a:pt x="393070" y="60094"/>
                  <a:pt x="397842" y="66060"/>
                  <a:pt x="410518" y="73218"/>
                </a:cubicBezTo>
                <a:lnTo>
                  <a:pt x="419166" y="78137"/>
                </a:lnTo>
                <a:cubicBezTo>
                  <a:pt x="424383" y="81120"/>
                  <a:pt x="426920" y="84699"/>
                  <a:pt x="426920" y="89320"/>
                </a:cubicBezTo>
                <a:cubicBezTo>
                  <a:pt x="426920" y="95882"/>
                  <a:pt x="422147" y="100058"/>
                  <a:pt x="414543" y="100058"/>
                </a:cubicBezTo>
                <a:cubicBezTo>
                  <a:pt x="404254" y="100058"/>
                  <a:pt x="399034" y="94392"/>
                  <a:pt x="395605" y="79182"/>
                </a:cubicBezTo>
                <a:lnTo>
                  <a:pt x="393218" y="79182"/>
                </a:lnTo>
                <a:lnTo>
                  <a:pt x="393218" y="102444"/>
                </a:lnTo>
                <a:lnTo>
                  <a:pt x="395157" y="102444"/>
                </a:lnTo>
                <a:cubicBezTo>
                  <a:pt x="396201" y="100952"/>
                  <a:pt x="396797" y="100654"/>
                  <a:pt x="398588" y="100654"/>
                </a:cubicBezTo>
                <a:cubicBezTo>
                  <a:pt x="400229" y="100654"/>
                  <a:pt x="402017" y="100952"/>
                  <a:pt x="405446" y="101846"/>
                </a:cubicBezTo>
                <a:cubicBezTo>
                  <a:pt x="409473" y="102743"/>
                  <a:pt x="413350" y="103339"/>
                  <a:pt x="416331" y="103339"/>
                </a:cubicBezTo>
                <a:cubicBezTo>
                  <a:pt x="427963" y="103339"/>
                  <a:pt x="437357" y="94690"/>
                  <a:pt x="437357" y="84251"/>
                </a:cubicBezTo>
                <a:cubicBezTo>
                  <a:pt x="437357" y="76795"/>
                  <a:pt x="433778" y="71875"/>
                  <a:pt x="424832" y="66506"/>
                </a:cubicBezTo>
                <a:lnTo>
                  <a:pt x="408727" y="56963"/>
                </a:lnTo>
                <a:cubicBezTo>
                  <a:pt x="404552" y="54428"/>
                  <a:pt x="402315" y="50849"/>
                  <a:pt x="402315" y="46824"/>
                </a:cubicBezTo>
                <a:cubicBezTo>
                  <a:pt x="402315" y="40710"/>
                  <a:pt x="406938" y="36683"/>
                  <a:pt x="413796" y="36683"/>
                </a:cubicBezTo>
                <a:cubicBezTo>
                  <a:pt x="422297" y="36683"/>
                  <a:pt x="426770" y="41604"/>
                  <a:pt x="430199" y="55024"/>
                </a:cubicBezTo>
                <a:lnTo>
                  <a:pt x="432436" y="55024"/>
                </a:lnTo>
                <a:close/>
                <a:moveTo>
                  <a:pt x="504310" y="77393"/>
                </a:moveTo>
                <a:cubicBezTo>
                  <a:pt x="497154" y="88724"/>
                  <a:pt x="490740" y="93050"/>
                  <a:pt x="481197" y="93050"/>
                </a:cubicBezTo>
                <a:cubicBezTo>
                  <a:pt x="472699" y="93050"/>
                  <a:pt x="466287" y="88724"/>
                  <a:pt x="461962" y="80226"/>
                </a:cubicBezTo>
                <a:cubicBezTo>
                  <a:pt x="459277" y="74558"/>
                  <a:pt x="458235" y="69787"/>
                  <a:pt x="457937" y="60542"/>
                </a:cubicBezTo>
                <a:lnTo>
                  <a:pt x="503864" y="60542"/>
                </a:lnTo>
                <a:cubicBezTo>
                  <a:pt x="502670" y="50849"/>
                  <a:pt x="501179" y="46526"/>
                  <a:pt x="497452" y="41752"/>
                </a:cubicBezTo>
                <a:cubicBezTo>
                  <a:pt x="492977" y="36385"/>
                  <a:pt x="486119" y="33254"/>
                  <a:pt x="478365" y="33254"/>
                </a:cubicBezTo>
                <a:cubicBezTo>
                  <a:pt x="470908" y="33254"/>
                  <a:pt x="463900" y="35939"/>
                  <a:pt x="458235" y="41008"/>
                </a:cubicBezTo>
                <a:cubicBezTo>
                  <a:pt x="451225" y="47122"/>
                  <a:pt x="447199" y="57709"/>
                  <a:pt x="447199" y="69937"/>
                </a:cubicBezTo>
                <a:cubicBezTo>
                  <a:pt x="447199" y="90515"/>
                  <a:pt x="457937" y="103339"/>
                  <a:pt x="475084" y="103339"/>
                </a:cubicBezTo>
                <a:cubicBezTo>
                  <a:pt x="489250" y="103339"/>
                  <a:pt x="500433" y="94540"/>
                  <a:pt x="506697" y="78435"/>
                </a:cubicBezTo>
                <a:lnTo>
                  <a:pt x="504310" y="77393"/>
                </a:lnTo>
                <a:moveTo>
                  <a:pt x="458235" y="55771"/>
                </a:moveTo>
                <a:cubicBezTo>
                  <a:pt x="459873" y="44139"/>
                  <a:pt x="464945" y="38621"/>
                  <a:pt x="474039" y="38621"/>
                </a:cubicBezTo>
                <a:cubicBezTo>
                  <a:pt x="483136" y="38621"/>
                  <a:pt x="486715" y="42797"/>
                  <a:pt x="488654" y="55771"/>
                </a:cubicBezTo>
                <a:lnTo>
                  <a:pt x="458235" y="55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ACD98-F852-4215-B4D1-F623F51E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065" y="425940"/>
            <a:ext cx="2887165" cy="1271741"/>
          </a:xfrm>
          <a:custGeom xmlns:a="http://schemas.openxmlformats.org/drawingml/2006/main">
            <a:pathLst>
              <a:path w="2887165" h="1271741" fill="none">
                <a:moveTo>
                  <a:pt x="0" y="211957"/>
                </a:moveTo>
                <a:cubicBezTo>
                  <a:pt x="0" y="94877"/>
                  <a:pt x="94877" y="0"/>
                  <a:pt x="211957" y="0"/>
                </a:cubicBezTo>
                <a:lnTo>
                  <a:pt x="2675208" y="0"/>
                </a:lnTo>
                <a:cubicBezTo>
                  <a:pt x="2792288" y="0"/>
                  <a:pt x="2887165" y="94877"/>
                  <a:pt x="2887165" y="211957"/>
                </a:cubicBezTo>
                <a:lnTo>
                  <a:pt x="2887165" y="1059784"/>
                </a:lnTo>
                <a:cubicBezTo>
                  <a:pt x="2887165" y="1176864"/>
                  <a:pt x="2792288" y="1271741"/>
                  <a:pt x="2675208" y="1271741"/>
                </a:cubicBezTo>
                <a:lnTo>
                  <a:pt x="211957" y="1271741"/>
                </a:lnTo>
                <a:cubicBezTo>
                  <a:pt x="94877" y="1271741"/>
                  <a:pt x="0" y="1176864"/>
                  <a:pt x="0" y="1059784"/>
                </a:cubicBezTo>
                <a:lnTo>
                  <a:pt x="0" y="2119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E9CEF-BE14-4132-AC31-66AB44BE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606" y="316790"/>
            <a:ext cx="691845" cy="253005"/>
          </a:xfrm>
          <a:custGeom xmlns:a="http://schemas.openxmlformats.org/drawingml/2006/main">
            <a:pathLst>
              <a:path w="691845" h="253005">
                <a:moveTo>
                  <a:pt x="0" y="253005"/>
                </a:moveTo>
                <a:lnTo>
                  <a:pt x="0" y="0"/>
                </a:lnTo>
                <a:lnTo>
                  <a:pt x="691845" y="0"/>
                </a:lnTo>
                <a:lnTo>
                  <a:pt x="691845" y="253005"/>
                </a:lnTo>
                <a:lnTo>
                  <a:pt x="0" y="2530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Oracle">
            <a:extLst xmlns:a="http://schemas.openxmlformats.org/drawingml/2006/main">
              <a:ext uri="{FF2B5EF4-FFF2-40B4-BE49-F238E27FC236}">
                <a16:creationId xmlns:a16="http://schemas.microsoft.com/office/drawing/2014/main" id="{770B51FF-5750-4FE8-9ADB-A33D6D2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475" y="389296"/>
            <a:ext cx="477408" cy="119227"/>
          </a:xfrm>
          <a:custGeom xmlns:a="http://schemas.openxmlformats.org/drawingml/2006/main">
            <a:pathLst>
              <a:path w="477408" h="119227">
                <a:moveTo>
                  <a:pt x="60117" y="0"/>
                </a:moveTo>
                <a:cubicBezTo>
                  <a:pt x="24854" y="0"/>
                  <a:pt x="0" y="24685"/>
                  <a:pt x="0" y="59781"/>
                </a:cubicBezTo>
                <a:cubicBezTo>
                  <a:pt x="0" y="94542"/>
                  <a:pt x="24685" y="119227"/>
                  <a:pt x="59446" y="119227"/>
                </a:cubicBezTo>
                <a:cubicBezTo>
                  <a:pt x="94206" y="119227"/>
                  <a:pt x="118891" y="94542"/>
                  <a:pt x="118891" y="59612"/>
                </a:cubicBezTo>
                <a:cubicBezTo>
                  <a:pt x="118891" y="25357"/>
                  <a:pt x="94037" y="0"/>
                  <a:pt x="60117" y="0"/>
                </a:cubicBezTo>
                <a:moveTo>
                  <a:pt x="59950" y="5542"/>
                </a:moveTo>
                <a:cubicBezTo>
                  <a:pt x="78422" y="5542"/>
                  <a:pt x="89168" y="25861"/>
                  <a:pt x="89168" y="60788"/>
                </a:cubicBezTo>
                <a:cubicBezTo>
                  <a:pt x="89168" y="95382"/>
                  <a:pt x="78924" y="113685"/>
                  <a:pt x="59446" y="113685"/>
                </a:cubicBezTo>
                <a:cubicBezTo>
                  <a:pt x="40133" y="113685"/>
                  <a:pt x="29723" y="95382"/>
                  <a:pt x="29723" y="61293"/>
                </a:cubicBezTo>
                <a:cubicBezTo>
                  <a:pt x="29723" y="25021"/>
                  <a:pt x="40303" y="5542"/>
                  <a:pt x="59950" y="5542"/>
                </a:cubicBezTo>
                <a:close/>
                <a:moveTo>
                  <a:pt x="174306" y="112006"/>
                </a:moveTo>
                <a:cubicBezTo>
                  <a:pt x="164062" y="111501"/>
                  <a:pt x="162215" y="109318"/>
                  <a:pt x="162048" y="98739"/>
                </a:cubicBezTo>
                <a:lnTo>
                  <a:pt x="162048" y="67002"/>
                </a:lnTo>
                <a:cubicBezTo>
                  <a:pt x="162048" y="58269"/>
                  <a:pt x="166750" y="51049"/>
                  <a:pt x="172290" y="51049"/>
                </a:cubicBezTo>
                <a:cubicBezTo>
                  <a:pt x="173635" y="51049"/>
                  <a:pt x="175144" y="52225"/>
                  <a:pt x="176992" y="54910"/>
                </a:cubicBezTo>
                <a:cubicBezTo>
                  <a:pt x="180182" y="59446"/>
                  <a:pt x="182700" y="60957"/>
                  <a:pt x="187067" y="60957"/>
                </a:cubicBezTo>
                <a:cubicBezTo>
                  <a:pt x="193280" y="60957"/>
                  <a:pt x="197646" y="56256"/>
                  <a:pt x="197646" y="49873"/>
                </a:cubicBezTo>
                <a:cubicBezTo>
                  <a:pt x="197646" y="42150"/>
                  <a:pt x="191938" y="36608"/>
                  <a:pt x="184046" y="36608"/>
                </a:cubicBezTo>
                <a:cubicBezTo>
                  <a:pt x="175649" y="36608"/>
                  <a:pt x="169269" y="40974"/>
                  <a:pt x="161374" y="52392"/>
                </a:cubicBezTo>
                <a:lnTo>
                  <a:pt x="161374" y="38622"/>
                </a:lnTo>
                <a:lnTo>
                  <a:pt x="129638" y="38622"/>
                </a:lnTo>
                <a:lnTo>
                  <a:pt x="129638" y="42652"/>
                </a:lnTo>
                <a:cubicBezTo>
                  <a:pt x="136692" y="43493"/>
                  <a:pt x="138537" y="45507"/>
                  <a:pt x="138706" y="52561"/>
                </a:cubicBezTo>
                <a:lnTo>
                  <a:pt x="138706" y="101929"/>
                </a:lnTo>
                <a:cubicBezTo>
                  <a:pt x="138537" y="108983"/>
                  <a:pt x="136858" y="110830"/>
                  <a:pt x="129638" y="112006"/>
                </a:cubicBezTo>
                <a:lnTo>
                  <a:pt x="129638" y="116034"/>
                </a:lnTo>
                <a:lnTo>
                  <a:pt x="174306" y="116034"/>
                </a:lnTo>
                <a:lnTo>
                  <a:pt x="174306" y="112006"/>
                </a:lnTo>
                <a:close/>
                <a:moveTo>
                  <a:pt x="279426" y="105288"/>
                </a:moveTo>
                <a:lnTo>
                  <a:pt x="277747" y="106969"/>
                </a:lnTo>
                <a:cubicBezTo>
                  <a:pt x="277243" y="107471"/>
                  <a:pt x="276740" y="107640"/>
                  <a:pt x="275900" y="107640"/>
                </a:cubicBezTo>
                <a:cubicBezTo>
                  <a:pt x="273548" y="107640"/>
                  <a:pt x="272374" y="106295"/>
                  <a:pt x="272374" y="103440"/>
                </a:cubicBezTo>
                <a:lnTo>
                  <a:pt x="272374" y="59612"/>
                </a:lnTo>
                <a:cubicBezTo>
                  <a:pt x="272374" y="45340"/>
                  <a:pt x="259611" y="36608"/>
                  <a:pt x="239123" y="36608"/>
                </a:cubicBezTo>
                <a:cubicBezTo>
                  <a:pt x="220149" y="36608"/>
                  <a:pt x="207386" y="45171"/>
                  <a:pt x="207386" y="57765"/>
                </a:cubicBezTo>
                <a:cubicBezTo>
                  <a:pt x="207386" y="64819"/>
                  <a:pt x="211417" y="68849"/>
                  <a:pt x="218302" y="68849"/>
                </a:cubicBezTo>
                <a:cubicBezTo>
                  <a:pt x="225018" y="68849"/>
                  <a:pt x="229719" y="64819"/>
                  <a:pt x="229719" y="59110"/>
                </a:cubicBezTo>
                <a:cubicBezTo>
                  <a:pt x="229719" y="56758"/>
                  <a:pt x="228882" y="54575"/>
                  <a:pt x="226698" y="51889"/>
                </a:cubicBezTo>
                <a:cubicBezTo>
                  <a:pt x="225187" y="50208"/>
                  <a:pt x="224682" y="49201"/>
                  <a:pt x="224682" y="48194"/>
                </a:cubicBezTo>
                <a:cubicBezTo>
                  <a:pt x="224682" y="44669"/>
                  <a:pt x="229217" y="41981"/>
                  <a:pt x="235262" y="41981"/>
                </a:cubicBezTo>
                <a:cubicBezTo>
                  <a:pt x="245170" y="41981"/>
                  <a:pt x="249367" y="46516"/>
                  <a:pt x="249367" y="56758"/>
                </a:cubicBezTo>
                <a:lnTo>
                  <a:pt x="249367" y="69016"/>
                </a:lnTo>
                <a:cubicBezTo>
                  <a:pt x="229384" y="75063"/>
                  <a:pt x="221156" y="78253"/>
                  <a:pt x="214943" y="82619"/>
                </a:cubicBezTo>
                <a:cubicBezTo>
                  <a:pt x="207555" y="87657"/>
                  <a:pt x="204196" y="93365"/>
                  <a:pt x="204196" y="100586"/>
                </a:cubicBezTo>
                <a:cubicBezTo>
                  <a:pt x="204196" y="110830"/>
                  <a:pt x="211922" y="118386"/>
                  <a:pt x="222835" y="118386"/>
                </a:cubicBezTo>
                <a:cubicBezTo>
                  <a:pt x="232407" y="118386"/>
                  <a:pt x="240133" y="115027"/>
                  <a:pt x="249367" y="106631"/>
                </a:cubicBezTo>
                <a:cubicBezTo>
                  <a:pt x="251215" y="115196"/>
                  <a:pt x="254910" y="118386"/>
                  <a:pt x="263137" y="118386"/>
                </a:cubicBezTo>
                <a:cubicBezTo>
                  <a:pt x="270358" y="118386"/>
                  <a:pt x="275564" y="115699"/>
                  <a:pt x="281944" y="108814"/>
                </a:cubicBezTo>
                <a:lnTo>
                  <a:pt x="279426" y="105288"/>
                </a:lnTo>
                <a:moveTo>
                  <a:pt x="249201" y="99243"/>
                </a:moveTo>
                <a:cubicBezTo>
                  <a:pt x="244665" y="104450"/>
                  <a:pt x="241306" y="106464"/>
                  <a:pt x="237278" y="106464"/>
                </a:cubicBezTo>
                <a:cubicBezTo>
                  <a:pt x="232238" y="106464"/>
                  <a:pt x="228712" y="101929"/>
                  <a:pt x="228712" y="95213"/>
                </a:cubicBezTo>
                <a:cubicBezTo>
                  <a:pt x="228712" y="85474"/>
                  <a:pt x="235766" y="78419"/>
                  <a:pt x="249201" y="74894"/>
                </a:cubicBezTo>
                <a:lnTo>
                  <a:pt x="249201" y="99243"/>
                </a:lnTo>
                <a:close/>
                <a:moveTo>
                  <a:pt x="353143" y="97732"/>
                </a:moveTo>
                <a:cubicBezTo>
                  <a:pt x="346932" y="104786"/>
                  <a:pt x="342566" y="107135"/>
                  <a:pt x="335681" y="107135"/>
                </a:cubicBezTo>
                <a:cubicBezTo>
                  <a:pt x="321071" y="107135"/>
                  <a:pt x="311834" y="92525"/>
                  <a:pt x="311834" y="69690"/>
                </a:cubicBezTo>
                <a:cubicBezTo>
                  <a:pt x="311834" y="52392"/>
                  <a:pt x="317209" y="41814"/>
                  <a:pt x="325942" y="41814"/>
                </a:cubicBezTo>
                <a:cubicBezTo>
                  <a:pt x="328627" y="41814"/>
                  <a:pt x="331146" y="43157"/>
                  <a:pt x="332153" y="45004"/>
                </a:cubicBezTo>
                <a:cubicBezTo>
                  <a:pt x="332993" y="46516"/>
                  <a:pt x="332993" y="46516"/>
                  <a:pt x="332993" y="53568"/>
                </a:cubicBezTo>
                <a:cubicBezTo>
                  <a:pt x="333162" y="61964"/>
                  <a:pt x="336017" y="65659"/>
                  <a:pt x="342397" y="65659"/>
                </a:cubicBezTo>
                <a:cubicBezTo>
                  <a:pt x="349451" y="65659"/>
                  <a:pt x="353817" y="61629"/>
                  <a:pt x="353817" y="55079"/>
                </a:cubicBezTo>
                <a:cubicBezTo>
                  <a:pt x="353817" y="44669"/>
                  <a:pt x="342566" y="36608"/>
                  <a:pt x="327787" y="36608"/>
                </a:cubicBezTo>
                <a:cubicBezTo>
                  <a:pt x="304951" y="36608"/>
                  <a:pt x="288158" y="54408"/>
                  <a:pt x="288158" y="78589"/>
                </a:cubicBezTo>
                <a:cubicBezTo>
                  <a:pt x="288158" y="101929"/>
                  <a:pt x="303104" y="118386"/>
                  <a:pt x="324094" y="118386"/>
                </a:cubicBezTo>
                <a:cubicBezTo>
                  <a:pt x="337024" y="118386"/>
                  <a:pt x="346427" y="113180"/>
                  <a:pt x="356167" y="100755"/>
                </a:cubicBezTo>
                <a:lnTo>
                  <a:pt x="353143" y="97732"/>
                </a:lnTo>
                <a:close/>
                <a:moveTo>
                  <a:pt x="401338" y="112006"/>
                </a:moveTo>
                <a:cubicBezTo>
                  <a:pt x="395965" y="112006"/>
                  <a:pt x="393277" y="108647"/>
                  <a:pt x="393111" y="101929"/>
                </a:cubicBezTo>
                <a:lnTo>
                  <a:pt x="393111" y="2519"/>
                </a:lnTo>
                <a:lnTo>
                  <a:pt x="361205" y="2519"/>
                </a:lnTo>
                <a:lnTo>
                  <a:pt x="361205" y="6549"/>
                </a:lnTo>
                <a:cubicBezTo>
                  <a:pt x="366747" y="6716"/>
                  <a:pt x="369602" y="9908"/>
                  <a:pt x="369768" y="16289"/>
                </a:cubicBezTo>
                <a:lnTo>
                  <a:pt x="369768" y="101929"/>
                </a:lnTo>
                <a:cubicBezTo>
                  <a:pt x="369602" y="108311"/>
                  <a:pt x="366578" y="111837"/>
                  <a:pt x="361205" y="112006"/>
                </a:cubicBezTo>
                <a:lnTo>
                  <a:pt x="361205" y="116034"/>
                </a:lnTo>
                <a:lnTo>
                  <a:pt x="401338" y="116034"/>
                </a:lnTo>
                <a:lnTo>
                  <a:pt x="401338" y="112006"/>
                </a:lnTo>
                <a:close/>
                <a:moveTo>
                  <a:pt x="473378" y="95044"/>
                </a:moveTo>
                <a:cubicBezTo>
                  <a:pt x="466493" y="103274"/>
                  <a:pt x="461455" y="106295"/>
                  <a:pt x="454235" y="106295"/>
                </a:cubicBezTo>
                <a:cubicBezTo>
                  <a:pt x="447686" y="106295"/>
                  <a:pt x="442815" y="103274"/>
                  <a:pt x="439289" y="97396"/>
                </a:cubicBezTo>
                <a:cubicBezTo>
                  <a:pt x="436268" y="92023"/>
                  <a:pt x="434923" y="86481"/>
                  <a:pt x="434251" y="74894"/>
                </a:cubicBezTo>
                <a:lnTo>
                  <a:pt x="476568" y="74894"/>
                </a:lnTo>
                <a:cubicBezTo>
                  <a:pt x="475561" y="60788"/>
                  <a:pt x="473042" y="52896"/>
                  <a:pt x="467669" y="46516"/>
                </a:cubicBezTo>
                <a:cubicBezTo>
                  <a:pt x="462296" y="39967"/>
                  <a:pt x="454401" y="36608"/>
                  <a:pt x="444998" y="36608"/>
                </a:cubicBezTo>
                <a:cubicBezTo>
                  <a:pt x="424176" y="36608"/>
                  <a:pt x="410071" y="53232"/>
                  <a:pt x="410071" y="77748"/>
                </a:cubicBezTo>
                <a:cubicBezTo>
                  <a:pt x="410071" y="102267"/>
                  <a:pt x="423841" y="118386"/>
                  <a:pt x="444662" y="118386"/>
                </a:cubicBezTo>
                <a:cubicBezTo>
                  <a:pt x="458265" y="118386"/>
                  <a:pt x="466493" y="113180"/>
                  <a:pt x="477408" y="97396"/>
                </a:cubicBezTo>
                <a:lnTo>
                  <a:pt x="473378" y="95044"/>
                </a:lnTo>
                <a:moveTo>
                  <a:pt x="433411" y="68680"/>
                </a:moveTo>
                <a:cubicBezTo>
                  <a:pt x="433916" y="48530"/>
                  <a:pt x="436939" y="41814"/>
                  <a:pt x="445167" y="41814"/>
                </a:cubicBezTo>
                <a:cubicBezTo>
                  <a:pt x="453059" y="41814"/>
                  <a:pt x="455577" y="47523"/>
                  <a:pt x="455913" y="66161"/>
                </a:cubicBezTo>
                <a:lnTo>
                  <a:pt x="455913" y="68680"/>
                </a:lnTo>
                <a:lnTo>
                  <a:pt x="433411" y="68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PostAnalysis">
            <a:extLst xmlns:a="http://schemas.openxmlformats.org/drawingml/2006/main">
              <a:ext uri="{FF2B5EF4-FFF2-40B4-BE49-F238E27FC236}">
                <a16:creationId xmlns:a16="http://schemas.microsoft.com/office/drawing/2014/main" id="{0328FE67-CCF8-4674-A244-2BE4F91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5166" y="72111"/>
            <a:ext cx="1046011" cy="167511"/>
          </a:xfrm>
          <a:custGeom xmlns:a="http://schemas.openxmlformats.org/drawingml/2006/main">
            <a:pathLst>
              <a:path w="1046011" h="167511">
                <a:moveTo>
                  <a:pt x="0" y="129185"/>
                </a:moveTo>
                <a:lnTo>
                  <a:pt x="62443" y="129185"/>
                </a:lnTo>
                <a:lnTo>
                  <a:pt x="62443" y="124512"/>
                </a:lnTo>
                <a:cubicBezTo>
                  <a:pt x="47860" y="122829"/>
                  <a:pt x="46365" y="121146"/>
                  <a:pt x="45991" y="107313"/>
                </a:cubicBezTo>
                <a:lnTo>
                  <a:pt x="45991" y="72539"/>
                </a:lnTo>
                <a:cubicBezTo>
                  <a:pt x="71229" y="72353"/>
                  <a:pt x="77588" y="71603"/>
                  <a:pt x="85812" y="68425"/>
                </a:cubicBezTo>
                <a:cubicBezTo>
                  <a:pt x="100957" y="62631"/>
                  <a:pt x="109182" y="51411"/>
                  <a:pt x="109182" y="36831"/>
                </a:cubicBezTo>
                <a:cubicBezTo>
                  <a:pt x="109182" y="15142"/>
                  <a:pt x="91421" y="2804"/>
                  <a:pt x="60201" y="2804"/>
                </a:cubicBezTo>
                <a:lnTo>
                  <a:pt x="0" y="2804"/>
                </a:lnTo>
                <a:lnTo>
                  <a:pt x="0" y="7477"/>
                </a:lnTo>
                <a:cubicBezTo>
                  <a:pt x="12715" y="8413"/>
                  <a:pt x="15330" y="11217"/>
                  <a:pt x="15704" y="24679"/>
                </a:cubicBezTo>
                <a:lnTo>
                  <a:pt x="15704" y="107313"/>
                </a:lnTo>
                <a:cubicBezTo>
                  <a:pt x="15519" y="118904"/>
                  <a:pt x="12900" y="123017"/>
                  <a:pt x="4487" y="123765"/>
                </a:cubicBezTo>
                <a:cubicBezTo>
                  <a:pt x="3925" y="123765"/>
                  <a:pt x="2057" y="124138"/>
                  <a:pt x="0" y="124512"/>
                </a:cubicBezTo>
                <a:lnTo>
                  <a:pt x="0" y="129185"/>
                </a:lnTo>
                <a:moveTo>
                  <a:pt x="45991" y="15892"/>
                </a:moveTo>
                <a:cubicBezTo>
                  <a:pt x="45991" y="11591"/>
                  <a:pt x="49169" y="9348"/>
                  <a:pt x="55340" y="9348"/>
                </a:cubicBezTo>
                <a:cubicBezTo>
                  <a:pt x="70855" y="9348"/>
                  <a:pt x="77026" y="17573"/>
                  <a:pt x="77026" y="37764"/>
                </a:cubicBezTo>
                <a:cubicBezTo>
                  <a:pt x="77026" y="49543"/>
                  <a:pt x="74784" y="56646"/>
                  <a:pt x="69923" y="60948"/>
                </a:cubicBezTo>
                <a:cubicBezTo>
                  <a:pt x="65435" y="64688"/>
                  <a:pt x="59265" y="65994"/>
                  <a:pt x="45991" y="65994"/>
                </a:cubicBezTo>
                <a:lnTo>
                  <a:pt x="45991" y="15892"/>
                </a:lnTo>
                <a:close/>
                <a:moveTo>
                  <a:pt x="158163" y="40757"/>
                </a:moveTo>
                <a:cubicBezTo>
                  <a:pt x="134232" y="40757"/>
                  <a:pt x="115912" y="60386"/>
                  <a:pt x="115912" y="85812"/>
                </a:cubicBezTo>
                <a:cubicBezTo>
                  <a:pt x="115912" y="112548"/>
                  <a:pt x="133484" y="131804"/>
                  <a:pt x="158163" y="131804"/>
                </a:cubicBezTo>
                <a:cubicBezTo>
                  <a:pt x="182468" y="131804"/>
                  <a:pt x="200229" y="112548"/>
                  <a:pt x="200229" y="86374"/>
                </a:cubicBezTo>
                <a:cubicBezTo>
                  <a:pt x="200229" y="60012"/>
                  <a:pt x="182280" y="40757"/>
                  <a:pt x="158163" y="40757"/>
                </a:cubicBezTo>
                <a:moveTo>
                  <a:pt x="158351" y="46553"/>
                </a:moveTo>
                <a:cubicBezTo>
                  <a:pt x="169194" y="46553"/>
                  <a:pt x="172746" y="56834"/>
                  <a:pt x="172746" y="87495"/>
                </a:cubicBezTo>
                <a:cubicBezTo>
                  <a:pt x="172746" y="116288"/>
                  <a:pt x="169006" y="126007"/>
                  <a:pt x="158163" y="126007"/>
                </a:cubicBezTo>
                <a:cubicBezTo>
                  <a:pt x="147132" y="126007"/>
                  <a:pt x="143395" y="116473"/>
                  <a:pt x="143395" y="88990"/>
                </a:cubicBezTo>
                <a:cubicBezTo>
                  <a:pt x="143395" y="56272"/>
                  <a:pt x="146758" y="46553"/>
                  <a:pt x="158351" y="46553"/>
                </a:cubicBezTo>
                <a:close/>
                <a:moveTo>
                  <a:pt x="268281" y="68240"/>
                </a:moveTo>
                <a:lnTo>
                  <a:pt x="268281" y="41130"/>
                </a:lnTo>
                <a:lnTo>
                  <a:pt x="264167" y="41130"/>
                </a:lnTo>
                <a:cubicBezTo>
                  <a:pt x="263046" y="43935"/>
                  <a:pt x="261925" y="44870"/>
                  <a:pt x="259495" y="44870"/>
                </a:cubicBezTo>
                <a:cubicBezTo>
                  <a:pt x="258371" y="44870"/>
                  <a:pt x="256690" y="44496"/>
                  <a:pt x="253698" y="43561"/>
                </a:cubicBezTo>
                <a:cubicBezTo>
                  <a:pt x="247716" y="41504"/>
                  <a:pt x="243414" y="40757"/>
                  <a:pt x="239115" y="40757"/>
                </a:cubicBezTo>
                <a:cubicBezTo>
                  <a:pt x="222101" y="40757"/>
                  <a:pt x="209763" y="52347"/>
                  <a:pt x="209763" y="68051"/>
                </a:cubicBezTo>
                <a:cubicBezTo>
                  <a:pt x="209763" y="80392"/>
                  <a:pt x="217429" y="88990"/>
                  <a:pt x="236311" y="97029"/>
                </a:cubicBezTo>
                <a:cubicBezTo>
                  <a:pt x="249211" y="102637"/>
                  <a:pt x="254260" y="107313"/>
                  <a:pt x="254260" y="113295"/>
                </a:cubicBezTo>
                <a:cubicBezTo>
                  <a:pt x="254260" y="120587"/>
                  <a:pt x="248649" y="125448"/>
                  <a:pt x="240236" y="125448"/>
                </a:cubicBezTo>
                <a:cubicBezTo>
                  <a:pt x="227151" y="125448"/>
                  <a:pt x="218550" y="117035"/>
                  <a:pt x="214624" y="100769"/>
                </a:cubicBezTo>
                <a:lnTo>
                  <a:pt x="209390" y="100769"/>
                </a:lnTo>
                <a:lnTo>
                  <a:pt x="209390" y="131615"/>
                </a:lnTo>
                <a:lnTo>
                  <a:pt x="214062" y="131615"/>
                </a:lnTo>
                <a:cubicBezTo>
                  <a:pt x="216119" y="127504"/>
                  <a:pt x="217240" y="126381"/>
                  <a:pt x="218923" y="126381"/>
                </a:cubicBezTo>
                <a:cubicBezTo>
                  <a:pt x="219859" y="126381"/>
                  <a:pt x="221354" y="126757"/>
                  <a:pt x="223225" y="127504"/>
                </a:cubicBezTo>
                <a:cubicBezTo>
                  <a:pt x="228645" y="129747"/>
                  <a:pt x="237994" y="131804"/>
                  <a:pt x="243414" y="131804"/>
                </a:cubicBezTo>
                <a:cubicBezTo>
                  <a:pt x="260427" y="131804"/>
                  <a:pt x="272206" y="120213"/>
                  <a:pt x="272206" y="103388"/>
                </a:cubicBezTo>
                <a:cubicBezTo>
                  <a:pt x="272206" y="90111"/>
                  <a:pt x="265103" y="82072"/>
                  <a:pt x="246406" y="74222"/>
                </a:cubicBezTo>
                <a:cubicBezTo>
                  <a:pt x="233695" y="68799"/>
                  <a:pt x="228460" y="64126"/>
                  <a:pt x="228460" y="57770"/>
                </a:cubicBezTo>
                <a:cubicBezTo>
                  <a:pt x="228460" y="51600"/>
                  <a:pt x="233695" y="46927"/>
                  <a:pt x="240798" y="46927"/>
                </a:cubicBezTo>
                <a:cubicBezTo>
                  <a:pt x="245844" y="46927"/>
                  <a:pt x="250705" y="48981"/>
                  <a:pt x="254819" y="52909"/>
                </a:cubicBezTo>
                <a:cubicBezTo>
                  <a:pt x="258744" y="56646"/>
                  <a:pt x="260801" y="60012"/>
                  <a:pt x="263605" y="68240"/>
                </a:cubicBezTo>
                <a:lnTo>
                  <a:pt x="268281" y="68240"/>
                </a:lnTo>
                <a:close/>
                <a:moveTo>
                  <a:pt x="334462" y="42999"/>
                </a:moveTo>
                <a:lnTo>
                  <a:pt x="316889" y="42999"/>
                </a:lnTo>
                <a:lnTo>
                  <a:pt x="316889" y="11405"/>
                </a:lnTo>
                <a:lnTo>
                  <a:pt x="312213" y="11405"/>
                </a:lnTo>
                <a:cubicBezTo>
                  <a:pt x="300811" y="27483"/>
                  <a:pt x="293331" y="35896"/>
                  <a:pt x="281179" y="46177"/>
                </a:cubicBezTo>
                <a:lnTo>
                  <a:pt x="281179" y="51226"/>
                </a:lnTo>
                <a:lnTo>
                  <a:pt x="290901" y="51226"/>
                </a:lnTo>
                <a:lnTo>
                  <a:pt x="290901" y="111800"/>
                </a:lnTo>
                <a:cubicBezTo>
                  <a:pt x="290901" y="123950"/>
                  <a:pt x="298940" y="131430"/>
                  <a:pt x="311840" y="131430"/>
                </a:cubicBezTo>
                <a:cubicBezTo>
                  <a:pt x="324366" y="131430"/>
                  <a:pt x="331846" y="125821"/>
                  <a:pt x="339508" y="110491"/>
                </a:cubicBezTo>
                <a:lnTo>
                  <a:pt x="334835" y="108434"/>
                </a:lnTo>
                <a:cubicBezTo>
                  <a:pt x="331095" y="115537"/>
                  <a:pt x="328106" y="118156"/>
                  <a:pt x="324180" y="118156"/>
                </a:cubicBezTo>
                <a:cubicBezTo>
                  <a:pt x="318946" y="118156"/>
                  <a:pt x="316889" y="114978"/>
                  <a:pt x="316889" y="107498"/>
                </a:cubicBezTo>
                <a:lnTo>
                  <a:pt x="316889" y="51226"/>
                </a:lnTo>
                <a:lnTo>
                  <a:pt x="334462" y="51226"/>
                </a:lnTo>
                <a:lnTo>
                  <a:pt x="334462" y="42999"/>
                </a:lnTo>
                <a:close/>
                <a:moveTo>
                  <a:pt x="504031" y="124512"/>
                </a:moveTo>
                <a:cubicBezTo>
                  <a:pt x="495804" y="124512"/>
                  <a:pt x="493747" y="121896"/>
                  <a:pt x="483652" y="98527"/>
                </a:cubicBezTo>
                <a:lnTo>
                  <a:pt x="441962" y="188"/>
                </a:lnTo>
                <a:lnTo>
                  <a:pt x="436727" y="188"/>
                </a:lnTo>
                <a:lnTo>
                  <a:pt x="395223" y="102637"/>
                </a:lnTo>
                <a:cubicBezTo>
                  <a:pt x="388117" y="120213"/>
                  <a:pt x="385875" y="122829"/>
                  <a:pt x="376900" y="124512"/>
                </a:cubicBezTo>
                <a:lnTo>
                  <a:pt x="376900" y="129185"/>
                </a:lnTo>
                <a:lnTo>
                  <a:pt x="414853" y="129185"/>
                </a:lnTo>
                <a:lnTo>
                  <a:pt x="414853" y="124512"/>
                </a:lnTo>
                <a:cubicBezTo>
                  <a:pt x="403636" y="123765"/>
                  <a:pt x="399522" y="121708"/>
                  <a:pt x="399522" y="116847"/>
                </a:cubicBezTo>
                <a:cubicBezTo>
                  <a:pt x="399522" y="114416"/>
                  <a:pt x="400832" y="109929"/>
                  <a:pt x="404945" y="99833"/>
                </a:cubicBezTo>
                <a:lnTo>
                  <a:pt x="407750" y="92356"/>
                </a:lnTo>
                <a:lnTo>
                  <a:pt x="449813" y="92356"/>
                </a:lnTo>
                <a:cubicBezTo>
                  <a:pt x="456171" y="107125"/>
                  <a:pt x="458414" y="113669"/>
                  <a:pt x="458414" y="117782"/>
                </a:cubicBezTo>
                <a:cubicBezTo>
                  <a:pt x="458414" y="121896"/>
                  <a:pt x="455983" y="123576"/>
                  <a:pt x="449439" y="123950"/>
                </a:cubicBezTo>
                <a:cubicBezTo>
                  <a:pt x="448506" y="124138"/>
                  <a:pt x="446076" y="124327"/>
                  <a:pt x="443457" y="124512"/>
                </a:cubicBezTo>
                <a:lnTo>
                  <a:pt x="443457" y="129185"/>
                </a:lnTo>
                <a:lnTo>
                  <a:pt x="504031" y="129185"/>
                </a:lnTo>
                <a:lnTo>
                  <a:pt x="504031" y="124512"/>
                </a:lnTo>
                <a:moveTo>
                  <a:pt x="410554" y="85065"/>
                </a:moveTo>
                <a:lnTo>
                  <a:pt x="428126" y="39635"/>
                </a:lnTo>
                <a:lnTo>
                  <a:pt x="447009" y="85065"/>
                </a:lnTo>
                <a:lnTo>
                  <a:pt x="410554" y="85065"/>
                </a:lnTo>
                <a:close/>
                <a:moveTo>
                  <a:pt x="610967" y="124700"/>
                </a:moveTo>
                <a:cubicBezTo>
                  <a:pt x="604052" y="124327"/>
                  <a:pt x="601621" y="121522"/>
                  <a:pt x="601807" y="114043"/>
                </a:cubicBezTo>
                <a:lnTo>
                  <a:pt x="601807" y="67118"/>
                </a:lnTo>
                <a:cubicBezTo>
                  <a:pt x="601807" y="51038"/>
                  <a:pt x="591899" y="40757"/>
                  <a:pt x="576569" y="40757"/>
                </a:cubicBezTo>
                <a:cubicBezTo>
                  <a:pt x="565352" y="40757"/>
                  <a:pt x="556751" y="45991"/>
                  <a:pt x="549833" y="57023"/>
                </a:cubicBezTo>
                <a:lnTo>
                  <a:pt x="549833" y="42999"/>
                </a:lnTo>
                <a:lnTo>
                  <a:pt x="514126" y="42999"/>
                </a:lnTo>
                <a:lnTo>
                  <a:pt x="514126" y="47486"/>
                </a:lnTo>
                <a:cubicBezTo>
                  <a:pt x="522350" y="48796"/>
                  <a:pt x="523848" y="50479"/>
                  <a:pt x="524034" y="58518"/>
                </a:cubicBezTo>
                <a:lnTo>
                  <a:pt x="524034" y="113481"/>
                </a:lnTo>
                <a:cubicBezTo>
                  <a:pt x="523848" y="121522"/>
                  <a:pt x="522350" y="123203"/>
                  <a:pt x="514126" y="124700"/>
                </a:cubicBezTo>
                <a:lnTo>
                  <a:pt x="514126" y="129185"/>
                </a:lnTo>
                <a:lnTo>
                  <a:pt x="559182" y="129185"/>
                </a:lnTo>
                <a:lnTo>
                  <a:pt x="559182" y="124700"/>
                </a:lnTo>
                <a:cubicBezTo>
                  <a:pt x="552452" y="123950"/>
                  <a:pt x="550022" y="120960"/>
                  <a:pt x="550022" y="114043"/>
                </a:cubicBezTo>
                <a:lnTo>
                  <a:pt x="550022" y="64126"/>
                </a:lnTo>
                <a:cubicBezTo>
                  <a:pt x="550022" y="63564"/>
                  <a:pt x="551328" y="61507"/>
                  <a:pt x="553200" y="59639"/>
                </a:cubicBezTo>
                <a:cubicBezTo>
                  <a:pt x="557313" y="55525"/>
                  <a:pt x="561798" y="53283"/>
                  <a:pt x="566100" y="53283"/>
                </a:cubicBezTo>
                <a:cubicBezTo>
                  <a:pt x="572644" y="53283"/>
                  <a:pt x="575822" y="58329"/>
                  <a:pt x="575822" y="68799"/>
                </a:cubicBezTo>
                <a:lnTo>
                  <a:pt x="575822" y="114043"/>
                </a:lnTo>
                <a:cubicBezTo>
                  <a:pt x="575633" y="121146"/>
                  <a:pt x="573203" y="124138"/>
                  <a:pt x="567032" y="124700"/>
                </a:cubicBezTo>
                <a:lnTo>
                  <a:pt x="567032" y="129185"/>
                </a:lnTo>
                <a:lnTo>
                  <a:pt x="610967" y="129185"/>
                </a:lnTo>
                <a:lnTo>
                  <a:pt x="610967" y="124700"/>
                </a:lnTo>
                <a:close/>
                <a:moveTo>
                  <a:pt x="702949" y="117220"/>
                </a:moveTo>
                <a:lnTo>
                  <a:pt x="701081" y="119092"/>
                </a:lnTo>
                <a:cubicBezTo>
                  <a:pt x="700519" y="119651"/>
                  <a:pt x="699959" y="119839"/>
                  <a:pt x="699024" y="119839"/>
                </a:cubicBezTo>
                <a:cubicBezTo>
                  <a:pt x="696405" y="119839"/>
                  <a:pt x="695098" y="118342"/>
                  <a:pt x="695098" y="115164"/>
                </a:cubicBezTo>
                <a:lnTo>
                  <a:pt x="695098" y="66368"/>
                </a:lnTo>
                <a:cubicBezTo>
                  <a:pt x="695098" y="50479"/>
                  <a:pt x="680889" y="40757"/>
                  <a:pt x="658079" y="40757"/>
                </a:cubicBezTo>
                <a:cubicBezTo>
                  <a:pt x="636955" y="40757"/>
                  <a:pt x="622745" y="50290"/>
                  <a:pt x="622745" y="64311"/>
                </a:cubicBezTo>
                <a:cubicBezTo>
                  <a:pt x="622745" y="72165"/>
                  <a:pt x="627233" y="76652"/>
                  <a:pt x="634898" y="76652"/>
                </a:cubicBezTo>
                <a:cubicBezTo>
                  <a:pt x="642375" y="76652"/>
                  <a:pt x="647609" y="72165"/>
                  <a:pt x="647609" y="65809"/>
                </a:cubicBezTo>
                <a:cubicBezTo>
                  <a:pt x="647609" y="63190"/>
                  <a:pt x="646677" y="60760"/>
                  <a:pt x="644246" y="57770"/>
                </a:cubicBezTo>
                <a:cubicBezTo>
                  <a:pt x="642563" y="55899"/>
                  <a:pt x="642001" y="54778"/>
                  <a:pt x="642001" y="53657"/>
                </a:cubicBezTo>
                <a:cubicBezTo>
                  <a:pt x="642001" y="49731"/>
                  <a:pt x="647050" y="46739"/>
                  <a:pt x="653780" y="46739"/>
                </a:cubicBezTo>
                <a:cubicBezTo>
                  <a:pt x="664811" y="46739"/>
                  <a:pt x="669484" y="51788"/>
                  <a:pt x="669484" y="63190"/>
                </a:cubicBezTo>
                <a:lnTo>
                  <a:pt x="669484" y="76838"/>
                </a:lnTo>
                <a:cubicBezTo>
                  <a:pt x="647236" y="83570"/>
                  <a:pt x="638076" y="87122"/>
                  <a:pt x="631158" y="91983"/>
                </a:cubicBezTo>
                <a:cubicBezTo>
                  <a:pt x="622934" y="97591"/>
                  <a:pt x="619194" y="103947"/>
                  <a:pt x="619194" y="111986"/>
                </a:cubicBezTo>
                <a:cubicBezTo>
                  <a:pt x="619194" y="123391"/>
                  <a:pt x="627795" y="131804"/>
                  <a:pt x="639944" y="131804"/>
                </a:cubicBezTo>
                <a:cubicBezTo>
                  <a:pt x="650602" y="131804"/>
                  <a:pt x="659203" y="128064"/>
                  <a:pt x="669484" y="118715"/>
                </a:cubicBezTo>
                <a:cubicBezTo>
                  <a:pt x="671541" y="128252"/>
                  <a:pt x="675654" y="131804"/>
                  <a:pt x="684814" y="131804"/>
                </a:cubicBezTo>
                <a:cubicBezTo>
                  <a:pt x="692853" y="131804"/>
                  <a:pt x="698650" y="128811"/>
                  <a:pt x="705753" y="121146"/>
                </a:cubicBezTo>
                <a:lnTo>
                  <a:pt x="702949" y="117220"/>
                </a:lnTo>
                <a:moveTo>
                  <a:pt x="669299" y="110491"/>
                </a:moveTo>
                <a:cubicBezTo>
                  <a:pt x="664249" y="116288"/>
                  <a:pt x="660509" y="118530"/>
                  <a:pt x="656025" y="118530"/>
                </a:cubicBezTo>
                <a:cubicBezTo>
                  <a:pt x="650414" y="118530"/>
                  <a:pt x="646488" y="113481"/>
                  <a:pt x="646488" y="106004"/>
                </a:cubicBezTo>
                <a:cubicBezTo>
                  <a:pt x="646488" y="95161"/>
                  <a:pt x="654342" y="87307"/>
                  <a:pt x="669299" y="83382"/>
                </a:cubicBezTo>
                <a:lnTo>
                  <a:pt x="669299" y="110491"/>
                </a:lnTo>
                <a:close/>
                <a:moveTo>
                  <a:pt x="755670" y="124700"/>
                </a:moveTo>
                <a:cubicBezTo>
                  <a:pt x="749688" y="124700"/>
                  <a:pt x="746695" y="120960"/>
                  <a:pt x="746510" y="113481"/>
                </a:cubicBezTo>
                <a:lnTo>
                  <a:pt x="746510" y="2804"/>
                </a:lnTo>
                <a:lnTo>
                  <a:pt x="710988" y="2804"/>
                </a:lnTo>
                <a:lnTo>
                  <a:pt x="710988" y="7292"/>
                </a:lnTo>
                <a:cubicBezTo>
                  <a:pt x="717158" y="7477"/>
                  <a:pt x="720336" y="11031"/>
                  <a:pt x="720522" y="18135"/>
                </a:cubicBezTo>
                <a:lnTo>
                  <a:pt x="720522" y="113481"/>
                </a:lnTo>
                <a:cubicBezTo>
                  <a:pt x="720336" y="120587"/>
                  <a:pt x="716970" y="124512"/>
                  <a:pt x="710988" y="124700"/>
                </a:cubicBezTo>
                <a:lnTo>
                  <a:pt x="710988" y="129185"/>
                </a:lnTo>
                <a:lnTo>
                  <a:pt x="755670" y="129185"/>
                </a:lnTo>
                <a:lnTo>
                  <a:pt x="755670" y="124700"/>
                </a:lnTo>
                <a:close/>
                <a:moveTo>
                  <a:pt x="849710" y="42999"/>
                </a:moveTo>
                <a:lnTo>
                  <a:pt x="821480" y="42999"/>
                </a:lnTo>
                <a:lnTo>
                  <a:pt x="821480" y="47486"/>
                </a:lnTo>
                <a:cubicBezTo>
                  <a:pt x="829519" y="47860"/>
                  <a:pt x="831761" y="49169"/>
                  <a:pt x="831761" y="53657"/>
                </a:cubicBezTo>
                <a:cubicBezTo>
                  <a:pt x="831761" y="55713"/>
                  <a:pt x="831387" y="57396"/>
                  <a:pt x="829704" y="62069"/>
                </a:cubicBezTo>
                <a:lnTo>
                  <a:pt x="816993" y="97965"/>
                </a:lnTo>
                <a:lnTo>
                  <a:pt x="803531" y="63379"/>
                </a:lnTo>
                <a:cubicBezTo>
                  <a:pt x="799794" y="53842"/>
                  <a:pt x="799794" y="53842"/>
                  <a:pt x="799794" y="52347"/>
                </a:cubicBezTo>
                <a:cubicBezTo>
                  <a:pt x="799794" y="49543"/>
                  <a:pt x="802036" y="48234"/>
                  <a:pt x="806712" y="47674"/>
                </a:cubicBezTo>
                <a:lnTo>
                  <a:pt x="809701" y="47486"/>
                </a:lnTo>
                <a:lnTo>
                  <a:pt x="809701" y="42999"/>
                </a:lnTo>
                <a:lnTo>
                  <a:pt x="762963" y="42999"/>
                </a:lnTo>
                <a:lnTo>
                  <a:pt x="762963" y="47486"/>
                </a:lnTo>
                <a:cubicBezTo>
                  <a:pt x="767262" y="48048"/>
                  <a:pt x="768385" y="48607"/>
                  <a:pt x="769507" y="50290"/>
                </a:cubicBezTo>
                <a:cubicBezTo>
                  <a:pt x="770066" y="50479"/>
                  <a:pt x="778667" y="68799"/>
                  <a:pt x="781659" y="76464"/>
                </a:cubicBezTo>
                <a:lnTo>
                  <a:pt x="804093" y="131615"/>
                </a:lnTo>
                <a:lnTo>
                  <a:pt x="800727" y="141526"/>
                </a:lnTo>
                <a:cubicBezTo>
                  <a:pt x="797549" y="150874"/>
                  <a:pt x="792876" y="156856"/>
                  <a:pt x="788389" y="156856"/>
                </a:cubicBezTo>
                <a:cubicBezTo>
                  <a:pt x="786706" y="156856"/>
                  <a:pt x="785211" y="155361"/>
                  <a:pt x="785211" y="153678"/>
                </a:cubicBezTo>
                <a:cubicBezTo>
                  <a:pt x="785211" y="153490"/>
                  <a:pt x="785211" y="153116"/>
                  <a:pt x="785396" y="152557"/>
                </a:cubicBezTo>
                <a:cubicBezTo>
                  <a:pt x="785584" y="151621"/>
                  <a:pt x="785770" y="150686"/>
                  <a:pt x="785770" y="149938"/>
                </a:cubicBezTo>
                <a:cubicBezTo>
                  <a:pt x="785770" y="144515"/>
                  <a:pt x="781471" y="140778"/>
                  <a:pt x="774927" y="140778"/>
                </a:cubicBezTo>
                <a:cubicBezTo>
                  <a:pt x="767824" y="140778"/>
                  <a:pt x="762963" y="145639"/>
                  <a:pt x="762963" y="152742"/>
                </a:cubicBezTo>
                <a:cubicBezTo>
                  <a:pt x="762963" y="161529"/>
                  <a:pt x="770442" y="167511"/>
                  <a:pt x="781097" y="167511"/>
                </a:cubicBezTo>
                <a:cubicBezTo>
                  <a:pt x="787453" y="167511"/>
                  <a:pt x="792876" y="165457"/>
                  <a:pt x="796801" y="161343"/>
                </a:cubicBezTo>
                <a:cubicBezTo>
                  <a:pt x="800727" y="157041"/>
                  <a:pt x="804467" y="149564"/>
                  <a:pt x="811011" y="131992"/>
                </a:cubicBezTo>
                <a:lnTo>
                  <a:pt x="838867" y="57770"/>
                </a:lnTo>
                <a:cubicBezTo>
                  <a:pt x="842045" y="49917"/>
                  <a:pt x="843914" y="48048"/>
                  <a:pt x="849710" y="47486"/>
                </a:cubicBezTo>
                <a:lnTo>
                  <a:pt x="849710" y="42999"/>
                </a:lnTo>
                <a:close/>
                <a:moveTo>
                  <a:pt x="917387" y="68240"/>
                </a:moveTo>
                <a:lnTo>
                  <a:pt x="917387" y="41130"/>
                </a:lnTo>
                <a:lnTo>
                  <a:pt x="913274" y="41130"/>
                </a:lnTo>
                <a:cubicBezTo>
                  <a:pt x="912153" y="43935"/>
                  <a:pt x="911032" y="44870"/>
                  <a:pt x="908601" y="44870"/>
                </a:cubicBezTo>
                <a:cubicBezTo>
                  <a:pt x="907477" y="44870"/>
                  <a:pt x="905797" y="44496"/>
                  <a:pt x="902804" y="43561"/>
                </a:cubicBezTo>
                <a:cubicBezTo>
                  <a:pt x="896822" y="41504"/>
                  <a:pt x="892520" y="40757"/>
                  <a:pt x="888221" y="40757"/>
                </a:cubicBezTo>
                <a:cubicBezTo>
                  <a:pt x="871208" y="40757"/>
                  <a:pt x="858870" y="52347"/>
                  <a:pt x="858870" y="68051"/>
                </a:cubicBezTo>
                <a:cubicBezTo>
                  <a:pt x="858870" y="80392"/>
                  <a:pt x="866535" y="88990"/>
                  <a:pt x="885417" y="97029"/>
                </a:cubicBezTo>
                <a:cubicBezTo>
                  <a:pt x="898317" y="102637"/>
                  <a:pt x="903366" y="107313"/>
                  <a:pt x="903366" y="113295"/>
                </a:cubicBezTo>
                <a:cubicBezTo>
                  <a:pt x="903366" y="120587"/>
                  <a:pt x="897755" y="125448"/>
                  <a:pt x="889342" y="125448"/>
                </a:cubicBezTo>
                <a:cubicBezTo>
                  <a:pt x="876257" y="125448"/>
                  <a:pt x="867656" y="117035"/>
                  <a:pt x="863731" y="100769"/>
                </a:cubicBezTo>
                <a:lnTo>
                  <a:pt x="858496" y="100769"/>
                </a:lnTo>
                <a:lnTo>
                  <a:pt x="858496" y="131615"/>
                </a:lnTo>
                <a:lnTo>
                  <a:pt x="863169" y="131615"/>
                </a:lnTo>
                <a:cubicBezTo>
                  <a:pt x="865226" y="127504"/>
                  <a:pt x="866347" y="126381"/>
                  <a:pt x="868030" y="126381"/>
                </a:cubicBezTo>
                <a:cubicBezTo>
                  <a:pt x="868966" y="126381"/>
                  <a:pt x="870460" y="126757"/>
                  <a:pt x="872332" y="127504"/>
                </a:cubicBezTo>
                <a:cubicBezTo>
                  <a:pt x="877752" y="129747"/>
                  <a:pt x="887100" y="131804"/>
                  <a:pt x="892520" y="131804"/>
                </a:cubicBezTo>
                <a:cubicBezTo>
                  <a:pt x="909534" y="131804"/>
                  <a:pt x="921313" y="120213"/>
                  <a:pt x="921313" y="103388"/>
                </a:cubicBezTo>
                <a:cubicBezTo>
                  <a:pt x="921313" y="90111"/>
                  <a:pt x="914210" y="82072"/>
                  <a:pt x="895513" y="74222"/>
                </a:cubicBezTo>
                <a:cubicBezTo>
                  <a:pt x="882801" y="68799"/>
                  <a:pt x="877567" y="64126"/>
                  <a:pt x="877567" y="57770"/>
                </a:cubicBezTo>
                <a:cubicBezTo>
                  <a:pt x="877567" y="51600"/>
                  <a:pt x="882801" y="46927"/>
                  <a:pt x="889904" y="46927"/>
                </a:cubicBezTo>
                <a:cubicBezTo>
                  <a:pt x="894951" y="46927"/>
                  <a:pt x="899812" y="48981"/>
                  <a:pt x="903926" y="52909"/>
                </a:cubicBezTo>
                <a:cubicBezTo>
                  <a:pt x="907851" y="56646"/>
                  <a:pt x="909908" y="60012"/>
                  <a:pt x="912712" y="68240"/>
                </a:cubicBezTo>
                <a:lnTo>
                  <a:pt x="917387" y="68240"/>
                </a:lnTo>
                <a:close/>
                <a:moveTo>
                  <a:pt x="974221" y="124700"/>
                </a:moveTo>
                <a:cubicBezTo>
                  <a:pt x="967865" y="123950"/>
                  <a:pt x="965434" y="121146"/>
                  <a:pt x="965434" y="114043"/>
                </a:cubicBezTo>
                <a:lnTo>
                  <a:pt x="965434" y="42999"/>
                </a:lnTo>
                <a:lnTo>
                  <a:pt x="929539" y="42999"/>
                </a:lnTo>
                <a:lnTo>
                  <a:pt x="929539" y="47486"/>
                </a:lnTo>
                <a:cubicBezTo>
                  <a:pt x="937766" y="48981"/>
                  <a:pt x="939261" y="50664"/>
                  <a:pt x="939446" y="58518"/>
                </a:cubicBezTo>
                <a:lnTo>
                  <a:pt x="939446" y="113481"/>
                </a:lnTo>
                <a:cubicBezTo>
                  <a:pt x="939261" y="121334"/>
                  <a:pt x="937951" y="122829"/>
                  <a:pt x="929539" y="124700"/>
                </a:cubicBezTo>
                <a:lnTo>
                  <a:pt x="929539" y="129185"/>
                </a:lnTo>
                <a:lnTo>
                  <a:pt x="974221" y="129185"/>
                </a:lnTo>
                <a:lnTo>
                  <a:pt x="974221" y="124700"/>
                </a:lnTo>
                <a:moveTo>
                  <a:pt x="952346" y="0"/>
                </a:moveTo>
                <a:cubicBezTo>
                  <a:pt x="944307" y="0"/>
                  <a:pt x="937766" y="6544"/>
                  <a:pt x="937766" y="14395"/>
                </a:cubicBezTo>
                <a:cubicBezTo>
                  <a:pt x="937766" y="22807"/>
                  <a:pt x="943933" y="28978"/>
                  <a:pt x="952161" y="28978"/>
                </a:cubicBezTo>
                <a:cubicBezTo>
                  <a:pt x="960388" y="28978"/>
                  <a:pt x="966744" y="22807"/>
                  <a:pt x="966744" y="14583"/>
                </a:cubicBezTo>
                <a:cubicBezTo>
                  <a:pt x="966744" y="6356"/>
                  <a:pt x="960388" y="0"/>
                  <a:pt x="952346" y="0"/>
                </a:cubicBezTo>
                <a:close/>
                <a:moveTo>
                  <a:pt x="1042086" y="68240"/>
                </a:moveTo>
                <a:lnTo>
                  <a:pt x="1042086" y="41130"/>
                </a:lnTo>
                <a:lnTo>
                  <a:pt x="1037973" y="41130"/>
                </a:lnTo>
                <a:cubicBezTo>
                  <a:pt x="1036851" y="43935"/>
                  <a:pt x="1035730" y="44870"/>
                  <a:pt x="1033300" y="44870"/>
                </a:cubicBezTo>
                <a:cubicBezTo>
                  <a:pt x="1032176" y="44870"/>
                  <a:pt x="1030496" y="44496"/>
                  <a:pt x="1027503" y="43561"/>
                </a:cubicBezTo>
                <a:cubicBezTo>
                  <a:pt x="1021521" y="41504"/>
                  <a:pt x="1017219" y="40757"/>
                  <a:pt x="1012920" y="40757"/>
                </a:cubicBezTo>
                <a:cubicBezTo>
                  <a:pt x="995907" y="40757"/>
                  <a:pt x="983569" y="52347"/>
                  <a:pt x="983569" y="68051"/>
                </a:cubicBezTo>
                <a:cubicBezTo>
                  <a:pt x="983569" y="80392"/>
                  <a:pt x="991234" y="88990"/>
                  <a:pt x="1010116" y="97029"/>
                </a:cubicBezTo>
                <a:cubicBezTo>
                  <a:pt x="1023016" y="102637"/>
                  <a:pt x="1028065" y="107313"/>
                  <a:pt x="1028065" y="113295"/>
                </a:cubicBezTo>
                <a:cubicBezTo>
                  <a:pt x="1028065" y="120587"/>
                  <a:pt x="1022454" y="125448"/>
                  <a:pt x="1014041" y="125448"/>
                </a:cubicBezTo>
                <a:cubicBezTo>
                  <a:pt x="1000956" y="125448"/>
                  <a:pt x="992355" y="117035"/>
                  <a:pt x="988430" y="100769"/>
                </a:cubicBezTo>
                <a:lnTo>
                  <a:pt x="983195" y="100769"/>
                </a:lnTo>
                <a:lnTo>
                  <a:pt x="983195" y="131615"/>
                </a:lnTo>
                <a:lnTo>
                  <a:pt x="987868" y="131615"/>
                </a:lnTo>
                <a:cubicBezTo>
                  <a:pt x="989924" y="127504"/>
                  <a:pt x="991046" y="126381"/>
                  <a:pt x="992729" y="126381"/>
                </a:cubicBezTo>
                <a:cubicBezTo>
                  <a:pt x="993664" y="126381"/>
                  <a:pt x="995159" y="126757"/>
                  <a:pt x="997031" y="127504"/>
                </a:cubicBezTo>
                <a:cubicBezTo>
                  <a:pt x="1002451" y="129747"/>
                  <a:pt x="1011799" y="131804"/>
                  <a:pt x="1017219" y="131804"/>
                </a:cubicBezTo>
                <a:cubicBezTo>
                  <a:pt x="1034233" y="131804"/>
                  <a:pt x="1046011" y="120213"/>
                  <a:pt x="1046011" y="103388"/>
                </a:cubicBezTo>
                <a:cubicBezTo>
                  <a:pt x="1046011" y="90111"/>
                  <a:pt x="1038908" y="82072"/>
                  <a:pt x="1020212" y="74222"/>
                </a:cubicBezTo>
                <a:cubicBezTo>
                  <a:pt x="1007500" y="68799"/>
                  <a:pt x="1002265" y="64126"/>
                  <a:pt x="1002265" y="57770"/>
                </a:cubicBezTo>
                <a:cubicBezTo>
                  <a:pt x="1002265" y="51600"/>
                  <a:pt x="1007500" y="46927"/>
                  <a:pt x="1014603" y="46927"/>
                </a:cubicBezTo>
                <a:cubicBezTo>
                  <a:pt x="1019650" y="46927"/>
                  <a:pt x="1024511" y="48981"/>
                  <a:pt x="1028624" y="52909"/>
                </a:cubicBezTo>
                <a:cubicBezTo>
                  <a:pt x="1032550" y="56646"/>
                  <a:pt x="1034606" y="60012"/>
                  <a:pt x="1037411" y="68240"/>
                </a:cubicBezTo>
                <a:lnTo>
                  <a:pt x="1042086" y="68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3GPPSpecifications">
            <a:extLst xmlns:a="http://schemas.openxmlformats.org/drawingml/2006/main">
              <a:ext uri="{FF2B5EF4-FFF2-40B4-BE49-F238E27FC236}">
                <a16:creationId xmlns:a16="http://schemas.microsoft.com/office/drawing/2014/main" id="{BAABEE49-534F-4B9C-B8D9-5439394E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99" y="1122816"/>
            <a:ext cx="1212577" cy="134004"/>
          </a:xfrm>
          <a:custGeom xmlns:a="http://schemas.openxmlformats.org/drawingml/2006/main">
            <a:pathLst>
              <a:path w="1212577" h="134004">
                <a:moveTo>
                  <a:pt x="16378" y="52561"/>
                </a:moveTo>
                <a:cubicBezTo>
                  <a:pt x="25161" y="52561"/>
                  <a:pt x="28585" y="52858"/>
                  <a:pt x="32011" y="54197"/>
                </a:cubicBezTo>
                <a:cubicBezTo>
                  <a:pt x="41392" y="57623"/>
                  <a:pt x="47049" y="65960"/>
                  <a:pt x="47049" y="76234"/>
                </a:cubicBezTo>
                <a:cubicBezTo>
                  <a:pt x="47049" y="88889"/>
                  <a:pt x="38711" y="98419"/>
                  <a:pt x="27692" y="98419"/>
                </a:cubicBezTo>
                <a:cubicBezTo>
                  <a:pt x="23523" y="98419"/>
                  <a:pt x="20547" y="97377"/>
                  <a:pt x="15038" y="93803"/>
                </a:cubicBezTo>
                <a:cubicBezTo>
                  <a:pt x="10719" y="91122"/>
                  <a:pt x="8188" y="90081"/>
                  <a:pt x="5657" y="90081"/>
                </a:cubicBezTo>
                <a:cubicBezTo>
                  <a:pt x="2233" y="90081"/>
                  <a:pt x="0" y="92165"/>
                  <a:pt x="0" y="95291"/>
                </a:cubicBezTo>
                <a:cubicBezTo>
                  <a:pt x="0" y="100503"/>
                  <a:pt x="6402" y="103779"/>
                  <a:pt x="16824" y="103779"/>
                </a:cubicBezTo>
                <a:cubicBezTo>
                  <a:pt x="28140" y="103779"/>
                  <a:pt x="39902" y="99907"/>
                  <a:pt x="47049" y="93803"/>
                </a:cubicBezTo>
                <a:cubicBezTo>
                  <a:pt x="54047" y="87698"/>
                  <a:pt x="57770" y="79063"/>
                  <a:pt x="57770" y="69087"/>
                </a:cubicBezTo>
                <a:cubicBezTo>
                  <a:pt x="57770" y="61344"/>
                  <a:pt x="55387" y="54496"/>
                  <a:pt x="51218" y="49880"/>
                </a:cubicBezTo>
                <a:cubicBezTo>
                  <a:pt x="48092" y="46604"/>
                  <a:pt x="45263" y="44818"/>
                  <a:pt x="38859" y="41990"/>
                </a:cubicBezTo>
                <a:cubicBezTo>
                  <a:pt x="48985" y="34990"/>
                  <a:pt x="52706" y="29480"/>
                  <a:pt x="52706" y="21442"/>
                </a:cubicBezTo>
                <a:cubicBezTo>
                  <a:pt x="52706" y="9233"/>
                  <a:pt x="43328" y="1043"/>
                  <a:pt x="29480" y="1043"/>
                </a:cubicBezTo>
                <a:cubicBezTo>
                  <a:pt x="22035" y="1043"/>
                  <a:pt x="15483" y="3574"/>
                  <a:pt x="10124" y="8338"/>
                </a:cubicBezTo>
                <a:cubicBezTo>
                  <a:pt x="5657" y="12507"/>
                  <a:pt x="3424" y="16231"/>
                  <a:pt x="298" y="25164"/>
                </a:cubicBezTo>
                <a:lnTo>
                  <a:pt x="2531" y="25759"/>
                </a:lnTo>
                <a:cubicBezTo>
                  <a:pt x="8486" y="14740"/>
                  <a:pt x="15185" y="9976"/>
                  <a:pt x="24566" y="9976"/>
                </a:cubicBezTo>
                <a:cubicBezTo>
                  <a:pt x="34392" y="9976"/>
                  <a:pt x="40944" y="16378"/>
                  <a:pt x="40944" y="25909"/>
                </a:cubicBezTo>
                <a:cubicBezTo>
                  <a:pt x="40944" y="31268"/>
                  <a:pt x="38711" y="36480"/>
                  <a:pt x="34990" y="40351"/>
                </a:cubicBezTo>
                <a:cubicBezTo>
                  <a:pt x="30521" y="44818"/>
                  <a:pt x="26352" y="47051"/>
                  <a:pt x="16228" y="50625"/>
                </a:cubicBezTo>
                <a:lnTo>
                  <a:pt x="16378" y="52561"/>
                </a:lnTo>
                <a:close/>
                <a:moveTo>
                  <a:pt x="174055" y="48987"/>
                </a:moveTo>
                <a:lnTo>
                  <a:pt x="136087" y="48987"/>
                </a:lnTo>
                <a:lnTo>
                  <a:pt x="136087" y="51666"/>
                </a:lnTo>
                <a:cubicBezTo>
                  <a:pt x="147701" y="52411"/>
                  <a:pt x="148891" y="53601"/>
                  <a:pt x="149189" y="64918"/>
                </a:cubicBezTo>
                <a:lnTo>
                  <a:pt x="149189" y="89039"/>
                </a:lnTo>
                <a:cubicBezTo>
                  <a:pt x="149189" y="93803"/>
                  <a:pt x="140256" y="97824"/>
                  <a:pt x="129387" y="97824"/>
                </a:cubicBezTo>
                <a:cubicBezTo>
                  <a:pt x="105116" y="97824"/>
                  <a:pt x="90228" y="80848"/>
                  <a:pt x="90228" y="53156"/>
                </a:cubicBezTo>
                <a:cubicBezTo>
                  <a:pt x="90228" y="39159"/>
                  <a:pt x="94397" y="25611"/>
                  <a:pt x="100947" y="18314"/>
                </a:cubicBezTo>
                <a:cubicBezTo>
                  <a:pt x="107349" y="11019"/>
                  <a:pt x="116730" y="7000"/>
                  <a:pt x="126856" y="7000"/>
                </a:cubicBezTo>
                <a:cubicBezTo>
                  <a:pt x="135194" y="7000"/>
                  <a:pt x="142637" y="9828"/>
                  <a:pt x="148296" y="15188"/>
                </a:cubicBezTo>
                <a:cubicBezTo>
                  <a:pt x="152763" y="19507"/>
                  <a:pt x="155146" y="23376"/>
                  <a:pt x="158867" y="32459"/>
                </a:cubicBezTo>
                <a:lnTo>
                  <a:pt x="162291" y="32459"/>
                </a:lnTo>
                <a:lnTo>
                  <a:pt x="161101" y="1043"/>
                </a:lnTo>
                <a:lnTo>
                  <a:pt x="157825" y="1043"/>
                </a:lnTo>
                <a:cubicBezTo>
                  <a:pt x="156932" y="4021"/>
                  <a:pt x="154251" y="5957"/>
                  <a:pt x="151125" y="5957"/>
                </a:cubicBezTo>
                <a:cubicBezTo>
                  <a:pt x="149637" y="5957"/>
                  <a:pt x="147253" y="5509"/>
                  <a:pt x="144572" y="4467"/>
                </a:cubicBezTo>
                <a:cubicBezTo>
                  <a:pt x="137873" y="2233"/>
                  <a:pt x="130875" y="1043"/>
                  <a:pt x="124175" y="1043"/>
                </a:cubicBezTo>
                <a:cubicBezTo>
                  <a:pt x="94545" y="1043"/>
                  <a:pt x="73255" y="22930"/>
                  <a:pt x="73255" y="53304"/>
                </a:cubicBezTo>
                <a:cubicBezTo>
                  <a:pt x="73255" y="67896"/>
                  <a:pt x="77274" y="79063"/>
                  <a:pt x="85612" y="87848"/>
                </a:cubicBezTo>
                <a:cubicBezTo>
                  <a:pt x="95440" y="98122"/>
                  <a:pt x="109883" y="103779"/>
                  <a:pt x="126261" y="103779"/>
                </a:cubicBezTo>
                <a:cubicBezTo>
                  <a:pt x="139213" y="103779"/>
                  <a:pt x="157677" y="98567"/>
                  <a:pt x="163632" y="93355"/>
                </a:cubicBezTo>
                <a:lnTo>
                  <a:pt x="163632" y="63132"/>
                </a:lnTo>
                <a:cubicBezTo>
                  <a:pt x="163929" y="54049"/>
                  <a:pt x="165567" y="52263"/>
                  <a:pt x="174055" y="51666"/>
                </a:cubicBezTo>
                <a:lnTo>
                  <a:pt x="174055" y="48987"/>
                </a:lnTo>
                <a:close/>
                <a:moveTo>
                  <a:pt x="178372" y="5957"/>
                </a:moveTo>
                <a:cubicBezTo>
                  <a:pt x="189390" y="7147"/>
                  <a:pt x="190731" y="8488"/>
                  <a:pt x="190879" y="19357"/>
                </a:cubicBezTo>
                <a:lnTo>
                  <a:pt x="190879" y="83827"/>
                </a:lnTo>
                <a:cubicBezTo>
                  <a:pt x="190731" y="96484"/>
                  <a:pt x="189688" y="97824"/>
                  <a:pt x="178372" y="98865"/>
                </a:cubicBezTo>
                <a:lnTo>
                  <a:pt x="178372" y="101693"/>
                </a:lnTo>
                <a:lnTo>
                  <a:pt x="220061" y="101693"/>
                </a:lnTo>
                <a:lnTo>
                  <a:pt x="220061" y="98865"/>
                </a:lnTo>
                <a:cubicBezTo>
                  <a:pt x="208300" y="98567"/>
                  <a:pt x="206214" y="96484"/>
                  <a:pt x="206066" y="85465"/>
                </a:cubicBezTo>
                <a:lnTo>
                  <a:pt x="206066" y="58365"/>
                </a:lnTo>
                <a:cubicBezTo>
                  <a:pt x="209938" y="58665"/>
                  <a:pt x="212469" y="58813"/>
                  <a:pt x="216340" y="58813"/>
                </a:cubicBezTo>
                <a:cubicBezTo>
                  <a:pt x="228102" y="58813"/>
                  <a:pt x="235994" y="57325"/>
                  <a:pt x="242396" y="53751"/>
                </a:cubicBezTo>
                <a:cubicBezTo>
                  <a:pt x="251330" y="48987"/>
                  <a:pt x="256689" y="39904"/>
                  <a:pt x="256689" y="30078"/>
                </a:cubicBezTo>
                <a:cubicBezTo>
                  <a:pt x="256689" y="23823"/>
                  <a:pt x="254606" y="18166"/>
                  <a:pt x="250584" y="13847"/>
                </a:cubicBezTo>
                <a:cubicBezTo>
                  <a:pt x="244630" y="7297"/>
                  <a:pt x="231675" y="3128"/>
                  <a:pt x="217680" y="3128"/>
                </a:cubicBezTo>
                <a:lnTo>
                  <a:pt x="178372" y="3128"/>
                </a:lnTo>
                <a:lnTo>
                  <a:pt x="178372" y="5957"/>
                </a:lnTo>
                <a:moveTo>
                  <a:pt x="206066" y="13700"/>
                </a:moveTo>
                <a:cubicBezTo>
                  <a:pt x="206066" y="9678"/>
                  <a:pt x="207109" y="8636"/>
                  <a:pt x="211128" y="8636"/>
                </a:cubicBezTo>
                <a:cubicBezTo>
                  <a:pt x="231228" y="8636"/>
                  <a:pt x="240461" y="15635"/>
                  <a:pt x="240461" y="30971"/>
                </a:cubicBezTo>
                <a:cubicBezTo>
                  <a:pt x="240461" y="45413"/>
                  <a:pt x="231675" y="52858"/>
                  <a:pt x="214552" y="52858"/>
                </a:cubicBezTo>
                <a:cubicBezTo>
                  <a:pt x="211576" y="52858"/>
                  <a:pt x="209490" y="52708"/>
                  <a:pt x="206066" y="52411"/>
                </a:cubicBezTo>
                <a:lnTo>
                  <a:pt x="206066" y="13700"/>
                </a:lnTo>
                <a:close/>
                <a:moveTo>
                  <a:pt x="261156" y="5957"/>
                </a:moveTo>
                <a:cubicBezTo>
                  <a:pt x="272175" y="7147"/>
                  <a:pt x="273515" y="8488"/>
                  <a:pt x="273663" y="19357"/>
                </a:cubicBezTo>
                <a:lnTo>
                  <a:pt x="273663" y="83827"/>
                </a:lnTo>
                <a:cubicBezTo>
                  <a:pt x="273515" y="96484"/>
                  <a:pt x="272472" y="97824"/>
                  <a:pt x="261156" y="98865"/>
                </a:cubicBezTo>
                <a:lnTo>
                  <a:pt x="261156" y="101693"/>
                </a:lnTo>
                <a:lnTo>
                  <a:pt x="302846" y="101693"/>
                </a:lnTo>
                <a:lnTo>
                  <a:pt x="302846" y="98865"/>
                </a:lnTo>
                <a:cubicBezTo>
                  <a:pt x="291084" y="98567"/>
                  <a:pt x="288998" y="96484"/>
                  <a:pt x="288851" y="85465"/>
                </a:cubicBezTo>
                <a:lnTo>
                  <a:pt x="288851" y="58365"/>
                </a:lnTo>
                <a:cubicBezTo>
                  <a:pt x="292722" y="58665"/>
                  <a:pt x="295253" y="58813"/>
                  <a:pt x="299124" y="58813"/>
                </a:cubicBezTo>
                <a:cubicBezTo>
                  <a:pt x="310886" y="58813"/>
                  <a:pt x="318778" y="57325"/>
                  <a:pt x="325181" y="53751"/>
                </a:cubicBezTo>
                <a:cubicBezTo>
                  <a:pt x="334114" y="48987"/>
                  <a:pt x="339473" y="39904"/>
                  <a:pt x="339473" y="30078"/>
                </a:cubicBezTo>
                <a:cubicBezTo>
                  <a:pt x="339473" y="23823"/>
                  <a:pt x="337390" y="18166"/>
                  <a:pt x="333369" y="13847"/>
                </a:cubicBezTo>
                <a:cubicBezTo>
                  <a:pt x="327414" y="7297"/>
                  <a:pt x="314460" y="3128"/>
                  <a:pt x="300465" y="3128"/>
                </a:cubicBezTo>
                <a:lnTo>
                  <a:pt x="261156" y="3128"/>
                </a:lnTo>
                <a:lnTo>
                  <a:pt x="261156" y="5957"/>
                </a:lnTo>
                <a:moveTo>
                  <a:pt x="288851" y="13700"/>
                </a:moveTo>
                <a:cubicBezTo>
                  <a:pt x="288851" y="9678"/>
                  <a:pt x="289893" y="8636"/>
                  <a:pt x="293912" y="8636"/>
                </a:cubicBezTo>
                <a:cubicBezTo>
                  <a:pt x="314012" y="8636"/>
                  <a:pt x="323245" y="15635"/>
                  <a:pt x="323245" y="30971"/>
                </a:cubicBezTo>
                <a:cubicBezTo>
                  <a:pt x="323245" y="45413"/>
                  <a:pt x="314460" y="52858"/>
                  <a:pt x="297336" y="52858"/>
                </a:cubicBezTo>
                <a:cubicBezTo>
                  <a:pt x="294360" y="52858"/>
                  <a:pt x="292274" y="52708"/>
                  <a:pt x="288851" y="52411"/>
                </a:cubicBezTo>
                <a:lnTo>
                  <a:pt x="288851" y="13700"/>
                </a:lnTo>
                <a:close/>
                <a:moveTo>
                  <a:pt x="439827" y="1043"/>
                </a:moveTo>
                <a:lnTo>
                  <a:pt x="436700" y="1043"/>
                </a:lnTo>
                <a:cubicBezTo>
                  <a:pt x="436105" y="4319"/>
                  <a:pt x="434467" y="6105"/>
                  <a:pt x="431936" y="6105"/>
                </a:cubicBezTo>
                <a:cubicBezTo>
                  <a:pt x="430446" y="6105"/>
                  <a:pt x="427915" y="5509"/>
                  <a:pt x="425384" y="4319"/>
                </a:cubicBezTo>
                <a:cubicBezTo>
                  <a:pt x="419875" y="2233"/>
                  <a:pt x="414365" y="1043"/>
                  <a:pt x="409453" y="1043"/>
                </a:cubicBezTo>
                <a:cubicBezTo>
                  <a:pt x="403199" y="1043"/>
                  <a:pt x="396649" y="3574"/>
                  <a:pt x="391735" y="7893"/>
                </a:cubicBezTo>
                <a:cubicBezTo>
                  <a:pt x="386523" y="12507"/>
                  <a:pt x="383844" y="18761"/>
                  <a:pt x="383844" y="26504"/>
                </a:cubicBezTo>
                <a:cubicBezTo>
                  <a:pt x="383844" y="38416"/>
                  <a:pt x="390394" y="46754"/>
                  <a:pt x="407070" y="55537"/>
                </a:cubicBezTo>
                <a:cubicBezTo>
                  <a:pt x="417791" y="61344"/>
                  <a:pt x="425534" y="67301"/>
                  <a:pt x="429255" y="72958"/>
                </a:cubicBezTo>
                <a:cubicBezTo>
                  <a:pt x="430596" y="74894"/>
                  <a:pt x="431341" y="78020"/>
                  <a:pt x="431341" y="81743"/>
                </a:cubicBezTo>
                <a:cubicBezTo>
                  <a:pt x="431341" y="91570"/>
                  <a:pt x="423896" y="98419"/>
                  <a:pt x="413027" y="98419"/>
                </a:cubicBezTo>
                <a:cubicBezTo>
                  <a:pt x="399625" y="98419"/>
                  <a:pt x="390394" y="90229"/>
                  <a:pt x="382949" y="72065"/>
                </a:cubicBezTo>
                <a:lnTo>
                  <a:pt x="379525" y="72065"/>
                </a:lnTo>
                <a:lnTo>
                  <a:pt x="383992" y="103629"/>
                </a:lnTo>
                <a:lnTo>
                  <a:pt x="387268" y="103629"/>
                </a:lnTo>
                <a:cubicBezTo>
                  <a:pt x="387416" y="100800"/>
                  <a:pt x="389204" y="98717"/>
                  <a:pt x="391437" y="98717"/>
                </a:cubicBezTo>
                <a:cubicBezTo>
                  <a:pt x="393075" y="98717"/>
                  <a:pt x="395606" y="99312"/>
                  <a:pt x="398435" y="100355"/>
                </a:cubicBezTo>
                <a:cubicBezTo>
                  <a:pt x="404092" y="102588"/>
                  <a:pt x="410196" y="103779"/>
                  <a:pt x="416003" y="103779"/>
                </a:cubicBezTo>
                <a:cubicBezTo>
                  <a:pt x="433277" y="103779"/>
                  <a:pt x="446379" y="92017"/>
                  <a:pt x="446379" y="76532"/>
                </a:cubicBezTo>
                <a:cubicBezTo>
                  <a:pt x="446379" y="64322"/>
                  <a:pt x="438188" y="54794"/>
                  <a:pt x="418534" y="44073"/>
                </a:cubicBezTo>
                <a:cubicBezTo>
                  <a:pt x="402901" y="35585"/>
                  <a:pt x="396649" y="29035"/>
                  <a:pt x="396649" y="20845"/>
                </a:cubicBezTo>
                <a:cubicBezTo>
                  <a:pt x="396649" y="12657"/>
                  <a:pt x="402901" y="7147"/>
                  <a:pt x="412132" y="7147"/>
                </a:cubicBezTo>
                <a:cubicBezTo>
                  <a:pt x="418834" y="7147"/>
                  <a:pt x="425086" y="9976"/>
                  <a:pt x="430298" y="15338"/>
                </a:cubicBezTo>
                <a:cubicBezTo>
                  <a:pt x="434912" y="20102"/>
                  <a:pt x="436998" y="23973"/>
                  <a:pt x="439381" y="32756"/>
                </a:cubicBezTo>
                <a:lnTo>
                  <a:pt x="443103" y="32756"/>
                </a:lnTo>
                <a:lnTo>
                  <a:pt x="439827" y="1043"/>
                </a:lnTo>
                <a:close/>
                <a:moveTo>
                  <a:pt x="456800" y="134004"/>
                </a:moveTo>
                <a:lnTo>
                  <a:pt x="492833" y="134004"/>
                </a:lnTo>
                <a:lnTo>
                  <a:pt x="492833" y="131323"/>
                </a:lnTo>
                <a:cubicBezTo>
                  <a:pt x="481666" y="131176"/>
                  <a:pt x="479878" y="129685"/>
                  <a:pt x="479731" y="120157"/>
                </a:cubicBezTo>
                <a:lnTo>
                  <a:pt x="479731" y="96781"/>
                </a:lnTo>
                <a:cubicBezTo>
                  <a:pt x="485090" y="101693"/>
                  <a:pt x="488514" y="103184"/>
                  <a:pt x="494768" y="103184"/>
                </a:cubicBezTo>
                <a:cubicBezTo>
                  <a:pt x="512487" y="103184"/>
                  <a:pt x="526034" y="86508"/>
                  <a:pt x="526034" y="64918"/>
                </a:cubicBezTo>
                <a:cubicBezTo>
                  <a:pt x="526034" y="46456"/>
                  <a:pt x="515613" y="33204"/>
                  <a:pt x="501171" y="33204"/>
                </a:cubicBezTo>
                <a:cubicBezTo>
                  <a:pt x="492833" y="33204"/>
                  <a:pt x="486281" y="36778"/>
                  <a:pt x="479731" y="44966"/>
                </a:cubicBezTo>
                <a:lnTo>
                  <a:pt x="479731" y="33502"/>
                </a:lnTo>
                <a:lnTo>
                  <a:pt x="478838" y="33204"/>
                </a:lnTo>
                <a:cubicBezTo>
                  <a:pt x="470797" y="36330"/>
                  <a:pt x="465586" y="38266"/>
                  <a:pt x="457395" y="40797"/>
                </a:cubicBezTo>
                <a:lnTo>
                  <a:pt x="457395" y="43180"/>
                </a:lnTo>
                <a:cubicBezTo>
                  <a:pt x="458736" y="43030"/>
                  <a:pt x="459629" y="43030"/>
                  <a:pt x="461119" y="43030"/>
                </a:cubicBezTo>
                <a:cubicBezTo>
                  <a:pt x="466181" y="43030"/>
                  <a:pt x="467224" y="44520"/>
                  <a:pt x="467224" y="51518"/>
                </a:cubicBezTo>
                <a:lnTo>
                  <a:pt x="467224" y="121200"/>
                </a:lnTo>
                <a:cubicBezTo>
                  <a:pt x="467224" y="129090"/>
                  <a:pt x="465586" y="130581"/>
                  <a:pt x="456800" y="131473"/>
                </a:cubicBezTo>
                <a:lnTo>
                  <a:pt x="456800" y="134004"/>
                </a:lnTo>
                <a:moveTo>
                  <a:pt x="479731" y="51963"/>
                </a:moveTo>
                <a:cubicBezTo>
                  <a:pt x="479731" y="47497"/>
                  <a:pt x="488069" y="42137"/>
                  <a:pt x="494916" y="42137"/>
                </a:cubicBezTo>
                <a:cubicBezTo>
                  <a:pt x="505935" y="42137"/>
                  <a:pt x="513230" y="53454"/>
                  <a:pt x="513230" y="70875"/>
                </a:cubicBezTo>
                <a:cubicBezTo>
                  <a:pt x="513230" y="87251"/>
                  <a:pt x="505935" y="98419"/>
                  <a:pt x="495216" y="98419"/>
                </a:cubicBezTo>
                <a:cubicBezTo>
                  <a:pt x="488216" y="98419"/>
                  <a:pt x="479731" y="93058"/>
                  <a:pt x="479731" y="88591"/>
                </a:cubicBezTo>
                <a:lnTo>
                  <a:pt x="479731" y="51963"/>
                </a:lnTo>
                <a:close/>
                <a:moveTo>
                  <a:pt x="591250" y="77277"/>
                </a:moveTo>
                <a:cubicBezTo>
                  <a:pt x="584105" y="88591"/>
                  <a:pt x="577700" y="92910"/>
                  <a:pt x="568172" y="92910"/>
                </a:cubicBezTo>
                <a:cubicBezTo>
                  <a:pt x="559686" y="92910"/>
                  <a:pt x="553284" y="88591"/>
                  <a:pt x="548965" y="80105"/>
                </a:cubicBezTo>
                <a:cubicBezTo>
                  <a:pt x="546284" y="74446"/>
                  <a:pt x="545243" y="69682"/>
                  <a:pt x="544946" y="60451"/>
                </a:cubicBezTo>
                <a:lnTo>
                  <a:pt x="590804" y="60451"/>
                </a:lnTo>
                <a:cubicBezTo>
                  <a:pt x="589612" y="50773"/>
                  <a:pt x="588124" y="46456"/>
                  <a:pt x="584402" y="41690"/>
                </a:cubicBezTo>
                <a:cubicBezTo>
                  <a:pt x="579933" y="36330"/>
                  <a:pt x="573086" y="33204"/>
                  <a:pt x="565343" y="33204"/>
                </a:cubicBezTo>
                <a:cubicBezTo>
                  <a:pt x="557898" y="33204"/>
                  <a:pt x="550901" y="35885"/>
                  <a:pt x="545243" y="40947"/>
                </a:cubicBezTo>
                <a:cubicBezTo>
                  <a:pt x="538244" y="47051"/>
                  <a:pt x="534225" y="57623"/>
                  <a:pt x="534225" y="69832"/>
                </a:cubicBezTo>
                <a:cubicBezTo>
                  <a:pt x="534225" y="90379"/>
                  <a:pt x="544946" y="103184"/>
                  <a:pt x="562067" y="103184"/>
                </a:cubicBezTo>
                <a:cubicBezTo>
                  <a:pt x="576212" y="103184"/>
                  <a:pt x="587378" y="94398"/>
                  <a:pt x="593633" y="78317"/>
                </a:cubicBezTo>
                <a:lnTo>
                  <a:pt x="591250" y="77277"/>
                </a:lnTo>
                <a:moveTo>
                  <a:pt x="545243" y="55687"/>
                </a:moveTo>
                <a:cubicBezTo>
                  <a:pt x="546879" y="44073"/>
                  <a:pt x="551943" y="38563"/>
                  <a:pt x="561024" y="38563"/>
                </a:cubicBezTo>
                <a:cubicBezTo>
                  <a:pt x="570107" y="38563"/>
                  <a:pt x="573681" y="42732"/>
                  <a:pt x="575617" y="55687"/>
                </a:cubicBezTo>
                <a:lnTo>
                  <a:pt x="545243" y="55687"/>
                </a:lnTo>
                <a:close/>
                <a:moveTo>
                  <a:pt x="655870" y="78467"/>
                </a:moveTo>
                <a:cubicBezTo>
                  <a:pt x="648722" y="88889"/>
                  <a:pt x="643363" y="92462"/>
                  <a:pt x="634875" y="92462"/>
                </a:cubicBezTo>
                <a:cubicBezTo>
                  <a:pt x="621178" y="92462"/>
                  <a:pt x="611797" y="80551"/>
                  <a:pt x="611797" y="63430"/>
                </a:cubicBezTo>
                <a:cubicBezTo>
                  <a:pt x="611797" y="47944"/>
                  <a:pt x="619987" y="37521"/>
                  <a:pt x="632046" y="37521"/>
                </a:cubicBezTo>
                <a:cubicBezTo>
                  <a:pt x="637406" y="37521"/>
                  <a:pt x="639342" y="39011"/>
                  <a:pt x="640832" y="44668"/>
                </a:cubicBezTo>
                <a:lnTo>
                  <a:pt x="641725" y="47944"/>
                </a:lnTo>
                <a:cubicBezTo>
                  <a:pt x="642915" y="52263"/>
                  <a:pt x="645596" y="54794"/>
                  <a:pt x="648872" y="54794"/>
                </a:cubicBezTo>
                <a:cubicBezTo>
                  <a:pt x="652744" y="54794"/>
                  <a:pt x="655870" y="51963"/>
                  <a:pt x="655870" y="48539"/>
                </a:cubicBezTo>
                <a:cubicBezTo>
                  <a:pt x="655870" y="40202"/>
                  <a:pt x="645446" y="33204"/>
                  <a:pt x="632939" y="33204"/>
                </a:cubicBezTo>
                <a:cubicBezTo>
                  <a:pt x="625644" y="33204"/>
                  <a:pt x="618051" y="36183"/>
                  <a:pt x="611947" y="41542"/>
                </a:cubicBezTo>
                <a:cubicBezTo>
                  <a:pt x="604502" y="48092"/>
                  <a:pt x="600333" y="58218"/>
                  <a:pt x="600333" y="70129"/>
                </a:cubicBezTo>
                <a:cubicBezTo>
                  <a:pt x="600333" y="89336"/>
                  <a:pt x="612095" y="103184"/>
                  <a:pt x="628623" y="103184"/>
                </a:cubicBezTo>
                <a:cubicBezTo>
                  <a:pt x="635323" y="103184"/>
                  <a:pt x="641277" y="100800"/>
                  <a:pt x="646639" y="96186"/>
                </a:cubicBezTo>
                <a:cubicBezTo>
                  <a:pt x="650658" y="92760"/>
                  <a:pt x="653487" y="88591"/>
                  <a:pt x="657953" y="79808"/>
                </a:cubicBezTo>
                <a:lnTo>
                  <a:pt x="655870" y="78467"/>
                </a:lnTo>
                <a:close/>
                <a:moveTo>
                  <a:pt x="665100" y="101693"/>
                </a:moveTo>
                <a:lnTo>
                  <a:pt x="700388" y="101693"/>
                </a:lnTo>
                <a:lnTo>
                  <a:pt x="700388" y="99460"/>
                </a:lnTo>
                <a:cubicBezTo>
                  <a:pt x="690562" y="98717"/>
                  <a:pt x="689519" y="97377"/>
                  <a:pt x="689369" y="86508"/>
                </a:cubicBezTo>
                <a:lnTo>
                  <a:pt x="689369" y="33649"/>
                </a:lnTo>
                <a:lnTo>
                  <a:pt x="688774" y="33204"/>
                </a:lnTo>
                <a:lnTo>
                  <a:pt x="665696" y="41392"/>
                </a:lnTo>
                <a:lnTo>
                  <a:pt x="665696" y="43625"/>
                </a:lnTo>
                <a:lnTo>
                  <a:pt x="666888" y="43478"/>
                </a:lnTo>
                <a:cubicBezTo>
                  <a:pt x="668674" y="43180"/>
                  <a:pt x="670460" y="43030"/>
                  <a:pt x="671950" y="43030"/>
                </a:cubicBezTo>
                <a:cubicBezTo>
                  <a:pt x="675524" y="43030"/>
                  <a:pt x="676862" y="45413"/>
                  <a:pt x="676862" y="51963"/>
                </a:cubicBezTo>
                <a:lnTo>
                  <a:pt x="676862" y="86508"/>
                </a:lnTo>
                <a:cubicBezTo>
                  <a:pt x="676565" y="97524"/>
                  <a:pt x="675226" y="99015"/>
                  <a:pt x="665100" y="99460"/>
                </a:cubicBezTo>
                <a:lnTo>
                  <a:pt x="665100" y="101693"/>
                </a:lnTo>
                <a:moveTo>
                  <a:pt x="681776" y="0"/>
                </a:moveTo>
                <a:cubicBezTo>
                  <a:pt x="677757" y="0"/>
                  <a:pt x="674331" y="3426"/>
                  <a:pt x="674331" y="7595"/>
                </a:cubicBezTo>
                <a:cubicBezTo>
                  <a:pt x="674331" y="11912"/>
                  <a:pt x="677607" y="15188"/>
                  <a:pt x="681776" y="15188"/>
                </a:cubicBezTo>
                <a:cubicBezTo>
                  <a:pt x="686243" y="15188"/>
                  <a:pt x="689519" y="11912"/>
                  <a:pt x="689519" y="7595"/>
                </a:cubicBezTo>
                <a:cubicBezTo>
                  <a:pt x="689519" y="3276"/>
                  <a:pt x="686095" y="0"/>
                  <a:pt x="681776" y="0"/>
                </a:cubicBezTo>
                <a:close/>
                <a:moveTo>
                  <a:pt x="750118" y="34692"/>
                </a:moveTo>
                <a:lnTo>
                  <a:pt x="731804" y="34692"/>
                </a:lnTo>
                <a:lnTo>
                  <a:pt x="731804" y="17421"/>
                </a:lnTo>
                <a:cubicBezTo>
                  <a:pt x="731804" y="8636"/>
                  <a:pt x="734632" y="4169"/>
                  <a:pt x="740292" y="4169"/>
                </a:cubicBezTo>
                <a:cubicBezTo>
                  <a:pt x="743568" y="4169"/>
                  <a:pt x="745503" y="5659"/>
                  <a:pt x="748182" y="9976"/>
                </a:cubicBezTo>
                <a:cubicBezTo>
                  <a:pt x="750565" y="13847"/>
                  <a:pt x="752351" y="15338"/>
                  <a:pt x="754882" y="15338"/>
                </a:cubicBezTo>
                <a:cubicBezTo>
                  <a:pt x="758456" y="15338"/>
                  <a:pt x="761137" y="12657"/>
                  <a:pt x="761137" y="9233"/>
                </a:cubicBezTo>
                <a:cubicBezTo>
                  <a:pt x="761137" y="3871"/>
                  <a:pt x="754584" y="0"/>
                  <a:pt x="745651" y="0"/>
                </a:cubicBezTo>
                <a:cubicBezTo>
                  <a:pt x="736270" y="0"/>
                  <a:pt x="728528" y="4021"/>
                  <a:pt x="724656" y="10721"/>
                </a:cubicBezTo>
                <a:cubicBezTo>
                  <a:pt x="720787" y="17421"/>
                  <a:pt x="719595" y="22780"/>
                  <a:pt x="719447" y="34692"/>
                </a:cubicBezTo>
                <a:lnTo>
                  <a:pt x="707238" y="34692"/>
                </a:lnTo>
                <a:lnTo>
                  <a:pt x="707238" y="39456"/>
                </a:lnTo>
                <a:lnTo>
                  <a:pt x="719447" y="39456"/>
                </a:lnTo>
                <a:lnTo>
                  <a:pt x="719447" y="86210"/>
                </a:lnTo>
                <a:cubicBezTo>
                  <a:pt x="719149" y="97377"/>
                  <a:pt x="717659" y="99015"/>
                  <a:pt x="707088" y="99460"/>
                </a:cubicBezTo>
                <a:lnTo>
                  <a:pt x="707088" y="101693"/>
                </a:lnTo>
                <a:lnTo>
                  <a:pt x="745801" y="101693"/>
                </a:lnTo>
                <a:lnTo>
                  <a:pt x="745801" y="99460"/>
                </a:lnTo>
                <a:cubicBezTo>
                  <a:pt x="733592" y="99015"/>
                  <a:pt x="731954" y="97377"/>
                  <a:pt x="731954" y="86210"/>
                </a:cubicBezTo>
                <a:lnTo>
                  <a:pt x="731954" y="39456"/>
                </a:lnTo>
                <a:lnTo>
                  <a:pt x="750118" y="39456"/>
                </a:lnTo>
                <a:lnTo>
                  <a:pt x="750118" y="34692"/>
                </a:lnTo>
                <a:close/>
                <a:moveTo>
                  <a:pt x="756967" y="101693"/>
                </a:moveTo>
                <a:lnTo>
                  <a:pt x="792254" y="101693"/>
                </a:lnTo>
                <a:lnTo>
                  <a:pt x="792254" y="99460"/>
                </a:lnTo>
                <a:cubicBezTo>
                  <a:pt x="782428" y="98717"/>
                  <a:pt x="781386" y="97377"/>
                  <a:pt x="781236" y="86508"/>
                </a:cubicBezTo>
                <a:lnTo>
                  <a:pt x="781236" y="33649"/>
                </a:lnTo>
                <a:lnTo>
                  <a:pt x="780640" y="33204"/>
                </a:lnTo>
                <a:lnTo>
                  <a:pt x="757562" y="41392"/>
                </a:lnTo>
                <a:lnTo>
                  <a:pt x="757562" y="43625"/>
                </a:lnTo>
                <a:lnTo>
                  <a:pt x="758755" y="43478"/>
                </a:lnTo>
                <a:cubicBezTo>
                  <a:pt x="760541" y="43180"/>
                  <a:pt x="762326" y="43030"/>
                  <a:pt x="763817" y="43030"/>
                </a:cubicBezTo>
                <a:cubicBezTo>
                  <a:pt x="767391" y="43030"/>
                  <a:pt x="768729" y="45413"/>
                  <a:pt x="768729" y="51963"/>
                </a:cubicBezTo>
                <a:lnTo>
                  <a:pt x="768729" y="86508"/>
                </a:lnTo>
                <a:cubicBezTo>
                  <a:pt x="768431" y="97524"/>
                  <a:pt x="767093" y="99015"/>
                  <a:pt x="756967" y="99460"/>
                </a:cubicBezTo>
                <a:lnTo>
                  <a:pt x="756967" y="101693"/>
                </a:lnTo>
                <a:moveTo>
                  <a:pt x="773643" y="0"/>
                </a:moveTo>
                <a:cubicBezTo>
                  <a:pt x="769624" y="0"/>
                  <a:pt x="766198" y="3426"/>
                  <a:pt x="766198" y="7595"/>
                </a:cubicBezTo>
                <a:cubicBezTo>
                  <a:pt x="766198" y="11912"/>
                  <a:pt x="769474" y="15188"/>
                  <a:pt x="773643" y="15188"/>
                </a:cubicBezTo>
                <a:cubicBezTo>
                  <a:pt x="778109" y="15188"/>
                  <a:pt x="781386" y="11912"/>
                  <a:pt x="781386" y="7595"/>
                </a:cubicBezTo>
                <a:cubicBezTo>
                  <a:pt x="781386" y="3276"/>
                  <a:pt x="777962" y="0"/>
                  <a:pt x="773643" y="0"/>
                </a:cubicBezTo>
                <a:close/>
                <a:moveTo>
                  <a:pt x="855236" y="78467"/>
                </a:moveTo>
                <a:cubicBezTo>
                  <a:pt x="848089" y="88889"/>
                  <a:pt x="842729" y="92462"/>
                  <a:pt x="834242" y="92462"/>
                </a:cubicBezTo>
                <a:cubicBezTo>
                  <a:pt x="820544" y="92462"/>
                  <a:pt x="811164" y="80551"/>
                  <a:pt x="811164" y="63430"/>
                </a:cubicBezTo>
                <a:cubicBezTo>
                  <a:pt x="811164" y="47944"/>
                  <a:pt x="819354" y="37521"/>
                  <a:pt x="831413" y="37521"/>
                </a:cubicBezTo>
                <a:cubicBezTo>
                  <a:pt x="836773" y="37521"/>
                  <a:pt x="838708" y="39011"/>
                  <a:pt x="840199" y="44668"/>
                </a:cubicBezTo>
                <a:lnTo>
                  <a:pt x="841091" y="47944"/>
                </a:lnTo>
                <a:cubicBezTo>
                  <a:pt x="842282" y="52263"/>
                  <a:pt x="844963" y="54794"/>
                  <a:pt x="848239" y="54794"/>
                </a:cubicBezTo>
                <a:cubicBezTo>
                  <a:pt x="852110" y="54794"/>
                  <a:pt x="855236" y="51963"/>
                  <a:pt x="855236" y="48539"/>
                </a:cubicBezTo>
                <a:cubicBezTo>
                  <a:pt x="855236" y="40202"/>
                  <a:pt x="844813" y="33204"/>
                  <a:pt x="832306" y="33204"/>
                </a:cubicBezTo>
                <a:cubicBezTo>
                  <a:pt x="825011" y="33204"/>
                  <a:pt x="817418" y="36183"/>
                  <a:pt x="811313" y="41542"/>
                </a:cubicBezTo>
                <a:cubicBezTo>
                  <a:pt x="803868" y="48092"/>
                  <a:pt x="799699" y="58218"/>
                  <a:pt x="799699" y="70129"/>
                </a:cubicBezTo>
                <a:cubicBezTo>
                  <a:pt x="799699" y="89336"/>
                  <a:pt x="811461" y="103184"/>
                  <a:pt x="827989" y="103184"/>
                </a:cubicBezTo>
                <a:cubicBezTo>
                  <a:pt x="834689" y="103184"/>
                  <a:pt x="840644" y="100800"/>
                  <a:pt x="846006" y="96186"/>
                </a:cubicBezTo>
                <a:cubicBezTo>
                  <a:pt x="850025" y="92760"/>
                  <a:pt x="852853" y="88591"/>
                  <a:pt x="857320" y="79808"/>
                </a:cubicBezTo>
                <a:lnTo>
                  <a:pt x="855236" y="78467"/>
                </a:lnTo>
                <a:close/>
                <a:moveTo>
                  <a:pt x="927894" y="91867"/>
                </a:moveTo>
                <a:cubicBezTo>
                  <a:pt x="925364" y="93953"/>
                  <a:pt x="923578" y="94696"/>
                  <a:pt x="921344" y="94696"/>
                </a:cubicBezTo>
                <a:cubicBezTo>
                  <a:pt x="917921" y="94696"/>
                  <a:pt x="916878" y="92612"/>
                  <a:pt x="916878" y="86060"/>
                </a:cubicBezTo>
                <a:lnTo>
                  <a:pt x="916878" y="57027"/>
                </a:lnTo>
                <a:cubicBezTo>
                  <a:pt x="916878" y="49285"/>
                  <a:pt x="916133" y="44966"/>
                  <a:pt x="913899" y="41392"/>
                </a:cubicBezTo>
                <a:cubicBezTo>
                  <a:pt x="910623" y="36033"/>
                  <a:pt x="904221" y="33204"/>
                  <a:pt x="895438" y="33204"/>
                </a:cubicBezTo>
                <a:cubicBezTo>
                  <a:pt x="881441" y="33204"/>
                  <a:pt x="870424" y="40499"/>
                  <a:pt x="870424" y="49880"/>
                </a:cubicBezTo>
                <a:cubicBezTo>
                  <a:pt x="870424" y="53304"/>
                  <a:pt x="873253" y="56282"/>
                  <a:pt x="876826" y="56282"/>
                </a:cubicBezTo>
                <a:cubicBezTo>
                  <a:pt x="880398" y="56282"/>
                  <a:pt x="883526" y="53304"/>
                  <a:pt x="883526" y="50028"/>
                </a:cubicBezTo>
                <a:cubicBezTo>
                  <a:pt x="883526" y="49432"/>
                  <a:pt x="883376" y="48689"/>
                  <a:pt x="883229" y="47647"/>
                </a:cubicBezTo>
                <a:cubicBezTo>
                  <a:pt x="882931" y="46306"/>
                  <a:pt x="882781" y="45116"/>
                  <a:pt x="882781" y="44073"/>
                </a:cubicBezTo>
                <a:cubicBezTo>
                  <a:pt x="882781" y="40054"/>
                  <a:pt x="887545" y="36778"/>
                  <a:pt x="893502" y="36778"/>
                </a:cubicBezTo>
                <a:cubicBezTo>
                  <a:pt x="900797" y="36778"/>
                  <a:pt x="904816" y="41094"/>
                  <a:pt x="904816" y="49135"/>
                </a:cubicBezTo>
                <a:lnTo>
                  <a:pt x="904816" y="58218"/>
                </a:lnTo>
                <a:cubicBezTo>
                  <a:pt x="882036" y="67301"/>
                  <a:pt x="879357" y="68639"/>
                  <a:pt x="872955" y="74298"/>
                </a:cubicBezTo>
                <a:cubicBezTo>
                  <a:pt x="869679" y="77277"/>
                  <a:pt x="867593" y="82339"/>
                  <a:pt x="867593" y="87251"/>
                </a:cubicBezTo>
                <a:cubicBezTo>
                  <a:pt x="867593" y="96631"/>
                  <a:pt x="874145" y="103184"/>
                  <a:pt x="883229" y="103184"/>
                </a:cubicBezTo>
                <a:cubicBezTo>
                  <a:pt x="889779" y="103184"/>
                  <a:pt x="895883" y="100057"/>
                  <a:pt x="904966" y="92315"/>
                </a:cubicBezTo>
                <a:cubicBezTo>
                  <a:pt x="905711" y="100205"/>
                  <a:pt x="908390" y="103184"/>
                  <a:pt x="914495" y="103184"/>
                </a:cubicBezTo>
                <a:cubicBezTo>
                  <a:pt x="919556" y="103184"/>
                  <a:pt x="922685" y="101396"/>
                  <a:pt x="927894" y="95738"/>
                </a:cubicBezTo>
                <a:lnTo>
                  <a:pt x="927894" y="91867"/>
                </a:lnTo>
                <a:moveTo>
                  <a:pt x="904816" y="83382"/>
                </a:moveTo>
                <a:cubicBezTo>
                  <a:pt x="904816" y="87848"/>
                  <a:pt x="904073" y="89486"/>
                  <a:pt x="900945" y="91272"/>
                </a:cubicBezTo>
                <a:cubicBezTo>
                  <a:pt x="897224" y="93355"/>
                  <a:pt x="893205" y="94548"/>
                  <a:pt x="890076" y="94548"/>
                </a:cubicBezTo>
                <a:cubicBezTo>
                  <a:pt x="884867" y="94548"/>
                  <a:pt x="880698" y="89486"/>
                  <a:pt x="880698" y="83082"/>
                </a:cubicBezTo>
                <a:lnTo>
                  <a:pt x="880698" y="82486"/>
                </a:lnTo>
                <a:cubicBezTo>
                  <a:pt x="880845" y="73553"/>
                  <a:pt x="887398" y="67896"/>
                  <a:pt x="904816" y="61792"/>
                </a:cubicBezTo>
                <a:lnTo>
                  <a:pt x="904816" y="83382"/>
                </a:lnTo>
                <a:close/>
                <a:moveTo>
                  <a:pt x="966160" y="34692"/>
                </a:moveTo>
                <a:lnTo>
                  <a:pt x="951122" y="34692"/>
                </a:lnTo>
                <a:lnTo>
                  <a:pt x="951122" y="17421"/>
                </a:lnTo>
                <a:cubicBezTo>
                  <a:pt x="951122" y="15933"/>
                  <a:pt x="950825" y="15485"/>
                  <a:pt x="950079" y="15485"/>
                </a:cubicBezTo>
                <a:cubicBezTo>
                  <a:pt x="941444" y="27992"/>
                  <a:pt x="936977" y="33054"/>
                  <a:pt x="932661" y="35585"/>
                </a:cubicBezTo>
                <a:cubicBezTo>
                  <a:pt x="931023" y="36628"/>
                  <a:pt x="930128" y="37521"/>
                  <a:pt x="930128" y="38416"/>
                </a:cubicBezTo>
                <a:cubicBezTo>
                  <a:pt x="930128" y="38861"/>
                  <a:pt x="930277" y="39159"/>
                  <a:pt x="930725" y="39456"/>
                </a:cubicBezTo>
                <a:lnTo>
                  <a:pt x="938615" y="39456"/>
                </a:lnTo>
                <a:lnTo>
                  <a:pt x="938615" y="84274"/>
                </a:lnTo>
                <a:cubicBezTo>
                  <a:pt x="938615" y="96781"/>
                  <a:pt x="943082" y="103184"/>
                  <a:pt x="951867" y="103184"/>
                </a:cubicBezTo>
                <a:cubicBezTo>
                  <a:pt x="959163" y="103184"/>
                  <a:pt x="964820" y="99610"/>
                  <a:pt x="969734" y="91867"/>
                </a:cubicBezTo>
                <a:lnTo>
                  <a:pt x="967798" y="90229"/>
                </a:lnTo>
                <a:cubicBezTo>
                  <a:pt x="964522" y="94100"/>
                  <a:pt x="962141" y="95441"/>
                  <a:pt x="958865" y="95441"/>
                </a:cubicBezTo>
                <a:cubicBezTo>
                  <a:pt x="953356" y="95441"/>
                  <a:pt x="951122" y="91422"/>
                  <a:pt x="951122" y="82041"/>
                </a:cubicBezTo>
                <a:lnTo>
                  <a:pt x="951122" y="39456"/>
                </a:lnTo>
                <a:lnTo>
                  <a:pt x="966160" y="39456"/>
                </a:lnTo>
                <a:lnTo>
                  <a:pt x="966160" y="34692"/>
                </a:lnTo>
                <a:close/>
                <a:moveTo>
                  <a:pt x="971967" y="101693"/>
                </a:moveTo>
                <a:lnTo>
                  <a:pt x="1007254" y="101693"/>
                </a:lnTo>
                <a:lnTo>
                  <a:pt x="1007254" y="99460"/>
                </a:lnTo>
                <a:cubicBezTo>
                  <a:pt x="997428" y="98717"/>
                  <a:pt x="996386" y="97377"/>
                  <a:pt x="996236" y="86508"/>
                </a:cubicBezTo>
                <a:lnTo>
                  <a:pt x="996236" y="33649"/>
                </a:lnTo>
                <a:lnTo>
                  <a:pt x="995640" y="33204"/>
                </a:lnTo>
                <a:lnTo>
                  <a:pt x="972562" y="41392"/>
                </a:lnTo>
                <a:lnTo>
                  <a:pt x="972562" y="43625"/>
                </a:lnTo>
                <a:lnTo>
                  <a:pt x="973755" y="43478"/>
                </a:lnTo>
                <a:cubicBezTo>
                  <a:pt x="975541" y="43180"/>
                  <a:pt x="977327" y="43030"/>
                  <a:pt x="978817" y="43030"/>
                </a:cubicBezTo>
                <a:cubicBezTo>
                  <a:pt x="982391" y="43030"/>
                  <a:pt x="983729" y="45413"/>
                  <a:pt x="983729" y="51963"/>
                </a:cubicBezTo>
                <a:lnTo>
                  <a:pt x="983729" y="86508"/>
                </a:lnTo>
                <a:cubicBezTo>
                  <a:pt x="983431" y="97524"/>
                  <a:pt x="982093" y="99015"/>
                  <a:pt x="971967" y="99460"/>
                </a:cubicBezTo>
                <a:lnTo>
                  <a:pt x="971967" y="101693"/>
                </a:lnTo>
                <a:moveTo>
                  <a:pt x="988643" y="0"/>
                </a:moveTo>
                <a:cubicBezTo>
                  <a:pt x="984624" y="0"/>
                  <a:pt x="981198" y="3426"/>
                  <a:pt x="981198" y="7595"/>
                </a:cubicBezTo>
                <a:cubicBezTo>
                  <a:pt x="981198" y="11912"/>
                  <a:pt x="984474" y="15188"/>
                  <a:pt x="988643" y="15188"/>
                </a:cubicBezTo>
                <a:cubicBezTo>
                  <a:pt x="993110" y="15188"/>
                  <a:pt x="996386" y="11912"/>
                  <a:pt x="996386" y="7595"/>
                </a:cubicBezTo>
                <a:cubicBezTo>
                  <a:pt x="996386" y="3276"/>
                  <a:pt x="992962" y="0"/>
                  <a:pt x="988643" y="0"/>
                </a:cubicBezTo>
                <a:close/>
                <a:moveTo>
                  <a:pt x="1048201" y="33204"/>
                </a:moveTo>
                <a:cubicBezTo>
                  <a:pt x="1028695" y="33204"/>
                  <a:pt x="1015295" y="47497"/>
                  <a:pt x="1015295" y="68044"/>
                </a:cubicBezTo>
                <a:cubicBezTo>
                  <a:pt x="1015295" y="88293"/>
                  <a:pt x="1029142" y="103184"/>
                  <a:pt x="1047901" y="103184"/>
                </a:cubicBezTo>
                <a:cubicBezTo>
                  <a:pt x="1066663" y="103184"/>
                  <a:pt x="1080955" y="87550"/>
                  <a:pt x="1080955" y="66853"/>
                </a:cubicBezTo>
                <a:cubicBezTo>
                  <a:pt x="1080955" y="47199"/>
                  <a:pt x="1067258" y="33204"/>
                  <a:pt x="1048201" y="33204"/>
                </a:cubicBezTo>
                <a:moveTo>
                  <a:pt x="1046266" y="37373"/>
                </a:moveTo>
                <a:cubicBezTo>
                  <a:pt x="1058772" y="37373"/>
                  <a:pt x="1067556" y="51666"/>
                  <a:pt x="1067556" y="72065"/>
                </a:cubicBezTo>
                <a:cubicBezTo>
                  <a:pt x="1067556" y="89039"/>
                  <a:pt x="1060856" y="99015"/>
                  <a:pt x="1049689" y="99015"/>
                </a:cubicBezTo>
                <a:cubicBezTo>
                  <a:pt x="1043882" y="99015"/>
                  <a:pt x="1038373" y="95441"/>
                  <a:pt x="1035247" y="89486"/>
                </a:cubicBezTo>
                <a:cubicBezTo>
                  <a:pt x="1031078" y="81743"/>
                  <a:pt x="1028695" y="71320"/>
                  <a:pt x="1028695" y="60749"/>
                </a:cubicBezTo>
                <a:cubicBezTo>
                  <a:pt x="1028695" y="46604"/>
                  <a:pt x="1035544" y="37373"/>
                  <a:pt x="1046266" y="37373"/>
                </a:cubicBezTo>
                <a:close/>
                <a:moveTo>
                  <a:pt x="1088550" y="101693"/>
                </a:moveTo>
                <a:lnTo>
                  <a:pt x="1120116" y="101693"/>
                </a:lnTo>
                <a:lnTo>
                  <a:pt x="1120116" y="99460"/>
                </a:lnTo>
                <a:cubicBezTo>
                  <a:pt x="1112670" y="99015"/>
                  <a:pt x="1110287" y="97079"/>
                  <a:pt x="1110287" y="91719"/>
                </a:cubicBezTo>
                <a:lnTo>
                  <a:pt x="1110287" y="49880"/>
                </a:lnTo>
                <a:cubicBezTo>
                  <a:pt x="1117435" y="43180"/>
                  <a:pt x="1120711" y="41392"/>
                  <a:pt x="1125625" y="41392"/>
                </a:cubicBezTo>
                <a:cubicBezTo>
                  <a:pt x="1132920" y="41392"/>
                  <a:pt x="1136494" y="46009"/>
                  <a:pt x="1136494" y="55835"/>
                </a:cubicBezTo>
                <a:lnTo>
                  <a:pt x="1136494" y="86953"/>
                </a:lnTo>
                <a:cubicBezTo>
                  <a:pt x="1136196" y="96631"/>
                  <a:pt x="1134408" y="99015"/>
                  <a:pt x="1127113" y="99460"/>
                </a:cubicBezTo>
                <a:lnTo>
                  <a:pt x="1127113" y="101693"/>
                </a:lnTo>
                <a:lnTo>
                  <a:pt x="1158084" y="101693"/>
                </a:lnTo>
                <a:lnTo>
                  <a:pt x="1158084" y="99460"/>
                </a:lnTo>
                <a:cubicBezTo>
                  <a:pt x="1150786" y="98717"/>
                  <a:pt x="1149148" y="96929"/>
                  <a:pt x="1149001" y="89634"/>
                </a:cubicBezTo>
                <a:lnTo>
                  <a:pt x="1149001" y="55537"/>
                </a:lnTo>
                <a:cubicBezTo>
                  <a:pt x="1149001" y="41542"/>
                  <a:pt x="1142448" y="33204"/>
                  <a:pt x="1131432" y="33204"/>
                </a:cubicBezTo>
                <a:cubicBezTo>
                  <a:pt x="1124582" y="33204"/>
                  <a:pt x="1119966" y="35735"/>
                  <a:pt x="1109842" y="45263"/>
                </a:cubicBezTo>
                <a:lnTo>
                  <a:pt x="1109842" y="33502"/>
                </a:lnTo>
                <a:lnTo>
                  <a:pt x="1108799" y="33204"/>
                </a:lnTo>
                <a:cubicBezTo>
                  <a:pt x="1101056" y="36033"/>
                  <a:pt x="1095995" y="37671"/>
                  <a:pt x="1088252" y="39904"/>
                </a:cubicBezTo>
                <a:lnTo>
                  <a:pt x="1088252" y="42435"/>
                </a:lnTo>
                <a:cubicBezTo>
                  <a:pt x="1089295" y="41990"/>
                  <a:pt x="1090635" y="41840"/>
                  <a:pt x="1092273" y="41840"/>
                </a:cubicBezTo>
                <a:cubicBezTo>
                  <a:pt x="1096442" y="41840"/>
                  <a:pt x="1097780" y="44073"/>
                  <a:pt x="1097780" y="51368"/>
                </a:cubicBezTo>
                <a:lnTo>
                  <a:pt x="1097780" y="88293"/>
                </a:lnTo>
                <a:cubicBezTo>
                  <a:pt x="1097633" y="97079"/>
                  <a:pt x="1095995" y="99015"/>
                  <a:pt x="1088550" y="99460"/>
                </a:cubicBezTo>
                <a:lnTo>
                  <a:pt x="1088550" y="101693"/>
                </a:lnTo>
                <a:close/>
                <a:moveTo>
                  <a:pt x="1207663" y="54942"/>
                </a:moveTo>
                <a:lnTo>
                  <a:pt x="1207068" y="34544"/>
                </a:lnTo>
                <a:lnTo>
                  <a:pt x="1205430" y="34544"/>
                </a:lnTo>
                <a:cubicBezTo>
                  <a:pt x="1204687" y="35735"/>
                  <a:pt x="1203941" y="36183"/>
                  <a:pt x="1203049" y="36183"/>
                </a:cubicBezTo>
                <a:cubicBezTo>
                  <a:pt x="1202156" y="36183"/>
                  <a:pt x="1200665" y="35885"/>
                  <a:pt x="1199027" y="35140"/>
                </a:cubicBezTo>
                <a:cubicBezTo>
                  <a:pt x="1195604" y="33949"/>
                  <a:pt x="1192180" y="33204"/>
                  <a:pt x="1188606" y="33204"/>
                </a:cubicBezTo>
                <a:cubicBezTo>
                  <a:pt x="1176842" y="33204"/>
                  <a:pt x="1168357" y="40947"/>
                  <a:pt x="1168357" y="51666"/>
                </a:cubicBezTo>
                <a:cubicBezTo>
                  <a:pt x="1168357" y="60004"/>
                  <a:pt x="1173121" y="65960"/>
                  <a:pt x="1185778" y="73108"/>
                </a:cubicBezTo>
                <a:lnTo>
                  <a:pt x="1194413" y="78020"/>
                </a:lnTo>
                <a:cubicBezTo>
                  <a:pt x="1199623" y="80998"/>
                  <a:pt x="1202156" y="84572"/>
                  <a:pt x="1202156" y="89186"/>
                </a:cubicBezTo>
                <a:cubicBezTo>
                  <a:pt x="1202156" y="95738"/>
                  <a:pt x="1197389" y="99907"/>
                  <a:pt x="1189797" y="99907"/>
                </a:cubicBezTo>
                <a:cubicBezTo>
                  <a:pt x="1179523" y="99907"/>
                  <a:pt x="1174311" y="94250"/>
                  <a:pt x="1170887" y="79063"/>
                </a:cubicBezTo>
                <a:lnTo>
                  <a:pt x="1168504" y="79063"/>
                </a:lnTo>
                <a:lnTo>
                  <a:pt x="1168504" y="102291"/>
                </a:lnTo>
                <a:lnTo>
                  <a:pt x="1170440" y="102291"/>
                </a:lnTo>
                <a:cubicBezTo>
                  <a:pt x="1171483" y="100800"/>
                  <a:pt x="1172078" y="100503"/>
                  <a:pt x="1173866" y="100503"/>
                </a:cubicBezTo>
                <a:cubicBezTo>
                  <a:pt x="1175504" y="100503"/>
                  <a:pt x="1177290" y="100800"/>
                  <a:pt x="1180713" y="101693"/>
                </a:cubicBezTo>
                <a:cubicBezTo>
                  <a:pt x="1184735" y="102588"/>
                  <a:pt x="1188606" y="103184"/>
                  <a:pt x="1191582" y="103184"/>
                </a:cubicBezTo>
                <a:cubicBezTo>
                  <a:pt x="1203196" y="103184"/>
                  <a:pt x="1212577" y="94548"/>
                  <a:pt x="1212577" y="84124"/>
                </a:cubicBezTo>
                <a:cubicBezTo>
                  <a:pt x="1212577" y="76679"/>
                  <a:pt x="1209003" y="71768"/>
                  <a:pt x="1200070" y="66406"/>
                </a:cubicBezTo>
                <a:lnTo>
                  <a:pt x="1183990" y="56877"/>
                </a:lnTo>
                <a:cubicBezTo>
                  <a:pt x="1179821" y="54346"/>
                  <a:pt x="1177587" y="50773"/>
                  <a:pt x="1177587" y="46754"/>
                </a:cubicBezTo>
                <a:cubicBezTo>
                  <a:pt x="1177587" y="40649"/>
                  <a:pt x="1182204" y="36628"/>
                  <a:pt x="1189051" y="36628"/>
                </a:cubicBezTo>
                <a:cubicBezTo>
                  <a:pt x="1197539" y="36628"/>
                  <a:pt x="1202006" y="41542"/>
                  <a:pt x="1205430" y="54942"/>
                </a:cubicBezTo>
                <a:lnTo>
                  <a:pt x="1207663" y="54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A96BE-DB35-45E2-848A-5714C68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549" y="286004"/>
            <a:ext cx="2578185" cy="3071880"/>
          </a:xfrm>
          <a:custGeom xmlns:a="http://schemas.openxmlformats.org/drawingml/2006/main">
            <a:pathLst>
              <a:path w="2578185" h="3071880" fill="none">
                <a:moveTo>
                  <a:pt x="0" y="3071880"/>
                </a:moveTo>
                <a:lnTo>
                  <a:pt x="2578185" y="3071880"/>
                </a:lnTo>
                <a:lnTo>
                  <a:pt x="2578185" y="0"/>
                </a:lnTo>
                <a:lnTo>
                  <a:pt x="0" y="0"/>
                </a:lnTo>
                <a:lnTo>
                  <a:pt x="0" y="30718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3558A-8BCA-4B1B-A1D4-7259852F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401" y="417544"/>
            <a:ext cx="424287" cy="517204"/>
          </a:xfrm>
          <a:custGeom xmlns:a="http://schemas.openxmlformats.org/drawingml/2006/main">
            <a:pathLst>
              <a:path w="424287" h="517204">
                <a:moveTo>
                  <a:pt x="0" y="31905"/>
                </a:moveTo>
                <a:lnTo>
                  <a:pt x="63811" y="63811"/>
                </a:lnTo>
                <a:lnTo>
                  <a:pt x="63811" y="42541"/>
                </a:lnTo>
                <a:lnTo>
                  <a:pt x="229962" y="42541"/>
                </a:lnTo>
                <a:lnTo>
                  <a:pt x="229962" y="517204"/>
                </a:lnTo>
                <a:lnTo>
                  <a:pt x="424287" y="517204"/>
                </a:lnTo>
                <a:lnTo>
                  <a:pt x="424287" y="495934"/>
                </a:lnTo>
                <a:lnTo>
                  <a:pt x="251232" y="495934"/>
                </a:lnTo>
                <a:lnTo>
                  <a:pt x="251232" y="21270"/>
                </a:lnTo>
                <a:lnTo>
                  <a:pt x="63811" y="21270"/>
                </a:lnTo>
                <a:lnTo>
                  <a:pt x="63811" y="0"/>
                </a:lnTo>
                <a:lnTo>
                  <a:pt x="0" y="31905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3860B-77A6-4AE9-B819-18BBABB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835" y="545166"/>
            <a:ext cx="424287" cy="523921"/>
          </a:xfrm>
          <a:custGeom xmlns:a="http://schemas.openxmlformats.org/drawingml/2006/main">
            <a:pathLst>
              <a:path w="424287" h="523921">
                <a:moveTo>
                  <a:pt x="0" y="0"/>
                </a:moveTo>
                <a:lnTo>
                  <a:pt x="0" y="21270"/>
                </a:lnTo>
                <a:lnTo>
                  <a:pt x="102247" y="21270"/>
                </a:lnTo>
                <a:lnTo>
                  <a:pt x="102247" y="502651"/>
                </a:lnTo>
                <a:lnTo>
                  <a:pt x="360476" y="502651"/>
                </a:lnTo>
                <a:lnTo>
                  <a:pt x="360476" y="523921"/>
                </a:lnTo>
                <a:lnTo>
                  <a:pt x="424287" y="492016"/>
                </a:lnTo>
                <a:lnTo>
                  <a:pt x="360476" y="460110"/>
                </a:lnTo>
                <a:lnTo>
                  <a:pt x="360476" y="481381"/>
                </a:lnTo>
                <a:lnTo>
                  <a:pt x="123517" y="481381"/>
                </a:lnTo>
                <a:lnTo>
                  <a:pt x="1235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E7EBE-39F4-45ED-B6A7-C137DB0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8" y="470160"/>
            <a:ext cx="355998" cy="635870"/>
          </a:xfrm>
          <a:custGeom xmlns:a="http://schemas.openxmlformats.org/drawingml/2006/main">
            <a:pathLst>
              <a:path w="355998" h="635870">
                <a:moveTo>
                  <a:pt x="292187" y="63811"/>
                </a:moveTo>
                <a:lnTo>
                  <a:pt x="355998" y="31905"/>
                </a:lnTo>
                <a:lnTo>
                  <a:pt x="292187" y="0"/>
                </a:lnTo>
                <a:lnTo>
                  <a:pt x="292187" y="21270"/>
                </a:lnTo>
                <a:lnTo>
                  <a:pt x="198243" y="21270"/>
                </a:lnTo>
                <a:lnTo>
                  <a:pt x="198243" y="614600"/>
                </a:lnTo>
                <a:lnTo>
                  <a:pt x="0" y="614600"/>
                </a:lnTo>
                <a:lnTo>
                  <a:pt x="0" y="635870"/>
                </a:lnTo>
                <a:lnTo>
                  <a:pt x="219513" y="635870"/>
                </a:lnTo>
                <a:lnTo>
                  <a:pt x="219513" y="42541"/>
                </a:lnTo>
                <a:lnTo>
                  <a:pt x="292187" y="42541"/>
                </a:lnTo>
                <a:lnTo>
                  <a:pt x="292187" y="6381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9EC15-AA92-432E-9FE0-EF3967A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039" y="2866988"/>
            <a:ext cx="1370256" cy="275395"/>
          </a:xfrm>
          <a:custGeom xmlns:a="http://schemas.openxmlformats.org/drawingml/2006/main">
            <a:pathLst>
              <a:path w="1370256" h="275395">
                <a:moveTo>
                  <a:pt x="0" y="275395"/>
                </a:moveTo>
                <a:lnTo>
                  <a:pt x="0" y="0"/>
                </a:lnTo>
                <a:lnTo>
                  <a:pt x="1370256" y="0"/>
                </a:lnTo>
                <a:lnTo>
                  <a:pt x="1370256" y="275395"/>
                </a:lnTo>
                <a:lnTo>
                  <a:pt x="0" y="275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CIVcategorization">
            <a:extLst xmlns:a="http://schemas.openxmlformats.org/drawingml/2006/main">
              <a:ext uri="{FF2B5EF4-FFF2-40B4-BE49-F238E27FC236}">
                <a16:creationId xmlns:a16="http://schemas.microsoft.com/office/drawing/2014/main" id="{5CBA9618-2E99-4405-8D34-1EFCEF74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575" y="2868807"/>
            <a:ext cx="1129107" cy="134354"/>
          </a:xfrm>
          <a:custGeom xmlns:a="http://schemas.openxmlformats.org/drawingml/2006/main">
            <a:pathLst>
              <a:path w="1129107" h="134354">
                <a:moveTo>
                  <a:pt x="88276" y="34596"/>
                </a:moveTo>
                <a:lnTo>
                  <a:pt x="86934" y="1044"/>
                </a:lnTo>
                <a:lnTo>
                  <a:pt x="83803" y="1044"/>
                </a:lnTo>
                <a:cubicBezTo>
                  <a:pt x="82909" y="4175"/>
                  <a:pt x="80522" y="5966"/>
                  <a:pt x="77539" y="5966"/>
                </a:cubicBezTo>
                <a:cubicBezTo>
                  <a:pt x="76196" y="5966"/>
                  <a:pt x="73960" y="5518"/>
                  <a:pt x="71723" y="4771"/>
                </a:cubicBezTo>
                <a:cubicBezTo>
                  <a:pt x="64417" y="2237"/>
                  <a:pt x="56961" y="1044"/>
                  <a:pt x="49953" y="1044"/>
                </a:cubicBezTo>
                <a:cubicBezTo>
                  <a:pt x="37725" y="1044"/>
                  <a:pt x="25349" y="5668"/>
                  <a:pt x="16103" y="13868"/>
                </a:cubicBezTo>
                <a:cubicBezTo>
                  <a:pt x="5666" y="23113"/>
                  <a:pt x="0" y="36833"/>
                  <a:pt x="0" y="53236"/>
                </a:cubicBezTo>
                <a:cubicBezTo>
                  <a:pt x="0" y="83655"/>
                  <a:pt x="19832" y="103935"/>
                  <a:pt x="49507" y="103935"/>
                </a:cubicBezTo>
                <a:cubicBezTo>
                  <a:pt x="66355" y="103935"/>
                  <a:pt x="81268" y="97075"/>
                  <a:pt x="90215" y="84997"/>
                </a:cubicBezTo>
                <a:lnTo>
                  <a:pt x="87530" y="82312"/>
                </a:lnTo>
                <a:cubicBezTo>
                  <a:pt x="76645" y="92899"/>
                  <a:pt x="66654" y="97373"/>
                  <a:pt x="54278" y="97373"/>
                </a:cubicBezTo>
                <a:cubicBezTo>
                  <a:pt x="44883" y="97373"/>
                  <a:pt x="36533" y="94392"/>
                  <a:pt x="30121" y="88724"/>
                </a:cubicBezTo>
                <a:cubicBezTo>
                  <a:pt x="21918" y="81418"/>
                  <a:pt x="17297" y="67998"/>
                  <a:pt x="17297" y="51297"/>
                </a:cubicBezTo>
                <a:cubicBezTo>
                  <a:pt x="17297" y="24307"/>
                  <a:pt x="31165" y="7010"/>
                  <a:pt x="52785" y="7010"/>
                </a:cubicBezTo>
                <a:cubicBezTo>
                  <a:pt x="61286" y="7010"/>
                  <a:pt x="69040" y="10141"/>
                  <a:pt x="75004" y="15957"/>
                </a:cubicBezTo>
                <a:cubicBezTo>
                  <a:pt x="79775" y="20728"/>
                  <a:pt x="82012" y="24903"/>
                  <a:pt x="84847" y="34596"/>
                </a:cubicBezTo>
                <a:lnTo>
                  <a:pt x="88276" y="34596"/>
                </a:lnTo>
                <a:close/>
                <a:moveTo>
                  <a:pt x="97967" y="101846"/>
                </a:moveTo>
                <a:lnTo>
                  <a:pt x="142254" y="101846"/>
                </a:lnTo>
                <a:lnTo>
                  <a:pt x="142254" y="99013"/>
                </a:lnTo>
                <a:cubicBezTo>
                  <a:pt x="130027" y="98715"/>
                  <a:pt x="127940" y="96629"/>
                  <a:pt x="127642" y="85593"/>
                </a:cubicBezTo>
                <a:lnTo>
                  <a:pt x="127642" y="19386"/>
                </a:lnTo>
                <a:cubicBezTo>
                  <a:pt x="127940" y="8203"/>
                  <a:pt x="129879" y="6412"/>
                  <a:pt x="142254" y="5966"/>
                </a:cubicBezTo>
                <a:lnTo>
                  <a:pt x="142254" y="3133"/>
                </a:lnTo>
                <a:lnTo>
                  <a:pt x="97967" y="3133"/>
                </a:lnTo>
                <a:lnTo>
                  <a:pt x="97967" y="5966"/>
                </a:lnTo>
                <a:cubicBezTo>
                  <a:pt x="110643" y="6710"/>
                  <a:pt x="112284" y="8203"/>
                  <a:pt x="112432" y="19386"/>
                </a:cubicBezTo>
                <a:lnTo>
                  <a:pt x="112432" y="85593"/>
                </a:lnTo>
                <a:cubicBezTo>
                  <a:pt x="112284" y="96927"/>
                  <a:pt x="110493" y="98567"/>
                  <a:pt x="97967" y="99013"/>
                </a:cubicBezTo>
                <a:lnTo>
                  <a:pt x="97967" y="101846"/>
                </a:lnTo>
                <a:close/>
                <a:moveTo>
                  <a:pt x="248873" y="3133"/>
                </a:moveTo>
                <a:lnTo>
                  <a:pt x="218304" y="3133"/>
                </a:lnTo>
                <a:lnTo>
                  <a:pt x="218304" y="5966"/>
                </a:lnTo>
                <a:cubicBezTo>
                  <a:pt x="226506" y="6562"/>
                  <a:pt x="229189" y="8052"/>
                  <a:pt x="229189" y="12228"/>
                </a:cubicBezTo>
                <a:cubicBezTo>
                  <a:pt x="229189" y="14614"/>
                  <a:pt x="228147" y="18640"/>
                  <a:pt x="226356" y="23113"/>
                </a:cubicBezTo>
                <a:lnTo>
                  <a:pt x="204436" y="77839"/>
                </a:lnTo>
                <a:lnTo>
                  <a:pt x="181919" y="27438"/>
                </a:lnTo>
                <a:cubicBezTo>
                  <a:pt x="177000" y="16403"/>
                  <a:pt x="175805" y="13124"/>
                  <a:pt x="175805" y="10885"/>
                </a:cubicBezTo>
                <a:cubicBezTo>
                  <a:pt x="175805" y="7905"/>
                  <a:pt x="177894" y="6562"/>
                  <a:pt x="182665" y="6264"/>
                </a:cubicBezTo>
                <a:cubicBezTo>
                  <a:pt x="183412" y="6264"/>
                  <a:pt x="185052" y="6114"/>
                  <a:pt x="186991" y="5966"/>
                </a:cubicBezTo>
                <a:lnTo>
                  <a:pt x="186991" y="3133"/>
                </a:lnTo>
                <a:lnTo>
                  <a:pt x="147325" y="3133"/>
                </a:lnTo>
                <a:lnTo>
                  <a:pt x="147325" y="5966"/>
                </a:lnTo>
                <a:cubicBezTo>
                  <a:pt x="154631" y="6264"/>
                  <a:pt x="156720" y="8350"/>
                  <a:pt x="163132" y="21622"/>
                </a:cubicBezTo>
                <a:lnTo>
                  <a:pt x="199814" y="103487"/>
                </a:lnTo>
                <a:lnTo>
                  <a:pt x="202051" y="103487"/>
                </a:lnTo>
                <a:lnTo>
                  <a:pt x="235155" y="19834"/>
                </a:lnTo>
                <a:cubicBezTo>
                  <a:pt x="240076" y="8052"/>
                  <a:pt x="241715" y="6412"/>
                  <a:pt x="248873" y="5966"/>
                </a:cubicBezTo>
                <a:lnTo>
                  <a:pt x="248873" y="3133"/>
                </a:lnTo>
                <a:close/>
                <a:moveTo>
                  <a:pt x="346544" y="78585"/>
                </a:moveTo>
                <a:cubicBezTo>
                  <a:pt x="339386" y="89022"/>
                  <a:pt x="334019" y="92601"/>
                  <a:pt x="325518" y="92601"/>
                </a:cubicBezTo>
                <a:cubicBezTo>
                  <a:pt x="311800" y="92601"/>
                  <a:pt x="302405" y="80672"/>
                  <a:pt x="302405" y="63525"/>
                </a:cubicBezTo>
                <a:cubicBezTo>
                  <a:pt x="302405" y="48016"/>
                  <a:pt x="310608" y="37577"/>
                  <a:pt x="322685" y="37577"/>
                </a:cubicBezTo>
                <a:cubicBezTo>
                  <a:pt x="328053" y="37577"/>
                  <a:pt x="329991" y="39070"/>
                  <a:pt x="331484" y="44735"/>
                </a:cubicBezTo>
                <a:lnTo>
                  <a:pt x="332378" y="48016"/>
                </a:lnTo>
                <a:cubicBezTo>
                  <a:pt x="333570" y="52342"/>
                  <a:pt x="336255" y="54876"/>
                  <a:pt x="339536" y="54876"/>
                </a:cubicBezTo>
                <a:cubicBezTo>
                  <a:pt x="343413" y="54876"/>
                  <a:pt x="346544" y="52041"/>
                  <a:pt x="346544" y="48612"/>
                </a:cubicBezTo>
                <a:cubicBezTo>
                  <a:pt x="346544" y="40262"/>
                  <a:pt x="336105" y="33254"/>
                  <a:pt x="323579" y="33254"/>
                </a:cubicBezTo>
                <a:cubicBezTo>
                  <a:pt x="316273" y="33254"/>
                  <a:pt x="308669" y="36237"/>
                  <a:pt x="302555" y="41604"/>
                </a:cubicBezTo>
                <a:cubicBezTo>
                  <a:pt x="295099" y="48164"/>
                  <a:pt x="290924" y="58305"/>
                  <a:pt x="290924" y="70235"/>
                </a:cubicBezTo>
                <a:cubicBezTo>
                  <a:pt x="290924" y="89471"/>
                  <a:pt x="302703" y="103339"/>
                  <a:pt x="319256" y="103339"/>
                </a:cubicBezTo>
                <a:cubicBezTo>
                  <a:pt x="325966" y="103339"/>
                  <a:pt x="331930" y="100952"/>
                  <a:pt x="337300" y="96331"/>
                </a:cubicBezTo>
                <a:cubicBezTo>
                  <a:pt x="341325" y="92899"/>
                  <a:pt x="344158" y="88724"/>
                  <a:pt x="348631" y="79928"/>
                </a:cubicBezTo>
                <a:lnTo>
                  <a:pt x="346544" y="78585"/>
                </a:lnTo>
                <a:close/>
                <a:moveTo>
                  <a:pt x="418864" y="92005"/>
                </a:moveTo>
                <a:cubicBezTo>
                  <a:pt x="416329" y="94094"/>
                  <a:pt x="414541" y="94838"/>
                  <a:pt x="412304" y="94838"/>
                </a:cubicBezTo>
                <a:cubicBezTo>
                  <a:pt x="408875" y="94838"/>
                  <a:pt x="407831" y="92752"/>
                  <a:pt x="407831" y="86190"/>
                </a:cubicBezTo>
                <a:lnTo>
                  <a:pt x="407831" y="57113"/>
                </a:lnTo>
                <a:cubicBezTo>
                  <a:pt x="407831" y="49359"/>
                  <a:pt x="407084" y="45033"/>
                  <a:pt x="404848" y="41454"/>
                </a:cubicBezTo>
                <a:cubicBezTo>
                  <a:pt x="401567" y="36087"/>
                  <a:pt x="395155" y="33254"/>
                  <a:pt x="386358" y="33254"/>
                </a:cubicBezTo>
                <a:cubicBezTo>
                  <a:pt x="372340" y="33254"/>
                  <a:pt x="361307" y="40560"/>
                  <a:pt x="361307" y="49955"/>
                </a:cubicBezTo>
                <a:cubicBezTo>
                  <a:pt x="361307" y="53384"/>
                  <a:pt x="364140" y="56367"/>
                  <a:pt x="367719" y="56367"/>
                </a:cubicBezTo>
                <a:cubicBezTo>
                  <a:pt x="371296" y="56367"/>
                  <a:pt x="374429" y="53384"/>
                  <a:pt x="374429" y="50103"/>
                </a:cubicBezTo>
                <a:cubicBezTo>
                  <a:pt x="374429" y="49507"/>
                  <a:pt x="374279" y="48763"/>
                  <a:pt x="374131" y="47718"/>
                </a:cubicBezTo>
                <a:cubicBezTo>
                  <a:pt x="373833" y="46376"/>
                  <a:pt x="373683" y="45184"/>
                  <a:pt x="373683" y="44139"/>
                </a:cubicBezTo>
                <a:cubicBezTo>
                  <a:pt x="373683" y="40114"/>
                  <a:pt x="378454" y="36833"/>
                  <a:pt x="384420" y="36833"/>
                </a:cubicBezTo>
                <a:cubicBezTo>
                  <a:pt x="391726" y="36833"/>
                  <a:pt x="395751" y="41156"/>
                  <a:pt x="395751" y="49209"/>
                </a:cubicBezTo>
                <a:lnTo>
                  <a:pt x="395751" y="58305"/>
                </a:lnTo>
                <a:cubicBezTo>
                  <a:pt x="372936" y="67402"/>
                  <a:pt x="370254" y="68742"/>
                  <a:pt x="363842" y="74410"/>
                </a:cubicBezTo>
                <a:cubicBezTo>
                  <a:pt x="360561" y="77393"/>
                  <a:pt x="358472" y="82463"/>
                  <a:pt x="358472" y="87382"/>
                </a:cubicBezTo>
                <a:cubicBezTo>
                  <a:pt x="358472" y="96777"/>
                  <a:pt x="365034" y="103339"/>
                  <a:pt x="374131" y="103339"/>
                </a:cubicBezTo>
                <a:cubicBezTo>
                  <a:pt x="380691" y="103339"/>
                  <a:pt x="386804" y="100208"/>
                  <a:pt x="395901" y="92454"/>
                </a:cubicBezTo>
                <a:cubicBezTo>
                  <a:pt x="396647" y="100356"/>
                  <a:pt x="399330" y="103339"/>
                  <a:pt x="405444" y="103339"/>
                </a:cubicBezTo>
                <a:cubicBezTo>
                  <a:pt x="410513" y="103339"/>
                  <a:pt x="413646" y="101548"/>
                  <a:pt x="418864" y="95882"/>
                </a:cubicBezTo>
                <a:lnTo>
                  <a:pt x="418864" y="92005"/>
                </a:lnTo>
                <a:moveTo>
                  <a:pt x="395751" y="83507"/>
                </a:moveTo>
                <a:cubicBezTo>
                  <a:pt x="395751" y="87980"/>
                  <a:pt x="395007" y="89621"/>
                  <a:pt x="391874" y="91409"/>
                </a:cubicBezTo>
                <a:cubicBezTo>
                  <a:pt x="388147" y="93496"/>
                  <a:pt x="384122" y="94690"/>
                  <a:pt x="380989" y="94690"/>
                </a:cubicBezTo>
                <a:cubicBezTo>
                  <a:pt x="375771" y="94690"/>
                  <a:pt x="371596" y="89621"/>
                  <a:pt x="371596" y="83207"/>
                </a:cubicBezTo>
                <a:lnTo>
                  <a:pt x="371596" y="82610"/>
                </a:lnTo>
                <a:cubicBezTo>
                  <a:pt x="371744" y="73664"/>
                  <a:pt x="378306" y="67998"/>
                  <a:pt x="395751" y="61884"/>
                </a:cubicBezTo>
                <a:lnTo>
                  <a:pt x="395751" y="83507"/>
                </a:lnTo>
                <a:close/>
                <a:moveTo>
                  <a:pt x="457187" y="34744"/>
                </a:moveTo>
                <a:lnTo>
                  <a:pt x="442127" y="34744"/>
                </a:lnTo>
                <a:lnTo>
                  <a:pt x="442127" y="17447"/>
                </a:lnTo>
                <a:cubicBezTo>
                  <a:pt x="442127" y="15957"/>
                  <a:pt x="441829" y="15509"/>
                  <a:pt x="441083" y="15509"/>
                </a:cubicBezTo>
                <a:cubicBezTo>
                  <a:pt x="432434" y="28034"/>
                  <a:pt x="427961" y="33104"/>
                  <a:pt x="423638" y="35639"/>
                </a:cubicBezTo>
                <a:cubicBezTo>
                  <a:pt x="421997" y="36683"/>
                  <a:pt x="421101" y="37577"/>
                  <a:pt x="421101" y="38474"/>
                </a:cubicBezTo>
                <a:cubicBezTo>
                  <a:pt x="421101" y="38920"/>
                  <a:pt x="421251" y="39218"/>
                  <a:pt x="421699" y="39516"/>
                </a:cubicBezTo>
                <a:lnTo>
                  <a:pt x="429601" y="39516"/>
                </a:lnTo>
                <a:lnTo>
                  <a:pt x="429601" y="84401"/>
                </a:lnTo>
                <a:cubicBezTo>
                  <a:pt x="429601" y="96927"/>
                  <a:pt x="434074" y="103339"/>
                  <a:pt x="442873" y="103339"/>
                </a:cubicBezTo>
                <a:cubicBezTo>
                  <a:pt x="450179" y="103339"/>
                  <a:pt x="455845" y="99760"/>
                  <a:pt x="460766" y="92005"/>
                </a:cubicBezTo>
                <a:lnTo>
                  <a:pt x="458828" y="90365"/>
                </a:lnTo>
                <a:cubicBezTo>
                  <a:pt x="455547" y="94242"/>
                  <a:pt x="453162" y="95584"/>
                  <a:pt x="449881" y="95584"/>
                </a:cubicBezTo>
                <a:cubicBezTo>
                  <a:pt x="444364" y="95584"/>
                  <a:pt x="442127" y="91559"/>
                  <a:pt x="442127" y="82164"/>
                </a:cubicBezTo>
                <a:lnTo>
                  <a:pt x="442127" y="39516"/>
                </a:lnTo>
                <a:lnTo>
                  <a:pt x="457187" y="39516"/>
                </a:lnTo>
                <a:lnTo>
                  <a:pt x="457187" y="34744"/>
                </a:lnTo>
                <a:close/>
                <a:moveTo>
                  <a:pt x="521457" y="77393"/>
                </a:moveTo>
                <a:cubicBezTo>
                  <a:pt x="514301" y="88724"/>
                  <a:pt x="507887" y="93050"/>
                  <a:pt x="498344" y="93050"/>
                </a:cubicBezTo>
                <a:cubicBezTo>
                  <a:pt x="489845" y="93050"/>
                  <a:pt x="483434" y="88724"/>
                  <a:pt x="479108" y="80226"/>
                </a:cubicBezTo>
                <a:cubicBezTo>
                  <a:pt x="476423" y="74558"/>
                  <a:pt x="475381" y="69787"/>
                  <a:pt x="475083" y="60542"/>
                </a:cubicBezTo>
                <a:lnTo>
                  <a:pt x="521011" y="60542"/>
                </a:lnTo>
                <a:cubicBezTo>
                  <a:pt x="519816" y="50849"/>
                  <a:pt x="518326" y="46526"/>
                  <a:pt x="514599" y="41752"/>
                </a:cubicBezTo>
                <a:cubicBezTo>
                  <a:pt x="510123" y="36385"/>
                  <a:pt x="503265" y="33254"/>
                  <a:pt x="495511" y="33254"/>
                </a:cubicBezTo>
                <a:cubicBezTo>
                  <a:pt x="488055" y="33254"/>
                  <a:pt x="481047" y="35939"/>
                  <a:pt x="475381" y="41008"/>
                </a:cubicBezTo>
                <a:cubicBezTo>
                  <a:pt x="468371" y="47122"/>
                  <a:pt x="464346" y="57709"/>
                  <a:pt x="464346" y="69937"/>
                </a:cubicBezTo>
                <a:cubicBezTo>
                  <a:pt x="464346" y="90515"/>
                  <a:pt x="475083" y="103339"/>
                  <a:pt x="492230" y="103339"/>
                </a:cubicBezTo>
                <a:cubicBezTo>
                  <a:pt x="506396" y="103339"/>
                  <a:pt x="517579" y="94540"/>
                  <a:pt x="523843" y="78435"/>
                </a:cubicBezTo>
                <a:lnTo>
                  <a:pt x="521457" y="77393"/>
                </a:lnTo>
                <a:moveTo>
                  <a:pt x="475381" y="55771"/>
                </a:moveTo>
                <a:cubicBezTo>
                  <a:pt x="477019" y="44139"/>
                  <a:pt x="482091" y="38621"/>
                  <a:pt x="491186" y="38621"/>
                </a:cubicBezTo>
                <a:cubicBezTo>
                  <a:pt x="500282" y="38621"/>
                  <a:pt x="503862" y="42797"/>
                  <a:pt x="505800" y="55771"/>
                </a:cubicBezTo>
                <a:lnTo>
                  <a:pt x="475381" y="55771"/>
                </a:lnTo>
                <a:close/>
                <a:moveTo>
                  <a:pt x="596910" y="43989"/>
                </a:moveTo>
                <a:lnTo>
                  <a:pt x="596910" y="38175"/>
                </a:lnTo>
                <a:lnTo>
                  <a:pt x="585428" y="38175"/>
                </a:lnTo>
                <a:cubicBezTo>
                  <a:pt x="582297" y="38175"/>
                  <a:pt x="580209" y="37727"/>
                  <a:pt x="577228" y="36683"/>
                </a:cubicBezTo>
                <a:lnTo>
                  <a:pt x="573947" y="35491"/>
                </a:lnTo>
                <a:cubicBezTo>
                  <a:pt x="570070" y="34000"/>
                  <a:pt x="565895" y="33254"/>
                  <a:pt x="562017" y="33254"/>
                </a:cubicBezTo>
                <a:cubicBezTo>
                  <a:pt x="548149" y="33254"/>
                  <a:pt x="537114" y="43841"/>
                  <a:pt x="537114" y="57559"/>
                </a:cubicBezTo>
                <a:cubicBezTo>
                  <a:pt x="537114" y="66954"/>
                  <a:pt x="540991" y="72619"/>
                  <a:pt x="550982" y="77541"/>
                </a:cubicBezTo>
                <a:lnTo>
                  <a:pt x="547105" y="81120"/>
                </a:lnTo>
                <a:cubicBezTo>
                  <a:pt x="543974" y="84103"/>
                  <a:pt x="542186" y="85744"/>
                  <a:pt x="541737" y="86340"/>
                </a:cubicBezTo>
                <a:cubicBezTo>
                  <a:pt x="538607" y="89621"/>
                  <a:pt x="537712" y="91259"/>
                  <a:pt x="537712" y="93796"/>
                </a:cubicBezTo>
                <a:cubicBezTo>
                  <a:pt x="537712" y="97075"/>
                  <a:pt x="539353" y="98715"/>
                  <a:pt x="545615" y="101698"/>
                </a:cubicBezTo>
                <a:cubicBezTo>
                  <a:pt x="534877" y="109453"/>
                  <a:pt x="531002" y="114374"/>
                  <a:pt x="531002" y="119889"/>
                </a:cubicBezTo>
                <a:cubicBezTo>
                  <a:pt x="531002" y="127794"/>
                  <a:pt x="542484" y="134354"/>
                  <a:pt x="556798" y="134354"/>
                </a:cubicBezTo>
                <a:cubicBezTo>
                  <a:pt x="567981" y="134354"/>
                  <a:pt x="579613" y="130477"/>
                  <a:pt x="587367" y="124215"/>
                </a:cubicBezTo>
                <a:cubicBezTo>
                  <a:pt x="593035" y="119591"/>
                  <a:pt x="595569" y="114820"/>
                  <a:pt x="595569" y="109154"/>
                </a:cubicBezTo>
                <a:cubicBezTo>
                  <a:pt x="595569" y="99910"/>
                  <a:pt x="588559" y="93796"/>
                  <a:pt x="577526" y="93198"/>
                </a:cubicBezTo>
                <a:lnTo>
                  <a:pt x="558290" y="92303"/>
                </a:lnTo>
                <a:cubicBezTo>
                  <a:pt x="550238" y="92005"/>
                  <a:pt x="546659" y="90663"/>
                  <a:pt x="546659" y="88278"/>
                </a:cubicBezTo>
                <a:cubicBezTo>
                  <a:pt x="546659" y="85295"/>
                  <a:pt x="551578" y="80076"/>
                  <a:pt x="555606" y="78883"/>
                </a:cubicBezTo>
                <a:cubicBezTo>
                  <a:pt x="560973" y="79332"/>
                  <a:pt x="563806" y="79630"/>
                  <a:pt x="564106" y="79630"/>
                </a:cubicBezTo>
                <a:cubicBezTo>
                  <a:pt x="569622" y="79630"/>
                  <a:pt x="575587" y="77393"/>
                  <a:pt x="580209" y="73366"/>
                </a:cubicBezTo>
                <a:cubicBezTo>
                  <a:pt x="585130" y="69191"/>
                  <a:pt x="587367" y="63971"/>
                  <a:pt x="587367" y="56517"/>
                </a:cubicBezTo>
                <a:cubicBezTo>
                  <a:pt x="587367" y="52192"/>
                  <a:pt x="586621" y="48763"/>
                  <a:pt x="584534" y="43989"/>
                </a:cubicBezTo>
                <a:lnTo>
                  <a:pt x="596910" y="43989"/>
                </a:lnTo>
                <a:moveTo>
                  <a:pt x="548745" y="102146"/>
                </a:moveTo>
                <a:cubicBezTo>
                  <a:pt x="553817" y="103189"/>
                  <a:pt x="565446" y="104085"/>
                  <a:pt x="573053" y="104085"/>
                </a:cubicBezTo>
                <a:cubicBezTo>
                  <a:pt x="586473" y="104085"/>
                  <a:pt x="591394" y="106024"/>
                  <a:pt x="591394" y="111391"/>
                </a:cubicBezTo>
                <a:cubicBezTo>
                  <a:pt x="591394" y="120040"/>
                  <a:pt x="580061" y="125855"/>
                  <a:pt x="563210" y="125855"/>
                </a:cubicBezTo>
                <a:cubicBezTo>
                  <a:pt x="549940" y="125855"/>
                  <a:pt x="541439" y="121530"/>
                  <a:pt x="541439" y="114970"/>
                </a:cubicBezTo>
                <a:cubicBezTo>
                  <a:pt x="541439" y="111539"/>
                  <a:pt x="542782" y="109302"/>
                  <a:pt x="548745" y="102146"/>
                </a:cubicBezTo>
                <a:moveTo>
                  <a:pt x="549492" y="51445"/>
                </a:moveTo>
                <a:cubicBezTo>
                  <a:pt x="549492" y="42649"/>
                  <a:pt x="553667" y="37429"/>
                  <a:pt x="560527" y="37429"/>
                </a:cubicBezTo>
                <a:cubicBezTo>
                  <a:pt x="565148" y="37429"/>
                  <a:pt x="569025" y="39964"/>
                  <a:pt x="571412" y="44437"/>
                </a:cubicBezTo>
                <a:cubicBezTo>
                  <a:pt x="574245" y="49657"/>
                  <a:pt x="575886" y="56367"/>
                  <a:pt x="575886" y="62330"/>
                </a:cubicBezTo>
                <a:cubicBezTo>
                  <a:pt x="575886" y="70681"/>
                  <a:pt x="571710" y="75900"/>
                  <a:pt x="564850" y="75900"/>
                </a:cubicBezTo>
                <a:cubicBezTo>
                  <a:pt x="555606" y="75900"/>
                  <a:pt x="549492" y="66208"/>
                  <a:pt x="549492" y="51893"/>
                </a:cubicBezTo>
                <a:lnTo>
                  <a:pt x="549492" y="51445"/>
                </a:lnTo>
                <a:close/>
                <a:moveTo>
                  <a:pt x="638664" y="33254"/>
                </a:moveTo>
                <a:cubicBezTo>
                  <a:pt x="619128" y="33254"/>
                  <a:pt x="605708" y="47568"/>
                  <a:pt x="605708" y="68146"/>
                </a:cubicBezTo>
                <a:cubicBezTo>
                  <a:pt x="605708" y="88426"/>
                  <a:pt x="619576" y="103339"/>
                  <a:pt x="638364" y="103339"/>
                </a:cubicBezTo>
                <a:cubicBezTo>
                  <a:pt x="657153" y="103339"/>
                  <a:pt x="671467" y="87682"/>
                  <a:pt x="671467" y="66954"/>
                </a:cubicBezTo>
                <a:cubicBezTo>
                  <a:pt x="671467" y="47270"/>
                  <a:pt x="657750" y="33254"/>
                  <a:pt x="638664" y="33254"/>
                </a:cubicBezTo>
                <a:moveTo>
                  <a:pt x="636725" y="37429"/>
                </a:moveTo>
                <a:cubicBezTo>
                  <a:pt x="649251" y="37429"/>
                  <a:pt x="658048" y="51743"/>
                  <a:pt x="658048" y="72173"/>
                </a:cubicBezTo>
                <a:cubicBezTo>
                  <a:pt x="658048" y="89172"/>
                  <a:pt x="651338" y="99163"/>
                  <a:pt x="640154" y="99163"/>
                </a:cubicBezTo>
                <a:cubicBezTo>
                  <a:pt x="634339" y="99163"/>
                  <a:pt x="628821" y="95584"/>
                  <a:pt x="625690" y="89621"/>
                </a:cubicBezTo>
                <a:cubicBezTo>
                  <a:pt x="621515" y="81866"/>
                  <a:pt x="619128" y="71427"/>
                  <a:pt x="619128" y="60840"/>
                </a:cubicBezTo>
                <a:cubicBezTo>
                  <a:pt x="619128" y="46674"/>
                  <a:pt x="625988" y="37429"/>
                  <a:pt x="636725" y="37429"/>
                </a:cubicBezTo>
                <a:close/>
                <a:moveTo>
                  <a:pt x="677134" y="101846"/>
                </a:moveTo>
                <a:lnTo>
                  <a:pt x="712923" y="101846"/>
                </a:lnTo>
                <a:lnTo>
                  <a:pt x="712923" y="99609"/>
                </a:lnTo>
                <a:cubicBezTo>
                  <a:pt x="702932" y="99311"/>
                  <a:pt x="700545" y="97225"/>
                  <a:pt x="700247" y="88426"/>
                </a:cubicBezTo>
                <a:lnTo>
                  <a:pt x="700247" y="54876"/>
                </a:lnTo>
                <a:cubicBezTo>
                  <a:pt x="700247" y="50103"/>
                  <a:pt x="706511" y="42649"/>
                  <a:pt x="710686" y="42649"/>
                </a:cubicBezTo>
                <a:cubicBezTo>
                  <a:pt x="711580" y="42649"/>
                  <a:pt x="712923" y="43393"/>
                  <a:pt x="714563" y="44885"/>
                </a:cubicBezTo>
                <a:cubicBezTo>
                  <a:pt x="716800" y="47122"/>
                  <a:pt x="718588" y="47866"/>
                  <a:pt x="720527" y="47866"/>
                </a:cubicBezTo>
                <a:cubicBezTo>
                  <a:pt x="724106" y="47866"/>
                  <a:pt x="726342" y="45331"/>
                  <a:pt x="726342" y="41156"/>
                </a:cubicBezTo>
                <a:cubicBezTo>
                  <a:pt x="726342" y="36237"/>
                  <a:pt x="723212" y="33254"/>
                  <a:pt x="718142" y="33254"/>
                </a:cubicBezTo>
                <a:cubicBezTo>
                  <a:pt x="711878" y="33254"/>
                  <a:pt x="707703" y="36535"/>
                  <a:pt x="700247" y="47270"/>
                </a:cubicBezTo>
                <a:lnTo>
                  <a:pt x="700247" y="33552"/>
                </a:lnTo>
                <a:lnTo>
                  <a:pt x="699503" y="33254"/>
                </a:lnTo>
                <a:cubicBezTo>
                  <a:pt x="691152" y="36535"/>
                  <a:pt x="685782" y="38621"/>
                  <a:pt x="677432" y="41306"/>
                </a:cubicBezTo>
                <a:lnTo>
                  <a:pt x="677432" y="43691"/>
                </a:lnTo>
                <a:cubicBezTo>
                  <a:pt x="679521" y="43245"/>
                  <a:pt x="680863" y="43095"/>
                  <a:pt x="682652" y="43095"/>
                </a:cubicBezTo>
                <a:cubicBezTo>
                  <a:pt x="686379" y="43095"/>
                  <a:pt x="687721" y="45482"/>
                  <a:pt x="687721" y="52041"/>
                </a:cubicBezTo>
                <a:lnTo>
                  <a:pt x="687721" y="89320"/>
                </a:lnTo>
                <a:cubicBezTo>
                  <a:pt x="687423" y="97075"/>
                  <a:pt x="686529" y="97971"/>
                  <a:pt x="677134" y="99609"/>
                </a:cubicBezTo>
                <a:lnTo>
                  <a:pt x="677134" y="101846"/>
                </a:lnTo>
                <a:close/>
                <a:moveTo>
                  <a:pt x="728429" y="101846"/>
                </a:moveTo>
                <a:lnTo>
                  <a:pt x="763770" y="101846"/>
                </a:lnTo>
                <a:lnTo>
                  <a:pt x="763770" y="99609"/>
                </a:lnTo>
                <a:cubicBezTo>
                  <a:pt x="753929" y="98865"/>
                  <a:pt x="752885" y="97523"/>
                  <a:pt x="752735" y="86638"/>
                </a:cubicBezTo>
                <a:lnTo>
                  <a:pt x="752735" y="33700"/>
                </a:lnTo>
                <a:lnTo>
                  <a:pt x="752138" y="33254"/>
                </a:lnTo>
                <a:lnTo>
                  <a:pt x="729026" y="41454"/>
                </a:lnTo>
                <a:lnTo>
                  <a:pt x="729026" y="43691"/>
                </a:lnTo>
                <a:lnTo>
                  <a:pt x="730220" y="43543"/>
                </a:lnTo>
                <a:cubicBezTo>
                  <a:pt x="732009" y="43245"/>
                  <a:pt x="733797" y="43095"/>
                  <a:pt x="735290" y="43095"/>
                </a:cubicBezTo>
                <a:cubicBezTo>
                  <a:pt x="738869" y="43095"/>
                  <a:pt x="740209" y="45482"/>
                  <a:pt x="740209" y="52041"/>
                </a:cubicBezTo>
                <a:lnTo>
                  <a:pt x="740209" y="86638"/>
                </a:lnTo>
                <a:cubicBezTo>
                  <a:pt x="739911" y="97671"/>
                  <a:pt x="738571" y="99163"/>
                  <a:pt x="728429" y="99609"/>
                </a:cubicBezTo>
                <a:lnTo>
                  <a:pt x="728429" y="101846"/>
                </a:lnTo>
                <a:moveTo>
                  <a:pt x="745130" y="0"/>
                </a:moveTo>
                <a:cubicBezTo>
                  <a:pt x="741105" y="0"/>
                  <a:pt x="737674" y="3431"/>
                  <a:pt x="737674" y="7606"/>
                </a:cubicBezTo>
                <a:cubicBezTo>
                  <a:pt x="737674" y="11930"/>
                  <a:pt x="740955" y="15211"/>
                  <a:pt x="745130" y="15211"/>
                </a:cubicBezTo>
                <a:cubicBezTo>
                  <a:pt x="749604" y="15211"/>
                  <a:pt x="752885" y="11930"/>
                  <a:pt x="752885" y="7606"/>
                </a:cubicBezTo>
                <a:cubicBezTo>
                  <a:pt x="752885" y="3281"/>
                  <a:pt x="749456" y="0"/>
                  <a:pt x="745130" y="0"/>
                </a:cubicBezTo>
                <a:close/>
                <a:moveTo>
                  <a:pt x="829830" y="81716"/>
                </a:moveTo>
                <a:lnTo>
                  <a:pt x="827145" y="81120"/>
                </a:lnTo>
                <a:cubicBezTo>
                  <a:pt x="824460" y="95136"/>
                  <a:pt x="822374" y="96927"/>
                  <a:pt x="808058" y="97373"/>
                </a:cubicBezTo>
                <a:lnTo>
                  <a:pt x="787479" y="97373"/>
                </a:lnTo>
                <a:lnTo>
                  <a:pt x="827594" y="36981"/>
                </a:lnTo>
                <a:lnTo>
                  <a:pt x="827594" y="34744"/>
                </a:lnTo>
                <a:lnTo>
                  <a:pt x="775850" y="34744"/>
                </a:lnTo>
                <a:lnTo>
                  <a:pt x="775402" y="52342"/>
                </a:lnTo>
                <a:lnTo>
                  <a:pt x="778087" y="52342"/>
                </a:lnTo>
                <a:cubicBezTo>
                  <a:pt x="779279" y="41752"/>
                  <a:pt x="781366" y="39516"/>
                  <a:pt x="790613" y="39218"/>
                </a:cubicBezTo>
                <a:lnTo>
                  <a:pt x="811191" y="39218"/>
                </a:lnTo>
                <a:lnTo>
                  <a:pt x="771525" y="99609"/>
                </a:lnTo>
                <a:lnTo>
                  <a:pt x="771525" y="101846"/>
                </a:lnTo>
                <a:lnTo>
                  <a:pt x="827741" y="101846"/>
                </a:lnTo>
                <a:lnTo>
                  <a:pt x="829830" y="81716"/>
                </a:lnTo>
                <a:close/>
                <a:moveTo>
                  <a:pt x="899017" y="92005"/>
                </a:moveTo>
                <a:cubicBezTo>
                  <a:pt x="896483" y="94094"/>
                  <a:pt x="894694" y="94838"/>
                  <a:pt x="892458" y="94838"/>
                </a:cubicBezTo>
                <a:cubicBezTo>
                  <a:pt x="889029" y="94838"/>
                  <a:pt x="887984" y="92752"/>
                  <a:pt x="887984" y="86190"/>
                </a:cubicBezTo>
                <a:lnTo>
                  <a:pt x="887984" y="57113"/>
                </a:lnTo>
                <a:cubicBezTo>
                  <a:pt x="887984" y="49359"/>
                  <a:pt x="887238" y="45033"/>
                  <a:pt x="885001" y="41454"/>
                </a:cubicBezTo>
                <a:cubicBezTo>
                  <a:pt x="881720" y="36087"/>
                  <a:pt x="875309" y="33254"/>
                  <a:pt x="866512" y="33254"/>
                </a:cubicBezTo>
                <a:cubicBezTo>
                  <a:pt x="852494" y="33254"/>
                  <a:pt x="841461" y="40560"/>
                  <a:pt x="841461" y="49955"/>
                </a:cubicBezTo>
                <a:cubicBezTo>
                  <a:pt x="841461" y="53384"/>
                  <a:pt x="844294" y="56367"/>
                  <a:pt x="847873" y="56367"/>
                </a:cubicBezTo>
                <a:cubicBezTo>
                  <a:pt x="851449" y="56367"/>
                  <a:pt x="854583" y="53384"/>
                  <a:pt x="854583" y="50103"/>
                </a:cubicBezTo>
                <a:cubicBezTo>
                  <a:pt x="854583" y="49507"/>
                  <a:pt x="854432" y="48763"/>
                  <a:pt x="854284" y="47718"/>
                </a:cubicBezTo>
                <a:cubicBezTo>
                  <a:pt x="853986" y="46376"/>
                  <a:pt x="853836" y="45184"/>
                  <a:pt x="853836" y="44139"/>
                </a:cubicBezTo>
                <a:cubicBezTo>
                  <a:pt x="853836" y="40114"/>
                  <a:pt x="858608" y="36833"/>
                  <a:pt x="864574" y="36833"/>
                </a:cubicBezTo>
                <a:cubicBezTo>
                  <a:pt x="871880" y="36833"/>
                  <a:pt x="875905" y="41156"/>
                  <a:pt x="875905" y="49209"/>
                </a:cubicBezTo>
                <a:lnTo>
                  <a:pt x="875905" y="58305"/>
                </a:lnTo>
                <a:cubicBezTo>
                  <a:pt x="853090" y="67402"/>
                  <a:pt x="850407" y="68742"/>
                  <a:pt x="843995" y="74410"/>
                </a:cubicBezTo>
                <a:cubicBezTo>
                  <a:pt x="840714" y="77393"/>
                  <a:pt x="838626" y="82463"/>
                  <a:pt x="838626" y="87382"/>
                </a:cubicBezTo>
                <a:cubicBezTo>
                  <a:pt x="838626" y="96777"/>
                  <a:pt x="845188" y="103339"/>
                  <a:pt x="854284" y="103339"/>
                </a:cubicBezTo>
                <a:cubicBezTo>
                  <a:pt x="860844" y="103339"/>
                  <a:pt x="866958" y="100208"/>
                  <a:pt x="876055" y="92454"/>
                </a:cubicBezTo>
                <a:cubicBezTo>
                  <a:pt x="876801" y="100356"/>
                  <a:pt x="879484" y="103339"/>
                  <a:pt x="885598" y="103339"/>
                </a:cubicBezTo>
                <a:cubicBezTo>
                  <a:pt x="890667" y="103339"/>
                  <a:pt x="893800" y="101548"/>
                  <a:pt x="899017" y="95882"/>
                </a:cubicBezTo>
                <a:lnTo>
                  <a:pt x="899017" y="92005"/>
                </a:lnTo>
                <a:moveTo>
                  <a:pt x="875905" y="83507"/>
                </a:moveTo>
                <a:cubicBezTo>
                  <a:pt x="875905" y="87980"/>
                  <a:pt x="875161" y="89621"/>
                  <a:pt x="872028" y="91409"/>
                </a:cubicBezTo>
                <a:cubicBezTo>
                  <a:pt x="868301" y="93496"/>
                  <a:pt x="864275" y="94690"/>
                  <a:pt x="861142" y="94690"/>
                </a:cubicBezTo>
                <a:cubicBezTo>
                  <a:pt x="855925" y="94690"/>
                  <a:pt x="851750" y="89621"/>
                  <a:pt x="851750" y="83207"/>
                </a:cubicBezTo>
                <a:lnTo>
                  <a:pt x="851750" y="82610"/>
                </a:lnTo>
                <a:cubicBezTo>
                  <a:pt x="851898" y="73664"/>
                  <a:pt x="858460" y="67998"/>
                  <a:pt x="875905" y="61884"/>
                </a:cubicBezTo>
                <a:lnTo>
                  <a:pt x="875905" y="83507"/>
                </a:lnTo>
                <a:close/>
                <a:moveTo>
                  <a:pt x="937341" y="34744"/>
                </a:moveTo>
                <a:lnTo>
                  <a:pt x="922281" y="34744"/>
                </a:lnTo>
                <a:lnTo>
                  <a:pt x="922281" y="17447"/>
                </a:lnTo>
                <a:cubicBezTo>
                  <a:pt x="922281" y="15957"/>
                  <a:pt x="921983" y="15509"/>
                  <a:pt x="921237" y="15509"/>
                </a:cubicBezTo>
                <a:cubicBezTo>
                  <a:pt x="912588" y="28034"/>
                  <a:pt x="908115" y="33104"/>
                  <a:pt x="903792" y="35639"/>
                </a:cubicBezTo>
                <a:cubicBezTo>
                  <a:pt x="902151" y="36683"/>
                  <a:pt x="901255" y="37577"/>
                  <a:pt x="901255" y="38474"/>
                </a:cubicBezTo>
                <a:cubicBezTo>
                  <a:pt x="901255" y="38920"/>
                  <a:pt x="901405" y="39218"/>
                  <a:pt x="901853" y="39516"/>
                </a:cubicBezTo>
                <a:lnTo>
                  <a:pt x="909755" y="39516"/>
                </a:lnTo>
                <a:lnTo>
                  <a:pt x="909755" y="84401"/>
                </a:lnTo>
                <a:cubicBezTo>
                  <a:pt x="909755" y="96927"/>
                  <a:pt x="914229" y="103339"/>
                  <a:pt x="923027" y="103339"/>
                </a:cubicBezTo>
                <a:cubicBezTo>
                  <a:pt x="930333" y="103339"/>
                  <a:pt x="935999" y="99760"/>
                  <a:pt x="940920" y="92005"/>
                </a:cubicBezTo>
                <a:lnTo>
                  <a:pt x="938982" y="90365"/>
                </a:lnTo>
                <a:cubicBezTo>
                  <a:pt x="935701" y="94242"/>
                  <a:pt x="933316" y="95584"/>
                  <a:pt x="930035" y="95584"/>
                </a:cubicBezTo>
                <a:cubicBezTo>
                  <a:pt x="924518" y="95584"/>
                  <a:pt x="922281" y="91559"/>
                  <a:pt x="922281" y="82164"/>
                </a:cubicBezTo>
                <a:lnTo>
                  <a:pt x="922281" y="39516"/>
                </a:lnTo>
                <a:lnTo>
                  <a:pt x="937341" y="39516"/>
                </a:lnTo>
                <a:lnTo>
                  <a:pt x="937341" y="34744"/>
                </a:lnTo>
                <a:close/>
                <a:moveTo>
                  <a:pt x="943158" y="101846"/>
                </a:moveTo>
                <a:lnTo>
                  <a:pt x="978498" y="101846"/>
                </a:lnTo>
                <a:lnTo>
                  <a:pt x="978498" y="99609"/>
                </a:lnTo>
                <a:cubicBezTo>
                  <a:pt x="968657" y="98865"/>
                  <a:pt x="967613" y="97523"/>
                  <a:pt x="967463" y="86638"/>
                </a:cubicBezTo>
                <a:lnTo>
                  <a:pt x="967463" y="33700"/>
                </a:lnTo>
                <a:lnTo>
                  <a:pt x="966867" y="33254"/>
                </a:lnTo>
                <a:lnTo>
                  <a:pt x="943754" y="41454"/>
                </a:lnTo>
                <a:lnTo>
                  <a:pt x="943754" y="43691"/>
                </a:lnTo>
                <a:lnTo>
                  <a:pt x="944948" y="43543"/>
                </a:lnTo>
                <a:cubicBezTo>
                  <a:pt x="946737" y="43245"/>
                  <a:pt x="948525" y="43095"/>
                  <a:pt x="950018" y="43095"/>
                </a:cubicBezTo>
                <a:cubicBezTo>
                  <a:pt x="953597" y="43095"/>
                  <a:pt x="954937" y="45482"/>
                  <a:pt x="954937" y="52041"/>
                </a:cubicBezTo>
                <a:lnTo>
                  <a:pt x="954937" y="86638"/>
                </a:lnTo>
                <a:cubicBezTo>
                  <a:pt x="954639" y="97671"/>
                  <a:pt x="953299" y="99163"/>
                  <a:pt x="943158" y="99609"/>
                </a:cubicBezTo>
                <a:lnTo>
                  <a:pt x="943158" y="101846"/>
                </a:lnTo>
                <a:moveTo>
                  <a:pt x="959859" y="0"/>
                </a:moveTo>
                <a:cubicBezTo>
                  <a:pt x="955834" y="0"/>
                  <a:pt x="952402" y="3431"/>
                  <a:pt x="952402" y="7606"/>
                </a:cubicBezTo>
                <a:cubicBezTo>
                  <a:pt x="952402" y="11930"/>
                  <a:pt x="955683" y="15211"/>
                  <a:pt x="959859" y="15211"/>
                </a:cubicBezTo>
                <a:cubicBezTo>
                  <a:pt x="964332" y="15211"/>
                  <a:pt x="967613" y="11930"/>
                  <a:pt x="967613" y="7606"/>
                </a:cubicBezTo>
                <a:cubicBezTo>
                  <a:pt x="967613" y="3281"/>
                  <a:pt x="964184" y="0"/>
                  <a:pt x="959859" y="0"/>
                </a:cubicBezTo>
                <a:close/>
                <a:moveTo>
                  <a:pt x="1019507" y="33254"/>
                </a:moveTo>
                <a:cubicBezTo>
                  <a:pt x="999971" y="33254"/>
                  <a:pt x="986551" y="47568"/>
                  <a:pt x="986551" y="68146"/>
                </a:cubicBezTo>
                <a:cubicBezTo>
                  <a:pt x="986551" y="88426"/>
                  <a:pt x="1000420" y="103339"/>
                  <a:pt x="1019207" y="103339"/>
                </a:cubicBezTo>
                <a:cubicBezTo>
                  <a:pt x="1037997" y="103339"/>
                  <a:pt x="1052311" y="87682"/>
                  <a:pt x="1052311" y="66954"/>
                </a:cubicBezTo>
                <a:cubicBezTo>
                  <a:pt x="1052311" y="47270"/>
                  <a:pt x="1038593" y="33254"/>
                  <a:pt x="1019507" y="33254"/>
                </a:cubicBezTo>
                <a:moveTo>
                  <a:pt x="1017569" y="37429"/>
                </a:moveTo>
                <a:cubicBezTo>
                  <a:pt x="1030094" y="37429"/>
                  <a:pt x="1038891" y="51743"/>
                  <a:pt x="1038891" y="72173"/>
                </a:cubicBezTo>
                <a:cubicBezTo>
                  <a:pt x="1038891" y="89172"/>
                  <a:pt x="1032181" y="99163"/>
                  <a:pt x="1020998" y="99163"/>
                </a:cubicBezTo>
                <a:cubicBezTo>
                  <a:pt x="1015182" y="99163"/>
                  <a:pt x="1009664" y="95584"/>
                  <a:pt x="1006533" y="89621"/>
                </a:cubicBezTo>
                <a:cubicBezTo>
                  <a:pt x="1002358" y="81866"/>
                  <a:pt x="999971" y="71427"/>
                  <a:pt x="999971" y="60840"/>
                </a:cubicBezTo>
                <a:cubicBezTo>
                  <a:pt x="999971" y="46674"/>
                  <a:pt x="1006831" y="37429"/>
                  <a:pt x="1017569" y="37429"/>
                </a:cubicBezTo>
                <a:close/>
                <a:moveTo>
                  <a:pt x="1059469" y="101846"/>
                </a:moveTo>
                <a:lnTo>
                  <a:pt x="1091082" y="101846"/>
                </a:lnTo>
                <a:lnTo>
                  <a:pt x="1091082" y="99609"/>
                </a:lnTo>
                <a:cubicBezTo>
                  <a:pt x="1083626" y="99163"/>
                  <a:pt x="1081239" y="97225"/>
                  <a:pt x="1081239" y="91857"/>
                </a:cubicBezTo>
                <a:lnTo>
                  <a:pt x="1081239" y="49955"/>
                </a:lnTo>
                <a:cubicBezTo>
                  <a:pt x="1088397" y="43245"/>
                  <a:pt x="1091678" y="41454"/>
                  <a:pt x="1096600" y="41454"/>
                </a:cubicBezTo>
                <a:cubicBezTo>
                  <a:pt x="1103906" y="41454"/>
                  <a:pt x="1107485" y="46078"/>
                  <a:pt x="1107485" y="55919"/>
                </a:cubicBezTo>
                <a:lnTo>
                  <a:pt x="1107485" y="87084"/>
                </a:lnTo>
                <a:cubicBezTo>
                  <a:pt x="1107187" y="96777"/>
                  <a:pt x="1105396" y="99163"/>
                  <a:pt x="1098090" y="99609"/>
                </a:cubicBezTo>
                <a:lnTo>
                  <a:pt x="1098090" y="101846"/>
                </a:lnTo>
                <a:lnTo>
                  <a:pt x="1129107" y="101846"/>
                </a:lnTo>
                <a:lnTo>
                  <a:pt x="1129107" y="99609"/>
                </a:lnTo>
                <a:cubicBezTo>
                  <a:pt x="1121799" y="98865"/>
                  <a:pt x="1120158" y="97075"/>
                  <a:pt x="1120011" y="89769"/>
                </a:cubicBezTo>
                <a:lnTo>
                  <a:pt x="1120011" y="55620"/>
                </a:lnTo>
                <a:cubicBezTo>
                  <a:pt x="1120011" y="41604"/>
                  <a:pt x="1113449" y="33254"/>
                  <a:pt x="1102415" y="33254"/>
                </a:cubicBezTo>
                <a:cubicBezTo>
                  <a:pt x="1095555" y="33254"/>
                  <a:pt x="1090932" y="35789"/>
                  <a:pt x="1080793" y="45331"/>
                </a:cubicBezTo>
                <a:lnTo>
                  <a:pt x="1080793" y="33552"/>
                </a:lnTo>
                <a:lnTo>
                  <a:pt x="1079749" y="33254"/>
                </a:lnTo>
                <a:cubicBezTo>
                  <a:pt x="1071994" y="36087"/>
                  <a:pt x="1066925" y="37727"/>
                  <a:pt x="1059170" y="39964"/>
                </a:cubicBezTo>
                <a:lnTo>
                  <a:pt x="1059170" y="42499"/>
                </a:lnTo>
                <a:cubicBezTo>
                  <a:pt x="1060215" y="42053"/>
                  <a:pt x="1061557" y="41902"/>
                  <a:pt x="1063198" y="41902"/>
                </a:cubicBezTo>
                <a:cubicBezTo>
                  <a:pt x="1067373" y="41902"/>
                  <a:pt x="1068713" y="44139"/>
                  <a:pt x="1068713" y="51445"/>
                </a:cubicBezTo>
                <a:lnTo>
                  <a:pt x="1068713" y="88426"/>
                </a:lnTo>
                <a:cubicBezTo>
                  <a:pt x="1068565" y="97225"/>
                  <a:pt x="1066925" y="99163"/>
                  <a:pt x="1059469" y="99609"/>
                </a:cubicBezTo>
                <a:lnTo>
                  <a:pt x="1059469" y="101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(Automated)">
            <a:extLst xmlns:a="http://schemas.openxmlformats.org/drawingml/2006/main">
              <a:ext uri="{FF2B5EF4-FFF2-40B4-BE49-F238E27FC236}">
                <a16:creationId xmlns:a16="http://schemas.microsoft.com/office/drawing/2014/main" id="{C8A176B6-E93A-42C2-B6DE-69401EE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739" y="3048302"/>
            <a:ext cx="745053" cy="128047"/>
          </a:xfrm>
          <a:custGeom xmlns:a="http://schemas.openxmlformats.org/drawingml/2006/main">
            <a:pathLst>
              <a:path w="745053" h="128047">
                <a:moveTo>
                  <a:pt x="36778" y="1043"/>
                </a:moveTo>
                <a:cubicBezTo>
                  <a:pt x="25759" y="8338"/>
                  <a:pt x="21292" y="12062"/>
                  <a:pt x="15783" y="18909"/>
                </a:cubicBezTo>
                <a:cubicBezTo>
                  <a:pt x="5212" y="31864"/>
                  <a:pt x="0" y="46754"/>
                  <a:pt x="0" y="64172"/>
                </a:cubicBezTo>
                <a:cubicBezTo>
                  <a:pt x="0" y="83232"/>
                  <a:pt x="5509" y="97674"/>
                  <a:pt x="18612" y="112862"/>
                </a:cubicBezTo>
                <a:cubicBezTo>
                  <a:pt x="24716" y="120007"/>
                  <a:pt x="28587" y="123283"/>
                  <a:pt x="36330" y="128047"/>
                </a:cubicBezTo>
                <a:lnTo>
                  <a:pt x="38116" y="125666"/>
                </a:lnTo>
                <a:cubicBezTo>
                  <a:pt x="26207" y="116286"/>
                  <a:pt x="22038" y="110926"/>
                  <a:pt x="18016" y="99907"/>
                </a:cubicBezTo>
                <a:cubicBezTo>
                  <a:pt x="14443" y="89931"/>
                  <a:pt x="12805" y="78765"/>
                  <a:pt x="12805" y="63727"/>
                </a:cubicBezTo>
                <a:cubicBezTo>
                  <a:pt x="12805" y="48092"/>
                  <a:pt x="14740" y="35735"/>
                  <a:pt x="18761" y="26652"/>
                </a:cubicBezTo>
                <a:cubicBezTo>
                  <a:pt x="22930" y="17421"/>
                  <a:pt x="27397" y="12062"/>
                  <a:pt x="38116" y="3426"/>
                </a:cubicBezTo>
                <a:lnTo>
                  <a:pt x="36778" y="1043"/>
                </a:lnTo>
                <a:close/>
                <a:moveTo>
                  <a:pt x="147553" y="98865"/>
                </a:moveTo>
                <a:cubicBezTo>
                  <a:pt x="140853" y="98419"/>
                  <a:pt x="139365" y="96929"/>
                  <a:pt x="134153" y="85912"/>
                </a:cubicBezTo>
                <a:lnTo>
                  <a:pt x="97078" y="1340"/>
                </a:lnTo>
                <a:lnTo>
                  <a:pt x="94101" y="1340"/>
                </a:lnTo>
                <a:lnTo>
                  <a:pt x="63131" y="74446"/>
                </a:lnTo>
                <a:cubicBezTo>
                  <a:pt x="53602" y="96186"/>
                  <a:pt x="51814" y="98567"/>
                  <a:pt x="44669" y="98865"/>
                </a:cubicBezTo>
                <a:lnTo>
                  <a:pt x="44669" y="101693"/>
                </a:lnTo>
                <a:lnTo>
                  <a:pt x="74150" y="101693"/>
                </a:lnTo>
                <a:lnTo>
                  <a:pt x="74150" y="98865"/>
                </a:lnTo>
                <a:cubicBezTo>
                  <a:pt x="67002" y="98865"/>
                  <a:pt x="64024" y="97079"/>
                  <a:pt x="64024" y="92760"/>
                </a:cubicBezTo>
                <a:cubicBezTo>
                  <a:pt x="64024" y="90974"/>
                  <a:pt x="64471" y="88889"/>
                  <a:pt x="65216" y="86953"/>
                </a:cubicBezTo>
                <a:lnTo>
                  <a:pt x="72064" y="69534"/>
                </a:lnTo>
                <a:lnTo>
                  <a:pt x="111075" y="69534"/>
                </a:lnTo>
                <a:lnTo>
                  <a:pt x="117180" y="83827"/>
                </a:lnTo>
                <a:cubicBezTo>
                  <a:pt x="118965" y="87848"/>
                  <a:pt x="120008" y="91719"/>
                  <a:pt x="120008" y="93803"/>
                </a:cubicBezTo>
                <a:cubicBezTo>
                  <a:pt x="120008" y="97524"/>
                  <a:pt x="117477" y="98717"/>
                  <a:pt x="109585" y="98865"/>
                </a:cubicBezTo>
                <a:lnTo>
                  <a:pt x="109585" y="101693"/>
                </a:lnTo>
                <a:lnTo>
                  <a:pt x="147553" y="101693"/>
                </a:lnTo>
                <a:lnTo>
                  <a:pt x="147553" y="98865"/>
                </a:lnTo>
                <a:moveTo>
                  <a:pt x="74595" y="63430"/>
                </a:moveTo>
                <a:lnTo>
                  <a:pt x="91718" y="22483"/>
                </a:lnTo>
                <a:lnTo>
                  <a:pt x="108989" y="63430"/>
                </a:lnTo>
                <a:lnTo>
                  <a:pt x="74595" y="63430"/>
                </a:lnTo>
                <a:close/>
                <a:moveTo>
                  <a:pt x="221254" y="94250"/>
                </a:moveTo>
                <a:lnTo>
                  <a:pt x="220511" y="94250"/>
                </a:lnTo>
                <a:cubicBezTo>
                  <a:pt x="213214" y="93953"/>
                  <a:pt x="212173" y="92760"/>
                  <a:pt x="212023" y="85762"/>
                </a:cubicBezTo>
                <a:lnTo>
                  <a:pt x="212023" y="34692"/>
                </a:lnTo>
                <a:lnTo>
                  <a:pt x="188498" y="34692"/>
                </a:lnTo>
                <a:lnTo>
                  <a:pt x="188498" y="37223"/>
                </a:lnTo>
                <a:cubicBezTo>
                  <a:pt x="197731" y="37671"/>
                  <a:pt x="199516" y="39159"/>
                  <a:pt x="199516" y="46604"/>
                </a:cubicBezTo>
                <a:lnTo>
                  <a:pt x="199516" y="81594"/>
                </a:lnTo>
                <a:cubicBezTo>
                  <a:pt x="199516" y="85762"/>
                  <a:pt x="198771" y="87848"/>
                  <a:pt x="196688" y="89486"/>
                </a:cubicBezTo>
                <a:cubicBezTo>
                  <a:pt x="192667" y="92760"/>
                  <a:pt x="188052" y="94548"/>
                  <a:pt x="183586" y="94548"/>
                </a:cubicBezTo>
                <a:cubicBezTo>
                  <a:pt x="177779" y="94548"/>
                  <a:pt x="173015" y="89486"/>
                  <a:pt x="173015" y="83232"/>
                </a:cubicBezTo>
                <a:lnTo>
                  <a:pt x="173015" y="34692"/>
                </a:lnTo>
                <a:lnTo>
                  <a:pt x="151275" y="34692"/>
                </a:lnTo>
                <a:lnTo>
                  <a:pt x="151275" y="36778"/>
                </a:lnTo>
                <a:cubicBezTo>
                  <a:pt x="158274" y="37075"/>
                  <a:pt x="160358" y="39159"/>
                  <a:pt x="160508" y="46306"/>
                </a:cubicBezTo>
                <a:lnTo>
                  <a:pt x="160508" y="83827"/>
                </a:lnTo>
                <a:cubicBezTo>
                  <a:pt x="160508" y="95591"/>
                  <a:pt x="167653" y="103184"/>
                  <a:pt x="178522" y="103184"/>
                </a:cubicBezTo>
                <a:cubicBezTo>
                  <a:pt x="184031" y="103184"/>
                  <a:pt x="189838" y="100800"/>
                  <a:pt x="193859" y="96781"/>
                </a:cubicBezTo>
                <a:lnTo>
                  <a:pt x="200262" y="90379"/>
                </a:lnTo>
                <a:lnTo>
                  <a:pt x="200262" y="102736"/>
                </a:lnTo>
                <a:lnTo>
                  <a:pt x="200857" y="103034"/>
                </a:lnTo>
                <a:cubicBezTo>
                  <a:pt x="208302" y="100057"/>
                  <a:pt x="213661" y="98419"/>
                  <a:pt x="221254" y="96334"/>
                </a:cubicBezTo>
                <a:lnTo>
                  <a:pt x="221254" y="94250"/>
                </a:lnTo>
                <a:close/>
                <a:moveTo>
                  <a:pt x="262348" y="34692"/>
                </a:moveTo>
                <a:lnTo>
                  <a:pt x="247310" y="34692"/>
                </a:lnTo>
                <a:lnTo>
                  <a:pt x="247310" y="17421"/>
                </a:lnTo>
                <a:cubicBezTo>
                  <a:pt x="247310" y="15933"/>
                  <a:pt x="247013" y="15485"/>
                  <a:pt x="246268" y="15485"/>
                </a:cubicBezTo>
                <a:cubicBezTo>
                  <a:pt x="237632" y="27992"/>
                  <a:pt x="233166" y="33054"/>
                  <a:pt x="228849" y="35585"/>
                </a:cubicBezTo>
                <a:cubicBezTo>
                  <a:pt x="227211" y="36628"/>
                  <a:pt x="226316" y="37521"/>
                  <a:pt x="226316" y="38416"/>
                </a:cubicBezTo>
                <a:cubicBezTo>
                  <a:pt x="226316" y="38861"/>
                  <a:pt x="226466" y="39159"/>
                  <a:pt x="226913" y="39456"/>
                </a:cubicBezTo>
                <a:lnTo>
                  <a:pt x="234804" y="39456"/>
                </a:lnTo>
                <a:lnTo>
                  <a:pt x="234804" y="84274"/>
                </a:lnTo>
                <a:cubicBezTo>
                  <a:pt x="234804" y="96781"/>
                  <a:pt x="239270" y="103184"/>
                  <a:pt x="248056" y="103184"/>
                </a:cubicBezTo>
                <a:cubicBezTo>
                  <a:pt x="255351" y="103184"/>
                  <a:pt x="261008" y="99610"/>
                  <a:pt x="265922" y="91867"/>
                </a:cubicBezTo>
                <a:lnTo>
                  <a:pt x="263986" y="90229"/>
                </a:lnTo>
                <a:cubicBezTo>
                  <a:pt x="260710" y="94100"/>
                  <a:pt x="258329" y="95441"/>
                  <a:pt x="255053" y="95441"/>
                </a:cubicBezTo>
                <a:cubicBezTo>
                  <a:pt x="249544" y="95441"/>
                  <a:pt x="247310" y="91422"/>
                  <a:pt x="247310" y="82041"/>
                </a:cubicBezTo>
                <a:lnTo>
                  <a:pt x="247310" y="39456"/>
                </a:lnTo>
                <a:lnTo>
                  <a:pt x="262348" y="39456"/>
                </a:lnTo>
                <a:lnTo>
                  <a:pt x="262348" y="34692"/>
                </a:lnTo>
                <a:close/>
                <a:moveTo>
                  <a:pt x="303294" y="33204"/>
                </a:moveTo>
                <a:cubicBezTo>
                  <a:pt x="283787" y="33204"/>
                  <a:pt x="270388" y="47497"/>
                  <a:pt x="270388" y="68044"/>
                </a:cubicBezTo>
                <a:cubicBezTo>
                  <a:pt x="270388" y="88293"/>
                  <a:pt x="284235" y="103184"/>
                  <a:pt x="302994" y="103184"/>
                </a:cubicBezTo>
                <a:cubicBezTo>
                  <a:pt x="321756" y="103184"/>
                  <a:pt x="336048" y="87550"/>
                  <a:pt x="336048" y="66853"/>
                </a:cubicBezTo>
                <a:cubicBezTo>
                  <a:pt x="336048" y="47199"/>
                  <a:pt x="322351" y="33204"/>
                  <a:pt x="303294" y="33204"/>
                </a:cubicBezTo>
                <a:moveTo>
                  <a:pt x="301358" y="37373"/>
                </a:moveTo>
                <a:cubicBezTo>
                  <a:pt x="313865" y="37373"/>
                  <a:pt x="322648" y="51666"/>
                  <a:pt x="322648" y="72065"/>
                </a:cubicBezTo>
                <a:cubicBezTo>
                  <a:pt x="322648" y="89039"/>
                  <a:pt x="315949" y="99015"/>
                  <a:pt x="304782" y="99015"/>
                </a:cubicBezTo>
                <a:cubicBezTo>
                  <a:pt x="298975" y="99015"/>
                  <a:pt x="293466" y="95441"/>
                  <a:pt x="290340" y="89486"/>
                </a:cubicBezTo>
                <a:cubicBezTo>
                  <a:pt x="286171" y="81743"/>
                  <a:pt x="283787" y="71320"/>
                  <a:pt x="283787" y="60749"/>
                </a:cubicBezTo>
                <a:cubicBezTo>
                  <a:pt x="283787" y="46604"/>
                  <a:pt x="290637" y="37373"/>
                  <a:pt x="301358" y="37373"/>
                </a:cubicBezTo>
                <a:close/>
                <a:moveTo>
                  <a:pt x="343344" y="101693"/>
                </a:moveTo>
                <a:lnTo>
                  <a:pt x="376399" y="101693"/>
                </a:lnTo>
                <a:lnTo>
                  <a:pt x="376399" y="99460"/>
                </a:lnTo>
                <a:cubicBezTo>
                  <a:pt x="368806" y="99312"/>
                  <a:pt x="366423" y="97674"/>
                  <a:pt x="366275" y="91719"/>
                </a:cubicBezTo>
                <a:lnTo>
                  <a:pt x="366275" y="49730"/>
                </a:lnTo>
                <a:cubicBezTo>
                  <a:pt x="366275" y="49432"/>
                  <a:pt x="367465" y="47944"/>
                  <a:pt x="368508" y="46901"/>
                </a:cubicBezTo>
                <a:cubicBezTo>
                  <a:pt x="372230" y="43478"/>
                  <a:pt x="378632" y="40947"/>
                  <a:pt x="383844" y="40947"/>
                </a:cubicBezTo>
                <a:cubicBezTo>
                  <a:pt x="390394" y="40947"/>
                  <a:pt x="393670" y="46158"/>
                  <a:pt x="393670" y="56580"/>
                </a:cubicBezTo>
                <a:lnTo>
                  <a:pt x="393670" y="88889"/>
                </a:lnTo>
                <a:cubicBezTo>
                  <a:pt x="393372" y="97377"/>
                  <a:pt x="391884" y="99015"/>
                  <a:pt x="383546" y="99460"/>
                </a:cubicBezTo>
                <a:lnTo>
                  <a:pt x="383546" y="101693"/>
                </a:lnTo>
                <a:lnTo>
                  <a:pt x="416898" y="101693"/>
                </a:lnTo>
                <a:lnTo>
                  <a:pt x="416898" y="99460"/>
                </a:lnTo>
                <a:cubicBezTo>
                  <a:pt x="408560" y="99460"/>
                  <a:pt x="406474" y="97079"/>
                  <a:pt x="406177" y="87550"/>
                </a:cubicBezTo>
                <a:lnTo>
                  <a:pt x="406177" y="50028"/>
                </a:lnTo>
                <a:cubicBezTo>
                  <a:pt x="410643" y="43625"/>
                  <a:pt x="415410" y="40947"/>
                  <a:pt x="422407" y="40947"/>
                </a:cubicBezTo>
                <a:cubicBezTo>
                  <a:pt x="430893" y="40947"/>
                  <a:pt x="433574" y="44966"/>
                  <a:pt x="433574" y="57325"/>
                </a:cubicBezTo>
                <a:lnTo>
                  <a:pt x="433574" y="88741"/>
                </a:lnTo>
                <a:cubicBezTo>
                  <a:pt x="433276" y="97524"/>
                  <a:pt x="432383" y="98567"/>
                  <a:pt x="423747" y="99460"/>
                </a:cubicBezTo>
                <a:lnTo>
                  <a:pt x="423747" y="101693"/>
                </a:lnTo>
                <a:lnTo>
                  <a:pt x="456354" y="101693"/>
                </a:lnTo>
                <a:lnTo>
                  <a:pt x="456354" y="99460"/>
                </a:lnTo>
                <a:lnTo>
                  <a:pt x="452483" y="99162"/>
                </a:lnTo>
                <a:cubicBezTo>
                  <a:pt x="447718" y="98419"/>
                  <a:pt x="446080" y="96186"/>
                  <a:pt x="446080" y="90379"/>
                </a:cubicBezTo>
                <a:lnTo>
                  <a:pt x="446080" y="59706"/>
                </a:lnTo>
                <a:cubicBezTo>
                  <a:pt x="446080" y="42137"/>
                  <a:pt x="440273" y="33204"/>
                  <a:pt x="428809" y="33204"/>
                </a:cubicBezTo>
                <a:cubicBezTo>
                  <a:pt x="420174" y="33204"/>
                  <a:pt x="412579" y="37075"/>
                  <a:pt x="404538" y="45711"/>
                </a:cubicBezTo>
                <a:cubicBezTo>
                  <a:pt x="401860" y="37223"/>
                  <a:pt x="396798" y="33204"/>
                  <a:pt x="388758" y="33204"/>
                </a:cubicBezTo>
                <a:cubicBezTo>
                  <a:pt x="382056" y="33204"/>
                  <a:pt x="378037" y="35140"/>
                  <a:pt x="365677" y="44668"/>
                </a:cubicBezTo>
                <a:lnTo>
                  <a:pt x="365677" y="33502"/>
                </a:lnTo>
                <a:lnTo>
                  <a:pt x="364637" y="33204"/>
                </a:lnTo>
                <a:cubicBezTo>
                  <a:pt x="356744" y="36033"/>
                  <a:pt x="351682" y="37671"/>
                  <a:pt x="343792" y="39904"/>
                </a:cubicBezTo>
                <a:lnTo>
                  <a:pt x="343792" y="42435"/>
                </a:lnTo>
                <a:cubicBezTo>
                  <a:pt x="345578" y="41990"/>
                  <a:pt x="346918" y="41840"/>
                  <a:pt x="348556" y="41840"/>
                </a:cubicBezTo>
                <a:cubicBezTo>
                  <a:pt x="352428" y="41840"/>
                  <a:pt x="353768" y="44223"/>
                  <a:pt x="353768" y="51368"/>
                </a:cubicBezTo>
                <a:lnTo>
                  <a:pt x="353768" y="89039"/>
                </a:lnTo>
                <a:cubicBezTo>
                  <a:pt x="353470" y="97377"/>
                  <a:pt x="351535" y="99460"/>
                  <a:pt x="343344" y="99460"/>
                </a:cubicBezTo>
                <a:lnTo>
                  <a:pt x="343344" y="101693"/>
                </a:lnTo>
                <a:close/>
                <a:moveTo>
                  <a:pt x="520078" y="91867"/>
                </a:moveTo>
                <a:cubicBezTo>
                  <a:pt x="517548" y="93953"/>
                  <a:pt x="515762" y="94696"/>
                  <a:pt x="513529" y="94696"/>
                </a:cubicBezTo>
                <a:cubicBezTo>
                  <a:pt x="510105" y="94696"/>
                  <a:pt x="509062" y="92612"/>
                  <a:pt x="509062" y="86060"/>
                </a:cubicBezTo>
                <a:lnTo>
                  <a:pt x="509062" y="57027"/>
                </a:lnTo>
                <a:cubicBezTo>
                  <a:pt x="509062" y="49285"/>
                  <a:pt x="508317" y="44966"/>
                  <a:pt x="506083" y="41392"/>
                </a:cubicBezTo>
                <a:cubicBezTo>
                  <a:pt x="502807" y="36033"/>
                  <a:pt x="496405" y="33204"/>
                  <a:pt x="487622" y="33204"/>
                </a:cubicBezTo>
                <a:cubicBezTo>
                  <a:pt x="473625" y="33204"/>
                  <a:pt x="462608" y="40499"/>
                  <a:pt x="462608" y="49880"/>
                </a:cubicBezTo>
                <a:cubicBezTo>
                  <a:pt x="462608" y="53304"/>
                  <a:pt x="465437" y="56282"/>
                  <a:pt x="469010" y="56282"/>
                </a:cubicBezTo>
                <a:cubicBezTo>
                  <a:pt x="472582" y="56282"/>
                  <a:pt x="475710" y="53304"/>
                  <a:pt x="475710" y="50028"/>
                </a:cubicBezTo>
                <a:cubicBezTo>
                  <a:pt x="475710" y="49432"/>
                  <a:pt x="475560" y="48689"/>
                  <a:pt x="475413" y="47647"/>
                </a:cubicBezTo>
                <a:cubicBezTo>
                  <a:pt x="475115" y="46306"/>
                  <a:pt x="474965" y="45116"/>
                  <a:pt x="474965" y="44073"/>
                </a:cubicBezTo>
                <a:cubicBezTo>
                  <a:pt x="474965" y="40054"/>
                  <a:pt x="479729" y="36778"/>
                  <a:pt x="485686" y="36778"/>
                </a:cubicBezTo>
                <a:cubicBezTo>
                  <a:pt x="492981" y="36778"/>
                  <a:pt x="497000" y="41094"/>
                  <a:pt x="497000" y="49135"/>
                </a:cubicBezTo>
                <a:lnTo>
                  <a:pt x="497000" y="58218"/>
                </a:lnTo>
                <a:cubicBezTo>
                  <a:pt x="474220" y="67301"/>
                  <a:pt x="471541" y="68639"/>
                  <a:pt x="465139" y="74298"/>
                </a:cubicBezTo>
                <a:cubicBezTo>
                  <a:pt x="461863" y="77277"/>
                  <a:pt x="459777" y="82339"/>
                  <a:pt x="459777" y="87251"/>
                </a:cubicBezTo>
                <a:cubicBezTo>
                  <a:pt x="459777" y="96631"/>
                  <a:pt x="466330" y="103184"/>
                  <a:pt x="475413" y="103184"/>
                </a:cubicBezTo>
                <a:cubicBezTo>
                  <a:pt x="481963" y="103184"/>
                  <a:pt x="488067" y="100057"/>
                  <a:pt x="497150" y="92315"/>
                </a:cubicBezTo>
                <a:cubicBezTo>
                  <a:pt x="497896" y="100205"/>
                  <a:pt x="500574" y="103184"/>
                  <a:pt x="506679" y="103184"/>
                </a:cubicBezTo>
                <a:cubicBezTo>
                  <a:pt x="511741" y="103184"/>
                  <a:pt x="514869" y="101396"/>
                  <a:pt x="520078" y="95738"/>
                </a:cubicBezTo>
                <a:lnTo>
                  <a:pt x="520078" y="91867"/>
                </a:lnTo>
                <a:moveTo>
                  <a:pt x="497000" y="83382"/>
                </a:moveTo>
                <a:cubicBezTo>
                  <a:pt x="497000" y="87848"/>
                  <a:pt x="496257" y="89486"/>
                  <a:pt x="493129" y="91272"/>
                </a:cubicBezTo>
                <a:cubicBezTo>
                  <a:pt x="489408" y="93355"/>
                  <a:pt x="485389" y="94548"/>
                  <a:pt x="482260" y="94548"/>
                </a:cubicBezTo>
                <a:cubicBezTo>
                  <a:pt x="477051" y="94548"/>
                  <a:pt x="472882" y="89486"/>
                  <a:pt x="472882" y="83082"/>
                </a:cubicBezTo>
                <a:lnTo>
                  <a:pt x="472882" y="82486"/>
                </a:lnTo>
                <a:cubicBezTo>
                  <a:pt x="473029" y="73553"/>
                  <a:pt x="479582" y="67896"/>
                  <a:pt x="497000" y="61792"/>
                </a:cubicBezTo>
                <a:lnTo>
                  <a:pt x="497000" y="83382"/>
                </a:lnTo>
                <a:close/>
                <a:moveTo>
                  <a:pt x="558344" y="34692"/>
                </a:moveTo>
                <a:lnTo>
                  <a:pt x="543306" y="34692"/>
                </a:lnTo>
                <a:lnTo>
                  <a:pt x="543306" y="17421"/>
                </a:lnTo>
                <a:cubicBezTo>
                  <a:pt x="543306" y="15933"/>
                  <a:pt x="543008" y="15485"/>
                  <a:pt x="542263" y="15485"/>
                </a:cubicBezTo>
                <a:cubicBezTo>
                  <a:pt x="533628" y="27992"/>
                  <a:pt x="529161" y="33054"/>
                  <a:pt x="524844" y="35585"/>
                </a:cubicBezTo>
                <a:cubicBezTo>
                  <a:pt x="523206" y="36628"/>
                  <a:pt x="522311" y="37521"/>
                  <a:pt x="522311" y="38416"/>
                </a:cubicBezTo>
                <a:cubicBezTo>
                  <a:pt x="522311" y="38861"/>
                  <a:pt x="522461" y="39159"/>
                  <a:pt x="522909" y="39456"/>
                </a:cubicBezTo>
                <a:lnTo>
                  <a:pt x="530799" y="39456"/>
                </a:lnTo>
                <a:lnTo>
                  <a:pt x="530799" y="84274"/>
                </a:lnTo>
                <a:cubicBezTo>
                  <a:pt x="530799" y="96781"/>
                  <a:pt x="535266" y="103184"/>
                  <a:pt x="544051" y="103184"/>
                </a:cubicBezTo>
                <a:cubicBezTo>
                  <a:pt x="551346" y="103184"/>
                  <a:pt x="557003" y="99610"/>
                  <a:pt x="561918" y="91867"/>
                </a:cubicBezTo>
                <a:lnTo>
                  <a:pt x="559982" y="90229"/>
                </a:lnTo>
                <a:cubicBezTo>
                  <a:pt x="556706" y="94100"/>
                  <a:pt x="554325" y="95441"/>
                  <a:pt x="551049" y="95441"/>
                </a:cubicBezTo>
                <a:cubicBezTo>
                  <a:pt x="545539" y="95441"/>
                  <a:pt x="543306" y="91422"/>
                  <a:pt x="543306" y="82041"/>
                </a:cubicBezTo>
                <a:lnTo>
                  <a:pt x="543306" y="39456"/>
                </a:lnTo>
                <a:lnTo>
                  <a:pt x="558344" y="39456"/>
                </a:lnTo>
                <a:lnTo>
                  <a:pt x="558344" y="34692"/>
                </a:lnTo>
                <a:close/>
                <a:moveTo>
                  <a:pt x="622517" y="77277"/>
                </a:moveTo>
                <a:cubicBezTo>
                  <a:pt x="615371" y="88591"/>
                  <a:pt x="608967" y="92910"/>
                  <a:pt x="599439" y="92910"/>
                </a:cubicBezTo>
                <a:cubicBezTo>
                  <a:pt x="590953" y="92910"/>
                  <a:pt x="584551" y="88591"/>
                  <a:pt x="580232" y="80105"/>
                </a:cubicBezTo>
                <a:cubicBezTo>
                  <a:pt x="577551" y="74446"/>
                  <a:pt x="576510" y="69682"/>
                  <a:pt x="576213" y="60451"/>
                </a:cubicBezTo>
                <a:lnTo>
                  <a:pt x="622071" y="60451"/>
                </a:lnTo>
                <a:cubicBezTo>
                  <a:pt x="620879" y="50773"/>
                  <a:pt x="619391" y="46456"/>
                  <a:pt x="615669" y="41690"/>
                </a:cubicBezTo>
                <a:cubicBezTo>
                  <a:pt x="611200" y="36330"/>
                  <a:pt x="604353" y="33204"/>
                  <a:pt x="596610" y="33204"/>
                </a:cubicBezTo>
                <a:cubicBezTo>
                  <a:pt x="589165" y="33204"/>
                  <a:pt x="582167" y="35885"/>
                  <a:pt x="576510" y="40947"/>
                </a:cubicBezTo>
                <a:cubicBezTo>
                  <a:pt x="569511" y="47051"/>
                  <a:pt x="565492" y="57623"/>
                  <a:pt x="565492" y="69832"/>
                </a:cubicBezTo>
                <a:cubicBezTo>
                  <a:pt x="565492" y="90379"/>
                  <a:pt x="576213" y="103184"/>
                  <a:pt x="593334" y="103184"/>
                </a:cubicBezTo>
                <a:cubicBezTo>
                  <a:pt x="607479" y="103184"/>
                  <a:pt x="618645" y="94398"/>
                  <a:pt x="624900" y="78317"/>
                </a:cubicBezTo>
                <a:lnTo>
                  <a:pt x="622517" y="77277"/>
                </a:lnTo>
                <a:moveTo>
                  <a:pt x="576510" y="55687"/>
                </a:moveTo>
                <a:cubicBezTo>
                  <a:pt x="578146" y="44073"/>
                  <a:pt x="583210" y="38563"/>
                  <a:pt x="592291" y="38563"/>
                </a:cubicBezTo>
                <a:cubicBezTo>
                  <a:pt x="601374" y="38563"/>
                  <a:pt x="604948" y="42732"/>
                  <a:pt x="606884" y="55687"/>
                </a:cubicBezTo>
                <a:lnTo>
                  <a:pt x="576510" y="55687"/>
                </a:lnTo>
                <a:close/>
                <a:moveTo>
                  <a:pt x="700983" y="93058"/>
                </a:moveTo>
                <a:cubicBezTo>
                  <a:pt x="699048" y="93208"/>
                  <a:pt x="698155" y="93208"/>
                  <a:pt x="697557" y="93208"/>
                </a:cubicBezTo>
                <a:cubicBezTo>
                  <a:pt x="692348" y="93208"/>
                  <a:pt x="691007" y="91570"/>
                  <a:pt x="691007" y="84720"/>
                </a:cubicBezTo>
                <a:lnTo>
                  <a:pt x="691007" y="298"/>
                </a:lnTo>
                <a:lnTo>
                  <a:pt x="690262" y="0"/>
                </a:lnTo>
                <a:cubicBezTo>
                  <a:pt x="683265" y="2383"/>
                  <a:pt x="678203" y="4021"/>
                  <a:pt x="668374" y="6552"/>
                </a:cubicBezTo>
                <a:lnTo>
                  <a:pt x="668374" y="8933"/>
                </a:lnTo>
                <a:cubicBezTo>
                  <a:pt x="669567" y="8785"/>
                  <a:pt x="670310" y="8785"/>
                  <a:pt x="671651" y="8785"/>
                </a:cubicBezTo>
                <a:cubicBezTo>
                  <a:pt x="677160" y="8785"/>
                  <a:pt x="678500" y="10274"/>
                  <a:pt x="678500" y="16378"/>
                </a:cubicBezTo>
                <a:lnTo>
                  <a:pt x="678500" y="39606"/>
                </a:lnTo>
                <a:cubicBezTo>
                  <a:pt x="672841" y="34842"/>
                  <a:pt x="668822" y="33204"/>
                  <a:pt x="662865" y="33204"/>
                </a:cubicBezTo>
                <a:cubicBezTo>
                  <a:pt x="645744" y="33204"/>
                  <a:pt x="631897" y="50028"/>
                  <a:pt x="631897" y="71172"/>
                </a:cubicBezTo>
                <a:cubicBezTo>
                  <a:pt x="631897" y="90229"/>
                  <a:pt x="642915" y="103184"/>
                  <a:pt x="659441" y="103184"/>
                </a:cubicBezTo>
                <a:cubicBezTo>
                  <a:pt x="667779" y="103184"/>
                  <a:pt x="673439" y="100205"/>
                  <a:pt x="678500" y="93208"/>
                </a:cubicBezTo>
                <a:lnTo>
                  <a:pt x="678500" y="102736"/>
                </a:lnTo>
                <a:lnTo>
                  <a:pt x="679096" y="103184"/>
                </a:lnTo>
                <a:lnTo>
                  <a:pt x="700983" y="95441"/>
                </a:lnTo>
                <a:lnTo>
                  <a:pt x="700983" y="93058"/>
                </a:lnTo>
                <a:moveTo>
                  <a:pt x="678500" y="86508"/>
                </a:moveTo>
                <a:cubicBezTo>
                  <a:pt x="678500" y="87550"/>
                  <a:pt x="677458" y="89336"/>
                  <a:pt x="675970" y="90974"/>
                </a:cubicBezTo>
                <a:cubicBezTo>
                  <a:pt x="673439" y="93953"/>
                  <a:pt x="669567" y="95441"/>
                  <a:pt x="665248" y="95441"/>
                </a:cubicBezTo>
                <a:cubicBezTo>
                  <a:pt x="652741" y="95441"/>
                  <a:pt x="644701" y="83529"/>
                  <a:pt x="644701" y="65068"/>
                </a:cubicBezTo>
                <a:cubicBezTo>
                  <a:pt x="644701" y="48392"/>
                  <a:pt x="651996" y="37373"/>
                  <a:pt x="663313" y="37373"/>
                </a:cubicBezTo>
                <a:cubicBezTo>
                  <a:pt x="671353" y="37373"/>
                  <a:pt x="678500" y="44370"/>
                  <a:pt x="678500" y="52263"/>
                </a:cubicBezTo>
                <a:lnTo>
                  <a:pt x="678500" y="86508"/>
                </a:lnTo>
                <a:close/>
                <a:moveTo>
                  <a:pt x="708277" y="128047"/>
                </a:moveTo>
                <a:cubicBezTo>
                  <a:pt x="719296" y="120752"/>
                  <a:pt x="723763" y="117031"/>
                  <a:pt x="729270" y="110181"/>
                </a:cubicBezTo>
                <a:cubicBezTo>
                  <a:pt x="739843" y="97227"/>
                  <a:pt x="745053" y="82339"/>
                  <a:pt x="745053" y="64918"/>
                </a:cubicBezTo>
                <a:cubicBezTo>
                  <a:pt x="745053" y="45859"/>
                  <a:pt x="739544" y="31416"/>
                  <a:pt x="726441" y="16231"/>
                </a:cubicBezTo>
                <a:cubicBezTo>
                  <a:pt x="720337" y="9083"/>
                  <a:pt x="716465" y="5807"/>
                  <a:pt x="708723" y="1043"/>
                </a:cubicBezTo>
                <a:lnTo>
                  <a:pt x="706937" y="3426"/>
                </a:lnTo>
                <a:cubicBezTo>
                  <a:pt x="718849" y="12805"/>
                  <a:pt x="722868" y="18016"/>
                  <a:pt x="727037" y="29183"/>
                </a:cubicBezTo>
                <a:cubicBezTo>
                  <a:pt x="730610" y="39159"/>
                  <a:pt x="732248" y="50327"/>
                  <a:pt x="732248" y="65365"/>
                </a:cubicBezTo>
                <a:cubicBezTo>
                  <a:pt x="732248" y="80998"/>
                  <a:pt x="730313" y="93208"/>
                  <a:pt x="726294" y="102291"/>
                </a:cubicBezTo>
                <a:cubicBezTo>
                  <a:pt x="722272" y="111521"/>
                  <a:pt x="717658" y="117031"/>
                  <a:pt x="706937" y="125666"/>
                </a:cubicBezTo>
                <a:lnTo>
                  <a:pt x="708277" y="128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46b2c36e46d2"/>
          <a:stretch xmlns:a="http://schemas.openxmlformats.org/drawingml/2006/main"/>
        </p:blipFill>
        <p:spPr>
          <a:xfrm xmlns:a="http://schemas.openxmlformats.org/drawingml/2006/main">
            <a:off x="1296175" y="400752"/>
            <a:ext cx="668335" cy="668335"/>
          </a:xfrm>
          <a:prstGeom xmlns:a="http://schemas.openxmlformats.org/drawingml/2006/main" prst="rect">
            <a:avLst/>
          </a:prstGeom>
        </p:spPr>
      </p:pic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5EEAE-E6D9-4FA2-8C4F-E4F871B4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" y="711410"/>
            <a:ext cx="572059" cy="212703"/>
          </a:xfrm>
          <a:custGeom xmlns:a="http://schemas.openxmlformats.org/drawingml/2006/main">
            <a:pathLst>
              <a:path w="572059" h="212703">
                <a:moveTo>
                  <a:pt x="0" y="35451"/>
                </a:moveTo>
                <a:cubicBezTo>
                  <a:pt x="0" y="15859"/>
                  <a:pt x="15859" y="0"/>
                  <a:pt x="35451" y="0"/>
                </a:cubicBezTo>
                <a:lnTo>
                  <a:pt x="536609" y="0"/>
                </a:lnTo>
                <a:cubicBezTo>
                  <a:pt x="556200" y="0"/>
                  <a:pt x="572059" y="15859"/>
                  <a:pt x="572059" y="35451"/>
                </a:cubicBezTo>
                <a:lnTo>
                  <a:pt x="572059" y="177253"/>
                </a:lnTo>
                <a:cubicBezTo>
                  <a:pt x="572059" y="196844"/>
                  <a:pt x="556200" y="212703"/>
                  <a:pt x="536609" y="212703"/>
                </a:cubicBezTo>
                <a:lnTo>
                  <a:pt x="35451" y="212703"/>
                </a:lnTo>
                <a:cubicBezTo>
                  <a:pt x="15859" y="212703"/>
                  <a:pt x="0" y="196844"/>
                  <a:pt x="0" y="177253"/>
                </a:cubicBezTo>
                <a:lnTo>
                  <a:pt x="0" y="35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D2358-6392-4FB0-9180-01938DB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" y="711410"/>
            <a:ext cx="572059" cy="212703"/>
          </a:xfrm>
          <a:custGeom xmlns:a="http://schemas.openxmlformats.org/drawingml/2006/main">
            <a:pathLst>
              <a:path w="572059" h="212703" fill="none">
                <a:moveTo>
                  <a:pt x="0" y="35451"/>
                </a:moveTo>
                <a:cubicBezTo>
                  <a:pt x="0" y="15859"/>
                  <a:pt x="15859" y="0"/>
                  <a:pt x="35451" y="0"/>
                </a:cubicBezTo>
                <a:lnTo>
                  <a:pt x="536609" y="0"/>
                </a:lnTo>
                <a:cubicBezTo>
                  <a:pt x="556200" y="0"/>
                  <a:pt x="572059" y="15859"/>
                  <a:pt x="572059" y="35451"/>
                </a:cubicBezTo>
                <a:lnTo>
                  <a:pt x="572059" y="177253"/>
                </a:lnTo>
                <a:cubicBezTo>
                  <a:pt x="572059" y="196844"/>
                  <a:pt x="556200" y="212703"/>
                  <a:pt x="536609" y="212703"/>
                </a:cubicBezTo>
                <a:lnTo>
                  <a:pt x="35451" y="212703"/>
                </a:lnTo>
                <a:cubicBezTo>
                  <a:pt x="15859" y="212703"/>
                  <a:pt x="0" y="196844"/>
                  <a:pt x="0" y="177253"/>
                </a:cubicBezTo>
                <a:lnTo>
                  <a:pt x="0" y="35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26" name="Text 3GPP">
            <a:extLst xmlns:a="http://schemas.openxmlformats.org/drawingml/2006/main">
              <a:ext uri="{FF2B5EF4-FFF2-40B4-BE49-F238E27FC236}">
                <a16:creationId xmlns:a16="http://schemas.microsoft.com/office/drawing/2014/main" id="{0CE9127C-3ED0-4850-985F-25D5295D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0" y="769485"/>
            <a:ext cx="368317" cy="105873"/>
          </a:xfrm>
          <a:custGeom xmlns:a="http://schemas.openxmlformats.org/drawingml/2006/main">
            <a:pathLst>
              <a:path w="368317" h="105873">
                <a:moveTo>
                  <a:pt x="6264" y="25051"/>
                </a:moveTo>
                <a:cubicBezTo>
                  <a:pt x="11930" y="15955"/>
                  <a:pt x="16851" y="12526"/>
                  <a:pt x="24605" y="12526"/>
                </a:cubicBezTo>
                <a:cubicBezTo>
                  <a:pt x="33998" y="12526"/>
                  <a:pt x="39814" y="18341"/>
                  <a:pt x="39814" y="27884"/>
                </a:cubicBezTo>
                <a:cubicBezTo>
                  <a:pt x="39814" y="37727"/>
                  <a:pt x="34594" y="42945"/>
                  <a:pt x="20430" y="47420"/>
                </a:cubicBezTo>
                <a:lnTo>
                  <a:pt x="20430" y="49955"/>
                </a:lnTo>
                <a:cubicBezTo>
                  <a:pt x="32806" y="54278"/>
                  <a:pt x="37727" y="56813"/>
                  <a:pt x="43095" y="61884"/>
                </a:cubicBezTo>
                <a:cubicBezTo>
                  <a:pt x="47718" y="66208"/>
                  <a:pt x="50401" y="72918"/>
                  <a:pt x="50401" y="80076"/>
                </a:cubicBezTo>
                <a:cubicBezTo>
                  <a:pt x="50401" y="90813"/>
                  <a:pt x="44735" y="97671"/>
                  <a:pt x="35789" y="97671"/>
                </a:cubicBezTo>
                <a:cubicBezTo>
                  <a:pt x="32210" y="97671"/>
                  <a:pt x="29377" y="96030"/>
                  <a:pt x="24455" y="91259"/>
                </a:cubicBezTo>
                <a:cubicBezTo>
                  <a:pt x="18640" y="85443"/>
                  <a:pt x="14316" y="83059"/>
                  <a:pt x="9693" y="83059"/>
                </a:cubicBezTo>
                <a:cubicBezTo>
                  <a:pt x="4027" y="83059"/>
                  <a:pt x="0" y="86638"/>
                  <a:pt x="0" y="91707"/>
                </a:cubicBezTo>
                <a:cubicBezTo>
                  <a:pt x="0" y="99760"/>
                  <a:pt x="8947" y="105127"/>
                  <a:pt x="22667" y="105127"/>
                </a:cubicBezTo>
                <a:cubicBezTo>
                  <a:pt x="47718" y="105127"/>
                  <a:pt x="67400" y="88128"/>
                  <a:pt x="67400" y="66358"/>
                </a:cubicBezTo>
                <a:cubicBezTo>
                  <a:pt x="67400" y="59347"/>
                  <a:pt x="65163" y="53086"/>
                  <a:pt x="60840" y="47866"/>
                </a:cubicBezTo>
                <a:cubicBezTo>
                  <a:pt x="57709" y="44139"/>
                  <a:pt x="55172" y="42499"/>
                  <a:pt x="49209" y="39814"/>
                </a:cubicBezTo>
                <a:cubicBezTo>
                  <a:pt x="58751" y="33998"/>
                  <a:pt x="61586" y="29675"/>
                  <a:pt x="61586" y="20876"/>
                </a:cubicBezTo>
                <a:cubicBezTo>
                  <a:pt x="61586" y="8052"/>
                  <a:pt x="52490" y="448"/>
                  <a:pt x="37279" y="448"/>
                </a:cubicBezTo>
                <a:cubicBezTo>
                  <a:pt x="22517" y="448"/>
                  <a:pt x="11333" y="7902"/>
                  <a:pt x="3131" y="23263"/>
                </a:cubicBezTo>
                <a:lnTo>
                  <a:pt x="6264" y="25051"/>
                </a:lnTo>
                <a:close/>
                <a:moveTo>
                  <a:pt x="185053" y="60244"/>
                </a:moveTo>
                <a:lnTo>
                  <a:pt x="133906" y="60244"/>
                </a:lnTo>
                <a:lnTo>
                  <a:pt x="133906" y="63971"/>
                </a:lnTo>
                <a:cubicBezTo>
                  <a:pt x="146431" y="64567"/>
                  <a:pt x="148668" y="66060"/>
                  <a:pt x="148968" y="74410"/>
                </a:cubicBezTo>
                <a:lnTo>
                  <a:pt x="148968" y="90067"/>
                </a:lnTo>
                <a:cubicBezTo>
                  <a:pt x="148968" y="97671"/>
                  <a:pt x="144643" y="100952"/>
                  <a:pt x="134652" y="100952"/>
                </a:cubicBezTo>
                <a:cubicBezTo>
                  <a:pt x="125257" y="100952"/>
                  <a:pt x="118995" y="98119"/>
                  <a:pt x="114074" y="91707"/>
                </a:cubicBezTo>
                <a:cubicBezTo>
                  <a:pt x="107512" y="83357"/>
                  <a:pt x="104381" y="70533"/>
                  <a:pt x="104381" y="52638"/>
                </a:cubicBezTo>
                <a:cubicBezTo>
                  <a:pt x="104381" y="21324"/>
                  <a:pt x="113776" y="4922"/>
                  <a:pt x="131819" y="4922"/>
                </a:cubicBezTo>
                <a:cubicBezTo>
                  <a:pt x="138827" y="4922"/>
                  <a:pt x="145239" y="7604"/>
                  <a:pt x="151651" y="13272"/>
                </a:cubicBezTo>
                <a:cubicBezTo>
                  <a:pt x="158063" y="18938"/>
                  <a:pt x="161642" y="24157"/>
                  <a:pt x="166711" y="35340"/>
                </a:cubicBezTo>
                <a:lnTo>
                  <a:pt x="170441" y="35340"/>
                </a:lnTo>
                <a:lnTo>
                  <a:pt x="170441" y="448"/>
                </a:lnTo>
                <a:lnTo>
                  <a:pt x="166413" y="448"/>
                </a:lnTo>
                <a:cubicBezTo>
                  <a:pt x="164177" y="5816"/>
                  <a:pt x="162834" y="7306"/>
                  <a:pt x="159703" y="7306"/>
                </a:cubicBezTo>
                <a:cubicBezTo>
                  <a:pt x="158361" y="7306"/>
                  <a:pt x="156274" y="6710"/>
                  <a:pt x="152993" y="5220"/>
                </a:cubicBezTo>
                <a:cubicBezTo>
                  <a:pt x="144493" y="1641"/>
                  <a:pt x="137187" y="0"/>
                  <a:pt x="130028" y="0"/>
                </a:cubicBezTo>
                <a:cubicBezTo>
                  <a:pt x="100206" y="0"/>
                  <a:pt x="77987" y="22815"/>
                  <a:pt x="77987" y="53682"/>
                </a:cubicBezTo>
                <a:cubicBezTo>
                  <a:pt x="77987" y="84399"/>
                  <a:pt x="99760" y="105873"/>
                  <a:pt x="131073" y="105873"/>
                </a:cubicBezTo>
                <a:cubicBezTo>
                  <a:pt x="146431" y="105873"/>
                  <a:pt x="162536" y="102294"/>
                  <a:pt x="172229" y="96626"/>
                </a:cubicBezTo>
                <a:lnTo>
                  <a:pt x="172229" y="77689"/>
                </a:lnTo>
                <a:cubicBezTo>
                  <a:pt x="172527" y="66804"/>
                  <a:pt x="174168" y="65015"/>
                  <a:pt x="185053" y="63971"/>
                </a:cubicBezTo>
                <a:lnTo>
                  <a:pt x="185053" y="60244"/>
                </a:lnTo>
                <a:close/>
                <a:moveTo>
                  <a:pt x="190123" y="103038"/>
                </a:moveTo>
                <a:lnTo>
                  <a:pt x="239928" y="103038"/>
                </a:lnTo>
                <a:lnTo>
                  <a:pt x="239928" y="99311"/>
                </a:lnTo>
                <a:cubicBezTo>
                  <a:pt x="228296" y="97969"/>
                  <a:pt x="227104" y="96626"/>
                  <a:pt x="226806" y="85593"/>
                </a:cubicBezTo>
                <a:lnTo>
                  <a:pt x="226806" y="57857"/>
                </a:lnTo>
                <a:cubicBezTo>
                  <a:pt x="246936" y="57709"/>
                  <a:pt x="252007" y="57111"/>
                  <a:pt x="258567" y="54576"/>
                </a:cubicBezTo>
                <a:cubicBezTo>
                  <a:pt x="270647" y="49955"/>
                  <a:pt x="277207" y="41006"/>
                  <a:pt x="277207" y="29377"/>
                </a:cubicBezTo>
                <a:cubicBezTo>
                  <a:pt x="277207" y="12077"/>
                  <a:pt x="263040" y="2237"/>
                  <a:pt x="238139" y="2237"/>
                </a:cubicBezTo>
                <a:lnTo>
                  <a:pt x="190123" y="2237"/>
                </a:lnTo>
                <a:lnTo>
                  <a:pt x="190123" y="5964"/>
                </a:lnTo>
                <a:cubicBezTo>
                  <a:pt x="200264" y="6710"/>
                  <a:pt x="202351" y="8947"/>
                  <a:pt x="202649" y="19684"/>
                </a:cubicBezTo>
                <a:lnTo>
                  <a:pt x="202649" y="85593"/>
                </a:lnTo>
                <a:cubicBezTo>
                  <a:pt x="202501" y="94838"/>
                  <a:pt x="200412" y="98119"/>
                  <a:pt x="193702" y="98715"/>
                </a:cubicBezTo>
                <a:cubicBezTo>
                  <a:pt x="193254" y="98715"/>
                  <a:pt x="191763" y="99013"/>
                  <a:pt x="190123" y="99311"/>
                </a:cubicBezTo>
                <a:lnTo>
                  <a:pt x="190123" y="103038"/>
                </a:lnTo>
                <a:moveTo>
                  <a:pt x="226806" y="12676"/>
                </a:moveTo>
                <a:cubicBezTo>
                  <a:pt x="226806" y="9245"/>
                  <a:pt x="229341" y="7456"/>
                  <a:pt x="234262" y="7456"/>
                </a:cubicBezTo>
                <a:cubicBezTo>
                  <a:pt x="246638" y="7456"/>
                  <a:pt x="251559" y="14016"/>
                  <a:pt x="251559" y="30121"/>
                </a:cubicBezTo>
                <a:cubicBezTo>
                  <a:pt x="251559" y="39516"/>
                  <a:pt x="249771" y="45181"/>
                  <a:pt x="245894" y="48612"/>
                </a:cubicBezTo>
                <a:cubicBezTo>
                  <a:pt x="242314" y="51595"/>
                  <a:pt x="237393" y="52638"/>
                  <a:pt x="226806" y="52638"/>
                </a:cubicBezTo>
                <a:lnTo>
                  <a:pt x="226806" y="12676"/>
                </a:lnTo>
                <a:close/>
                <a:moveTo>
                  <a:pt x="281233" y="103038"/>
                </a:moveTo>
                <a:lnTo>
                  <a:pt x="331037" y="103038"/>
                </a:lnTo>
                <a:lnTo>
                  <a:pt x="331037" y="99311"/>
                </a:lnTo>
                <a:cubicBezTo>
                  <a:pt x="319406" y="97969"/>
                  <a:pt x="318214" y="96626"/>
                  <a:pt x="317916" y="85593"/>
                </a:cubicBezTo>
                <a:lnTo>
                  <a:pt x="317916" y="57857"/>
                </a:lnTo>
                <a:cubicBezTo>
                  <a:pt x="338046" y="57709"/>
                  <a:pt x="343117" y="57111"/>
                  <a:pt x="349677" y="54576"/>
                </a:cubicBezTo>
                <a:cubicBezTo>
                  <a:pt x="361757" y="49955"/>
                  <a:pt x="368317" y="41006"/>
                  <a:pt x="368317" y="29377"/>
                </a:cubicBezTo>
                <a:cubicBezTo>
                  <a:pt x="368317" y="12077"/>
                  <a:pt x="354150" y="2237"/>
                  <a:pt x="329249" y="2237"/>
                </a:cubicBezTo>
                <a:lnTo>
                  <a:pt x="281233" y="2237"/>
                </a:lnTo>
                <a:lnTo>
                  <a:pt x="281233" y="5964"/>
                </a:lnTo>
                <a:cubicBezTo>
                  <a:pt x="291374" y="6710"/>
                  <a:pt x="293460" y="8947"/>
                  <a:pt x="293758" y="19684"/>
                </a:cubicBezTo>
                <a:lnTo>
                  <a:pt x="293758" y="85593"/>
                </a:lnTo>
                <a:cubicBezTo>
                  <a:pt x="293611" y="94838"/>
                  <a:pt x="291522" y="98119"/>
                  <a:pt x="284812" y="98715"/>
                </a:cubicBezTo>
                <a:cubicBezTo>
                  <a:pt x="284364" y="98715"/>
                  <a:pt x="282873" y="99013"/>
                  <a:pt x="281233" y="99311"/>
                </a:cubicBezTo>
                <a:lnTo>
                  <a:pt x="281233" y="103038"/>
                </a:lnTo>
                <a:moveTo>
                  <a:pt x="317916" y="12676"/>
                </a:moveTo>
                <a:cubicBezTo>
                  <a:pt x="317916" y="9245"/>
                  <a:pt x="320450" y="7456"/>
                  <a:pt x="325372" y="7456"/>
                </a:cubicBezTo>
                <a:cubicBezTo>
                  <a:pt x="337747" y="7456"/>
                  <a:pt x="342669" y="14016"/>
                  <a:pt x="342669" y="30121"/>
                </a:cubicBezTo>
                <a:cubicBezTo>
                  <a:pt x="342669" y="39516"/>
                  <a:pt x="340881" y="45181"/>
                  <a:pt x="337003" y="48612"/>
                </a:cubicBezTo>
                <a:cubicBezTo>
                  <a:pt x="333424" y="51595"/>
                  <a:pt x="328503" y="52638"/>
                  <a:pt x="317916" y="52638"/>
                </a:cubicBezTo>
                <a:lnTo>
                  <a:pt x="317916" y="126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6E3A6-16E2-41F9-BED6-F17D8B1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524" y="2130923"/>
            <a:ext cx="1363539" cy="248527"/>
          </a:xfrm>
          <a:custGeom xmlns:a="http://schemas.openxmlformats.org/drawingml/2006/main">
            <a:pathLst>
              <a:path w="1363539" h="248527" fill="none">
                <a:moveTo>
                  <a:pt x="0" y="248527"/>
                </a:moveTo>
                <a:lnTo>
                  <a:pt x="1363539" y="248527"/>
                </a:lnTo>
                <a:lnTo>
                  <a:pt x="1363539" y="0"/>
                </a:lnTo>
                <a:lnTo>
                  <a:pt x="0" y="0"/>
                </a:lnTo>
                <a:lnTo>
                  <a:pt x="0" y="248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28" name="Text Initialmessage">
            <a:extLst xmlns:a="http://schemas.openxmlformats.org/drawingml/2006/main">
              <a:ext uri="{FF2B5EF4-FFF2-40B4-BE49-F238E27FC236}">
                <a16:creationId xmlns:a16="http://schemas.microsoft.com/office/drawing/2014/main" id="{DDB74C1C-DF43-4F2A-9FB6-6D59CC3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848" y="2206703"/>
            <a:ext cx="893205" cy="134354"/>
          </a:xfrm>
          <a:custGeom xmlns:a="http://schemas.openxmlformats.org/drawingml/2006/main">
            <a:pathLst>
              <a:path w="893205" h="134354">
                <a:moveTo>
                  <a:pt x="0" y="101846"/>
                </a:moveTo>
                <a:lnTo>
                  <a:pt x="44287" y="101846"/>
                </a:lnTo>
                <a:lnTo>
                  <a:pt x="44287" y="99013"/>
                </a:lnTo>
                <a:cubicBezTo>
                  <a:pt x="32059" y="98715"/>
                  <a:pt x="29973" y="96629"/>
                  <a:pt x="29675" y="85593"/>
                </a:cubicBezTo>
                <a:lnTo>
                  <a:pt x="29675" y="19386"/>
                </a:lnTo>
                <a:cubicBezTo>
                  <a:pt x="29973" y="8203"/>
                  <a:pt x="31912" y="6412"/>
                  <a:pt x="44287" y="5966"/>
                </a:cubicBezTo>
                <a:lnTo>
                  <a:pt x="44287" y="3133"/>
                </a:lnTo>
                <a:lnTo>
                  <a:pt x="0" y="3133"/>
                </a:lnTo>
                <a:lnTo>
                  <a:pt x="0" y="5966"/>
                </a:lnTo>
                <a:cubicBezTo>
                  <a:pt x="12676" y="6710"/>
                  <a:pt x="14316" y="8203"/>
                  <a:pt x="14464" y="19386"/>
                </a:cubicBezTo>
                <a:lnTo>
                  <a:pt x="14464" y="85593"/>
                </a:lnTo>
                <a:cubicBezTo>
                  <a:pt x="14316" y="96927"/>
                  <a:pt x="12526" y="98567"/>
                  <a:pt x="0" y="99013"/>
                </a:cubicBezTo>
                <a:lnTo>
                  <a:pt x="0" y="101846"/>
                </a:lnTo>
                <a:close/>
                <a:moveTo>
                  <a:pt x="49656" y="101846"/>
                </a:moveTo>
                <a:lnTo>
                  <a:pt x="81269" y="101846"/>
                </a:lnTo>
                <a:lnTo>
                  <a:pt x="81269" y="99609"/>
                </a:lnTo>
                <a:cubicBezTo>
                  <a:pt x="73813" y="99163"/>
                  <a:pt x="71426" y="97225"/>
                  <a:pt x="71426" y="91857"/>
                </a:cubicBezTo>
                <a:lnTo>
                  <a:pt x="71426" y="49955"/>
                </a:lnTo>
                <a:cubicBezTo>
                  <a:pt x="78584" y="43245"/>
                  <a:pt x="81865" y="41454"/>
                  <a:pt x="86787" y="41454"/>
                </a:cubicBezTo>
                <a:cubicBezTo>
                  <a:pt x="94093" y="41454"/>
                  <a:pt x="97672" y="46078"/>
                  <a:pt x="97672" y="55919"/>
                </a:cubicBezTo>
                <a:lnTo>
                  <a:pt x="97672" y="87084"/>
                </a:lnTo>
                <a:cubicBezTo>
                  <a:pt x="97374" y="96777"/>
                  <a:pt x="95583" y="99163"/>
                  <a:pt x="88277" y="99609"/>
                </a:cubicBezTo>
                <a:lnTo>
                  <a:pt x="88277" y="101846"/>
                </a:lnTo>
                <a:lnTo>
                  <a:pt x="119294" y="101846"/>
                </a:lnTo>
                <a:lnTo>
                  <a:pt x="119294" y="99609"/>
                </a:lnTo>
                <a:cubicBezTo>
                  <a:pt x="111986" y="98865"/>
                  <a:pt x="110346" y="97075"/>
                  <a:pt x="110198" y="89769"/>
                </a:cubicBezTo>
                <a:lnTo>
                  <a:pt x="110198" y="55620"/>
                </a:lnTo>
                <a:cubicBezTo>
                  <a:pt x="110198" y="41604"/>
                  <a:pt x="103636" y="33254"/>
                  <a:pt x="92603" y="33254"/>
                </a:cubicBezTo>
                <a:cubicBezTo>
                  <a:pt x="85742" y="33254"/>
                  <a:pt x="81119" y="35789"/>
                  <a:pt x="70980" y="45331"/>
                </a:cubicBezTo>
                <a:lnTo>
                  <a:pt x="70980" y="33552"/>
                </a:lnTo>
                <a:lnTo>
                  <a:pt x="69936" y="33254"/>
                </a:lnTo>
                <a:cubicBezTo>
                  <a:pt x="62181" y="36087"/>
                  <a:pt x="57112" y="37727"/>
                  <a:pt x="49358" y="39964"/>
                </a:cubicBezTo>
                <a:lnTo>
                  <a:pt x="49358" y="42499"/>
                </a:lnTo>
                <a:cubicBezTo>
                  <a:pt x="50402" y="42053"/>
                  <a:pt x="51744" y="41902"/>
                  <a:pt x="53385" y="41902"/>
                </a:cubicBezTo>
                <a:cubicBezTo>
                  <a:pt x="57560" y="41902"/>
                  <a:pt x="58900" y="44139"/>
                  <a:pt x="58900" y="51445"/>
                </a:cubicBezTo>
                <a:lnTo>
                  <a:pt x="58900" y="88426"/>
                </a:lnTo>
                <a:cubicBezTo>
                  <a:pt x="58752" y="97225"/>
                  <a:pt x="57112" y="99163"/>
                  <a:pt x="49656" y="99609"/>
                </a:cubicBezTo>
                <a:lnTo>
                  <a:pt x="49656" y="101846"/>
                </a:lnTo>
                <a:close/>
                <a:moveTo>
                  <a:pt x="123915" y="101846"/>
                </a:moveTo>
                <a:lnTo>
                  <a:pt x="159256" y="101846"/>
                </a:lnTo>
                <a:lnTo>
                  <a:pt x="159256" y="99609"/>
                </a:lnTo>
                <a:cubicBezTo>
                  <a:pt x="149415" y="98865"/>
                  <a:pt x="148370" y="97523"/>
                  <a:pt x="148220" y="86638"/>
                </a:cubicBezTo>
                <a:lnTo>
                  <a:pt x="148220" y="33700"/>
                </a:lnTo>
                <a:lnTo>
                  <a:pt x="147624" y="33254"/>
                </a:lnTo>
                <a:lnTo>
                  <a:pt x="124511" y="41454"/>
                </a:lnTo>
                <a:lnTo>
                  <a:pt x="124511" y="43691"/>
                </a:lnTo>
                <a:lnTo>
                  <a:pt x="125706" y="43543"/>
                </a:lnTo>
                <a:cubicBezTo>
                  <a:pt x="127494" y="43245"/>
                  <a:pt x="129283" y="43095"/>
                  <a:pt x="130775" y="43095"/>
                </a:cubicBezTo>
                <a:cubicBezTo>
                  <a:pt x="134354" y="43095"/>
                  <a:pt x="135695" y="45482"/>
                  <a:pt x="135695" y="52041"/>
                </a:cubicBezTo>
                <a:lnTo>
                  <a:pt x="135695" y="86638"/>
                </a:lnTo>
                <a:cubicBezTo>
                  <a:pt x="135396" y="97671"/>
                  <a:pt x="134056" y="99163"/>
                  <a:pt x="123915" y="99609"/>
                </a:cubicBezTo>
                <a:lnTo>
                  <a:pt x="123915" y="101846"/>
                </a:lnTo>
                <a:moveTo>
                  <a:pt x="140616" y="0"/>
                </a:moveTo>
                <a:cubicBezTo>
                  <a:pt x="136591" y="0"/>
                  <a:pt x="133160" y="3431"/>
                  <a:pt x="133160" y="7606"/>
                </a:cubicBezTo>
                <a:cubicBezTo>
                  <a:pt x="133160" y="11930"/>
                  <a:pt x="136441" y="15211"/>
                  <a:pt x="140616" y="15211"/>
                </a:cubicBezTo>
                <a:cubicBezTo>
                  <a:pt x="145089" y="15211"/>
                  <a:pt x="148370" y="11930"/>
                  <a:pt x="148370" y="7606"/>
                </a:cubicBezTo>
                <a:cubicBezTo>
                  <a:pt x="148370" y="3281"/>
                  <a:pt x="144942" y="0"/>
                  <a:pt x="140616" y="0"/>
                </a:cubicBezTo>
                <a:close/>
                <a:moveTo>
                  <a:pt x="201008" y="34744"/>
                </a:moveTo>
                <a:lnTo>
                  <a:pt x="185948" y="34744"/>
                </a:lnTo>
                <a:lnTo>
                  <a:pt x="185948" y="17447"/>
                </a:lnTo>
                <a:cubicBezTo>
                  <a:pt x="185948" y="15957"/>
                  <a:pt x="185650" y="15509"/>
                  <a:pt x="184903" y="15509"/>
                </a:cubicBezTo>
                <a:cubicBezTo>
                  <a:pt x="176255" y="28034"/>
                  <a:pt x="171781" y="33104"/>
                  <a:pt x="167458" y="35639"/>
                </a:cubicBezTo>
                <a:cubicBezTo>
                  <a:pt x="165818" y="36683"/>
                  <a:pt x="164921" y="37577"/>
                  <a:pt x="164921" y="38474"/>
                </a:cubicBezTo>
                <a:cubicBezTo>
                  <a:pt x="164921" y="38920"/>
                  <a:pt x="165071" y="39218"/>
                  <a:pt x="165520" y="39516"/>
                </a:cubicBezTo>
                <a:lnTo>
                  <a:pt x="173422" y="39516"/>
                </a:lnTo>
                <a:lnTo>
                  <a:pt x="173422" y="84401"/>
                </a:lnTo>
                <a:cubicBezTo>
                  <a:pt x="173422" y="96927"/>
                  <a:pt x="177895" y="103339"/>
                  <a:pt x="186694" y="103339"/>
                </a:cubicBezTo>
                <a:cubicBezTo>
                  <a:pt x="194000" y="103339"/>
                  <a:pt x="199666" y="99760"/>
                  <a:pt x="204587" y="92005"/>
                </a:cubicBezTo>
                <a:lnTo>
                  <a:pt x="202649" y="90365"/>
                </a:lnTo>
                <a:cubicBezTo>
                  <a:pt x="199367" y="94242"/>
                  <a:pt x="196983" y="95584"/>
                  <a:pt x="193702" y="95584"/>
                </a:cubicBezTo>
                <a:cubicBezTo>
                  <a:pt x="188184" y="95584"/>
                  <a:pt x="185948" y="91559"/>
                  <a:pt x="185948" y="82164"/>
                </a:cubicBezTo>
                <a:lnTo>
                  <a:pt x="185948" y="39516"/>
                </a:lnTo>
                <a:lnTo>
                  <a:pt x="201008" y="39516"/>
                </a:lnTo>
                <a:lnTo>
                  <a:pt x="201008" y="34744"/>
                </a:lnTo>
                <a:close/>
                <a:moveTo>
                  <a:pt x="206824" y="101846"/>
                </a:moveTo>
                <a:lnTo>
                  <a:pt x="242164" y="101846"/>
                </a:lnTo>
                <a:lnTo>
                  <a:pt x="242164" y="99609"/>
                </a:lnTo>
                <a:cubicBezTo>
                  <a:pt x="232323" y="98865"/>
                  <a:pt x="231279" y="97523"/>
                  <a:pt x="231129" y="86638"/>
                </a:cubicBezTo>
                <a:lnTo>
                  <a:pt x="231129" y="33700"/>
                </a:lnTo>
                <a:lnTo>
                  <a:pt x="230533" y="33254"/>
                </a:lnTo>
                <a:lnTo>
                  <a:pt x="207420" y="41454"/>
                </a:lnTo>
                <a:lnTo>
                  <a:pt x="207420" y="43691"/>
                </a:lnTo>
                <a:lnTo>
                  <a:pt x="208615" y="43543"/>
                </a:lnTo>
                <a:cubicBezTo>
                  <a:pt x="210403" y="43245"/>
                  <a:pt x="212191" y="43095"/>
                  <a:pt x="213684" y="43095"/>
                </a:cubicBezTo>
                <a:cubicBezTo>
                  <a:pt x="217263" y="43095"/>
                  <a:pt x="218603" y="45482"/>
                  <a:pt x="218603" y="52041"/>
                </a:cubicBezTo>
                <a:lnTo>
                  <a:pt x="218603" y="86638"/>
                </a:lnTo>
                <a:cubicBezTo>
                  <a:pt x="218305" y="97671"/>
                  <a:pt x="216965" y="99163"/>
                  <a:pt x="206824" y="99609"/>
                </a:cubicBezTo>
                <a:lnTo>
                  <a:pt x="206824" y="101846"/>
                </a:lnTo>
                <a:moveTo>
                  <a:pt x="223525" y="0"/>
                </a:moveTo>
                <a:cubicBezTo>
                  <a:pt x="219500" y="0"/>
                  <a:pt x="216068" y="3431"/>
                  <a:pt x="216068" y="7606"/>
                </a:cubicBezTo>
                <a:cubicBezTo>
                  <a:pt x="216068" y="11930"/>
                  <a:pt x="219350" y="15211"/>
                  <a:pt x="223525" y="15211"/>
                </a:cubicBezTo>
                <a:cubicBezTo>
                  <a:pt x="227998" y="15211"/>
                  <a:pt x="231279" y="11930"/>
                  <a:pt x="231279" y="7606"/>
                </a:cubicBezTo>
                <a:cubicBezTo>
                  <a:pt x="231279" y="3281"/>
                  <a:pt x="227850" y="0"/>
                  <a:pt x="223525" y="0"/>
                </a:cubicBezTo>
                <a:close/>
                <a:moveTo>
                  <a:pt x="311801" y="92005"/>
                </a:moveTo>
                <a:cubicBezTo>
                  <a:pt x="309266" y="94094"/>
                  <a:pt x="307478" y="94838"/>
                  <a:pt x="305241" y="94838"/>
                </a:cubicBezTo>
                <a:cubicBezTo>
                  <a:pt x="301812" y="94838"/>
                  <a:pt x="300768" y="92752"/>
                  <a:pt x="300768" y="86190"/>
                </a:cubicBezTo>
                <a:lnTo>
                  <a:pt x="300768" y="57113"/>
                </a:lnTo>
                <a:cubicBezTo>
                  <a:pt x="300768" y="49359"/>
                  <a:pt x="300021" y="45033"/>
                  <a:pt x="297785" y="41454"/>
                </a:cubicBezTo>
                <a:cubicBezTo>
                  <a:pt x="294504" y="36087"/>
                  <a:pt x="288092" y="33254"/>
                  <a:pt x="279295" y="33254"/>
                </a:cubicBezTo>
                <a:cubicBezTo>
                  <a:pt x="265277" y="33254"/>
                  <a:pt x="254244" y="40560"/>
                  <a:pt x="254244" y="49955"/>
                </a:cubicBezTo>
                <a:cubicBezTo>
                  <a:pt x="254244" y="53384"/>
                  <a:pt x="257077" y="56367"/>
                  <a:pt x="260656" y="56367"/>
                </a:cubicBezTo>
                <a:cubicBezTo>
                  <a:pt x="264233" y="56367"/>
                  <a:pt x="267366" y="53384"/>
                  <a:pt x="267366" y="50103"/>
                </a:cubicBezTo>
                <a:cubicBezTo>
                  <a:pt x="267366" y="49507"/>
                  <a:pt x="267216" y="48763"/>
                  <a:pt x="267068" y="47718"/>
                </a:cubicBezTo>
                <a:cubicBezTo>
                  <a:pt x="266770" y="46376"/>
                  <a:pt x="266620" y="45184"/>
                  <a:pt x="266620" y="44139"/>
                </a:cubicBezTo>
                <a:cubicBezTo>
                  <a:pt x="266620" y="40114"/>
                  <a:pt x="271391" y="36833"/>
                  <a:pt x="277357" y="36833"/>
                </a:cubicBezTo>
                <a:cubicBezTo>
                  <a:pt x="284663" y="36833"/>
                  <a:pt x="288688" y="41156"/>
                  <a:pt x="288688" y="49209"/>
                </a:cubicBezTo>
                <a:lnTo>
                  <a:pt x="288688" y="58305"/>
                </a:lnTo>
                <a:cubicBezTo>
                  <a:pt x="265873" y="67402"/>
                  <a:pt x="263191" y="68742"/>
                  <a:pt x="256779" y="74410"/>
                </a:cubicBezTo>
                <a:cubicBezTo>
                  <a:pt x="253498" y="77393"/>
                  <a:pt x="251409" y="82463"/>
                  <a:pt x="251409" y="87382"/>
                </a:cubicBezTo>
                <a:cubicBezTo>
                  <a:pt x="251409" y="96777"/>
                  <a:pt x="257971" y="103339"/>
                  <a:pt x="267068" y="103339"/>
                </a:cubicBezTo>
                <a:cubicBezTo>
                  <a:pt x="273628" y="103339"/>
                  <a:pt x="279741" y="100208"/>
                  <a:pt x="288838" y="92454"/>
                </a:cubicBezTo>
                <a:cubicBezTo>
                  <a:pt x="289584" y="100356"/>
                  <a:pt x="292267" y="103339"/>
                  <a:pt x="298381" y="103339"/>
                </a:cubicBezTo>
                <a:cubicBezTo>
                  <a:pt x="303450" y="103339"/>
                  <a:pt x="306583" y="101548"/>
                  <a:pt x="311801" y="95882"/>
                </a:cubicBezTo>
                <a:lnTo>
                  <a:pt x="311801" y="92005"/>
                </a:lnTo>
                <a:moveTo>
                  <a:pt x="288688" y="83507"/>
                </a:moveTo>
                <a:cubicBezTo>
                  <a:pt x="288688" y="87980"/>
                  <a:pt x="287944" y="89621"/>
                  <a:pt x="284811" y="91409"/>
                </a:cubicBezTo>
                <a:cubicBezTo>
                  <a:pt x="281084" y="93496"/>
                  <a:pt x="277059" y="94690"/>
                  <a:pt x="273926" y="94690"/>
                </a:cubicBezTo>
                <a:cubicBezTo>
                  <a:pt x="268708" y="94690"/>
                  <a:pt x="264533" y="89621"/>
                  <a:pt x="264533" y="83207"/>
                </a:cubicBezTo>
                <a:lnTo>
                  <a:pt x="264533" y="82610"/>
                </a:lnTo>
                <a:cubicBezTo>
                  <a:pt x="264681" y="73664"/>
                  <a:pt x="271243" y="67998"/>
                  <a:pt x="288688" y="61884"/>
                </a:cubicBezTo>
                <a:lnTo>
                  <a:pt x="288688" y="83507"/>
                </a:lnTo>
                <a:close/>
                <a:moveTo>
                  <a:pt x="315232" y="101846"/>
                </a:moveTo>
                <a:lnTo>
                  <a:pt x="350422" y="101846"/>
                </a:lnTo>
                <a:lnTo>
                  <a:pt x="350422" y="99609"/>
                </a:lnTo>
                <a:cubicBezTo>
                  <a:pt x="341029" y="99163"/>
                  <a:pt x="339389" y="97671"/>
                  <a:pt x="339239" y="89320"/>
                </a:cubicBezTo>
                <a:lnTo>
                  <a:pt x="339239" y="298"/>
                </a:lnTo>
                <a:lnTo>
                  <a:pt x="338642" y="0"/>
                </a:lnTo>
                <a:cubicBezTo>
                  <a:pt x="331038" y="2387"/>
                  <a:pt x="325521" y="4027"/>
                  <a:pt x="314934" y="6562"/>
                </a:cubicBezTo>
                <a:lnTo>
                  <a:pt x="314934" y="8947"/>
                </a:lnTo>
                <a:lnTo>
                  <a:pt x="315828" y="8947"/>
                </a:lnTo>
                <a:cubicBezTo>
                  <a:pt x="317468" y="8799"/>
                  <a:pt x="319257" y="8649"/>
                  <a:pt x="320451" y="8649"/>
                </a:cubicBezTo>
                <a:cubicBezTo>
                  <a:pt x="325223" y="8649"/>
                  <a:pt x="326713" y="10737"/>
                  <a:pt x="326713" y="17745"/>
                </a:cubicBezTo>
                <a:lnTo>
                  <a:pt x="326713" y="88874"/>
                </a:lnTo>
                <a:cubicBezTo>
                  <a:pt x="326565" y="96927"/>
                  <a:pt x="324476" y="99013"/>
                  <a:pt x="315232" y="99609"/>
                </a:cubicBezTo>
                <a:lnTo>
                  <a:pt x="315232" y="101846"/>
                </a:lnTo>
                <a:close/>
                <a:moveTo>
                  <a:pt x="395903" y="101846"/>
                </a:moveTo>
                <a:lnTo>
                  <a:pt x="429006" y="101846"/>
                </a:lnTo>
                <a:lnTo>
                  <a:pt x="429006" y="99609"/>
                </a:lnTo>
                <a:cubicBezTo>
                  <a:pt x="421402" y="99462"/>
                  <a:pt x="419015" y="97821"/>
                  <a:pt x="418868" y="91857"/>
                </a:cubicBezTo>
                <a:lnTo>
                  <a:pt x="418868" y="49805"/>
                </a:lnTo>
                <a:cubicBezTo>
                  <a:pt x="418868" y="49507"/>
                  <a:pt x="420060" y="48016"/>
                  <a:pt x="421104" y="46972"/>
                </a:cubicBezTo>
                <a:cubicBezTo>
                  <a:pt x="424831" y="43543"/>
                  <a:pt x="431243" y="41008"/>
                  <a:pt x="436463" y="41008"/>
                </a:cubicBezTo>
                <a:cubicBezTo>
                  <a:pt x="443022" y="41008"/>
                  <a:pt x="446303" y="46228"/>
                  <a:pt x="446303" y="56665"/>
                </a:cubicBezTo>
                <a:lnTo>
                  <a:pt x="446303" y="89022"/>
                </a:lnTo>
                <a:cubicBezTo>
                  <a:pt x="446005" y="97523"/>
                  <a:pt x="444515" y="99163"/>
                  <a:pt x="436165" y="99609"/>
                </a:cubicBezTo>
                <a:lnTo>
                  <a:pt x="436165" y="101846"/>
                </a:lnTo>
                <a:lnTo>
                  <a:pt x="469566" y="101846"/>
                </a:lnTo>
                <a:lnTo>
                  <a:pt x="469566" y="99609"/>
                </a:lnTo>
                <a:cubicBezTo>
                  <a:pt x="461216" y="99609"/>
                  <a:pt x="459127" y="97225"/>
                  <a:pt x="458829" y="87682"/>
                </a:cubicBezTo>
                <a:lnTo>
                  <a:pt x="458829" y="50103"/>
                </a:lnTo>
                <a:cubicBezTo>
                  <a:pt x="463302" y="43691"/>
                  <a:pt x="468076" y="41008"/>
                  <a:pt x="475084" y="41008"/>
                </a:cubicBezTo>
                <a:cubicBezTo>
                  <a:pt x="483582" y="41008"/>
                  <a:pt x="486267" y="45033"/>
                  <a:pt x="486267" y="57411"/>
                </a:cubicBezTo>
                <a:lnTo>
                  <a:pt x="486267" y="88874"/>
                </a:lnTo>
                <a:cubicBezTo>
                  <a:pt x="485969" y="97671"/>
                  <a:pt x="485075" y="98715"/>
                  <a:pt x="476427" y="99609"/>
                </a:cubicBezTo>
                <a:lnTo>
                  <a:pt x="476427" y="101846"/>
                </a:lnTo>
                <a:lnTo>
                  <a:pt x="509082" y="101846"/>
                </a:lnTo>
                <a:lnTo>
                  <a:pt x="509082" y="99609"/>
                </a:lnTo>
                <a:lnTo>
                  <a:pt x="505205" y="99311"/>
                </a:lnTo>
                <a:cubicBezTo>
                  <a:pt x="500434" y="98567"/>
                  <a:pt x="498793" y="96331"/>
                  <a:pt x="498793" y="90515"/>
                </a:cubicBezTo>
                <a:lnTo>
                  <a:pt x="498793" y="59796"/>
                </a:lnTo>
                <a:cubicBezTo>
                  <a:pt x="498793" y="42201"/>
                  <a:pt x="492977" y="33254"/>
                  <a:pt x="481496" y="33254"/>
                </a:cubicBezTo>
                <a:cubicBezTo>
                  <a:pt x="472847" y="33254"/>
                  <a:pt x="465241" y="37131"/>
                  <a:pt x="457189" y="45780"/>
                </a:cubicBezTo>
                <a:cubicBezTo>
                  <a:pt x="454506" y="37279"/>
                  <a:pt x="449437" y="33254"/>
                  <a:pt x="441384" y="33254"/>
                </a:cubicBezTo>
                <a:cubicBezTo>
                  <a:pt x="434672" y="33254"/>
                  <a:pt x="430647" y="35193"/>
                  <a:pt x="418269" y="44735"/>
                </a:cubicBezTo>
                <a:lnTo>
                  <a:pt x="418269" y="33552"/>
                </a:lnTo>
                <a:lnTo>
                  <a:pt x="417227" y="33254"/>
                </a:lnTo>
                <a:cubicBezTo>
                  <a:pt x="409322" y="36087"/>
                  <a:pt x="404253" y="37727"/>
                  <a:pt x="396351" y="39964"/>
                </a:cubicBezTo>
                <a:lnTo>
                  <a:pt x="396351" y="42499"/>
                </a:lnTo>
                <a:cubicBezTo>
                  <a:pt x="398139" y="42053"/>
                  <a:pt x="399482" y="41902"/>
                  <a:pt x="401122" y="41902"/>
                </a:cubicBezTo>
                <a:cubicBezTo>
                  <a:pt x="404999" y="41902"/>
                  <a:pt x="406342" y="44289"/>
                  <a:pt x="406342" y="51445"/>
                </a:cubicBezTo>
                <a:lnTo>
                  <a:pt x="406342" y="89172"/>
                </a:lnTo>
                <a:cubicBezTo>
                  <a:pt x="406044" y="97523"/>
                  <a:pt x="404105" y="99609"/>
                  <a:pt x="395903" y="99609"/>
                </a:cubicBezTo>
                <a:lnTo>
                  <a:pt x="395903" y="101846"/>
                </a:lnTo>
                <a:close/>
                <a:moveTo>
                  <a:pt x="567386" y="77393"/>
                </a:moveTo>
                <a:cubicBezTo>
                  <a:pt x="560230" y="88724"/>
                  <a:pt x="553816" y="93050"/>
                  <a:pt x="544273" y="93050"/>
                </a:cubicBezTo>
                <a:cubicBezTo>
                  <a:pt x="535775" y="93050"/>
                  <a:pt x="529363" y="88724"/>
                  <a:pt x="525038" y="80226"/>
                </a:cubicBezTo>
                <a:cubicBezTo>
                  <a:pt x="522353" y="74558"/>
                  <a:pt x="521311" y="69787"/>
                  <a:pt x="521013" y="60542"/>
                </a:cubicBezTo>
                <a:lnTo>
                  <a:pt x="566940" y="60542"/>
                </a:lnTo>
                <a:cubicBezTo>
                  <a:pt x="565746" y="50849"/>
                  <a:pt x="564255" y="46526"/>
                  <a:pt x="560528" y="41752"/>
                </a:cubicBezTo>
                <a:cubicBezTo>
                  <a:pt x="556053" y="36385"/>
                  <a:pt x="549195" y="33254"/>
                  <a:pt x="541441" y="33254"/>
                </a:cubicBezTo>
                <a:cubicBezTo>
                  <a:pt x="533984" y="33254"/>
                  <a:pt x="526976" y="35939"/>
                  <a:pt x="521311" y="41008"/>
                </a:cubicBezTo>
                <a:cubicBezTo>
                  <a:pt x="514301" y="47122"/>
                  <a:pt x="510275" y="57709"/>
                  <a:pt x="510275" y="69937"/>
                </a:cubicBezTo>
                <a:cubicBezTo>
                  <a:pt x="510275" y="90515"/>
                  <a:pt x="521013" y="103339"/>
                  <a:pt x="538160" y="103339"/>
                </a:cubicBezTo>
                <a:cubicBezTo>
                  <a:pt x="552326" y="103339"/>
                  <a:pt x="563509" y="94540"/>
                  <a:pt x="569773" y="78435"/>
                </a:cubicBezTo>
                <a:lnTo>
                  <a:pt x="567386" y="77393"/>
                </a:lnTo>
                <a:moveTo>
                  <a:pt x="521311" y="55771"/>
                </a:moveTo>
                <a:cubicBezTo>
                  <a:pt x="522949" y="44139"/>
                  <a:pt x="528021" y="38621"/>
                  <a:pt x="537115" y="38621"/>
                </a:cubicBezTo>
                <a:cubicBezTo>
                  <a:pt x="546212" y="38621"/>
                  <a:pt x="549791" y="42797"/>
                  <a:pt x="551730" y="55771"/>
                </a:cubicBezTo>
                <a:lnTo>
                  <a:pt x="521311" y="55771"/>
                </a:lnTo>
                <a:close/>
                <a:moveTo>
                  <a:pt x="619726" y="55024"/>
                </a:moveTo>
                <a:lnTo>
                  <a:pt x="619129" y="34596"/>
                </a:lnTo>
                <a:lnTo>
                  <a:pt x="617489" y="34596"/>
                </a:lnTo>
                <a:cubicBezTo>
                  <a:pt x="616745" y="35789"/>
                  <a:pt x="615999" y="36237"/>
                  <a:pt x="615104" y="36237"/>
                </a:cubicBezTo>
                <a:cubicBezTo>
                  <a:pt x="614210" y="36237"/>
                  <a:pt x="612718" y="35939"/>
                  <a:pt x="611077" y="35193"/>
                </a:cubicBezTo>
                <a:cubicBezTo>
                  <a:pt x="607648" y="34000"/>
                  <a:pt x="604219" y="33254"/>
                  <a:pt x="600640" y="33254"/>
                </a:cubicBezTo>
                <a:cubicBezTo>
                  <a:pt x="588858" y="33254"/>
                  <a:pt x="580360" y="41008"/>
                  <a:pt x="580360" y="51743"/>
                </a:cubicBezTo>
                <a:cubicBezTo>
                  <a:pt x="580360" y="60094"/>
                  <a:pt x="585131" y="66060"/>
                  <a:pt x="597807" y="73218"/>
                </a:cubicBezTo>
                <a:lnTo>
                  <a:pt x="606456" y="78137"/>
                </a:lnTo>
                <a:cubicBezTo>
                  <a:pt x="611673" y="81120"/>
                  <a:pt x="614210" y="84699"/>
                  <a:pt x="614210" y="89320"/>
                </a:cubicBezTo>
                <a:cubicBezTo>
                  <a:pt x="614210" y="95882"/>
                  <a:pt x="609436" y="100058"/>
                  <a:pt x="601832" y="100058"/>
                </a:cubicBezTo>
                <a:cubicBezTo>
                  <a:pt x="591543" y="100058"/>
                  <a:pt x="586324" y="94392"/>
                  <a:pt x="582895" y="79182"/>
                </a:cubicBezTo>
                <a:lnTo>
                  <a:pt x="580508" y="79182"/>
                </a:lnTo>
                <a:lnTo>
                  <a:pt x="580508" y="102444"/>
                </a:lnTo>
                <a:lnTo>
                  <a:pt x="582447" y="102444"/>
                </a:lnTo>
                <a:cubicBezTo>
                  <a:pt x="583491" y="100952"/>
                  <a:pt x="584087" y="100654"/>
                  <a:pt x="585878" y="100654"/>
                </a:cubicBezTo>
                <a:cubicBezTo>
                  <a:pt x="587518" y="100654"/>
                  <a:pt x="589307" y="100952"/>
                  <a:pt x="592736" y="101846"/>
                </a:cubicBezTo>
                <a:cubicBezTo>
                  <a:pt x="596763" y="102743"/>
                  <a:pt x="600640" y="103339"/>
                  <a:pt x="603621" y="103339"/>
                </a:cubicBezTo>
                <a:cubicBezTo>
                  <a:pt x="615252" y="103339"/>
                  <a:pt x="624647" y="94690"/>
                  <a:pt x="624647" y="84251"/>
                </a:cubicBezTo>
                <a:cubicBezTo>
                  <a:pt x="624647" y="76795"/>
                  <a:pt x="621068" y="71875"/>
                  <a:pt x="612121" y="66506"/>
                </a:cubicBezTo>
                <a:lnTo>
                  <a:pt x="596017" y="56963"/>
                </a:lnTo>
                <a:cubicBezTo>
                  <a:pt x="591841" y="54428"/>
                  <a:pt x="589605" y="50849"/>
                  <a:pt x="589605" y="46824"/>
                </a:cubicBezTo>
                <a:cubicBezTo>
                  <a:pt x="589605" y="40710"/>
                  <a:pt x="594228" y="36683"/>
                  <a:pt x="601086" y="36683"/>
                </a:cubicBezTo>
                <a:cubicBezTo>
                  <a:pt x="609587" y="36683"/>
                  <a:pt x="614060" y="41604"/>
                  <a:pt x="617489" y="55024"/>
                </a:cubicBezTo>
                <a:lnTo>
                  <a:pt x="619726" y="55024"/>
                </a:lnTo>
                <a:close/>
                <a:moveTo>
                  <a:pt x="677731" y="55024"/>
                </a:moveTo>
                <a:lnTo>
                  <a:pt x="677135" y="34596"/>
                </a:lnTo>
                <a:lnTo>
                  <a:pt x="675495" y="34596"/>
                </a:lnTo>
                <a:cubicBezTo>
                  <a:pt x="674751" y="35789"/>
                  <a:pt x="674004" y="36237"/>
                  <a:pt x="673110" y="36237"/>
                </a:cubicBezTo>
                <a:cubicBezTo>
                  <a:pt x="672216" y="36237"/>
                  <a:pt x="670723" y="35939"/>
                  <a:pt x="669083" y="35193"/>
                </a:cubicBezTo>
                <a:cubicBezTo>
                  <a:pt x="665654" y="34000"/>
                  <a:pt x="662225" y="33254"/>
                  <a:pt x="658646" y="33254"/>
                </a:cubicBezTo>
                <a:cubicBezTo>
                  <a:pt x="646864" y="33254"/>
                  <a:pt x="638366" y="41008"/>
                  <a:pt x="638366" y="51743"/>
                </a:cubicBezTo>
                <a:cubicBezTo>
                  <a:pt x="638366" y="60094"/>
                  <a:pt x="643137" y="66060"/>
                  <a:pt x="655813" y="73218"/>
                </a:cubicBezTo>
                <a:lnTo>
                  <a:pt x="664462" y="78137"/>
                </a:lnTo>
                <a:cubicBezTo>
                  <a:pt x="669679" y="81120"/>
                  <a:pt x="672216" y="84699"/>
                  <a:pt x="672216" y="89320"/>
                </a:cubicBezTo>
                <a:cubicBezTo>
                  <a:pt x="672216" y="95882"/>
                  <a:pt x="667442" y="100058"/>
                  <a:pt x="659838" y="100058"/>
                </a:cubicBezTo>
                <a:cubicBezTo>
                  <a:pt x="649549" y="100058"/>
                  <a:pt x="644329" y="94392"/>
                  <a:pt x="640901" y="79182"/>
                </a:cubicBezTo>
                <a:lnTo>
                  <a:pt x="638514" y="79182"/>
                </a:lnTo>
                <a:lnTo>
                  <a:pt x="638514" y="102444"/>
                </a:lnTo>
                <a:lnTo>
                  <a:pt x="640452" y="102444"/>
                </a:lnTo>
                <a:cubicBezTo>
                  <a:pt x="641497" y="100952"/>
                  <a:pt x="642093" y="100654"/>
                  <a:pt x="643884" y="100654"/>
                </a:cubicBezTo>
                <a:cubicBezTo>
                  <a:pt x="645524" y="100654"/>
                  <a:pt x="647312" y="100952"/>
                  <a:pt x="650741" y="101846"/>
                </a:cubicBezTo>
                <a:cubicBezTo>
                  <a:pt x="654769" y="102743"/>
                  <a:pt x="658646" y="103339"/>
                  <a:pt x="661627" y="103339"/>
                </a:cubicBezTo>
                <a:cubicBezTo>
                  <a:pt x="673258" y="103339"/>
                  <a:pt x="682653" y="94690"/>
                  <a:pt x="682653" y="84251"/>
                </a:cubicBezTo>
                <a:cubicBezTo>
                  <a:pt x="682653" y="76795"/>
                  <a:pt x="679074" y="71875"/>
                  <a:pt x="670127" y="66506"/>
                </a:cubicBezTo>
                <a:lnTo>
                  <a:pt x="654022" y="56963"/>
                </a:lnTo>
                <a:cubicBezTo>
                  <a:pt x="649847" y="54428"/>
                  <a:pt x="647611" y="50849"/>
                  <a:pt x="647611" y="46824"/>
                </a:cubicBezTo>
                <a:cubicBezTo>
                  <a:pt x="647611" y="40710"/>
                  <a:pt x="652234" y="36683"/>
                  <a:pt x="659092" y="36683"/>
                </a:cubicBezTo>
                <a:cubicBezTo>
                  <a:pt x="667592" y="36683"/>
                  <a:pt x="672066" y="41604"/>
                  <a:pt x="675495" y="55024"/>
                </a:cubicBezTo>
                <a:lnTo>
                  <a:pt x="677731" y="55024"/>
                </a:lnTo>
                <a:close/>
                <a:moveTo>
                  <a:pt x="754675" y="92005"/>
                </a:moveTo>
                <a:cubicBezTo>
                  <a:pt x="752140" y="94094"/>
                  <a:pt x="750352" y="94838"/>
                  <a:pt x="748115" y="94838"/>
                </a:cubicBezTo>
                <a:cubicBezTo>
                  <a:pt x="744686" y="94838"/>
                  <a:pt x="743642" y="92752"/>
                  <a:pt x="743642" y="86190"/>
                </a:cubicBezTo>
                <a:lnTo>
                  <a:pt x="743642" y="57113"/>
                </a:lnTo>
                <a:cubicBezTo>
                  <a:pt x="743642" y="49359"/>
                  <a:pt x="742896" y="45033"/>
                  <a:pt x="740659" y="41454"/>
                </a:cubicBezTo>
                <a:cubicBezTo>
                  <a:pt x="737378" y="36087"/>
                  <a:pt x="730966" y="33254"/>
                  <a:pt x="722170" y="33254"/>
                </a:cubicBezTo>
                <a:cubicBezTo>
                  <a:pt x="708151" y="33254"/>
                  <a:pt x="697118" y="40560"/>
                  <a:pt x="697118" y="49955"/>
                </a:cubicBezTo>
                <a:cubicBezTo>
                  <a:pt x="697118" y="53384"/>
                  <a:pt x="699951" y="56367"/>
                  <a:pt x="703530" y="56367"/>
                </a:cubicBezTo>
                <a:cubicBezTo>
                  <a:pt x="707107" y="56367"/>
                  <a:pt x="710240" y="53384"/>
                  <a:pt x="710240" y="50103"/>
                </a:cubicBezTo>
                <a:cubicBezTo>
                  <a:pt x="710240" y="49507"/>
                  <a:pt x="710090" y="48763"/>
                  <a:pt x="709942" y="47718"/>
                </a:cubicBezTo>
                <a:cubicBezTo>
                  <a:pt x="709644" y="46376"/>
                  <a:pt x="709494" y="45184"/>
                  <a:pt x="709494" y="44139"/>
                </a:cubicBezTo>
                <a:cubicBezTo>
                  <a:pt x="709494" y="40114"/>
                  <a:pt x="714265" y="36833"/>
                  <a:pt x="720231" y="36833"/>
                </a:cubicBezTo>
                <a:cubicBezTo>
                  <a:pt x="727537" y="36833"/>
                  <a:pt x="731562" y="41156"/>
                  <a:pt x="731562" y="49209"/>
                </a:cubicBezTo>
                <a:lnTo>
                  <a:pt x="731562" y="58305"/>
                </a:lnTo>
                <a:cubicBezTo>
                  <a:pt x="708747" y="67402"/>
                  <a:pt x="706065" y="68742"/>
                  <a:pt x="699653" y="74410"/>
                </a:cubicBezTo>
                <a:cubicBezTo>
                  <a:pt x="696372" y="77393"/>
                  <a:pt x="694283" y="82463"/>
                  <a:pt x="694283" y="87382"/>
                </a:cubicBezTo>
                <a:cubicBezTo>
                  <a:pt x="694283" y="96777"/>
                  <a:pt x="700845" y="103339"/>
                  <a:pt x="709942" y="103339"/>
                </a:cubicBezTo>
                <a:cubicBezTo>
                  <a:pt x="716502" y="103339"/>
                  <a:pt x="722616" y="100208"/>
                  <a:pt x="731712" y="92454"/>
                </a:cubicBezTo>
                <a:cubicBezTo>
                  <a:pt x="732459" y="100356"/>
                  <a:pt x="735141" y="103339"/>
                  <a:pt x="741255" y="103339"/>
                </a:cubicBezTo>
                <a:cubicBezTo>
                  <a:pt x="746325" y="103339"/>
                  <a:pt x="749458" y="101548"/>
                  <a:pt x="754675" y="95882"/>
                </a:cubicBezTo>
                <a:lnTo>
                  <a:pt x="754675" y="92005"/>
                </a:lnTo>
                <a:moveTo>
                  <a:pt x="731562" y="83507"/>
                </a:moveTo>
                <a:cubicBezTo>
                  <a:pt x="731562" y="87980"/>
                  <a:pt x="730818" y="89621"/>
                  <a:pt x="727685" y="91409"/>
                </a:cubicBezTo>
                <a:cubicBezTo>
                  <a:pt x="723958" y="93496"/>
                  <a:pt x="719933" y="94690"/>
                  <a:pt x="716800" y="94690"/>
                </a:cubicBezTo>
                <a:cubicBezTo>
                  <a:pt x="711583" y="94690"/>
                  <a:pt x="707407" y="89621"/>
                  <a:pt x="707407" y="83207"/>
                </a:cubicBezTo>
                <a:lnTo>
                  <a:pt x="707407" y="82610"/>
                </a:lnTo>
                <a:cubicBezTo>
                  <a:pt x="707555" y="73664"/>
                  <a:pt x="714117" y="67998"/>
                  <a:pt x="731562" y="61884"/>
                </a:cubicBezTo>
                <a:lnTo>
                  <a:pt x="731562" y="83507"/>
                </a:lnTo>
                <a:close/>
                <a:moveTo>
                  <a:pt x="825058" y="43989"/>
                </a:moveTo>
                <a:lnTo>
                  <a:pt x="825058" y="38175"/>
                </a:lnTo>
                <a:lnTo>
                  <a:pt x="813577" y="38175"/>
                </a:lnTo>
                <a:cubicBezTo>
                  <a:pt x="810446" y="38175"/>
                  <a:pt x="808357" y="37727"/>
                  <a:pt x="805376" y="36683"/>
                </a:cubicBezTo>
                <a:lnTo>
                  <a:pt x="802095" y="35491"/>
                </a:lnTo>
                <a:cubicBezTo>
                  <a:pt x="798218" y="34000"/>
                  <a:pt x="794043" y="33254"/>
                  <a:pt x="790166" y="33254"/>
                </a:cubicBezTo>
                <a:cubicBezTo>
                  <a:pt x="776298" y="33254"/>
                  <a:pt x="765262" y="43841"/>
                  <a:pt x="765262" y="57559"/>
                </a:cubicBezTo>
                <a:cubicBezTo>
                  <a:pt x="765262" y="66954"/>
                  <a:pt x="769139" y="72619"/>
                  <a:pt x="779130" y="77541"/>
                </a:cubicBezTo>
                <a:lnTo>
                  <a:pt x="775253" y="81120"/>
                </a:lnTo>
                <a:cubicBezTo>
                  <a:pt x="772122" y="84103"/>
                  <a:pt x="770334" y="85744"/>
                  <a:pt x="769886" y="86340"/>
                </a:cubicBezTo>
                <a:cubicBezTo>
                  <a:pt x="766755" y="89621"/>
                  <a:pt x="765861" y="91259"/>
                  <a:pt x="765861" y="93796"/>
                </a:cubicBezTo>
                <a:cubicBezTo>
                  <a:pt x="765861" y="97075"/>
                  <a:pt x="767501" y="98715"/>
                  <a:pt x="773763" y="101698"/>
                </a:cubicBezTo>
                <a:cubicBezTo>
                  <a:pt x="763026" y="109453"/>
                  <a:pt x="759151" y="114374"/>
                  <a:pt x="759151" y="119889"/>
                </a:cubicBezTo>
                <a:cubicBezTo>
                  <a:pt x="759151" y="127794"/>
                  <a:pt x="770632" y="134354"/>
                  <a:pt x="784946" y="134354"/>
                </a:cubicBezTo>
                <a:cubicBezTo>
                  <a:pt x="796129" y="134354"/>
                  <a:pt x="807761" y="130477"/>
                  <a:pt x="815515" y="124215"/>
                </a:cubicBezTo>
                <a:cubicBezTo>
                  <a:pt x="821183" y="119591"/>
                  <a:pt x="823718" y="114820"/>
                  <a:pt x="823718" y="109154"/>
                </a:cubicBezTo>
                <a:cubicBezTo>
                  <a:pt x="823718" y="99910"/>
                  <a:pt x="816708" y="93796"/>
                  <a:pt x="805674" y="93198"/>
                </a:cubicBezTo>
                <a:lnTo>
                  <a:pt x="786439" y="92303"/>
                </a:lnTo>
                <a:cubicBezTo>
                  <a:pt x="778386" y="92005"/>
                  <a:pt x="774807" y="90663"/>
                  <a:pt x="774807" y="88278"/>
                </a:cubicBezTo>
                <a:cubicBezTo>
                  <a:pt x="774807" y="85295"/>
                  <a:pt x="779727" y="80076"/>
                  <a:pt x="783754" y="78883"/>
                </a:cubicBezTo>
                <a:cubicBezTo>
                  <a:pt x="789121" y="79332"/>
                  <a:pt x="791954" y="79630"/>
                  <a:pt x="792255" y="79630"/>
                </a:cubicBezTo>
                <a:cubicBezTo>
                  <a:pt x="797770" y="79630"/>
                  <a:pt x="803736" y="77393"/>
                  <a:pt x="808357" y="73366"/>
                </a:cubicBezTo>
                <a:cubicBezTo>
                  <a:pt x="813279" y="69191"/>
                  <a:pt x="815515" y="63971"/>
                  <a:pt x="815515" y="56517"/>
                </a:cubicBezTo>
                <a:cubicBezTo>
                  <a:pt x="815515" y="52192"/>
                  <a:pt x="814769" y="48763"/>
                  <a:pt x="812682" y="43989"/>
                </a:cubicBezTo>
                <a:lnTo>
                  <a:pt x="825058" y="43989"/>
                </a:lnTo>
                <a:moveTo>
                  <a:pt x="776894" y="102146"/>
                </a:moveTo>
                <a:cubicBezTo>
                  <a:pt x="781965" y="103189"/>
                  <a:pt x="793595" y="104085"/>
                  <a:pt x="801201" y="104085"/>
                </a:cubicBezTo>
                <a:cubicBezTo>
                  <a:pt x="814621" y="104085"/>
                  <a:pt x="819543" y="106024"/>
                  <a:pt x="819543" y="111391"/>
                </a:cubicBezTo>
                <a:cubicBezTo>
                  <a:pt x="819543" y="120040"/>
                  <a:pt x="808209" y="125855"/>
                  <a:pt x="791358" y="125855"/>
                </a:cubicBezTo>
                <a:cubicBezTo>
                  <a:pt x="778088" y="125855"/>
                  <a:pt x="769588" y="121530"/>
                  <a:pt x="769588" y="114970"/>
                </a:cubicBezTo>
                <a:cubicBezTo>
                  <a:pt x="769588" y="111539"/>
                  <a:pt x="770930" y="109302"/>
                  <a:pt x="776894" y="102146"/>
                </a:cubicBezTo>
                <a:moveTo>
                  <a:pt x="777640" y="51445"/>
                </a:moveTo>
                <a:cubicBezTo>
                  <a:pt x="777640" y="42649"/>
                  <a:pt x="781815" y="37429"/>
                  <a:pt x="788675" y="37429"/>
                </a:cubicBezTo>
                <a:cubicBezTo>
                  <a:pt x="793297" y="37429"/>
                  <a:pt x="797174" y="39964"/>
                  <a:pt x="799561" y="44437"/>
                </a:cubicBezTo>
                <a:cubicBezTo>
                  <a:pt x="802393" y="49657"/>
                  <a:pt x="804034" y="56367"/>
                  <a:pt x="804034" y="62330"/>
                </a:cubicBezTo>
                <a:cubicBezTo>
                  <a:pt x="804034" y="70681"/>
                  <a:pt x="799859" y="75900"/>
                  <a:pt x="792999" y="75900"/>
                </a:cubicBezTo>
                <a:cubicBezTo>
                  <a:pt x="783754" y="75900"/>
                  <a:pt x="777640" y="66208"/>
                  <a:pt x="777640" y="51893"/>
                </a:cubicBezTo>
                <a:lnTo>
                  <a:pt x="777640" y="51445"/>
                </a:lnTo>
                <a:close/>
                <a:moveTo>
                  <a:pt x="890819" y="77393"/>
                </a:moveTo>
                <a:cubicBezTo>
                  <a:pt x="883663" y="88724"/>
                  <a:pt x="877249" y="93050"/>
                  <a:pt x="867706" y="93050"/>
                </a:cubicBezTo>
                <a:cubicBezTo>
                  <a:pt x="859208" y="93050"/>
                  <a:pt x="852796" y="88724"/>
                  <a:pt x="848470" y="80226"/>
                </a:cubicBezTo>
                <a:cubicBezTo>
                  <a:pt x="845785" y="74558"/>
                  <a:pt x="844743" y="69787"/>
                  <a:pt x="844445" y="60542"/>
                </a:cubicBezTo>
                <a:lnTo>
                  <a:pt x="890373" y="60542"/>
                </a:lnTo>
                <a:cubicBezTo>
                  <a:pt x="889178" y="50849"/>
                  <a:pt x="887688" y="46526"/>
                  <a:pt x="883961" y="41752"/>
                </a:cubicBezTo>
                <a:cubicBezTo>
                  <a:pt x="879485" y="36385"/>
                  <a:pt x="872627" y="33254"/>
                  <a:pt x="864873" y="33254"/>
                </a:cubicBezTo>
                <a:cubicBezTo>
                  <a:pt x="857417" y="33254"/>
                  <a:pt x="850409" y="35939"/>
                  <a:pt x="844743" y="41008"/>
                </a:cubicBezTo>
                <a:cubicBezTo>
                  <a:pt x="837733" y="47122"/>
                  <a:pt x="833708" y="57709"/>
                  <a:pt x="833708" y="69937"/>
                </a:cubicBezTo>
                <a:cubicBezTo>
                  <a:pt x="833708" y="90515"/>
                  <a:pt x="844445" y="103339"/>
                  <a:pt x="861592" y="103339"/>
                </a:cubicBezTo>
                <a:cubicBezTo>
                  <a:pt x="875758" y="103339"/>
                  <a:pt x="886942" y="94540"/>
                  <a:pt x="893205" y="78435"/>
                </a:cubicBezTo>
                <a:lnTo>
                  <a:pt x="890819" y="77393"/>
                </a:lnTo>
                <a:moveTo>
                  <a:pt x="844743" y="55771"/>
                </a:moveTo>
                <a:cubicBezTo>
                  <a:pt x="846381" y="44139"/>
                  <a:pt x="851453" y="38621"/>
                  <a:pt x="860548" y="38621"/>
                </a:cubicBezTo>
                <a:cubicBezTo>
                  <a:pt x="869644" y="38621"/>
                  <a:pt x="873224" y="42797"/>
                  <a:pt x="875162" y="55771"/>
                </a:cubicBezTo>
                <a:lnTo>
                  <a:pt x="844743" y="55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1d5ddcf5e4640"/>
          <a:stretch xmlns:a="http://schemas.openxmlformats.org/drawingml/2006/main"/>
        </p:blipFill>
        <p:spPr>
          <a:xfrm xmlns:a="http://schemas.openxmlformats.org/drawingml/2006/main">
            <a:off x="5243496" y="597782"/>
            <a:ext cx="420928" cy="420928"/>
          </a:xfrm>
          <a:prstGeom xmlns:a="http://schemas.openxmlformats.org/drawingml/2006/main" prst="rect">
            <a:avLst/>
          </a:prstGeom>
        </p:spPr>
      </p:pic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7e706bb9b47c1"/>
          <a:stretch xmlns:a="http://schemas.openxmlformats.org/drawingml/2006/main"/>
        </p:blipFill>
        <p:spPr>
          <a:xfrm xmlns:a="http://schemas.openxmlformats.org/drawingml/2006/main">
            <a:off x="3648783" y="607857"/>
            <a:ext cx="400777" cy="400777"/>
          </a:xfrm>
          <a:prstGeom xmlns:a="http://schemas.openxmlformats.org/drawingml/2006/main" prst="rect">
            <a:avLst/>
          </a:prstGeom>
        </p:spPr>
      </p:pic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8AF33-003D-4C89-A85A-1FA68AB9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475" y="1064609"/>
            <a:ext cx="2088968" cy="237332"/>
          </a:xfrm>
          <a:custGeom xmlns:a="http://schemas.openxmlformats.org/drawingml/2006/main">
            <a:pathLst>
              <a:path w="2088968" h="237332">
                <a:moveTo>
                  <a:pt x="0" y="39555"/>
                </a:moveTo>
                <a:cubicBezTo>
                  <a:pt x="0" y="17725"/>
                  <a:pt x="17725" y="0"/>
                  <a:pt x="39555" y="0"/>
                </a:cubicBezTo>
                <a:lnTo>
                  <a:pt x="2049413" y="0"/>
                </a:lnTo>
                <a:cubicBezTo>
                  <a:pt x="2071243" y="0"/>
                  <a:pt x="2088968" y="17725"/>
                  <a:pt x="2088968" y="39555"/>
                </a:cubicBezTo>
                <a:lnTo>
                  <a:pt x="2088968" y="197777"/>
                </a:lnTo>
                <a:cubicBezTo>
                  <a:pt x="2088968" y="219607"/>
                  <a:pt x="2071243" y="237332"/>
                  <a:pt x="2049413" y="237332"/>
                </a:cubicBezTo>
                <a:lnTo>
                  <a:pt x="39555" y="237332"/>
                </a:lnTo>
                <a:cubicBezTo>
                  <a:pt x="17725" y="237332"/>
                  <a:pt x="0" y="219607"/>
                  <a:pt x="0" y="197777"/>
                </a:cubicBezTo>
                <a:lnTo>
                  <a:pt x="0" y="39555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UE/Networkcontextreset">
            <a:extLst xmlns:a="http://schemas.openxmlformats.org/drawingml/2006/main">
              <a:ext uri="{FF2B5EF4-FFF2-40B4-BE49-F238E27FC236}">
                <a16:creationId xmlns:a16="http://schemas.microsoft.com/office/drawing/2014/main" id="{035DCFDE-2CDE-4FA5-BFCF-AAB700D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064" y="1136904"/>
            <a:ext cx="1556965" cy="103779"/>
          </a:xfrm>
          <a:custGeom xmlns:a="http://schemas.openxmlformats.org/drawingml/2006/main">
            <a:pathLst>
              <a:path w="1556965" h="103779">
                <a:moveTo>
                  <a:pt x="102884" y="3128"/>
                </a:moveTo>
                <a:lnTo>
                  <a:pt x="68341" y="3128"/>
                </a:lnTo>
                <a:lnTo>
                  <a:pt x="68341" y="5957"/>
                </a:lnTo>
                <a:cubicBezTo>
                  <a:pt x="79806" y="6700"/>
                  <a:pt x="82039" y="9678"/>
                  <a:pt x="82336" y="25014"/>
                </a:cubicBezTo>
                <a:lnTo>
                  <a:pt x="82336" y="65215"/>
                </a:lnTo>
                <a:cubicBezTo>
                  <a:pt x="82336" y="75341"/>
                  <a:pt x="81444" y="80998"/>
                  <a:pt x="78913" y="85465"/>
                </a:cubicBezTo>
                <a:cubicBezTo>
                  <a:pt x="74894" y="92612"/>
                  <a:pt x="65363" y="97227"/>
                  <a:pt x="54197" y="97227"/>
                </a:cubicBezTo>
                <a:cubicBezTo>
                  <a:pt x="43625" y="97227"/>
                  <a:pt x="36330" y="93655"/>
                  <a:pt x="32309" y="86655"/>
                </a:cubicBezTo>
                <a:cubicBezTo>
                  <a:pt x="29630" y="81891"/>
                  <a:pt x="28587" y="76382"/>
                  <a:pt x="28587" y="67003"/>
                </a:cubicBezTo>
                <a:lnTo>
                  <a:pt x="28587" y="19357"/>
                </a:lnTo>
                <a:cubicBezTo>
                  <a:pt x="28735" y="8488"/>
                  <a:pt x="30226" y="7000"/>
                  <a:pt x="42137" y="5957"/>
                </a:cubicBezTo>
                <a:lnTo>
                  <a:pt x="42137" y="3128"/>
                </a:lnTo>
                <a:lnTo>
                  <a:pt x="0" y="3128"/>
                </a:lnTo>
                <a:lnTo>
                  <a:pt x="0" y="5957"/>
                </a:lnTo>
                <a:cubicBezTo>
                  <a:pt x="11762" y="6850"/>
                  <a:pt x="13252" y="8338"/>
                  <a:pt x="13400" y="19357"/>
                </a:cubicBezTo>
                <a:lnTo>
                  <a:pt x="13400" y="65811"/>
                </a:lnTo>
                <a:cubicBezTo>
                  <a:pt x="13400" y="91570"/>
                  <a:pt x="25461" y="103779"/>
                  <a:pt x="50773" y="103779"/>
                </a:cubicBezTo>
                <a:cubicBezTo>
                  <a:pt x="67001" y="103779"/>
                  <a:pt x="78167" y="98567"/>
                  <a:pt x="83975" y="88443"/>
                </a:cubicBezTo>
                <a:cubicBezTo>
                  <a:pt x="87548" y="82189"/>
                  <a:pt x="88889" y="75341"/>
                  <a:pt x="88889" y="63875"/>
                </a:cubicBezTo>
                <a:lnTo>
                  <a:pt x="88889" y="25014"/>
                </a:lnTo>
                <a:cubicBezTo>
                  <a:pt x="89186" y="9381"/>
                  <a:pt x="90824" y="7297"/>
                  <a:pt x="102884" y="5957"/>
                </a:cubicBezTo>
                <a:lnTo>
                  <a:pt x="102884" y="3128"/>
                </a:lnTo>
                <a:close/>
                <a:moveTo>
                  <a:pt x="194306" y="76532"/>
                </a:moveTo>
                <a:lnTo>
                  <a:pt x="190137" y="76532"/>
                </a:lnTo>
                <a:cubicBezTo>
                  <a:pt x="182989" y="92315"/>
                  <a:pt x="176289" y="96036"/>
                  <a:pt x="154997" y="96186"/>
                </a:cubicBezTo>
                <a:lnTo>
                  <a:pt x="150978" y="96186"/>
                </a:lnTo>
                <a:cubicBezTo>
                  <a:pt x="135493" y="95738"/>
                  <a:pt x="135343" y="95591"/>
                  <a:pt x="135343" y="89784"/>
                </a:cubicBezTo>
                <a:lnTo>
                  <a:pt x="135343" y="53006"/>
                </a:lnTo>
                <a:lnTo>
                  <a:pt x="158273" y="53006"/>
                </a:lnTo>
                <a:cubicBezTo>
                  <a:pt x="170780" y="53304"/>
                  <a:pt x="172716" y="55092"/>
                  <a:pt x="174651" y="67301"/>
                </a:cubicBezTo>
                <a:lnTo>
                  <a:pt x="178075" y="67301"/>
                </a:lnTo>
                <a:lnTo>
                  <a:pt x="178075" y="32756"/>
                </a:lnTo>
                <a:lnTo>
                  <a:pt x="174651" y="32756"/>
                </a:lnTo>
                <a:cubicBezTo>
                  <a:pt x="172863" y="44818"/>
                  <a:pt x="170780" y="46604"/>
                  <a:pt x="158273" y="46901"/>
                </a:cubicBezTo>
                <a:lnTo>
                  <a:pt x="135343" y="46901"/>
                </a:lnTo>
                <a:lnTo>
                  <a:pt x="135343" y="13847"/>
                </a:lnTo>
                <a:cubicBezTo>
                  <a:pt x="135493" y="9381"/>
                  <a:pt x="136088" y="8785"/>
                  <a:pt x="140257" y="8785"/>
                </a:cubicBezTo>
                <a:lnTo>
                  <a:pt x="160356" y="8785"/>
                </a:lnTo>
                <a:cubicBezTo>
                  <a:pt x="177630" y="9083"/>
                  <a:pt x="180606" y="11169"/>
                  <a:pt x="182989" y="24419"/>
                </a:cubicBezTo>
                <a:lnTo>
                  <a:pt x="186711" y="24419"/>
                </a:lnTo>
                <a:lnTo>
                  <a:pt x="186265" y="3128"/>
                </a:lnTo>
                <a:lnTo>
                  <a:pt x="107203" y="3128"/>
                </a:lnTo>
                <a:lnTo>
                  <a:pt x="107203" y="5957"/>
                </a:lnTo>
                <a:cubicBezTo>
                  <a:pt x="118072" y="6700"/>
                  <a:pt x="119860" y="8636"/>
                  <a:pt x="120157" y="19357"/>
                </a:cubicBezTo>
                <a:lnTo>
                  <a:pt x="120157" y="85465"/>
                </a:lnTo>
                <a:cubicBezTo>
                  <a:pt x="119860" y="96186"/>
                  <a:pt x="117924" y="98269"/>
                  <a:pt x="107203" y="98865"/>
                </a:cubicBezTo>
                <a:lnTo>
                  <a:pt x="107203" y="101693"/>
                </a:lnTo>
                <a:lnTo>
                  <a:pt x="187603" y="101693"/>
                </a:lnTo>
                <a:lnTo>
                  <a:pt x="194306" y="76532"/>
                </a:lnTo>
                <a:close/>
                <a:moveTo>
                  <a:pt x="239120" y="1043"/>
                </a:moveTo>
                <a:lnTo>
                  <a:pt x="229144" y="1043"/>
                </a:lnTo>
                <a:lnTo>
                  <a:pt x="195049" y="103779"/>
                </a:lnTo>
                <a:lnTo>
                  <a:pt x="205173" y="103779"/>
                </a:lnTo>
                <a:lnTo>
                  <a:pt x="239120" y="1043"/>
                </a:lnTo>
                <a:close/>
                <a:moveTo>
                  <a:pt x="343049" y="3128"/>
                </a:moveTo>
                <a:lnTo>
                  <a:pt x="308059" y="3128"/>
                </a:lnTo>
                <a:lnTo>
                  <a:pt x="308059" y="5957"/>
                </a:lnTo>
                <a:cubicBezTo>
                  <a:pt x="319969" y="6700"/>
                  <a:pt x="321904" y="9233"/>
                  <a:pt x="322352" y="25014"/>
                </a:cubicBezTo>
                <a:lnTo>
                  <a:pt x="322352" y="75191"/>
                </a:lnTo>
                <a:lnTo>
                  <a:pt x="265029" y="3128"/>
                </a:lnTo>
                <a:lnTo>
                  <a:pt x="239568" y="3128"/>
                </a:lnTo>
                <a:lnTo>
                  <a:pt x="239568" y="5957"/>
                </a:lnTo>
                <a:cubicBezTo>
                  <a:pt x="245970" y="5957"/>
                  <a:pt x="248053" y="7147"/>
                  <a:pt x="254010" y="14145"/>
                </a:cubicBezTo>
                <a:lnTo>
                  <a:pt x="254010" y="79808"/>
                </a:lnTo>
                <a:cubicBezTo>
                  <a:pt x="253713" y="95591"/>
                  <a:pt x="251777" y="98122"/>
                  <a:pt x="239568" y="98865"/>
                </a:cubicBezTo>
                <a:lnTo>
                  <a:pt x="239568" y="101693"/>
                </a:lnTo>
                <a:lnTo>
                  <a:pt x="274558" y="101693"/>
                </a:lnTo>
                <a:lnTo>
                  <a:pt x="274558" y="98865"/>
                </a:lnTo>
                <a:cubicBezTo>
                  <a:pt x="263093" y="98269"/>
                  <a:pt x="260860" y="95143"/>
                  <a:pt x="260563" y="79808"/>
                </a:cubicBezTo>
                <a:lnTo>
                  <a:pt x="260563" y="21442"/>
                </a:lnTo>
                <a:lnTo>
                  <a:pt x="326371" y="103331"/>
                </a:lnTo>
                <a:lnTo>
                  <a:pt x="328904" y="103331"/>
                </a:lnTo>
                <a:lnTo>
                  <a:pt x="328904" y="25014"/>
                </a:lnTo>
                <a:cubicBezTo>
                  <a:pt x="329349" y="9531"/>
                  <a:pt x="331285" y="7000"/>
                  <a:pt x="343049" y="5957"/>
                </a:cubicBezTo>
                <a:lnTo>
                  <a:pt x="343049" y="3128"/>
                </a:lnTo>
                <a:close/>
                <a:moveTo>
                  <a:pt x="406029" y="77277"/>
                </a:moveTo>
                <a:cubicBezTo>
                  <a:pt x="398884" y="88591"/>
                  <a:pt x="392479" y="92910"/>
                  <a:pt x="382951" y="92910"/>
                </a:cubicBezTo>
                <a:cubicBezTo>
                  <a:pt x="374465" y="92910"/>
                  <a:pt x="368063" y="88591"/>
                  <a:pt x="363744" y="80105"/>
                </a:cubicBezTo>
                <a:cubicBezTo>
                  <a:pt x="361063" y="74446"/>
                  <a:pt x="360023" y="69682"/>
                  <a:pt x="359725" y="60451"/>
                </a:cubicBezTo>
                <a:lnTo>
                  <a:pt x="405584" y="60451"/>
                </a:lnTo>
                <a:cubicBezTo>
                  <a:pt x="404391" y="50773"/>
                  <a:pt x="402903" y="46456"/>
                  <a:pt x="399181" y="41690"/>
                </a:cubicBezTo>
                <a:cubicBezTo>
                  <a:pt x="394712" y="36330"/>
                  <a:pt x="387865" y="33204"/>
                  <a:pt x="380122" y="33204"/>
                </a:cubicBezTo>
                <a:cubicBezTo>
                  <a:pt x="372677" y="33204"/>
                  <a:pt x="365680" y="35885"/>
                  <a:pt x="360023" y="40947"/>
                </a:cubicBezTo>
                <a:cubicBezTo>
                  <a:pt x="353023" y="47051"/>
                  <a:pt x="349004" y="57623"/>
                  <a:pt x="349004" y="69832"/>
                </a:cubicBezTo>
                <a:cubicBezTo>
                  <a:pt x="349004" y="90379"/>
                  <a:pt x="359725" y="103184"/>
                  <a:pt x="376846" y="103184"/>
                </a:cubicBezTo>
                <a:cubicBezTo>
                  <a:pt x="390991" y="103184"/>
                  <a:pt x="402157" y="94398"/>
                  <a:pt x="408412" y="78317"/>
                </a:cubicBezTo>
                <a:lnTo>
                  <a:pt x="406029" y="77277"/>
                </a:lnTo>
                <a:moveTo>
                  <a:pt x="360023" y="55687"/>
                </a:moveTo>
                <a:cubicBezTo>
                  <a:pt x="361658" y="44073"/>
                  <a:pt x="366722" y="38563"/>
                  <a:pt x="375803" y="38563"/>
                </a:cubicBezTo>
                <a:cubicBezTo>
                  <a:pt x="384886" y="38563"/>
                  <a:pt x="388460" y="42732"/>
                  <a:pt x="390396" y="55687"/>
                </a:cubicBezTo>
                <a:lnTo>
                  <a:pt x="360023" y="55687"/>
                </a:lnTo>
                <a:close/>
                <a:moveTo>
                  <a:pt x="449356" y="34692"/>
                </a:moveTo>
                <a:lnTo>
                  <a:pt x="434318" y="34692"/>
                </a:lnTo>
                <a:lnTo>
                  <a:pt x="434318" y="17421"/>
                </a:lnTo>
                <a:cubicBezTo>
                  <a:pt x="434318" y="15933"/>
                  <a:pt x="434021" y="15485"/>
                  <a:pt x="433276" y="15485"/>
                </a:cubicBezTo>
                <a:cubicBezTo>
                  <a:pt x="424640" y="27992"/>
                  <a:pt x="420174" y="33054"/>
                  <a:pt x="415857" y="35585"/>
                </a:cubicBezTo>
                <a:cubicBezTo>
                  <a:pt x="414219" y="36628"/>
                  <a:pt x="413324" y="37521"/>
                  <a:pt x="413324" y="38416"/>
                </a:cubicBezTo>
                <a:cubicBezTo>
                  <a:pt x="413324" y="38861"/>
                  <a:pt x="413474" y="39159"/>
                  <a:pt x="413921" y="39456"/>
                </a:cubicBezTo>
                <a:lnTo>
                  <a:pt x="421812" y="39456"/>
                </a:lnTo>
                <a:lnTo>
                  <a:pt x="421812" y="84274"/>
                </a:lnTo>
                <a:cubicBezTo>
                  <a:pt x="421812" y="96781"/>
                  <a:pt x="426278" y="103184"/>
                  <a:pt x="435064" y="103184"/>
                </a:cubicBezTo>
                <a:cubicBezTo>
                  <a:pt x="442359" y="103184"/>
                  <a:pt x="448016" y="99610"/>
                  <a:pt x="452930" y="91867"/>
                </a:cubicBezTo>
                <a:lnTo>
                  <a:pt x="450994" y="90229"/>
                </a:lnTo>
                <a:cubicBezTo>
                  <a:pt x="447718" y="94100"/>
                  <a:pt x="445337" y="95441"/>
                  <a:pt x="442061" y="95441"/>
                </a:cubicBezTo>
                <a:cubicBezTo>
                  <a:pt x="436552" y="95441"/>
                  <a:pt x="434318" y="91422"/>
                  <a:pt x="434318" y="82041"/>
                </a:cubicBezTo>
                <a:lnTo>
                  <a:pt x="434318" y="39456"/>
                </a:lnTo>
                <a:lnTo>
                  <a:pt x="449356" y="39456"/>
                </a:lnTo>
                <a:lnTo>
                  <a:pt x="449356" y="34692"/>
                </a:lnTo>
                <a:close/>
                <a:moveTo>
                  <a:pt x="537800" y="34692"/>
                </a:moveTo>
                <a:lnTo>
                  <a:pt x="537800" y="36925"/>
                </a:lnTo>
                <a:cubicBezTo>
                  <a:pt x="542862" y="37968"/>
                  <a:pt x="544350" y="39011"/>
                  <a:pt x="544350" y="41542"/>
                </a:cubicBezTo>
                <a:cubicBezTo>
                  <a:pt x="544350" y="43775"/>
                  <a:pt x="543457" y="47349"/>
                  <a:pt x="541819" y="51368"/>
                </a:cubicBezTo>
                <a:lnTo>
                  <a:pt x="528419" y="84422"/>
                </a:lnTo>
                <a:lnTo>
                  <a:pt x="515912" y="51070"/>
                </a:lnTo>
                <a:cubicBezTo>
                  <a:pt x="513381" y="44223"/>
                  <a:pt x="513381" y="44223"/>
                  <a:pt x="513381" y="42287"/>
                </a:cubicBezTo>
                <a:cubicBezTo>
                  <a:pt x="513381" y="39011"/>
                  <a:pt x="515019" y="37968"/>
                  <a:pt x="522017" y="36925"/>
                </a:cubicBezTo>
                <a:lnTo>
                  <a:pt x="522017" y="34692"/>
                </a:lnTo>
                <a:lnTo>
                  <a:pt x="491791" y="34692"/>
                </a:lnTo>
                <a:lnTo>
                  <a:pt x="491791" y="36925"/>
                </a:lnTo>
                <a:cubicBezTo>
                  <a:pt x="497301" y="37521"/>
                  <a:pt x="499087" y="39309"/>
                  <a:pt x="502065" y="47199"/>
                </a:cubicBezTo>
                <a:cubicBezTo>
                  <a:pt x="502810" y="49285"/>
                  <a:pt x="504148" y="53006"/>
                  <a:pt x="505043" y="55537"/>
                </a:cubicBezTo>
                <a:lnTo>
                  <a:pt x="491494" y="85167"/>
                </a:lnTo>
                <a:lnTo>
                  <a:pt x="476754" y="46306"/>
                </a:lnTo>
                <a:cubicBezTo>
                  <a:pt x="476158" y="44818"/>
                  <a:pt x="475861" y="43328"/>
                  <a:pt x="475861" y="41840"/>
                </a:cubicBezTo>
                <a:cubicBezTo>
                  <a:pt x="475861" y="38713"/>
                  <a:pt x="477497" y="37521"/>
                  <a:pt x="482708" y="36925"/>
                </a:cubicBezTo>
                <a:lnTo>
                  <a:pt x="482708" y="34692"/>
                </a:lnTo>
                <a:lnTo>
                  <a:pt x="455909" y="34692"/>
                </a:lnTo>
                <a:lnTo>
                  <a:pt x="455909" y="36925"/>
                </a:lnTo>
                <a:cubicBezTo>
                  <a:pt x="459333" y="37223"/>
                  <a:pt x="460523" y="38713"/>
                  <a:pt x="463799" y="46306"/>
                </a:cubicBezTo>
                <a:lnTo>
                  <a:pt x="483901" y="97227"/>
                </a:lnTo>
                <a:cubicBezTo>
                  <a:pt x="485687" y="101843"/>
                  <a:pt x="486877" y="103779"/>
                  <a:pt x="487770" y="103779"/>
                </a:cubicBezTo>
                <a:cubicBezTo>
                  <a:pt x="488515" y="103779"/>
                  <a:pt x="489706" y="101993"/>
                  <a:pt x="491494" y="97972"/>
                </a:cubicBezTo>
                <a:lnTo>
                  <a:pt x="508170" y="62237"/>
                </a:lnTo>
                <a:lnTo>
                  <a:pt x="521719" y="97377"/>
                </a:lnTo>
                <a:cubicBezTo>
                  <a:pt x="523953" y="103034"/>
                  <a:pt x="524250" y="103779"/>
                  <a:pt x="525293" y="103779"/>
                </a:cubicBezTo>
                <a:cubicBezTo>
                  <a:pt x="526334" y="103779"/>
                  <a:pt x="527079" y="102438"/>
                  <a:pt x="529462" y="96484"/>
                </a:cubicBezTo>
                <a:lnTo>
                  <a:pt x="550009" y="44966"/>
                </a:lnTo>
                <a:cubicBezTo>
                  <a:pt x="552688" y="38713"/>
                  <a:pt x="553135" y="37968"/>
                  <a:pt x="556114" y="36925"/>
                </a:cubicBezTo>
                <a:lnTo>
                  <a:pt x="556114" y="34692"/>
                </a:lnTo>
                <a:lnTo>
                  <a:pt x="537800" y="34692"/>
                </a:lnTo>
                <a:close/>
                <a:moveTo>
                  <a:pt x="597506" y="33204"/>
                </a:moveTo>
                <a:cubicBezTo>
                  <a:pt x="577999" y="33204"/>
                  <a:pt x="564600" y="47497"/>
                  <a:pt x="564600" y="68044"/>
                </a:cubicBezTo>
                <a:cubicBezTo>
                  <a:pt x="564600" y="88293"/>
                  <a:pt x="578447" y="103184"/>
                  <a:pt x="597206" y="103184"/>
                </a:cubicBezTo>
                <a:cubicBezTo>
                  <a:pt x="615968" y="103184"/>
                  <a:pt x="630260" y="87550"/>
                  <a:pt x="630260" y="66853"/>
                </a:cubicBezTo>
                <a:cubicBezTo>
                  <a:pt x="630260" y="47199"/>
                  <a:pt x="616563" y="33204"/>
                  <a:pt x="597506" y="33204"/>
                </a:cubicBezTo>
                <a:moveTo>
                  <a:pt x="595570" y="37373"/>
                </a:moveTo>
                <a:cubicBezTo>
                  <a:pt x="608077" y="37373"/>
                  <a:pt x="616860" y="51666"/>
                  <a:pt x="616860" y="72065"/>
                </a:cubicBezTo>
                <a:cubicBezTo>
                  <a:pt x="616860" y="89039"/>
                  <a:pt x="610161" y="99015"/>
                  <a:pt x="598994" y="99015"/>
                </a:cubicBezTo>
                <a:cubicBezTo>
                  <a:pt x="593187" y="99015"/>
                  <a:pt x="587678" y="95441"/>
                  <a:pt x="584552" y="89486"/>
                </a:cubicBezTo>
                <a:cubicBezTo>
                  <a:pt x="580383" y="81743"/>
                  <a:pt x="577999" y="71320"/>
                  <a:pt x="577999" y="60749"/>
                </a:cubicBezTo>
                <a:cubicBezTo>
                  <a:pt x="577999" y="46604"/>
                  <a:pt x="584849" y="37373"/>
                  <a:pt x="595570" y="37373"/>
                </a:cubicBezTo>
                <a:close/>
                <a:moveTo>
                  <a:pt x="635472" y="101693"/>
                </a:moveTo>
                <a:lnTo>
                  <a:pt x="671207" y="101693"/>
                </a:lnTo>
                <a:lnTo>
                  <a:pt x="671207" y="99460"/>
                </a:lnTo>
                <a:cubicBezTo>
                  <a:pt x="661231" y="99162"/>
                  <a:pt x="658847" y="97079"/>
                  <a:pt x="658550" y="88293"/>
                </a:cubicBezTo>
                <a:lnTo>
                  <a:pt x="658550" y="54794"/>
                </a:lnTo>
                <a:cubicBezTo>
                  <a:pt x="658550" y="50028"/>
                  <a:pt x="664804" y="42585"/>
                  <a:pt x="668973" y="42585"/>
                </a:cubicBezTo>
                <a:cubicBezTo>
                  <a:pt x="669866" y="42585"/>
                  <a:pt x="671207" y="43328"/>
                  <a:pt x="672845" y="44818"/>
                </a:cubicBezTo>
                <a:cubicBezTo>
                  <a:pt x="675078" y="47051"/>
                  <a:pt x="676864" y="47794"/>
                  <a:pt x="678799" y="47794"/>
                </a:cubicBezTo>
                <a:cubicBezTo>
                  <a:pt x="682373" y="47794"/>
                  <a:pt x="684606" y="45263"/>
                  <a:pt x="684606" y="41094"/>
                </a:cubicBezTo>
                <a:cubicBezTo>
                  <a:pt x="684606" y="36183"/>
                  <a:pt x="681480" y="33204"/>
                  <a:pt x="676418" y="33204"/>
                </a:cubicBezTo>
                <a:cubicBezTo>
                  <a:pt x="670164" y="33204"/>
                  <a:pt x="665995" y="36480"/>
                  <a:pt x="658550" y="47199"/>
                </a:cubicBezTo>
                <a:lnTo>
                  <a:pt x="658550" y="33502"/>
                </a:lnTo>
                <a:lnTo>
                  <a:pt x="657807" y="33204"/>
                </a:lnTo>
                <a:cubicBezTo>
                  <a:pt x="649469" y="36480"/>
                  <a:pt x="644107" y="38563"/>
                  <a:pt x="635769" y="41244"/>
                </a:cubicBezTo>
                <a:lnTo>
                  <a:pt x="635769" y="43625"/>
                </a:lnTo>
                <a:cubicBezTo>
                  <a:pt x="637855" y="43180"/>
                  <a:pt x="639195" y="43030"/>
                  <a:pt x="640981" y="43030"/>
                </a:cubicBezTo>
                <a:cubicBezTo>
                  <a:pt x="644703" y="43030"/>
                  <a:pt x="646043" y="45413"/>
                  <a:pt x="646043" y="51963"/>
                </a:cubicBezTo>
                <a:lnTo>
                  <a:pt x="646043" y="89186"/>
                </a:lnTo>
                <a:cubicBezTo>
                  <a:pt x="645745" y="96929"/>
                  <a:pt x="644852" y="97824"/>
                  <a:pt x="635472" y="99460"/>
                </a:cubicBezTo>
                <a:lnTo>
                  <a:pt x="635472" y="101693"/>
                </a:lnTo>
                <a:close/>
                <a:moveTo>
                  <a:pt x="685351" y="101693"/>
                </a:moveTo>
                <a:lnTo>
                  <a:pt x="720193" y="101693"/>
                </a:lnTo>
                <a:lnTo>
                  <a:pt x="720193" y="99460"/>
                </a:lnTo>
                <a:lnTo>
                  <a:pt x="717214" y="99312"/>
                </a:lnTo>
                <a:cubicBezTo>
                  <a:pt x="710960" y="98865"/>
                  <a:pt x="709174" y="97227"/>
                  <a:pt x="709024" y="91719"/>
                </a:cubicBezTo>
                <a:lnTo>
                  <a:pt x="709024" y="64322"/>
                </a:lnTo>
                <a:lnTo>
                  <a:pt x="729871" y="92165"/>
                </a:lnTo>
                <a:cubicBezTo>
                  <a:pt x="730466" y="92910"/>
                  <a:pt x="730912" y="93655"/>
                  <a:pt x="731359" y="94100"/>
                </a:cubicBezTo>
                <a:cubicBezTo>
                  <a:pt x="732550" y="95591"/>
                  <a:pt x="732997" y="96484"/>
                  <a:pt x="732997" y="97227"/>
                </a:cubicBezTo>
                <a:cubicBezTo>
                  <a:pt x="732997" y="98567"/>
                  <a:pt x="731657" y="99460"/>
                  <a:pt x="729871" y="99460"/>
                </a:cubicBezTo>
                <a:lnTo>
                  <a:pt x="727040" y="99460"/>
                </a:lnTo>
                <a:lnTo>
                  <a:pt x="727040" y="101693"/>
                </a:lnTo>
                <a:lnTo>
                  <a:pt x="759499" y="101693"/>
                </a:lnTo>
                <a:lnTo>
                  <a:pt x="759499" y="99460"/>
                </a:lnTo>
                <a:cubicBezTo>
                  <a:pt x="752949" y="99015"/>
                  <a:pt x="748333" y="96186"/>
                  <a:pt x="742080" y="88591"/>
                </a:cubicBezTo>
                <a:lnTo>
                  <a:pt x="719298" y="59706"/>
                </a:lnTo>
                <a:lnTo>
                  <a:pt x="723617" y="55687"/>
                </a:lnTo>
                <a:cubicBezTo>
                  <a:pt x="742228" y="39011"/>
                  <a:pt x="746249" y="36628"/>
                  <a:pt x="755778" y="36925"/>
                </a:cubicBezTo>
                <a:lnTo>
                  <a:pt x="755778" y="34692"/>
                </a:lnTo>
                <a:lnTo>
                  <a:pt x="725402" y="34692"/>
                </a:lnTo>
                <a:lnTo>
                  <a:pt x="725402" y="36778"/>
                </a:lnTo>
                <a:cubicBezTo>
                  <a:pt x="731209" y="36925"/>
                  <a:pt x="732847" y="37521"/>
                  <a:pt x="732847" y="39456"/>
                </a:cubicBezTo>
                <a:cubicBezTo>
                  <a:pt x="732847" y="40797"/>
                  <a:pt x="731507" y="42732"/>
                  <a:pt x="729424" y="44668"/>
                </a:cubicBezTo>
                <a:lnTo>
                  <a:pt x="709024" y="62834"/>
                </a:lnTo>
                <a:lnTo>
                  <a:pt x="709024" y="298"/>
                </a:lnTo>
                <a:lnTo>
                  <a:pt x="708429" y="0"/>
                </a:lnTo>
                <a:cubicBezTo>
                  <a:pt x="702622" y="1788"/>
                  <a:pt x="698305" y="3128"/>
                  <a:pt x="689817" y="5362"/>
                </a:cubicBezTo>
                <a:lnTo>
                  <a:pt x="685351" y="6552"/>
                </a:lnTo>
                <a:lnTo>
                  <a:pt x="685351" y="8933"/>
                </a:lnTo>
                <a:cubicBezTo>
                  <a:pt x="687286" y="8785"/>
                  <a:pt x="688627" y="8636"/>
                  <a:pt x="690115" y="8636"/>
                </a:cubicBezTo>
                <a:cubicBezTo>
                  <a:pt x="695179" y="8636"/>
                  <a:pt x="696517" y="10571"/>
                  <a:pt x="696517" y="17719"/>
                </a:cubicBezTo>
                <a:lnTo>
                  <a:pt x="696517" y="89486"/>
                </a:lnTo>
                <a:cubicBezTo>
                  <a:pt x="696369" y="97377"/>
                  <a:pt x="695922" y="97824"/>
                  <a:pt x="685351" y="99460"/>
                </a:cubicBezTo>
                <a:lnTo>
                  <a:pt x="685351" y="101693"/>
                </a:lnTo>
                <a:close/>
                <a:moveTo>
                  <a:pt x="857471" y="78467"/>
                </a:moveTo>
                <a:cubicBezTo>
                  <a:pt x="850324" y="88889"/>
                  <a:pt x="844964" y="92462"/>
                  <a:pt x="836477" y="92462"/>
                </a:cubicBezTo>
                <a:cubicBezTo>
                  <a:pt x="822779" y="92462"/>
                  <a:pt x="813398" y="80551"/>
                  <a:pt x="813398" y="63430"/>
                </a:cubicBezTo>
                <a:cubicBezTo>
                  <a:pt x="813398" y="47944"/>
                  <a:pt x="821589" y="37521"/>
                  <a:pt x="833648" y="37521"/>
                </a:cubicBezTo>
                <a:cubicBezTo>
                  <a:pt x="839007" y="37521"/>
                  <a:pt x="840943" y="39011"/>
                  <a:pt x="842434" y="44668"/>
                </a:cubicBezTo>
                <a:lnTo>
                  <a:pt x="843326" y="47944"/>
                </a:lnTo>
                <a:cubicBezTo>
                  <a:pt x="844517" y="52263"/>
                  <a:pt x="847198" y="54794"/>
                  <a:pt x="850474" y="54794"/>
                </a:cubicBezTo>
                <a:cubicBezTo>
                  <a:pt x="854345" y="54794"/>
                  <a:pt x="857471" y="51963"/>
                  <a:pt x="857471" y="48539"/>
                </a:cubicBezTo>
                <a:cubicBezTo>
                  <a:pt x="857471" y="40202"/>
                  <a:pt x="847048" y="33204"/>
                  <a:pt x="834541" y="33204"/>
                </a:cubicBezTo>
                <a:cubicBezTo>
                  <a:pt x="827246" y="33204"/>
                  <a:pt x="819653" y="36183"/>
                  <a:pt x="813548" y="41542"/>
                </a:cubicBezTo>
                <a:cubicBezTo>
                  <a:pt x="806103" y="48092"/>
                  <a:pt x="801934" y="58218"/>
                  <a:pt x="801934" y="70129"/>
                </a:cubicBezTo>
                <a:cubicBezTo>
                  <a:pt x="801934" y="89336"/>
                  <a:pt x="813696" y="103184"/>
                  <a:pt x="830224" y="103184"/>
                </a:cubicBezTo>
                <a:cubicBezTo>
                  <a:pt x="836924" y="103184"/>
                  <a:pt x="842879" y="100800"/>
                  <a:pt x="848241" y="96186"/>
                </a:cubicBezTo>
                <a:cubicBezTo>
                  <a:pt x="852260" y="92760"/>
                  <a:pt x="855088" y="88591"/>
                  <a:pt x="859555" y="79808"/>
                </a:cubicBezTo>
                <a:lnTo>
                  <a:pt x="857471" y="78467"/>
                </a:lnTo>
                <a:close/>
                <a:moveTo>
                  <a:pt x="901544" y="33204"/>
                </a:moveTo>
                <a:cubicBezTo>
                  <a:pt x="882037" y="33204"/>
                  <a:pt x="868638" y="47497"/>
                  <a:pt x="868638" y="68044"/>
                </a:cubicBezTo>
                <a:cubicBezTo>
                  <a:pt x="868638" y="88293"/>
                  <a:pt x="882485" y="103184"/>
                  <a:pt x="901244" y="103184"/>
                </a:cubicBezTo>
                <a:cubicBezTo>
                  <a:pt x="920006" y="103184"/>
                  <a:pt x="934298" y="87550"/>
                  <a:pt x="934298" y="66853"/>
                </a:cubicBezTo>
                <a:cubicBezTo>
                  <a:pt x="934298" y="47199"/>
                  <a:pt x="920601" y="33204"/>
                  <a:pt x="901544" y="33204"/>
                </a:cubicBezTo>
                <a:moveTo>
                  <a:pt x="899608" y="37373"/>
                </a:moveTo>
                <a:cubicBezTo>
                  <a:pt x="912115" y="37373"/>
                  <a:pt x="920898" y="51666"/>
                  <a:pt x="920898" y="72065"/>
                </a:cubicBezTo>
                <a:cubicBezTo>
                  <a:pt x="920898" y="89039"/>
                  <a:pt x="914199" y="99015"/>
                  <a:pt x="903032" y="99015"/>
                </a:cubicBezTo>
                <a:cubicBezTo>
                  <a:pt x="897225" y="99015"/>
                  <a:pt x="891716" y="95441"/>
                  <a:pt x="888590" y="89486"/>
                </a:cubicBezTo>
                <a:cubicBezTo>
                  <a:pt x="884421" y="81743"/>
                  <a:pt x="882037" y="71320"/>
                  <a:pt x="882037" y="60749"/>
                </a:cubicBezTo>
                <a:cubicBezTo>
                  <a:pt x="882037" y="46604"/>
                  <a:pt x="888887" y="37373"/>
                  <a:pt x="899608" y="37373"/>
                </a:cubicBezTo>
                <a:close/>
                <a:moveTo>
                  <a:pt x="941743" y="101693"/>
                </a:moveTo>
                <a:lnTo>
                  <a:pt x="973309" y="101693"/>
                </a:lnTo>
                <a:lnTo>
                  <a:pt x="973309" y="99460"/>
                </a:lnTo>
                <a:cubicBezTo>
                  <a:pt x="965864" y="99015"/>
                  <a:pt x="963481" y="97079"/>
                  <a:pt x="963481" y="91719"/>
                </a:cubicBezTo>
                <a:lnTo>
                  <a:pt x="963481" y="49880"/>
                </a:lnTo>
                <a:cubicBezTo>
                  <a:pt x="970629" y="43180"/>
                  <a:pt x="973905" y="41392"/>
                  <a:pt x="978819" y="41392"/>
                </a:cubicBezTo>
                <a:cubicBezTo>
                  <a:pt x="986114" y="41392"/>
                  <a:pt x="989688" y="46009"/>
                  <a:pt x="989688" y="55835"/>
                </a:cubicBezTo>
                <a:lnTo>
                  <a:pt x="989688" y="86953"/>
                </a:lnTo>
                <a:cubicBezTo>
                  <a:pt x="989390" y="96631"/>
                  <a:pt x="987602" y="99015"/>
                  <a:pt x="980307" y="99460"/>
                </a:cubicBezTo>
                <a:lnTo>
                  <a:pt x="980307" y="101693"/>
                </a:lnTo>
                <a:lnTo>
                  <a:pt x="1011278" y="101693"/>
                </a:lnTo>
                <a:lnTo>
                  <a:pt x="1011278" y="99460"/>
                </a:lnTo>
                <a:cubicBezTo>
                  <a:pt x="1003980" y="98717"/>
                  <a:pt x="1002342" y="96929"/>
                  <a:pt x="1002195" y="89634"/>
                </a:cubicBezTo>
                <a:lnTo>
                  <a:pt x="1002195" y="55537"/>
                </a:lnTo>
                <a:cubicBezTo>
                  <a:pt x="1002195" y="41542"/>
                  <a:pt x="995642" y="33204"/>
                  <a:pt x="984626" y="33204"/>
                </a:cubicBezTo>
                <a:cubicBezTo>
                  <a:pt x="977776" y="33204"/>
                  <a:pt x="973159" y="35735"/>
                  <a:pt x="963036" y="45263"/>
                </a:cubicBezTo>
                <a:lnTo>
                  <a:pt x="963036" y="33502"/>
                </a:lnTo>
                <a:lnTo>
                  <a:pt x="961993" y="33204"/>
                </a:lnTo>
                <a:cubicBezTo>
                  <a:pt x="954250" y="36033"/>
                  <a:pt x="949189" y="37671"/>
                  <a:pt x="941446" y="39904"/>
                </a:cubicBezTo>
                <a:lnTo>
                  <a:pt x="941446" y="42435"/>
                </a:lnTo>
                <a:cubicBezTo>
                  <a:pt x="942489" y="41990"/>
                  <a:pt x="943829" y="41840"/>
                  <a:pt x="945467" y="41840"/>
                </a:cubicBezTo>
                <a:cubicBezTo>
                  <a:pt x="949636" y="41840"/>
                  <a:pt x="950974" y="44073"/>
                  <a:pt x="950974" y="51368"/>
                </a:cubicBezTo>
                <a:lnTo>
                  <a:pt x="950974" y="88293"/>
                </a:lnTo>
                <a:cubicBezTo>
                  <a:pt x="950827" y="97079"/>
                  <a:pt x="949189" y="99015"/>
                  <a:pt x="941743" y="99460"/>
                </a:cubicBezTo>
                <a:lnTo>
                  <a:pt x="941743" y="101693"/>
                </a:lnTo>
                <a:close/>
                <a:moveTo>
                  <a:pt x="1051923" y="34692"/>
                </a:moveTo>
                <a:lnTo>
                  <a:pt x="1036886" y="34692"/>
                </a:lnTo>
                <a:lnTo>
                  <a:pt x="1036886" y="17421"/>
                </a:lnTo>
                <a:cubicBezTo>
                  <a:pt x="1036886" y="15933"/>
                  <a:pt x="1036588" y="15485"/>
                  <a:pt x="1035843" y="15485"/>
                </a:cubicBezTo>
                <a:cubicBezTo>
                  <a:pt x="1027207" y="27992"/>
                  <a:pt x="1022741" y="33054"/>
                  <a:pt x="1018424" y="35585"/>
                </a:cubicBezTo>
                <a:cubicBezTo>
                  <a:pt x="1016786" y="36628"/>
                  <a:pt x="1015891" y="37521"/>
                  <a:pt x="1015891" y="38416"/>
                </a:cubicBezTo>
                <a:cubicBezTo>
                  <a:pt x="1015891" y="38861"/>
                  <a:pt x="1016041" y="39159"/>
                  <a:pt x="1016488" y="39456"/>
                </a:cubicBezTo>
                <a:lnTo>
                  <a:pt x="1024379" y="39456"/>
                </a:lnTo>
                <a:lnTo>
                  <a:pt x="1024379" y="84274"/>
                </a:lnTo>
                <a:cubicBezTo>
                  <a:pt x="1024379" y="96781"/>
                  <a:pt x="1028845" y="103184"/>
                  <a:pt x="1037631" y="103184"/>
                </a:cubicBezTo>
                <a:cubicBezTo>
                  <a:pt x="1044926" y="103184"/>
                  <a:pt x="1050583" y="99610"/>
                  <a:pt x="1055497" y="91867"/>
                </a:cubicBezTo>
                <a:lnTo>
                  <a:pt x="1053561" y="90229"/>
                </a:lnTo>
                <a:cubicBezTo>
                  <a:pt x="1050285" y="94100"/>
                  <a:pt x="1047904" y="95441"/>
                  <a:pt x="1044628" y="95441"/>
                </a:cubicBezTo>
                <a:cubicBezTo>
                  <a:pt x="1039119" y="95441"/>
                  <a:pt x="1036886" y="91422"/>
                  <a:pt x="1036886" y="82041"/>
                </a:cubicBezTo>
                <a:lnTo>
                  <a:pt x="1036886" y="39456"/>
                </a:lnTo>
                <a:lnTo>
                  <a:pt x="1051923" y="39456"/>
                </a:lnTo>
                <a:lnTo>
                  <a:pt x="1051923" y="34692"/>
                </a:lnTo>
                <a:close/>
                <a:moveTo>
                  <a:pt x="1116096" y="77277"/>
                </a:moveTo>
                <a:cubicBezTo>
                  <a:pt x="1108950" y="88591"/>
                  <a:pt x="1102546" y="92910"/>
                  <a:pt x="1093017" y="92910"/>
                </a:cubicBezTo>
                <a:cubicBezTo>
                  <a:pt x="1084532" y="92910"/>
                  <a:pt x="1078130" y="88591"/>
                  <a:pt x="1073811" y="80105"/>
                </a:cubicBezTo>
                <a:cubicBezTo>
                  <a:pt x="1071130" y="74446"/>
                  <a:pt x="1070089" y="69682"/>
                  <a:pt x="1069792" y="60451"/>
                </a:cubicBezTo>
                <a:lnTo>
                  <a:pt x="1115650" y="60451"/>
                </a:lnTo>
                <a:cubicBezTo>
                  <a:pt x="1114457" y="50773"/>
                  <a:pt x="1112969" y="46456"/>
                  <a:pt x="1109248" y="41690"/>
                </a:cubicBezTo>
                <a:cubicBezTo>
                  <a:pt x="1104779" y="36330"/>
                  <a:pt x="1097932" y="33204"/>
                  <a:pt x="1090189" y="33204"/>
                </a:cubicBezTo>
                <a:cubicBezTo>
                  <a:pt x="1082744" y="33204"/>
                  <a:pt x="1075746" y="35885"/>
                  <a:pt x="1070089" y="40947"/>
                </a:cubicBezTo>
                <a:cubicBezTo>
                  <a:pt x="1063090" y="47051"/>
                  <a:pt x="1059070" y="57623"/>
                  <a:pt x="1059070" y="69832"/>
                </a:cubicBezTo>
                <a:cubicBezTo>
                  <a:pt x="1059070" y="90379"/>
                  <a:pt x="1069792" y="103184"/>
                  <a:pt x="1086913" y="103184"/>
                </a:cubicBezTo>
                <a:cubicBezTo>
                  <a:pt x="1101058" y="103184"/>
                  <a:pt x="1112224" y="94398"/>
                  <a:pt x="1118479" y="78317"/>
                </a:cubicBezTo>
                <a:lnTo>
                  <a:pt x="1116096" y="77277"/>
                </a:lnTo>
                <a:moveTo>
                  <a:pt x="1070089" y="55687"/>
                </a:moveTo>
                <a:cubicBezTo>
                  <a:pt x="1071725" y="44073"/>
                  <a:pt x="1076789" y="38563"/>
                  <a:pt x="1085870" y="38563"/>
                </a:cubicBezTo>
                <a:cubicBezTo>
                  <a:pt x="1094953" y="38563"/>
                  <a:pt x="1098527" y="42732"/>
                  <a:pt x="1100463" y="55687"/>
                </a:cubicBezTo>
                <a:lnTo>
                  <a:pt x="1070089" y="55687"/>
                </a:lnTo>
                <a:close/>
                <a:moveTo>
                  <a:pt x="1162850" y="101693"/>
                </a:moveTo>
                <a:lnTo>
                  <a:pt x="1192775" y="101693"/>
                </a:lnTo>
                <a:lnTo>
                  <a:pt x="1192775" y="99460"/>
                </a:lnTo>
                <a:cubicBezTo>
                  <a:pt x="1188161" y="99460"/>
                  <a:pt x="1185183" y="97079"/>
                  <a:pt x="1180566" y="90527"/>
                </a:cubicBezTo>
                <a:lnTo>
                  <a:pt x="1161509" y="61344"/>
                </a:lnTo>
                <a:lnTo>
                  <a:pt x="1173866" y="43478"/>
                </a:lnTo>
                <a:cubicBezTo>
                  <a:pt x="1176695" y="39456"/>
                  <a:pt x="1181014" y="37223"/>
                  <a:pt x="1185928" y="36925"/>
                </a:cubicBezTo>
                <a:lnTo>
                  <a:pt x="1185928" y="34692"/>
                </a:lnTo>
                <a:lnTo>
                  <a:pt x="1162402" y="34692"/>
                </a:lnTo>
                <a:lnTo>
                  <a:pt x="1162402" y="36925"/>
                </a:lnTo>
                <a:cubicBezTo>
                  <a:pt x="1166869" y="37223"/>
                  <a:pt x="1168357" y="38118"/>
                  <a:pt x="1168357" y="40202"/>
                </a:cubicBezTo>
                <a:cubicBezTo>
                  <a:pt x="1168357" y="41990"/>
                  <a:pt x="1166571" y="45263"/>
                  <a:pt x="1162850" y="49880"/>
                </a:cubicBezTo>
                <a:cubicBezTo>
                  <a:pt x="1162104" y="50773"/>
                  <a:pt x="1160316" y="53454"/>
                  <a:pt x="1158381" y="56432"/>
                </a:cubicBezTo>
                <a:lnTo>
                  <a:pt x="1157190" y="54644"/>
                </a:lnTo>
                <a:cubicBezTo>
                  <a:pt x="1154957" y="51220"/>
                  <a:pt x="1153617" y="49285"/>
                  <a:pt x="1153319" y="48689"/>
                </a:cubicBezTo>
                <a:cubicBezTo>
                  <a:pt x="1150490" y="44073"/>
                  <a:pt x="1149448" y="41690"/>
                  <a:pt x="1149448" y="40202"/>
                </a:cubicBezTo>
                <a:cubicBezTo>
                  <a:pt x="1149448" y="37968"/>
                  <a:pt x="1151383" y="37075"/>
                  <a:pt x="1155850" y="36925"/>
                </a:cubicBezTo>
                <a:lnTo>
                  <a:pt x="1155850" y="34692"/>
                </a:lnTo>
                <a:lnTo>
                  <a:pt x="1125029" y="34692"/>
                </a:lnTo>
                <a:lnTo>
                  <a:pt x="1125029" y="36925"/>
                </a:lnTo>
                <a:lnTo>
                  <a:pt x="1126370" y="36925"/>
                </a:lnTo>
                <a:cubicBezTo>
                  <a:pt x="1130836" y="36925"/>
                  <a:pt x="1133219" y="38861"/>
                  <a:pt x="1137834" y="45859"/>
                </a:cubicBezTo>
                <a:lnTo>
                  <a:pt x="1151831" y="67301"/>
                </a:lnTo>
                <a:lnTo>
                  <a:pt x="1134857" y="91867"/>
                </a:lnTo>
                <a:cubicBezTo>
                  <a:pt x="1130391" y="97972"/>
                  <a:pt x="1128900" y="99015"/>
                  <a:pt x="1123989" y="99460"/>
                </a:cubicBezTo>
                <a:lnTo>
                  <a:pt x="1123989" y="101693"/>
                </a:lnTo>
                <a:lnTo>
                  <a:pt x="1145576" y="101693"/>
                </a:lnTo>
                <a:lnTo>
                  <a:pt x="1145576" y="99460"/>
                </a:lnTo>
                <a:cubicBezTo>
                  <a:pt x="1141260" y="99460"/>
                  <a:pt x="1139622" y="98717"/>
                  <a:pt x="1139622" y="96781"/>
                </a:cubicBezTo>
                <a:cubicBezTo>
                  <a:pt x="1139622" y="95738"/>
                  <a:pt x="1140514" y="93803"/>
                  <a:pt x="1142600" y="90677"/>
                </a:cubicBezTo>
                <a:lnTo>
                  <a:pt x="1154362" y="72363"/>
                </a:lnTo>
                <a:lnTo>
                  <a:pt x="1167911" y="93208"/>
                </a:lnTo>
                <a:cubicBezTo>
                  <a:pt x="1168507" y="94100"/>
                  <a:pt x="1168804" y="94846"/>
                  <a:pt x="1168804" y="95888"/>
                </a:cubicBezTo>
                <a:cubicBezTo>
                  <a:pt x="1168804" y="98567"/>
                  <a:pt x="1167762" y="99162"/>
                  <a:pt x="1162850" y="99460"/>
                </a:cubicBezTo>
                <a:lnTo>
                  <a:pt x="1162850" y="101693"/>
                </a:lnTo>
                <a:close/>
                <a:moveTo>
                  <a:pt x="1234316" y="34692"/>
                </a:moveTo>
                <a:lnTo>
                  <a:pt x="1219278" y="34692"/>
                </a:lnTo>
                <a:lnTo>
                  <a:pt x="1219278" y="17421"/>
                </a:lnTo>
                <a:cubicBezTo>
                  <a:pt x="1219278" y="15933"/>
                  <a:pt x="1218980" y="15485"/>
                  <a:pt x="1218235" y="15485"/>
                </a:cubicBezTo>
                <a:cubicBezTo>
                  <a:pt x="1209599" y="27992"/>
                  <a:pt x="1205133" y="33054"/>
                  <a:pt x="1200816" y="35585"/>
                </a:cubicBezTo>
                <a:cubicBezTo>
                  <a:pt x="1199178" y="36628"/>
                  <a:pt x="1198283" y="37521"/>
                  <a:pt x="1198283" y="38416"/>
                </a:cubicBezTo>
                <a:cubicBezTo>
                  <a:pt x="1198283" y="38861"/>
                  <a:pt x="1198433" y="39159"/>
                  <a:pt x="1198880" y="39456"/>
                </a:cubicBezTo>
                <a:lnTo>
                  <a:pt x="1206771" y="39456"/>
                </a:lnTo>
                <a:lnTo>
                  <a:pt x="1206771" y="84274"/>
                </a:lnTo>
                <a:cubicBezTo>
                  <a:pt x="1206771" y="96781"/>
                  <a:pt x="1211237" y="103184"/>
                  <a:pt x="1220023" y="103184"/>
                </a:cubicBezTo>
                <a:cubicBezTo>
                  <a:pt x="1227318" y="103184"/>
                  <a:pt x="1232975" y="99610"/>
                  <a:pt x="1237889" y="91867"/>
                </a:cubicBezTo>
                <a:lnTo>
                  <a:pt x="1235954" y="90229"/>
                </a:lnTo>
                <a:cubicBezTo>
                  <a:pt x="1232677" y="94100"/>
                  <a:pt x="1230297" y="95441"/>
                  <a:pt x="1227020" y="95441"/>
                </a:cubicBezTo>
                <a:cubicBezTo>
                  <a:pt x="1221511" y="95441"/>
                  <a:pt x="1219278" y="91422"/>
                  <a:pt x="1219278" y="82041"/>
                </a:cubicBezTo>
                <a:lnTo>
                  <a:pt x="1219278" y="39456"/>
                </a:lnTo>
                <a:lnTo>
                  <a:pt x="1234316" y="39456"/>
                </a:lnTo>
                <a:lnTo>
                  <a:pt x="1234316" y="34692"/>
                </a:lnTo>
                <a:close/>
                <a:moveTo>
                  <a:pt x="1276452" y="101693"/>
                </a:moveTo>
                <a:lnTo>
                  <a:pt x="1312187" y="101693"/>
                </a:lnTo>
                <a:lnTo>
                  <a:pt x="1312187" y="99460"/>
                </a:lnTo>
                <a:cubicBezTo>
                  <a:pt x="1302211" y="99162"/>
                  <a:pt x="1299828" y="97079"/>
                  <a:pt x="1299530" y="88293"/>
                </a:cubicBezTo>
                <a:lnTo>
                  <a:pt x="1299530" y="54794"/>
                </a:lnTo>
                <a:cubicBezTo>
                  <a:pt x="1299530" y="50028"/>
                  <a:pt x="1305785" y="42585"/>
                  <a:pt x="1309954" y="42585"/>
                </a:cubicBezTo>
                <a:cubicBezTo>
                  <a:pt x="1310847" y="42585"/>
                  <a:pt x="1312187" y="43328"/>
                  <a:pt x="1313825" y="44818"/>
                </a:cubicBezTo>
                <a:cubicBezTo>
                  <a:pt x="1316058" y="47051"/>
                  <a:pt x="1317844" y="47794"/>
                  <a:pt x="1319780" y="47794"/>
                </a:cubicBezTo>
                <a:cubicBezTo>
                  <a:pt x="1323354" y="47794"/>
                  <a:pt x="1325587" y="45263"/>
                  <a:pt x="1325587" y="41094"/>
                </a:cubicBezTo>
                <a:cubicBezTo>
                  <a:pt x="1325587" y="36183"/>
                  <a:pt x="1322461" y="33204"/>
                  <a:pt x="1317399" y="33204"/>
                </a:cubicBezTo>
                <a:cubicBezTo>
                  <a:pt x="1311144" y="33204"/>
                  <a:pt x="1306975" y="36480"/>
                  <a:pt x="1299530" y="47199"/>
                </a:cubicBezTo>
                <a:lnTo>
                  <a:pt x="1299530" y="33502"/>
                </a:lnTo>
                <a:lnTo>
                  <a:pt x="1298787" y="33204"/>
                </a:lnTo>
                <a:cubicBezTo>
                  <a:pt x="1290449" y="36480"/>
                  <a:pt x="1285088" y="38563"/>
                  <a:pt x="1276750" y="41244"/>
                </a:cubicBezTo>
                <a:lnTo>
                  <a:pt x="1276750" y="43625"/>
                </a:lnTo>
                <a:cubicBezTo>
                  <a:pt x="1278835" y="43180"/>
                  <a:pt x="1280176" y="43030"/>
                  <a:pt x="1281962" y="43030"/>
                </a:cubicBezTo>
                <a:cubicBezTo>
                  <a:pt x="1285683" y="43030"/>
                  <a:pt x="1287023" y="45413"/>
                  <a:pt x="1287023" y="51963"/>
                </a:cubicBezTo>
                <a:lnTo>
                  <a:pt x="1287023" y="89186"/>
                </a:lnTo>
                <a:cubicBezTo>
                  <a:pt x="1286726" y="96929"/>
                  <a:pt x="1285833" y="97824"/>
                  <a:pt x="1276452" y="99460"/>
                </a:cubicBezTo>
                <a:lnTo>
                  <a:pt x="1276452" y="101693"/>
                </a:lnTo>
                <a:close/>
                <a:moveTo>
                  <a:pt x="1386037" y="77277"/>
                </a:moveTo>
                <a:cubicBezTo>
                  <a:pt x="1378892" y="88591"/>
                  <a:pt x="1372487" y="92910"/>
                  <a:pt x="1362959" y="92910"/>
                </a:cubicBezTo>
                <a:cubicBezTo>
                  <a:pt x="1354473" y="92910"/>
                  <a:pt x="1348071" y="88591"/>
                  <a:pt x="1343752" y="80105"/>
                </a:cubicBezTo>
                <a:cubicBezTo>
                  <a:pt x="1341071" y="74446"/>
                  <a:pt x="1340030" y="69682"/>
                  <a:pt x="1339733" y="60451"/>
                </a:cubicBezTo>
                <a:lnTo>
                  <a:pt x="1385591" y="60451"/>
                </a:lnTo>
                <a:cubicBezTo>
                  <a:pt x="1384399" y="50773"/>
                  <a:pt x="1382911" y="46456"/>
                  <a:pt x="1379189" y="41690"/>
                </a:cubicBezTo>
                <a:cubicBezTo>
                  <a:pt x="1374720" y="36330"/>
                  <a:pt x="1367873" y="33204"/>
                  <a:pt x="1360130" y="33204"/>
                </a:cubicBezTo>
                <a:cubicBezTo>
                  <a:pt x="1352685" y="33204"/>
                  <a:pt x="1345688" y="35885"/>
                  <a:pt x="1340030" y="40947"/>
                </a:cubicBezTo>
                <a:cubicBezTo>
                  <a:pt x="1333031" y="47051"/>
                  <a:pt x="1329012" y="57623"/>
                  <a:pt x="1329012" y="69832"/>
                </a:cubicBezTo>
                <a:cubicBezTo>
                  <a:pt x="1329012" y="90379"/>
                  <a:pt x="1339733" y="103184"/>
                  <a:pt x="1356854" y="103184"/>
                </a:cubicBezTo>
                <a:cubicBezTo>
                  <a:pt x="1370999" y="103184"/>
                  <a:pt x="1382165" y="94398"/>
                  <a:pt x="1388420" y="78317"/>
                </a:cubicBezTo>
                <a:lnTo>
                  <a:pt x="1386037" y="77277"/>
                </a:lnTo>
                <a:moveTo>
                  <a:pt x="1340030" y="55687"/>
                </a:moveTo>
                <a:cubicBezTo>
                  <a:pt x="1341666" y="44073"/>
                  <a:pt x="1346730" y="38563"/>
                  <a:pt x="1355811" y="38563"/>
                </a:cubicBezTo>
                <a:cubicBezTo>
                  <a:pt x="1364894" y="38563"/>
                  <a:pt x="1368468" y="42732"/>
                  <a:pt x="1370404" y="55687"/>
                </a:cubicBezTo>
                <a:lnTo>
                  <a:pt x="1340030" y="55687"/>
                </a:lnTo>
                <a:close/>
                <a:moveTo>
                  <a:pt x="1438297" y="54942"/>
                </a:moveTo>
                <a:lnTo>
                  <a:pt x="1437702" y="34544"/>
                </a:lnTo>
                <a:lnTo>
                  <a:pt x="1436064" y="34544"/>
                </a:lnTo>
                <a:cubicBezTo>
                  <a:pt x="1435321" y="35735"/>
                  <a:pt x="1434576" y="36183"/>
                  <a:pt x="1433683" y="36183"/>
                </a:cubicBezTo>
                <a:cubicBezTo>
                  <a:pt x="1432790" y="36183"/>
                  <a:pt x="1431300" y="35885"/>
                  <a:pt x="1429662" y="35140"/>
                </a:cubicBezTo>
                <a:cubicBezTo>
                  <a:pt x="1426238" y="33949"/>
                  <a:pt x="1422814" y="33204"/>
                  <a:pt x="1419241" y="33204"/>
                </a:cubicBezTo>
                <a:cubicBezTo>
                  <a:pt x="1407477" y="33204"/>
                  <a:pt x="1398991" y="40947"/>
                  <a:pt x="1398991" y="51666"/>
                </a:cubicBezTo>
                <a:cubicBezTo>
                  <a:pt x="1398991" y="60004"/>
                  <a:pt x="1403755" y="65960"/>
                  <a:pt x="1416412" y="73108"/>
                </a:cubicBezTo>
                <a:lnTo>
                  <a:pt x="1425048" y="78020"/>
                </a:lnTo>
                <a:cubicBezTo>
                  <a:pt x="1430257" y="80998"/>
                  <a:pt x="1432790" y="84572"/>
                  <a:pt x="1432790" y="89186"/>
                </a:cubicBezTo>
                <a:cubicBezTo>
                  <a:pt x="1432790" y="95738"/>
                  <a:pt x="1428024" y="99907"/>
                  <a:pt x="1420431" y="99907"/>
                </a:cubicBezTo>
                <a:cubicBezTo>
                  <a:pt x="1410157" y="99907"/>
                  <a:pt x="1404946" y="94250"/>
                  <a:pt x="1401522" y="79063"/>
                </a:cubicBezTo>
                <a:lnTo>
                  <a:pt x="1399139" y="79063"/>
                </a:lnTo>
                <a:lnTo>
                  <a:pt x="1399139" y="102291"/>
                </a:lnTo>
                <a:lnTo>
                  <a:pt x="1401074" y="102291"/>
                </a:lnTo>
                <a:cubicBezTo>
                  <a:pt x="1402117" y="100800"/>
                  <a:pt x="1402712" y="100503"/>
                  <a:pt x="1404500" y="100503"/>
                </a:cubicBezTo>
                <a:cubicBezTo>
                  <a:pt x="1406138" y="100503"/>
                  <a:pt x="1407924" y="100800"/>
                  <a:pt x="1411348" y="101693"/>
                </a:cubicBezTo>
                <a:cubicBezTo>
                  <a:pt x="1415369" y="102588"/>
                  <a:pt x="1419241" y="103184"/>
                  <a:pt x="1422217" y="103184"/>
                </a:cubicBezTo>
                <a:cubicBezTo>
                  <a:pt x="1433831" y="103184"/>
                  <a:pt x="1443212" y="94548"/>
                  <a:pt x="1443212" y="84124"/>
                </a:cubicBezTo>
                <a:cubicBezTo>
                  <a:pt x="1443212" y="76679"/>
                  <a:pt x="1439638" y="71768"/>
                  <a:pt x="1430705" y="66406"/>
                </a:cubicBezTo>
                <a:lnTo>
                  <a:pt x="1414624" y="56877"/>
                </a:lnTo>
                <a:cubicBezTo>
                  <a:pt x="1410455" y="54346"/>
                  <a:pt x="1408222" y="50773"/>
                  <a:pt x="1408222" y="46754"/>
                </a:cubicBezTo>
                <a:cubicBezTo>
                  <a:pt x="1408222" y="40649"/>
                  <a:pt x="1412838" y="36628"/>
                  <a:pt x="1419686" y="36628"/>
                </a:cubicBezTo>
                <a:cubicBezTo>
                  <a:pt x="1428174" y="36628"/>
                  <a:pt x="1432640" y="41542"/>
                  <a:pt x="1436064" y="54942"/>
                </a:cubicBezTo>
                <a:lnTo>
                  <a:pt x="1438297" y="54942"/>
                </a:lnTo>
                <a:close/>
                <a:moveTo>
                  <a:pt x="1510064" y="77277"/>
                </a:moveTo>
                <a:cubicBezTo>
                  <a:pt x="1502919" y="88591"/>
                  <a:pt x="1496514" y="92910"/>
                  <a:pt x="1486986" y="92910"/>
                </a:cubicBezTo>
                <a:cubicBezTo>
                  <a:pt x="1478500" y="92910"/>
                  <a:pt x="1472098" y="88591"/>
                  <a:pt x="1467779" y="80105"/>
                </a:cubicBezTo>
                <a:cubicBezTo>
                  <a:pt x="1465098" y="74446"/>
                  <a:pt x="1464058" y="69682"/>
                  <a:pt x="1463760" y="60451"/>
                </a:cubicBezTo>
                <a:lnTo>
                  <a:pt x="1509619" y="60451"/>
                </a:lnTo>
                <a:cubicBezTo>
                  <a:pt x="1508426" y="50773"/>
                  <a:pt x="1506938" y="46456"/>
                  <a:pt x="1503216" y="41690"/>
                </a:cubicBezTo>
                <a:cubicBezTo>
                  <a:pt x="1498748" y="36330"/>
                  <a:pt x="1491900" y="33204"/>
                  <a:pt x="1484157" y="33204"/>
                </a:cubicBezTo>
                <a:cubicBezTo>
                  <a:pt x="1476712" y="33204"/>
                  <a:pt x="1469715" y="35885"/>
                  <a:pt x="1464058" y="40947"/>
                </a:cubicBezTo>
                <a:cubicBezTo>
                  <a:pt x="1457058" y="47051"/>
                  <a:pt x="1453039" y="57623"/>
                  <a:pt x="1453039" y="69832"/>
                </a:cubicBezTo>
                <a:cubicBezTo>
                  <a:pt x="1453039" y="90379"/>
                  <a:pt x="1463760" y="103184"/>
                  <a:pt x="1480881" y="103184"/>
                </a:cubicBezTo>
                <a:cubicBezTo>
                  <a:pt x="1495026" y="103184"/>
                  <a:pt x="1506193" y="94398"/>
                  <a:pt x="1512447" y="78317"/>
                </a:cubicBezTo>
                <a:lnTo>
                  <a:pt x="1510064" y="77277"/>
                </a:lnTo>
                <a:moveTo>
                  <a:pt x="1464058" y="55687"/>
                </a:moveTo>
                <a:cubicBezTo>
                  <a:pt x="1465693" y="44073"/>
                  <a:pt x="1470758" y="38563"/>
                  <a:pt x="1479838" y="38563"/>
                </a:cubicBezTo>
                <a:cubicBezTo>
                  <a:pt x="1488921" y="38563"/>
                  <a:pt x="1492495" y="42732"/>
                  <a:pt x="1494431" y="55687"/>
                </a:cubicBezTo>
                <a:lnTo>
                  <a:pt x="1464058" y="55687"/>
                </a:lnTo>
                <a:close/>
                <a:moveTo>
                  <a:pt x="1553391" y="34692"/>
                </a:moveTo>
                <a:lnTo>
                  <a:pt x="1538354" y="34692"/>
                </a:lnTo>
                <a:lnTo>
                  <a:pt x="1538354" y="17421"/>
                </a:lnTo>
                <a:cubicBezTo>
                  <a:pt x="1538354" y="15933"/>
                  <a:pt x="1538056" y="15485"/>
                  <a:pt x="1537311" y="15485"/>
                </a:cubicBezTo>
                <a:cubicBezTo>
                  <a:pt x="1528675" y="27992"/>
                  <a:pt x="1524209" y="33054"/>
                  <a:pt x="1519892" y="35585"/>
                </a:cubicBezTo>
                <a:cubicBezTo>
                  <a:pt x="1518254" y="36628"/>
                  <a:pt x="1517359" y="37521"/>
                  <a:pt x="1517359" y="38416"/>
                </a:cubicBezTo>
                <a:cubicBezTo>
                  <a:pt x="1517359" y="38861"/>
                  <a:pt x="1517509" y="39159"/>
                  <a:pt x="1517956" y="39456"/>
                </a:cubicBezTo>
                <a:lnTo>
                  <a:pt x="1525847" y="39456"/>
                </a:lnTo>
                <a:lnTo>
                  <a:pt x="1525847" y="84274"/>
                </a:lnTo>
                <a:cubicBezTo>
                  <a:pt x="1525847" y="96781"/>
                  <a:pt x="1530313" y="103184"/>
                  <a:pt x="1539099" y="103184"/>
                </a:cubicBezTo>
                <a:cubicBezTo>
                  <a:pt x="1546394" y="103184"/>
                  <a:pt x="1552051" y="99610"/>
                  <a:pt x="1556965" y="91867"/>
                </a:cubicBezTo>
                <a:lnTo>
                  <a:pt x="1555029" y="90229"/>
                </a:lnTo>
                <a:cubicBezTo>
                  <a:pt x="1551753" y="94100"/>
                  <a:pt x="1549372" y="95441"/>
                  <a:pt x="1546096" y="95441"/>
                </a:cubicBezTo>
                <a:cubicBezTo>
                  <a:pt x="1540587" y="95441"/>
                  <a:pt x="1538354" y="91422"/>
                  <a:pt x="1538354" y="82041"/>
                </a:cubicBezTo>
                <a:lnTo>
                  <a:pt x="1538354" y="39456"/>
                </a:lnTo>
                <a:lnTo>
                  <a:pt x="1553391" y="39456"/>
                </a:lnTo>
                <a:lnTo>
                  <a:pt x="1553391" y="3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02ABE-6989-4BF9-98B2-213A9DE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523895"/>
            <a:ext cx="781404" cy="345923"/>
          </a:xfrm>
          <a:custGeom xmlns:a="http://schemas.openxmlformats.org/drawingml/2006/main">
            <a:pathLst>
              <a:path w="781404" h="345923">
                <a:moveTo>
                  <a:pt x="0" y="345923"/>
                </a:moveTo>
                <a:lnTo>
                  <a:pt x="0" y="0"/>
                </a:lnTo>
                <a:lnTo>
                  <a:pt x="781404" y="0"/>
                </a:lnTo>
                <a:lnTo>
                  <a:pt x="781404" y="345923"/>
                </a:lnTo>
                <a:lnTo>
                  <a:pt x="0" y="3459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2AA02-3663-4834-818B-A2FBBC3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523895"/>
            <a:ext cx="781404" cy="345923"/>
          </a:xfrm>
          <a:custGeom xmlns:a="http://schemas.openxmlformats.org/drawingml/2006/main">
            <a:pathLst>
              <a:path w="781404" h="345923" fill="none">
                <a:moveTo>
                  <a:pt x="0" y="345923"/>
                </a:moveTo>
                <a:lnTo>
                  <a:pt x="781404" y="345923"/>
                </a:lnTo>
                <a:lnTo>
                  <a:pt x="781404" y="0"/>
                </a:lnTo>
                <a:lnTo>
                  <a:pt x="0" y="0"/>
                </a:lnTo>
                <a:lnTo>
                  <a:pt x="0" y="3459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56" cap="flat">
            <a:solidFill>
              <a:srgbClr val="000000"/>
            </a:solidFill>
            <a:miter/>
          </a:ln>
        </p:spPr>
      </p:sp>
      <p:sp>
        <p:nvSpPr>
          <p:cNvPr id="35" name="Text VictimUE">
            <a:extLst xmlns:a="http://schemas.openxmlformats.org/drawingml/2006/main">
              <a:ext uri="{FF2B5EF4-FFF2-40B4-BE49-F238E27FC236}">
                <a16:creationId xmlns:a16="http://schemas.microsoft.com/office/drawing/2014/main" id="{958F181A-8786-4586-B194-4312F0AB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58" y="577265"/>
            <a:ext cx="557061" cy="91294"/>
          </a:xfrm>
          <a:custGeom xmlns:a="http://schemas.openxmlformats.org/drawingml/2006/main">
            <a:pathLst>
              <a:path w="557061" h="91294">
                <a:moveTo>
                  <a:pt x="89198" y="2752"/>
                </a:moveTo>
                <a:lnTo>
                  <a:pt x="62346" y="2752"/>
                </a:lnTo>
                <a:lnTo>
                  <a:pt x="62346" y="5240"/>
                </a:lnTo>
                <a:cubicBezTo>
                  <a:pt x="69551" y="5764"/>
                  <a:pt x="71908" y="7073"/>
                  <a:pt x="71908" y="10740"/>
                </a:cubicBezTo>
                <a:cubicBezTo>
                  <a:pt x="71908" y="12837"/>
                  <a:pt x="70992" y="16373"/>
                  <a:pt x="69419" y="20302"/>
                </a:cubicBezTo>
                <a:lnTo>
                  <a:pt x="50165" y="68372"/>
                </a:lnTo>
                <a:lnTo>
                  <a:pt x="30387" y="24101"/>
                </a:lnTo>
                <a:cubicBezTo>
                  <a:pt x="26066" y="14408"/>
                  <a:pt x="25016" y="11528"/>
                  <a:pt x="25016" y="9561"/>
                </a:cubicBezTo>
                <a:cubicBezTo>
                  <a:pt x="25016" y="6943"/>
                  <a:pt x="26851" y="5764"/>
                  <a:pt x="31042" y="5502"/>
                </a:cubicBezTo>
                <a:cubicBezTo>
                  <a:pt x="31698" y="5502"/>
                  <a:pt x="33139" y="5370"/>
                  <a:pt x="34842" y="5240"/>
                </a:cubicBezTo>
                <a:lnTo>
                  <a:pt x="34842" y="2752"/>
                </a:lnTo>
                <a:lnTo>
                  <a:pt x="0" y="2752"/>
                </a:lnTo>
                <a:lnTo>
                  <a:pt x="0" y="5240"/>
                </a:lnTo>
                <a:cubicBezTo>
                  <a:pt x="6418" y="5502"/>
                  <a:pt x="8252" y="7335"/>
                  <a:pt x="13884" y="18993"/>
                </a:cubicBezTo>
                <a:lnTo>
                  <a:pt x="46106" y="90900"/>
                </a:lnTo>
                <a:lnTo>
                  <a:pt x="48070" y="90900"/>
                </a:lnTo>
                <a:lnTo>
                  <a:pt x="77148" y="17422"/>
                </a:lnTo>
                <a:cubicBezTo>
                  <a:pt x="81471" y="7073"/>
                  <a:pt x="82910" y="5632"/>
                  <a:pt x="89198" y="5240"/>
                </a:cubicBezTo>
                <a:lnTo>
                  <a:pt x="89198" y="2752"/>
                </a:lnTo>
                <a:close/>
                <a:moveTo>
                  <a:pt x="86186" y="89459"/>
                </a:moveTo>
                <a:lnTo>
                  <a:pt x="117228" y="89459"/>
                </a:lnTo>
                <a:lnTo>
                  <a:pt x="117228" y="87495"/>
                </a:lnTo>
                <a:cubicBezTo>
                  <a:pt x="108584" y="86841"/>
                  <a:pt x="107667" y="85662"/>
                  <a:pt x="107535" y="76101"/>
                </a:cubicBezTo>
                <a:lnTo>
                  <a:pt x="107535" y="29601"/>
                </a:lnTo>
                <a:lnTo>
                  <a:pt x="107011" y="29210"/>
                </a:lnTo>
                <a:lnTo>
                  <a:pt x="86709" y="36413"/>
                </a:lnTo>
                <a:lnTo>
                  <a:pt x="86709" y="38377"/>
                </a:lnTo>
                <a:lnTo>
                  <a:pt x="87759" y="38247"/>
                </a:lnTo>
                <a:cubicBezTo>
                  <a:pt x="89329" y="37985"/>
                  <a:pt x="90900" y="37854"/>
                  <a:pt x="92211" y="37854"/>
                </a:cubicBezTo>
                <a:cubicBezTo>
                  <a:pt x="95355" y="37854"/>
                  <a:pt x="96532" y="39950"/>
                  <a:pt x="96532" y="45712"/>
                </a:cubicBezTo>
                <a:lnTo>
                  <a:pt x="96532" y="76101"/>
                </a:lnTo>
                <a:cubicBezTo>
                  <a:pt x="96271" y="85792"/>
                  <a:pt x="95093" y="87103"/>
                  <a:pt x="86186" y="87495"/>
                </a:cubicBezTo>
                <a:lnTo>
                  <a:pt x="86186" y="89459"/>
                </a:lnTo>
                <a:moveTo>
                  <a:pt x="100855" y="0"/>
                </a:moveTo>
                <a:cubicBezTo>
                  <a:pt x="97320" y="0"/>
                  <a:pt x="94306" y="3014"/>
                  <a:pt x="94306" y="6681"/>
                </a:cubicBezTo>
                <a:cubicBezTo>
                  <a:pt x="94306" y="10479"/>
                  <a:pt x="97188" y="13361"/>
                  <a:pt x="100855" y="13361"/>
                </a:cubicBezTo>
                <a:cubicBezTo>
                  <a:pt x="104785" y="13361"/>
                  <a:pt x="107667" y="10479"/>
                  <a:pt x="107667" y="6681"/>
                </a:cubicBezTo>
                <a:cubicBezTo>
                  <a:pt x="107667" y="2882"/>
                  <a:pt x="104655" y="0"/>
                  <a:pt x="100855" y="0"/>
                </a:cubicBezTo>
                <a:close/>
                <a:moveTo>
                  <a:pt x="173027" y="69028"/>
                </a:moveTo>
                <a:cubicBezTo>
                  <a:pt x="166739" y="78195"/>
                  <a:pt x="162024" y="81339"/>
                  <a:pt x="154558" y="81339"/>
                </a:cubicBezTo>
                <a:cubicBezTo>
                  <a:pt x="142508" y="81339"/>
                  <a:pt x="134256" y="70860"/>
                  <a:pt x="134256" y="55799"/>
                </a:cubicBezTo>
                <a:cubicBezTo>
                  <a:pt x="134256" y="42176"/>
                  <a:pt x="141461" y="33007"/>
                  <a:pt x="152069" y="33007"/>
                </a:cubicBezTo>
                <a:cubicBezTo>
                  <a:pt x="156784" y="33007"/>
                  <a:pt x="158487" y="34318"/>
                  <a:pt x="159798" y="39295"/>
                </a:cubicBezTo>
                <a:lnTo>
                  <a:pt x="160583" y="42176"/>
                </a:lnTo>
                <a:cubicBezTo>
                  <a:pt x="161631" y="45976"/>
                  <a:pt x="163989" y="48202"/>
                  <a:pt x="166871" y="48202"/>
                </a:cubicBezTo>
                <a:cubicBezTo>
                  <a:pt x="170277" y="48202"/>
                  <a:pt x="173027" y="45712"/>
                  <a:pt x="173027" y="42700"/>
                </a:cubicBezTo>
                <a:cubicBezTo>
                  <a:pt x="173027" y="35365"/>
                  <a:pt x="163857" y="29210"/>
                  <a:pt x="152855" y="29210"/>
                </a:cubicBezTo>
                <a:cubicBezTo>
                  <a:pt x="146437" y="29210"/>
                  <a:pt x="139758" y="31830"/>
                  <a:pt x="134388" y="36544"/>
                </a:cubicBezTo>
                <a:cubicBezTo>
                  <a:pt x="127838" y="42306"/>
                  <a:pt x="124171" y="51214"/>
                  <a:pt x="124171" y="61693"/>
                </a:cubicBezTo>
                <a:cubicBezTo>
                  <a:pt x="124171" y="78589"/>
                  <a:pt x="134518" y="90770"/>
                  <a:pt x="149057" y="90770"/>
                </a:cubicBezTo>
                <a:cubicBezTo>
                  <a:pt x="154951" y="90770"/>
                  <a:pt x="160190" y="88674"/>
                  <a:pt x="164906" y="84615"/>
                </a:cubicBezTo>
                <a:cubicBezTo>
                  <a:pt x="168442" y="81601"/>
                  <a:pt x="170930" y="77933"/>
                  <a:pt x="174859" y="70207"/>
                </a:cubicBezTo>
                <a:lnTo>
                  <a:pt x="173027" y="69028"/>
                </a:lnTo>
                <a:close/>
                <a:moveTo>
                  <a:pt x="212450" y="30519"/>
                </a:moveTo>
                <a:lnTo>
                  <a:pt x="199222" y="30519"/>
                </a:lnTo>
                <a:lnTo>
                  <a:pt x="199222" y="15325"/>
                </a:lnTo>
                <a:cubicBezTo>
                  <a:pt x="199222" y="14016"/>
                  <a:pt x="198960" y="13622"/>
                  <a:pt x="198304" y="13622"/>
                </a:cubicBezTo>
                <a:cubicBezTo>
                  <a:pt x="190708" y="24625"/>
                  <a:pt x="186778" y="29078"/>
                  <a:pt x="182981" y="31304"/>
                </a:cubicBezTo>
                <a:cubicBezTo>
                  <a:pt x="181540" y="32221"/>
                  <a:pt x="180753" y="33007"/>
                  <a:pt x="180753" y="33794"/>
                </a:cubicBezTo>
                <a:cubicBezTo>
                  <a:pt x="180753" y="34186"/>
                  <a:pt x="180885" y="34448"/>
                  <a:pt x="181278" y="34710"/>
                </a:cubicBezTo>
                <a:lnTo>
                  <a:pt x="188219" y="34710"/>
                </a:lnTo>
                <a:lnTo>
                  <a:pt x="188219" y="74136"/>
                </a:lnTo>
                <a:cubicBezTo>
                  <a:pt x="188219" y="85138"/>
                  <a:pt x="192149" y="90770"/>
                  <a:pt x="199877" y="90770"/>
                </a:cubicBezTo>
                <a:cubicBezTo>
                  <a:pt x="206295" y="90770"/>
                  <a:pt x="211271" y="87627"/>
                  <a:pt x="215594" y="80815"/>
                </a:cubicBezTo>
                <a:lnTo>
                  <a:pt x="213891" y="79374"/>
                </a:lnTo>
                <a:cubicBezTo>
                  <a:pt x="211009" y="82780"/>
                  <a:pt x="208915" y="83959"/>
                  <a:pt x="206033" y="83959"/>
                </a:cubicBezTo>
                <a:cubicBezTo>
                  <a:pt x="201186" y="83959"/>
                  <a:pt x="199222" y="80424"/>
                  <a:pt x="199222" y="72171"/>
                </a:cubicBezTo>
                <a:lnTo>
                  <a:pt x="199222" y="34710"/>
                </a:lnTo>
                <a:lnTo>
                  <a:pt x="212450" y="34710"/>
                </a:lnTo>
                <a:lnTo>
                  <a:pt x="212450" y="30519"/>
                </a:lnTo>
                <a:close/>
                <a:moveTo>
                  <a:pt x="217952" y="89459"/>
                </a:moveTo>
                <a:lnTo>
                  <a:pt x="248994" y="89459"/>
                </a:lnTo>
                <a:lnTo>
                  <a:pt x="248994" y="87495"/>
                </a:lnTo>
                <a:cubicBezTo>
                  <a:pt x="240350" y="86841"/>
                  <a:pt x="239433" y="85662"/>
                  <a:pt x="239301" y="76101"/>
                </a:cubicBezTo>
                <a:lnTo>
                  <a:pt x="239301" y="29601"/>
                </a:lnTo>
                <a:lnTo>
                  <a:pt x="238778" y="29210"/>
                </a:lnTo>
                <a:lnTo>
                  <a:pt x="218476" y="36413"/>
                </a:lnTo>
                <a:lnTo>
                  <a:pt x="218476" y="38377"/>
                </a:lnTo>
                <a:lnTo>
                  <a:pt x="219525" y="38247"/>
                </a:lnTo>
                <a:cubicBezTo>
                  <a:pt x="221096" y="37985"/>
                  <a:pt x="222667" y="37854"/>
                  <a:pt x="223978" y="37854"/>
                </a:cubicBezTo>
                <a:cubicBezTo>
                  <a:pt x="227122" y="37854"/>
                  <a:pt x="228299" y="39950"/>
                  <a:pt x="228299" y="45712"/>
                </a:cubicBezTo>
                <a:lnTo>
                  <a:pt x="228299" y="76101"/>
                </a:lnTo>
                <a:cubicBezTo>
                  <a:pt x="228037" y="85792"/>
                  <a:pt x="226860" y="87103"/>
                  <a:pt x="217952" y="87495"/>
                </a:cubicBezTo>
                <a:lnTo>
                  <a:pt x="217952" y="89459"/>
                </a:lnTo>
                <a:moveTo>
                  <a:pt x="232622" y="0"/>
                </a:moveTo>
                <a:cubicBezTo>
                  <a:pt x="229086" y="0"/>
                  <a:pt x="226072" y="3014"/>
                  <a:pt x="226072" y="6681"/>
                </a:cubicBezTo>
                <a:cubicBezTo>
                  <a:pt x="226072" y="10479"/>
                  <a:pt x="228954" y="13361"/>
                  <a:pt x="232622" y="13361"/>
                </a:cubicBezTo>
                <a:cubicBezTo>
                  <a:pt x="236551" y="13361"/>
                  <a:pt x="239433" y="10479"/>
                  <a:pt x="239433" y="6681"/>
                </a:cubicBezTo>
                <a:cubicBezTo>
                  <a:pt x="239433" y="2882"/>
                  <a:pt x="236421" y="0"/>
                  <a:pt x="232622" y="0"/>
                </a:cubicBezTo>
                <a:close/>
                <a:moveTo>
                  <a:pt x="254758" y="89459"/>
                </a:moveTo>
                <a:lnTo>
                  <a:pt x="283835" y="89459"/>
                </a:lnTo>
                <a:lnTo>
                  <a:pt x="283835" y="87495"/>
                </a:lnTo>
                <a:cubicBezTo>
                  <a:pt x="277156" y="87365"/>
                  <a:pt x="275060" y="85924"/>
                  <a:pt x="274930" y="80686"/>
                </a:cubicBezTo>
                <a:lnTo>
                  <a:pt x="274930" y="43747"/>
                </a:lnTo>
                <a:cubicBezTo>
                  <a:pt x="274930" y="43486"/>
                  <a:pt x="275977" y="42176"/>
                  <a:pt x="276894" y="41259"/>
                </a:cubicBezTo>
                <a:cubicBezTo>
                  <a:pt x="280168" y="38247"/>
                  <a:pt x="285800" y="36021"/>
                  <a:pt x="290385" y="36021"/>
                </a:cubicBezTo>
                <a:cubicBezTo>
                  <a:pt x="296147" y="36021"/>
                  <a:pt x="299029" y="40606"/>
                  <a:pt x="299029" y="49773"/>
                </a:cubicBezTo>
                <a:lnTo>
                  <a:pt x="299029" y="78195"/>
                </a:lnTo>
                <a:cubicBezTo>
                  <a:pt x="298767" y="85662"/>
                  <a:pt x="297458" y="87103"/>
                  <a:pt x="290123" y="87495"/>
                </a:cubicBezTo>
                <a:lnTo>
                  <a:pt x="290123" y="89459"/>
                </a:lnTo>
                <a:lnTo>
                  <a:pt x="319463" y="89459"/>
                </a:lnTo>
                <a:lnTo>
                  <a:pt x="319463" y="87495"/>
                </a:lnTo>
                <a:cubicBezTo>
                  <a:pt x="312128" y="87495"/>
                  <a:pt x="310293" y="85400"/>
                  <a:pt x="310031" y="77018"/>
                </a:cubicBezTo>
                <a:lnTo>
                  <a:pt x="310031" y="44009"/>
                </a:lnTo>
                <a:cubicBezTo>
                  <a:pt x="313960" y="38377"/>
                  <a:pt x="318153" y="36021"/>
                  <a:pt x="324309" y="36021"/>
                </a:cubicBezTo>
                <a:cubicBezTo>
                  <a:pt x="331774" y="36021"/>
                  <a:pt x="334132" y="39556"/>
                  <a:pt x="334132" y="50429"/>
                </a:cubicBezTo>
                <a:lnTo>
                  <a:pt x="334132" y="78065"/>
                </a:lnTo>
                <a:cubicBezTo>
                  <a:pt x="333870" y="85792"/>
                  <a:pt x="333085" y="86709"/>
                  <a:pt x="325488" y="87495"/>
                </a:cubicBezTo>
                <a:lnTo>
                  <a:pt x="325488" y="89459"/>
                </a:lnTo>
                <a:lnTo>
                  <a:pt x="354172" y="89459"/>
                </a:lnTo>
                <a:lnTo>
                  <a:pt x="354172" y="87495"/>
                </a:lnTo>
                <a:lnTo>
                  <a:pt x="350767" y="87233"/>
                </a:lnTo>
                <a:cubicBezTo>
                  <a:pt x="346576" y="86579"/>
                  <a:pt x="345135" y="84615"/>
                  <a:pt x="345135" y="79506"/>
                </a:cubicBezTo>
                <a:lnTo>
                  <a:pt x="345135" y="52523"/>
                </a:lnTo>
                <a:cubicBezTo>
                  <a:pt x="345135" y="37068"/>
                  <a:pt x="340026" y="29210"/>
                  <a:pt x="329941" y="29210"/>
                </a:cubicBezTo>
                <a:cubicBezTo>
                  <a:pt x="322345" y="29210"/>
                  <a:pt x="315663" y="32615"/>
                  <a:pt x="308590" y="40212"/>
                </a:cubicBezTo>
                <a:cubicBezTo>
                  <a:pt x="306234" y="32745"/>
                  <a:pt x="301781" y="29210"/>
                  <a:pt x="294708" y="29210"/>
                </a:cubicBezTo>
                <a:cubicBezTo>
                  <a:pt x="288812" y="29210"/>
                  <a:pt x="285276" y="30912"/>
                  <a:pt x="274404" y="39295"/>
                </a:cubicBezTo>
                <a:lnTo>
                  <a:pt x="274404" y="29471"/>
                </a:lnTo>
                <a:lnTo>
                  <a:pt x="273489" y="29210"/>
                </a:lnTo>
                <a:cubicBezTo>
                  <a:pt x="266546" y="31698"/>
                  <a:pt x="262093" y="33139"/>
                  <a:pt x="255152" y="35103"/>
                </a:cubicBezTo>
                <a:lnTo>
                  <a:pt x="255152" y="37330"/>
                </a:lnTo>
                <a:cubicBezTo>
                  <a:pt x="256722" y="36938"/>
                  <a:pt x="257902" y="36806"/>
                  <a:pt x="259343" y="36806"/>
                </a:cubicBezTo>
                <a:cubicBezTo>
                  <a:pt x="262748" y="36806"/>
                  <a:pt x="263927" y="38903"/>
                  <a:pt x="263927" y="45188"/>
                </a:cubicBezTo>
                <a:lnTo>
                  <a:pt x="263927" y="78327"/>
                </a:lnTo>
                <a:cubicBezTo>
                  <a:pt x="263666" y="85662"/>
                  <a:pt x="261963" y="87495"/>
                  <a:pt x="254758" y="87495"/>
                </a:cubicBezTo>
                <a:lnTo>
                  <a:pt x="254758" y="89459"/>
                </a:lnTo>
                <a:close/>
                <a:moveTo>
                  <a:pt x="477424" y="2752"/>
                </a:moveTo>
                <a:lnTo>
                  <a:pt x="447037" y="2752"/>
                </a:lnTo>
                <a:lnTo>
                  <a:pt x="447037" y="5240"/>
                </a:lnTo>
                <a:cubicBezTo>
                  <a:pt x="457122" y="5894"/>
                  <a:pt x="459087" y="8514"/>
                  <a:pt x="459348" y="22005"/>
                </a:cubicBezTo>
                <a:lnTo>
                  <a:pt x="459348" y="57370"/>
                </a:lnTo>
                <a:cubicBezTo>
                  <a:pt x="459348" y="66278"/>
                  <a:pt x="458563" y="71254"/>
                  <a:pt x="456337" y="75183"/>
                </a:cubicBezTo>
                <a:cubicBezTo>
                  <a:pt x="452801" y="81471"/>
                  <a:pt x="444417" y="85530"/>
                  <a:pt x="434594" y="85530"/>
                </a:cubicBezTo>
                <a:cubicBezTo>
                  <a:pt x="425294" y="85530"/>
                  <a:pt x="418877" y="82388"/>
                  <a:pt x="415339" y="76231"/>
                </a:cubicBezTo>
                <a:cubicBezTo>
                  <a:pt x="412983" y="72040"/>
                  <a:pt x="412066" y="67193"/>
                  <a:pt x="412066" y="58943"/>
                </a:cubicBezTo>
                <a:lnTo>
                  <a:pt x="412066" y="17028"/>
                </a:lnTo>
                <a:cubicBezTo>
                  <a:pt x="412195" y="7467"/>
                  <a:pt x="413507" y="6158"/>
                  <a:pt x="423985" y="5240"/>
                </a:cubicBezTo>
                <a:lnTo>
                  <a:pt x="423985" y="2752"/>
                </a:lnTo>
                <a:lnTo>
                  <a:pt x="386917" y="2752"/>
                </a:lnTo>
                <a:lnTo>
                  <a:pt x="386917" y="5240"/>
                </a:lnTo>
                <a:cubicBezTo>
                  <a:pt x="397264" y="6026"/>
                  <a:pt x="398575" y="7335"/>
                  <a:pt x="398705" y="17028"/>
                </a:cubicBezTo>
                <a:lnTo>
                  <a:pt x="398705" y="57893"/>
                </a:lnTo>
                <a:cubicBezTo>
                  <a:pt x="398705" y="80554"/>
                  <a:pt x="409315" y="91294"/>
                  <a:pt x="431582" y="91294"/>
                </a:cubicBezTo>
                <a:cubicBezTo>
                  <a:pt x="445858" y="91294"/>
                  <a:pt x="455681" y="86709"/>
                  <a:pt x="460789" y="77804"/>
                </a:cubicBezTo>
                <a:cubicBezTo>
                  <a:pt x="463933" y="72301"/>
                  <a:pt x="465112" y="66278"/>
                  <a:pt x="465112" y="56191"/>
                </a:cubicBezTo>
                <a:lnTo>
                  <a:pt x="465112" y="22005"/>
                </a:lnTo>
                <a:cubicBezTo>
                  <a:pt x="465374" y="8252"/>
                  <a:pt x="466815" y="6420"/>
                  <a:pt x="477424" y="5240"/>
                </a:cubicBezTo>
                <a:lnTo>
                  <a:pt x="477424" y="2752"/>
                </a:lnTo>
                <a:close/>
                <a:moveTo>
                  <a:pt x="557061" y="67325"/>
                </a:moveTo>
                <a:lnTo>
                  <a:pt x="553394" y="67325"/>
                </a:lnTo>
                <a:cubicBezTo>
                  <a:pt x="547106" y="81209"/>
                  <a:pt x="541213" y="84483"/>
                  <a:pt x="522482" y="84615"/>
                </a:cubicBezTo>
                <a:lnTo>
                  <a:pt x="518946" y="84615"/>
                </a:lnTo>
                <a:cubicBezTo>
                  <a:pt x="505324" y="84221"/>
                  <a:pt x="505192" y="84091"/>
                  <a:pt x="505192" y="78983"/>
                </a:cubicBezTo>
                <a:lnTo>
                  <a:pt x="505192" y="46629"/>
                </a:lnTo>
                <a:lnTo>
                  <a:pt x="525364" y="46629"/>
                </a:lnTo>
                <a:cubicBezTo>
                  <a:pt x="536366" y="46891"/>
                  <a:pt x="538069" y="48464"/>
                  <a:pt x="539772" y="59205"/>
                </a:cubicBezTo>
                <a:lnTo>
                  <a:pt x="542783" y="59205"/>
                </a:lnTo>
                <a:lnTo>
                  <a:pt x="542783" y="28816"/>
                </a:lnTo>
                <a:lnTo>
                  <a:pt x="539772" y="28816"/>
                </a:lnTo>
                <a:cubicBezTo>
                  <a:pt x="538199" y="39426"/>
                  <a:pt x="536366" y="40997"/>
                  <a:pt x="525364" y="41259"/>
                </a:cubicBezTo>
                <a:lnTo>
                  <a:pt x="505192" y="41259"/>
                </a:lnTo>
                <a:lnTo>
                  <a:pt x="505192" y="12181"/>
                </a:lnTo>
                <a:cubicBezTo>
                  <a:pt x="505324" y="8252"/>
                  <a:pt x="505847" y="7729"/>
                  <a:pt x="509515" y="7729"/>
                </a:cubicBezTo>
                <a:lnTo>
                  <a:pt x="527196" y="7729"/>
                </a:lnTo>
                <a:cubicBezTo>
                  <a:pt x="542392" y="7990"/>
                  <a:pt x="545010" y="9825"/>
                  <a:pt x="547106" y="21481"/>
                </a:cubicBezTo>
                <a:lnTo>
                  <a:pt x="550380" y="21481"/>
                </a:lnTo>
                <a:lnTo>
                  <a:pt x="549988" y="2752"/>
                </a:lnTo>
                <a:lnTo>
                  <a:pt x="480437" y="2752"/>
                </a:lnTo>
                <a:lnTo>
                  <a:pt x="480437" y="5240"/>
                </a:lnTo>
                <a:cubicBezTo>
                  <a:pt x="489998" y="5894"/>
                  <a:pt x="491571" y="7597"/>
                  <a:pt x="491833" y="17028"/>
                </a:cubicBezTo>
                <a:lnTo>
                  <a:pt x="491833" y="75183"/>
                </a:lnTo>
                <a:cubicBezTo>
                  <a:pt x="491571" y="84615"/>
                  <a:pt x="489868" y="86448"/>
                  <a:pt x="480437" y="86971"/>
                </a:cubicBezTo>
                <a:lnTo>
                  <a:pt x="480437" y="89459"/>
                </a:lnTo>
                <a:lnTo>
                  <a:pt x="551166" y="89459"/>
                </a:lnTo>
                <a:lnTo>
                  <a:pt x="557061" y="67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behavior">
            <a:extLst xmlns:a="http://schemas.openxmlformats.org/drawingml/2006/main">
              <a:ext uri="{FF2B5EF4-FFF2-40B4-BE49-F238E27FC236}">
                <a16:creationId xmlns:a16="http://schemas.microsoft.com/office/drawing/2014/main" id="{2321EE1E-6635-45E3-B3CB-66E7076E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33" y="733993"/>
            <a:ext cx="460396" cy="91294"/>
          </a:xfrm>
          <a:custGeom xmlns:a="http://schemas.openxmlformats.org/drawingml/2006/main">
            <a:pathLst>
              <a:path w="460396" h="91294">
                <a:moveTo>
                  <a:pt x="19648" y="262"/>
                </a:moveTo>
                <a:lnTo>
                  <a:pt x="18993" y="0"/>
                </a:lnTo>
                <a:cubicBezTo>
                  <a:pt x="13622" y="1835"/>
                  <a:pt x="10085" y="3014"/>
                  <a:pt x="3799" y="4717"/>
                </a:cubicBezTo>
                <a:lnTo>
                  <a:pt x="0" y="5764"/>
                </a:lnTo>
                <a:lnTo>
                  <a:pt x="0" y="7859"/>
                </a:lnTo>
                <a:cubicBezTo>
                  <a:pt x="785" y="7729"/>
                  <a:pt x="1179" y="7729"/>
                  <a:pt x="2226" y="7729"/>
                </a:cubicBezTo>
                <a:cubicBezTo>
                  <a:pt x="7467" y="7729"/>
                  <a:pt x="8644" y="8908"/>
                  <a:pt x="8644" y="14408"/>
                </a:cubicBezTo>
                <a:lnTo>
                  <a:pt x="8644" y="82388"/>
                </a:lnTo>
                <a:cubicBezTo>
                  <a:pt x="8644" y="86448"/>
                  <a:pt x="19648" y="90770"/>
                  <a:pt x="30257" y="90770"/>
                </a:cubicBezTo>
                <a:cubicBezTo>
                  <a:pt x="47547" y="90770"/>
                  <a:pt x="60905" y="76363"/>
                  <a:pt x="60905" y="57632"/>
                </a:cubicBezTo>
                <a:cubicBezTo>
                  <a:pt x="60905" y="41391"/>
                  <a:pt x="50952" y="29210"/>
                  <a:pt x="37854" y="29210"/>
                </a:cubicBezTo>
                <a:cubicBezTo>
                  <a:pt x="29863" y="29210"/>
                  <a:pt x="22266" y="33794"/>
                  <a:pt x="19648" y="40342"/>
                </a:cubicBezTo>
                <a:lnTo>
                  <a:pt x="19648" y="262"/>
                </a:lnTo>
                <a:moveTo>
                  <a:pt x="19648" y="47285"/>
                </a:moveTo>
                <a:cubicBezTo>
                  <a:pt x="19648" y="42176"/>
                  <a:pt x="25804" y="37462"/>
                  <a:pt x="32615" y="37462"/>
                </a:cubicBezTo>
                <a:cubicBezTo>
                  <a:pt x="36283" y="37462"/>
                  <a:pt x="39556" y="38771"/>
                  <a:pt x="42306" y="41259"/>
                </a:cubicBezTo>
                <a:cubicBezTo>
                  <a:pt x="46497" y="45320"/>
                  <a:pt x="49379" y="54226"/>
                  <a:pt x="49379" y="63657"/>
                </a:cubicBezTo>
                <a:cubicBezTo>
                  <a:pt x="49379" y="78195"/>
                  <a:pt x="43092" y="86579"/>
                  <a:pt x="32353" y="86579"/>
                </a:cubicBezTo>
                <a:cubicBezTo>
                  <a:pt x="25542" y="86579"/>
                  <a:pt x="19648" y="83697"/>
                  <a:pt x="19648" y="80292"/>
                </a:cubicBezTo>
                <a:lnTo>
                  <a:pt x="19648" y="47285"/>
                </a:lnTo>
                <a:close/>
                <a:moveTo>
                  <a:pt x="118930" y="67980"/>
                </a:moveTo>
                <a:cubicBezTo>
                  <a:pt x="112645" y="77933"/>
                  <a:pt x="107011" y="81733"/>
                  <a:pt x="98628" y="81733"/>
                </a:cubicBezTo>
                <a:cubicBezTo>
                  <a:pt x="91164" y="81733"/>
                  <a:pt x="85532" y="77933"/>
                  <a:pt x="81732" y="70469"/>
                </a:cubicBezTo>
                <a:cubicBezTo>
                  <a:pt x="79374" y="65490"/>
                  <a:pt x="78459" y="61299"/>
                  <a:pt x="78197" y="53179"/>
                </a:cubicBezTo>
                <a:lnTo>
                  <a:pt x="118539" y="53179"/>
                </a:lnTo>
                <a:cubicBezTo>
                  <a:pt x="117489" y="44665"/>
                  <a:pt x="116180" y="40867"/>
                  <a:pt x="112906" y="36674"/>
                </a:cubicBezTo>
                <a:cubicBezTo>
                  <a:pt x="108975" y="31960"/>
                  <a:pt x="102951" y="29210"/>
                  <a:pt x="96140" y="29210"/>
                </a:cubicBezTo>
                <a:cubicBezTo>
                  <a:pt x="89591" y="29210"/>
                  <a:pt x="83435" y="31568"/>
                  <a:pt x="78459" y="36021"/>
                </a:cubicBezTo>
                <a:cubicBezTo>
                  <a:pt x="72301" y="41391"/>
                  <a:pt x="68765" y="50691"/>
                  <a:pt x="68765" y="61431"/>
                </a:cubicBezTo>
                <a:cubicBezTo>
                  <a:pt x="68765" y="79506"/>
                  <a:pt x="78197" y="90770"/>
                  <a:pt x="93258" y="90770"/>
                </a:cubicBezTo>
                <a:cubicBezTo>
                  <a:pt x="105702" y="90770"/>
                  <a:pt x="115525" y="83042"/>
                  <a:pt x="121027" y="68896"/>
                </a:cubicBezTo>
                <a:lnTo>
                  <a:pt x="118930" y="67980"/>
                </a:lnTo>
                <a:moveTo>
                  <a:pt x="78459" y="48988"/>
                </a:moveTo>
                <a:cubicBezTo>
                  <a:pt x="79898" y="38771"/>
                  <a:pt x="84352" y="33924"/>
                  <a:pt x="92341" y="33924"/>
                </a:cubicBezTo>
                <a:cubicBezTo>
                  <a:pt x="100331" y="33924"/>
                  <a:pt x="103475" y="37592"/>
                  <a:pt x="105178" y="48988"/>
                </a:cubicBezTo>
                <a:lnTo>
                  <a:pt x="78459" y="48988"/>
                </a:lnTo>
                <a:close/>
                <a:moveTo>
                  <a:pt x="187435" y="87495"/>
                </a:moveTo>
                <a:cubicBezTo>
                  <a:pt x="180362" y="86318"/>
                  <a:pt x="179706" y="85400"/>
                  <a:pt x="179574" y="76101"/>
                </a:cubicBezTo>
                <a:lnTo>
                  <a:pt x="179574" y="50035"/>
                </a:lnTo>
                <a:cubicBezTo>
                  <a:pt x="179574" y="36283"/>
                  <a:pt x="174204" y="29210"/>
                  <a:pt x="163463" y="29210"/>
                </a:cubicBezTo>
                <a:cubicBezTo>
                  <a:pt x="155737" y="29210"/>
                  <a:pt x="150235" y="32353"/>
                  <a:pt x="144211" y="40212"/>
                </a:cubicBezTo>
                <a:lnTo>
                  <a:pt x="144211" y="394"/>
                </a:lnTo>
                <a:lnTo>
                  <a:pt x="143555" y="0"/>
                </a:lnTo>
                <a:cubicBezTo>
                  <a:pt x="138970" y="1573"/>
                  <a:pt x="135697" y="2620"/>
                  <a:pt x="128492" y="4717"/>
                </a:cubicBezTo>
                <a:lnTo>
                  <a:pt x="124956" y="5764"/>
                </a:lnTo>
                <a:lnTo>
                  <a:pt x="124956" y="7859"/>
                </a:lnTo>
                <a:cubicBezTo>
                  <a:pt x="125480" y="7729"/>
                  <a:pt x="125742" y="7729"/>
                  <a:pt x="126527" y="7729"/>
                </a:cubicBezTo>
                <a:cubicBezTo>
                  <a:pt x="132159" y="7729"/>
                  <a:pt x="133209" y="8776"/>
                  <a:pt x="133209" y="14408"/>
                </a:cubicBezTo>
                <a:lnTo>
                  <a:pt x="133209" y="76101"/>
                </a:lnTo>
                <a:cubicBezTo>
                  <a:pt x="132947" y="85530"/>
                  <a:pt x="132291" y="86579"/>
                  <a:pt x="124824" y="87495"/>
                </a:cubicBezTo>
                <a:lnTo>
                  <a:pt x="124824" y="89459"/>
                </a:lnTo>
                <a:lnTo>
                  <a:pt x="153117" y="89459"/>
                </a:lnTo>
                <a:lnTo>
                  <a:pt x="153117" y="87495"/>
                </a:lnTo>
                <a:cubicBezTo>
                  <a:pt x="145520" y="86841"/>
                  <a:pt x="144473" y="85400"/>
                  <a:pt x="144211" y="76101"/>
                </a:cubicBezTo>
                <a:lnTo>
                  <a:pt x="144211" y="44535"/>
                </a:lnTo>
                <a:cubicBezTo>
                  <a:pt x="149711" y="38509"/>
                  <a:pt x="153640" y="36283"/>
                  <a:pt x="158881" y="36283"/>
                </a:cubicBezTo>
                <a:cubicBezTo>
                  <a:pt x="165298" y="36283"/>
                  <a:pt x="168572" y="40997"/>
                  <a:pt x="168572" y="50167"/>
                </a:cubicBezTo>
                <a:lnTo>
                  <a:pt x="168572" y="76101"/>
                </a:lnTo>
                <a:cubicBezTo>
                  <a:pt x="168310" y="85400"/>
                  <a:pt x="167131" y="86841"/>
                  <a:pt x="159666" y="87495"/>
                </a:cubicBezTo>
                <a:lnTo>
                  <a:pt x="159666" y="89459"/>
                </a:lnTo>
                <a:lnTo>
                  <a:pt x="187435" y="89459"/>
                </a:lnTo>
                <a:lnTo>
                  <a:pt x="187435" y="87495"/>
                </a:lnTo>
                <a:close/>
                <a:moveTo>
                  <a:pt x="247552" y="80815"/>
                </a:moveTo>
                <a:cubicBezTo>
                  <a:pt x="245326" y="82650"/>
                  <a:pt x="243755" y="83304"/>
                  <a:pt x="241790" y="83304"/>
                </a:cubicBezTo>
                <a:cubicBezTo>
                  <a:pt x="238778" y="83304"/>
                  <a:pt x="237861" y="81471"/>
                  <a:pt x="237861" y="75707"/>
                </a:cubicBezTo>
                <a:lnTo>
                  <a:pt x="237861" y="50167"/>
                </a:lnTo>
                <a:cubicBezTo>
                  <a:pt x="237861" y="43356"/>
                  <a:pt x="237205" y="39556"/>
                  <a:pt x="235241" y="36413"/>
                </a:cubicBezTo>
                <a:cubicBezTo>
                  <a:pt x="232359" y="31698"/>
                  <a:pt x="226727" y="29210"/>
                  <a:pt x="219000" y="29210"/>
                </a:cubicBezTo>
                <a:cubicBezTo>
                  <a:pt x="206687" y="29210"/>
                  <a:pt x="196995" y="35627"/>
                  <a:pt x="196995" y="43879"/>
                </a:cubicBezTo>
                <a:cubicBezTo>
                  <a:pt x="196995" y="46891"/>
                  <a:pt x="199484" y="49511"/>
                  <a:pt x="202628" y="49511"/>
                </a:cubicBezTo>
                <a:cubicBezTo>
                  <a:pt x="205769" y="49511"/>
                  <a:pt x="208521" y="46891"/>
                  <a:pt x="208521" y="44009"/>
                </a:cubicBezTo>
                <a:cubicBezTo>
                  <a:pt x="208521" y="43486"/>
                  <a:pt x="208389" y="42832"/>
                  <a:pt x="208260" y="41915"/>
                </a:cubicBezTo>
                <a:cubicBezTo>
                  <a:pt x="207998" y="40735"/>
                  <a:pt x="207866" y="39688"/>
                  <a:pt x="207866" y="38771"/>
                </a:cubicBezTo>
                <a:cubicBezTo>
                  <a:pt x="207866" y="35235"/>
                  <a:pt x="212057" y="32353"/>
                  <a:pt x="217297" y="32353"/>
                </a:cubicBezTo>
                <a:cubicBezTo>
                  <a:pt x="223715" y="32353"/>
                  <a:pt x="227250" y="36151"/>
                  <a:pt x="227250" y="43224"/>
                </a:cubicBezTo>
                <a:lnTo>
                  <a:pt x="227250" y="51214"/>
                </a:lnTo>
                <a:cubicBezTo>
                  <a:pt x="207210" y="59205"/>
                  <a:pt x="204854" y="60382"/>
                  <a:pt x="199222" y="65360"/>
                </a:cubicBezTo>
                <a:cubicBezTo>
                  <a:pt x="196340" y="67980"/>
                  <a:pt x="194505" y="72433"/>
                  <a:pt x="194505" y="76754"/>
                </a:cubicBezTo>
                <a:cubicBezTo>
                  <a:pt x="194505" y="85007"/>
                  <a:pt x="200269" y="90770"/>
                  <a:pt x="208260" y="90770"/>
                </a:cubicBezTo>
                <a:cubicBezTo>
                  <a:pt x="214022" y="90770"/>
                  <a:pt x="219392" y="88020"/>
                  <a:pt x="227382" y="81209"/>
                </a:cubicBezTo>
                <a:cubicBezTo>
                  <a:pt x="228038" y="88150"/>
                  <a:pt x="230394" y="90770"/>
                  <a:pt x="235764" y="90770"/>
                </a:cubicBezTo>
                <a:cubicBezTo>
                  <a:pt x="240217" y="90770"/>
                  <a:pt x="242969" y="89198"/>
                  <a:pt x="247552" y="84221"/>
                </a:cubicBezTo>
                <a:lnTo>
                  <a:pt x="247552" y="80815"/>
                </a:lnTo>
                <a:moveTo>
                  <a:pt x="227250" y="73351"/>
                </a:moveTo>
                <a:cubicBezTo>
                  <a:pt x="227250" y="77280"/>
                  <a:pt x="226597" y="78721"/>
                  <a:pt x="223845" y="80292"/>
                </a:cubicBezTo>
                <a:cubicBezTo>
                  <a:pt x="220571" y="82125"/>
                  <a:pt x="217035" y="83174"/>
                  <a:pt x="214283" y="83174"/>
                </a:cubicBezTo>
                <a:cubicBezTo>
                  <a:pt x="209701" y="83174"/>
                  <a:pt x="206033" y="78721"/>
                  <a:pt x="206033" y="73087"/>
                </a:cubicBezTo>
                <a:lnTo>
                  <a:pt x="206033" y="72563"/>
                </a:lnTo>
                <a:cubicBezTo>
                  <a:pt x="206163" y="64705"/>
                  <a:pt x="211927" y="59728"/>
                  <a:pt x="227250" y="54358"/>
                </a:cubicBezTo>
                <a:lnTo>
                  <a:pt x="227250" y="73351"/>
                </a:lnTo>
                <a:close/>
                <a:moveTo>
                  <a:pt x="310292" y="30519"/>
                </a:moveTo>
                <a:lnTo>
                  <a:pt x="292086" y="30519"/>
                </a:lnTo>
                <a:lnTo>
                  <a:pt x="292086" y="32483"/>
                </a:lnTo>
                <a:cubicBezTo>
                  <a:pt x="296277" y="32877"/>
                  <a:pt x="298242" y="34186"/>
                  <a:pt x="298242" y="36674"/>
                </a:cubicBezTo>
                <a:cubicBezTo>
                  <a:pt x="298242" y="37985"/>
                  <a:pt x="297980" y="39295"/>
                  <a:pt x="297457" y="40606"/>
                </a:cubicBezTo>
                <a:lnTo>
                  <a:pt x="284490" y="74528"/>
                </a:lnTo>
                <a:lnTo>
                  <a:pt x="271129" y="40997"/>
                </a:lnTo>
                <a:cubicBezTo>
                  <a:pt x="270344" y="39165"/>
                  <a:pt x="269950" y="37330"/>
                  <a:pt x="269950" y="36151"/>
                </a:cubicBezTo>
                <a:cubicBezTo>
                  <a:pt x="269950" y="33794"/>
                  <a:pt x="271391" y="32877"/>
                  <a:pt x="275976" y="32483"/>
                </a:cubicBezTo>
                <a:lnTo>
                  <a:pt x="275976" y="30519"/>
                </a:lnTo>
                <a:lnTo>
                  <a:pt x="250304" y="30519"/>
                </a:lnTo>
                <a:lnTo>
                  <a:pt x="250304" y="32483"/>
                </a:lnTo>
                <a:cubicBezTo>
                  <a:pt x="255280" y="32745"/>
                  <a:pt x="256197" y="34056"/>
                  <a:pt x="262221" y="47547"/>
                </a:cubicBezTo>
                <a:lnTo>
                  <a:pt x="277940" y="85138"/>
                </a:lnTo>
                <a:cubicBezTo>
                  <a:pt x="278202" y="85924"/>
                  <a:pt x="278594" y="86841"/>
                  <a:pt x="278987" y="87888"/>
                </a:cubicBezTo>
                <a:cubicBezTo>
                  <a:pt x="279381" y="88936"/>
                  <a:pt x="279773" y="89853"/>
                  <a:pt x="280167" y="90509"/>
                </a:cubicBezTo>
                <a:cubicBezTo>
                  <a:pt x="280428" y="91032"/>
                  <a:pt x="280952" y="91294"/>
                  <a:pt x="281346" y="91294"/>
                </a:cubicBezTo>
                <a:cubicBezTo>
                  <a:pt x="282131" y="91294"/>
                  <a:pt x="283049" y="89591"/>
                  <a:pt x="285013" y="84745"/>
                </a:cubicBezTo>
                <a:lnTo>
                  <a:pt x="301778" y="42700"/>
                </a:lnTo>
                <a:cubicBezTo>
                  <a:pt x="305577" y="33794"/>
                  <a:pt x="306362" y="32877"/>
                  <a:pt x="310292" y="32483"/>
                </a:cubicBezTo>
                <a:lnTo>
                  <a:pt x="310292" y="30519"/>
                </a:lnTo>
                <a:close/>
                <a:moveTo>
                  <a:pt x="315925" y="89459"/>
                </a:moveTo>
                <a:lnTo>
                  <a:pt x="346967" y="89459"/>
                </a:lnTo>
                <a:lnTo>
                  <a:pt x="346967" y="87495"/>
                </a:lnTo>
                <a:cubicBezTo>
                  <a:pt x="338323" y="86841"/>
                  <a:pt x="337406" y="85662"/>
                  <a:pt x="337274" y="76101"/>
                </a:cubicBezTo>
                <a:lnTo>
                  <a:pt x="337274" y="29601"/>
                </a:lnTo>
                <a:lnTo>
                  <a:pt x="336750" y="29210"/>
                </a:lnTo>
                <a:lnTo>
                  <a:pt x="316448" y="36413"/>
                </a:lnTo>
                <a:lnTo>
                  <a:pt x="316448" y="38377"/>
                </a:lnTo>
                <a:lnTo>
                  <a:pt x="317498" y="38247"/>
                </a:lnTo>
                <a:cubicBezTo>
                  <a:pt x="319068" y="37985"/>
                  <a:pt x="320639" y="37854"/>
                  <a:pt x="321950" y="37854"/>
                </a:cubicBezTo>
                <a:cubicBezTo>
                  <a:pt x="325094" y="37854"/>
                  <a:pt x="326271" y="39950"/>
                  <a:pt x="326271" y="45712"/>
                </a:cubicBezTo>
                <a:lnTo>
                  <a:pt x="326271" y="76101"/>
                </a:lnTo>
                <a:cubicBezTo>
                  <a:pt x="326010" y="85792"/>
                  <a:pt x="324832" y="87103"/>
                  <a:pt x="315925" y="87495"/>
                </a:cubicBezTo>
                <a:lnTo>
                  <a:pt x="315925" y="89459"/>
                </a:lnTo>
                <a:moveTo>
                  <a:pt x="330594" y="0"/>
                </a:moveTo>
                <a:cubicBezTo>
                  <a:pt x="327059" y="0"/>
                  <a:pt x="324045" y="3014"/>
                  <a:pt x="324045" y="6681"/>
                </a:cubicBezTo>
                <a:cubicBezTo>
                  <a:pt x="324045" y="10479"/>
                  <a:pt x="326927" y="13361"/>
                  <a:pt x="330594" y="13361"/>
                </a:cubicBezTo>
                <a:cubicBezTo>
                  <a:pt x="334524" y="13361"/>
                  <a:pt x="337406" y="10479"/>
                  <a:pt x="337406" y="6681"/>
                </a:cubicBezTo>
                <a:cubicBezTo>
                  <a:pt x="337406" y="2882"/>
                  <a:pt x="334394" y="0"/>
                  <a:pt x="330594" y="0"/>
                </a:cubicBezTo>
                <a:close/>
                <a:moveTo>
                  <a:pt x="383381" y="29210"/>
                </a:moveTo>
                <a:cubicBezTo>
                  <a:pt x="366221" y="29210"/>
                  <a:pt x="354433" y="41783"/>
                  <a:pt x="354433" y="59858"/>
                </a:cubicBezTo>
                <a:cubicBezTo>
                  <a:pt x="354433" y="77672"/>
                  <a:pt x="366614" y="90770"/>
                  <a:pt x="383117" y="90770"/>
                </a:cubicBezTo>
                <a:cubicBezTo>
                  <a:pt x="399621" y="90770"/>
                  <a:pt x="412194" y="77018"/>
                  <a:pt x="412194" y="58811"/>
                </a:cubicBezTo>
                <a:cubicBezTo>
                  <a:pt x="412194" y="41521"/>
                  <a:pt x="400145" y="29210"/>
                  <a:pt x="383381" y="29210"/>
                </a:cubicBezTo>
                <a:moveTo>
                  <a:pt x="381678" y="32877"/>
                </a:moveTo>
                <a:cubicBezTo>
                  <a:pt x="392680" y="32877"/>
                  <a:pt x="400407" y="45450"/>
                  <a:pt x="400407" y="63396"/>
                </a:cubicBezTo>
                <a:cubicBezTo>
                  <a:pt x="400407" y="78327"/>
                  <a:pt x="394513" y="87103"/>
                  <a:pt x="384690" y="87103"/>
                </a:cubicBezTo>
                <a:cubicBezTo>
                  <a:pt x="379581" y="87103"/>
                  <a:pt x="374735" y="83959"/>
                  <a:pt x="371985" y="78721"/>
                </a:cubicBezTo>
                <a:cubicBezTo>
                  <a:pt x="368317" y="71910"/>
                  <a:pt x="366221" y="62740"/>
                  <a:pt x="366221" y="53441"/>
                </a:cubicBezTo>
                <a:cubicBezTo>
                  <a:pt x="366221" y="40997"/>
                  <a:pt x="372246" y="32877"/>
                  <a:pt x="381678" y="32877"/>
                </a:cubicBezTo>
                <a:close/>
                <a:moveTo>
                  <a:pt x="417172" y="89459"/>
                </a:moveTo>
                <a:lnTo>
                  <a:pt x="448608" y="89459"/>
                </a:lnTo>
                <a:lnTo>
                  <a:pt x="448608" y="87495"/>
                </a:lnTo>
                <a:cubicBezTo>
                  <a:pt x="439833" y="87233"/>
                  <a:pt x="437736" y="85400"/>
                  <a:pt x="437474" y="77672"/>
                </a:cubicBezTo>
                <a:lnTo>
                  <a:pt x="437474" y="48202"/>
                </a:lnTo>
                <a:cubicBezTo>
                  <a:pt x="437474" y="44009"/>
                  <a:pt x="442976" y="37462"/>
                  <a:pt x="446644" y="37462"/>
                </a:cubicBezTo>
                <a:cubicBezTo>
                  <a:pt x="447429" y="37462"/>
                  <a:pt x="448608" y="38115"/>
                  <a:pt x="450049" y="39426"/>
                </a:cubicBezTo>
                <a:cubicBezTo>
                  <a:pt x="452014" y="41391"/>
                  <a:pt x="453585" y="42045"/>
                  <a:pt x="455288" y="42045"/>
                </a:cubicBezTo>
                <a:cubicBezTo>
                  <a:pt x="458432" y="42045"/>
                  <a:pt x="460396" y="39818"/>
                  <a:pt x="460396" y="36151"/>
                </a:cubicBezTo>
                <a:cubicBezTo>
                  <a:pt x="460396" y="31830"/>
                  <a:pt x="457646" y="29210"/>
                  <a:pt x="453193" y="29210"/>
                </a:cubicBezTo>
                <a:cubicBezTo>
                  <a:pt x="447691" y="29210"/>
                  <a:pt x="444024" y="32092"/>
                  <a:pt x="437474" y="41521"/>
                </a:cubicBezTo>
                <a:lnTo>
                  <a:pt x="437474" y="29471"/>
                </a:lnTo>
                <a:lnTo>
                  <a:pt x="436821" y="29210"/>
                </a:lnTo>
                <a:cubicBezTo>
                  <a:pt x="429486" y="32092"/>
                  <a:pt x="424769" y="33924"/>
                  <a:pt x="417434" y="36283"/>
                </a:cubicBezTo>
                <a:lnTo>
                  <a:pt x="417434" y="38377"/>
                </a:lnTo>
                <a:cubicBezTo>
                  <a:pt x="419269" y="37985"/>
                  <a:pt x="420448" y="37854"/>
                  <a:pt x="422019" y="37854"/>
                </a:cubicBezTo>
                <a:cubicBezTo>
                  <a:pt x="425293" y="37854"/>
                  <a:pt x="426472" y="39950"/>
                  <a:pt x="426472" y="45712"/>
                </a:cubicBezTo>
                <a:lnTo>
                  <a:pt x="426472" y="78457"/>
                </a:lnTo>
                <a:cubicBezTo>
                  <a:pt x="426210" y="85268"/>
                  <a:pt x="425425" y="86056"/>
                  <a:pt x="417172" y="87495"/>
                </a:cubicBezTo>
                <a:lnTo>
                  <a:pt x="417172" y="89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7E42A-9E3A-4426-976D-D387546E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720" y="520537"/>
            <a:ext cx="781405" cy="345922"/>
          </a:xfrm>
          <a:custGeom xmlns:a="http://schemas.openxmlformats.org/drawingml/2006/main">
            <a:pathLst>
              <a:path w="781405" h="345922">
                <a:moveTo>
                  <a:pt x="0" y="345922"/>
                </a:moveTo>
                <a:lnTo>
                  <a:pt x="0" y="0"/>
                </a:lnTo>
                <a:lnTo>
                  <a:pt x="781405" y="0"/>
                </a:lnTo>
                <a:lnTo>
                  <a:pt x="781405" y="345922"/>
                </a:lnTo>
                <a:lnTo>
                  <a:pt x="0" y="3459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4C92F-1D2C-498B-AA29-547EB57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720" y="520537"/>
            <a:ext cx="781405" cy="345922"/>
          </a:xfrm>
          <a:custGeom xmlns:a="http://schemas.openxmlformats.org/drawingml/2006/main">
            <a:pathLst>
              <a:path w="781405" h="345922" fill="none">
                <a:moveTo>
                  <a:pt x="0" y="345922"/>
                </a:moveTo>
                <a:lnTo>
                  <a:pt x="781405" y="345922"/>
                </a:lnTo>
                <a:lnTo>
                  <a:pt x="781405" y="0"/>
                </a:lnTo>
                <a:lnTo>
                  <a:pt x="0" y="0"/>
                </a:lnTo>
                <a:lnTo>
                  <a:pt x="0" y="345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56" cap="flat">
            <a:solidFill>
              <a:srgbClr val="000000"/>
            </a:solidFill>
            <a:miter/>
          </a:ln>
        </p:spPr>
      </p:sp>
      <p:sp>
        <p:nvSpPr>
          <p:cNvPr id="39" name="Text NormalUE">
            <a:extLst xmlns:a="http://schemas.openxmlformats.org/drawingml/2006/main">
              <a:ext uri="{FF2B5EF4-FFF2-40B4-BE49-F238E27FC236}">
                <a16:creationId xmlns:a16="http://schemas.microsoft.com/office/drawing/2014/main" id="{FF497F2B-F8FE-48B6-B99C-E35EE45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918" y="574186"/>
            <a:ext cx="601331" cy="91294"/>
          </a:xfrm>
          <a:custGeom xmlns:a="http://schemas.openxmlformats.org/drawingml/2006/main">
            <a:pathLst>
              <a:path w="601331" h="91294">
                <a:moveTo>
                  <a:pt x="91032" y="2752"/>
                </a:moveTo>
                <a:lnTo>
                  <a:pt x="60252" y="2752"/>
                </a:lnTo>
                <a:lnTo>
                  <a:pt x="60252" y="5240"/>
                </a:lnTo>
                <a:cubicBezTo>
                  <a:pt x="70729" y="5894"/>
                  <a:pt x="72431" y="8122"/>
                  <a:pt x="72825" y="22005"/>
                </a:cubicBezTo>
                <a:lnTo>
                  <a:pt x="72825" y="66146"/>
                </a:lnTo>
                <a:lnTo>
                  <a:pt x="22398" y="2752"/>
                </a:lnTo>
                <a:lnTo>
                  <a:pt x="0" y="2752"/>
                </a:lnTo>
                <a:lnTo>
                  <a:pt x="0" y="5240"/>
                </a:lnTo>
                <a:cubicBezTo>
                  <a:pt x="5632" y="5240"/>
                  <a:pt x="7465" y="6288"/>
                  <a:pt x="12705" y="12443"/>
                </a:cubicBezTo>
                <a:lnTo>
                  <a:pt x="12705" y="70207"/>
                </a:lnTo>
                <a:cubicBezTo>
                  <a:pt x="12443" y="84091"/>
                  <a:pt x="10740" y="86318"/>
                  <a:pt x="0" y="86971"/>
                </a:cubicBezTo>
                <a:lnTo>
                  <a:pt x="0" y="89459"/>
                </a:lnTo>
                <a:lnTo>
                  <a:pt x="30780" y="89459"/>
                </a:lnTo>
                <a:lnTo>
                  <a:pt x="30780" y="86971"/>
                </a:lnTo>
                <a:cubicBezTo>
                  <a:pt x="20696" y="86448"/>
                  <a:pt x="18731" y="83697"/>
                  <a:pt x="18469" y="70207"/>
                </a:cubicBezTo>
                <a:lnTo>
                  <a:pt x="18469" y="18863"/>
                </a:lnTo>
                <a:lnTo>
                  <a:pt x="76361" y="90900"/>
                </a:lnTo>
                <a:lnTo>
                  <a:pt x="78589" y="90900"/>
                </a:lnTo>
                <a:lnTo>
                  <a:pt x="78589" y="22005"/>
                </a:lnTo>
                <a:cubicBezTo>
                  <a:pt x="78981" y="8384"/>
                  <a:pt x="80684" y="6158"/>
                  <a:pt x="91032" y="5240"/>
                </a:cubicBezTo>
                <a:lnTo>
                  <a:pt x="91032" y="2752"/>
                </a:lnTo>
                <a:close/>
                <a:moveTo>
                  <a:pt x="125217" y="29210"/>
                </a:moveTo>
                <a:cubicBezTo>
                  <a:pt x="108057" y="29210"/>
                  <a:pt x="96270" y="41783"/>
                  <a:pt x="96270" y="59858"/>
                </a:cubicBezTo>
                <a:cubicBezTo>
                  <a:pt x="96270" y="77672"/>
                  <a:pt x="108451" y="90770"/>
                  <a:pt x="124954" y="90770"/>
                </a:cubicBezTo>
                <a:cubicBezTo>
                  <a:pt x="141458" y="90770"/>
                  <a:pt x="154031" y="77018"/>
                  <a:pt x="154031" y="58811"/>
                </a:cubicBezTo>
                <a:cubicBezTo>
                  <a:pt x="154031" y="41521"/>
                  <a:pt x="141982" y="29210"/>
                  <a:pt x="125217" y="29210"/>
                </a:cubicBezTo>
                <a:moveTo>
                  <a:pt x="123515" y="32877"/>
                </a:moveTo>
                <a:cubicBezTo>
                  <a:pt x="134517" y="32877"/>
                  <a:pt x="142243" y="45450"/>
                  <a:pt x="142243" y="63396"/>
                </a:cubicBezTo>
                <a:cubicBezTo>
                  <a:pt x="142243" y="78327"/>
                  <a:pt x="136350" y="87103"/>
                  <a:pt x="126526" y="87103"/>
                </a:cubicBezTo>
                <a:cubicBezTo>
                  <a:pt x="121418" y="87103"/>
                  <a:pt x="116571" y="83959"/>
                  <a:pt x="113821" y="78721"/>
                </a:cubicBezTo>
                <a:cubicBezTo>
                  <a:pt x="110154" y="71910"/>
                  <a:pt x="108057" y="62740"/>
                  <a:pt x="108057" y="53441"/>
                </a:cubicBezTo>
                <a:cubicBezTo>
                  <a:pt x="108057" y="40997"/>
                  <a:pt x="114083" y="32877"/>
                  <a:pt x="123515" y="32877"/>
                </a:cubicBezTo>
                <a:close/>
                <a:moveTo>
                  <a:pt x="159009" y="89459"/>
                </a:moveTo>
                <a:lnTo>
                  <a:pt x="190445" y="89459"/>
                </a:lnTo>
                <a:lnTo>
                  <a:pt x="190445" y="87495"/>
                </a:lnTo>
                <a:cubicBezTo>
                  <a:pt x="181670" y="87233"/>
                  <a:pt x="179573" y="85400"/>
                  <a:pt x="179311" y="77672"/>
                </a:cubicBezTo>
                <a:lnTo>
                  <a:pt x="179311" y="48202"/>
                </a:lnTo>
                <a:cubicBezTo>
                  <a:pt x="179311" y="44009"/>
                  <a:pt x="184813" y="37462"/>
                  <a:pt x="188481" y="37462"/>
                </a:cubicBezTo>
                <a:cubicBezTo>
                  <a:pt x="189266" y="37462"/>
                  <a:pt x="190445" y="38115"/>
                  <a:pt x="191886" y="39426"/>
                </a:cubicBezTo>
                <a:cubicBezTo>
                  <a:pt x="193851" y="41391"/>
                  <a:pt x="195422" y="42045"/>
                  <a:pt x="197125" y="42045"/>
                </a:cubicBezTo>
                <a:cubicBezTo>
                  <a:pt x="200269" y="42045"/>
                  <a:pt x="202233" y="39818"/>
                  <a:pt x="202233" y="36151"/>
                </a:cubicBezTo>
                <a:cubicBezTo>
                  <a:pt x="202233" y="31830"/>
                  <a:pt x="199483" y="29210"/>
                  <a:pt x="195030" y="29210"/>
                </a:cubicBezTo>
                <a:cubicBezTo>
                  <a:pt x="189528" y="29210"/>
                  <a:pt x="185861" y="32092"/>
                  <a:pt x="179311" y="41521"/>
                </a:cubicBezTo>
                <a:lnTo>
                  <a:pt x="179311" y="29471"/>
                </a:lnTo>
                <a:lnTo>
                  <a:pt x="178658" y="29210"/>
                </a:lnTo>
                <a:cubicBezTo>
                  <a:pt x="171323" y="32092"/>
                  <a:pt x="166606" y="33924"/>
                  <a:pt x="159271" y="36283"/>
                </a:cubicBezTo>
                <a:lnTo>
                  <a:pt x="159271" y="38377"/>
                </a:lnTo>
                <a:cubicBezTo>
                  <a:pt x="161106" y="37985"/>
                  <a:pt x="162285" y="37854"/>
                  <a:pt x="163856" y="37854"/>
                </a:cubicBezTo>
                <a:cubicBezTo>
                  <a:pt x="167130" y="37854"/>
                  <a:pt x="168309" y="39950"/>
                  <a:pt x="168309" y="45712"/>
                </a:cubicBezTo>
                <a:lnTo>
                  <a:pt x="168309" y="78457"/>
                </a:lnTo>
                <a:cubicBezTo>
                  <a:pt x="168047" y="85268"/>
                  <a:pt x="167262" y="86056"/>
                  <a:pt x="159009" y="87495"/>
                </a:cubicBezTo>
                <a:lnTo>
                  <a:pt x="159009" y="89459"/>
                </a:lnTo>
                <a:close/>
                <a:moveTo>
                  <a:pt x="204066" y="89459"/>
                </a:moveTo>
                <a:lnTo>
                  <a:pt x="233144" y="89459"/>
                </a:lnTo>
                <a:lnTo>
                  <a:pt x="233144" y="87495"/>
                </a:lnTo>
                <a:cubicBezTo>
                  <a:pt x="226465" y="87365"/>
                  <a:pt x="224368" y="85924"/>
                  <a:pt x="224238" y="80686"/>
                </a:cubicBezTo>
                <a:lnTo>
                  <a:pt x="224238" y="43747"/>
                </a:lnTo>
                <a:cubicBezTo>
                  <a:pt x="224238" y="43486"/>
                  <a:pt x="225285" y="42176"/>
                  <a:pt x="226203" y="41259"/>
                </a:cubicBezTo>
                <a:cubicBezTo>
                  <a:pt x="229476" y="38247"/>
                  <a:pt x="235108" y="36021"/>
                  <a:pt x="239693" y="36021"/>
                </a:cubicBezTo>
                <a:cubicBezTo>
                  <a:pt x="245455" y="36021"/>
                  <a:pt x="248337" y="40606"/>
                  <a:pt x="248337" y="49773"/>
                </a:cubicBezTo>
                <a:lnTo>
                  <a:pt x="248337" y="78195"/>
                </a:lnTo>
                <a:cubicBezTo>
                  <a:pt x="248075" y="85662"/>
                  <a:pt x="246766" y="87103"/>
                  <a:pt x="239431" y="87495"/>
                </a:cubicBezTo>
                <a:lnTo>
                  <a:pt x="239431" y="89459"/>
                </a:lnTo>
                <a:lnTo>
                  <a:pt x="268771" y="89459"/>
                </a:lnTo>
                <a:lnTo>
                  <a:pt x="268771" y="87495"/>
                </a:lnTo>
                <a:cubicBezTo>
                  <a:pt x="261436" y="87495"/>
                  <a:pt x="259601" y="85400"/>
                  <a:pt x="259340" y="77018"/>
                </a:cubicBezTo>
                <a:lnTo>
                  <a:pt x="259340" y="44009"/>
                </a:lnTo>
                <a:cubicBezTo>
                  <a:pt x="263269" y="38377"/>
                  <a:pt x="267462" y="36021"/>
                  <a:pt x="273618" y="36021"/>
                </a:cubicBezTo>
                <a:cubicBezTo>
                  <a:pt x="281082" y="36021"/>
                  <a:pt x="283441" y="39556"/>
                  <a:pt x="283441" y="50429"/>
                </a:cubicBezTo>
                <a:lnTo>
                  <a:pt x="283441" y="78065"/>
                </a:lnTo>
                <a:cubicBezTo>
                  <a:pt x="283179" y="85792"/>
                  <a:pt x="282393" y="86709"/>
                  <a:pt x="274797" y="87495"/>
                </a:cubicBezTo>
                <a:lnTo>
                  <a:pt x="274797" y="89459"/>
                </a:lnTo>
                <a:lnTo>
                  <a:pt x="303481" y="89459"/>
                </a:lnTo>
                <a:lnTo>
                  <a:pt x="303481" y="87495"/>
                </a:lnTo>
                <a:lnTo>
                  <a:pt x="300075" y="87233"/>
                </a:lnTo>
                <a:cubicBezTo>
                  <a:pt x="295884" y="86579"/>
                  <a:pt x="294443" y="84615"/>
                  <a:pt x="294443" y="79506"/>
                </a:cubicBezTo>
                <a:lnTo>
                  <a:pt x="294443" y="52523"/>
                </a:lnTo>
                <a:cubicBezTo>
                  <a:pt x="294443" y="37068"/>
                  <a:pt x="289335" y="29210"/>
                  <a:pt x="279250" y="29210"/>
                </a:cubicBezTo>
                <a:cubicBezTo>
                  <a:pt x="271653" y="29210"/>
                  <a:pt x="264972" y="32615"/>
                  <a:pt x="257899" y="40212"/>
                </a:cubicBezTo>
                <a:cubicBezTo>
                  <a:pt x="255542" y="32745"/>
                  <a:pt x="251089" y="29210"/>
                  <a:pt x="244016" y="29210"/>
                </a:cubicBezTo>
                <a:cubicBezTo>
                  <a:pt x="238120" y="29210"/>
                  <a:pt x="234585" y="30912"/>
                  <a:pt x="223712" y="39295"/>
                </a:cubicBezTo>
                <a:lnTo>
                  <a:pt x="223712" y="29471"/>
                </a:lnTo>
                <a:lnTo>
                  <a:pt x="222797" y="29210"/>
                </a:lnTo>
                <a:cubicBezTo>
                  <a:pt x="215854" y="31698"/>
                  <a:pt x="211401" y="33139"/>
                  <a:pt x="204460" y="35103"/>
                </a:cubicBezTo>
                <a:lnTo>
                  <a:pt x="204460" y="37330"/>
                </a:lnTo>
                <a:cubicBezTo>
                  <a:pt x="206031" y="36938"/>
                  <a:pt x="207210" y="36806"/>
                  <a:pt x="208651" y="36806"/>
                </a:cubicBezTo>
                <a:cubicBezTo>
                  <a:pt x="212057" y="36806"/>
                  <a:pt x="213236" y="38903"/>
                  <a:pt x="213236" y="45188"/>
                </a:cubicBezTo>
                <a:lnTo>
                  <a:pt x="213236" y="78327"/>
                </a:lnTo>
                <a:cubicBezTo>
                  <a:pt x="212974" y="85662"/>
                  <a:pt x="211271" y="87495"/>
                  <a:pt x="204066" y="87495"/>
                </a:cubicBezTo>
                <a:lnTo>
                  <a:pt x="204066" y="89459"/>
                </a:lnTo>
                <a:close/>
                <a:moveTo>
                  <a:pt x="359539" y="80815"/>
                </a:moveTo>
                <a:cubicBezTo>
                  <a:pt x="357313" y="82650"/>
                  <a:pt x="355742" y="83304"/>
                  <a:pt x="353777" y="83304"/>
                </a:cubicBezTo>
                <a:cubicBezTo>
                  <a:pt x="350765" y="83304"/>
                  <a:pt x="349848" y="81471"/>
                  <a:pt x="349848" y="75707"/>
                </a:cubicBezTo>
                <a:lnTo>
                  <a:pt x="349848" y="50167"/>
                </a:lnTo>
                <a:cubicBezTo>
                  <a:pt x="349848" y="43356"/>
                  <a:pt x="349193" y="39556"/>
                  <a:pt x="347228" y="36413"/>
                </a:cubicBezTo>
                <a:cubicBezTo>
                  <a:pt x="344346" y="31698"/>
                  <a:pt x="338714" y="29210"/>
                  <a:pt x="330987" y="29210"/>
                </a:cubicBezTo>
                <a:cubicBezTo>
                  <a:pt x="318674" y="29210"/>
                  <a:pt x="308983" y="35627"/>
                  <a:pt x="308983" y="43879"/>
                </a:cubicBezTo>
                <a:cubicBezTo>
                  <a:pt x="308983" y="46891"/>
                  <a:pt x="311471" y="49511"/>
                  <a:pt x="314615" y="49511"/>
                </a:cubicBezTo>
                <a:cubicBezTo>
                  <a:pt x="317757" y="49511"/>
                  <a:pt x="320509" y="46891"/>
                  <a:pt x="320509" y="44009"/>
                </a:cubicBezTo>
                <a:cubicBezTo>
                  <a:pt x="320509" y="43486"/>
                  <a:pt x="320377" y="42832"/>
                  <a:pt x="320247" y="41915"/>
                </a:cubicBezTo>
                <a:cubicBezTo>
                  <a:pt x="319985" y="40735"/>
                  <a:pt x="319853" y="39688"/>
                  <a:pt x="319853" y="38771"/>
                </a:cubicBezTo>
                <a:cubicBezTo>
                  <a:pt x="319853" y="35235"/>
                  <a:pt x="324044" y="32353"/>
                  <a:pt x="329285" y="32353"/>
                </a:cubicBezTo>
                <a:cubicBezTo>
                  <a:pt x="335702" y="32353"/>
                  <a:pt x="339238" y="36151"/>
                  <a:pt x="339238" y="43224"/>
                </a:cubicBezTo>
                <a:lnTo>
                  <a:pt x="339238" y="51214"/>
                </a:lnTo>
                <a:cubicBezTo>
                  <a:pt x="319198" y="59205"/>
                  <a:pt x="316841" y="60382"/>
                  <a:pt x="311209" y="65360"/>
                </a:cubicBezTo>
                <a:cubicBezTo>
                  <a:pt x="308327" y="67980"/>
                  <a:pt x="306492" y="72433"/>
                  <a:pt x="306492" y="76754"/>
                </a:cubicBezTo>
                <a:cubicBezTo>
                  <a:pt x="306492" y="85007"/>
                  <a:pt x="312256" y="90770"/>
                  <a:pt x="320247" y="90770"/>
                </a:cubicBezTo>
                <a:cubicBezTo>
                  <a:pt x="326009" y="90770"/>
                  <a:pt x="331379" y="88020"/>
                  <a:pt x="339369" y="81209"/>
                </a:cubicBezTo>
                <a:cubicBezTo>
                  <a:pt x="340025" y="88150"/>
                  <a:pt x="342381" y="90770"/>
                  <a:pt x="347752" y="90770"/>
                </a:cubicBezTo>
                <a:cubicBezTo>
                  <a:pt x="352204" y="90770"/>
                  <a:pt x="354957" y="89198"/>
                  <a:pt x="359539" y="84221"/>
                </a:cubicBezTo>
                <a:lnTo>
                  <a:pt x="359539" y="80815"/>
                </a:lnTo>
                <a:moveTo>
                  <a:pt x="339238" y="73351"/>
                </a:moveTo>
                <a:cubicBezTo>
                  <a:pt x="339238" y="77280"/>
                  <a:pt x="338584" y="78721"/>
                  <a:pt x="335832" y="80292"/>
                </a:cubicBezTo>
                <a:cubicBezTo>
                  <a:pt x="332558" y="82125"/>
                  <a:pt x="329023" y="83174"/>
                  <a:pt x="326271" y="83174"/>
                </a:cubicBezTo>
                <a:cubicBezTo>
                  <a:pt x="321688" y="83174"/>
                  <a:pt x="318020" y="78721"/>
                  <a:pt x="318020" y="73087"/>
                </a:cubicBezTo>
                <a:lnTo>
                  <a:pt x="318020" y="72563"/>
                </a:lnTo>
                <a:cubicBezTo>
                  <a:pt x="318150" y="64705"/>
                  <a:pt x="323914" y="59728"/>
                  <a:pt x="339238" y="54358"/>
                </a:cubicBezTo>
                <a:lnTo>
                  <a:pt x="339238" y="73351"/>
                </a:lnTo>
                <a:close/>
                <a:moveTo>
                  <a:pt x="362553" y="89459"/>
                </a:moveTo>
                <a:lnTo>
                  <a:pt x="393463" y="89459"/>
                </a:lnTo>
                <a:lnTo>
                  <a:pt x="393463" y="87495"/>
                </a:lnTo>
                <a:cubicBezTo>
                  <a:pt x="385213" y="87103"/>
                  <a:pt x="383772" y="85792"/>
                  <a:pt x="383640" y="78457"/>
                </a:cubicBezTo>
                <a:lnTo>
                  <a:pt x="383640" y="262"/>
                </a:lnTo>
                <a:lnTo>
                  <a:pt x="383117" y="0"/>
                </a:lnTo>
                <a:cubicBezTo>
                  <a:pt x="376437" y="2097"/>
                  <a:pt x="371591" y="3538"/>
                  <a:pt x="362291" y="5764"/>
                </a:cubicBezTo>
                <a:lnTo>
                  <a:pt x="362291" y="7859"/>
                </a:lnTo>
                <a:lnTo>
                  <a:pt x="363077" y="7859"/>
                </a:lnTo>
                <a:cubicBezTo>
                  <a:pt x="364518" y="7729"/>
                  <a:pt x="366088" y="7597"/>
                  <a:pt x="367138" y="7597"/>
                </a:cubicBezTo>
                <a:cubicBezTo>
                  <a:pt x="371329" y="7597"/>
                  <a:pt x="372638" y="9431"/>
                  <a:pt x="372638" y="15587"/>
                </a:cubicBezTo>
                <a:lnTo>
                  <a:pt x="372638" y="78065"/>
                </a:lnTo>
                <a:cubicBezTo>
                  <a:pt x="372508" y="85138"/>
                  <a:pt x="370673" y="86971"/>
                  <a:pt x="362553" y="87495"/>
                </a:cubicBezTo>
                <a:lnTo>
                  <a:pt x="362553" y="89459"/>
                </a:lnTo>
                <a:close/>
                <a:moveTo>
                  <a:pt x="521693" y="2752"/>
                </a:moveTo>
                <a:lnTo>
                  <a:pt x="491306" y="2752"/>
                </a:lnTo>
                <a:lnTo>
                  <a:pt x="491306" y="5240"/>
                </a:lnTo>
                <a:cubicBezTo>
                  <a:pt x="501391" y="5894"/>
                  <a:pt x="503356" y="8514"/>
                  <a:pt x="503618" y="22005"/>
                </a:cubicBezTo>
                <a:lnTo>
                  <a:pt x="503618" y="57370"/>
                </a:lnTo>
                <a:cubicBezTo>
                  <a:pt x="503618" y="66278"/>
                  <a:pt x="502832" y="71254"/>
                  <a:pt x="500606" y="75183"/>
                </a:cubicBezTo>
                <a:cubicBezTo>
                  <a:pt x="497070" y="81471"/>
                  <a:pt x="488686" y="85530"/>
                  <a:pt x="478863" y="85530"/>
                </a:cubicBezTo>
                <a:cubicBezTo>
                  <a:pt x="469564" y="85530"/>
                  <a:pt x="463146" y="82388"/>
                  <a:pt x="459609" y="76231"/>
                </a:cubicBezTo>
                <a:cubicBezTo>
                  <a:pt x="457252" y="72040"/>
                  <a:pt x="456335" y="67193"/>
                  <a:pt x="456335" y="58943"/>
                </a:cubicBezTo>
                <a:lnTo>
                  <a:pt x="456335" y="17028"/>
                </a:lnTo>
                <a:cubicBezTo>
                  <a:pt x="456465" y="7467"/>
                  <a:pt x="457776" y="6158"/>
                  <a:pt x="468255" y="5240"/>
                </a:cubicBezTo>
                <a:lnTo>
                  <a:pt x="468255" y="2752"/>
                </a:lnTo>
                <a:lnTo>
                  <a:pt x="431187" y="2752"/>
                </a:lnTo>
                <a:lnTo>
                  <a:pt x="431187" y="5240"/>
                </a:lnTo>
                <a:cubicBezTo>
                  <a:pt x="441533" y="6026"/>
                  <a:pt x="442844" y="7335"/>
                  <a:pt x="442974" y="17028"/>
                </a:cubicBezTo>
                <a:lnTo>
                  <a:pt x="442974" y="57893"/>
                </a:lnTo>
                <a:cubicBezTo>
                  <a:pt x="442974" y="80554"/>
                  <a:pt x="453585" y="91294"/>
                  <a:pt x="475851" y="91294"/>
                </a:cubicBezTo>
                <a:cubicBezTo>
                  <a:pt x="490127" y="91294"/>
                  <a:pt x="499950" y="86709"/>
                  <a:pt x="505059" y="77804"/>
                </a:cubicBezTo>
                <a:cubicBezTo>
                  <a:pt x="508203" y="72301"/>
                  <a:pt x="509382" y="66278"/>
                  <a:pt x="509382" y="56191"/>
                </a:cubicBezTo>
                <a:lnTo>
                  <a:pt x="509382" y="22005"/>
                </a:lnTo>
                <a:cubicBezTo>
                  <a:pt x="509644" y="8252"/>
                  <a:pt x="511085" y="6420"/>
                  <a:pt x="521693" y="5240"/>
                </a:cubicBezTo>
                <a:lnTo>
                  <a:pt x="521693" y="2752"/>
                </a:lnTo>
                <a:close/>
                <a:moveTo>
                  <a:pt x="601331" y="67325"/>
                </a:moveTo>
                <a:lnTo>
                  <a:pt x="597663" y="67325"/>
                </a:lnTo>
                <a:cubicBezTo>
                  <a:pt x="591376" y="81209"/>
                  <a:pt x="585482" y="84483"/>
                  <a:pt x="566751" y="84615"/>
                </a:cubicBezTo>
                <a:lnTo>
                  <a:pt x="563215" y="84615"/>
                </a:lnTo>
                <a:cubicBezTo>
                  <a:pt x="549593" y="84221"/>
                  <a:pt x="549461" y="84091"/>
                  <a:pt x="549461" y="78983"/>
                </a:cubicBezTo>
                <a:lnTo>
                  <a:pt x="549461" y="46629"/>
                </a:lnTo>
                <a:lnTo>
                  <a:pt x="569633" y="46629"/>
                </a:lnTo>
                <a:cubicBezTo>
                  <a:pt x="580635" y="46891"/>
                  <a:pt x="582338" y="48464"/>
                  <a:pt x="584041" y="59205"/>
                </a:cubicBezTo>
                <a:lnTo>
                  <a:pt x="587053" y="59205"/>
                </a:lnTo>
                <a:lnTo>
                  <a:pt x="587053" y="28816"/>
                </a:lnTo>
                <a:lnTo>
                  <a:pt x="584041" y="28816"/>
                </a:lnTo>
                <a:cubicBezTo>
                  <a:pt x="582468" y="39426"/>
                  <a:pt x="580635" y="40997"/>
                  <a:pt x="569633" y="41259"/>
                </a:cubicBezTo>
                <a:lnTo>
                  <a:pt x="549461" y="41259"/>
                </a:lnTo>
                <a:lnTo>
                  <a:pt x="549461" y="12181"/>
                </a:lnTo>
                <a:cubicBezTo>
                  <a:pt x="549593" y="8252"/>
                  <a:pt x="550117" y="7729"/>
                  <a:pt x="553784" y="7729"/>
                </a:cubicBezTo>
                <a:lnTo>
                  <a:pt x="571466" y="7729"/>
                </a:lnTo>
                <a:cubicBezTo>
                  <a:pt x="586661" y="7990"/>
                  <a:pt x="589279" y="9825"/>
                  <a:pt x="591376" y="21481"/>
                </a:cubicBezTo>
                <a:lnTo>
                  <a:pt x="594649" y="21481"/>
                </a:lnTo>
                <a:lnTo>
                  <a:pt x="594258" y="2752"/>
                </a:lnTo>
                <a:lnTo>
                  <a:pt x="524706" y="2752"/>
                </a:lnTo>
                <a:lnTo>
                  <a:pt x="524706" y="5240"/>
                </a:lnTo>
                <a:cubicBezTo>
                  <a:pt x="534268" y="5894"/>
                  <a:pt x="535841" y="7597"/>
                  <a:pt x="536102" y="17028"/>
                </a:cubicBezTo>
                <a:lnTo>
                  <a:pt x="536102" y="75183"/>
                </a:lnTo>
                <a:cubicBezTo>
                  <a:pt x="535841" y="84615"/>
                  <a:pt x="534138" y="86448"/>
                  <a:pt x="524706" y="86971"/>
                </a:cubicBezTo>
                <a:lnTo>
                  <a:pt x="524706" y="89459"/>
                </a:lnTo>
                <a:lnTo>
                  <a:pt x="595435" y="89459"/>
                </a:lnTo>
                <a:lnTo>
                  <a:pt x="601331" y="67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behavior">
            <a:extLst xmlns:a="http://schemas.openxmlformats.org/drawingml/2006/main">
              <a:ext uri="{FF2B5EF4-FFF2-40B4-BE49-F238E27FC236}">
                <a16:creationId xmlns:a16="http://schemas.microsoft.com/office/drawing/2014/main" id="{9959FB8E-8A54-4B19-A62F-2CA5088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387" y="730762"/>
            <a:ext cx="460392" cy="91450"/>
          </a:xfrm>
          <a:custGeom xmlns:a="http://schemas.openxmlformats.org/drawingml/2006/main">
            <a:pathLst>
              <a:path w="460392" h="91450">
                <a:moveTo>
                  <a:pt x="19682" y="262"/>
                </a:moveTo>
                <a:lnTo>
                  <a:pt x="19025" y="0"/>
                </a:lnTo>
                <a:cubicBezTo>
                  <a:pt x="13646" y="1838"/>
                  <a:pt x="10102" y="3019"/>
                  <a:pt x="3806" y="4725"/>
                </a:cubicBezTo>
                <a:lnTo>
                  <a:pt x="0" y="5774"/>
                </a:lnTo>
                <a:lnTo>
                  <a:pt x="0" y="7872"/>
                </a:lnTo>
                <a:cubicBezTo>
                  <a:pt x="787" y="7742"/>
                  <a:pt x="1181" y="7742"/>
                  <a:pt x="2230" y="7742"/>
                </a:cubicBezTo>
                <a:cubicBezTo>
                  <a:pt x="7480" y="7742"/>
                  <a:pt x="8659" y="8923"/>
                  <a:pt x="8659" y="14433"/>
                </a:cubicBezTo>
                <a:lnTo>
                  <a:pt x="8659" y="82529"/>
                </a:lnTo>
                <a:cubicBezTo>
                  <a:pt x="8659" y="86595"/>
                  <a:pt x="19682" y="90926"/>
                  <a:pt x="30309" y="90926"/>
                </a:cubicBezTo>
                <a:cubicBezTo>
                  <a:pt x="47628" y="90926"/>
                  <a:pt x="61009" y="76493"/>
                  <a:pt x="61009" y="57730"/>
                </a:cubicBezTo>
                <a:cubicBezTo>
                  <a:pt x="61009" y="41462"/>
                  <a:pt x="51039" y="29259"/>
                  <a:pt x="37918" y="29259"/>
                </a:cubicBezTo>
                <a:cubicBezTo>
                  <a:pt x="29914" y="29259"/>
                  <a:pt x="22304" y="33852"/>
                  <a:pt x="19682" y="40411"/>
                </a:cubicBezTo>
                <a:lnTo>
                  <a:pt x="19682" y="262"/>
                </a:lnTo>
                <a:moveTo>
                  <a:pt x="19682" y="47366"/>
                </a:moveTo>
                <a:cubicBezTo>
                  <a:pt x="19682" y="42249"/>
                  <a:pt x="25848" y="37526"/>
                  <a:pt x="32671" y="37526"/>
                </a:cubicBezTo>
                <a:cubicBezTo>
                  <a:pt x="36345" y="37526"/>
                  <a:pt x="39624" y="38837"/>
                  <a:pt x="42379" y="41330"/>
                </a:cubicBezTo>
                <a:cubicBezTo>
                  <a:pt x="46577" y="45398"/>
                  <a:pt x="49464" y="54319"/>
                  <a:pt x="49464" y="63766"/>
                </a:cubicBezTo>
                <a:cubicBezTo>
                  <a:pt x="49464" y="78329"/>
                  <a:pt x="43166" y="86727"/>
                  <a:pt x="32409" y="86727"/>
                </a:cubicBezTo>
                <a:cubicBezTo>
                  <a:pt x="25586" y="86727"/>
                  <a:pt x="19682" y="83840"/>
                  <a:pt x="19682" y="80429"/>
                </a:cubicBezTo>
                <a:lnTo>
                  <a:pt x="19682" y="47366"/>
                </a:lnTo>
                <a:close/>
                <a:moveTo>
                  <a:pt x="119001" y="68097"/>
                </a:moveTo>
                <a:cubicBezTo>
                  <a:pt x="112705" y="78067"/>
                  <a:pt x="107061" y="81873"/>
                  <a:pt x="98664" y="81873"/>
                </a:cubicBezTo>
                <a:cubicBezTo>
                  <a:pt x="91187" y="81873"/>
                  <a:pt x="85545" y="78067"/>
                  <a:pt x="81739" y="70589"/>
                </a:cubicBezTo>
                <a:cubicBezTo>
                  <a:pt x="79377" y="65602"/>
                  <a:pt x="78460" y="61404"/>
                  <a:pt x="78198" y="53270"/>
                </a:cubicBezTo>
                <a:lnTo>
                  <a:pt x="118609" y="53270"/>
                </a:lnTo>
                <a:cubicBezTo>
                  <a:pt x="117557" y="44741"/>
                  <a:pt x="116246" y="40937"/>
                  <a:pt x="112967" y="36737"/>
                </a:cubicBezTo>
                <a:cubicBezTo>
                  <a:pt x="109029" y="32014"/>
                  <a:pt x="102995" y="29259"/>
                  <a:pt x="96172" y="29259"/>
                </a:cubicBezTo>
                <a:cubicBezTo>
                  <a:pt x="89611" y="29259"/>
                  <a:pt x="83445" y="31622"/>
                  <a:pt x="78460" y="36082"/>
                </a:cubicBezTo>
                <a:cubicBezTo>
                  <a:pt x="72292" y="41462"/>
                  <a:pt x="68750" y="50777"/>
                  <a:pt x="68750" y="61536"/>
                </a:cubicBezTo>
                <a:cubicBezTo>
                  <a:pt x="68750" y="79642"/>
                  <a:pt x="78198" y="90926"/>
                  <a:pt x="93285" y="90926"/>
                </a:cubicBezTo>
                <a:cubicBezTo>
                  <a:pt x="105750" y="90926"/>
                  <a:pt x="115589" y="83184"/>
                  <a:pt x="121101" y="69014"/>
                </a:cubicBezTo>
                <a:lnTo>
                  <a:pt x="119001" y="68097"/>
                </a:lnTo>
                <a:moveTo>
                  <a:pt x="78460" y="49071"/>
                </a:moveTo>
                <a:cubicBezTo>
                  <a:pt x="79902" y="38837"/>
                  <a:pt x="84364" y="33982"/>
                  <a:pt x="92366" y="33982"/>
                </a:cubicBezTo>
                <a:cubicBezTo>
                  <a:pt x="100370" y="33982"/>
                  <a:pt x="103519" y="37656"/>
                  <a:pt x="105225" y="49071"/>
                </a:cubicBezTo>
                <a:lnTo>
                  <a:pt x="78460" y="49071"/>
                </a:lnTo>
                <a:close/>
                <a:moveTo>
                  <a:pt x="187621" y="87644"/>
                </a:moveTo>
                <a:cubicBezTo>
                  <a:pt x="180536" y="86465"/>
                  <a:pt x="179879" y="85546"/>
                  <a:pt x="179747" y="76231"/>
                </a:cubicBezTo>
                <a:lnTo>
                  <a:pt x="179747" y="50121"/>
                </a:lnTo>
                <a:cubicBezTo>
                  <a:pt x="179747" y="36345"/>
                  <a:pt x="174368" y="29259"/>
                  <a:pt x="163609" y="29259"/>
                </a:cubicBezTo>
                <a:cubicBezTo>
                  <a:pt x="155869" y="29259"/>
                  <a:pt x="150358" y="32409"/>
                  <a:pt x="144324" y="40281"/>
                </a:cubicBezTo>
                <a:lnTo>
                  <a:pt x="144324" y="394"/>
                </a:lnTo>
                <a:lnTo>
                  <a:pt x="143667" y="0"/>
                </a:lnTo>
                <a:cubicBezTo>
                  <a:pt x="139074" y="1576"/>
                  <a:pt x="135795" y="2625"/>
                  <a:pt x="128578" y="4725"/>
                </a:cubicBezTo>
                <a:lnTo>
                  <a:pt x="125036" y="5774"/>
                </a:lnTo>
                <a:lnTo>
                  <a:pt x="125036" y="7872"/>
                </a:lnTo>
                <a:cubicBezTo>
                  <a:pt x="125561" y="7742"/>
                  <a:pt x="125823" y="7742"/>
                  <a:pt x="126610" y="7742"/>
                </a:cubicBezTo>
                <a:cubicBezTo>
                  <a:pt x="132251" y="7742"/>
                  <a:pt x="133302" y="8791"/>
                  <a:pt x="133302" y="14433"/>
                </a:cubicBezTo>
                <a:lnTo>
                  <a:pt x="133302" y="76231"/>
                </a:lnTo>
                <a:cubicBezTo>
                  <a:pt x="133040" y="85676"/>
                  <a:pt x="132384" y="86727"/>
                  <a:pt x="124904" y="87644"/>
                </a:cubicBezTo>
                <a:lnTo>
                  <a:pt x="124904" y="89612"/>
                </a:lnTo>
                <a:lnTo>
                  <a:pt x="153245" y="89612"/>
                </a:lnTo>
                <a:lnTo>
                  <a:pt x="153245" y="87644"/>
                </a:lnTo>
                <a:cubicBezTo>
                  <a:pt x="145635" y="86990"/>
                  <a:pt x="144586" y="85546"/>
                  <a:pt x="144324" y="76231"/>
                </a:cubicBezTo>
                <a:lnTo>
                  <a:pt x="144324" y="44611"/>
                </a:lnTo>
                <a:cubicBezTo>
                  <a:pt x="149833" y="38575"/>
                  <a:pt x="153769" y="36345"/>
                  <a:pt x="159018" y="36345"/>
                </a:cubicBezTo>
                <a:cubicBezTo>
                  <a:pt x="165447" y="36345"/>
                  <a:pt x="168726" y="41067"/>
                  <a:pt x="168726" y="50253"/>
                </a:cubicBezTo>
                <a:lnTo>
                  <a:pt x="168726" y="76231"/>
                </a:lnTo>
                <a:cubicBezTo>
                  <a:pt x="168464" y="85546"/>
                  <a:pt x="167283" y="86990"/>
                  <a:pt x="159805" y="87644"/>
                </a:cubicBezTo>
                <a:lnTo>
                  <a:pt x="159805" y="89612"/>
                </a:lnTo>
                <a:lnTo>
                  <a:pt x="187621" y="89612"/>
                </a:lnTo>
                <a:lnTo>
                  <a:pt x="187621" y="87644"/>
                </a:lnTo>
                <a:close/>
                <a:moveTo>
                  <a:pt x="247580" y="80954"/>
                </a:moveTo>
                <a:cubicBezTo>
                  <a:pt x="245349" y="82791"/>
                  <a:pt x="243776" y="83446"/>
                  <a:pt x="241808" y="83446"/>
                </a:cubicBezTo>
                <a:cubicBezTo>
                  <a:pt x="238791" y="83446"/>
                  <a:pt x="237872" y="81610"/>
                  <a:pt x="237872" y="75836"/>
                </a:cubicBezTo>
                <a:lnTo>
                  <a:pt x="237872" y="50253"/>
                </a:lnTo>
                <a:cubicBezTo>
                  <a:pt x="237872" y="43430"/>
                  <a:pt x="237215" y="39624"/>
                  <a:pt x="235247" y="36475"/>
                </a:cubicBezTo>
                <a:cubicBezTo>
                  <a:pt x="232360" y="31752"/>
                  <a:pt x="226718" y="29259"/>
                  <a:pt x="218979" y="29259"/>
                </a:cubicBezTo>
                <a:cubicBezTo>
                  <a:pt x="206644" y="29259"/>
                  <a:pt x="196936" y="35688"/>
                  <a:pt x="196936" y="43954"/>
                </a:cubicBezTo>
                <a:cubicBezTo>
                  <a:pt x="196936" y="46971"/>
                  <a:pt x="199429" y="49596"/>
                  <a:pt x="202578" y="49596"/>
                </a:cubicBezTo>
                <a:cubicBezTo>
                  <a:pt x="205725" y="49596"/>
                  <a:pt x="208482" y="46971"/>
                  <a:pt x="208482" y="44084"/>
                </a:cubicBezTo>
                <a:cubicBezTo>
                  <a:pt x="208482" y="43560"/>
                  <a:pt x="208350" y="42905"/>
                  <a:pt x="208220" y="41986"/>
                </a:cubicBezTo>
                <a:cubicBezTo>
                  <a:pt x="207958" y="40805"/>
                  <a:pt x="207825" y="39756"/>
                  <a:pt x="207825" y="38837"/>
                </a:cubicBezTo>
                <a:cubicBezTo>
                  <a:pt x="207825" y="35296"/>
                  <a:pt x="212024" y="32409"/>
                  <a:pt x="217273" y="32409"/>
                </a:cubicBezTo>
                <a:cubicBezTo>
                  <a:pt x="223701" y="32409"/>
                  <a:pt x="227243" y="36212"/>
                  <a:pt x="227243" y="43298"/>
                </a:cubicBezTo>
                <a:lnTo>
                  <a:pt x="227243" y="51302"/>
                </a:lnTo>
                <a:cubicBezTo>
                  <a:pt x="207169" y="59306"/>
                  <a:pt x="204808" y="60485"/>
                  <a:pt x="199167" y="65472"/>
                </a:cubicBezTo>
                <a:cubicBezTo>
                  <a:pt x="196280" y="68097"/>
                  <a:pt x="194442" y="72557"/>
                  <a:pt x="194442" y="76885"/>
                </a:cubicBezTo>
                <a:cubicBezTo>
                  <a:pt x="194442" y="85152"/>
                  <a:pt x="200216" y="90926"/>
                  <a:pt x="208220" y="90926"/>
                </a:cubicBezTo>
                <a:cubicBezTo>
                  <a:pt x="213992" y="90926"/>
                  <a:pt x="219371" y="88171"/>
                  <a:pt x="227375" y="81348"/>
                </a:cubicBezTo>
                <a:cubicBezTo>
                  <a:pt x="228032" y="88301"/>
                  <a:pt x="230392" y="90926"/>
                  <a:pt x="235772" y="90926"/>
                </a:cubicBezTo>
                <a:cubicBezTo>
                  <a:pt x="240232" y="90926"/>
                  <a:pt x="242989" y="89350"/>
                  <a:pt x="247580" y="84365"/>
                </a:cubicBezTo>
                <a:lnTo>
                  <a:pt x="247580" y="80954"/>
                </a:lnTo>
                <a:moveTo>
                  <a:pt x="227243" y="73476"/>
                </a:moveTo>
                <a:cubicBezTo>
                  <a:pt x="227243" y="77412"/>
                  <a:pt x="226588" y="78855"/>
                  <a:pt x="223832" y="80429"/>
                </a:cubicBezTo>
                <a:cubicBezTo>
                  <a:pt x="220552" y="82265"/>
                  <a:pt x="217011" y="83316"/>
                  <a:pt x="214254" y="83316"/>
                </a:cubicBezTo>
                <a:cubicBezTo>
                  <a:pt x="209663" y="83316"/>
                  <a:pt x="205990" y="78855"/>
                  <a:pt x="205990" y="73212"/>
                </a:cubicBezTo>
                <a:lnTo>
                  <a:pt x="205990" y="72687"/>
                </a:lnTo>
                <a:cubicBezTo>
                  <a:pt x="206120" y="64815"/>
                  <a:pt x="211894" y="59830"/>
                  <a:pt x="227243" y="54451"/>
                </a:cubicBezTo>
                <a:lnTo>
                  <a:pt x="227243" y="73476"/>
                </a:lnTo>
                <a:close/>
                <a:moveTo>
                  <a:pt x="310426" y="30571"/>
                </a:moveTo>
                <a:lnTo>
                  <a:pt x="292190" y="30571"/>
                </a:lnTo>
                <a:lnTo>
                  <a:pt x="292190" y="32539"/>
                </a:lnTo>
                <a:cubicBezTo>
                  <a:pt x="296388" y="32933"/>
                  <a:pt x="298356" y="34245"/>
                  <a:pt x="298356" y="36737"/>
                </a:cubicBezTo>
                <a:cubicBezTo>
                  <a:pt x="298356" y="38050"/>
                  <a:pt x="298094" y="39362"/>
                  <a:pt x="297569" y="40675"/>
                </a:cubicBezTo>
                <a:lnTo>
                  <a:pt x="284580" y="74655"/>
                </a:lnTo>
                <a:lnTo>
                  <a:pt x="271197" y="41067"/>
                </a:lnTo>
                <a:cubicBezTo>
                  <a:pt x="270410" y="39232"/>
                  <a:pt x="270016" y="37394"/>
                  <a:pt x="270016" y="36212"/>
                </a:cubicBezTo>
                <a:cubicBezTo>
                  <a:pt x="270016" y="33852"/>
                  <a:pt x="271459" y="32933"/>
                  <a:pt x="276052" y="32539"/>
                </a:cubicBezTo>
                <a:lnTo>
                  <a:pt x="276052" y="30571"/>
                </a:lnTo>
                <a:lnTo>
                  <a:pt x="250336" y="30571"/>
                </a:lnTo>
                <a:lnTo>
                  <a:pt x="250336" y="32539"/>
                </a:lnTo>
                <a:cubicBezTo>
                  <a:pt x="255321" y="32801"/>
                  <a:pt x="256240" y="34114"/>
                  <a:pt x="262274" y="47628"/>
                </a:cubicBezTo>
                <a:lnTo>
                  <a:pt x="278020" y="85284"/>
                </a:lnTo>
                <a:cubicBezTo>
                  <a:pt x="278282" y="86071"/>
                  <a:pt x="278674" y="86990"/>
                  <a:pt x="279069" y="88039"/>
                </a:cubicBezTo>
                <a:cubicBezTo>
                  <a:pt x="279463" y="89088"/>
                  <a:pt x="279855" y="90007"/>
                  <a:pt x="280250" y="90663"/>
                </a:cubicBezTo>
                <a:cubicBezTo>
                  <a:pt x="280512" y="91188"/>
                  <a:pt x="281037" y="91450"/>
                  <a:pt x="281431" y="91450"/>
                </a:cubicBezTo>
                <a:cubicBezTo>
                  <a:pt x="282218" y="91450"/>
                  <a:pt x="283137" y="89744"/>
                  <a:pt x="285105" y="84890"/>
                </a:cubicBezTo>
                <a:lnTo>
                  <a:pt x="301898" y="42773"/>
                </a:lnTo>
                <a:cubicBezTo>
                  <a:pt x="305704" y="33852"/>
                  <a:pt x="306490" y="32933"/>
                  <a:pt x="310426" y="32539"/>
                </a:cubicBezTo>
                <a:lnTo>
                  <a:pt x="310426" y="30571"/>
                </a:lnTo>
                <a:close/>
                <a:moveTo>
                  <a:pt x="315806" y="89612"/>
                </a:moveTo>
                <a:lnTo>
                  <a:pt x="346901" y="89612"/>
                </a:lnTo>
                <a:lnTo>
                  <a:pt x="346901" y="87644"/>
                </a:lnTo>
                <a:cubicBezTo>
                  <a:pt x="338242" y="86990"/>
                  <a:pt x="337323" y="85808"/>
                  <a:pt x="337191" y="76231"/>
                </a:cubicBezTo>
                <a:lnTo>
                  <a:pt x="337191" y="29652"/>
                </a:lnTo>
                <a:lnTo>
                  <a:pt x="336667" y="29259"/>
                </a:lnTo>
                <a:lnTo>
                  <a:pt x="316330" y="36475"/>
                </a:lnTo>
                <a:lnTo>
                  <a:pt x="316330" y="38443"/>
                </a:lnTo>
                <a:lnTo>
                  <a:pt x="317381" y="38313"/>
                </a:lnTo>
                <a:cubicBezTo>
                  <a:pt x="318955" y="38050"/>
                  <a:pt x="320528" y="37918"/>
                  <a:pt x="321842" y="37918"/>
                </a:cubicBezTo>
                <a:cubicBezTo>
                  <a:pt x="324991" y="37918"/>
                  <a:pt x="326170" y="40018"/>
                  <a:pt x="326170" y="45790"/>
                </a:cubicBezTo>
                <a:lnTo>
                  <a:pt x="326170" y="76231"/>
                </a:lnTo>
                <a:cubicBezTo>
                  <a:pt x="325908" y="85939"/>
                  <a:pt x="324729" y="87252"/>
                  <a:pt x="315806" y="87644"/>
                </a:cubicBezTo>
                <a:lnTo>
                  <a:pt x="315806" y="89612"/>
                </a:lnTo>
                <a:moveTo>
                  <a:pt x="330500" y="0"/>
                </a:moveTo>
                <a:cubicBezTo>
                  <a:pt x="326959" y="0"/>
                  <a:pt x="323940" y="3019"/>
                  <a:pt x="323940" y="6693"/>
                </a:cubicBezTo>
                <a:cubicBezTo>
                  <a:pt x="323940" y="10497"/>
                  <a:pt x="326827" y="13383"/>
                  <a:pt x="330500" y="13383"/>
                </a:cubicBezTo>
                <a:cubicBezTo>
                  <a:pt x="334436" y="13383"/>
                  <a:pt x="337323" y="10497"/>
                  <a:pt x="337323" y="6693"/>
                </a:cubicBezTo>
                <a:cubicBezTo>
                  <a:pt x="337323" y="2887"/>
                  <a:pt x="334306" y="0"/>
                  <a:pt x="330500" y="0"/>
                </a:cubicBezTo>
                <a:close/>
                <a:moveTo>
                  <a:pt x="383377" y="29259"/>
                </a:moveTo>
                <a:cubicBezTo>
                  <a:pt x="366188" y="29259"/>
                  <a:pt x="354380" y="41854"/>
                  <a:pt x="354380" y="59960"/>
                </a:cubicBezTo>
                <a:cubicBezTo>
                  <a:pt x="354380" y="77804"/>
                  <a:pt x="366582" y="90926"/>
                  <a:pt x="383113" y="90926"/>
                </a:cubicBezTo>
                <a:cubicBezTo>
                  <a:pt x="399646" y="90926"/>
                  <a:pt x="412240" y="77150"/>
                  <a:pt x="412240" y="58911"/>
                </a:cubicBezTo>
                <a:cubicBezTo>
                  <a:pt x="412240" y="41592"/>
                  <a:pt x="400170" y="29259"/>
                  <a:pt x="383377" y="29259"/>
                </a:cubicBezTo>
                <a:moveTo>
                  <a:pt x="381672" y="32933"/>
                </a:moveTo>
                <a:cubicBezTo>
                  <a:pt x="392693" y="32933"/>
                  <a:pt x="400433" y="45528"/>
                  <a:pt x="400433" y="63504"/>
                </a:cubicBezTo>
                <a:cubicBezTo>
                  <a:pt x="400433" y="78461"/>
                  <a:pt x="394529" y="87252"/>
                  <a:pt x="384689" y="87252"/>
                </a:cubicBezTo>
                <a:cubicBezTo>
                  <a:pt x="379572" y="87252"/>
                  <a:pt x="374717" y="84103"/>
                  <a:pt x="371962" y="78855"/>
                </a:cubicBezTo>
                <a:cubicBezTo>
                  <a:pt x="368288" y="72033"/>
                  <a:pt x="366188" y="62847"/>
                  <a:pt x="366188" y="53532"/>
                </a:cubicBezTo>
                <a:cubicBezTo>
                  <a:pt x="366188" y="41067"/>
                  <a:pt x="372224" y="32933"/>
                  <a:pt x="381672" y="32933"/>
                </a:cubicBezTo>
                <a:close/>
                <a:moveTo>
                  <a:pt x="417095" y="89612"/>
                </a:moveTo>
                <a:lnTo>
                  <a:pt x="448584" y="89612"/>
                </a:lnTo>
                <a:lnTo>
                  <a:pt x="448584" y="87644"/>
                </a:lnTo>
                <a:cubicBezTo>
                  <a:pt x="439794" y="87382"/>
                  <a:pt x="437693" y="85546"/>
                  <a:pt x="437431" y="77804"/>
                </a:cubicBezTo>
                <a:lnTo>
                  <a:pt x="437431" y="48285"/>
                </a:lnTo>
                <a:cubicBezTo>
                  <a:pt x="437431" y="44084"/>
                  <a:pt x="442943" y="37526"/>
                  <a:pt x="446616" y="37526"/>
                </a:cubicBezTo>
                <a:cubicBezTo>
                  <a:pt x="447403" y="37526"/>
                  <a:pt x="448584" y="38180"/>
                  <a:pt x="450028" y="39494"/>
                </a:cubicBezTo>
                <a:cubicBezTo>
                  <a:pt x="451996" y="41462"/>
                  <a:pt x="453569" y="42116"/>
                  <a:pt x="455275" y="42116"/>
                </a:cubicBezTo>
                <a:cubicBezTo>
                  <a:pt x="458424" y="42116"/>
                  <a:pt x="460392" y="39886"/>
                  <a:pt x="460392" y="36212"/>
                </a:cubicBezTo>
                <a:cubicBezTo>
                  <a:pt x="460392" y="31884"/>
                  <a:pt x="457638" y="29259"/>
                  <a:pt x="453177" y="29259"/>
                </a:cubicBezTo>
                <a:cubicBezTo>
                  <a:pt x="447665" y="29259"/>
                  <a:pt x="443992" y="32146"/>
                  <a:pt x="437431" y="41592"/>
                </a:cubicBezTo>
                <a:lnTo>
                  <a:pt x="437431" y="29522"/>
                </a:lnTo>
                <a:lnTo>
                  <a:pt x="436776" y="29259"/>
                </a:lnTo>
                <a:cubicBezTo>
                  <a:pt x="429429" y="32146"/>
                  <a:pt x="424704" y="33982"/>
                  <a:pt x="417357" y="36345"/>
                </a:cubicBezTo>
                <a:lnTo>
                  <a:pt x="417357" y="38443"/>
                </a:lnTo>
                <a:cubicBezTo>
                  <a:pt x="419195" y="38050"/>
                  <a:pt x="420376" y="37918"/>
                  <a:pt x="421950" y="37918"/>
                </a:cubicBezTo>
                <a:cubicBezTo>
                  <a:pt x="425229" y="37918"/>
                  <a:pt x="426410" y="40018"/>
                  <a:pt x="426410" y="45790"/>
                </a:cubicBezTo>
                <a:lnTo>
                  <a:pt x="426410" y="78591"/>
                </a:lnTo>
                <a:cubicBezTo>
                  <a:pt x="426148" y="85414"/>
                  <a:pt x="425361" y="86203"/>
                  <a:pt x="417095" y="87644"/>
                </a:cubicBezTo>
                <a:lnTo>
                  <a:pt x="417095" y="89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35F70-5A4D-4B1E-A7A6-FC4BE6B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05" y="1812988"/>
            <a:ext cx="7365125" cy="1504595"/>
          </a:xfrm>
          <a:custGeom xmlns:a="http://schemas.openxmlformats.org/drawingml/2006/main">
            <a:pathLst>
              <a:path w="7365125" h="1504595" fill="none">
                <a:moveTo>
                  <a:pt x="0" y="250766"/>
                </a:moveTo>
                <a:cubicBezTo>
                  <a:pt x="0" y="112229"/>
                  <a:pt x="112229" y="0"/>
                  <a:pt x="250766" y="0"/>
                </a:cubicBezTo>
                <a:lnTo>
                  <a:pt x="7114359" y="0"/>
                </a:lnTo>
                <a:cubicBezTo>
                  <a:pt x="7252896" y="0"/>
                  <a:pt x="7365125" y="112229"/>
                  <a:pt x="7365125" y="250766"/>
                </a:cubicBezTo>
                <a:lnTo>
                  <a:pt x="7365125" y="1253819"/>
                </a:lnTo>
                <a:cubicBezTo>
                  <a:pt x="7365125" y="1392319"/>
                  <a:pt x="7252896" y="1504595"/>
                  <a:pt x="7114359" y="1504595"/>
                </a:cubicBezTo>
                <a:lnTo>
                  <a:pt x="250766" y="1504595"/>
                </a:lnTo>
                <a:cubicBezTo>
                  <a:pt x="112229" y="1504595"/>
                  <a:pt x="0" y="1392319"/>
                  <a:pt x="0" y="1253819"/>
                </a:cubicBezTo>
                <a:lnTo>
                  <a:pt x="0" y="2507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FC4AF-C060-479B-8291-3F0688DE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483" y="286004"/>
            <a:ext cx="7634922" cy="3071880"/>
          </a:xfrm>
          <a:custGeom xmlns:a="http://schemas.openxmlformats.org/drawingml/2006/main">
            <a:pathLst>
              <a:path w="7634922" h="3071880" fill="none">
                <a:moveTo>
                  <a:pt x="0" y="3071880"/>
                </a:moveTo>
                <a:lnTo>
                  <a:pt x="7634922" y="3071880"/>
                </a:lnTo>
                <a:lnTo>
                  <a:pt x="7634922" y="0"/>
                </a:lnTo>
                <a:lnTo>
                  <a:pt x="0" y="0"/>
                </a:lnTo>
                <a:lnTo>
                  <a:pt x="0" y="30718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37c80a0614a62"/>
          <a:stretch xmlns:a="http://schemas.openxmlformats.org/drawingml/2006/main"/>
        </p:blipFill>
        <p:spPr>
          <a:xfrm xmlns:a="http://schemas.openxmlformats.org/drawingml/2006/main">
            <a:off x="9056480" y="905642"/>
            <a:ext cx="489217" cy="489217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9C5AD-C974-4E8C-8BDB-0B008F9E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764" y="689580"/>
            <a:ext cx="546404" cy="215875"/>
          </a:xfrm>
          <a:custGeom xmlns:a="http://schemas.openxmlformats.org/drawingml/2006/main">
            <a:pathLst>
              <a:path w="546404" h="215875">
                <a:moveTo>
                  <a:pt x="0" y="0"/>
                </a:moveTo>
                <a:lnTo>
                  <a:pt x="0" y="14553"/>
                </a:lnTo>
                <a:lnTo>
                  <a:pt x="511140" y="14553"/>
                </a:lnTo>
                <a:lnTo>
                  <a:pt x="511140" y="159900"/>
                </a:lnTo>
                <a:lnTo>
                  <a:pt x="490430" y="159900"/>
                </a:lnTo>
                <a:lnTo>
                  <a:pt x="518417" y="215875"/>
                </a:lnTo>
                <a:lnTo>
                  <a:pt x="546404" y="159900"/>
                </a:lnTo>
                <a:lnTo>
                  <a:pt x="525694" y="159900"/>
                </a:lnTo>
                <a:lnTo>
                  <a:pt x="5256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9F71F-7F77-465F-BA6C-B3F94D3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100" y="687341"/>
            <a:ext cx="572246" cy="218860"/>
          </a:xfrm>
          <a:custGeom xmlns:a="http://schemas.openxmlformats.org/drawingml/2006/main">
            <a:pathLst>
              <a:path w="572246" h="218860">
                <a:moveTo>
                  <a:pt x="20711" y="162886"/>
                </a:moveTo>
                <a:lnTo>
                  <a:pt x="0" y="162886"/>
                </a:lnTo>
                <a:lnTo>
                  <a:pt x="27987" y="218860"/>
                </a:lnTo>
                <a:lnTo>
                  <a:pt x="55974" y="162886"/>
                </a:lnTo>
                <a:lnTo>
                  <a:pt x="35264" y="162886"/>
                </a:lnTo>
                <a:lnTo>
                  <a:pt x="35264" y="14553"/>
                </a:lnTo>
                <a:lnTo>
                  <a:pt x="572246" y="14553"/>
                </a:lnTo>
                <a:lnTo>
                  <a:pt x="572246" y="0"/>
                </a:lnTo>
                <a:lnTo>
                  <a:pt x="20711" y="0"/>
                </a:lnTo>
                <a:lnTo>
                  <a:pt x="20711" y="162886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32B26-708B-436B-A4B9-E5F51F4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31" y="555241"/>
            <a:ext cx="803794" cy="214942"/>
          </a:xfrm>
          <a:custGeom xmlns:a="http://schemas.openxmlformats.org/drawingml/2006/main">
            <a:pathLst>
              <a:path w="803794" h="214942">
                <a:moveTo>
                  <a:pt x="0" y="214942"/>
                </a:moveTo>
                <a:lnTo>
                  <a:pt x="0" y="0"/>
                </a:lnTo>
                <a:lnTo>
                  <a:pt x="803794" y="0"/>
                </a:lnTo>
                <a:lnTo>
                  <a:pt x="803794" y="214942"/>
                </a:lnTo>
                <a:lnTo>
                  <a:pt x="0" y="2149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9A37B-DFFB-4E23-9148-7B63FE52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31" y="555241"/>
            <a:ext cx="803794" cy="214942"/>
          </a:xfrm>
          <a:custGeom xmlns:a="http://schemas.openxmlformats.org/drawingml/2006/main">
            <a:pathLst>
              <a:path w="803794" h="214942" fill="none">
                <a:moveTo>
                  <a:pt x="0" y="214942"/>
                </a:moveTo>
                <a:lnTo>
                  <a:pt x="803794" y="214942"/>
                </a:lnTo>
                <a:lnTo>
                  <a:pt x="803794" y="0"/>
                </a:lnTo>
                <a:lnTo>
                  <a:pt x="0" y="0"/>
                </a:lnTo>
                <a:lnTo>
                  <a:pt x="0" y="2149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56" cap="flat">
            <a:solidFill>
              <a:srgbClr val="000000"/>
            </a:solidFill>
            <a:miter/>
          </a:ln>
        </p:spPr>
      </p:sp>
      <p:sp>
        <p:nvSpPr>
          <p:cNvPr id="48" name="Text Comparison">
            <a:extLst xmlns:a="http://schemas.openxmlformats.org/drawingml/2006/main">
              <a:ext uri="{FF2B5EF4-FFF2-40B4-BE49-F238E27FC236}">
                <a16:creationId xmlns:a16="http://schemas.microsoft.com/office/drawing/2014/main" id="{4DD82AD6-400F-45F8-997E-4069918F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021" y="621391"/>
            <a:ext cx="634600" cy="117884"/>
          </a:xfrm>
          <a:custGeom xmlns:a="http://schemas.openxmlformats.org/drawingml/2006/main">
            <a:pathLst>
              <a:path w="634600" h="117884">
                <a:moveTo>
                  <a:pt x="77540" y="30389"/>
                </a:moveTo>
                <a:lnTo>
                  <a:pt x="76361" y="917"/>
                </a:lnTo>
                <a:lnTo>
                  <a:pt x="73610" y="917"/>
                </a:lnTo>
                <a:cubicBezTo>
                  <a:pt x="72825" y="3667"/>
                  <a:pt x="70729" y="5240"/>
                  <a:pt x="68108" y="5240"/>
                </a:cubicBezTo>
                <a:cubicBezTo>
                  <a:pt x="66929" y="5240"/>
                  <a:pt x="64965" y="4847"/>
                  <a:pt x="63000" y="4191"/>
                </a:cubicBezTo>
                <a:cubicBezTo>
                  <a:pt x="56582" y="1965"/>
                  <a:pt x="50033" y="917"/>
                  <a:pt x="43877" y="917"/>
                </a:cubicBezTo>
                <a:cubicBezTo>
                  <a:pt x="33137" y="917"/>
                  <a:pt x="22266" y="4979"/>
                  <a:pt x="14144" y="12181"/>
                </a:cubicBezTo>
                <a:cubicBezTo>
                  <a:pt x="4977" y="20302"/>
                  <a:pt x="0" y="32353"/>
                  <a:pt x="0" y="46761"/>
                </a:cubicBezTo>
                <a:cubicBezTo>
                  <a:pt x="0" y="73481"/>
                  <a:pt x="17420" y="91294"/>
                  <a:pt x="43486" y="91294"/>
                </a:cubicBezTo>
                <a:cubicBezTo>
                  <a:pt x="58285" y="91294"/>
                  <a:pt x="71384" y="85268"/>
                  <a:pt x="79243" y="74660"/>
                </a:cubicBezTo>
                <a:lnTo>
                  <a:pt x="76884" y="72301"/>
                </a:lnTo>
                <a:cubicBezTo>
                  <a:pt x="67323" y="81601"/>
                  <a:pt x="58547" y="85530"/>
                  <a:pt x="47677" y="85530"/>
                </a:cubicBezTo>
                <a:cubicBezTo>
                  <a:pt x="39424" y="85530"/>
                  <a:pt x="32090" y="82912"/>
                  <a:pt x="26457" y="77933"/>
                </a:cubicBezTo>
                <a:cubicBezTo>
                  <a:pt x="19253" y="71516"/>
                  <a:pt x="15193" y="59728"/>
                  <a:pt x="15193" y="45058"/>
                </a:cubicBezTo>
                <a:cubicBezTo>
                  <a:pt x="15193" y="21351"/>
                  <a:pt x="27375" y="6158"/>
                  <a:pt x="46366" y="6158"/>
                </a:cubicBezTo>
                <a:cubicBezTo>
                  <a:pt x="53832" y="6158"/>
                  <a:pt x="60644" y="8908"/>
                  <a:pt x="65882" y="14016"/>
                </a:cubicBezTo>
                <a:cubicBezTo>
                  <a:pt x="70073" y="18207"/>
                  <a:pt x="72038" y="21875"/>
                  <a:pt x="74528" y="30389"/>
                </a:cubicBezTo>
                <a:lnTo>
                  <a:pt x="77540" y="30389"/>
                </a:lnTo>
                <a:close/>
                <a:moveTo>
                  <a:pt x="116443" y="29210"/>
                </a:moveTo>
                <a:cubicBezTo>
                  <a:pt x="99283" y="29210"/>
                  <a:pt x="87495" y="41783"/>
                  <a:pt x="87495" y="59858"/>
                </a:cubicBezTo>
                <a:cubicBezTo>
                  <a:pt x="87495" y="77672"/>
                  <a:pt x="99676" y="90770"/>
                  <a:pt x="116179" y="90770"/>
                </a:cubicBezTo>
                <a:cubicBezTo>
                  <a:pt x="132683" y="90770"/>
                  <a:pt x="145256" y="77018"/>
                  <a:pt x="145256" y="58811"/>
                </a:cubicBezTo>
                <a:cubicBezTo>
                  <a:pt x="145256" y="41521"/>
                  <a:pt x="133207" y="29210"/>
                  <a:pt x="116443" y="29210"/>
                </a:cubicBezTo>
                <a:moveTo>
                  <a:pt x="114740" y="32877"/>
                </a:moveTo>
                <a:cubicBezTo>
                  <a:pt x="125742" y="32877"/>
                  <a:pt x="133469" y="45450"/>
                  <a:pt x="133469" y="63396"/>
                </a:cubicBezTo>
                <a:cubicBezTo>
                  <a:pt x="133469" y="78327"/>
                  <a:pt x="127575" y="87103"/>
                  <a:pt x="117752" y="87103"/>
                </a:cubicBezTo>
                <a:cubicBezTo>
                  <a:pt x="112643" y="87103"/>
                  <a:pt x="107797" y="83959"/>
                  <a:pt x="105047" y="78721"/>
                </a:cubicBezTo>
                <a:cubicBezTo>
                  <a:pt x="101379" y="71910"/>
                  <a:pt x="99283" y="62740"/>
                  <a:pt x="99283" y="53441"/>
                </a:cubicBezTo>
                <a:cubicBezTo>
                  <a:pt x="99283" y="40997"/>
                  <a:pt x="105308" y="32877"/>
                  <a:pt x="114740" y="32877"/>
                </a:cubicBezTo>
                <a:close/>
                <a:moveTo>
                  <a:pt x="151675" y="89459"/>
                </a:moveTo>
                <a:lnTo>
                  <a:pt x="180752" y="89459"/>
                </a:lnTo>
                <a:lnTo>
                  <a:pt x="180752" y="87495"/>
                </a:lnTo>
                <a:cubicBezTo>
                  <a:pt x="174073" y="87365"/>
                  <a:pt x="171976" y="85924"/>
                  <a:pt x="171846" y="80686"/>
                </a:cubicBezTo>
                <a:lnTo>
                  <a:pt x="171846" y="43747"/>
                </a:lnTo>
                <a:cubicBezTo>
                  <a:pt x="171846" y="43486"/>
                  <a:pt x="172894" y="42176"/>
                  <a:pt x="173811" y="41259"/>
                </a:cubicBezTo>
                <a:cubicBezTo>
                  <a:pt x="177085" y="38247"/>
                  <a:pt x="182717" y="36021"/>
                  <a:pt x="187302" y="36021"/>
                </a:cubicBezTo>
                <a:cubicBezTo>
                  <a:pt x="193064" y="36021"/>
                  <a:pt x="195946" y="40606"/>
                  <a:pt x="195946" y="49773"/>
                </a:cubicBezTo>
                <a:lnTo>
                  <a:pt x="195946" y="78195"/>
                </a:lnTo>
                <a:cubicBezTo>
                  <a:pt x="195684" y="85662"/>
                  <a:pt x="194375" y="87103"/>
                  <a:pt x="187040" y="87495"/>
                </a:cubicBezTo>
                <a:lnTo>
                  <a:pt x="187040" y="89459"/>
                </a:lnTo>
                <a:lnTo>
                  <a:pt x="216379" y="89459"/>
                </a:lnTo>
                <a:lnTo>
                  <a:pt x="216379" y="87495"/>
                </a:lnTo>
                <a:cubicBezTo>
                  <a:pt x="209044" y="87495"/>
                  <a:pt x="207210" y="85400"/>
                  <a:pt x="206948" y="77018"/>
                </a:cubicBezTo>
                <a:lnTo>
                  <a:pt x="206948" y="44009"/>
                </a:lnTo>
                <a:cubicBezTo>
                  <a:pt x="210877" y="38377"/>
                  <a:pt x="215070" y="36021"/>
                  <a:pt x="221226" y="36021"/>
                </a:cubicBezTo>
                <a:cubicBezTo>
                  <a:pt x="228691" y="36021"/>
                  <a:pt x="231049" y="39556"/>
                  <a:pt x="231049" y="50429"/>
                </a:cubicBezTo>
                <a:lnTo>
                  <a:pt x="231049" y="78065"/>
                </a:lnTo>
                <a:cubicBezTo>
                  <a:pt x="230787" y="85792"/>
                  <a:pt x="230002" y="86709"/>
                  <a:pt x="222405" y="87495"/>
                </a:cubicBezTo>
                <a:lnTo>
                  <a:pt x="222405" y="89459"/>
                </a:lnTo>
                <a:lnTo>
                  <a:pt x="251089" y="89459"/>
                </a:lnTo>
                <a:lnTo>
                  <a:pt x="251089" y="87495"/>
                </a:lnTo>
                <a:lnTo>
                  <a:pt x="247683" y="87233"/>
                </a:lnTo>
                <a:cubicBezTo>
                  <a:pt x="243492" y="86579"/>
                  <a:pt x="242051" y="84615"/>
                  <a:pt x="242051" y="79506"/>
                </a:cubicBezTo>
                <a:lnTo>
                  <a:pt x="242051" y="52523"/>
                </a:lnTo>
                <a:cubicBezTo>
                  <a:pt x="242051" y="37068"/>
                  <a:pt x="236943" y="29210"/>
                  <a:pt x="226858" y="29210"/>
                </a:cubicBezTo>
                <a:cubicBezTo>
                  <a:pt x="219261" y="29210"/>
                  <a:pt x="212580" y="32615"/>
                  <a:pt x="205507" y="40212"/>
                </a:cubicBezTo>
                <a:cubicBezTo>
                  <a:pt x="203151" y="32745"/>
                  <a:pt x="198698" y="29210"/>
                  <a:pt x="191625" y="29210"/>
                </a:cubicBezTo>
                <a:cubicBezTo>
                  <a:pt x="185729" y="29210"/>
                  <a:pt x="182193" y="30912"/>
                  <a:pt x="171321" y="39295"/>
                </a:cubicBezTo>
                <a:lnTo>
                  <a:pt x="171321" y="29471"/>
                </a:lnTo>
                <a:lnTo>
                  <a:pt x="170405" y="29210"/>
                </a:lnTo>
                <a:cubicBezTo>
                  <a:pt x="163462" y="31698"/>
                  <a:pt x="159009" y="33139"/>
                  <a:pt x="152068" y="35103"/>
                </a:cubicBezTo>
                <a:lnTo>
                  <a:pt x="152068" y="37330"/>
                </a:lnTo>
                <a:cubicBezTo>
                  <a:pt x="153639" y="36938"/>
                  <a:pt x="154818" y="36806"/>
                  <a:pt x="156259" y="36806"/>
                </a:cubicBezTo>
                <a:cubicBezTo>
                  <a:pt x="159665" y="36806"/>
                  <a:pt x="160844" y="38903"/>
                  <a:pt x="160844" y="45188"/>
                </a:cubicBezTo>
                <a:lnTo>
                  <a:pt x="160844" y="78327"/>
                </a:lnTo>
                <a:cubicBezTo>
                  <a:pt x="160582" y="85662"/>
                  <a:pt x="158879" y="87495"/>
                  <a:pt x="151675" y="87495"/>
                </a:cubicBezTo>
                <a:lnTo>
                  <a:pt x="151675" y="89459"/>
                </a:lnTo>
                <a:close/>
                <a:moveTo>
                  <a:pt x="249909" y="117884"/>
                </a:moveTo>
                <a:lnTo>
                  <a:pt x="281607" y="117884"/>
                </a:lnTo>
                <a:lnTo>
                  <a:pt x="281607" y="115525"/>
                </a:lnTo>
                <a:cubicBezTo>
                  <a:pt x="271784" y="115395"/>
                  <a:pt x="270211" y="114084"/>
                  <a:pt x="270081" y="105702"/>
                </a:cubicBezTo>
                <a:lnTo>
                  <a:pt x="270081" y="85138"/>
                </a:lnTo>
                <a:cubicBezTo>
                  <a:pt x="274796" y="89459"/>
                  <a:pt x="277808" y="90770"/>
                  <a:pt x="283310" y="90770"/>
                </a:cubicBezTo>
                <a:cubicBezTo>
                  <a:pt x="298897" y="90770"/>
                  <a:pt x="310815" y="76101"/>
                  <a:pt x="310815" y="57108"/>
                </a:cubicBezTo>
                <a:cubicBezTo>
                  <a:pt x="310815" y="40867"/>
                  <a:pt x="301647" y="29210"/>
                  <a:pt x="288942" y="29210"/>
                </a:cubicBezTo>
                <a:cubicBezTo>
                  <a:pt x="281607" y="29210"/>
                  <a:pt x="275843" y="32353"/>
                  <a:pt x="270081" y="39556"/>
                </a:cubicBezTo>
                <a:lnTo>
                  <a:pt x="270081" y="29471"/>
                </a:lnTo>
                <a:lnTo>
                  <a:pt x="269296" y="29210"/>
                </a:lnTo>
                <a:cubicBezTo>
                  <a:pt x="262223" y="31960"/>
                  <a:pt x="257638" y="33662"/>
                  <a:pt x="250433" y="35889"/>
                </a:cubicBezTo>
                <a:lnTo>
                  <a:pt x="250433" y="37985"/>
                </a:lnTo>
                <a:cubicBezTo>
                  <a:pt x="251612" y="37854"/>
                  <a:pt x="252397" y="37854"/>
                  <a:pt x="253708" y="37854"/>
                </a:cubicBezTo>
                <a:cubicBezTo>
                  <a:pt x="258161" y="37854"/>
                  <a:pt x="259079" y="39165"/>
                  <a:pt x="259079" y="45320"/>
                </a:cubicBezTo>
                <a:lnTo>
                  <a:pt x="259079" y="106619"/>
                </a:lnTo>
                <a:cubicBezTo>
                  <a:pt x="259079" y="113561"/>
                  <a:pt x="257638" y="114872"/>
                  <a:pt x="249909" y="115657"/>
                </a:cubicBezTo>
                <a:lnTo>
                  <a:pt x="249909" y="117884"/>
                </a:lnTo>
                <a:moveTo>
                  <a:pt x="270081" y="45712"/>
                </a:moveTo>
                <a:cubicBezTo>
                  <a:pt x="270081" y="41783"/>
                  <a:pt x="277416" y="37068"/>
                  <a:pt x="283440" y="37068"/>
                </a:cubicBezTo>
                <a:cubicBezTo>
                  <a:pt x="293133" y="37068"/>
                  <a:pt x="299550" y="47023"/>
                  <a:pt x="299550" y="62348"/>
                </a:cubicBezTo>
                <a:cubicBezTo>
                  <a:pt x="299550" y="76754"/>
                  <a:pt x="293133" y="86579"/>
                  <a:pt x="283704" y="86579"/>
                </a:cubicBezTo>
                <a:cubicBezTo>
                  <a:pt x="277546" y="86579"/>
                  <a:pt x="270081" y="81863"/>
                  <a:pt x="270081" y="77933"/>
                </a:cubicBezTo>
                <a:lnTo>
                  <a:pt x="270081" y="45712"/>
                </a:lnTo>
                <a:close/>
                <a:moveTo>
                  <a:pt x="373031" y="80815"/>
                </a:moveTo>
                <a:cubicBezTo>
                  <a:pt x="370804" y="82650"/>
                  <a:pt x="369233" y="83304"/>
                  <a:pt x="367269" y="83304"/>
                </a:cubicBezTo>
                <a:cubicBezTo>
                  <a:pt x="364257" y="83304"/>
                  <a:pt x="363340" y="81471"/>
                  <a:pt x="363340" y="75707"/>
                </a:cubicBezTo>
                <a:lnTo>
                  <a:pt x="363340" y="50167"/>
                </a:lnTo>
                <a:cubicBezTo>
                  <a:pt x="363340" y="43356"/>
                  <a:pt x="362684" y="39556"/>
                  <a:pt x="360719" y="36413"/>
                </a:cubicBezTo>
                <a:cubicBezTo>
                  <a:pt x="357837" y="31698"/>
                  <a:pt x="352205" y="29210"/>
                  <a:pt x="344479" y="29210"/>
                </a:cubicBezTo>
                <a:cubicBezTo>
                  <a:pt x="332165" y="29210"/>
                  <a:pt x="322474" y="35627"/>
                  <a:pt x="322474" y="43879"/>
                </a:cubicBezTo>
                <a:cubicBezTo>
                  <a:pt x="322474" y="46891"/>
                  <a:pt x="324962" y="49511"/>
                  <a:pt x="328106" y="49511"/>
                </a:cubicBezTo>
                <a:cubicBezTo>
                  <a:pt x="331248" y="49511"/>
                  <a:pt x="334000" y="46891"/>
                  <a:pt x="334000" y="44009"/>
                </a:cubicBezTo>
                <a:cubicBezTo>
                  <a:pt x="334000" y="43486"/>
                  <a:pt x="333868" y="42832"/>
                  <a:pt x="333738" y="41915"/>
                </a:cubicBezTo>
                <a:cubicBezTo>
                  <a:pt x="333476" y="40735"/>
                  <a:pt x="333345" y="39688"/>
                  <a:pt x="333345" y="38771"/>
                </a:cubicBezTo>
                <a:cubicBezTo>
                  <a:pt x="333345" y="35235"/>
                  <a:pt x="337536" y="32353"/>
                  <a:pt x="342776" y="32353"/>
                </a:cubicBezTo>
                <a:cubicBezTo>
                  <a:pt x="349193" y="32353"/>
                  <a:pt x="352729" y="36151"/>
                  <a:pt x="352729" y="43224"/>
                </a:cubicBezTo>
                <a:lnTo>
                  <a:pt x="352729" y="51214"/>
                </a:lnTo>
                <a:cubicBezTo>
                  <a:pt x="332689" y="59205"/>
                  <a:pt x="330333" y="60382"/>
                  <a:pt x="324701" y="65360"/>
                </a:cubicBezTo>
                <a:cubicBezTo>
                  <a:pt x="321819" y="67980"/>
                  <a:pt x="319984" y="72433"/>
                  <a:pt x="319984" y="76754"/>
                </a:cubicBezTo>
                <a:cubicBezTo>
                  <a:pt x="319984" y="85007"/>
                  <a:pt x="325748" y="90770"/>
                  <a:pt x="333738" y="90770"/>
                </a:cubicBezTo>
                <a:cubicBezTo>
                  <a:pt x="339500" y="90770"/>
                  <a:pt x="344870" y="88020"/>
                  <a:pt x="352861" y="81209"/>
                </a:cubicBezTo>
                <a:cubicBezTo>
                  <a:pt x="353516" y="88150"/>
                  <a:pt x="355873" y="90770"/>
                  <a:pt x="361243" y="90770"/>
                </a:cubicBezTo>
                <a:cubicBezTo>
                  <a:pt x="365696" y="90770"/>
                  <a:pt x="368448" y="89198"/>
                  <a:pt x="373031" y="84221"/>
                </a:cubicBezTo>
                <a:lnTo>
                  <a:pt x="373031" y="80815"/>
                </a:lnTo>
                <a:moveTo>
                  <a:pt x="352729" y="73351"/>
                </a:moveTo>
                <a:cubicBezTo>
                  <a:pt x="352729" y="77280"/>
                  <a:pt x="352075" y="78721"/>
                  <a:pt x="349323" y="80292"/>
                </a:cubicBezTo>
                <a:cubicBezTo>
                  <a:pt x="346050" y="82125"/>
                  <a:pt x="342514" y="83174"/>
                  <a:pt x="339762" y="83174"/>
                </a:cubicBezTo>
                <a:cubicBezTo>
                  <a:pt x="335179" y="83174"/>
                  <a:pt x="331512" y="78721"/>
                  <a:pt x="331512" y="73087"/>
                </a:cubicBezTo>
                <a:lnTo>
                  <a:pt x="331512" y="72563"/>
                </a:lnTo>
                <a:cubicBezTo>
                  <a:pt x="331642" y="64705"/>
                  <a:pt x="337406" y="59728"/>
                  <a:pt x="352729" y="54358"/>
                </a:cubicBezTo>
                <a:lnTo>
                  <a:pt x="352729" y="73351"/>
                </a:lnTo>
                <a:close/>
                <a:moveTo>
                  <a:pt x="373948" y="89459"/>
                </a:moveTo>
                <a:lnTo>
                  <a:pt x="405384" y="89459"/>
                </a:lnTo>
                <a:lnTo>
                  <a:pt x="405384" y="87495"/>
                </a:lnTo>
                <a:cubicBezTo>
                  <a:pt x="396608" y="87233"/>
                  <a:pt x="394511" y="85400"/>
                  <a:pt x="394249" y="77672"/>
                </a:cubicBezTo>
                <a:lnTo>
                  <a:pt x="394249" y="48202"/>
                </a:lnTo>
                <a:cubicBezTo>
                  <a:pt x="394249" y="44009"/>
                  <a:pt x="399751" y="37462"/>
                  <a:pt x="403419" y="37462"/>
                </a:cubicBezTo>
                <a:cubicBezTo>
                  <a:pt x="404204" y="37462"/>
                  <a:pt x="405384" y="38115"/>
                  <a:pt x="406825" y="39426"/>
                </a:cubicBezTo>
                <a:cubicBezTo>
                  <a:pt x="408789" y="41391"/>
                  <a:pt x="410360" y="42045"/>
                  <a:pt x="412063" y="42045"/>
                </a:cubicBezTo>
                <a:cubicBezTo>
                  <a:pt x="415207" y="42045"/>
                  <a:pt x="417171" y="39818"/>
                  <a:pt x="417171" y="36151"/>
                </a:cubicBezTo>
                <a:cubicBezTo>
                  <a:pt x="417171" y="31830"/>
                  <a:pt x="414421" y="29210"/>
                  <a:pt x="409968" y="29210"/>
                </a:cubicBezTo>
                <a:cubicBezTo>
                  <a:pt x="404466" y="29210"/>
                  <a:pt x="400799" y="32092"/>
                  <a:pt x="394249" y="41521"/>
                </a:cubicBezTo>
                <a:lnTo>
                  <a:pt x="394249" y="29471"/>
                </a:lnTo>
                <a:lnTo>
                  <a:pt x="393596" y="29210"/>
                </a:lnTo>
                <a:cubicBezTo>
                  <a:pt x="386261" y="32092"/>
                  <a:pt x="381544" y="33924"/>
                  <a:pt x="374209" y="36283"/>
                </a:cubicBezTo>
                <a:lnTo>
                  <a:pt x="374209" y="38377"/>
                </a:lnTo>
                <a:cubicBezTo>
                  <a:pt x="376044" y="37985"/>
                  <a:pt x="377223" y="37854"/>
                  <a:pt x="378794" y="37854"/>
                </a:cubicBezTo>
                <a:cubicBezTo>
                  <a:pt x="382068" y="37854"/>
                  <a:pt x="383247" y="39950"/>
                  <a:pt x="383247" y="45712"/>
                </a:cubicBezTo>
                <a:lnTo>
                  <a:pt x="383247" y="78457"/>
                </a:lnTo>
                <a:cubicBezTo>
                  <a:pt x="382985" y="85268"/>
                  <a:pt x="382200" y="86056"/>
                  <a:pt x="373948" y="87495"/>
                </a:cubicBezTo>
                <a:lnTo>
                  <a:pt x="373948" y="89459"/>
                </a:lnTo>
                <a:close/>
                <a:moveTo>
                  <a:pt x="419005" y="89459"/>
                </a:moveTo>
                <a:lnTo>
                  <a:pt x="450048" y="89459"/>
                </a:lnTo>
                <a:lnTo>
                  <a:pt x="450048" y="87495"/>
                </a:lnTo>
                <a:cubicBezTo>
                  <a:pt x="441404" y="86841"/>
                  <a:pt x="440486" y="85662"/>
                  <a:pt x="440354" y="76101"/>
                </a:cubicBezTo>
                <a:lnTo>
                  <a:pt x="440354" y="29601"/>
                </a:lnTo>
                <a:lnTo>
                  <a:pt x="439831" y="29210"/>
                </a:lnTo>
                <a:lnTo>
                  <a:pt x="419529" y="36413"/>
                </a:lnTo>
                <a:lnTo>
                  <a:pt x="419529" y="38377"/>
                </a:lnTo>
                <a:lnTo>
                  <a:pt x="420578" y="38247"/>
                </a:lnTo>
                <a:cubicBezTo>
                  <a:pt x="422149" y="37985"/>
                  <a:pt x="423720" y="37854"/>
                  <a:pt x="425031" y="37854"/>
                </a:cubicBezTo>
                <a:cubicBezTo>
                  <a:pt x="428175" y="37854"/>
                  <a:pt x="429352" y="39950"/>
                  <a:pt x="429352" y="45712"/>
                </a:cubicBezTo>
                <a:lnTo>
                  <a:pt x="429352" y="76101"/>
                </a:lnTo>
                <a:cubicBezTo>
                  <a:pt x="429090" y="85792"/>
                  <a:pt x="427913" y="87103"/>
                  <a:pt x="419005" y="87495"/>
                </a:cubicBezTo>
                <a:lnTo>
                  <a:pt x="419005" y="89459"/>
                </a:lnTo>
                <a:moveTo>
                  <a:pt x="433675" y="0"/>
                </a:moveTo>
                <a:cubicBezTo>
                  <a:pt x="430140" y="0"/>
                  <a:pt x="427126" y="3014"/>
                  <a:pt x="427126" y="6681"/>
                </a:cubicBezTo>
                <a:cubicBezTo>
                  <a:pt x="427126" y="10479"/>
                  <a:pt x="430008" y="13361"/>
                  <a:pt x="433675" y="13361"/>
                </a:cubicBezTo>
                <a:cubicBezTo>
                  <a:pt x="437604" y="13361"/>
                  <a:pt x="440486" y="10479"/>
                  <a:pt x="440486" y="6681"/>
                </a:cubicBezTo>
                <a:cubicBezTo>
                  <a:pt x="440486" y="2882"/>
                  <a:pt x="437474" y="0"/>
                  <a:pt x="433675" y="0"/>
                </a:cubicBezTo>
                <a:close/>
                <a:moveTo>
                  <a:pt x="495104" y="48332"/>
                </a:moveTo>
                <a:lnTo>
                  <a:pt x="494580" y="30389"/>
                </a:lnTo>
                <a:lnTo>
                  <a:pt x="493139" y="30389"/>
                </a:lnTo>
                <a:cubicBezTo>
                  <a:pt x="492486" y="31436"/>
                  <a:pt x="491830" y="31830"/>
                  <a:pt x="491045" y="31830"/>
                </a:cubicBezTo>
                <a:cubicBezTo>
                  <a:pt x="490259" y="31830"/>
                  <a:pt x="488948" y="31568"/>
                  <a:pt x="487507" y="30912"/>
                </a:cubicBezTo>
                <a:cubicBezTo>
                  <a:pt x="484495" y="29865"/>
                  <a:pt x="481484" y="29210"/>
                  <a:pt x="478340" y="29210"/>
                </a:cubicBezTo>
                <a:cubicBezTo>
                  <a:pt x="467991" y="29210"/>
                  <a:pt x="460526" y="36021"/>
                  <a:pt x="460526" y="45450"/>
                </a:cubicBezTo>
                <a:cubicBezTo>
                  <a:pt x="460526" y="52785"/>
                  <a:pt x="464717" y="58025"/>
                  <a:pt x="475851" y="64313"/>
                </a:cubicBezTo>
                <a:lnTo>
                  <a:pt x="483448" y="68634"/>
                </a:lnTo>
                <a:cubicBezTo>
                  <a:pt x="488031" y="71254"/>
                  <a:pt x="490259" y="74398"/>
                  <a:pt x="490259" y="78457"/>
                </a:cubicBezTo>
                <a:cubicBezTo>
                  <a:pt x="490259" y="84221"/>
                  <a:pt x="486066" y="87888"/>
                  <a:pt x="479387" y="87888"/>
                </a:cubicBezTo>
                <a:cubicBezTo>
                  <a:pt x="470349" y="87888"/>
                  <a:pt x="465765" y="82912"/>
                  <a:pt x="462753" y="69551"/>
                </a:cubicBezTo>
                <a:lnTo>
                  <a:pt x="460656" y="69551"/>
                </a:lnTo>
                <a:lnTo>
                  <a:pt x="460656" y="89985"/>
                </a:lnTo>
                <a:lnTo>
                  <a:pt x="462359" y="89985"/>
                </a:lnTo>
                <a:cubicBezTo>
                  <a:pt x="463276" y="88674"/>
                  <a:pt x="463800" y="88412"/>
                  <a:pt x="465373" y="88412"/>
                </a:cubicBezTo>
                <a:cubicBezTo>
                  <a:pt x="466814" y="88412"/>
                  <a:pt x="468385" y="88674"/>
                  <a:pt x="471397" y="89459"/>
                </a:cubicBezTo>
                <a:cubicBezTo>
                  <a:pt x="474934" y="90247"/>
                  <a:pt x="478340" y="90770"/>
                  <a:pt x="480958" y="90770"/>
                </a:cubicBezTo>
                <a:cubicBezTo>
                  <a:pt x="491175" y="90770"/>
                  <a:pt x="499427" y="83174"/>
                  <a:pt x="499427" y="74004"/>
                </a:cubicBezTo>
                <a:cubicBezTo>
                  <a:pt x="499427" y="67455"/>
                  <a:pt x="496283" y="63134"/>
                  <a:pt x="488425" y="58417"/>
                </a:cubicBezTo>
                <a:lnTo>
                  <a:pt x="474279" y="50035"/>
                </a:lnTo>
                <a:cubicBezTo>
                  <a:pt x="470611" y="47809"/>
                  <a:pt x="468647" y="44665"/>
                  <a:pt x="468647" y="41129"/>
                </a:cubicBezTo>
                <a:cubicBezTo>
                  <a:pt x="468647" y="35759"/>
                  <a:pt x="472708" y="32221"/>
                  <a:pt x="478731" y="32221"/>
                </a:cubicBezTo>
                <a:cubicBezTo>
                  <a:pt x="486198" y="32221"/>
                  <a:pt x="490128" y="36544"/>
                  <a:pt x="493139" y="48332"/>
                </a:cubicBezTo>
                <a:lnTo>
                  <a:pt x="495104" y="48332"/>
                </a:lnTo>
                <a:close/>
                <a:moveTo>
                  <a:pt x="537936" y="29210"/>
                </a:moveTo>
                <a:cubicBezTo>
                  <a:pt x="520776" y="29210"/>
                  <a:pt x="508988" y="41783"/>
                  <a:pt x="508988" y="59858"/>
                </a:cubicBezTo>
                <a:cubicBezTo>
                  <a:pt x="508988" y="77672"/>
                  <a:pt x="521169" y="90770"/>
                  <a:pt x="537672" y="90770"/>
                </a:cubicBezTo>
                <a:cubicBezTo>
                  <a:pt x="554176" y="90770"/>
                  <a:pt x="566749" y="77018"/>
                  <a:pt x="566749" y="58811"/>
                </a:cubicBezTo>
                <a:cubicBezTo>
                  <a:pt x="566749" y="41521"/>
                  <a:pt x="554700" y="29210"/>
                  <a:pt x="537936" y="29210"/>
                </a:cubicBezTo>
                <a:moveTo>
                  <a:pt x="536233" y="32877"/>
                </a:moveTo>
                <a:cubicBezTo>
                  <a:pt x="547235" y="32877"/>
                  <a:pt x="554962" y="45450"/>
                  <a:pt x="554962" y="63396"/>
                </a:cubicBezTo>
                <a:cubicBezTo>
                  <a:pt x="554962" y="78327"/>
                  <a:pt x="549068" y="87103"/>
                  <a:pt x="539245" y="87103"/>
                </a:cubicBezTo>
                <a:cubicBezTo>
                  <a:pt x="534136" y="87103"/>
                  <a:pt x="529290" y="83959"/>
                  <a:pt x="526540" y="78721"/>
                </a:cubicBezTo>
                <a:cubicBezTo>
                  <a:pt x="522872" y="71910"/>
                  <a:pt x="520776" y="62740"/>
                  <a:pt x="520776" y="53441"/>
                </a:cubicBezTo>
                <a:cubicBezTo>
                  <a:pt x="520776" y="40997"/>
                  <a:pt x="526801" y="32877"/>
                  <a:pt x="536233" y="32877"/>
                </a:cubicBezTo>
                <a:close/>
                <a:moveTo>
                  <a:pt x="573431" y="89459"/>
                </a:moveTo>
                <a:lnTo>
                  <a:pt x="601199" y="89459"/>
                </a:lnTo>
                <a:lnTo>
                  <a:pt x="601199" y="87495"/>
                </a:lnTo>
                <a:cubicBezTo>
                  <a:pt x="594650" y="87103"/>
                  <a:pt x="592553" y="85400"/>
                  <a:pt x="592553" y="80686"/>
                </a:cubicBezTo>
                <a:lnTo>
                  <a:pt x="592553" y="43879"/>
                </a:lnTo>
                <a:cubicBezTo>
                  <a:pt x="598841" y="37985"/>
                  <a:pt x="601723" y="36413"/>
                  <a:pt x="606046" y="36413"/>
                </a:cubicBezTo>
                <a:cubicBezTo>
                  <a:pt x="612463" y="36413"/>
                  <a:pt x="615607" y="40474"/>
                  <a:pt x="615607" y="49118"/>
                </a:cubicBezTo>
                <a:lnTo>
                  <a:pt x="615607" y="76492"/>
                </a:lnTo>
                <a:cubicBezTo>
                  <a:pt x="615345" y="85007"/>
                  <a:pt x="613773" y="87103"/>
                  <a:pt x="607355" y="87495"/>
                </a:cubicBezTo>
                <a:lnTo>
                  <a:pt x="607355" y="89459"/>
                </a:lnTo>
                <a:lnTo>
                  <a:pt x="634600" y="89459"/>
                </a:lnTo>
                <a:lnTo>
                  <a:pt x="634600" y="87495"/>
                </a:lnTo>
                <a:cubicBezTo>
                  <a:pt x="628180" y="86841"/>
                  <a:pt x="626739" y="85268"/>
                  <a:pt x="626610" y="78851"/>
                </a:cubicBezTo>
                <a:lnTo>
                  <a:pt x="626610" y="48856"/>
                </a:lnTo>
                <a:cubicBezTo>
                  <a:pt x="626610" y="36544"/>
                  <a:pt x="620846" y="29210"/>
                  <a:pt x="611154" y="29210"/>
                </a:cubicBezTo>
                <a:cubicBezTo>
                  <a:pt x="605129" y="29210"/>
                  <a:pt x="601067" y="31436"/>
                  <a:pt x="592162" y="39818"/>
                </a:cubicBezTo>
                <a:lnTo>
                  <a:pt x="592162" y="29471"/>
                </a:lnTo>
                <a:lnTo>
                  <a:pt x="591244" y="29210"/>
                </a:lnTo>
                <a:cubicBezTo>
                  <a:pt x="584433" y="31698"/>
                  <a:pt x="579980" y="33139"/>
                  <a:pt x="573169" y="35103"/>
                </a:cubicBezTo>
                <a:lnTo>
                  <a:pt x="573169" y="37330"/>
                </a:lnTo>
                <a:cubicBezTo>
                  <a:pt x="574086" y="36938"/>
                  <a:pt x="575265" y="36806"/>
                  <a:pt x="576706" y="36806"/>
                </a:cubicBezTo>
                <a:cubicBezTo>
                  <a:pt x="580374" y="36806"/>
                  <a:pt x="581551" y="38771"/>
                  <a:pt x="581551" y="45188"/>
                </a:cubicBezTo>
                <a:lnTo>
                  <a:pt x="581551" y="77672"/>
                </a:lnTo>
                <a:cubicBezTo>
                  <a:pt x="581421" y="85400"/>
                  <a:pt x="579980" y="87103"/>
                  <a:pt x="573431" y="87495"/>
                </a:cubicBezTo>
                <a:lnTo>
                  <a:pt x="573431" y="894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31EE0-18F6-498E-A458-2512455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800" y="3004685"/>
            <a:ext cx="2088968" cy="275395"/>
          </a:xfrm>
          <a:custGeom xmlns:a="http://schemas.openxmlformats.org/drawingml/2006/main">
            <a:pathLst>
              <a:path w="2088968" h="275395">
                <a:moveTo>
                  <a:pt x="0" y="45899"/>
                </a:moveTo>
                <a:cubicBezTo>
                  <a:pt x="0" y="20552"/>
                  <a:pt x="20524" y="0"/>
                  <a:pt x="45899" y="0"/>
                </a:cubicBezTo>
                <a:lnTo>
                  <a:pt x="2043069" y="0"/>
                </a:lnTo>
                <a:cubicBezTo>
                  <a:pt x="2068444" y="0"/>
                  <a:pt x="2088968" y="20552"/>
                  <a:pt x="2088968" y="45899"/>
                </a:cubicBezTo>
                <a:lnTo>
                  <a:pt x="2088968" y="229495"/>
                </a:lnTo>
                <a:cubicBezTo>
                  <a:pt x="2088968" y="254843"/>
                  <a:pt x="2068444" y="275395"/>
                  <a:pt x="2043069" y="275395"/>
                </a:cubicBezTo>
                <a:lnTo>
                  <a:pt x="45899" y="275395"/>
                </a:lnTo>
                <a:cubicBezTo>
                  <a:pt x="20524" y="275395"/>
                  <a:pt x="0" y="254843"/>
                  <a:pt x="0" y="229495"/>
                </a:cubicBezTo>
                <a:lnTo>
                  <a:pt x="0" y="45899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Dynamicprocedureexploration">
            <a:extLst xmlns:a="http://schemas.openxmlformats.org/drawingml/2006/main">
              <a:ext uri="{FF2B5EF4-FFF2-40B4-BE49-F238E27FC236}">
                <a16:creationId xmlns:a16="http://schemas.microsoft.com/office/drawing/2014/main" id="{ABC7AA80-44B0-4185-8AED-F86EAC3B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22" y="3094944"/>
            <a:ext cx="1895717" cy="134354"/>
          </a:xfrm>
          <a:custGeom xmlns:a="http://schemas.openxmlformats.org/drawingml/2006/main">
            <a:pathLst>
              <a:path w="1895717" h="134354">
                <a:moveTo>
                  <a:pt x="450021" y="273"/>
                </a:moveTo>
                <a:lnTo>
                  <a:pt x="449559" y="422"/>
                </a:lnTo>
                <a:lnTo>
                  <a:pt x="449108" y="601"/>
                </a:lnTo>
                <a:lnTo>
                  <a:pt x="448671" y="809"/>
                </a:lnTo>
                <a:lnTo>
                  <a:pt x="448249" y="1044"/>
                </a:lnTo>
                <a:lnTo>
                  <a:pt x="447843" y="1306"/>
                </a:lnTo>
                <a:lnTo>
                  <a:pt x="447455" y="1593"/>
                </a:lnTo>
                <a:lnTo>
                  <a:pt x="447084" y="1904"/>
                </a:lnTo>
                <a:lnTo>
                  <a:pt x="446734" y="2238"/>
                </a:lnTo>
                <a:lnTo>
                  <a:pt x="446404" y="2593"/>
                </a:lnTo>
                <a:lnTo>
                  <a:pt x="446097" y="2969"/>
                </a:lnTo>
                <a:lnTo>
                  <a:pt x="445813" y="3365"/>
                </a:lnTo>
                <a:lnTo>
                  <a:pt x="445554" y="3779"/>
                </a:lnTo>
                <a:lnTo>
                  <a:pt x="445320" y="4210"/>
                </a:lnTo>
                <a:lnTo>
                  <a:pt x="445114" y="4657"/>
                </a:lnTo>
                <a:lnTo>
                  <a:pt x="444936" y="5118"/>
                </a:lnTo>
                <a:lnTo>
                  <a:pt x="444788" y="5593"/>
                </a:lnTo>
                <a:lnTo>
                  <a:pt x="444670" y="6081"/>
                </a:lnTo>
                <a:lnTo>
                  <a:pt x="444585" y="6580"/>
                </a:lnTo>
                <a:lnTo>
                  <a:pt x="444533" y="7089"/>
                </a:lnTo>
                <a:lnTo>
                  <a:pt x="444515" y="7606"/>
                </a:lnTo>
                <a:lnTo>
                  <a:pt x="444532" y="8141"/>
                </a:lnTo>
                <a:lnTo>
                  <a:pt x="444582" y="8664"/>
                </a:lnTo>
                <a:lnTo>
                  <a:pt x="444664" y="9174"/>
                </a:lnTo>
                <a:lnTo>
                  <a:pt x="444777" y="9671"/>
                </a:lnTo>
                <a:lnTo>
                  <a:pt x="444921" y="10152"/>
                </a:lnTo>
                <a:lnTo>
                  <a:pt x="445093" y="10618"/>
                </a:lnTo>
                <a:lnTo>
                  <a:pt x="445293" y="11068"/>
                </a:lnTo>
                <a:lnTo>
                  <a:pt x="445520" y="11499"/>
                </a:lnTo>
                <a:lnTo>
                  <a:pt x="445773" y="11912"/>
                </a:lnTo>
                <a:lnTo>
                  <a:pt x="446051" y="12306"/>
                </a:lnTo>
                <a:lnTo>
                  <a:pt x="446353" y="12678"/>
                </a:lnTo>
                <a:lnTo>
                  <a:pt x="446677" y="13030"/>
                </a:lnTo>
                <a:lnTo>
                  <a:pt x="447024" y="13358"/>
                </a:lnTo>
                <a:lnTo>
                  <a:pt x="447391" y="13664"/>
                </a:lnTo>
                <a:lnTo>
                  <a:pt x="447777" y="13944"/>
                </a:lnTo>
                <a:lnTo>
                  <a:pt x="448183" y="14200"/>
                </a:lnTo>
                <a:lnTo>
                  <a:pt x="448605" y="14429"/>
                </a:lnTo>
                <a:lnTo>
                  <a:pt x="449045" y="14630"/>
                </a:lnTo>
                <a:lnTo>
                  <a:pt x="449500" y="14804"/>
                </a:lnTo>
                <a:lnTo>
                  <a:pt x="449969" y="14948"/>
                </a:lnTo>
                <a:lnTo>
                  <a:pt x="450452" y="15061"/>
                </a:lnTo>
                <a:lnTo>
                  <a:pt x="450948" y="15144"/>
                </a:lnTo>
                <a:lnTo>
                  <a:pt x="451454" y="15194"/>
                </a:lnTo>
                <a:lnTo>
                  <a:pt x="451971" y="15211"/>
                </a:lnTo>
                <a:lnTo>
                  <a:pt x="452524" y="15194"/>
                </a:lnTo>
                <a:lnTo>
                  <a:pt x="453064" y="15144"/>
                </a:lnTo>
                <a:lnTo>
                  <a:pt x="453589" y="15061"/>
                </a:lnTo>
                <a:lnTo>
                  <a:pt x="454099" y="14948"/>
                </a:lnTo>
                <a:lnTo>
                  <a:pt x="454593" y="14804"/>
                </a:lnTo>
                <a:lnTo>
                  <a:pt x="455070" y="14630"/>
                </a:lnTo>
                <a:lnTo>
                  <a:pt x="455529" y="14429"/>
                </a:lnTo>
                <a:lnTo>
                  <a:pt x="455970" y="14200"/>
                </a:lnTo>
                <a:lnTo>
                  <a:pt x="456391" y="13944"/>
                </a:lnTo>
                <a:lnTo>
                  <a:pt x="456791" y="13664"/>
                </a:lnTo>
                <a:lnTo>
                  <a:pt x="457170" y="13358"/>
                </a:lnTo>
                <a:lnTo>
                  <a:pt x="457526" y="13030"/>
                </a:lnTo>
                <a:lnTo>
                  <a:pt x="457859" y="12678"/>
                </a:lnTo>
                <a:lnTo>
                  <a:pt x="458168" y="12306"/>
                </a:lnTo>
                <a:lnTo>
                  <a:pt x="458452" y="11912"/>
                </a:lnTo>
                <a:lnTo>
                  <a:pt x="458709" y="11499"/>
                </a:lnTo>
                <a:lnTo>
                  <a:pt x="458940" y="11068"/>
                </a:lnTo>
                <a:lnTo>
                  <a:pt x="459143" y="10618"/>
                </a:lnTo>
                <a:lnTo>
                  <a:pt x="459317" y="10152"/>
                </a:lnTo>
                <a:lnTo>
                  <a:pt x="459462" y="9671"/>
                </a:lnTo>
                <a:lnTo>
                  <a:pt x="459576" y="9174"/>
                </a:lnTo>
                <a:lnTo>
                  <a:pt x="459659" y="8664"/>
                </a:lnTo>
                <a:lnTo>
                  <a:pt x="459709" y="8141"/>
                </a:lnTo>
                <a:lnTo>
                  <a:pt x="459726" y="7606"/>
                </a:lnTo>
                <a:lnTo>
                  <a:pt x="459708" y="7071"/>
                </a:lnTo>
                <a:lnTo>
                  <a:pt x="459656" y="6548"/>
                </a:lnTo>
                <a:lnTo>
                  <a:pt x="459570" y="6038"/>
                </a:lnTo>
                <a:lnTo>
                  <a:pt x="459452" y="5541"/>
                </a:lnTo>
                <a:lnTo>
                  <a:pt x="459302" y="5059"/>
                </a:lnTo>
                <a:lnTo>
                  <a:pt x="459122" y="4593"/>
                </a:lnTo>
                <a:lnTo>
                  <a:pt x="458913" y="4144"/>
                </a:lnTo>
                <a:lnTo>
                  <a:pt x="458676" y="3712"/>
                </a:lnTo>
                <a:lnTo>
                  <a:pt x="458413" y="3299"/>
                </a:lnTo>
                <a:lnTo>
                  <a:pt x="458123" y="2905"/>
                </a:lnTo>
                <a:lnTo>
                  <a:pt x="457809" y="2533"/>
                </a:lnTo>
                <a:lnTo>
                  <a:pt x="457471" y="2181"/>
                </a:lnTo>
                <a:lnTo>
                  <a:pt x="457110" y="1852"/>
                </a:lnTo>
                <a:lnTo>
                  <a:pt x="456728" y="1547"/>
                </a:lnTo>
                <a:lnTo>
                  <a:pt x="456326" y="1266"/>
                </a:lnTo>
                <a:lnTo>
                  <a:pt x="455904" y="1011"/>
                </a:lnTo>
                <a:lnTo>
                  <a:pt x="455464" y="782"/>
                </a:lnTo>
                <a:lnTo>
                  <a:pt x="455008" y="580"/>
                </a:lnTo>
                <a:lnTo>
                  <a:pt x="454535" y="407"/>
                </a:lnTo>
                <a:lnTo>
                  <a:pt x="454048" y="263"/>
                </a:lnTo>
                <a:lnTo>
                  <a:pt x="453546" y="149"/>
                </a:lnTo>
                <a:lnTo>
                  <a:pt x="453033" y="67"/>
                </a:lnTo>
                <a:lnTo>
                  <a:pt x="452507" y="17"/>
                </a:lnTo>
                <a:lnTo>
                  <a:pt x="451971" y="0"/>
                </a:lnTo>
                <a:lnTo>
                  <a:pt x="451471" y="18"/>
                </a:lnTo>
                <a:lnTo>
                  <a:pt x="450979" y="70"/>
                </a:lnTo>
                <a:lnTo>
                  <a:pt x="450495" y="156"/>
                </a:lnTo>
                <a:lnTo>
                  <a:pt x="450021" y="273"/>
                </a:lnTo>
                <a:close/>
                <a:moveTo>
                  <a:pt x="986366" y="93273"/>
                </a:moveTo>
                <a:lnTo>
                  <a:pt x="986179" y="93284"/>
                </a:lnTo>
                <a:lnTo>
                  <a:pt x="986000" y="93294"/>
                </a:lnTo>
                <a:lnTo>
                  <a:pt x="985830" y="93303"/>
                </a:lnTo>
                <a:lnTo>
                  <a:pt x="985669" y="93311"/>
                </a:lnTo>
                <a:lnTo>
                  <a:pt x="985515" y="93318"/>
                </a:lnTo>
                <a:lnTo>
                  <a:pt x="985369" y="93324"/>
                </a:lnTo>
                <a:lnTo>
                  <a:pt x="985230" y="93329"/>
                </a:lnTo>
                <a:lnTo>
                  <a:pt x="985099" y="93333"/>
                </a:lnTo>
                <a:lnTo>
                  <a:pt x="984973" y="93337"/>
                </a:lnTo>
                <a:lnTo>
                  <a:pt x="984855" y="93340"/>
                </a:lnTo>
                <a:lnTo>
                  <a:pt x="984742" y="93342"/>
                </a:lnTo>
                <a:lnTo>
                  <a:pt x="984635" y="93344"/>
                </a:lnTo>
                <a:lnTo>
                  <a:pt x="984533" y="93345"/>
                </a:lnTo>
                <a:lnTo>
                  <a:pt x="984437" y="93346"/>
                </a:lnTo>
                <a:lnTo>
                  <a:pt x="984345" y="93347"/>
                </a:lnTo>
                <a:lnTo>
                  <a:pt x="984257" y="93347"/>
                </a:lnTo>
                <a:lnTo>
                  <a:pt x="984173" y="93348"/>
                </a:lnTo>
                <a:lnTo>
                  <a:pt x="984094" y="93348"/>
                </a:lnTo>
                <a:lnTo>
                  <a:pt x="984017" y="93348"/>
                </a:lnTo>
                <a:lnTo>
                  <a:pt x="983385" y="93339"/>
                </a:lnTo>
                <a:lnTo>
                  <a:pt x="982792" y="93311"/>
                </a:lnTo>
                <a:lnTo>
                  <a:pt x="982237" y="93264"/>
                </a:lnTo>
                <a:lnTo>
                  <a:pt x="981720" y="93194"/>
                </a:lnTo>
                <a:lnTo>
                  <a:pt x="981238" y="93102"/>
                </a:lnTo>
                <a:lnTo>
                  <a:pt x="980791" y="92984"/>
                </a:lnTo>
                <a:lnTo>
                  <a:pt x="980378" y="92840"/>
                </a:lnTo>
                <a:lnTo>
                  <a:pt x="979998" y="92668"/>
                </a:lnTo>
                <a:lnTo>
                  <a:pt x="979649" y="92467"/>
                </a:lnTo>
                <a:lnTo>
                  <a:pt x="979331" y="92234"/>
                </a:lnTo>
                <a:lnTo>
                  <a:pt x="979042" y="91969"/>
                </a:lnTo>
                <a:lnTo>
                  <a:pt x="978781" y="91670"/>
                </a:lnTo>
                <a:lnTo>
                  <a:pt x="978547" y="91335"/>
                </a:lnTo>
                <a:lnTo>
                  <a:pt x="978340" y="90963"/>
                </a:lnTo>
                <a:lnTo>
                  <a:pt x="978157" y="90551"/>
                </a:lnTo>
                <a:lnTo>
                  <a:pt x="977999" y="90100"/>
                </a:lnTo>
                <a:lnTo>
                  <a:pt x="977863" y="89606"/>
                </a:lnTo>
                <a:lnTo>
                  <a:pt x="977749" y="89069"/>
                </a:lnTo>
                <a:lnTo>
                  <a:pt x="977655" y="88487"/>
                </a:lnTo>
                <a:lnTo>
                  <a:pt x="977581" y="87859"/>
                </a:lnTo>
                <a:lnTo>
                  <a:pt x="977525" y="87182"/>
                </a:lnTo>
                <a:lnTo>
                  <a:pt x="977487" y="86455"/>
                </a:lnTo>
                <a:lnTo>
                  <a:pt x="977465" y="85678"/>
                </a:lnTo>
                <a:lnTo>
                  <a:pt x="977457" y="84847"/>
                </a:lnTo>
                <a:lnTo>
                  <a:pt x="977457" y="298"/>
                </a:lnTo>
                <a:lnTo>
                  <a:pt x="976711" y="0"/>
                </a:lnTo>
                <a:lnTo>
                  <a:pt x="975845" y="295"/>
                </a:lnTo>
                <a:lnTo>
                  <a:pt x="974996" y="582"/>
                </a:lnTo>
                <a:lnTo>
                  <a:pt x="974161" y="863"/>
                </a:lnTo>
                <a:lnTo>
                  <a:pt x="973338" y="1139"/>
                </a:lnTo>
                <a:lnTo>
                  <a:pt x="972523" y="1409"/>
                </a:lnTo>
                <a:lnTo>
                  <a:pt x="971714" y="1676"/>
                </a:lnTo>
                <a:lnTo>
                  <a:pt x="970907" y="1939"/>
                </a:lnTo>
                <a:lnTo>
                  <a:pt x="970101" y="2199"/>
                </a:lnTo>
                <a:lnTo>
                  <a:pt x="969291" y="2457"/>
                </a:lnTo>
                <a:lnTo>
                  <a:pt x="968475" y="2713"/>
                </a:lnTo>
                <a:lnTo>
                  <a:pt x="967651" y="2970"/>
                </a:lnTo>
                <a:lnTo>
                  <a:pt x="966814" y="3226"/>
                </a:lnTo>
                <a:lnTo>
                  <a:pt x="965963" y="3482"/>
                </a:lnTo>
                <a:lnTo>
                  <a:pt x="965094" y="3741"/>
                </a:lnTo>
                <a:lnTo>
                  <a:pt x="964204" y="4001"/>
                </a:lnTo>
                <a:lnTo>
                  <a:pt x="963291" y="4265"/>
                </a:lnTo>
                <a:lnTo>
                  <a:pt x="962352" y="4532"/>
                </a:lnTo>
                <a:lnTo>
                  <a:pt x="961383" y="4803"/>
                </a:lnTo>
                <a:lnTo>
                  <a:pt x="960382" y="5079"/>
                </a:lnTo>
                <a:lnTo>
                  <a:pt x="959345" y="5362"/>
                </a:lnTo>
                <a:lnTo>
                  <a:pt x="958271" y="5650"/>
                </a:lnTo>
                <a:lnTo>
                  <a:pt x="957156" y="5946"/>
                </a:lnTo>
                <a:lnTo>
                  <a:pt x="955997" y="6250"/>
                </a:lnTo>
                <a:lnTo>
                  <a:pt x="954791" y="6562"/>
                </a:lnTo>
                <a:lnTo>
                  <a:pt x="954791" y="8947"/>
                </a:lnTo>
                <a:lnTo>
                  <a:pt x="954938" y="8929"/>
                </a:lnTo>
                <a:lnTo>
                  <a:pt x="955081" y="8913"/>
                </a:lnTo>
                <a:lnTo>
                  <a:pt x="955220" y="8898"/>
                </a:lnTo>
                <a:lnTo>
                  <a:pt x="955355" y="8884"/>
                </a:lnTo>
                <a:lnTo>
                  <a:pt x="955488" y="8872"/>
                </a:lnTo>
                <a:lnTo>
                  <a:pt x="955618" y="8861"/>
                </a:lnTo>
                <a:lnTo>
                  <a:pt x="955747" y="8851"/>
                </a:lnTo>
                <a:lnTo>
                  <a:pt x="955874" y="8843"/>
                </a:lnTo>
                <a:lnTo>
                  <a:pt x="956000" y="8835"/>
                </a:lnTo>
                <a:lnTo>
                  <a:pt x="956125" y="8828"/>
                </a:lnTo>
                <a:lnTo>
                  <a:pt x="956250" y="8822"/>
                </a:lnTo>
                <a:lnTo>
                  <a:pt x="956376" y="8817"/>
                </a:lnTo>
                <a:lnTo>
                  <a:pt x="956502" y="8813"/>
                </a:lnTo>
                <a:lnTo>
                  <a:pt x="956629" y="8809"/>
                </a:lnTo>
                <a:lnTo>
                  <a:pt x="956759" y="8807"/>
                </a:lnTo>
                <a:lnTo>
                  <a:pt x="956890" y="8804"/>
                </a:lnTo>
                <a:lnTo>
                  <a:pt x="957024" y="8802"/>
                </a:lnTo>
                <a:lnTo>
                  <a:pt x="957161" y="8801"/>
                </a:lnTo>
                <a:lnTo>
                  <a:pt x="957301" y="8800"/>
                </a:lnTo>
                <a:lnTo>
                  <a:pt x="957445" y="8799"/>
                </a:lnTo>
                <a:lnTo>
                  <a:pt x="957594" y="8799"/>
                </a:lnTo>
                <a:lnTo>
                  <a:pt x="957748" y="8799"/>
                </a:lnTo>
                <a:lnTo>
                  <a:pt x="957907" y="8799"/>
                </a:lnTo>
                <a:lnTo>
                  <a:pt x="958072" y="8799"/>
                </a:lnTo>
                <a:lnTo>
                  <a:pt x="958740" y="8807"/>
                </a:lnTo>
                <a:lnTo>
                  <a:pt x="959366" y="8832"/>
                </a:lnTo>
                <a:lnTo>
                  <a:pt x="959951" y="8875"/>
                </a:lnTo>
                <a:lnTo>
                  <a:pt x="960496" y="8937"/>
                </a:lnTo>
                <a:lnTo>
                  <a:pt x="961002" y="9021"/>
                </a:lnTo>
                <a:lnTo>
                  <a:pt x="961471" y="9127"/>
                </a:lnTo>
                <a:lnTo>
                  <a:pt x="961904" y="9257"/>
                </a:lnTo>
                <a:lnTo>
                  <a:pt x="962303" y="9412"/>
                </a:lnTo>
                <a:lnTo>
                  <a:pt x="962667" y="9593"/>
                </a:lnTo>
                <a:lnTo>
                  <a:pt x="962999" y="9802"/>
                </a:lnTo>
                <a:lnTo>
                  <a:pt x="963300" y="10040"/>
                </a:lnTo>
                <a:lnTo>
                  <a:pt x="963571" y="10308"/>
                </a:lnTo>
                <a:lnTo>
                  <a:pt x="963813" y="10608"/>
                </a:lnTo>
                <a:lnTo>
                  <a:pt x="964028" y="10942"/>
                </a:lnTo>
                <a:lnTo>
                  <a:pt x="964216" y="11310"/>
                </a:lnTo>
                <a:lnTo>
                  <a:pt x="964379" y="11714"/>
                </a:lnTo>
                <a:lnTo>
                  <a:pt x="964519" y="12155"/>
                </a:lnTo>
                <a:lnTo>
                  <a:pt x="964636" y="12635"/>
                </a:lnTo>
                <a:lnTo>
                  <a:pt x="964731" y="13155"/>
                </a:lnTo>
                <a:lnTo>
                  <a:pt x="964807" y="13717"/>
                </a:lnTo>
                <a:lnTo>
                  <a:pt x="964863" y="14321"/>
                </a:lnTo>
                <a:lnTo>
                  <a:pt x="964902" y="14969"/>
                </a:lnTo>
                <a:lnTo>
                  <a:pt x="964925" y="15662"/>
                </a:lnTo>
                <a:lnTo>
                  <a:pt x="964932" y="16403"/>
                </a:lnTo>
                <a:lnTo>
                  <a:pt x="964932" y="39666"/>
                </a:lnTo>
                <a:lnTo>
                  <a:pt x="964232" y="39086"/>
                </a:lnTo>
                <a:lnTo>
                  <a:pt x="963547" y="38537"/>
                </a:lnTo>
                <a:lnTo>
                  <a:pt x="962876" y="38020"/>
                </a:lnTo>
                <a:lnTo>
                  <a:pt x="962218" y="37534"/>
                </a:lnTo>
                <a:lnTo>
                  <a:pt x="961571" y="37078"/>
                </a:lnTo>
                <a:lnTo>
                  <a:pt x="960933" y="36651"/>
                </a:lnTo>
                <a:lnTo>
                  <a:pt x="960303" y="36253"/>
                </a:lnTo>
                <a:lnTo>
                  <a:pt x="959679" y="35883"/>
                </a:lnTo>
                <a:lnTo>
                  <a:pt x="959060" y="35540"/>
                </a:lnTo>
                <a:lnTo>
                  <a:pt x="958443" y="35224"/>
                </a:lnTo>
                <a:lnTo>
                  <a:pt x="957829" y="34935"/>
                </a:lnTo>
                <a:lnTo>
                  <a:pt x="957214" y="34671"/>
                </a:lnTo>
                <a:lnTo>
                  <a:pt x="956598" y="34431"/>
                </a:lnTo>
                <a:lnTo>
                  <a:pt x="955979" y="34216"/>
                </a:lnTo>
                <a:lnTo>
                  <a:pt x="955355" y="34025"/>
                </a:lnTo>
                <a:lnTo>
                  <a:pt x="954725" y="33856"/>
                </a:lnTo>
                <a:lnTo>
                  <a:pt x="954087" y="33710"/>
                </a:lnTo>
                <a:lnTo>
                  <a:pt x="953439" y="33585"/>
                </a:lnTo>
                <a:lnTo>
                  <a:pt x="952781" y="33481"/>
                </a:lnTo>
                <a:lnTo>
                  <a:pt x="952111" y="33398"/>
                </a:lnTo>
                <a:lnTo>
                  <a:pt x="951426" y="33334"/>
                </a:lnTo>
                <a:lnTo>
                  <a:pt x="950726" y="33289"/>
                </a:lnTo>
                <a:lnTo>
                  <a:pt x="950009" y="33263"/>
                </a:lnTo>
                <a:lnTo>
                  <a:pt x="949273" y="33254"/>
                </a:lnTo>
                <a:lnTo>
                  <a:pt x="947147" y="33341"/>
                </a:lnTo>
                <a:lnTo>
                  <a:pt x="945061" y="33598"/>
                </a:lnTo>
                <a:lnTo>
                  <a:pt x="943017" y="34019"/>
                </a:lnTo>
                <a:lnTo>
                  <a:pt x="941022" y="34600"/>
                </a:lnTo>
                <a:lnTo>
                  <a:pt x="939079" y="35335"/>
                </a:lnTo>
                <a:lnTo>
                  <a:pt x="937193" y="36217"/>
                </a:lnTo>
                <a:lnTo>
                  <a:pt x="935369" y="37243"/>
                </a:lnTo>
                <a:lnTo>
                  <a:pt x="933611" y="38406"/>
                </a:lnTo>
                <a:lnTo>
                  <a:pt x="931924" y="39702"/>
                </a:lnTo>
                <a:lnTo>
                  <a:pt x="930313" y="41124"/>
                </a:lnTo>
                <a:lnTo>
                  <a:pt x="928782" y="42667"/>
                </a:lnTo>
                <a:lnTo>
                  <a:pt x="927335" y="44325"/>
                </a:lnTo>
                <a:lnTo>
                  <a:pt x="925978" y="46094"/>
                </a:lnTo>
                <a:lnTo>
                  <a:pt x="924715" y="47968"/>
                </a:lnTo>
                <a:lnTo>
                  <a:pt x="923550" y="49942"/>
                </a:lnTo>
                <a:lnTo>
                  <a:pt x="922488" y="52009"/>
                </a:lnTo>
                <a:lnTo>
                  <a:pt x="921534" y="54165"/>
                </a:lnTo>
                <a:lnTo>
                  <a:pt x="920693" y="56404"/>
                </a:lnTo>
                <a:lnTo>
                  <a:pt x="919968" y="58721"/>
                </a:lnTo>
                <a:lnTo>
                  <a:pt x="919365" y="61110"/>
                </a:lnTo>
                <a:lnTo>
                  <a:pt x="918887" y="63565"/>
                </a:lnTo>
                <a:lnTo>
                  <a:pt x="918541" y="66083"/>
                </a:lnTo>
                <a:lnTo>
                  <a:pt x="918329" y="68656"/>
                </a:lnTo>
                <a:lnTo>
                  <a:pt x="918258" y="71279"/>
                </a:lnTo>
                <a:lnTo>
                  <a:pt x="918315" y="73633"/>
                </a:lnTo>
                <a:lnTo>
                  <a:pt x="918485" y="75919"/>
                </a:lnTo>
                <a:lnTo>
                  <a:pt x="918764" y="78136"/>
                </a:lnTo>
                <a:lnTo>
                  <a:pt x="919152" y="80281"/>
                </a:lnTo>
                <a:lnTo>
                  <a:pt x="919645" y="82350"/>
                </a:lnTo>
                <a:lnTo>
                  <a:pt x="920241" y="84340"/>
                </a:lnTo>
                <a:lnTo>
                  <a:pt x="920937" y="86249"/>
                </a:lnTo>
                <a:lnTo>
                  <a:pt x="921732" y="88073"/>
                </a:lnTo>
                <a:lnTo>
                  <a:pt x="922622" y="89810"/>
                </a:lnTo>
                <a:lnTo>
                  <a:pt x="923606" y="91457"/>
                </a:lnTo>
                <a:lnTo>
                  <a:pt x="924681" y="93010"/>
                </a:lnTo>
                <a:lnTo>
                  <a:pt x="925844" y="94466"/>
                </a:lnTo>
                <a:lnTo>
                  <a:pt x="927094" y="95823"/>
                </a:lnTo>
                <a:lnTo>
                  <a:pt x="928428" y="97078"/>
                </a:lnTo>
                <a:lnTo>
                  <a:pt x="929842" y="98227"/>
                </a:lnTo>
                <a:lnTo>
                  <a:pt x="931336" y="99268"/>
                </a:lnTo>
                <a:lnTo>
                  <a:pt x="932907" y="100198"/>
                </a:lnTo>
                <a:lnTo>
                  <a:pt x="934551" y="101013"/>
                </a:lnTo>
                <a:lnTo>
                  <a:pt x="936268" y="101711"/>
                </a:lnTo>
                <a:lnTo>
                  <a:pt x="938054" y="102289"/>
                </a:lnTo>
                <a:lnTo>
                  <a:pt x="939907" y="102744"/>
                </a:lnTo>
                <a:lnTo>
                  <a:pt x="941824" y="103072"/>
                </a:lnTo>
                <a:lnTo>
                  <a:pt x="943804" y="103272"/>
                </a:lnTo>
                <a:lnTo>
                  <a:pt x="945844" y="103339"/>
                </a:lnTo>
                <a:lnTo>
                  <a:pt x="946874" y="103323"/>
                </a:lnTo>
                <a:lnTo>
                  <a:pt x="947877" y="103276"/>
                </a:lnTo>
                <a:lnTo>
                  <a:pt x="948854" y="103197"/>
                </a:lnTo>
                <a:lnTo>
                  <a:pt x="949805" y="103085"/>
                </a:lnTo>
                <a:lnTo>
                  <a:pt x="950733" y="102941"/>
                </a:lnTo>
                <a:lnTo>
                  <a:pt x="951636" y="102763"/>
                </a:lnTo>
                <a:lnTo>
                  <a:pt x="952518" y="102552"/>
                </a:lnTo>
                <a:lnTo>
                  <a:pt x="953377" y="102306"/>
                </a:lnTo>
                <a:lnTo>
                  <a:pt x="954216" y="102025"/>
                </a:lnTo>
                <a:lnTo>
                  <a:pt x="955036" y="101710"/>
                </a:lnTo>
                <a:lnTo>
                  <a:pt x="955836" y="101358"/>
                </a:lnTo>
                <a:lnTo>
                  <a:pt x="956618" y="100971"/>
                </a:lnTo>
                <a:lnTo>
                  <a:pt x="957384" y="100547"/>
                </a:lnTo>
                <a:lnTo>
                  <a:pt x="958133" y="100087"/>
                </a:lnTo>
                <a:lnTo>
                  <a:pt x="958866" y="99589"/>
                </a:lnTo>
                <a:lnTo>
                  <a:pt x="959586" y="99053"/>
                </a:lnTo>
                <a:lnTo>
                  <a:pt x="960292" y="98478"/>
                </a:lnTo>
                <a:lnTo>
                  <a:pt x="960985" y="97865"/>
                </a:lnTo>
                <a:lnTo>
                  <a:pt x="961667" y="97213"/>
                </a:lnTo>
                <a:lnTo>
                  <a:pt x="962338" y="96521"/>
                </a:lnTo>
                <a:lnTo>
                  <a:pt x="962999" y="95789"/>
                </a:lnTo>
                <a:lnTo>
                  <a:pt x="963651" y="95016"/>
                </a:lnTo>
                <a:lnTo>
                  <a:pt x="964295" y="94203"/>
                </a:lnTo>
                <a:lnTo>
                  <a:pt x="964932" y="93348"/>
                </a:lnTo>
                <a:lnTo>
                  <a:pt x="964932" y="102890"/>
                </a:lnTo>
                <a:lnTo>
                  <a:pt x="965528" y="103339"/>
                </a:lnTo>
                <a:lnTo>
                  <a:pt x="987448" y="95584"/>
                </a:lnTo>
                <a:lnTo>
                  <a:pt x="987448" y="93198"/>
                </a:lnTo>
                <a:lnTo>
                  <a:pt x="987212" y="93216"/>
                </a:lnTo>
                <a:lnTo>
                  <a:pt x="986985" y="93232"/>
                </a:lnTo>
                <a:lnTo>
                  <a:pt x="986769" y="93247"/>
                </a:lnTo>
                <a:lnTo>
                  <a:pt x="986563" y="93261"/>
                </a:lnTo>
                <a:lnTo>
                  <a:pt x="986366" y="93273"/>
                </a:lnTo>
                <a:close/>
                <a:moveTo>
                  <a:pt x="964801" y="87379"/>
                </a:moveTo>
                <a:lnTo>
                  <a:pt x="964745" y="87547"/>
                </a:lnTo>
                <a:lnTo>
                  <a:pt x="964680" y="87719"/>
                </a:lnTo>
                <a:lnTo>
                  <a:pt x="964606" y="87897"/>
                </a:lnTo>
                <a:lnTo>
                  <a:pt x="964523" y="88080"/>
                </a:lnTo>
                <a:lnTo>
                  <a:pt x="964431" y="88266"/>
                </a:lnTo>
                <a:lnTo>
                  <a:pt x="964331" y="88457"/>
                </a:lnTo>
                <a:lnTo>
                  <a:pt x="964223" y="88651"/>
                </a:lnTo>
                <a:lnTo>
                  <a:pt x="964108" y="88848"/>
                </a:lnTo>
                <a:lnTo>
                  <a:pt x="963984" y="89048"/>
                </a:lnTo>
                <a:lnTo>
                  <a:pt x="963854" y="89250"/>
                </a:lnTo>
                <a:lnTo>
                  <a:pt x="963717" y="89454"/>
                </a:lnTo>
                <a:lnTo>
                  <a:pt x="963572" y="89660"/>
                </a:lnTo>
                <a:lnTo>
                  <a:pt x="963422" y="89867"/>
                </a:lnTo>
                <a:lnTo>
                  <a:pt x="963265" y="90075"/>
                </a:lnTo>
                <a:lnTo>
                  <a:pt x="963102" y="90283"/>
                </a:lnTo>
                <a:lnTo>
                  <a:pt x="962934" y="90491"/>
                </a:lnTo>
                <a:lnTo>
                  <a:pt x="962760" y="90698"/>
                </a:lnTo>
                <a:lnTo>
                  <a:pt x="962581" y="90905"/>
                </a:lnTo>
                <a:lnTo>
                  <a:pt x="962397" y="91111"/>
                </a:lnTo>
                <a:lnTo>
                  <a:pt x="962073" y="91476"/>
                </a:lnTo>
                <a:lnTo>
                  <a:pt x="961736" y="91826"/>
                </a:lnTo>
                <a:lnTo>
                  <a:pt x="961385" y="92160"/>
                </a:lnTo>
                <a:lnTo>
                  <a:pt x="961022" y="92478"/>
                </a:lnTo>
                <a:lnTo>
                  <a:pt x="960646" y="92781"/>
                </a:lnTo>
                <a:lnTo>
                  <a:pt x="960258" y="93068"/>
                </a:lnTo>
                <a:lnTo>
                  <a:pt x="959859" y="93340"/>
                </a:lnTo>
                <a:lnTo>
                  <a:pt x="959448" y="93597"/>
                </a:lnTo>
                <a:lnTo>
                  <a:pt x="959026" y="93837"/>
                </a:lnTo>
                <a:lnTo>
                  <a:pt x="958594" y="94063"/>
                </a:lnTo>
                <a:lnTo>
                  <a:pt x="958152" y="94272"/>
                </a:lnTo>
                <a:lnTo>
                  <a:pt x="957700" y="94466"/>
                </a:lnTo>
                <a:lnTo>
                  <a:pt x="957239" y="94645"/>
                </a:lnTo>
                <a:lnTo>
                  <a:pt x="956768" y="94808"/>
                </a:lnTo>
                <a:lnTo>
                  <a:pt x="956290" y="94956"/>
                </a:lnTo>
                <a:lnTo>
                  <a:pt x="955803" y="95088"/>
                </a:lnTo>
                <a:lnTo>
                  <a:pt x="955308" y="95204"/>
                </a:lnTo>
                <a:lnTo>
                  <a:pt x="954806" y="95305"/>
                </a:lnTo>
                <a:lnTo>
                  <a:pt x="954297" y="95390"/>
                </a:lnTo>
                <a:lnTo>
                  <a:pt x="953781" y="95460"/>
                </a:lnTo>
                <a:lnTo>
                  <a:pt x="953259" y="95515"/>
                </a:lnTo>
                <a:lnTo>
                  <a:pt x="952731" y="95553"/>
                </a:lnTo>
                <a:lnTo>
                  <a:pt x="952198" y="95577"/>
                </a:lnTo>
                <a:lnTo>
                  <a:pt x="951660" y="95584"/>
                </a:lnTo>
                <a:lnTo>
                  <a:pt x="950118" y="95523"/>
                </a:lnTo>
                <a:lnTo>
                  <a:pt x="948624" y="95339"/>
                </a:lnTo>
                <a:lnTo>
                  <a:pt x="947179" y="95036"/>
                </a:lnTo>
                <a:lnTo>
                  <a:pt x="945786" y="94615"/>
                </a:lnTo>
                <a:lnTo>
                  <a:pt x="944446" y="94080"/>
                </a:lnTo>
                <a:lnTo>
                  <a:pt x="943160" y="93431"/>
                </a:lnTo>
                <a:lnTo>
                  <a:pt x="941930" y="92673"/>
                </a:lnTo>
                <a:lnTo>
                  <a:pt x="940758" y="91807"/>
                </a:lnTo>
                <a:lnTo>
                  <a:pt x="939644" y="90835"/>
                </a:lnTo>
                <a:lnTo>
                  <a:pt x="938591" y="89759"/>
                </a:lnTo>
                <a:lnTo>
                  <a:pt x="937601" y="88583"/>
                </a:lnTo>
                <a:lnTo>
                  <a:pt x="936674" y="87308"/>
                </a:lnTo>
                <a:lnTo>
                  <a:pt x="935812" y="85937"/>
                </a:lnTo>
                <a:lnTo>
                  <a:pt x="935017" y="84472"/>
                </a:lnTo>
                <a:lnTo>
                  <a:pt x="934290" y="82915"/>
                </a:lnTo>
                <a:lnTo>
                  <a:pt x="933633" y="81269"/>
                </a:lnTo>
                <a:lnTo>
                  <a:pt x="933048" y="79536"/>
                </a:lnTo>
                <a:lnTo>
                  <a:pt x="932536" y="77719"/>
                </a:lnTo>
                <a:lnTo>
                  <a:pt x="932098" y="75819"/>
                </a:lnTo>
                <a:lnTo>
                  <a:pt x="931736" y="73839"/>
                </a:lnTo>
                <a:lnTo>
                  <a:pt x="931452" y="71781"/>
                </a:lnTo>
                <a:lnTo>
                  <a:pt x="931247" y="69648"/>
                </a:lnTo>
                <a:lnTo>
                  <a:pt x="931123" y="67442"/>
                </a:lnTo>
                <a:lnTo>
                  <a:pt x="931082" y="65165"/>
                </a:lnTo>
                <a:lnTo>
                  <a:pt x="931120" y="63108"/>
                </a:lnTo>
                <a:lnTo>
                  <a:pt x="931232" y="61111"/>
                </a:lnTo>
                <a:lnTo>
                  <a:pt x="931418" y="59179"/>
                </a:lnTo>
                <a:lnTo>
                  <a:pt x="931675" y="57312"/>
                </a:lnTo>
                <a:lnTo>
                  <a:pt x="932003" y="55514"/>
                </a:lnTo>
                <a:lnTo>
                  <a:pt x="932400" y="53786"/>
                </a:lnTo>
                <a:lnTo>
                  <a:pt x="932865" y="52131"/>
                </a:lnTo>
                <a:lnTo>
                  <a:pt x="933396" y="50552"/>
                </a:lnTo>
                <a:lnTo>
                  <a:pt x="933991" y="49050"/>
                </a:lnTo>
                <a:lnTo>
                  <a:pt x="934650" y="47629"/>
                </a:lnTo>
                <a:lnTo>
                  <a:pt x="935370" y="46289"/>
                </a:lnTo>
                <a:lnTo>
                  <a:pt x="936151" y="45034"/>
                </a:lnTo>
                <a:lnTo>
                  <a:pt x="936991" y="43867"/>
                </a:lnTo>
                <a:lnTo>
                  <a:pt x="937889" y="42788"/>
                </a:lnTo>
                <a:lnTo>
                  <a:pt x="938843" y="41802"/>
                </a:lnTo>
                <a:lnTo>
                  <a:pt x="939852" y="40909"/>
                </a:lnTo>
                <a:lnTo>
                  <a:pt x="940914" y="40112"/>
                </a:lnTo>
                <a:lnTo>
                  <a:pt x="942027" y="39414"/>
                </a:lnTo>
                <a:lnTo>
                  <a:pt x="943192" y="38818"/>
                </a:lnTo>
                <a:lnTo>
                  <a:pt x="944405" y="38324"/>
                </a:lnTo>
                <a:lnTo>
                  <a:pt x="945666" y="37936"/>
                </a:lnTo>
                <a:lnTo>
                  <a:pt x="946974" y="37656"/>
                </a:lnTo>
                <a:lnTo>
                  <a:pt x="948326" y="37486"/>
                </a:lnTo>
                <a:lnTo>
                  <a:pt x="949721" y="37429"/>
                </a:lnTo>
                <a:lnTo>
                  <a:pt x="950723" y="37465"/>
                </a:lnTo>
                <a:lnTo>
                  <a:pt x="951712" y="37572"/>
                </a:lnTo>
                <a:lnTo>
                  <a:pt x="952687" y="37746"/>
                </a:lnTo>
                <a:lnTo>
                  <a:pt x="953644" y="37985"/>
                </a:lnTo>
                <a:lnTo>
                  <a:pt x="954581" y="38286"/>
                </a:lnTo>
                <a:lnTo>
                  <a:pt x="955495" y="38648"/>
                </a:lnTo>
                <a:lnTo>
                  <a:pt x="956383" y="39066"/>
                </a:lnTo>
                <a:lnTo>
                  <a:pt x="957244" y="39539"/>
                </a:lnTo>
                <a:lnTo>
                  <a:pt x="958073" y="40063"/>
                </a:lnTo>
                <a:lnTo>
                  <a:pt x="958868" y="40637"/>
                </a:lnTo>
                <a:lnTo>
                  <a:pt x="959627" y="41257"/>
                </a:lnTo>
                <a:lnTo>
                  <a:pt x="960346" y="41921"/>
                </a:lnTo>
                <a:lnTo>
                  <a:pt x="961024" y="42626"/>
                </a:lnTo>
                <a:lnTo>
                  <a:pt x="961657" y="43370"/>
                </a:lnTo>
                <a:lnTo>
                  <a:pt x="962242" y="44150"/>
                </a:lnTo>
                <a:lnTo>
                  <a:pt x="962778" y="44962"/>
                </a:lnTo>
                <a:lnTo>
                  <a:pt x="963260" y="45806"/>
                </a:lnTo>
                <a:lnTo>
                  <a:pt x="963688" y="46677"/>
                </a:lnTo>
                <a:lnTo>
                  <a:pt x="964056" y="47573"/>
                </a:lnTo>
                <a:lnTo>
                  <a:pt x="964364" y="48492"/>
                </a:lnTo>
                <a:lnTo>
                  <a:pt x="964608" y="49431"/>
                </a:lnTo>
                <a:lnTo>
                  <a:pt x="964786" y="50388"/>
                </a:lnTo>
                <a:lnTo>
                  <a:pt x="964895" y="51359"/>
                </a:lnTo>
                <a:lnTo>
                  <a:pt x="964932" y="52342"/>
                </a:lnTo>
                <a:lnTo>
                  <a:pt x="964932" y="86638"/>
                </a:lnTo>
                <a:lnTo>
                  <a:pt x="964926" y="86772"/>
                </a:lnTo>
                <a:lnTo>
                  <a:pt x="964910" y="86914"/>
                </a:lnTo>
                <a:lnTo>
                  <a:pt x="964884" y="87063"/>
                </a:lnTo>
                <a:lnTo>
                  <a:pt x="964848" y="87218"/>
                </a:lnTo>
                <a:lnTo>
                  <a:pt x="964801" y="87379"/>
                </a:lnTo>
                <a:close/>
                <a:moveTo>
                  <a:pt x="50839" y="101443"/>
                </a:moveTo>
                <a:lnTo>
                  <a:pt x="52904" y="101219"/>
                </a:lnTo>
                <a:lnTo>
                  <a:pt x="54940" y="100947"/>
                </a:lnTo>
                <a:lnTo>
                  <a:pt x="56948" y="100628"/>
                </a:lnTo>
                <a:lnTo>
                  <a:pt x="58924" y="100261"/>
                </a:lnTo>
                <a:lnTo>
                  <a:pt x="60866" y="99849"/>
                </a:lnTo>
                <a:lnTo>
                  <a:pt x="62772" y="99392"/>
                </a:lnTo>
                <a:lnTo>
                  <a:pt x="64641" y="98889"/>
                </a:lnTo>
                <a:lnTo>
                  <a:pt x="66469" y="98343"/>
                </a:lnTo>
                <a:lnTo>
                  <a:pt x="68256" y="97753"/>
                </a:lnTo>
                <a:lnTo>
                  <a:pt x="69999" y="97120"/>
                </a:lnTo>
                <a:lnTo>
                  <a:pt x="71695" y="96445"/>
                </a:lnTo>
                <a:lnTo>
                  <a:pt x="73344" y="95728"/>
                </a:lnTo>
                <a:lnTo>
                  <a:pt x="74942" y="94970"/>
                </a:lnTo>
                <a:lnTo>
                  <a:pt x="76488" y="94173"/>
                </a:lnTo>
                <a:lnTo>
                  <a:pt x="77979" y="93335"/>
                </a:lnTo>
                <a:lnTo>
                  <a:pt x="79414" y="92459"/>
                </a:lnTo>
                <a:lnTo>
                  <a:pt x="80791" y="91544"/>
                </a:lnTo>
                <a:lnTo>
                  <a:pt x="82107" y="90592"/>
                </a:lnTo>
                <a:lnTo>
                  <a:pt x="83360" y="89602"/>
                </a:lnTo>
                <a:lnTo>
                  <a:pt x="84549" y="88576"/>
                </a:lnTo>
                <a:lnTo>
                  <a:pt x="85739" y="87453"/>
                </a:lnTo>
                <a:lnTo>
                  <a:pt x="86884" y="86285"/>
                </a:lnTo>
                <a:lnTo>
                  <a:pt x="87986" y="85074"/>
                </a:lnTo>
                <a:lnTo>
                  <a:pt x="89041" y="83819"/>
                </a:lnTo>
                <a:lnTo>
                  <a:pt x="90051" y="82524"/>
                </a:lnTo>
                <a:lnTo>
                  <a:pt x="91015" y="81190"/>
                </a:lnTo>
                <a:lnTo>
                  <a:pt x="91931" y="79817"/>
                </a:lnTo>
                <a:lnTo>
                  <a:pt x="92800" y="78408"/>
                </a:lnTo>
                <a:lnTo>
                  <a:pt x="93621" y="76964"/>
                </a:lnTo>
                <a:lnTo>
                  <a:pt x="94393" y="75485"/>
                </a:lnTo>
                <a:lnTo>
                  <a:pt x="95116" y="73975"/>
                </a:lnTo>
                <a:lnTo>
                  <a:pt x="95789" y="72433"/>
                </a:lnTo>
                <a:lnTo>
                  <a:pt x="96412" y="70862"/>
                </a:lnTo>
                <a:lnTo>
                  <a:pt x="96983" y="69263"/>
                </a:lnTo>
                <a:lnTo>
                  <a:pt x="97503" y="67638"/>
                </a:lnTo>
                <a:lnTo>
                  <a:pt x="97970" y="65987"/>
                </a:lnTo>
                <a:lnTo>
                  <a:pt x="98385" y="64312"/>
                </a:lnTo>
                <a:lnTo>
                  <a:pt x="98746" y="62615"/>
                </a:lnTo>
                <a:lnTo>
                  <a:pt x="99053" y="60897"/>
                </a:lnTo>
                <a:lnTo>
                  <a:pt x="99306" y="59159"/>
                </a:lnTo>
                <a:lnTo>
                  <a:pt x="99504" y="57403"/>
                </a:lnTo>
                <a:lnTo>
                  <a:pt x="99645" y="55631"/>
                </a:lnTo>
                <a:lnTo>
                  <a:pt x="99731" y="53843"/>
                </a:lnTo>
                <a:lnTo>
                  <a:pt x="99760" y="52041"/>
                </a:lnTo>
                <a:lnTo>
                  <a:pt x="99737" y="50373"/>
                </a:lnTo>
                <a:lnTo>
                  <a:pt x="99670" y="48725"/>
                </a:lnTo>
                <a:lnTo>
                  <a:pt x="99557" y="47096"/>
                </a:lnTo>
                <a:lnTo>
                  <a:pt x="99401" y="45488"/>
                </a:lnTo>
                <a:lnTo>
                  <a:pt x="99199" y="43902"/>
                </a:lnTo>
                <a:lnTo>
                  <a:pt x="98953" y="42337"/>
                </a:lnTo>
                <a:lnTo>
                  <a:pt x="98663" y="40796"/>
                </a:lnTo>
                <a:lnTo>
                  <a:pt x="98329" y="39278"/>
                </a:lnTo>
                <a:lnTo>
                  <a:pt x="97951" y="37785"/>
                </a:lnTo>
                <a:lnTo>
                  <a:pt x="97529" y="36317"/>
                </a:lnTo>
                <a:lnTo>
                  <a:pt x="97063" y="34874"/>
                </a:lnTo>
                <a:lnTo>
                  <a:pt x="96553" y="33458"/>
                </a:lnTo>
                <a:lnTo>
                  <a:pt x="96000" y="32069"/>
                </a:lnTo>
                <a:lnTo>
                  <a:pt x="95404" y="30708"/>
                </a:lnTo>
                <a:lnTo>
                  <a:pt x="94764" y="29376"/>
                </a:lnTo>
                <a:lnTo>
                  <a:pt x="94081" y="28073"/>
                </a:lnTo>
                <a:lnTo>
                  <a:pt x="93356" y="26800"/>
                </a:lnTo>
                <a:lnTo>
                  <a:pt x="92587" y="25558"/>
                </a:lnTo>
                <a:lnTo>
                  <a:pt x="91776" y="24347"/>
                </a:lnTo>
                <a:lnTo>
                  <a:pt x="90922" y="23168"/>
                </a:lnTo>
                <a:lnTo>
                  <a:pt x="90026" y="22022"/>
                </a:lnTo>
                <a:lnTo>
                  <a:pt x="89087" y="20910"/>
                </a:lnTo>
                <a:lnTo>
                  <a:pt x="88107" y="19832"/>
                </a:lnTo>
                <a:lnTo>
                  <a:pt x="87084" y="18790"/>
                </a:lnTo>
                <a:lnTo>
                  <a:pt x="85785" y="17529"/>
                </a:lnTo>
                <a:lnTo>
                  <a:pt x="84423" y="16320"/>
                </a:lnTo>
                <a:lnTo>
                  <a:pt x="82999" y="15163"/>
                </a:lnTo>
                <a:lnTo>
                  <a:pt x="81514" y="14057"/>
                </a:lnTo>
                <a:lnTo>
                  <a:pt x="79968" y="13004"/>
                </a:lnTo>
                <a:lnTo>
                  <a:pt x="78363" y="12003"/>
                </a:lnTo>
                <a:lnTo>
                  <a:pt x="76700" y="11054"/>
                </a:lnTo>
                <a:lnTo>
                  <a:pt x="74978" y="10158"/>
                </a:lnTo>
                <a:lnTo>
                  <a:pt x="73200" y="9314"/>
                </a:lnTo>
                <a:lnTo>
                  <a:pt x="71365" y="8524"/>
                </a:lnTo>
                <a:lnTo>
                  <a:pt x="69475" y="7787"/>
                </a:lnTo>
                <a:lnTo>
                  <a:pt x="67531" y="7103"/>
                </a:lnTo>
                <a:lnTo>
                  <a:pt x="65533" y="6473"/>
                </a:lnTo>
                <a:lnTo>
                  <a:pt x="63483" y="5896"/>
                </a:lnTo>
                <a:lnTo>
                  <a:pt x="61380" y="5374"/>
                </a:lnTo>
                <a:lnTo>
                  <a:pt x="59227" y="4906"/>
                </a:lnTo>
                <a:lnTo>
                  <a:pt x="57023" y="4492"/>
                </a:lnTo>
                <a:lnTo>
                  <a:pt x="54770" y="4133"/>
                </a:lnTo>
                <a:lnTo>
                  <a:pt x="52469" y="3828"/>
                </a:lnTo>
                <a:lnTo>
                  <a:pt x="50119" y="3578"/>
                </a:lnTo>
                <a:lnTo>
                  <a:pt x="47723" y="3384"/>
                </a:lnTo>
                <a:lnTo>
                  <a:pt x="45281" y="3245"/>
                </a:lnTo>
                <a:lnTo>
                  <a:pt x="42794" y="3161"/>
                </a:lnTo>
                <a:lnTo>
                  <a:pt x="40262" y="3133"/>
                </a:lnTo>
                <a:lnTo>
                  <a:pt x="0" y="3133"/>
                </a:lnTo>
                <a:lnTo>
                  <a:pt x="0" y="5966"/>
                </a:lnTo>
                <a:lnTo>
                  <a:pt x="1418" y="6098"/>
                </a:lnTo>
                <a:lnTo>
                  <a:pt x="2730" y="6236"/>
                </a:lnTo>
                <a:lnTo>
                  <a:pt x="3940" y="6384"/>
                </a:lnTo>
                <a:lnTo>
                  <a:pt x="5052" y="6546"/>
                </a:lnTo>
                <a:lnTo>
                  <a:pt x="6070" y="6727"/>
                </a:lnTo>
                <a:lnTo>
                  <a:pt x="6999" y="6931"/>
                </a:lnTo>
                <a:lnTo>
                  <a:pt x="7842" y="7162"/>
                </a:lnTo>
                <a:lnTo>
                  <a:pt x="8604" y="7424"/>
                </a:lnTo>
                <a:lnTo>
                  <a:pt x="9289" y="7722"/>
                </a:lnTo>
                <a:lnTo>
                  <a:pt x="9901" y="8060"/>
                </a:lnTo>
                <a:lnTo>
                  <a:pt x="10444" y="8443"/>
                </a:lnTo>
                <a:lnTo>
                  <a:pt x="10923" y="8874"/>
                </a:lnTo>
                <a:lnTo>
                  <a:pt x="11341" y="9358"/>
                </a:lnTo>
                <a:lnTo>
                  <a:pt x="11702" y="9898"/>
                </a:lnTo>
                <a:lnTo>
                  <a:pt x="12011" y="10501"/>
                </a:lnTo>
                <a:lnTo>
                  <a:pt x="12272" y="11168"/>
                </a:lnTo>
                <a:lnTo>
                  <a:pt x="12489" y="11906"/>
                </a:lnTo>
                <a:lnTo>
                  <a:pt x="12666" y="12718"/>
                </a:lnTo>
                <a:lnTo>
                  <a:pt x="12807" y="13608"/>
                </a:lnTo>
                <a:lnTo>
                  <a:pt x="12917" y="14581"/>
                </a:lnTo>
                <a:lnTo>
                  <a:pt x="12999" y="15641"/>
                </a:lnTo>
                <a:lnTo>
                  <a:pt x="13058" y="16792"/>
                </a:lnTo>
                <a:lnTo>
                  <a:pt x="13097" y="18039"/>
                </a:lnTo>
                <a:lnTo>
                  <a:pt x="13122" y="19386"/>
                </a:lnTo>
                <a:lnTo>
                  <a:pt x="13122" y="85593"/>
                </a:lnTo>
                <a:lnTo>
                  <a:pt x="13094" y="86907"/>
                </a:lnTo>
                <a:lnTo>
                  <a:pt x="13046" y="88130"/>
                </a:lnTo>
                <a:lnTo>
                  <a:pt x="12974" y="89265"/>
                </a:lnTo>
                <a:lnTo>
                  <a:pt x="12875" y="90315"/>
                </a:lnTo>
                <a:lnTo>
                  <a:pt x="12745" y="91285"/>
                </a:lnTo>
                <a:lnTo>
                  <a:pt x="12582" y="92178"/>
                </a:lnTo>
                <a:lnTo>
                  <a:pt x="12381" y="92997"/>
                </a:lnTo>
                <a:lnTo>
                  <a:pt x="12139" y="93745"/>
                </a:lnTo>
                <a:lnTo>
                  <a:pt x="11854" y="94427"/>
                </a:lnTo>
                <a:lnTo>
                  <a:pt x="11521" y="95045"/>
                </a:lnTo>
                <a:lnTo>
                  <a:pt x="11137" y="95604"/>
                </a:lnTo>
                <a:lnTo>
                  <a:pt x="10699" y="96106"/>
                </a:lnTo>
                <a:lnTo>
                  <a:pt x="10204" y="96556"/>
                </a:lnTo>
                <a:lnTo>
                  <a:pt x="9648" y="96956"/>
                </a:lnTo>
                <a:lnTo>
                  <a:pt x="9027" y="97310"/>
                </a:lnTo>
                <a:lnTo>
                  <a:pt x="8339" y="97622"/>
                </a:lnTo>
                <a:lnTo>
                  <a:pt x="7581" y="97895"/>
                </a:lnTo>
                <a:lnTo>
                  <a:pt x="6747" y="98133"/>
                </a:lnTo>
                <a:lnTo>
                  <a:pt x="5837" y="98339"/>
                </a:lnTo>
                <a:lnTo>
                  <a:pt x="4845" y="98517"/>
                </a:lnTo>
                <a:lnTo>
                  <a:pt x="3769" y="98669"/>
                </a:lnTo>
                <a:lnTo>
                  <a:pt x="2605" y="98801"/>
                </a:lnTo>
                <a:lnTo>
                  <a:pt x="1350" y="98914"/>
                </a:lnTo>
                <a:lnTo>
                  <a:pt x="0" y="99013"/>
                </a:lnTo>
                <a:lnTo>
                  <a:pt x="0" y="101846"/>
                </a:lnTo>
                <a:lnTo>
                  <a:pt x="42348" y="101846"/>
                </a:lnTo>
                <a:lnTo>
                  <a:pt x="44502" y="101821"/>
                </a:lnTo>
                <a:lnTo>
                  <a:pt x="46636" y="101744"/>
                </a:lnTo>
                <a:lnTo>
                  <a:pt x="48749" y="101618"/>
                </a:lnTo>
                <a:lnTo>
                  <a:pt x="50839" y="101443"/>
                </a:lnTo>
                <a:close/>
                <a:moveTo>
                  <a:pt x="28556" y="12002"/>
                </a:moveTo>
                <a:lnTo>
                  <a:pt x="28663" y="11606"/>
                </a:lnTo>
                <a:lnTo>
                  <a:pt x="28794" y="11240"/>
                </a:lnTo>
                <a:lnTo>
                  <a:pt x="28951" y="10903"/>
                </a:lnTo>
                <a:lnTo>
                  <a:pt x="29134" y="10593"/>
                </a:lnTo>
                <a:lnTo>
                  <a:pt x="29346" y="10311"/>
                </a:lnTo>
                <a:lnTo>
                  <a:pt x="29588" y="10055"/>
                </a:lnTo>
                <a:lnTo>
                  <a:pt x="29861" y="9823"/>
                </a:lnTo>
                <a:lnTo>
                  <a:pt x="30166" y="9616"/>
                </a:lnTo>
                <a:lnTo>
                  <a:pt x="30506" y="9432"/>
                </a:lnTo>
                <a:lnTo>
                  <a:pt x="30880" y="9270"/>
                </a:lnTo>
                <a:lnTo>
                  <a:pt x="31292" y="9129"/>
                </a:lnTo>
                <a:lnTo>
                  <a:pt x="31743" y="9009"/>
                </a:lnTo>
                <a:lnTo>
                  <a:pt x="32233" y="8907"/>
                </a:lnTo>
                <a:lnTo>
                  <a:pt x="32764" y="8824"/>
                </a:lnTo>
                <a:lnTo>
                  <a:pt x="33337" y="8758"/>
                </a:lnTo>
                <a:lnTo>
                  <a:pt x="33955" y="8709"/>
                </a:lnTo>
                <a:lnTo>
                  <a:pt x="34618" y="8675"/>
                </a:lnTo>
                <a:lnTo>
                  <a:pt x="35328" y="8655"/>
                </a:lnTo>
                <a:lnTo>
                  <a:pt x="36087" y="8649"/>
                </a:lnTo>
                <a:lnTo>
                  <a:pt x="37690" y="8661"/>
                </a:lnTo>
                <a:lnTo>
                  <a:pt x="39259" y="8698"/>
                </a:lnTo>
                <a:lnTo>
                  <a:pt x="40793" y="8761"/>
                </a:lnTo>
                <a:lnTo>
                  <a:pt x="42292" y="8849"/>
                </a:lnTo>
                <a:lnTo>
                  <a:pt x="43757" y="8962"/>
                </a:lnTo>
                <a:lnTo>
                  <a:pt x="45189" y="9101"/>
                </a:lnTo>
                <a:lnTo>
                  <a:pt x="46588" y="9265"/>
                </a:lnTo>
                <a:lnTo>
                  <a:pt x="47955" y="9455"/>
                </a:lnTo>
                <a:lnTo>
                  <a:pt x="49289" y="9671"/>
                </a:lnTo>
                <a:lnTo>
                  <a:pt x="50592" y="9913"/>
                </a:lnTo>
                <a:lnTo>
                  <a:pt x="51863" y="10181"/>
                </a:lnTo>
                <a:lnTo>
                  <a:pt x="53104" y="10476"/>
                </a:lnTo>
                <a:lnTo>
                  <a:pt x="54315" y="10796"/>
                </a:lnTo>
                <a:lnTo>
                  <a:pt x="55496" y="11144"/>
                </a:lnTo>
                <a:lnTo>
                  <a:pt x="56647" y="11518"/>
                </a:lnTo>
                <a:lnTo>
                  <a:pt x="57769" y="11919"/>
                </a:lnTo>
                <a:lnTo>
                  <a:pt x="58863" y="12346"/>
                </a:lnTo>
                <a:lnTo>
                  <a:pt x="59929" y="12801"/>
                </a:lnTo>
                <a:lnTo>
                  <a:pt x="60968" y="13283"/>
                </a:lnTo>
                <a:lnTo>
                  <a:pt x="61979" y="13792"/>
                </a:lnTo>
                <a:lnTo>
                  <a:pt x="62963" y="14329"/>
                </a:lnTo>
                <a:lnTo>
                  <a:pt x="63922" y="14893"/>
                </a:lnTo>
                <a:lnTo>
                  <a:pt x="64854" y="15485"/>
                </a:lnTo>
                <a:lnTo>
                  <a:pt x="65762" y="16105"/>
                </a:lnTo>
                <a:lnTo>
                  <a:pt x="67186" y="17136"/>
                </a:lnTo>
                <a:lnTo>
                  <a:pt x="68554" y="18216"/>
                </a:lnTo>
                <a:lnTo>
                  <a:pt x="69863" y="19345"/>
                </a:lnTo>
                <a:lnTo>
                  <a:pt x="71114" y="20522"/>
                </a:lnTo>
                <a:lnTo>
                  <a:pt x="72306" y="21745"/>
                </a:lnTo>
                <a:lnTo>
                  <a:pt x="73440" y="23015"/>
                </a:lnTo>
                <a:lnTo>
                  <a:pt x="74515" y="24331"/>
                </a:lnTo>
                <a:lnTo>
                  <a:pt x="75530" y="25692"/>
                </a:lnTo>
                <a:lnTo>
                  <a:pt x="76486" y="27098"/>
                </a:lnTo>
                <a:lnTo>
                  <a:pt x="77382" y="28548"/>
                </a:lnTo>
                <a:lnTo>
                  <a:pt x="78218" y="30040"/>
                </a:lnTo>
                <a:lnTo>
                  <a:pt x="78994" y="31576"/>
                </a:lnTo>
                <a:lnTo>
                  <a:pt x="79709" y="33153"/>
                </a:lnTo>
                <a:lnTo>
                  <a:pt x="80364" y="34771"/>
                </a:lnTo>
                <a:lnTo>
                  <a:pt x="80957" y="36431"/>
                </a:lnTo>
                <a:lnTo>
                  <a:pt x="81489" y="38130"/>
                </a:lnTo>
                <a:lnTo>
                  <a:pt x="81959" y="39868"/>
                </a:lnTo>
                <a:lnTo>
                  <a:pt x="82368" y="41646"/>
                </a:lnTo>
                <a:lnTo>
                  <a:pt x="82714" y="43461"/>
                </a:lnTo>
                <a:lnTo>
                  <a:pt x="82998" y="45314"/>
                </a:lnTo>
                <a:lnTo>
                  <a:pt x="83219" y="47203"/>
                </a:lnTo>
                <a:lnTo>
                  <a:pt x="83378" y="49129"/>
                </a:lnTo>
                <a:lnTo>
                  <a:pt x="83473" y="51090"/>
                </a:lnTo>
                <a:lnTo>
                  <a:pt x="83505" y="53086"/>
                </a:lnTo>
                <a:lnTo>
                  <a:pt x="83473" y="55259"/>
                </a:lnTo>
                <a:lnTo>
                  <a:pt x="83377" y="57379"/>
                </a:lnTo>
                <a:lnTo>
                  <a:pt x="83218" y="59445"/>
                </a:lnTo>
                <a:lnTo>
                  <a:pt x="82996" y="61459"/>
                </a:lnTo>
                <a:lnTo>
                  <a:pt x="82710" y="63419"/>
                </a:lnTo>
                <a:lnTo>
                  <a:pt x="82361" y="65325"/>
                </a:lnTo>
                <a:lnTo>
                  <a:pt x="81948" y="67177"/>
                </a:lnTo>
                <a:lnTo>
                  <a:pt x="81472" y="68975"/>
                </a:lnTo>
                <a:lnTo>
                  <a:pt x="80933" y="70718"/>
                </a:lnTo>
                <a:lnTo>
                  <a:pt x="80331" y="72407"/>
                </a:lnTo>
                <a:lnTo>
                  <a:pt x="79666" y="74041"/>
                </a:lnTo>
                <a:lnTo>
                  <a:pt x="78938" y="75621"/>
                </a:lnTo>
                <a:lnTo>
                  <a:pt x="78147" y="77145"/>
                </a:lnTo>
                <a:lnTo>
                  <a:pt x="77293" y="78614"/>
                </a:lnTo>
                <a:lnTo>
                  <a:pt x="76377" y="80027"/>
                </a:lnTo>
                <a:lnTo>
                  <a:pt x="75397" y="81385"/>
                </a:lnTo>
                <a:lnTo>
                  <a:pt x="74355" y="82686"/>
                </a:lnTo>
                <a:lnTo>
                  <a:pt x="73251" y="83932"/>
                </a:lnTo>
                <a:lnTo>
                  <a:pt x="72084" y="85121"/>
                </a:lnTo>
                <a:lnTo>
                  <a:pt x="70854" y="86254"/>
                </a:lnTo>
                <a:lnTo>
                  <a:pt x="69563" y="87330"/>
                </a:lnTo>
                <a:lnTo>
                  <a:pt x="68208" y="88350"/>
                </a:lnTo>
                <a:lnTo>
                  <a:pt x="66792" y="89312"/>
                </a:lnTo>
                <a:lnTo>
                  <a:pt x="65313" y="90217"/>
                </a:lnTo>
                <a:lnTo>
                  <a:pt x="64357" y="90744"/>
                </a:lnTo>
                <a:lnTo>
                  <a:pt x="63389" y="91245"/>
                </a:lnTo>
                <a:lnTo>
                  <a:pt x="62406" y="91721"/>
                </a:lnTo>
                <a:lnTo>
                  <a:pt x="61409" y="92171"/>
                </a:lnTo>
                <a:lnTo>
                  <a:pt x="60395" y="92596"/>
                </a:lnTo>
                <a:lnTo>
                  <a:pt x="59363" y="92996"/>
                </a:lnTo>
                <a:lnTo>
                  <a:pt x="58311" y="93372"/>
                </a:lnTo>
                <a:lnTo>
                  <a:pt x="57239" y="93723"/>
                </a:lnTo>
                <a:lnTo>
                  <a:pt x="56144" y="94051"/>
                </a:lnTo>
                <a:lnTo>
                  <a:pt x="55026" y="94355"/>
                </a:lnTo>
                <a:lnTo>
                  <a:pt x="53883" y="94637"/>
                </a:lnTo>
                <a:lnTo>
                  <a:pt x="52713" y="94895"/>
                </a:lnTo>
                <a:lnTo>
                  <a:pt x="51515" y="95131"/>
                </a:lnTo>
                <a:lnTo>
                  <a:pt x="50288" y="95344"/>
                </a:lnTo>
                <a:lnTo>
                  <a:pt x="49030" y="95536"/>
                </a:lnTo>
                <a:lnTo>
                  <a:pt x="47739" y="95706"/>
                </a:lnTo>
                <a:lnTo>
                  <a:pt x="46415" y="95855"/>
                </a:lnTo>
                <a:lnTo>
                  <a:pt x="45056" y="95983"/>
                </a:lnTo>
                <a:lnTo>
                  <a:pt x="43661" y="96091"/>
                </a:lnTo>
                <a:lnTo>
                  <a:pt x="42228" y="96178"/>
                </a:lnTo>
                <a:lnTo>
                  <a:pt x="40755" y="96245"/>
                </a:lnTo>
                <a:lnTo>
                  <a:pt x="39242" y="96293"/>
                </a:lnTo>
                <a:lnTo>
                  <a:pt x="37686" y="96321"/>
                </a:lnTo>
                <a:lnTo>
                  <a:pt x="36087" y="96331"/>
                </a:lnTo>
                <a:lnTo>
                  <a:pt x="35363" y="96324"/>
                </a:lnTo>
                <a:lnTo>
                  <a:pt x="34681" y="96301"/>
                </a:lnTo>
                <a:lnTo>
                  <a:pt x="34041" y="96264"/>
                </a:lnTo>
                <a:lnTo>
                  <a:pt x="33441" y="96209"/>
                </a:lnTo>
                <a:lnTo>
                  <a:pt x="32880" y="96137"/>
                </a:lnTo>
                <a:lnTo>
                  <a:pt x="32358" y="96046"/>
                </a:lnTo>
                <a:lnTo>
                  <a:pt x="31873" y="95936"/>
                </a:lnTo>
                <a:lnTo>
                  <a:pt x="31425" y="95806"/>
                </a:lnTo>
                <a:lnTo>
                  <a:pt x="31011" y="95654"/>
                </a:lnTo>
                <a:lnTo>
                  <a:pt x="30632" y="95481"/>
                </a:lnTo>
                <a:lnTo>
                  <a:pt x="30286" y="95284"/>
                </a:lnTo>
                <a:lnTo>
                  <a:pt x="29972" y="95063"/>
                </a:lnTo>
                <a:lnTo>
                  <a:pt x="29690" y="94817"/>
                </a:lnTo>
                <a:lnTo>
                  <a:pt x="29437" y="94546"/>
                </a:lnTo>
                <a:lnTo>
                  <a:pt x="29213" y="94248"/>
                </a:lnTo>
                <a:lnTo>
                  <a:pt x="29017" y="93923"/>
                </a:lnTo>
                <a:lnTo>
                  <a:pt x="28848" y="93568"/>
                </a:lnTo>
                <a:lnTo>
                  <a:pt x="28705" y="93185"/>
                </a:lnTo>
                <a:lnTo>
                  <a:pt x="28587" y="92771"/>
                </a:lnTo>
                <a:lnTo>
                  <a:pt x="28493" y="92326"/>
                </a:lnTo>
                <a:lnTo>
                  <a:pt x="28421" y="91849"/>
                </a:lnTo>
                <a:lnTo>
                  <a:pt x="28371" y="91339"/>
                </a:lnTo>
                <a:lnTo>
                  <a:pt x="28342" y="90796"/>
                </a:lnTo>
                <a:lnTo>
                  <a:pt x="28332" y="90217"/>
                </a:lnTo>
                <a:lnTo>
                  <a:pt x="28332" y="14464"/>
                </a:lnTo>
                <a:lnTo>
                  <a:pt x="28340" y="13904"/>
                </a:lnTo>
                <a:lnTo>
                  <a:pt x="28365" y="13379"/>
                </a:lnTo>
                <a:lnTo>
                  <a:pt x="28409" y="12888"/>
                </a:lnTo>
                <a:lnTo>
                  <a:pt x="28472" y="12429"/>
                </a:lnTo>
                <a:lnTo>
                  <a:pt x="28556" y="12002"/>
                </a:lnTo>
                <a:close/>
                <a:moveTo>
                  <a:pt x="210674" y="99368"/>
                </a:moveTo>
                <a:lnTo>
                  <a:pt x="209920" y="99253"/>
                </a:lnTo>
                <a:lnTo>
                  <a:pt x="209214" y="99119"/>
                </a:lnTo>
                <a:lnTo>
                  <a:pt x="208554" y="98965"/>
                </a:lnTo>
                <a:lnTo>
                  <a:pt x="207941" y="98790"/>
                </a:lnTo>
                <a:lnTo>
                  <a:pt x="207372" y="98594"/>
                </a:lnTo>
                <a:lnTo>
                  <a:pt x="206847" y="98376"/>
                </a:lnTo>
                <a:lnTo>
                  <a:pt x="206364" y="98134"/>
                </a:lnTo>
                <a:lnTo>
                  <a:pt x="205922" y="97869"/>
                </a:lnTo>
                <a:lnTo>
                  <a:pt x="205520" y="97579"/>
                </a:lnTo>
                <a:lnTo>
                  <a:pt x="205157" y="97263"/>
                </a:lnTo>
                <a:lnTo>
                  <a:pt x="204832" y="96921"/>
                </a:lnTo>
                <a:lnTo>
                  <a:pt x="204543" y="96551"/>
                </a:lnTo>
                <a:lnTo>
                  <a:pt x="204290" y="96154"/>
                </a:lnTo>
                <a:lnTo>
                  <a:pt x="204071" y="95727"/>
                </a:lnTo>
                <a:lnTo>
                  <a:pt x="203884" y="95270"/>
                </a:lnTo>
                <a:lnTo>
                  <a:pt x="203730" y="94783"/>
                </a:lnTo>
                <a:lnTo>
                  <a:pt x="203606" y="94264"/>
                </a:lnTo>
                <a:lnTo>
                  <a:pt x="203512" y="93713"/>
                </a:lnTo>
                <a:lnTo>
                  <a:pt x="203446" y="93129"/>
                </a:lnTo>
                <a:lnTo>
                  <a:pt x="203407" y="92511"/>
                </a:lnTo>
                <a:lnTo>
                  <a:pt x="203395" y="91857"/>
                </a:lnTo>
                <a:lnTo>
                  <a:pt x="203395" y="49955"/>
                </a:lnTo>
                <a:lnTo>
                  <a:pt x="204270" y="49142"/>
                </a:lnTo>
                <a:lnTo>
                  <a:pt x="205107" y="48378"/>
                </a:lnTo>
                <a:lnTo>
                  <a:pt x="205908" y="47663"/>
                </a:lnTo>
                <a:lnTo>
                  <a:pt x="206676" y="46995"/>
                </a:lnTo>
                <a:lnTo>
                  <a:pt x="207414" y="46373"/>
                </a:lnTo>
                <a:lnTo>
                  <a:pt x="208123" y="45796"/>
                </a:lnTo>
                <a:lnTo>
                  <a:pt x="208806" y="45261"/>
                </a:lnTo>
                <a:lnTo>
                  <a:pt x="209465" y="44769"/>
                </a:lnTo>
                <a:lnTo>
                  <a:pt x="210103" y="44317"/>
                </a:lnTo>
                <a:lnTo>
                  <a:pt x="210722" y="43903"/>
                </a:lnTo>
                <a:lnTo>
                  <a:pt x="211325" y="43528"/>
                </a:lnTo>
                <a:lnTo>
                  <a:pt x="211914" y="43188"/>
                </a:lnTo>
                <a:lnTo>
                  <a:pt x="212491" y="42884"/>
                </a:lnTo>
                <a:lnTo>
                  <a:pt x="213059" y="42613"/>
                </a:lnTo>
                <a:lnTo>
                  <a:pt x="213620" y="42375"/>
                </a:lnTo>
                <a:lnTo>
                  <a:pt x="214177" y="42167"/>
                </a:lnTo>
                <a:lnTo>
                  <a:pt x="214731" y="41989"/>
                </a:lnTo>
                <a:lnTo>
                  <a:pt x="215286" y="41839"/>
                </a:lnTo>
                <a:lnTo>
                  <a:pt x="215843" y="41716"/>
                </a:lnTo>
                <a:lnTo>
                  <a:pt x="216406" y="41618"/>
                </a:lnTo>
                <a:lnTo>
                  <a:pt x="216976" y="41544"/>
                </a:lnTo>
                <a:lnTo>
                  <a:pt x="217556" y="41493"/>
                </a:lnTo>
                <a:lnTo>
                  <a:pt x="218149" y="41464"/>
                </a:lnTo>
                <a:lnTo>
                  <a:pt x="218756" y="41454"/>
                </a:lnTo>
                <a:lnTo>
                  <a:pt x="219649" y="41478"/>
                </a:lnTo>
                <a:lnTo>
                  <a:pt x="220505" y="41551"/>
                </a:lnTo>
                <a:lnTo>
                  <a:pt x="221321" y="41672"/>
                </a:lnTo>
                <a:lnTo>
                  <a:pt x="222099" y="41842"/>
                </a:lnTo>
                <a:lnTo>
                  <a:pt x="222838" y="42062"/>
                </a:lnTo>
                <a:lnTo>
                  <a:pt x="223539" y="42330"/>
                </a:lnTo>
                <a:lnTo>
                  <a:pt x="224201" y="42649"/>
                </a:lnTo>
                <a:lnTo>
                  <a:pt x="224825" y="43017"/>
                </a:lnTo>
                <a:lnTo>
                  <a:pt x="225410" y="43436"/>
                </a:lnTo>
                <a:lnTo>
                  <a:pt x="225958" y="43905"/>
                </a:lnTo>
                <a:lnTo>
                  <a:pt x="226467" y="44425"/>
                </a:lnTo>
                <a:lnTo>
                  <a:pt x="226938" y="44996"/>
                </a:lnTo>
                <a:lnTo>
                  <a:pt x="227371" y="45618"/>
                </a:lnTo>
                <a:lnTo>
                  <a:pt x="227766" y="46292"/>
                </a:lnTo>
                <a:lnTo>
                  <a:pt x="228123" y="47017"/>
                </a:lnTo>
                <a:lnTo>
                  <a:pt x="228442" y="47795"/>
                </a:lnTo>
                <a:lnTo>
                  <a:pt x="228724" y="48625"/>
                </a:lnTo>
                <a:lnTo>
                  <a:pt x="228967" y="49507"/>
                </a:lnTo>
                <a:lnTo>
                  <a:pt x="229173" y="50442"/>
                </a:lnTo>
                <a:lnTo>
                  <a:pt x="229342" y="51430"/>
                </a:lnTo>
                <a:lnTo>
                  <a:pt x="229473" y="52472"/>
                </a:lnTo>
                <a:lnTo>
                  <a:pt x="229566" y="53567"/>
                </a:lnTo>
                <a:lnTo>
                  <a:pt x="229622" y="54716"/>
                </a:lnTo>
                <a:lnTo>
                  <a:pt x="229641" y="55919"/>
                </a:lnTo>
                <a:lnTo>
                  <a:pt x="229641" y="87084"/>
                </a:lnTo>
                <a:lnTo>
                  <a:pt x="229595" y="88258"/>
                </a:lnTo>
                <a:lnTo>
                  <a:pt x="229533" y="89358"/>
                </a:lnTo>
                <a:lnTo>
                  <a:pt x="229451" y="90387"/>
                </a:lnTo>
                <a:lnTo>
                  <a:pt x="229349" y="91346"/>
                </a:lnTo>
                <a:lnTo>
                  <a:pt x="229224" y="92239"/>
                </a:lnTo>
                <a:lnTo>
                  <a:pt x="229074" y="93067"/>
                </a:lnTo>
                <a:lnTo>
                  <a:pt x="228899" y="93834"/>
                </a:lnTo>
                <a:lnTo>
                  <a:pt x="228696" y="94540"/>
                </a:lnTo>
                <a:lnTo>
                  <a:pt x="228464" y="95189"/>
                </a:lnTo>
                <a:lnTo>
                  <a:pt x="228200" y="95783"/>
                </a:lnTo>
                <a:lnTo>
                  <a:pt x="227903" y="96324"/>
                </a:lnTo>
                <a:lnTo>
                  <a:pt x="227571" y="96814"/>
                </a:lnTo>
                <a:lnTo>
                  <a:pt x="227203" y="97257"/>
                </a:lnTo>
                <a:lnTo>
                  <a:pt x="226797" y="97653"/>
                </a:lnTo>
                <a:lnTo>
                  <a:pt x="226351" y="98006"/>
                </a:lnTo>
                <a:lnTo>
                  <a:pt x="225863" y="98318"/>
                </a:lnTo>
                <a:lnTo>
                  <a:pt x="225331" y="98591"/>
                </a:lnTo>
                <a:lnTo>
                  <a:pt x="224754" y="98827"/>
                </a:lnTo>
                <a:lnTo>
                  <a:pt x="224130" y="99029"/>
                </a:lnTo>
                <a:lnTo>
                  <a:pt x="223458" y="99200"/>
                </a:lnTo>
                <a:lnTo>
                  <a:pt x="222735" y="99341"/>
                </a:lnTo>
                <a:lnTo>
                  <a:pt x="221960" y="99454"/>
                </a:lnTo>
                <a:lnTo>
                  <a:pt x="221131" y="99543"/>
                </a:lnTo>
                <a:lnTo>
                  <a:pt x="220246" y="99609"/>
                </a:lnTo>
                <a:lnTo>
                  <a:pt x="220246" y="101846"/>
                </a:lnTo>
                <a:lnTo>
                  <a:pt x="251263" y="101846"/>
                </a:lnTo>
                <a:lnTo>
                  <a:pt x="251263" y="99609"/>
                </a:lnTo>
                <a:lnTo>
                  <a:pt x="250379" y="99511"/>
                </a:lnTo>
                <a:lnTo>
                  <a:pt x="249552" y="99399"/>
                </a:lnTo>
                <a:lnTo>
                  <a:pt x="248780" y="99273"/>
                </a:lnTo>
                <a:lnTo>
                  <a:pt x="248062" y="99129"/>
                </a:lnTo>
                <a:lnTo>
                  <a:pt x="247396" y="98968"/>
                </a:lnTo>
                <a:lnTo>
                  <a:pt x="246779" y="98785"/>
                </a:lnTo>
                <a:lnTo>
                  <a:pt x="246211" y="98580"/>
                </a:lnTo>
                <a:lnTo>
                  <a:pt x="245689" y="98351"/>
                </a:lnTo>
                <a:lnTo>
                  <a:pt x="245212" y="98095"/>
                </a:lnTo>
                <a:lnTo>
                  <a:pt x="244778" y="97811"/>
                </a:lnTo>
                <a:lnTo>
                  <a:pt x="244384" y="97497"/>
                </a:lnTo>
                <a:lnTo>
                  <a:pt x="244030" y="97150"/>
                </a:lnTo>
                <a:lnTo>
                  <a:pt x="243712" y="96769"/>
                </a:lnTo>
                <a:lnTo>
                  <a:pt x="243431" y="96352"/>
                </a:lnTo>
                <a:lnTo>
                  <a:pt x="243183" y="95897"/>
                </a:lnTo>
                <a:lnTo>
                  <a:pt x="242967" y="95402"/>
                </a:lnTo>
                <a:lnTo>
                  <a:pt x="242780" y="94865"/>
                </a:lnTo>
                <a:lnTo>
                  <a:pt x="242622" y="94284"/>
                </a:lnTo>
                <a:lnTo>
                  <a:pt x="242491" y="93657"/>
                </a:lnTo>
                <a:lnTo>
                  <a:pt x="242384" y="92983"/>
                </a:lnTo>
                <a:lnTo>
                  <a:pt x="242300" y="92259"/>
                </a:lnTo>
                <a:lnTo>
                  <a:pt x="242237" y="91483"/>
                </a:lnTo>
                <a:lnTo>
                  <a:pt x="242193" y="90653"/>
                </a:lnTo>
                <a:lnTo>
                  <a:pt x="242166" y="89769"/>
                </a:lnTo>
                <a:lnTo>
                  <a:pt x="242166" y="55620"/>
                </a:lnTo>
                <a:lnTo>
                  <a:pt x="242132" y="53898"/>
                </a:lnTo>
                <a:lnTo>
                  <a:pt x="242031" y="52236"/>
                </a:lnTo>
                <a:lnTo>
                  <a:pt x="241863" y="50635"/>
                </a:lnTo>
                <a:lnTo>
                  <a:pt x="241629" y="49097"/>
                </a:lnTo>
                <a:lnTo>
                  <a:pt x="241331" y="47622"/>
                </a:lnTo>
                <a:lnTo>
                  <a:pt x="240969" y="46213"/>
                </a:lnTo>
                <a:lnTo>
                  <a:pt x="240544" y="44869"/>
                </a:lnTo>
                <a:lnTo>
                  <a:pt x="240057" y="43592"/>
                </a:lnTo>
                <a:lnTo>
                  <a:pt x="239508" y="42384"/>
                </a:lnTo>
                <a:lnTo>
                  <a:pt x="238900" y="41245"/>
                </a:lnTo>
                <a:lnTo>
                  <a:pt x="238232" y="40177"/>
                </a:lnTo>
                <a:lnTo>
                  <a:pt x="237506" y="39181"/>
                </a:lnTo>
                <a:lnTo>
                  <a:pt x="236723" y="38258"/>
                </a:lnTo>
                <a:lnTo>
                  <a:pt x="235883" y="37409"/>
                </a:lnTo>
                <a:lnTo>
                  <a:pt x="234987" y="36635"/>
                </a:lnTo>
                <a:lnTo>
                  <a:pt x="234037" y="35938"/>
                </a:lnTo>
                <a:lnTo>
                  <a:pt x="233032" y="35318"/>
                </a:lnTo>
                <a:lnTo>
                  <a:pt x="231975" y="34778"/>
                </a:lnTo>
                <a:lnTo>
                  <a:pt x="230866" y="34317"/>
                </a:lnTo>
                <a:lnTo>
                  <a:pt x="229706" y="33937"/>
                </a:lnTo>
                <a:lnTo>
                  <a:pt x="228495" y="33640"/>
                </a:lnTo>
                <a:lnTo>
                  <a:pt x="227235" y="33426"/>
                </a:lnTo>
                <a:lnTo>
                  <a:pt x="225927" y="33297"/>
                </a:lnTo>
                <a:lnTo>
                  <a:pt x="224571" y="33254"/>
                </a:lnTo>
                <a:lnTo>
                  <a:pt x="223725" y="33267"/>
                </a:lnTo>
                <a:lnTo>
                  <a:pt x="222898" y="33309"/>
                </a:lnTo>
                <a:lnTo>
                  <a:pt x="222088" y="33382"/>
                </a:lnTo>
                <a:lnTo>
                  <a:pt x="221292" y="33486"/>
                </a:lnTo>
                <a:lnTo>
                  <a:pt x="220505" y="33624"/>
                </a:lnTo>
                <a:lnTo>
                  <a:pt x="219724" y="33799"/>
                </a:lnTo>
                <a:lnTo>
                  <a:pt x="218947" y="34012"/>
                </a:lnTo>
                <a:lnTo>
                  <a:pt x="218170" y="34265"/>
                </a:lnTo>
                <a:lnTo>
                  <a:pt x="217388" y="34559"/>
                </a:lnTo>
                <a:lnTo>
                  <a:pt x="216600" y="34898"/>
                </a:lnTo>
                <a:lnTo>
                  <a:pt x="215802" y="35282"/>
                </a:lnTo>
                <a:lnTo>
                  <a:pt x="214990" y="35714"/>
                </a:lnTo>
                <a:lnTo>
                  <a:pt x="214160" y="36196"/>
                </a:lnTo>
                <a:lnTo>
                  <a:pt x="213311" y="36729"/>
                </a:lnTo>
                <a:lnTo>
                  <a:pt x="212437" y="37316"/>
                </a:lnTo>
                <a:lnTo>
                  <a:pt x="211536" y="37959"/>
                </a:lnTo>
                <a:lnTo>
                  <a:pt x="210605" y="38659"/>
                </a:lnTo>
                <a:lnTo>
                  <a:pt x="209640" y="39418"/>
                </a:lnTo>
                <a:lnTo>
                  <a:pt x="208638" y="40239"/>
                </a:lnTo>
                <a:lnTo>
                  <a:pt x="207595" y="41123"/>
                </a:lnTo>
                <a:lnTo>
                  <a:pt x="206508" y="42073"/>
                </a:lnTo>
                <a:lnTo>
                  <a:pt x="205373" y="43089"/>
                </a:lnTo>
                <a:lnTo>
                  <a:pt x="204188" y="44175"/>
                </a:lnTo>
                <a:lnTo>
                  <a:pt x="202949" y="45331"/>
                </a:lnTo>
                <a:lnTo>
                  <a:pt x="202949" y="33552"/>
                </a:lnTo>
                <a:lnTo>
                  <a:pt x="201904" y="33254"/>
                </a:lnTo>
                <a:lnTo>
                  <a:pt x="200949" y="33602"/>
                </a:lnTo>
                <a:lnTo>
                  <a:pt x="200019" y="33938"/>
                </a:lnTo>
                <a:lnTo>
                  <a:pt x="199112" y="34264"/>
                </a:lnTo>
                <a:lnTo>
                  <a:pt x="198226" y="34579"/>
                </a:lnTo>
                <a:lnTo>
                  <a:pt x="197359" y="34885"/>
                </a:lnTo>
                <a:lnTo>
                  <a:pt x="196508" y="35183"/>
                </a:lnTo>
                <a:lnTo>
                  <a:pt x="195671" y="35473"/>
                </a:lnTo>
                <a:lnTo>
                  <a:pt x="194846" y="35756"/>
                </a:lnTo>
                <a:lnTo>
                  <a:pt x="194030" y="36032"/>
                </a:lnTo>
                <a:lnTo>
                  <a:pt x="193222" y="36303"/>
                </a:lnTo>
                <a:lnTo>
                  <a:pt x="192417" y="36570"/>
                </a:lnTo>
                <a:lnTo>
                  <a:pt x="191615" y="36832"/>
                </a:lnTo>
                <a:lnTo>
                  <a:pt x="190814" y="37092"/>
                </a:lnTo>
                <a:lnTo>
                  <a:pt x="190009" y="37349"/>
                </a:lnTo>
                <a:lnTo>
                  <a:pt x="189200" y="37605"/>
                </a:lnTo>
                <a:lnTo>
                  <a:pt x="188385" y="37860"/>
                </a:lnTo>
                <a:lnTo>
                  <a:pt x="187559" y="38115"/>
                </a:lnTo>
                <a:lnTo>
                  <a:pt x="186723" y="38370"/>
                </a:lnTo>
                <a:lnTo>
                  <a:pt x="185872" y="38627"/>
                </a:lnTo>
                <a:lnTo>
                  <a:pt x="185005" y="38887"/>
                </a:lnTo>
                <a:lnTo>
                  <a:pt x="184119" y="39150"/>
                </a:lnTo>
                <a:lnTo>
                  <a:pt x="183212" y="39416"/>
                </a:lnTo>
                <a:lnTo>
                  <a:pt x="182282" y="39687"/>
                </a:lnTo>
                <a:lnTo>
                  <a:pt x="181326" y="39964"/>
                </a:lnTo>
                <a:lnTo>
                  <a:pt x="181326" y="42499"/>
                </a:lnTo>
                <a:lnTo>
                  <a:pt x="181458" y="42444"/>
                </a:lnTo>
                <a:lnTo>
                  <a:pt x="181594" y="42393"/>
                </a:lnTo>
                <a:lnTo>
                  <a:pt x="181732" y="42345"/>
                </a:lnTo>
                <a:lnTo>
                  <a:pt x="181873" y="42300"/>
                </a:lnTo>
                <a:lnTo>
                  <a:pt x="182018" y="42257"/>
                </a:lnTo>
                <a:lnTo>
                  <a:pt x="182166" y="42217"/>
                </a:lnTo>
                <a:lnTo>
                  <a:pt x="182316" y="42180"/>
                </a:lnTo>
                <a:lnTo>
                  <a:pt x="182470" y="42146"/>
                </a:lnTo>
                <a:lnTo>
                  <a:pt x="182627" y="42114"/>
                </a:lnTo>
                <a:lnTo>
                  <a:pt x="182787" y="42085"/>
                </a:lnTo>
                <a:lnTo>
                  <a:pt x="182950" y="42058"/>
                </a:lnTo>
                <a:lnTo>
                  <a:pt x="183116" y="42033"/>
                </a:lnTo>
                <a:lnTo>
                  <a:pt x="183286" y="42011"/>
                </a:lnTo>
                <a:lnTo>
                  <a:pt x="183458" y="41991"/>
                </a:lnTo>
                <a:lnTo>
                  <a:pt x="183634" y="41974"/>
                </a:lnTo>
                <a:lnTo>
                  <a:pt x="183813" y="41958"/>
                </a:lnTo>
                <a:lnTo>
                  <a:pt x="183994" y="41944"/>
                </a:lnTo>
                <a:lnTo>
                  <a:pt x="184179" y="41933"/>
                </a:lnTo>
                <a:lnTo>
                  <a:pt x="184367" y="41923"/>
                </a:lnTo>
                <a:lnTo>
                  <a:pt x="184558" y="41916"/>
                </a:lnTo>
                <a:lnTo>
                  <a:pt x="184752" y="41910"/>
                </a:lnTo>
                <a:lnTo>
                  <a:pt x="184950" y="41906"/>
                </a:lnTo>
                <a:lnTo>
                  <a:pt x="185150" y="41903"/>
                </a:lnTo>
                <a:lnTo>
                  <a:pt x="185354" y="41902"/>
                </a:lnTo>
                <a:lnTo>
                  <a:pt x="185861" y="41914"/>
                </a:lnTo>
                <a:lnTo>
                  <a:pt x="186339" y="41951"/>
                </a:lnTo>
                <a:lnTo>
                  <a:pt x="186789" y="42013"/>
                </a:lnTo>
                <a:lnTo>
                  <a:pt x="187212" y="42102"/>
                </a:lnTo>
                <a:lnTo>
                  <a:pt x="187608" y="42219"/>
                </a:lnTo>
                <a:lnTo>
                  <a:pt x="187977" y="42366"/>
                </a:lnTo>
                <a:lnTo>
                  <a:pt x="188321" y="42544"/>
                </a:lnTo>
                <a:lnTo>
                  <a:pt x="188639" y="42753"/>
                </a:lnTo>
                <a:lnTo>
                  <a:pt x="188934" y="42995"/>
                </a:lnTo>
                <a:lnTo>
                  <a:pt x="189204" y="43272"/>
                </a:lnTo>
                <a:lnTo>
                  <a:pt x="189452" y="43585"/>
                </a:lnTo>
                <a:lnTo>
                  <a:pt x="189677" y="43934"/>
                </a:lnTo>
                <a:lnTo>
                  <a:pt x="189881" y="44321"/>
                </a:lnTo>
                <a:lnTo>
                  <a:pt x="190063" y="44748"/>
                </a:lnTo>
                <a:lnTo>
                  <a:pt x="190225" y="45215"/>
                </a:lnTo>
                <a:lnTo>
                  <a:pt x="190367" y="45724"/>
                </a:lnTo>
                <a:lnTo>
                  <a:pt x="190490" y="46276"/>
                </a:lnTo>
                <a:lnTo>
                  <a:pt x="190594" y="46872"/>
                </a:lnTo>
                <a:lnTo>
                  <a:pt x="190681" y="47513"/>
                </a:lnTo>
                <a:lnTo>
                  <a:pt x="190751" y="48202"/>
                </a:lnTo>
                <a:lnTo>
                  <a:pt x="190803" y="48938"/>
                </a:lnTo>
                <a:lnTo>
                  <a:pt x="190840" y="49723"/>
                </a:lnTo>
                <a:lnTo>
                  <a:pt x="190862" y="50558"/>
                </a:lnTo>
                <a:lnTo>
                  <a:pt x="190869" y="51445"/>
                </a:lnTo>
                <a:lnTo>
                  <a:pt x="190869" y="88426"/>
                </a:lnTo>
                <a:lnTo>
                  <a:pt x="190843" y="89491"/>
                </a:lnTo>
                <a:lnTo>
                  <a:pt x="190799" y="90486"/>
                </a:lnTo>
                <a:lnTo>
                  <a:pt x="190735" y="91415"/>
                </a:lnTo>
                <a:lnTo>
                  <a:pt x="190651" y="92279"/>
                </a:lnTo>
                <a:lnTo>
                  <a:pt x="190543" y="93081"/>
                </a:lnTo>
                <a:lnTo>
                  <a:pt x="190411" y="93823"/>
                </a:lnTo>
                <a:lnTo>
                  <a:pt x="190252" y="94507"/>
                </a:lnTo>
                <a:lnTo>
                  <a:pt x="190064" y="95137"/>
                </a:lnTo>
                <a:lnTo>
                  <a:pt x="189845" y="95714"/>
                </a:lnTo>
                <a:lnTo>
                  <a:pt x="189594" y="96240"/>
                </a:lnTo>
                <a:lnTo>
                  <a:pt x="189309" y="96718"/>
                </a:lnTo>
                <a:lnTo>
                  <a:pt x="188987" y="97150"/>
                </a:lnTo>
                <a:lnTo>
                  <a:pt x="188628" y="97539"/>
                </a:lnTo>
                <a:lnTo>
                  <a:pt x="188228" y="97886"/>
                </a:lnTo>
                <a:lnTo>
                  <a:pt x="187787" y="98195"/>
                </a:lnTo>
                <a:lnTo>
                  <a:pt x="187302" y="98467"/>
                </a:lnTo>
                <a:lnTo>
                  <a:pt x="186772" y="98705"/>
                </a:lnTo>
                <a:lnTo>
                  <a:pt x="186194" y="98911"/>
                </a:lnTo>
                <a:lnTo>
                  <a:pt x="185566" y="99088"/>
                </a:lnTo>
                <a:lnTo>
                  <a:pt x="184888" y="99237"/>
                </a:lnTo>
                <a:lnTo>
                  <a:pt x="184156" y="99362"/>
                </a:lnTo>
                <a:lnTo>
                  <a:pt x="183370" y="99464"/>
                </a:lnTo>
                <a:lnTo>
                  <a:pt x="182527" y="99546"/>
                </a:lnTo>
                <a:lnTo>
                  <a:pt x="181624" y="99609"/>
                </a:lnTo>
                <a:lnTo>
                  <a:pt x="181624" y="101846"/>
                </a:lnTo>
                <a:lnTo>
                  <a:pt x="213238" y="101846"/>
                </a:lnTo>
                <a:lnTo>
                  <a:pt x="213238" y="99609"/>
                </a:lnTo>
                <a:lnTo>
                  <a:pt x="212332" y="99546"/>
                </a:lnTo>
                <a:lnTo>
                  <a:pt x="211478" y="99466"/>
                </a:lnTo>
                <a:lnTo>
                  <a:pt x="210674" y="99368"/>
                </a:lnTo>
                <a:close/>
                <a:moveTo>
                  <a:pt x="352881" y="99478"/>
                </a:moveTo>
                <a:lnTo>
                  <a:pt x="352113" y="99398"/>
                </a:lnTo>
                <a:lnTo>
                  <a:pt x="351394" y="99297"/>
                </a:lnTo>
                <a:lnTo>
                  <a:pt x="350722" y="99174"/>
                </a:lnTo>
                <a:lnTo>
                  <a:pt x="350098" y="99029"/>
                </a:lnTo>
                <a:lnTo>
                  <a:pt x="349518" y="98859"/>
                </a:lnTo>
                <a:lnTo>
                  <a:pt x="348983" y="98664"/>
                </a:lnTo>
                <a:lnTo>
                  <a:pt x="348491" y="98442"/>
                </a:lnTo>
                <a:lnTo>
                  <a:pt x="348039" y="98193"/>
                </a:lnTo>
                <a:lnTo>
                  <a:pt x="347628" y="97914"/>
                </a:lnTo>
                <a:lnTo>
                  <a:pt x="347256" y="97605"/>
                </a:lnTo>
                <a:lnTo>
                  <a:pt x="346921" y="97265"/>
                </a:lnTo>
                <a:lnTo>
                  <a:pt x="346623" y="96892"/>
                </a:lnTo>
                <a:lnTo>
                  <a:pt x="346359" y="96485"/>
                </a:lnTo>
                <a:lnTo>
                  <a:pt x="346130" y="96042"/>
                </a:lnTo>
                <a:lnTo>
                  <a:pt x="345932" y="95564"/>
                </a:lnTo>
                <a:lnTo>
                  <a:pt x="345766" y="95047"/>
                </a:lnTo>
                <a:lnTo>
                  <a:pt x="345629" y="94492"/>
                </a:lnTo>
                <a:lnTo>
                  <a:pt x="345521" y="93897"/>
                </a:lnTo>
                <a:lnTo>
                  <a:pt x="345440" y="93260"/>
                </a:lnTo>
                <a:lnTo>
                  <a:pt x="345385" y="92581"/>
                </a:lnTo>
                <a:lnTo>
                  <a:pt x="345355" y="91857"/>
                </a:lnTo>
                <a:lnTo>
                  <a:pt x="345355" y="49805"/>
                </a:lnTo>
                <a:lnTo>
                  <a:pt x="345361" y="49761"/>
                </a:lnTo>
                <a:lnTo>
                  <a:pt x="345379" y="49706"/>
                </a:lnTo>
                <a:lnTo>
                  <a:pt x="345408" y="49640"/>
                </a:lnTo>
                <a:lnTo>
                  <a:pt x="345448" y="49564"/>
                </a:lnTo>
                <a:lnTo>
                  <a:pt x="345498" y="49478"/>
                </a:lnTo>
                <a:lnTo>
                  <a:pt x="345558" y="49383"/>
                </a:lnTo>
                <a:lnTo>
                  <a:pt x="345626" y="49280"/>
                </a:lnTo>
                <a:lnTo>
                  <a:pt x="345703" y="49170"/>
                </a:lnTo>
                <a:lnTo>
                  <a:pt x="345787" y="49053"/>
                </a:lnTo>
                <a:lnTo>
                  <a:pt x="345879" y="48930"/>
                </a:lnTo>
                <a:lnTo>
                  <a:pt x="345977" y="48801"/>
                </a:lnTo>
                <a:lnTo>
                  <a:pt x="346082" y="48668"/>
                </a:lnTo>
                <a:lnTo>
                  <a:pt x="346191" y="48531"/>
                </a:lnTo>
                <a:lnTo>
                  <a:pt x="346306" y="48391"/>
                </a:lnTo>
                <a:lnTo>
                  <a:pt x="346425" y="48249"/>
                </a:lnTo>
                <a:lnTo>
                  <a:pt x="346548" y="48104"/>
                </a:lnTo>
                <a:lnTo>
                  <a:pt x="346673" y="47959"/>
                </a:lnTo>
                <a:lnTo>
                  <a:pt x="346801" y="47813"/>
                </a:lnTo>
                <a:lnTo>
                  <a:pt x="346932" y="47668"/>
                </a:lnTo>
                <a:lnTo>
                  <a:pt x="347063" y="47524"/>
                </a:lnTo>
                <a:lnTo>
                  <a:pt x="347196" y="47381"/>
                </a:lnTo>
                <a:lnTo>
                  <a:pt x="347328" y="47241"/>
                </a:lnTo>
                <a:lnTo>
                  <a:pt x="347460" y="47105"/>
                </a:lnTo>
                <a:lnTo>
                  <a:pt x="347592" y="46972"/>
                </a:lnTo>
                <a:lnTo>
                  <a:pt x="348071" y="46548"/>
                </a:lnTo>
                <a:lnTo>
                  <a:pt x="348577" y="46134"/>
                </a:lnTo>
                <a:lnTo>
                  <a:pt x="349107" y="45731"/>
                </a:lnTo>
                <a:lnTo>
                  <a:pt x="349661" y="45340"/>
                </a:lnTo>
                <a:lnTo>
                  <a:pt x="350235" y="44960"/>
                </a:lnTo>
                <a:lnTo>
                  <a:pt x="350830" y="44594"/>
                </a:lnTo>
                <a:lnTo>
                  <a:pt x="351442" y="44241"/>
                </a:lnTo>
                <a:lnTo>
                  <a:pt x="352070" y="43902"/>
                </a:lnTo>
                <a:lnTo>
                  <a:pt x="352713" y="43578"/>
                </a:lnTo>
                <a:lnTo>
                  <a:pt x="353368" y="43270"/>
                </a:lnTo>
                <a:lnTo>
                  <a:pt x="354035" y="42979"/>
                </a:lnTo>
                <a:lnTo>
                  <a:pt x="354711" y="42704"/>
                </a:lnTo>
                <a:lnTo>
                  <a:pt x="355395" y="42448"/>
                </a:lnTo>
                <a:lnTo>
                  <a:pt x="356085" y="42210"/>
                </a:lnTo>
                <a:lnTo>
                  <a:pt x="356779" y="41991"/>
                </a:lnTo>
                <a:lnTo>
                  <a:pt x="357477" y="41792"/>
                </a:lnTo>
                <a:lnTo>
                  <a:pt x="358175" y="41614"/>
                </a:lnTo>
                <a:lnTo>
                  <a:pt x="358872" y="41458"/>
                </a:lnTo>
                <a:lnTo>
                  <a:pt x="359568" y="41323"/>
                </a:lnTo>
                <a:lnTo>
                  <a:pt x="360259" y="41212"/>
                </a:lnTo>
                <a:lnTo>
                  <a:pt x="360944" y="41124"/>
                </a:lnTo>
                <a:lnTo>
                  <a:pt x="361623" y="41060"/>
                </a:lnTo>
                <a:lnTo>
                  <a:pt x="362292" y="41021"/>
                </a:lnTo>
                <a:lnTo>
                  <a:pt x="362950" y="41008"/>
                </a:lnTo>
                <a:lnTo>
                  <a:pt x="363753" y="41035"/>
                </a:lnTo>
                <a:lnTo>
                  <a:pt x="364522" y="41117"/>
                </a:lnTo>
                <a:lnTo>
                  <a:pt x="365256" y="41253"/>
                </a:lnTo>
                <a:lnTo>
                  <a:pt x="365957" y="41443"/>
                </a:lnTo>
                <a:lnTo>
                  <a:pt x="366623" y="41688"/>
                </a:lnTo>
                <a:lnTo>
                  <a:pt x="367255" y="41987"/>
                </a:lnTo>
                <a:lnTo>
                  <a:pt x="367853" y="42340"/>
                </a:lnTo>
                <a:lnTo>
                  <a:pt x="368417" y="42748"/>
                </a:lnTo>
                <a:lnTo>
                  <a:pt x="368946" y="43210"/>
                </a:lnTo>
                <a:lnTo>
                  <a:pt x="369442" y="43727"/>
                </a:lnTo>
                <a:lnTo>
                  <a:pt x="369903" y="44298"/>
                </a:lnTo>
                <a:lnTo>
                  <a:pt x="370330" y="44923"/>
                </a:lnTo>
                <a:lnTo>
                  <a:pt x="370723" y="45602"/>
                </a:lnTo>
                <a:lnTo>
                  <a:pt x="371082" y="46336"/>
                </a:lnTo>
                <a:lnTo>
                  <a:pt x="371407" y="47124"/>
                </a:lnTo>
                <a:lnTo>
                  <a:pt x="371697" y="47967"/>
                </a:lnTo>
                <a:lnTo>
                  <a:pt x="371954" y="48864"/>
                </a:lnTo>
                <a:lnTo>
                  <a:pt x="372176" y="49815"/>
                </a:lnTo>
                <a:lnTo>
                  <a:pt x="372364" y="50821"/>
                </a:lnTo>
                <a:lnTo>
                  <a:pt x="372517" y="51881"/>
                </a:lnTo>
                <a:lnTo>
                  <a:pt x="372637" y="52996"/>
                </a:lnTo>
                <a:lnTo>
                  <a:pt x="372723" y="54164"/>
                </a:lnTo>
                <a:lnTo>
                  <a:pt x="372774" y="55387"/>
                </a:lnTo>
                <a:lnTo>
                  <a:pt x="372791" y="56665"/>
                </a:lnTo>
                <a:lnTo>
                  <a:pt x="372791" y="89022"/>
                </a:lnTo>
                <a:lnTo>
                  <a:pt x="372747" y="90050"/>
                </a:lnTo>
                <a:lnTo>
                  <a:pt x="372688" y="91008"/>
                </a:lnTo>
                <a:lnTo>
                  <a:pt x="372612" y="91900"/>
                </a:lnTo>
                <a:lnTo>
                  <a:pt x="372516" y="92727"/>
                </a:lnTo>
                <a:lnTo>
                  <a:pt x="372398" y="93493"/>
                </a:lnTo>
                <a:lnTo>
                  <a:pt x="372255" y="94200"/>
                </a:lnTo>
                <a:lnTo>
                  <a:pt x="372085" y="94850"/>
                </a:lnTo>
                <a:lnTo>
                  <a:pt x="371885" y="95446"/>
                </a:lnTo>
                <a:lnTo>
                  <a:pt x="371654" y="95990"/>
                </a:lnTo>
                <a:lnTo>
                  <a:pt x="371387" y="96485"/>
                </a:lnTo>
                <a:lnTo>
                  <a:pt x="371084" y="96933"/>
                </a:lnTo>
                <a:lnTo>
                  <a:pt x="370741" y="97336"/>
                </a:lnTo>
                <a:lnTo>
                  <a:pt x="370356" y="97698"/>
                </a:lnTo>
                <a:lnTo>
                  <a:pt x="369927" y="98020"/>
                </a:lnTo>
                <a:lnTo>
                  <a:pt x="369451" y="98305"/>
                </a:lnTo>
                <a:lnTo>
                  <a:pt x="368926" y="98555"/>
                </a:lnTo>
                <a:lnTo>
                  <a:pt x="368349" y="98774"/>
                </a:lnTo>
                <a:lnTo>
                  <a:pt x="367717" y="98962"/>
                </a:lnTo>
                <a:lnTo>
                  <a:pt x="367029" y="99124"/>
                </a:lnTo>
                <a:lnTo>
                  <a:pt x="366282" y="99261"/>
                </a:lnTo>
                <a:lnTo>
                  <a:pt x="365473" y="99375"/>
                </a:lnTo>
                <a:lnTo>
                  <a:pt x="364600" y="99470"/>
                </a:lnTo>
                <a:lnTo>
                  <a:pt x="363660" y="99547"/>
                </a:lnTo>
                <a:lnTo>
                  <a:pt x="362652" y="99609"/>
                </a:lnTo>
                <a:lnTo>
                  <a:pt x="362652" y="101846"/>
                </a:lnTo>
                <a:lnTo>
                  <a:pt x="396054" y="101846"/>
                </a:lnTo>
                <a:lnTo>
                  <a:pt x="396054" y="99609"/>
                </a:lnTo>
                <a:lnTo>
                  <a:pt x="395042" y="99597"/>
                </a:lnTo>
                <a:lnTo>
                  <a:pt x="394094" y="99557"/>
                </a:lnTo>
                <a:lnTo>
                  <a:pt x="393207" y="99488"/>
                </a:lnTo>
                <a:lnTo>
                  <a:pt x="392380" y="99389"/>
                </a:lnTo>
                <a:lnTo>
                  <a:pt x="391610" y="99256"/>
                </a:lnTo>
                <a:lnTo>
                  <a:pt x="390895" y="99088"/>
                </a:lnTo>
                <a:lnTo>
                  <a:pt x="390234" y="98882"/>
                </a:lnTo>
                <a:lnTo>
                  <a:pt x="389625" y="98638"/>
                </a:lnTo>
                <a:lnTo>
                  <a:pt x="389065" y="98352"/>
                </a:lnTo>
                <a:lnTo>
                  <a:pt x="388554" y="98022"/>
                </a:lnTo>
                <a:lnTo>
                  <a:pt x="388088" y="97647"/>
                </a:lnTo>
                <a:lnTo>
                  <a:pt x="387666" y="97224"/>
                </a:lnTo>
                <a:lnTo>
                  <a:pt x="387285" y="96752"/>
                </a:lnTo>
                <a:lnTo>
                  <a:pt x="386945" y="96228"/>
                </a:lnTo>
                <a:lnTo>
                  <a:pt x="386643" y="95650"/>
                </a:lnTo>
                <a:lnTo>
                  <a:pt x="386377" y="95016"/>
                </a:lnTo>
                <a:lnTo>
                  <a:pt x="386145" y="94324"/>
                </a:lnTo>
                <a:lnTo>
                  <a:pt x="385946" y="93572"/>
                </a:lnTo>
                <a:lnTo>
                  <a:pt x="385776" y="92757"/>
                </a:lnTo>
                <a:lnTo>
                  <a:pt x="385636" y="91879"/>
                </a:lnTo>
                <a:lnTo>
                  <a:pt x="385521" y="90934"/>
                </a:lnTo>
                <a:lnTo>
                  <a:pt x="385431" y="89921"/>
                </a:lnTo>
                <a:lnTo>
                  <a:pt x="385363" y="88838"/>
                </a:lnTo>
                <a:lnTo>
                  <a:pt x="385317" y="87682"/>
                </a:lnTo>
                <a:lnTo>
                  <a:pt x="385317" y="50103"/>
                </a:lnTo>
                <a:lnTo>
                  <a:pt x="385877" y="49321"/>
                </a:lnTo>
                <a:lnTo>
                  <a:pt x="386442" y="48577"/>
                </a:lnTo>
                <a:lnTo>
                  <a:pt x="387012" y="47871"/>
                </a:lnTo>
                <a:lnTo>
                  <a:pt x="387587" y="47203"/>
                </a:lnTo>
                <a:lnTo>
                  <a:pt x="388169" y="46571"/>
                </a:lnTo>
                <a:lnTo>
                  <a:pt x="388758" y="45977"/>
                </a:lnTo>
                <a:lnTo>
                  <a:pt x="389355" y="45418"/>
                </a:lnTo>
                <a:lnTo>
                  <a:pt x="389962" y="44895"/>
                </a:lnTo>
                <a:lnTo>
                  <a:pt x="390578" y="44408"/>
                </a:lnTo>
                <a:lnTo>
                  <a:pt x="391205" y="43955"/>
                </a:lnTo>
                <a:lnTo>
                  <a:pt x="391843" y="43536"/>
                </a:lnTo>
                <a:lnTo>
                  <a:pt x="392494" y="43151"/>
                </a:lnTo>
                <a:lnTo>
                  <a:pt x="393157" y="42800"/>
                </a:lnTo>
                <a:lnTo>
                  <a:pt x="393835" y="42481"/>
                </a:lnTo>
                <a:lnTo>
                  <a:pt x="394528" y="42195"/>
                </a:lnTo>
                <a:lnTo>
                  <a:pt x="395237" y="41941"/>
                </a:lnTo>
                <a:lnTo>
                  <a:pt x="395962" y="41719"/>
                </a:lnTo>
                <a:lnTo>
                  <a:pt x="396704" y="41528"/>
                </a:lnTo>
                <a:lnTo>
                  <a:pt x="397465" y="41367"/>
                </a:lnTo>
                <a:lnTo>
                  <a:pt x="398245" y="41237"/>
                </a:lnTo>
                <a:lnTo>
                  <a:pt x="399044" y="41136"/>
                </a:lnTo>
                <a:lnTo>
                  <a:pt x="399865" y="41065"/>
                </a:lnTo>
                <a:lnTo>
                  <a:pt x="400707" y="41022"/>
                </a:lnTo>
                <a:lnTo>
                  <a:pt x="401572" y="41008"/>
                </a:lnTo>
                <a:lnTo>
                  <a:pt x="402604" y="41030"/>
                </a:lnTo>
                <a:lnTo>
                  <a:pt x="403577" y="41095"/>
                </a:lnTo>
                <a:lnTo>
                  <a:pt x="404492" y="41205"/>
                </a:lnTo>
                <a:lnTo>
                  <a:pt x="405351" y="41364"/>
                </a:lnTo>
                <a:lnTo>
                  <a:pt x="406154" y="41572"/>
                </a:lnTo>
                <a:lnTo>
                  <a:pt x="406904" y="41831"/>
                </a:lnTo>
                <a:lnTo>
                  <a:pt x="407602" y="42143"/>
                </a:lnTo>
                <a:lnTo>
                  <a:pt x="408248" y="42510"/>
                </a:lnTo>
                <a:lnTo>
                  <a:pt x="408845" y="42935"/>
                </a:lnTo>
                <a:lnTo>
                  <a:pt x="409393" y="43418"/>
                </a:lnTo>
                <a:lnTo>
                  <a:pt x="409894" y="43962"/>
                </a:lnTo>
                <a:lnTo>
                  <a:pt x="410350" y="44568"/>
                </a:lnTo>
                <a:lnTo>
                  <a:pt x="410761" y="45239"/>
                </a:lnTo>
                <a:lnTo>
                  <a:pt x="411130" y="45976"/>
                </a:lnTo>
                <a:lnTo>
                  <a:pt x="411457" y="46782"/>
                </a:lnTo>
                <a:lnTo>
                  <a:pt x="411744" y="47657"/>
                </a:lnTo>
                <a:lnTo>
                  <a:pt x="411992" y="48605"/>
                </a:lnTo>
                <a:lnTo>
                  <a:pt x="412202" y="49626"/>
                </a:lnTo>
                <a:lnTo>
                  <a:pt x="412377" y="50723"/>
                </a:lnTo>
                <a:lnTo>
                  <a:pt x="412517" y="51898"/>
                </a:lnTo>
                <a:lnTo>
                  <a:pt x="412623" y="53153"/>
                </a:lnTo>
                <a:lnTo>
                  <a:pt x="412697" y="54488"/>
                </a:lnTo>
                <a:lnTo>
                  <a:pt x="412741" y="55907"/>
                </a:lnTo>
                <a:lnTo>
                  <a:pt x="412755" y="57411"/>
                </a:lnTo>
                <a:lnTo>
                  <a:pt x="412755" y="88874"/>
                </a:lnTo>
                <a:lnTo>
                  <a:pt x="412714" y="89934"/>
                </a:lnTo>
                <a:lnTo>
                  <a:pt x="412664" y="90916"/>
                </a:lnTo>
                <a:lnTo>
                  <a:pt x="412601" y="91825"/>
                </a:lnTo>
                <a:lnTo>
                  <a:pt x="412523" y="92662"/>
                </a:lnTo>
                <a:lnTo>
                  <a:pt x="412426" y="93432"/>
                </a:lnTo>
                <a:lnTo>
                  <a:pt x="412308" y="94137"/>
                </a:lnTo>
                <a:lnTo>
                  <a:pt x="412164" y="94782"/>
                </a:lnTo>
                <a:lnTo>
                  <a:pt x="411993" y="95368"/>
                </a:lnTo>
                <a:lnTo>
                  <a:pt x="411790" y="95901"/>
                </a:lnTo>
                <a:lnTo>
                  <a:pt x="411554" y="96382"/>
                </a:lnTo>
                <a:lnTo>
                  <a:pt x="411280" y="96816"/>
                </a:lnTo>
                <a:lnTo>
                  <a:pt x="410966" y="97205"/>
                </a:lnTo>
                <a:lnTo>
                  <a:pt x="410608" y="97553"/>
                </a:lnTo>
                <a:lnTo>
                  <a:pt x="410204" y="97864"/>
                </a:lnTo>
                <a:lnTo>
                  <a:pt x="409750" y="98139"/>
                </a:lnTo>
                <a:lnTo>
                  <a:pt x="409243" y="98384"/>
                </a:lnTo>
                <a:lnTo>
                  <a:pt x="408680" y="98600"/>
                </a:lnTo>
                <a:lnTo>
                  <a:pt x="408058" y="98792"/>
                </a:lnTo>
                <a:lnTo>
                  <a:pt x="407374" y="98962"/>
                </a:lnTo>
                <a:lnTo>
                  <a:pt x="406625" y="99115"/>
                </a:lnTo>
                <a:lnTo>
                  <a:pt x="405808" y="99252"/>
                </a:lnTo>
                <a:lnTo>
                  <a:pt x="404919" y="99378"/>
                </a:lnTo>
                <a:lnTo>
                  <a:pt x="403955" y="99496"/>
                </a:lnTo>
                <a:lnTo>
                  <a:pt x="402914" y="99609"/>
                </a:lnTo>
                <a:lnTo>
                  <a:pt x="402914" y="101846"/>
                </a:lnTo>
                <a:lnTo>
                  <a:pt x="435270" y="101846"/>
                </a:lnTo>
                <a:lnTo>
                  <a:pt x="435570" y="101846"/>
                </a:lnTo>
                <a:lnTo>
                  <a:pt x="470611" y="101846"/>
                </a:lnTo>
                <a:lnTo>
                  <a:pt x="470611" y="99609"/>
                </a:lnTo>
                <a:lnTo>
                  <a:pt x="469426" y="99513"/>
                </a:lnTo>
                <a:lnTo>
                  <a:pt x="468329" y="99406"/>
                </a:lnTo>
                <a:lnTo>
                  <a:pt x="467317" y="99285"/>
                </a:lnTo>
                <a:lnTo>
                  <a:pt x="466387" y="99146"/>
                </a:lnTo>
                <a:lnTo>
                  <a:pt x="465534" y="98986"/>
                </a:lnTo>
                <a:lnTo>
                  <a:pt x="464756" y="98799"/>
                </a:lnTo>
                <a:lnTo>
                  <a:pt x="464049" y="98584"/>
                </a:lnTo>
                <a:lnTo>
                  <a:pt x="463410" y="98335"/>
                </a:lnTo>
                <a:lnTo>
                  <a:pt x="462834" y="98048"/>
                </a:lnTo>
                <a:lnTo>
                  <a:pt x="462320" y="97721"/>
                </a:lnTo>
                <a:lnTo>
                  <a:pt x="461862" y="97348"/>
                </a:lnTo>
                <a:lnTo>
                  <a:pt x="461459" y="96927"/>
                </a:lnTo>
                <a:lnTo>
                  <a:pt x="461106" y="96452"/>
                </a:lnTo>
                <a:lnTo>
                  <a:pt x="460801" y="95921"/>
                </a:lnTo>
                <a:lnTo>
                  <a:pt x="460538" y="95329"/>
                </a:lnTo>
                <a:lnTo>
                  <a:pt x="460316" y="94673"/>
                </a:lnTo>
                <a:lnTo>
                  <a:pt x="460131" y="93949"/>
                </a:lnTo>
                <a:lnTo>
                  <a:pt x="459979" y="93152"/>
                </a:lnTo>
                <a:lnTo>
                  <a:pt x="459857" y="92279"/>
                </a:lnTo>
                <a:lnTo>
                  <a:pt x="459762" y="91327"/>
                </a:lnTo>
                <a:lnTo>
                  <a:pt x="459689" y="90290"/>
                </a:lnTo>
                <a:lnTo>
                  <a:pt x="459636" y="89165"/>
                </a:lnTo>
                <a:lnTo>
                  <a:pt x="459599" y="87949"/>
                </a:lnTo>
                <a:lnTo>
                  <a:pt x="459575" y="86638"/>
                </a:lnTo>
                <a:lnTo>
                  <a:pt x="459575" y="33700"/>
                </a:lnTo>
                <a:lnTo>
                  <a:pt x="458979" y="33254"/>
                </a:lnTo>
                <a:lnTo>
                  <a:pt x="435867" y="41454"/>
                </a:lnTo>
                <a:lnTo>
                  <a:pt x="435867" y="43691"/>
                </a:lnTo>
                <a:lnTo>
                  <a:pt x="437061" y="43543"/>
                </a:lnTo>
                <a:lnTo>
                  <a:pt x="437285" y="43507"/>
                </a:lnTo>
                <a:lnTo>
                  <a:pt x="437508" y="43472"/>
                </a:lnTo>
                <a:lnTo>
                  <a:pt x="437731" y="43438"/>
                </a:lnTo>
                <a:lnTo>
                  <a:pt x="437954" y="43406"/>
                </a:lnTo>
                <a:lnTo>
                  <a:pt x="438176" y="43376"/>
                </a:lnTo>
                <a:lnTo>
                  <a:pt x="438398" y="43347"/>
                </a:lnTo>
                <a:lnTo>
                  <a:pt x="438619" y="43320"/>
                </a:lnTo>
                <a:lnTo>
                  <a:pt x="438839" y="43294"/>
                </a:lnTo>
                <a:lnTo>
                  <a:pt x="439057" y="43270"/>
                </a:lnTo>
                <a:lnTo>
                  <a:pt x="439275" y="43248"/>
                </a:lnTo>
                <a:lnTo>
                  <a:pt x="439492" y="43227"/>
                </a:lnTo>
                <a:lnTo>
                  <a:pt x="439707" y="43207"/>
                </a:lnTo>
                <a:lnTo>
                  <a:pt x="439920" y="43189"/>
                </a:lnTo>
                <a:lnTo>
                  <a:pt x="440132" y="43173"/>
                </a:lnTo>
                <a:lnTo>
                  <a:pt x="440342" y="43158"/>
                </a:lnTo>
                <a:lnTo>
                  <a:pt x="440550" y="43145"/>
                </a:lnTo>
                <a:lnTo>
                  <a:pt x="440756" y="43133"/>
                </a:lnTo>
                <a:lnTo>
                  <a:pt x="440960" y="43123"/>
                </a:lnTo>
                <a:lnTo>
                  <a:pt x="441162" y="43114"/>
                </a:lnTo>
                <a:lnTo>
                  <a:pt x="441361" y="43107"/>
                </a:lnTo>
                <a:lnTo>
                  <a:pt x="441558" y="43102"/>
                </a:lnTo>
                <a:lnTo>
                  <a:pt x="441751" y="43098"/>
                </a:lnTo>
                <a:lnTo>
                  <a:pt x="441942" y="43096"/>
                </a:lnTo>
                <a:lnTo>
                  <a:pt x="442131" y="43095"/>
                </a:lnTo>
                <a:lnTo>
                  <a:pt x="442566" y="43107"/>
                </a:lnTo>
                <a:lnTo>
                  <a:pt x="442979" y="43146"/>
                </a:lnTo>
                <a:lnTo>
                  <a:pt x="443369" y="43210"/>
                </a:lnTo>
                <a:lnTo>
                  <a:pt x="443738" y="43302"/>
                </a:lnTo>
                <a:lnTo>
                  <a:pt x="444084" y="43422"/>
                </a:lnTo>
                <a:lnTo>
                  <a:pt x="444409" y="43570"/>
                </a:lnTo>
                <a:lnTo>
                  <a:pt x="444713" y="43748"/>
                </a:lnTo>
                <a:lnTo>
                  <a:pt x="444997" y="43957"/>
                </a:lnTo>
                <a:lnTo>
                  <a:pt x="445260" y="44196"/>
                </a:lnTo>
                <a:lnTo>
                  <a:pt x="445503" y="44467"/>
                </a:lnTo>
                <a:lnTo>
                  <a:pt x="445727" y="44771"/>
                </a:lnTo>
                <a:lnTo>
                  <a:pt x="445932" y="45108"/>
                </a:lnTo>
                <a:lnTo>
                  <a:pt x="446119" y="45480"/>
                </a:lnTo>
                <a:lnTo>
                  <a:pt x="446287" y="45886"/>
                </a:lnTo>
                <a:lnTo>
                  <a:pt x="446437" y="46328"/>
                </a:lnTo>
                <a:lnTo>
                  <a:pt x="446570" y="46806"/>
                </a:lnTo>
                <a:lnTo>
                  <a:pt x="446685" y="47322"/>
                </a:lnTo>
                <a:lnTo>
                  <a:pt x="446784" y="47876"/>
                </a:lnTo>
                <a:lnTo>
                  <a:pt x="446867" y="48469"/>
                </a:lnTo>
                <a:lnTo>
                  <a:pt x="446934" y="49101"/>
                </a:lnTo>
                <a:lnTo>
                  <a:pt x="446985" y="49774"/>
                </a:lnTo>
                <a:lnTo>
                  <a:pt x="447021" y="50487"/>
                </a:lnTo>
                <a:lnTo>
                  <a:pt x="447043" y="51243"/>
                </a:lnTo>
                <a:lnTo>
                  <a:pt x="447050" y="52041"/>
                </a:lnTo>
                <a:lnTo>
                  <a:pt x="447050" y="86638"/>
                </a:lnTo>
                <a:lnTo>
                  <a:pt x="447007" y="87968"/>
                </a:lnTo>
                <a:lnTo>
                  <a:pt x="446949" y="89202"/>
                </a:lnTo>
                <a:lnTo>
                  <a:pt x="446874" y="90345"/>
                </a:lnTo>
                <a:lnTo>
                  <a:pt x="446778" y="91399"/>
                </a:lnTo>
                <a:lnTo>
                  <a:pt x="446658" y="92368"/>
                </a:lnTo>
                <a:lnTo>
                  <a:pt x="446510" y="93256"/>
                </a:lnTo>
                <a:lnTo>
                  <a:pt x="446331" y="94068"/>
                </a:lnTo>
                <a:lnTo>
                  <a:pt x="446117" y="94805"/>
                </a:lnTo>
                <a:lnTo>
                  <a:pt x="445866" y="95473"/>
                </a:lnTo>
                <a:lnTo>
                  <a:pt x="445573" y="96075"/>
                </a:lnTo>
                <a:lnTo>
                  <a:pt x="445236" y="96614"/>
                </a:lnTo>
                <a:lnTo>
                  <a:pt x="444851" y="97094"/>
                </a:lnTo>
                <a:lnTo>
                  <a:pt x="444415" y="97519"/>
                </a:lnTo>
                <a:lnTo>
                  <a:pt x="443924" y="97892"/>
                </a:lnTo>
                <a:lnTo>
                  <a:pt x="443375" y="98218"/>
                </a:lnTo>
                <a:lnTo>
                  <a:pt x="442765" y="98500"/>
                </a:lnTo>
                <a:lnTo>
                  <a:pt x="442090" y="98741"/>
                </a:lnTo>
                <a:lnTo>
                  <a:pt x="441347" y="98946"/>
                </a:lnTo>
                <a:lnTo>
                  <a:pt x="440533" y="99118"/>
                </a:lnTo>
                <a:lnTo>
                  <a:pt x="439643" y="99260"/>
                </a:lnTo>
                <a:lnTo>
                  <a:pt x="438676" y="99377"/>
                </a:lnTo>
                <a:lnTo>
                  <a:pt x="437627" y="99471"/>
                </a:lnTo>
                <a:lnTo>
                  <a:pt x="436493" y="99548"/>
                </a:lnTo>
                <a:lnTo>
                  <a:pt x="435451" y="99600"/>
                </a:lnTo>
                <a:lnTo>
                  <a:pt x="431692" y="99311"/>
                </a:lnTo>
                <a:lnTo>
                  <a:pt x="431112" y="99210"/>
                </a:lnTo>
                <a:lnTo>
                  <a:pt x="430564" y="99093"/>
                </a:lnTo>
                <a:lnTo>
                  <a:pt x="430047" y="98958"/>
                </a:lnTo>
                <a:lnTo>
                  <a:pt x="429561" y="98805"/>
                </a:lnTo>
                <a:lnTo>
                  <a:pt x="429104" y="98633"/>
                </a:lnTo>
                <a:lnTo>
                  <a:pt x="428678" y="98441"/>
                </a:lnTo>
                <a:lnTo>
                  <a:pt x="428279" y="98228"/>
                </a:lnTo>
                <a:lnTo>
                  <a:pt x="427909" y="97993"/>
                </a:lnTo>
                <a:lnTo>
                  <a:pt x="427567" y="97735"/>
                </a:lnTo>
                <a:lnTo>
                  <a:pt x="427251" y="97453"/>
                </a:lnTo>
                <a:lnTo>
                  <a:pt x="426961" y="97147"/>
                </a:lnTo>
                <a:lnTo>
                  <a:pt x="426697" y="96815"/>
                </a:lnTo>
                <a:lnTo>
                  <a:pt x="426458" y="96457"/>
                </a:lnTo>
                <a:lnTo>
                  <a:pt x="426243" y="96071"/>
                </a:lnTo>
                <a:lnTo>
                  <a:pt x="426051" y="95658"/>
                </a:lnTo>
                <a:lnTo>
                  <a:pt x="425882" y="95215"/>
                </a:lnTo>
                <a:lnTo>
                  <a:pt x="425736" y="94742"/>
                </a:lnTo>
                <a:lnTo>
                  <a:pt x="425611" y="94238"/>
                </a:lnTo>
                <a:lnTo>
                  <a:pt x="425508" y="93703"/>
                </a:lnTo>
                <a:lnTo>
                  <a:pt x="425424" y="93134"/>
                </a:lnTo>
                <a:lnTo>
                  <a:pt x="425360" y="92532"/>
                </a:lnTo>
                <a:lnTo>
                  <a:pt x="425316" y="91896"/>
                </a:lnTo>
                <a:lnTo>
                  <a:pt x="425289" y="91223"/>
                </a:lnTo>
                <a:lnTo>
                  <a:pt x="425280" y="90515"/>
                </a:lnTo>
                <a:lnTo>
                  <a:pt x="425280" y="59796"/>
                </a:lnTo>
                <a:lnTo>
                  <a:pt x="425250" y="57641"/>
                </a:lnTo>
                <a:lnTo>
                  <a:pt x="425159" y="55577"/>
                </a:lnTo>
                <a:lnTo>
                  <a:pt x="425008" y="53603"/>
                </a:lnTo>
                <a:lnTo>
                  <a:pt x="424797" y="51720"/>
                </a:lnTo>
                <a:lnTo>
                  <a:pt x="424525" y="49928"/>
                </a:lnTo>
                <a:lnTo>
                  <a:pt x="424192" y="48226"/>
                </a:lnTo>
                <a:lnTo>
                  <a:pt x="423800" y="46615"/>
                </a:lnTo>
                <a:lnTo>
                  <a:pt x="423347" y="45094"/>
                </a:lnTo>
                <a:lnTo>
                  <a:pt x="422835" y="43665"/>
                </a:lnTo>
                <a:lnTo>
                  <a:pt x="422262" y="42328"/>
                </a:lnTo>
                <a:lnTo>
                  <a:pt x="421630" y="41081"/>
                </a:lnTo>
                <a:lnTo>
                  <a:pt x="420937" y="39927"/>
                </a:lnTo>
                <a:lnTo>
                  <a:pt x="420185" y="38863"/>
                </a:lnTo>
                <a:lnTo>
                  <a:pt x="419373" y="37892"/>
                </a:lnTo>
                <a:lnTo>
                  <a:pt x="418502" y="37013"/>
                </a:lnTo>
                <a:lnTo>
                  <a:pt x="417571" y="36225"/>
                </a:lnTo>
                <a:lnTo>
                  <a:pt x="416580" y="35530"/>
                </a:lnTo>
                <a:lnTo>
                  <a:pt x="415530" y="34927"/>
                </a:lnTo>
                <a:lnTo>
                  <a:pt x="414420" y="34416"/>
                </a:lnTo>
                <a:lnTo>
                  <a:pt x="413251" y="33998"/>
                </a:lnTo>
                <a:lnTo>
                  <a:pt x="412023" y="33673"/>
                </a:lnTo>
                <a:lnTo>
                  <a:pt x="410736" y="33440"/>
                </a:lnTo>
                <a:lnTo>
                  <a:pt x="409389" y="33301"/>
                </a:lnTo>
                <a:lnTo>
                  <a:pt x="407983" y="33254"/>
                </a:lnTo>
                <a:lnTo>
                  <a:pt x="406908" y="33274"/>
                </a:lnTo>
                <a:lnTo>
                  <a:pt x="405842" y="33335"/>
                </a:lnTo>
                <a:lnTo>
                  <a:pt x="404786" y="33437"/>
                </a:lnTo>
                <a:lnTo>
                  <a:pt x="403739" y="33581"/>
                </a:lnTo>
                <a:lnTo>
                  <a:pt x="402700" y="33767"/>
                </a:lnTo>
                <a:lnTo>
                  <a:pt x="401669" y="33995"/>
                </a:lnTo>
                <a:lnTo>
                  <a:pt x="400645" y="34266"/>
                </a:lnTo>
                <a:lnTo>
                  <a:pt x="399627" y="34579"/>
                </a:lnTo>
                <a:lnTo>
                  <a:pt x="398615" y="34937"/>
                </a:lnTo>
                <a:lnTo>
                  <a:pt x="397608" y="35338"/>
                </a:lnTo>
                <a:lnTo>
                  <a:pt x="396605" y="35783"/>
                </a:lnTo>
                <a:lnTo>
                  <a:pt x="395606" y="36274"/>
                </a:lnTo>
                <a:lnTo>
                  <a:pt x="394610" y="36809"/>
                </a:lnTo>
                <a:lnTo>
                  <a:pt x="393617" y="37389"/>
                </a:lnTo>
                <a:lnTo>
                  <a:pt x="392625" y="38016"/>
                </a:lnTo>
                <a:lnTo>
                  <a:pt x="391635" y="38688"/>
                </a:lnTo>
                <a:lnTo>
                  <a:pt x="390645" y="39408"/>
                </a:lnTo>
                <a:lnTo>
                  <a:pt x="389655" y="40174"/>
                </a:lnTo>
                <a:lnTo>
                  <a:pt x="388664" y="40988"/>
                </a:lnTo>
                <a:lnTo>
                  <a:pt x="387672" y="41849"/>
                </a:lnTo>
                <a:lnTo>
                  <a:pt x="386678" y="42758"/>
                </a:lnTo>
                <a:lnTo>
                  <a:pt x="385681" y="43716"/>
                </a:lnTo>
                <a:lnTo>
                  <a:pt x="384680" y="44723"/>
                </a:lnTo>
                <a:lnTo>
                  <a:pt x="383676" y="45780"/>
                </a:lnTo>
                <a:lnTo>
                  <a:pt x="383328" y="44740"/>
                </a:lnTo>
                <a:lnTo>
                  <a:pt x="382955" y="43747"/>
                </a:lnTo>
                <a:lnTo>
                  <a:pt x="382557" y="42801"/>
                </a:lnTo>
                <a:lnTo>
                  <a:pt x="382133" y="41900"/>
                </a:lnTo>
                <a:lnTo>
                  <a:pt x="381683" y="41045"/>
                </a:lnTo>
                <a:lnTo>
                  <a:pt x="381207" y="40236"/>
                </a:lnTo>
                <a:lnTo>
                  <a:pt x="380705" y="39473"/>
                </a:lnTo>
                <a:lnTo>
                  <a:pt x="380176" y="38754"/>
                </a:lnTo>
                <a:lnTo>
                  <a:pt x="379620" y="38081"/>
                </a:lnTo>
                <a:lnTo>
                  <a:pt x="379037" y="37452"/>
                </a:lnTo>
                <a:lnTo>
                  <a:pt x="378426" y="36868"/>
                </a:lnTo>
                <a:lnTo>
                  <a:pt x="377787" y="36329"/>
                </a:lnTo>
                <a:lnTo>
                  <a:pt x="377121" y="35834"/>
                </a:lnTo>
                <a:lnTo>
                  <a:pt x="376427" y="35383"/>
                </a:lnTo>
                <a:lnTo>
                  <a:pt x="375704" y="34976"/>
                </a:lnTo>
                <a:lnTo>
                  <a:pt x="374952" y="34612"/>
                </a:lnTo>
                <a:lnTo>
                  <a:pt x="374171" y="34292"/>
                </a:lnTo>
                <a:lnTo>
                  <a:pt x="373361" y="34016"/>
                </a:lnTo>
                <a:lnTo>
                  <a:pt x="372521" y="33782"/>
                </a:lnTo>
                <a:lnTo>
                  <a:pt x="371652" y="33591"/>
                </a:lnTo>
                <a:lnTo>
                  <a:pt x="370753" y="33444"/>
                </a:lnTo>
                <a:lnTo>
                  <a:pt x="369823" y="33338"/>
                </a:lnTo>
                <a:lnTo>
                  <a:pt x="368863" y="33275"/>
                </a:lnTo>
                <a:lnTo>
                  <a:pt x="367872" y="33254"/>
                </a:lnTo>
                <a:lnTo>
                  <a:pt x="367046" y="33264"/>
                </a:lnTo>
                <a:lnTo>
                  <a:pt x="366243" y="33298"/>
                </a:lnTo>
                <a:lnTo>
                  <a:pt x="365459" y="33356"/>
                </a:lnTo>
                <a:lnTo>
                  <a:pt x="364688" y="33442"/>
                </a:lnTo>
                <a:lnTo>
                  <a:pt x="363927" y="33558"/>
                </a:lnTo>
                <a:lnTo>
                  <a:pt x="363169" y="33706"/>
                </a:lnTo>
                <a:lnTo>
                  <a:pt x="362410" y="33889"/>
                </a:lnTo>
                <a:lnTo>
                  <a:pt x="361646" y="34110"/>
                </a:lnTo>
                <a:lnTo>
                  <a:pt x="360872" y="34371"/>
                </a:lnTo>
                <a:lnTo>
                  <a:pt x="360082" y="34673"/>
                </a:lnTo>
                <a:lnTo>
                  <a:pt x="359273" y="35021"/>
                </a:lnTo>
                <a:lnTo>
                  <a:pt x="358439" y="35416"/>
                </a:lnTo>
                <a:lnTo>
                  <a:pt x="357575" y="35861"/>
                </a:lnTo>
                <a:lnTo>
                  <a:pt x="356677" y="36358"/>
                </a:lnTo>
                <a:lnTo>
                  <a:pt x="355740" y="36909"/>
                </a:lnTo>
                <a:lnTo>
                  <a:pt x="354759" y="37517"/>
                </a:lnTo>
                <a:lnTo>
                  <a:pt x="353729" y="38185"/>
                </a:lnTo>
                <a:lnTo>
                  <a:pt x="352646" y="38915"/>
                </a:lnTo>
                <a:lnTo>
                  <a:pt x="351505" y="39710"/>
                </a:lnTo>
                <a:lnTo>
                  <a:pt x="350300" y="40571"/>
                </a:lnTo>
                <a:lnTo>
                  <a:pt x="349028" y="41502"/>
                </a:lnTo>
                <a:lnTo>
                  <a:pt x="347683" y="42505"/>
                </a:lnTo>
                <a:lnTo>
                  <a:pt x="346261" y="43582"/>
                </a:lnTo>
                <a:lnTo>
                  <a:pt x="344757" y="44735"/>
                </a:lnTo>
                <a:lnTo>
                  <a:pt x="344757" y="33552"/>
                </a:lnTo>
                <a:lnTo>
                  <a:pt x="343714" y="33254"/>
                </a:lnTo>
                <a:lnTo>
                  <a:pt x="342741" y="33602"/>
                </a:lnTo>
                <a:lnTo>
                  <a:pt x="341794" y="33938"/>
                </a:lnTo>
                <a:lnTo>
                  <a:pt x="340872" y="34264"/>
                </a:lnTo>
                <a:lnTo>
                  <a:pt x="339972" y="34579"/>
                </a:lnTo>
                <a:lnTo>
                  <a:pt x="339092" y="34885"/>
                </a:lnTo>
                <a:lnTo>
                  <a:pt x="338229" y="35183"/>
                </a:lnTo>
                <a:lnTo>
                  <a:pt x="337381" y="35473"/>
                </a:lnTo>
                <a:lnTo>
                  <a:pt x="336545" y="35756"/>
                </a:lnTo>
                <a:lnTo>
                  <a:pt x="335719" y="36032"/>
                </a:lnTo>
                <a:lnTo>
                  <a:pt x="334900" y="36303"/>
                </a:lnTo>
                <a:lnTo>
                  <a:pt x="334087" y="36570"/>
                </a:lnTo>
                <a:lnTo>
                  <a:pt x="333275" y="36832"/>
                </a:lnTo>
                <a:lnTo>
                  <a:pt x="332464" y="37092"/>
                </a:lnTo>
                <a:lnTo>
                  <a:pt x="331651" y="37349"/>
                </a:lnTo>
                <a:lnTo>
                  <a:pt x="330832" y="37605"/>
                </a:lnTo>
                <a:lnTo>
                  <a:pt x="330006" y="37860"/>
                </a:lnTo>
                <a:lnTo>
                  <a:pt x="329170" y="38115"/>
                </a:lnTo>
                <a:lnTo>
                  <a:pt x="328322" y="38370"/>
                </a:lnTo>
                <a:lnTo>
                  <a:pt x="327460" y="38627"/>
                </a:lnTo>
                <a:lnTo>
                  <a:pt x="326580" y="38887"/>
                </a:lnTo>
                <a:lnTo>
                  <a:pt x="325680" y="39150"/>
                </a:lnTo>
                <a:lnTo>
                  <a:pt x="324758" y="39416"/>
                </a:lnTo>
                <a:lnTo>
                  <a:pt x="323812" y="39687"/>
                </a:lnTo>
                <a:lnTo>
                  <a:pt x="322838" y="39964"/>
                </a:lnTo>
                <a:lnTo>
                  <a:pt x="322838" y="42499"/>
                </a:lnTo>
                <a:lnTo>
                  <a:pt x="323060" y="42444"/>
                </a:lnTo>
                <a:lnTo>
                  <a:pt x="323276" y="42393"/>
                </a:lnTo>
                <a:lnTo>
                  <a:pt x="323489" y="42345"/>
                </a:lnTo>
                <a:lnTo>
                  <a:pt x="323699" y="42300"/>
                </a:lnTo>
                <a:lnTo>
                  <a:pt x="323905" y="42257"/>
                </a:lnTo>
                <a:lnTo>
                  <a:pt x="324108" y="42217"/>
                </a:lnTo>
                <a:lnTo>
                  <a:pt x="324308" y="42180"/>
                </a:lnTo>
                <a:lnTo>
                  <a:pt x="324506" y="42146"/>
                </a:lnTo>
                <a:lnTo>
                  <a:pt x="324701" y="42114"/>
                </a:lnTo>
                <a:lnTo>
                  <a:pt x="324895" y="42085"/>
                </a:lnTo>
                <a:lnTo>
                  <a:pt x="325088" y="42058"/>
                </a:lnTo>
                <a:lnTo>
                  <a:pt x="325279" y="42033"/>
                </a:lnTo>
                <a:lnTo>
                  <a:pt x="325470" y="42011"/>
                </a:lnTo>
                <a:lnTo>
                  <a:pt x="325660" y="41991"/>
                </a:lnTo>
                <a:lnTo>
                  <a:pt x="325851" y="41974"/>
                </a:lnTo>
                <a:lnTo>
                  <a:pt x="326041" y="41958"/>
                </a:lnTo>
                <a:lnTo>
                  <a:pt x="326232" y="41944"/>
                </a:lnTo>
                <a:lnTo>
                  <a:pt x="326423" y="41933"/>
                </a:lnTo>
                <a:lnTo>
                  <a:pt x="326616" y="41923"/>
                </a:lnTo>
                <a:lnTo>
                  <a:pt x="326811" y="41916"/>
                </a:lnTo>
                <a:lnTo>
                  <a:pt x="327007" y="41910"/>
                </a:lnTo>
                <a:lnTo>
                  <a:pt x="327205" y="41906"/>
                </a:lnTo>
                <a:lnTo>
                  <a:pt x="327406" y="41903"/>
                </a:lnTo>
                <a:lnTo>
                  <a:pt x="327610" y="41902"/>
                </a:lnTo>
                <a:lnTo>
                  <a:pt x="328081" y="41915"/>
                </a:lnTo>
                <a:lnTo>
                  <a:pt x="328527" y="41954"/>
                </a:lnTo>
                <a:lnTo>
                  <a:pt x="328947" y="42019"/>
                </a:lnTo>
                <a:lnTo>
                  <a:pt x="329342" y="42112"/>
                </a:lnTo>
                <a:lnTo>
                  <a:pt x="329714" y="42235"/>
                </a:lnTo>
                <a:lnTo>
                  <a:pt x="330061" y="42387"/>
                </a:lnTo>
                <a:lnTo>
                  <a:pt x="330385" y="42571"/>
                </a:lnTo>
                <a:lnTo>
                  <a:pt x="330686" y="42786"/>
                </a:lnTo>
                <a:lnTo>
                  <a:pt x="330965" y="43035"/>
                </a:lnTo>
                <a:lnTo>
                  <a:pt x="331222" y="43318"/>
                </a:lnTo>
                <a:lnTo>
                  <a:pt x="331458" y="43636"/>
                </a:lnTo>
                <a:lnTo>
                  <a:pt x="331673" y="43990"/>
                </a:lnTo>
                <a:lnTo>
                  <a:pt x="331868" y="44382"/>
                </a:lnTo>
                <a:lnTo>
                  <a:pt x="332044" y="44812"/>
                </a:lnTo>
                <a:lnTo>
                  <a:pt x="332200" y="45281"/>
                </a:lnTo>
                <a:lnTo>
                  <a:pt x="332338" y="45791"/>
                </a:lnTo>
                <a:lnTo>
                  <a:pt x="332457" y="46342"/>
                </a:lnTo>
                <a:lnTo>
                  <a:pt x="332559" y="46935"/>
                </a:lnTo>
                <a:lnTo>
                  <a:pt x="332644" y="47572"/>
                </a:lnTo>
                <a:lnTo>
                  <a:pt x="332712" y="48254"/>
                </a:lnTo>
                <a:lnTo>
                  <a:pt x="332764" y="48981"/>
                </a:lnTo>
                <a:lnTo>
                  <a:pt x="332801" y="49754"/>
                </a:lnTo>
                <a:lnTo>
                  <a:pt x="332822" y="50575"/>
                </a:lnTo>
                <a:lnTo>
                  <a:pt x="332829" y="51445"/>
                </a:lnTo>
                <a:lnTo>
                  <a:pt x="332829" y="89172"/>
                </a:lnTo>
                <a:lnTo>
                  <a:pt x="332783" y="90184"/>
                </a:lnTo>
                <a:lnTo>
                  <a:pt x="332718" y="91132"/>
                </a:lnTo>
                <a:lnTo>
                  <a:pt x="332632" y="92018"/>
                </a:lnTo>
                <a:lnTo>
                  <a:pt x="332522" y="92845"/>
                </a:lnTo>
                <a:lnTo>
                  <a:pt x="332388" y="93614"/>
                </a:lnTo>
                <a:lnTo>
                  <a:pt x="332226" y="94326"/>
                </a:lnTo>
                <a:lnTo>
                  <a:pt x="332035" y="94984"/>
                </a:lnTo>
                <a:lnTo>
                  <a:pt x="331813" y="95590"/>
                </a:lnTo>
                <a:lnTo>
                  <a:pt x="331558" y="96144"/>
                </a:lnTo>
                <a:lnTo>
                  <a:pt x="331268" y="96650"/>
                </a:lnTo>
                <a:lnTo>
                  <a:pt x="330940" y="97109"/>
                </a:lnTo>
                <a:lnTo>
                  <a:pt x="330574" y="97522"/>
                </a:lnTo>
                <a:lnTo>
                  <a:pt x="330166" y="97892"/>
                </a:lnTo>
                <a:lnTo>
                  <a:pt x="329715" y="98221"/>
                </a:lnTo>
                <a:lnTo>
                  <a:pt x="329219" y="98509"/>
                </a:lnTo>
                <a:lnTo>
                  <a:pt x="328676" y="98759"/>
                </a:lnTo>
                <a:lnTo>
                  <a:pt x="328083" y="98973"/>
                </a:lnTo>
                <a:lnTo>
                  <a:pt x="327440" y="99153"/>
                </a:lnTo>
                <a:lnTo>
                  <a:pt x="326743" y="99300"/>
                </a:lnTo>
                <a:lnTo>
                  <a:pt x="325991" y="99416"/>
                </a:lnTo>
                <a:lnTo>
                  <a:pt x="325181" y="99503"/>
                </a:lnTo>
                <a:lnTo>
                  <a:pt x="324313" y="99564"/>
                </a:lnTo>
                <a:lnTo>
                  <a:pt x="323383" y="99598"/>
                </a:lnTo>
                <a:lnTo>
                  <a:pt x="322390" y="99609"/>
                </a:lnTo>
                <a:lnTo>
                  <a:pt x="322390" y="101846"/>
                </a:lnTo>
                <a:lnTo>
                  <a:pt x="355494" y="101846"/>
                </a:lnTo>
                <a:lnTo>
                  <a:pt x="355494" y="99609"/>
                </a:lnTo>
                <a:lnTo>
                  <a:pt x="354570" y="99583"/>
                </a:lnTo>
                <a:lnTo>
                  <a:pt x="353700" y="99540"/>
                </a:lnTo>
                <a:lnTo>
                  <a:pt x="352881" y="99478"/>
                </a:lnTo>
                <a:close/>
                <a:moveTo>
                  <a:pt x="690735" y="99404"/>
                </a:moveTo>
                <a:lnTo>
                  <a:pt x="689749" y="99289"/>
                </a:lnTo>
                <a:lnTo>
                  <a:pt x="688832" y="99146"/>
                </a:lnTo>
                <a:lnTo>
                  <a:pt x="687983" y="98974"/>
                </a:lnTo>
                <a:lnTo>
                  <a:pt x="687198" y="98770"/>
                </a:lnTo>
                <a:lnTo>
                  <a:pt x="686476" y="98533"/>
                </a:lnTo>
                <a:lnTo>
                  <a:pt x="685814" y="98260"/>
                </a:lnTo>
                <a:lnTo>
                  <a:pt x="685209" y="97949"/>
                </a:lnTo>
                <a:lnTo>
                  <a:pt x="684660" y="97598"/>
                </a:lnTo>
                <a:lnTo>
                  <a:pt x="684164" y="97206"/>
                </a:lnTo>
                <a:lnTo>
                  <a:pt x="683718" y="96768"/>
                </a:lnTo>
                <a:lnTo>
                  <a:pt x="683320" y="96285"/>
                </a:lnTo>
                <a:lnTo>
                  <a:pt x="682968" y="95753"/>
                </a:lnTo>
                <a:lnTo>
                  <a:pt x="682659" y="95170"/>
                </a:lnTo>
                <a:lnTo>
                  <a:pt x="682391" y="94534"/>
                </a:lnTo>
                <a:lnTo>
                  <a:pt x="682162" y="93844"/>
                </a:lnTo>
                <a:lnTo>
                  <a:pt x="681969" y="93096"/>
                </a:lnTo>
                <a:lnTo>
                  <a:pt x="681809" y="92289"/>
                </a:lnTo>
                <a:lnTo>
                  <a:pt x="681681" y="91421"/>
                </a:lnTo>
                <a:lnTo>
                  <a:pt x="681582" y="90489"/>
                </a:lnTo>
                <a:lnTo>
                  <a:pt x="681509" y="89491"/>
                </a:lnTo>
                <a:lnTo>
                  <a:pt x="681460" y="88426"/>
                </a:lnTo>
                <a:lnTo>
                  <a:pt x="681460" y="54876"/>
                </a:lnTo>
                <a:lnTo>
                  <a:pt x="681493" y="54266"/>
                </a:lnTo>
                <a:lnTo>
                  <a:pt x="681586" y="53633"/>
                </a:lnTo>
                <a:lnTo>
                  <a:pt x="681738" y="52980"/>
                </a:lnTo>
                <a:lnTo>
                  <a:pt x="681944" y="52313"/>
                </a:lnTo>
                <a:lnTo>
                  <a:pt x="682201" y="51636"/>
                </a:lnTo>
                <a:lnTo>
                  <a:pt x="682504" y="50952"/>
                </a:lnTo>
                <a:lnTo>
                  <a:pt x="682852" y="50267"/>
                </a:lnTo>
                <a:lnTo>
                  <a:pt x="683239" y="49585"/>
                </a:lnTo>
                <a:lnTo>
                  <a:pt x="683663" y="48910"/>
                </a:lnTo>
                <a:lnTo>
                  <a:pt x="684119" y="48246"/>
                </a:lnTo>
                <a:lnTo>
                  <a:pt x="684604" y="47599"/>
                </a:lnTo>
                <a:lnTo>
                  <a:pt x="685114" y="46972"/>
                </a:lnTo>
                <a:lnTo>
                  <a:pt x="685647" y="46371"/>
                </a:lnTo>
                <a:lnTo>
                  <a:pt x="686197" y="45798"/>
                </a:lnTo>
                <a:lnTo>
                  <a:pt x="686762" y="45259"/>
                </a:lnTo>
                <a:lnTo>
                  <a:pt x="687338" y="44758"/>
                </a:lnTo>
                <a:lnTo>
                  <a:pt x="687921" y="44300"/>
                </a:lnTo>
                <a:lnTo>
                  <a:pt x="688507" y="43888"/>
                </a:lnTo>
                <a:lnTo>
                  <a:pt x="689094" y="43528"/>
                </a:lnTo>
                <a:lnTo>
                  <a:pt x="689677" y="43223"/>
                </a:lnTo>
                <a:lnTo>
                  <a:pt x="690252" y="42978"/>
                </a:lnTo>
                <a:lnTo>
                  <a:pt x="690817" y="42798"/>
                </a:lnTo>
                <a:lnTo>
                  <a:pt x="691368" y="42687"/>
                </a:lnTo>
                <a:lnTo>
                  <a:pt x="691900" y="42649"/>
                </a:lnTo>
                <a:lnTo>
                  <a:pt x="692014" y="42653"/>
                </a:lnTo>
                <a:lnTo>
                  <a:pt x="692133" y="42664"/>
                </a:lnTo>
                <a:lnTo>
                  <a:pt x="692256" y="42684"/>
                </a:lnTo>
                <a:lnTo>
                  <a:pt x="692383" y="42711"/>
                </a:lnTo>
                <a:lnTo>
                  <a:pt x="692516" y="42746"/>
                </a:lnTo>
                <a:lnTo>
                  <a:pt x="692652" y="42788"/>
                </a:lnTo>
                <a:lnTo>
                  <a:pt x="692793" y="42839"/>
                </a:lnTo>
                <a:lnTo>
                  <a:pt x="692938" y="42897"/>
                </a:lnTo>
                <a:lnTo>
                  <a:pt x="693087" y="42963"/>
                </a:lnTo>
                <a:lnTo>
                  <a:pt x="693240" y="43037"/>
                </a:lnTo>
                <a:lnTo>
                  <a:pt x="693397" y="43118"/>
                </a:lnTo>
                <a:lnTo>
                  <a:pt x="693558" y="43207"/>
                </a:lnTo>
                <a:lnTo>
                  <a:pt x="693723" y="43304"/>
                </a:lnTo>
                <a:lnTo>
                  <a:pt x="693892" y="43409"/>
                </a:lnTo>
                <a:lnTo>
                  <a:pt x="694065" y="43522"/>
                </a:lnTo>
                <a:lnTo>
                  <a:pt x="694241" y="43642"/>
                </a:lnTo>
                <a:lnTo>
                  <a:pt x="694421" y="43770"/>
                </a:lnTo>
                <a:lnTo>
                  <a:pt x="694605" y="43906"/>
                </a:lnTo>
                <a:lnTo>
                  <a:pt x="694792" y="44050"/>
                </a:lnTo>
                <a:lnTo>
                  <a:pt x="694982" y="44202"/>
                </a:lnTo>
                <a:lnTo>
                  <a:pt x="695176" y="44361"/>
                </a:lnTo>
                <a:lnTo>
                  <a:pt x="695373" y="44528"/>
                </a:lnTo>
                <a:lnTo>
                  <a:pt x="695573" y="44703"/>
                </a:lnTo>
                <a:lnTo>
                  <a:pt x="695777" y="44885"/>
                </a:lnTo>
                <a:lnTo>
                  <a:pt x="696054" y="45157"/>
                </a:lnTo>
                <a:lnTo>
                  <a:pt x="696327" y="45414"/>
                </a:lnTo>
                <a:lnTo>
                  <a:pt x="696596" y="45656"/>
                </a:lnTo>
                <a:lnTo>
                  <a:pt x="696861" y="45883"/>
                </a:lnTo>
                <a:lnTo>
                  <a:pt x="697122" y="46096"/>
                </a:lnTo>
                <a:lnTo>
                  <a:pt x="697380" y="46295"/>
                </a:lnTo>
                <a:lnTo>
                  <a:pt x="697634" y="46480"/>
                </a:lnTo>
                <a:lnTo>
                  <a:pt x="697886" y="46652"/>
                </a:lnTo>
                <a:lnTo>
                  <a:pt x="698136" y="46811"/>
                </a:lnTo>
                <a:lnTo>
                  <a:pt x="698383" y="46958"/>
                </a:lnTo>
                <a:lnTo>
                  <a:pt x="698627" y="47092"/>
                </a:lnTo>
                <a:lnTo>
                  <a:pt x="698870" y="47215"/>
                </a:lnTo>
                <a:lnTo>
                  <a:pt x="699112" y="47325"/>
                </a:lnTo>
                <a:lnTo>
                  <a:pt x="699352" y="47424"/>
                </a:lnTo>
                <a:lnTo>
                  <a:pt x="699591" y="47513"/>
                </a:lnTo>
                <a:lnTo>
                  <a:pt x="699830" y="47590"/>
                </a:lnTo>
                <a:lnTo>
                  <a:pt x="700068" y="47658"/>
                </a:lnTo>
                <a:lnTo>
                  <a:pt x="700305" y="47715"/>
                </a:lnTo>
                <a:lnTo>
                  <a:pt x="700543" y="47762"/>
                </a:lnTo>
                <a:lnTo>
                  <a:pt x="700781" y="47801"/>
                </a:lnTo>
                <a:lnTo>
                  <a:pt x="701019" y="47830"/>
                </a:lnTo>
                <a:lnTo>
                  <a:pt x="701259" y="47850"/>
                </a:lnTo>
                <a:lnTo>
                  <a:pt x="701499" y="47862"/>
                </a:lnTo>
                <a:lnTo>
                  <a:pt x="701741" y="47866"/>
                </a:lnTo>
                <a:lnTo>
                  <a:pt x="702181" y="47853"/>
                </a:lnTo>
                <a:lnTo>
                  <a:pt x="702607" y="47814"/>
                </a:lnTo>
                <a:lnTo>
                  <a:pt x="703018" y="47749"/>
                </a:lnTo>
                <a:lnTo>
                  <a:pt x="703414" y="47659"/>
                </a:lnTo>
                <a:lnTo>
                  <a:pt x="703795" y="47544"/>
                </a:lnTo>
                <a:lnTo>
                  <a:pt x="704159" y="47405"/>
                </a:lnTo>
                <a:lnTo>
                  <a:pt x="704507" y="47241"/>
                </a:lnTo>
                <a:lnTo>
                  <a:pt x="704839" y="47054"/>
                </a:lnTo>
                <a:lnTo>
                  <a:pt x="705154" y="46844"/>
                </a:lnTo>
                <a:lnTo>
                  <a:pt x="705451" y="46611"/>
                </a:lnTo>
                <a:lnTo>
                  <a:pt x="705730" y="46355"/>
                </a:lnTo>
                <a:lnTo>
                  <a:pt x="705991" y="46077"/>
                </a:lnTo>
                <a:lnTo>
                  <a:pt x="706233" y="45777"/>
                </a:lnTo>
                <a:lnTo>
                  <a:pt x="706456" y="45456"/>
                </a:lnTo>
                <a:lnTo>
                  <a:pt x="706660" y="45114"/>
                </a:lnTo>
                <a:lnTo>
                  <a:pt x="706844" y="44751"/>
                </a:lnTo>
                <a:lnTo>
                  <a:pt x="707008" y="44369"/>
                </a:lnTo>
                <a:lnTo>
                  <a:pt x="707151" y="43966"/>
                </a:lnTo>
                <a:lnTo>
                  <a:pt x="707273" y="43544"/>
                </a:lnTo>
                <a:lnTo>
                  <a:pt x="707374" y="43103"/>
                </a:lnTo>
                <a:lnTo>
                  <a:pt x="707453" y="42643"/>
                </a:lnTo>
                <a:lnTo>
                  <a:pt x="707510" y="42165"/>
                </a:lnTo>
                <a:lnTo>
                  <a:pt x="707545" y="41669"/>
                </a:lnTo>
                <a:lnTo>
                  <a:pt x="707556" y="41156"/>
                </a:lnTo>
                <a:lnTo>
                  <a:pt x="707540" y="40551"/>
                </a:lnTo>
                <a:lnTo>
                  <a:pt x="707492" y="39967"/>
                </a:lnTo>
                <a:lnTo>
                  <a:pt x="707412" y="39404"/>
                </a:lnTo>
                <a:lnTo>
                  <a:pt x="707301" y="38863"/>
                </a:lnTo>
                <a:lnTo>
                  <a:pt x="707159" y="38343"/>
                </a:lnTo>
                <a:lnTo>
                  <a:pt x="706988" y="37846"/>
                </a:lnTo>
                <a:lnTo>
                  <a:pt x="706787" y="37372"/>
                </a:lnTo>
                <a:lnTo>
                  <a:pt x="706557" y="36921"/>
                </a:lnTo>
                <a:lnTo>
                  <a:pt x="706298" y="36494"/>
                </a:lnTo>
                <a:lnTo>
                  <a:pt x="706012" y="36091"/>
                </a:lnTo>
                <a:lnTo>
                  <a:pt x="705698" y="35713"/>
                </a:lnTo>
                <a:lnTo>
                  <a:pt x="705357" y="35360"/>
                </a:lnTo>
                <a:lnTo>
                  <a:pt x="704990" y="35033"/>
                </a:lnTo>
                <a:lnTo>
                  <a:pt x="704597" y="34732"/>
                </a:lnTo>
                <a:lnTo>
                  <a:pt x="704178" y="34457"/>
                </a:lnTo>
                <a:lnTo>
                  <a:pt x="703735" y="34210"/>
                </a:lnTo>
                <a:lnTo>
                  <a:pt x="703267" y="33989"/>
                </a:lnTo>
                <a:lnTo>
                  <a:pt x="702776" y="33797"/>
                </a:lnTo>
                <a:lnTo>
                  <a:pt x="702261" y="33633"/>
                </a:lnTo>
                <a:lnTo>
                  <a:pt x="701724" y="33498"/>
                </a:lnTo>
                <a:lnTo>
                  <a:pt x="701164" y="33392"/>
                </a:lnTo>
                <a:lnTo>
                  <a:pt x="700582" y="33315"/>
                </a:lnTo>
                <a:lnTo>
                  <a:pt x="699979" y="33269"/>
                </a:lnTo>
                <a:lnTo>
                  <a:pt x="699356" y="33254"/>
                </a:lnTo>
                <a:lnTo>
                  <a:pt x="698583" y="33271"/>
                </a:lnTo>
                <a:lnTo>
                  <a:pt x="697830" y="33325"/>
                </a:lnTo>
                <a:lnTo>
                  <a:pt x="697094" y="33416"/>
                </a:lnTo>
                <a:lnTo>
                  <a:pt x="696373" y="33547"/>
                </a:lnTo>
                <a:lnTo>
                  <a:pt x="695664" y="33719"/>
                </a:lnTo>
                <a:lnTo>
                  <a:pt x="694966" y="33934"/>
                </a:lnTo>
                <a:lnTo>
                  <a:pt x="694275" y="34195"/>
                </a:lnTo>
                <a:lnTo>
                  <a:pt x="693589" y="34502"/>
                </a:lnTo>
                <a:lnTo>
                  <a:pt x="692907" y="34858"/>
                </a:lnTo>
                <a:lnTo>
                  <a:pt x="692225" y="35265"/>
                </a:lnTo>
                <a:lnTo>
                  <a:pt x="691542" y="35723"/>
                </a:lnTo>
                <a:lnTo>
                  <a:pt x="690855" y="36236"/>
                </a:lnTo>
                <a:lnTo>
                  <a:pt x="690162" y="36805"/>
                </a:lnTo>
                <a:lnTo>
                  <a:pt x="689460" y="37432"/>
                </a:lnTo>
                <a:lnTo>
                  <a:pt x="688748" y="38118"/>
                </a:lnTo>
                <a:lnTo>
                  <a:pt x="688022" y="38865"/>
                </a:lnTo>
                <a:lnTo>
                  <a:pt x="687281" y="39676"/>
                </a:lnTo>
                <a:lnTo>
                  <a:pt x="686521" y="40551"/>
                </a:lnTo>
                <a:lnTo>
                  <a:pt x="685742" y="41493"/>
                </a:lnTo>
                <a:lnTo>
                  <a:pt x="684940" y="42504"/>
                </a:lnTo>
                <a:lnTo>
                  <a:pt x="684113" y="43586"/>
                </a:lnTo>
                <a:lnTo>
                  <a:pt x="683259" y="44739"/>
                </a:lnTo>
                <a:lnTo>
                  <a:pt x="682376" y="45967"/>
                </a:lnTo>
                <a:lnTo>
                  <a:pt x="681460" y="47270"/>
                </a:lnTo>
                <a:lnTo>
                  <a:pt x="681460" y="33552"/>
                </a:lnTo>
                <a:lnTo>
                  <a:pt x="680716" y="33254"/>
                </a:lnTo>
                <a:lnTo>
                  <a:pt x="679688" y="33658"/>
                </a:lnTo>
                <a:lnTo>
                  <a:pt x="678687" y="34050"/>
                </a:lnTo>
                <a:lnTo>
                  <a:pt x="677713" y="34432"/>
                </a:lnTo>
                <a:lnTo>
                  <a:pt x="676762" y="34803"/>
                </a:lnTo>
                <a:lnTo>
                  <a:pt x="675832" y="35165"/>
                </a:lnTo>
                <a:lnTo>
                  <a:pt x="674919" y="35519"/>
                </a:lnTo>
                <a:lnTo>
                  <a:pt x="674023" y="35864"/>
                </a:lnTo>
                <a:lnTo>
                  <a:pt x="673139" y="36203"/>
                </a:lnTo>
                <a:lnTo>
                  <a:pt x="672265" y="36536"/>
                </a:lnTo>
                <a:lnTo>
                  <a:pt x="671400" y="36863"/>
                </a:lnTo>
                <a:lnTo>
                  <a:pt x="670539" y="37185"/>
                </a:lnTo>
                <a:lnTo>
                  <a:pt x="669681" y="37504"/>
                </a:lnTo>
                <a:lnTo>
                  <a:pt x="668823" y="37819"/>
                </a:lnTo>
                <a:lnTo>
                  <a:pt x="667963" y="38132"/>
                </a:lnTo>
                <a:lnTo>
                  <a:pt x="667097" y="38444"/>
                </a:lnTo>
                <a:lnTo>
                  <a:pt x="666223" y="38755"/>
                </a:lnTo>
                <a:lnTo>
                  <a:pt x="665340" y="39065"/>
                </a:lnTo>
                <a:lnTo>
                  <a:pt x="664443" y="39377"/>
                </a:lnTo>
                <a:lnTo>
                  <a:pt x="663531" y="39690"/>
                </a:lnTo>
                <a:lnTo>
                  <a:pt x="662600" y="40005"/>
                </a:lnTo>
                <a:lnTo>
                  <a:pt x="661649" y="40324"/>
                </a:lnTo>
                <a:lnTo>
                  <a:pt x="660675" y="40647"/>
                </a:lnTo>
                <a:lnTo>
                  <a:pt x="659674" y="40974"/>
                </a:lnTo>
                <a:lnTo>
                  <a:pt x="658646" y="41306"/>
                </a:lnTo>
                <a:lnTo>
                  <a:pt x="658646" y="43691"/>
                </a:lnTo>
                <a:lnTo>
                  <a:pt x="658903" y="43637"/>
                </a:lnTo>
                <a:lnTo>
                  <a:pt x="659153" y="43585"/>
                </a:lnTo>
                <a:lnTo>
                  <a:pt x="659396" y="43537"/>
                </a:lnTo>
                <a:lnTo>
                  <a:pt x="659633" y="43492"/>
                </a:lnTo>
                <a:lnTo>
                  <a:pt x="659865" y="43449"/>
                </a:lnTo>
                <a:lnTo>
                  <a:pt x="660091" y="43410"/>
                </a:lnTo>
                <a:lnTo>
                  <a:pt x="660313" y="43373"/>
                </a:lnTo>
                <a:lnTo>
                  <a:pt x="660530" y="43338"/>
                </a:lnTo>
                <a:lnTo>
                  <a:pt x="660744" y="43306"/>
                </a:lnTo>
                <a:lnTo>
                  <a:pt x="660954" y="43277"/>
                </a:lnTo>
                <a:lnTo>
                  <a:pt x="661162" y="43250"/>
                </a:lnTo>
                <a:lnTo>
                  <a:pt x="661368" y="43226"/>
                </a:lnTo>
                <a:lnTo>
                  <a:pt x="661573" y="43203"/>
                </a:lnTo>
                <a:lnTo>
                  <a:pt x="661776" y="43184"/>
                </a:lnTo>
                <a:lnTo>
                  <a:pt x="661979" y="43166"/>
                </a:lnTo>
                <a:lnTo>
                  <a:pt x="662181" y="43150"/>
                </a:lnTo>
                <a:lnTo>
                  <a:pt x="662385" y="43137"/>
                </a:lnTo>
                <a:lnTo>
                  <a:pt x="662589" y="43125"/>
                </a:lnTo>
                <a:lnTo>
                  <a:pt x="662795" y="43116"/>
                </a:lnTo>
                <a:lnTo>
                  <a:pt x="663003" y="43108"/>
                </a:lnTo>
                <a:lnTo>
                  <a:pt x="663213" y="43102"/>
                </a:lnTo>
                <a:lnTo>
                  <a:pt x="663427" y="43098"/>
                </a:lnTo>
                <a:lnTo>
                  <a:pt x="663644" y="43096"/>
                </a:lnTo>
                <a:lnTo>
                  <a:pt x="663865" y="43095"/>
                </a:lnTo>
                <a:lnTo>
                  <a:pt x="664319" y="43107"/>
                </a:lnTo>
                <a:lnTo>
                  <a:pt x="664748" y="43146"/>
                </a:lnTo>
                <a:lnTo>
                  <a:pt x="665153" y="43210"/>
                </a:lnTo>
                <a:lnTo>
                  <a:pt x="665535" y="43302"/>
                </a:lnTo>
                <a:lnTo>
                  <a:pt x="665894" y="43422"/>
                </a:lnTo>
                <a:lnTo>
                  <a:pt x="666230" y="43570"/>
                </a:lnTo>
                <a:lnTo>
                  <a:pt x="666544" y="43748"/>
                </a:lnTo>
                <a:lnTo>
                  <a:pt x="666836" y="43957"/>
                </a:lnTo>
                <a:lnTo>
                  <a:pt x="667107" y="44196"/>
                </a:lnTo>
                <a:lnTo>
                  <a:pt x="667358" y="44467"/>
                </a:lnTo>
                <a:lnTo>
                  <a:pt x="667588" y="44771"/>
                </a:lnTo>
                <a:lnTo>
                  <a:pt x="667798" y="45108"/>
                </a:lnTo>
                <a:lnTo>
                  <a:pt x="667988" y="45480"/>
                </a:lnTo>
                <a:lnTo>
                  <a:pt x="668160" y="45886"/>
                </a:lnTo>
                <a:lnTo>
                  <a:pt x="668314" y="46328"/>
                </a:lnTo>
                <a:lnTo>
                  <a:pt x="668449" y="46806"/>
                </a:lnTo>
                <a:lnTo>
                  <a:pt x="668566" y="47322"/>
                </a:lnTo>
                <a:lnTo>
                  <a:pt x="668667" y="47876"/>
                </a:lnTo>
                <a:lnTo>
                  <a:pt x="668751" y="48469"/>
                </a:lnTo>
                <a:lnTo>
                  <a:pt x="668818" y="49101"/>
                </a:lnTo>
                <a:lnTo>
                  <a:pt x="668870" y="49774"/>
                </a:lnTo>
                <a:lnTo>
                  <a:pt x="668906" y="50487"/>
                </a:lnTo>
                <a:lnTo>
                  <a:pt x="668928" y="51243"/>
                </a:lnTo>
                <a:lnTo>
                  <a:pt x="668935" y="52041"/>
                </a:lnTo>
                <a:lnTo>
                  <a:pt x="668935" y="89320"/>
                </a:lnTo>
                <a:lnTo>
                  <a:pt x="668894" y="90255"/>
                </a:lnTo>
                <a:lnTo>
                  <a:pt x="668843" y="91120"/>
                </a:lnTo>
                <a:lnTo>
                  <a:pt x="668780" y="91922"/>
                </a:lnTo>
                <a:lnTo>
                  <a:pt x="668699" y="92661"/>
                </a:lnTo>
                <a:lnTo>
                  <a:pt x="668599" y="93343"/>
                </a:lnTo>
                <a:lnTo>
                  <a:pt x="668476" y="93969"/>
                </a:lnTo>
                <a:lnTo>
                  <a:pt x="668326" y="94544"/>
                </a:lnTo>
                <a:lnTo>
                  <a:pt x="668145" y="95070"/>
                </a:lnTo>
                <a:lnTo>
                  <a:pt x="667931" y="95552"/>
                </a:lnTo>
                <a:lnTo>
                  <a:pt x="667680" y="95991"/>
                </a:lnTo>
                <a:lnTo>
                  <a:pt x="667388" y="96392"/>
                </a:lnTo>
                <a:lnTo>
                  <a:pt x="667053" y="96758"/>
                </a:lnTo>
                <a:lnTo>
                  <a:pt x="666669" y="97093"/>
                </a:lnTo>
                <a:lnTo>
                  <a:pt x="666236" y="97398"/>
                </a:lnTo>
                <a:lnTo>
                  <a:pt x="665748" y="97679"/>
                </a:lnTo>
                <a:lnTo>
                  <a:pt x="665202" y="97937"/>
                </a:lnTo>
                <a:lnTo>
                  <a:pt x="664595" y="98177"/>
                </a:lnTo>
                <a:lnTo>
                  <a:pt x="663923" y="98401"/>
                </a:lnTo>
                <a:lnTo>
                  <a:pt x="663184" y="98613"/>
                </a:lnTo>
                <a:lnTo>
                  <a:pt x="662373" y="98817"/>
                </a:lnTo>
                <a:lnTo>
                  <a:pt x="661488" y="99015"/>
                </a:lnTo>
                <a:lnTo>
                  <a:pt x="660524" y="99211"/>
                </a:lnTo>
                <a:lnTo>
                  <a:pt x="659478" y="99408"/>
                </a:lnTo>
                <a:lnTo>
                  <a:pt x="658348" y="99609"/>
                </a:lnTo>
                <a:lnTo>
                  <a:pt x="658348" y="101846"/>
                </a:lnTo>
                <a:lnTo>
                  <a:pt x="694136" y="101846"/>
                </a:lnTo>
                <a:lnTo>
                  <a:pt x="694136" y="99609"/>
                </a:lnTo>
                <a:lnTo>
                  <a:pt x="692927" y="99562"/>
                </a:lnTo>
                <a:lnTo>
                  <a:pt x="691794" y="99495"/>
                </a:lnTo>
                <a:lnTo>
                  <a:pt x="690735" y="99404"/>
                </a:lnTo>
                <a:close/>
                <a:moveTo>
                  <a:pt x="318207" y="93141"/>
                </a:moveTo>
                <a:lnTo>
                  <a:pt x="317925" y="93329"/>
                </a:lnTo>
                <a:lnTo>
                  <a:pt x="317648" y="93505"/>
                </a:lnTo>
                <a:lnTo>
                  <a:pt x="317375" y="93668"/>
                </a:lnTo>
                <a:lnTo>
                  <a:pt x="317105" y="93819"/>
                </a:lnTo>
                <a:lnTo>
                  <a:pt x="316839" y="93959"/>
                </a:lnTo>
                <a:lnTo>
                  <a:pt x="316575" y="94088"/>
                </a:lnTo>
                <a:lnTo>
                  <a:pt x="316313" y="94205"/>
                </a:lnTo>
                <a:lnTo>
                  <a:pt x="316053" y="94311"/>
                </a:lnTo>
                <a:lnTo>
                  <a:pt x="315794" y="94407"/>
                </a:lnTo>
                <a:lnTo>
                  <a:pt x="315535" y="94492"/>
                </a:lnTo>
                <a:lnTo>
                  <a:pt x="315277" y="94568"/>
                </a:lnTo>
                <a:lnTo>
                  <a:pt x="315018" y="94633"/>
                </a:lnTo>
                <a:lnTo>
                  <a:pt x="314757" y="94689"/>
                </a:lnTo>
                <a:lnTo>
                  <a:pt x="314496" y="94736"/>
                </a:lnTo>
                <a:lnTo>
                  <a:pt x="314232" y="94773"/>
                </a:lnTo>
                <a:lnTo>
                  <a:pt x="313965" y="94802"/>
                </a:lnTo>
                <a:lnTo>
                  <a:pt x="313696" y="94822"/>
                </a:lnTo>
                <a:lnTo>
                  <a:pt x="313423" y="94834"/>
                </a:lnTo>
                <a:lnTo>
                  <a:pt x="313145" y="94838"/>
                </a:lnTo>
                <a:lnTo>
                  <a:pt x="312729" y="94827"/>
                </a:lnTo>
                <a:lnTo>
                  <a:pt x="312337" y="94793"/>
                </a:lnTo>
                <a:lnTo>
                  <a:pt x="311969" y="94736"/>
                </a:lnTo>
                <a:lnTo>
                  <a:pt x="311623" y="94653"/>
                </a:lnTo>
                <a:lnTo>
                  <a:pt x="311300" y="94545"/>
                </a:lnTo>
                <a:lnTo>
                  <a:pt x="311000" y="94410"/>
                </a:lnTo>
                <a:lnTo>
                  <a:pt x="310720" y="94246"/>
                </a:lnTo>
                <a:lnTo>
                  <a:pt x="310461" y="94054"/>
                </a:lnTo>
                <a:lnTo>
                  <a:pt x="310223" y="93832"/>
                </a:lnTo>
                <a:lnTo>
                  <a:pt x="310004" y="93579"/>
                </a:lnTo>
                <a:lnTo>
                  <a:pt x="309804" y="93293"/>
                </a:lnTo>
                <a:lnTo>
                  <a:pt x="309623" y="92975"/>
                </a:lnTo>
                <a:lnTo>
                  <a:pt x="309459" y="92622"/>
                </a:lnTo>
                <a:lnTo>
                  <a:pt x="309313" y="92234"/>
                </a:lnTo>
                <a:lnTo>
                  <a:pt x="309183" y="91810"/>
                </a:lnTo>
                <a:lnTo>
                  <a:pt x="309070" y="91348"/>
                </a:lnTo>
                <a:lnTo>
                  <a:pt x="308972" y="90848"/>
                </a:lnTo>
                <a:lnTo>
                  <a:pt x="308889" y="90309"/>
                </a:lnTo>
                <a:lnTo>
                  <a:pt x="308820" y="89730"/>
                </a:lnTo>
                <a:lnTo>
                  <a:pt x="308765" y="89109"/>
                </a:lnTo>
                <a:lnTo>
                  <a:pt x="308723" y="88445"/>
                </a:lnTo>
                <a:lnTo>
                  <a:pt x="308694" y="87738"/>
                </a:lnTo>
                <a:lnTo>
                  <a:pt x="308677" y="86987"/>
                </a:lnTo>
                <a:lnTo>
                  <a:pt x="308672" y="86190"/>
                </a:lnTo>
                <a:lnTo>
                  <a:pt x="308672" y="57113"/>
                </a:lnTo>
                <a:lnTo>
                  <a:pt x="308668" y="56161"/>
                </a:lnTo>
                <a:lnTo>
                  <a:pt x="308656" y="55244"/>
                </a:lnTo>
                <a:lnTo>
                  <a:pt x="308635" y="54361"/>
                </a:lnTo>
                <a:lnTo>
                  <a:pt x="308606" y="53509"/>
                </a:lnTo>
                <a:lnTo>
                  <a:pt x="308568" y="52689"/>
                </a:lnTo>
                <a:lnTo>
                  <a:pt x="308520" y="51898"/>
                </a:lnTo>
                <a:lnTo>
                  <a:pt x="308463" y="51137"/>
                </a:lnTo>
                <a:lnTo>
                  <a:pt x="308396" y="50402"/>
                </a:lnTo>
                <a:lnTo>
                  <a:pt x="308318" y="49695"/>
                </a:lnTo>
                <a:lnTo>
                  <a:pt x="308229" y="49012"/>
                </a:lnTo>
                <a:lnTo>
                  <a:pt x="308130" y="48354"/>
                </a:lnTo>
                <a:lnTo>
                  <a:pt x="308019" y="47718"/>
                </a:lnTo>
                <a:lnTo>
                  <a:pt x="307897" y="47104"/>
                </a:lnTo>
                <a:lnTo>
                  <a:pt x="307762" y="46511"/>
                </a:lnTo>
                <a:lnTo>
                  <a:pt x="307616" y="45937"/>
                </a:lnTo>
                <a:lnTo>
                  <a:pt x="307456" y="45381"/>
                </a:lnTo>
                <a:lnTo>
                  <a:pt x="307284" y="44843"/>
                </a:lnTo>
                <a:lnTo>
                  <a:pt x="307099" y="44320"/>
                </a:lnTo>
                <a:lnTo>
                  <a:pt x="306900" y="43813"/>
                </a:lnTo>
                <a:lnTo>
                  <a:pt x="306687" y="43318"/>
                </a:lnTo>
                <a:lnTo>
                  <a:pt x="306459" y="42837"/>
                </a:lnTo>
                <a:lnTo>
                  <a:pt x="306217" y="42366"/>
                </a:lnTo>
                <a:lnTo>
                  <a:pt x="305961" y="41906"/>
                </a:lnTo>
                <a:lnTo>
                  <a:pt x="305689" y="41454"/>
                </a:lnTo>
                <a:lnTo>
                  <a:pt x="305263" y="40797"/>
                </a:lnTo>
                <a:lnTo>
                  <a:pt x="304804" y="40165"/>
                </a:lnTo>
                <a:lnTo>
                  <a:pt x="304313" y="39561"/>
                </a:lnTo>
                <a:lnTo>
                  <a:pt x="303791" y="38983"/>
                </a:lnTo>
                <a:lnTo>
                  <a:pt x="303237" y="38432"/>
                </a:lnTo>
                <a:lnTo>
                  <a:pt x="302653" y="37909"/>
                </a:lnTo>
                <a:lnTo>
                  <a:pt x="302038" y="37412"/>
                </a:lnTo>
                <a:lnTo>
                  <a:pt x="301392" y="36943"/>
                </a:lnTo>
                <a:lnTo>
                  <a:pt x="300716" y="36501"/>
                </a:lnTo>
                <a:lnTo>
                  <a:pt x="300011" y="36087"/>
                </a:lnTo>
                <a:lnTo>
                  <a:pt x="299276" y="35700"/>
                </a:lnTo>
                <a:lnTo>
                  <a:pt x="298513" y="35341"/>
                </a:lnTo>
                <a:lnTo>
                  <a:pt x="297720" y="35011"/>
                </a:lnTo>
                <a:lnTo>
                  <a:pt x="296899" y="34708"/>
                </a:lnTo>
                <a:lnTo>
                  <a:pt x="296050" y="34433"/>
                </a:lnTo>
                <a:lnTo>
                  <a:pt x="295174" y="34187"/>
                </a:lnTo>
                <a:lnTo>
                  <a:pt x="294269" y="33970"/>
                </a:lnTo>
                <a:lnTo>
                  <a:pt x="293338" y="33780"/>
                </a:lnTo>
                <a:lnTo>
                  <a:pt x="292380" y="33620"/>
                </a:lnTo>
                <a:lnTo>
                  <a:pt x="291396" y="33489"/>
                </a:lnTo>
                <a:lnTo>
                  <a:pt x="290385" y="33386"/>
                </a:lnTo>
                <a:lnTo>
                  <a:pt x="289349" y="33313"/>
                </a:lnTo>
                <a:lnTo>
                  <a:pt x="288287" y="33269"/>
                </a:lnTo>
                <a:lnTo>
                  <a:pt x="287200" y="33254"/>
                </a:lnTo>
                <a:lnTo>
                  <a:pt x="285463" y="33292"/>
                </a:lnTo>
                <a:lnTo>
                  <a:pt x="283762" y="33403"/>
                </a:lnTo>
                <a:lnTo>
                  <a:pt x="282098" y="33586"/>
                </a:lnTo>
                <a:lnTo>
                  <a:pt x="280476" y="33839"/>
                </a:lnTo>
                <a:lnTo>
                  <a:pt x="278900" y="34158"/>
                </a:lnTo>
                <a:lnTo>
                  <a:pt x="277371" y="34542"/>
                </a:lnTo>
                <a:lnTo>
                  <a:pt x="275895" y="34989"/>
                </a:lnTo>
                <a:lnTo>
                  <a:pt x="274474" y="35496"/>
                </a:lnTo>
                <a:lnTo>
                  <a:pt x="273113" y="36061"/>
                </a:lnTo>
                <a:lnTo>
                  <a:pt x="271814" y="36682"/>
                </a:lnTo>
                <a:lnTo>
                  <a:pt x="270581" y="37356"/>
                </a:lnTo>
                <a:lnTo>
                  <a:pt x="269417" y="38081"/>
                </a:lnTo>
                <a:lnTo>
                  <a:pt x="268326" y="38856"/>
                </a:lnTo>
                <a:lnTo>
                  <a:pt x="267312" y="39677"/>
                </a:lnTo>
                <a:lnTo>
                  <a:pt x="266378" y="40542"/>
                </a:lnTo>
                <a:lnTo>
                  <a:pt x="265528" y="41450"/>
                </a:lnTo>
                <a:lnTo>
                  <a:pt x="264764" y="42397"/>
                </a:lnTo>
                <a:lnTo>
                  <a:pt x="264091" y="43382"/>
                </a:lnTo>
                <a:lnTo>
                  <a:pt x="263512" y="44402"/>
                </a:lnTo>
                <a:lnTo>
                  <a:pt x="263030" y="45456"/>
                </a:lnTo>
                <a:lnTo>
                  <a:pt x="262650" y="46540"/>
                </a:lnTo>
                <a:lnTo>
                  <a:pt x="262373" y="47653"/>
                </a:lnTo>
                <a:lnTo>
                  <a:pt x="262205" y="48792"/>
                </a:lnTo>
                <a:lnTo>
                  <a:pt x="262148" y="49955"/>
                </a:lnTo>
                <a:lnTo>
                  <a:pt x="262163" y="50381"/>
                </a:lnTo>
                <a:lnTo>
                  <a:pt x="262206" y="50801"/>
                </a:lnTo>
                <a:lnTo>
                  <a:pt x="262277" y="51215"/>
                </a:lnTo>
                <a:lnTo>
                  <a:pt x="262375" y="51620"/>
                </a:lnTo>
                <a:lnTo>
                  <a:pt x="262498" y="52017"/>
                </a:lnTo>
                <a:lnTo>
                  <a:pt x="262647" y="52403"/>
                </a:lnTo>
                <a:lnTo>
                  <a:pt x="262819" y="52778"/>
                </a:lnTo>
                <a:lnTo>
                  <a:pt x="263015" y="53141"/>
                </a:lnTo>
                <a:lnTo>
                  <a:pt x="263233" y="53490"/>
                </a:lnTo>
                <a:lnTo>
                  <a:pt x="263473" y="53825"/>
                </a:lnTo>
                <a:lnTo>
                  <a:pt x="263733" y="54144"/>
                </a:lnTo>
                <a:lnTo>
                  <a:pt x="264012" y="54447"/>
                </a:lnTo>
                <a:lnTo>
                  <a:pt x="264310" y="54731"/>
                </a:lnTo>
                <a:lnTo>
                  <a:pt x="264626" y="54997"/>
                </a:lnTo>
                <a:lnTo>
                  <a:pt x="264958" y="55242"/>
                </a:lnTo>
                <a:lnTo>
                  <a:pt x="265307" y="55466"/>
                </a:lnTo>
                <a:lnTo>
                  <a:pt x="265671" y="55668"/>
                </a:lnTo>
                <a:lnTo>
                  <a:pt x="266048" y="55847"/>
                </a:lnTo>
                <a:lnTo>
                  <a:pt x="266439" y="56001"/>
                </a:lnTo>
                <a:lnTo>
                  <a:pt x="266842" y="56130"/>
                </a:lnTo>
                <a:lnTo>
                  <a:pt x="267257" y="56232"/>
                </a:lnTo>
                <a:lnTo>
                  <a:pt x="267682" y="56306"/>
                </a:lnTo>
                <a:lnTo>
                  <a:pt x="268117" y="56351"/>
                </a:lnTo>
                <a:lnTo>
                  <a:pt x="268560" y="56367"/>
                </a:lnTo>
                <a:lnTo>
                  <a:pt x="269005" y="56351"/>
                </a:lnTo>
                <a:lnTo>
                  <a:pt x="269444" y="56306"/>
                </a:lnTo>
                <a:lnTo>
                  <a:pt x="269875" y="56232"/>
                </a:lnTo>
                <a:lnTo>
                  <a:pt x="270299" y="56131"/>
                </a:lnTo>
                <a:lnTo>
                  <a:pt x="270714" y="56003"/>
                </a:lnTo>
                <a:lnTo>
                  <a:pt x="271118" y="55849"/>
                </a:lnTo>
                <a:lnTo>
                  <a:pt x="271510" y="55672"/>
                </a:lnTo>
                <a:lnTo>
                  <a:pt x="271889" y="55472"/>
                </a:lnTo>
                <a:lnTo>
                  <a:pt x="272255" y="55250"/>
                </a:lnTo>
                <a:lnTo>
                  <a:pt x="272605" y="55007"/>
                </a:lnTo>
                <a:lnTo>
                  <a:pt x="272940" y="54745"/>
                </a:lnTo>
                <a:lnTo>
                  <a:pt x="273256" y="54465"/>
                </a:lnTo>
                <a:lnTo>
                  <a:pt x="273554" y="54168"/>
                </a:lnTo>
                <a:lnTo>
                  <a:pt x="273833" y="53855"/>
                </a:lnTo>
                <a:lnTo>
                  <a:pt x="274090" y="53527"/>
                </a:lnTo>
                <a:lnTo>
                  <a:pt x="274325" y="53185"/>
                </a:lnTo>
                <a:lnTo>
                  <a:pt x="274537" y="52831"/>
                </a:lnTo>
                <a:lnTo>
                  <a:pt x="274725" y="52466"/>
                </a:lnTo>
                <a:lnTo>
                  <a:pt x="274886" y="52090"/>
                </a:lnTo>
                <a:lnTo>
                  <a:pt x="275021" y="51706"/>
                </a:lnTo>
                <a:lnTo>
                  <a:pt x="275128" y="51314"/>
                </a:lnTo>
                <a:lnTo>
                  <a:pt x="275206" y="50915"/>
                </a:lnTo>
                <a:lnTo>
                  <a:pt x="275254" y="50511"/>
                </a:lnTo>
                <a:lnTo>
                  <a:pt x="275270" y="50103"/>
                </a:lnTo>
                <a:lnTo>
                  <a:pt x="275269" y="50027"/>
                </a:lnTo>
                <a:lnTo>
                  <a:pt x="275267" y="49951"/>
                </a:lnTo>
                <a:lnTo>
                  <a:pt x="275263" y="49872"/>
                </a:lnTo>
                <a:lnTo>
                  <a:pt x="275258" y="49792"/>
                </a:lnTo>
                <a:lnTo>
                  <a:pt x="275252" y="49710"/>
                </a:lnTo>
                <a:lnTo>
                  <a:pt x="275244" y="49626"/>
                </a:lnTo>
                <a:lnTo>
                  <a:pt x="275236" y="49540"/>
                </a:lnTo>
                <a:lnTo>
                  <a:pt x="275226" y="49452"/>
                </a:lnTo>
                <a:lnTo>
                  <a:pt x="275215" y="49362"/>
                </a:lnTo>
                <a:lnTo>
                  <a:pt x="275203" y="49270"/>
                </a:lnTo>
                <a:lnTo>
                  <a:pt x="275190" y="49175"/>
                </a:lnTo>
                <a:lnTo>
                  <a:pt x="275176" y="49079"/>
                </a:lnTo>
                <a:lnTo>
                  <a:pt x="275162" y="48980"/>
                </a:lnTo>
                <a:lnTo>
                  <a:pt x="275147" y="48878"/>
                </a:lnTo>
                <a:lnTo>
                  <a:pt x="275131" y="48774"/>
                </a:lnTo>
                <a:lnTo>
                  <a:pt x="275115" y="48668"/>
                </a:lnTo>
                <a:lnTo>
                  <a:pt x="275098" y="48559"/>
                </a:lnTo>
                <a:lnTo>
                  <a:pt x="275081" y="48448"/>
                </a:lnTo>
                <a:lnTo>
                  <a:pt x="275063" y="48333"/>
                </a:lnTo>
                <a:lnTo>
                  <a:pt x="275045" y="48216"/>
                </a:lnTo>
                <a:lnTo>
                  <a:pt x="275027" y="48096"/>
                </a:lnTo>
                <a:lnTo>
                  <a:pt x="275009" y="47973"/>
                </a:lnTo>
                <a:lnTo>
                  <a:pt x="274990" y="47847"/>
                </a:lnTo>
                <a:lnTo>
                  <a:pt x="274972" y="47718"/>
                </a:lnTo>
                <a:lnTo>
                  <a:pt x="274935" y="47551"/>
                </a:lnTo>
                <a:lnTo>
                  <a:pt x="274901" y="47386"/>
                </a:lnTo>
                <a:lnTo>
                  <a:pt x="274867" y="47222"/>
                </a:lnTo>
                <a:lnTo>
                  <a:pt x="274835" y="47060"/>
                </a:lnTo>
                <a:lnTo>
                  <a:pt x="274805" y="46899"/>
                </a:lnTo>
                <a:lnTo>
                  <a:pt x="274776" y="46740"/>
                </a:lnTo>
                <a:lnTo>
                  <a:pt x="274749" y="46582"/>
                </a:lnTo>
                <a:lnTo>
                  <a:pt x="274723" y="46426"/>
                </a:lnTo>
                <a:lnTo>
                  <a:pt x="274699" y="46271"/>
                </a:lnTo>
                <a:lnTo>
                  <a:pt x="274677" y="46118"/>
                </a:lnTo>
                <a:lnTo>
                  <a:pt x="274656" y="45967"/>
                </a:lnTo>
                <a:lnTo>
                  <a:pt x="274636" y="45817"/>
                </a:lnTo>
                <a:lnTo>
                  <a:pt x="274618" y="45669"/>
                </a:lnTo>
                <a:lnTo>
                  <a:pt x="274602" y="45522"/>
                </a:lnTo>
                <a:lnTo>
                  <a:pt x="274587" y="45377"/>
                </a:lnTo>
                <a:lnTo>
                  <a:pt x="274574" y="45233"/>
                </a:lnTo>
                <a:lnTo>
                  <a:pt x="274562" y="45091"/>
                </a:lnTo>
                <a:lnTo>
                  <a:pt x="274552" y="44950"/>
                </a:lnTo>
                <a:lnTo>
                  <a:pt x="274543" y="44811"/>
                </a:lnTo>
                <a:lnTo>
                  <a:pt x="274536" y="44674"/>
                </a:lnTo>
                <a:lnTo>
                  <a:pt x="274531" y="44538"/>
                </a:lnTo>
                <a:lnTo>
                  <a:pt x="274527" y="44403"/>
                </a:lnTo>
                <a:lnTo>
                  <a:pt x="274525" y="44270"/>
                </a:lnTo>
                <a:lnTo>
                  <a:pt x="274524" y="44139"/>
                </a:lnTo>
                <a:lnTo>
                  <a:pt x="274548" y="43640"/>
                </a:lnTo>
                <a:lnTo>
                  <a:pt x="274621" y="43150"/>
                </a:lnTo>
                <a:lnTo>
                  <a:pt x="274740" y="42670"/>
                </a:lnTo>
                <a:lnTo>
                  <a:pt x="274905" y="42200"/>
                </a:lnTo>
                <a:lnTo>
                  <a:pt x="275113" y="41743"/>
                </a:lnTo>
                <a:lnTo>
                  <a:pt x="275362" y="41299"/>
                </a:lnTo>
                <a:lnTo>
                  <a:pt x="275653" y="40870"/>
                </a:lnTo>
                <a:lnTo>
                  <a:pt x="275982" y="40456"/>
                </a:lnTo>
                <a:lnTo>
                  <a:pt x="276348" y="40059"/>
                </a:lnTo>
                <a:lnTo>
                  <a:pt x="276750" y="39679"/>
                </a:lnTo>
                <a:lnTo>
                  <a:pt x="277186" y="39318"/>
                </a:lnTo>
                <a:lnTo>
                  <a:pt x="277655" y="38977"/>
                </a:lnTo>
                <a:lnTo>
                  <a:pt x="278155" y="38657"/>
                </a:lnTo>
                <a:lnTo>
                  <a:pt x="278685" y="38358"/>
                </a:lnTo>
                <a:lnTo>
                  <a:pt x="279242" y="38083"/>
                </a:lnTo>
                <a:lnTo>
                  <a:pt x="279826" y="37833"/>
                </a:lnTo>
                <a:lnTo>
                  <a:pt x="280434" y="37607"/>
                </a:lnTo>
                <a:lnTo>
                  <a:pt x="281066" y="37409"/>
                </a:lnTo>
                <a:lnTo>
                  <a:pt x="281720" y="37237"/>
                </a:lnTo>
                <a:lnTo>
                  <a:pt x="282394" y="37095"/>
                </a:lnTo>
                <a:lnTo>
                  <a:pt x="283087" y="36982"/>
                </a:lnTo>
                <a:lnTo>
                  <a:pt x="283797" y="36900"/>
                </a:lnTo>
                <a:lnTo>
                  <a:pt x="284522" y="36850"/>
                </a:lnTo>
                <a:lnTo>
                  <a:pt x="285261" y="36833"/>
                </a:lnTo>
                <a:lnTo>
                  <a:pt x="286157" y="36856"/>
                </a:lnTo>
                <a:lnTo>
                  <a:pt x="287019" y="36923"/>
                </a:lnTo>
                <a:lnTo>
                  <a:pt x="287846" y="37035"/>
                </a:lnTo>
                <a:lnTo>
                  <a:pt x="288637" y="37191"/>
                </a:lnTo>
                <a:lnTo>
                  <a:pt x="289393" y="37391"/>
                </a:lnTo>
                <a:lnTo>
                  <a:pt x="290114" y="37634"/>
                </a:lnTo>
                <a:lnTo>
                  <a:pt x="290798" y="37922"/>
                </a:lnTo>
                <a:lnTo>
                  <a:pt x="291446" y="38252"/>
                </a:lnTo>
                <a:lnTo>
                  <a:pt x="292057" y="38626"/>
                </a:lnTo>
                <a:lnTo>
                  <a:pt x="292631" y="39042"/>
                </a:lnTo>
                <a:lnTo>
                  <a:pt x="293168" y="39500"/>
                </a:lnTo>
                <a:lnTo>
                  <a:pt x="293666" y="40001"/>
                </a:lnTo>
                <a:lnTo>
                  <a:pt x="294127" y="40544"/>
                </a:lnTo>
                <a:lnTo>
                  <a:pt x="294550" y="41128"/>
                </a:lnTo>
                <a:lnTo>
                  <a:pt x="294933" y="41754"/>
                </a:lnTo>
                <a:lnTo>
                  <a:pt x="295278" y="42421"/>
                </a:lnTo>
                <a:lnTo>
                  <a:pt x="295583" y="43129"/>
                </a:lnTo>
                <a:lnTo>
                  <a:pt x="295849" y="43878"/>
                </a:lnTo>
                <a:lnTo>
                  <a:pt x="296075" y="44667"/>
                </a:lnTo>
                <a:lnTo>
                  <a:pt x="296260" y="45496"/>
                </a:lnTo>
                <a:lnTo>
                  <a:pt x="296405" y="46365"/>
                </a:lnTo>
                <a:lnTo>
                  <a:pt x="296509" y="47274"/>
                </a:lnTo>
                <a:lnTo>
                  <a:pt x="296571" y="48221"/>
                </a:lnTo>
                <a:lnTo>
                  <a:pt x="296592" y="49209"/>
                </a:lnTo>
                <a:lnTo>
                  <a:pt x="296592" y="58305"/>
                </a:lnTo>
                <a:lnTo>
                  <a:pt x="293843" y="59403"/>
                </a:lnTo>
                <a:lnTo>
                  <a:pt x="291294" y="60425"/>
                </a:lnTo>
                <a:lnTo>
                  <a:pt x="288934" y="61377"/>
                </a:lnTo>
                <a:lnTo>
                  <a:pt x="286752" y="62263"/>
                </a:lnTo>
                <a:lnTo>
                  <a:pt x="284739" y="63090"/>
                </a:lnTo>
                <a:lnTo>
                  <a:pt x="282883" y="63862"/>
                </a:lnTo>
                <a:lnTo>
                  <a:pt x="281175" y="64585"/>
                </a:lnTo>
                <a:lnTo>
                  <a:pt x="279604" y="65264"/>
                </a:lnTo>
                <a:lnTo>
                  <a:pt x="278161" y="65904"/>
                </a:lnTo>
                <a:lnTo>
                  <a:pt x="276833" y="66511"/>
                </a:lnTo>
                <a:lnTo>
                  <a:pt x="275612" y="67089"/>
                </a:lnTo>
                <a:lnTo>
                  <a:pt x="274486" y="67644"/>
                </a:lnTo>
                <a:lnTo>
                  <a:pt x="273446" y="68181"/>
                </a:lnTo>
                <a:lnTo>
                  <a:pt x="272482" y="68705"/>
                </a:lnTo>
                <a:lnTo>
                  <a:pt x="271581" y="69222"/>
                </a:lnTo>
                <a:lnTo>
                  <a:pt x="270735" y="69737"/>
                </a:lnTo>
                <a:lnTo>
                  <a:pt x="269934" y="70255"/>
                </a:lnTo>
                <a:lnTo>
                  <a:pt x="269165" y="70782"/>
                </a:lnTo>
                <a:lnTo>
                  <a:pt x="268421" y="71322"/>
                </a:lnTo>
                <a:lnTo>
                  <a:pt x="267689" y="71881"/>
                </a:lnTo>
                <a:lnTo>
                  <a:pt x="266959" y="72464"/>
                </a:lnTo>
                <a:lnTo>
                  <a:pt x="266222" y="73076"/>
                </a:lnTo>
                <a:lnTo>
                  <a:pt x="265467" y="73723"/>
                </a:lnTo>
                <a:lnTo>
                  <a:pt x="264683" y="74410"/>
                </a:lnTo>
                <a:lnTo>
                  <a:pt x="264279" y="74794"/>
                </a:lnTo>
                <a:lnTo>
                  <a:pt x="263888" y="75198"/>
                </a:lnTo>
                <a:lnTo>
                  <a:pt x="263510" y="75622"/>
                </a:lnTo>
                <a:lnTo>
                  <a:pt x="263146" y="76065"/>
                </a:lnTo>
                <a:lnTo>
                  <a:pt x="262796" y="76526"/>
                </a:lnTo>
                <a:lnTo>
                  <a:pt x="262460" y="77004"/>
                </a:lnTo>
                <a:lnTo>
                  <a:pt x="262139" y="77497"/>
                </a:lnTo>
                <a:lnTo>
                  <a:pt x="261833" y="78006"/>
                </a:lnTo>
                <a:lnTo>
                  <a:pt x="261542" y="78528"/>
                </a:lnTo>
                <a:lnTo>
                  <a:pt x="261267" y="79064"/>
                </a:lnTo>
                <a:lnTo>
                  <a:pt x="261009" y="79611"/>
                </a:lnTo>
                <a:lnTo>
                  <a:pt x="260768" y="80170"/>
                </a:lnTo>
                <a:lnTo>
                  <a:pt x="260543" y="80739"/>
                </a:lnTo>
                <a:lnTo>
                  <a:pt x="260336" y="81316"/>
                </a:lnTo>
                <a:lnTo>
                  <a:pt x="260147" y="81902"/>
                </a:lnTo>
                <a:lnTo>
                  <a:pt x="259976" y="82495"/>
                </a:lnTo>
                <a:lnTo>
                  <a:pt x="259824" y="83095"/>
                </a:lnTo>
                <a:lnTo>
                  <a:pt x="259691" y="83699"/>
                </a:lnTo>
                <a:lnTo>
                  <a:pt x="259577" y="84308"/>
                </a:lnTo>
                <a:lnTo>
                  <a:pt x="259483" y="84920"/>
                </a:lnTo>
                <a:lnTo>
                  <a:pt x="259409" y="85534"/>
                </a:lnTo>
                <a:lnTo>
                  <a:pt x="259356" y="86150"/>
                </a:lnTo>
                <a:lnTo>
                  <a:pt x="259324" y="86766"/>
                </a:lnTo>
                <a:lnTo>
                  <a:pt x="259313" y="87382"/>
                </a:lnTo>
                <a:lnTo>
                  <a:pt x="259347" y="88541"/>
                </a:lnTo>
                <a:lnTo>
                  <a:pt x="259448" y="89669"/>
                </a:lnTo>
                <a:lnTo>
                  <a:pt x="259613" y="90765"/>
                </a:lnTo>
                <a:lnTo>
                  <a:pt x="259841" y="91826"/>
                </a:lnTo>
                <a:lnTo>
                  <a:pt x="260131" y="92851"/>
                </a:lnTo>
                <a:lnTo>
                  <a:pt x="260481" y="93839"/>
                </a:lnTo>
                <a:lnTo>
                  <a:pt x="260888" y="94787"/>
                </a:lnTo>
                <a:lnTo>
                  <a:pt x="261351" y="95694"/>
                </a:lnTo>
                <a:lnTo>
                  <a:pt x="261869" y="96559"/>
                </a:lnTo>
                <a:lnTo>
                  <a:pt x="262440" y="97380"/>
                </a:lnTo>
                <a:lnTo>
                  <a:pt x="263061" y="98155"/>
                </a:lnTo>
                <a:lnTo>
                  <a:pt x="263731" y="98883"/>
                </a:lnTo>
                <a:lnTo>
                  <a:pt x="264449" y="99562"/>
                </a:lnTo>
                <a:lnTo>
                  <a:pt x="265213" y="100191"/>
                </a:lnTo>
                <a:lnTo>
                  <a:pt x="266020" y="100767"/>
                </a:lnTo>
                <a:lnTo>
                  <a:pt x="266869" y="101289"/>
                </a:lnTo>
                <a:lnTo>
                  <a:pt x="267759" y="101757"/>
                </a:lnTo>
                <a:lnTo>
                  <a:pt x="268688" y="102167"/>
                </a:lnTo>
                <a:lnTo>
                  <a:pt x="269653" y="102518"/>
                </a:lnTo>
                <a:lnTo>
                  <a:pt x="270653" y="102809"/>
                </a:lnTo>
                <a:lnTo>
                  <a:pt x="271687" y="103038"/>
                </a:lnTo>
                <a:lnTo>
                  <a:pt x="272753" y="103204"/>
                </a:lnTo>
                <a:lnTo>
                  <a:pt x="273848" y="103305"/>
                </a:lnTo>
                <a:lnTo>
                  <a:pt x="274972" y="103339"/>
                </a:lnTo>
                <a:lnTo>
                  <a:pt x="275790" y="103322"/>
                </a:lnTo>
                <a:lnTo>
                  <a:pt x="276605" y="103273"/>
                </a:lnTo>
                <a:lnTo>
                  <a:pt x="277418" y="103189"/>
                </a:lnTo>
                <a:lnTo>
                  <a:pt x="278231" y="103071"/>
                </a:lnTo>
                <a:lnTo>
                  <a:pt x="279045" y="102918"/>
                </a:lnTo>
                <a:lnTo>
                  <a:pt x="279862" y="102728"/>
                </a:lnTo>
                <a:lnTo>
                  <a:pt x="280683" y="102503"/>
                </a:lnTo>
                <a:lnTo>
                  <a:pt x="281510" y="102240"/>
                </a:lnTo>
                <a:lnTo>
                  <a:pt x="282344" y="101939"/>
                </a:lnTo>
                <a:lnTo>
                  <a:pt x="283187" y="101600"/>
                </a:lnTo>
                <a:lnTo>
                  <a:pt x="284041" y="101222"/>
                </a:lnTo>
                <a:lnTo>
                  <a:pt x="284906" y="100804"/>
                </a:lnTo>
                <a:lnTo>
                  <a:pt x="285784" y="100346"/>
                </a:lnTo>
                <a:lnTo>
                  <a:pt x="286677" y="99846"/>
                </a:lnTo>
                <a:lnTo>
                  <a:pt x="287586" y="99305"/>
                </a:lnTo>
                <a:lnTo>
                  <a:pt x="288513" y="98722"/>
                </a:lnTo>
                <a:lnTo>
                  <a:pt x="289459" y="98096"/>
                </a:lnTo>
                <a:lnTo>
                  <a:pt x="290425" y="97426"/>
                </a:lnTo>
                <a:lnTo>
                  <a:pt x="291414" y="96711"/>
                </a:lnTo>
                <a:lnTo>
                  <a:pt x="292427" y="95952"/>
                </a:lnTo>
                <a:lnTo>
                  <a:pt x="293464" y="95148"/>
                </a:lnTo>
                <a:lnTo>
                  <a:pt x="294528" y="94297"/>
                </a:lnTo>
                <a:lnTo>
                  <a:pt x="295621" y="93399"/>
                </a:lnTo>
                <a:lnTo>
                  <a:pt x="296742" y="92454"/>
                </a:lnTo>
                <a:lnTo>
                  <a:pt x="296846" y="93416"/>
                </a:lnTo>
                <a:lnTo>
                  <a:pt x="296970" y="94328"/>
                </a:lnTo>
                <a:lnTo>
                  <a:pt x="297116" y="95190"/>
                </a:lnTo>
                <a:lnTo>
                  <a:pt x="297284" y="96004"/>
                </a:lnTo>
                <a:lnTo>
                  <a:pt x="297474" y="96769"/>
                </a:lnTo>
                <a:lnTo>
                  <a:pt x="297688" y="97488"/>
                </a:lnTo>
                <a:lnTo>
                  <a:pt x="297927" y="98161"/>
                </a:lnTo>
                <a:lnTo>
                  <a:pt x="298189" y="98788"/>
                </a:lnTo>
                <a:lnTo>
                  <a:pt x="298478" y="99370"/>
                </a:lnTo>
                <a:lnTo>
                  <a:pt x="298792" y="99909"/>
                </a:lnTo>
                <a:lnTo>
                  <a:pt x="299133" y="100405"/>
                </a:lnTo>
                <a:lnTo>
                  <a:pt x="299501" y="100859"/>
                </a:lnTo>
                <a:lnTo>
                  <a:pt x="299897" y="101272"/>
                </a:lnTo>
                <a:lnTo>
                  <a:pt x="300322" y="101645"/>
                </a:lnTo>
                <a:lnTo>
                  <a:pt x="300776" y="101978"/>
                </a:lnTo>
                <a:lnTo>
                  <a:pt x="301260" y="102273"/>
                </a:lnTo>
                <a:lnTo>
                  <a:pt x="301774" y="102529"/>
                </a:lnTo>
                <a:lnTo>
                  <a:pt x="302320" y="102749"/>
                </a:lnTo>
                <a:lnTo>
                  <a:pt x="302897" y="102933"/>
                </a:lnTo>
                <a:lnTo>
                  <a:pt x="303507" y="103081"/>
                </a:lnTo>
                <a:lnTo>
                  <a:pt x="304150" y="103195"/>
                </a:lnTo>
                <a:lnTo>
                  <a:pt x="304827" y="103275"/>
                </a:lnTo>
                <a:lnTo>
                  <a:pt x="305539" y="103323"/>
                </a:lnTo>
                <a:lnTo>
                  <a:pt x="306285" y="103339"/>
                </a:lnTo>
                <a:lnTo>
                  <a:pt x="306909" y="103329"/>
                </a:lnTo>
                <a:lnTo>
                  <a:pt x="307514" y="103300"/>
                </a:lnTo>
                <a:lnTo>
                  <a:pt x="308103" y="103251"/>
                </a:lnTo>
                <a:lnTo>
                  <a:pt x="308677" y="103180"/>
                </a:lnTo>
                <a:lnTo>
                  <a:pt x="309238" y="103087"/>
                </a:lnTo>
                <a:lnTo>
                  <a:pt x="309787" y="102970"/>
                </a:lnTo>
                <a:lnTo>
                  <a:pt x="310326" y="102830"/>
                </a:lnTo>
                <a:lnTo>
                  <a:pt x="310858" y="102665"/>
                </a:lnTo>
                <a:lnTo>
                  <a:pt x="311383" y="102473"/>
                </a:lnTo>
                <a:lnTo>
                  <a:pt x="311904" y="102255"/>
                </a:lnTo>
                <a:lnTo>
                  <a:pt x="312422" y="102010"/>
                </a:lnTo>
                <a:lnTo>
                  <a:pt x="312940" y="101735"/>
                </a:lnTo>
                <a:lnTo>
                  <a:pt x="313458" y="101431"/>
                </a:lnTo>
                <a:lnTo>
                  <a:pt x="313978" y="101097"/>
                </a:lnTo>
                <a:lnTo>
                  <a:pt x="314503" y="100731"/>
                </a:lnTo>
                <a:lnTo>
                  <a:pt x="315033" y="100334"/>
                </a:lnTo>
                <a:lnTo>
                  <a:pt x="315572" y="99903"/>
                </a:lnTo>
                <a:lnTo>
                  <a:pt x="316120" y="99438"/>
                </a:lnTo>
                <a:lnTo>
                  <a:pt x="316679" y="98938"/>
                </a:lnTo>
                <a:lnTo>
                  <a:pt x="317251" y="98402"/>
                </a:lnTo>
                <a:lnTo>
                  <a:pt x="317838" y="97829"/>
                </a:lnTo>
                <a:lnTo>
                  <a:pt x="318442" y="97219"/>
                </a:lnTo>
                <a:lnTo>
                  <a:pt x="319063" y="96571"/>
                </a:lnTo>
                <a:lnTo>
                  <a:pt x="319705" y="95882"/>
                </a:lnTo>
                <a:lnTo>
                  <a:pt x="319705" y="92005"/>
                </a:lnTo>
                <a:lnTo>
                  <a:pt x="319392" y="92259"/>
                </a:lnTo>
                <a:lnTo>
                  <a:pt x="319086" y="92500"/>
                </a:lnTo>
                <a:lnTo>
                  <a:pt x="318787" y="92727"/>
                </a:lnTo>
                <a:lnTo>
                  <a:pt x="318494" y="92940"/>
                </a:lnTo>
                <a:lnTo>
                  <a:pt x="318207" y="93141"/>
                </a:lnTo>
                <a:close/>
                <a:moveTo>
                  <a:pt x="296480" y="85961"/>
                </a:moveTo>
                <a:lnTo>
                  <a:pt x="296427" y="86377"/>
                </a:lnTo>
                <a:lnTo>
                  <a:pt x="296361" y="86772"/>
                </a:lnTo>
                <a:lnTo>
                  <a:pt x="296283" y="87146"/>
                </a:lnTo>
                <a:lnTo>
                  <a:pt x="296192" y="87501"/>
                </a:lnTo>
                <a:lnTo>
                  <a:pt x="296086" y="87839"/>
                </a:lnTo>
                <a:lnTo>
                  <a:pt x="295965" y="88159"/>
                </a:lnTo>
                <a:lnTo>
                  <a:pt x="295829" y="88465"/>
                </a:lnTo>
                <a:lnTo>
                  <a:pt x="295676" y="88756"/>
                </a:lnTo>
                <a:lnTo>
                  <a:pt x="295506" y="89035"/>
                </a:lnTo>
                <a:lnTo>
                  <a:pt x="295319" y="89302"/>
                </a:lnTo>
                <a:lnTo>
                  <a:pt x="295113" y="89560"/>
                </a:lnTo>
                <a:lnTo>
                  <a:pt x="294888" y="89808"/>
                </a:lnTo>
                <a:lnTo>
                  <a:pt x="294643" y="90049"/>
                </a:lnTo>
                <a:lnTo>
                  <a:pt x="294377" y="90284"/>
                </a:lnTo>
                <a:lnTo>
                  <a:pt x="294090" y="90513"/>
                </a:lnTo>
                <a:lnTo>
                  <a:pt x="293781" y="90740"/>
                </a:lnTo>
                <a:lnTo>
                  <a:pt x="293449" y="90963"/>
                </a:lnTo>
                <a:lnTo>
                  <a:pt x="293094" y="91186"/>
                </a:lnTo>
                <a:lnTo>
                  <a:pt x="292715" y="91409"/>
                </a:lnTo>
                <a:lnTo>
                  <a:pt x="292248" y="91665"/>
                </a:lnTo>
                <a:lnTo>
                  <a:pt x="291778" y="91912"/>
                </a:lnTo>
                <a:lnTo>
                  <a:pt x="291306" y="92149"/>
                </a:lnTo>
                <a:lnTo>
                  <a:pt x="290832" y="92377"/>
                </a:lnTo>
                <a:lnTo>
                  <a:pt x="290358" y="92594"/>
                </a:lnTo>
                <a:lnTo>
                  <a:pt x="289882" y="92802"/>
                </a:lnTo>
                <a:lnTo>
                  <a:pt x="289407" y="93000"/>
                </a:lnTo>
                <a:lnTo>
                  <a:pt x="288933" y="93187"/>
                </a:lnTo>
                <a:lnTo>
                  <a:pt x="288459" y="93364"/>
                </a:lnTo>
                <a:lnTo>
                  <a:pt x="287987" y="93531"/>
                </a:lnTo>
                <a:lnTo>
                  <a:pt x="287517" y="93687"/>
                </a:lnTo>
                <a:lnTo>
                  <a:pt x="287050" y="93832"/>
                </a:lnTo>
                <a:lnTo>
                  <a:pt x="286585" y="93966"/>
                </a:lnTo>
                <a:lnTo>
                  <a:pt x="286125" y="94090"/>
                </a:lnTo>
                <a:lnTo>
                  <a:pt x="285668" y="94202"/>
                </a:lnTo>
                <a:lnTo>
                  <a:pt x="285216" y="94303"/>
                </a:lnTo>
                <a:lnTo>
                  <a:pt x="284769" y="94393"/>
                </a:lnTo>
                <a:lnTo>
                  <a:pt x="284328" y="94471"/>
                </a:lnTo>
                <a:lnTo>
                  <a:pt x="283893" y="94537"/>
                </a:lnTo>
                <a:lnTo>
                  <a:pt x="283465" y="94592"/>
                </a:lnTo>
                <a:lnTo>
                  <a:pt x="283044" y="94635"/>
                </a:lnTo>
                <a:lnTo>
                  <a:pt x="282631" y="94665"/>
                </a:lnTo>
                <a:lnTo>
                  <a:pt x="282226" y="94684"/>
                </a:lnTo>
                <a:lnTo>
                  <a:pt x="281830" y="94690"/>
                </a:lnTo>
                <a:lnTo>
                  <a:pt x="281183" y="94664"/>
                </a:lnTo>
                <a:lnTo>
                  <a:pt x="280549" y="94587"/>
                </a:lnTo>
                <a:lnTo>
                  <a:pt x="279928" y="94460"/>
                </a:lnTo>
                <a:lnTo>
                  <a:pt x="279323" y="94285"/>
                </a:lnTo>
                <a:lnTo>
                  <a:pt x="278733" y="94064"/>
                </a:lnTo>
                <a:lnTo>
                  <a:pt x="278161" y="93798"/>
                </a:lnTo>
                <a:lnTo>
                  <a:pt x="277608" y="93489"/>
                </a:lnTo>
                <a:lnTo>
                  <a:pt x="277076" y="93138"/>
                </a:lnTo>
                <a:lnTo>
                  <a:pt x="276565" y="92748"/>
                </a:lnTo>
                <a:lnTo>
                  <a:pt x="276078" y="92319"/>
                </a:lnTo>
                <a:lnTo>
                  <a:pt x="275614" y="91854"/>
                </a:lnTo>
                <a:lnTo>
                  <a:pt x="275177" y="91354"/>
                </a:lnTo>
                <a:lnTo>
                  <a:pt x="274767" y="90820"/>
                </a:lnTo>
                <a:lnTo>
                  <a:pt x="274385" y="90254"/>
                </a:lnTo>
                <a:lnTo>
                  <a:pt x="274033" y="89659"/>
                </a:lnTo>
                <a:lnTo>
                  <a:pt x="273713" y="89035"/>
                </a:lnTo>
                <a:lnTo>
                  <a:pt x="273425" y="88383"/>
                </a:lnTo>
                <a:lnTo>
                  <a:pt x="273171" y="87707"/>
                </a:lnTo>
                <a:lnTo>
                  <a:pt x="272953" y="87007"/>
                </a:lnTo>
                <a:lnTo>
                  <a:pt x="272771" y="86284"/>
                </a:lnTo>
                <a:lnTo>
                  <a:pt x="272627" y="85542"/>
                </a:lnTo>
                <a:lnTo>
                  <a:pt x="272522" y="84780"/>
                </a:lnTo>
                <a:lnTo>
                  <a:pt x="272459" y="84001"/>
                </a:lnTo>
                <a:lnTo>
                  <a:pt x="272437" y="83207"/>
                </a:lnTo>
                <a:lnTo>
                  <a:pt x="272437" y="82610"/>
                </a:lnTo>
                <a:lnTo>
                  <a:pt x="272489" y="81509"/>
                </a:lnTo>
                <a:lnTo>
                  <a:pt x="272610" y="80440"/>
                </a:lnTo>
                <a:lnTo>
                  <a:pt x="272802" y="79402"/>
                </a:lnTo>
                <a:lnTo>
                  <a:pt x="273066" y="78393"/>
                </a:lnTo>
                <a:lnTo>
                  <a:pt x="273405" y="77412"/>
                </a:lnTo>
                <a:lnTo>
                  <a:pt x="273821" y="76457"/>
                </a:lnTo>
                <a:lnTo>
                  <a:pt x="274315" y="75527"/>
                </a:lnTo>
                <a:lnTo>
                  <a:pt x="274889" y="74619"/>
                </a:lnTo>
                <a:lnTo>
                  <a:pt x="275545" y="73733"/>
                </a:lnTo>
                <a:lnTo>
                  <a:pt x="276286" y="72866"/>
                </a:lnTo>
                <a:lnTo>
                  <a:pt x="277113" y="72018"/>
                </a:lnTo>
                <a:lnTo>
                  <a:pt x="278028" y="71185"/>
                </a:lnTo>
                <a:lnTo>
                  <a:pt x="279034" y="70368"/>
                </a:lnTo>
                <a:lnTo>
                  <a:pt x="280131" y="69563"/>
                </a:lnTo>
                <a:lnTo>
                  <a:pt x="281322" y="68770"/>
                </a:lnTo>
                <a:lnTo>
                  <a:pt x="282609" y="67987"/>
                </a:lnTo>
                <a:lnTo>
                  <a:pt x="283994" y="67212"/>
                </a:lnTo>
                <a:lnTo>
                  <a:pt x="285479" y="66444"/>
                </a:lnTo>
                <a:lnTo>
                  <a:pt x="287066" y="65681"/>
                </a:lnTo>
                <a:lnTo>
                  <a:pt x="288756" y="64921"/>
                </a:lnTo>
                <a:lnTo>
                  <a:pt x="290552" y="64163"/>
                </a:lnTo>
                <a:lnTo>
                  <a:pt x="292455" y="63406"/>
                </a:lnTo>
                <a:lnTo>
                  <a:pt x="294468" y="62647"/>
                </a:lnTo>
                <a:lnTo>
                  <a:pt x="296592" y="61884"/>
                </a:lnTo>
                <a:lnTo>
                  <a:pt x="296592" y="83507"/>
                </a:lnTo>
                <a:lnTo>
                  <a:pt x="296588" y="84052"/>
                </a:lnTo>
                <a:lnTo>
                  <a:pt x="296576" y="84568"/>
                </a:lnTo>
                <a:lnTo>
                  <a:pt x="296554" y="85057"/>
                </a:lnTo>
                <a:lnTo>
                  <a:pt x="296523" y="85521"/>
                </a:lnTo>
                <a:lnTo>
                  <a:pt x="296480" y="85961"/>
                </a:lnTo>
                <a:close/>
                <a:moveTo>
                  <a:pt x="529402" y="84245"/>
                </a:moveTo>
                <a:lnTo>
                  <a:pt x="528578" y="85178"/>
                </a:lnTo>
                <a:lnTo>
                  <a:pt x="527759" y="86049"/>
                </a:lnTo>
                <a:lnTo>
                  <a:pt x="526944" y="86858"/>
                </a:lnTo>
                <a:lnTo>
                  <a:pt x="526130" y="87607"/>
                </a:lnTo>
                <a:lnTo>
                  <a:pt x="525316" y="88297"/>
                </a:lnTo>
                <a:lnTo>
                  <a:pt x="524499" y="88930"/>
                </a:lnTo>
                <a:lnTo>
                  <a:pt x="523678" y="89507"/>
                </a:lnTo>
                <a:lnTo>
                  <a:pt x="522849" y="90030"/>
                </a:lnTo>
                <a:lnTo>
                  <a:pt x="522011" y="90500"/>
                </a:lnTo>
                <a:lnTo>
                  <a:pt x="521162" y="90919"/>
                </a:lnTo>
                <a:lnTo>
                  <a:pt x="520300" y="91287"/>
                </a:lnTo>
                <a:lnTo>
                  <a:pt x="519422" y="91607"/>
                </a:lnTo>
                <a:lnTo>
                  <a:pt x="518526" y="91879"/>
                </a:lnTo>
                <a:lnTo>
                  <a:pt x="517610" y="92106"/>
                </a:lnTo>
                <a:lnTo>
                  <a:pt x="516673" y="92288"/>
                </a:lnTo>
                <a:lnTo>
                  <a:pt x="515712" y="92427"/>
                </a:lnTo>
                <a:lnTo>
                  <a:pt x="514724" y="92525"/>
                </a:lnTo>
                <a:lnTo>
                  <a:pt x="513708" y="92583"/>
                </a:lnTo>
                <a:lnTo>
                  <a:pt x="512661" y="92601"/>
                </a:lnTo>
                <a:lnTo>
                  <a:pt x="510969" y="92540"/>
                </a:lnTo>
                <a:lnTo>
                  <a:pt x="509325" y="92357"/>
                </a:lnTo>
                <a:lnTo>
                  <a:pt x="507729" y="92055"/>
                </a:lnTo>
                <a:lnTo>
                  <a:pt x="506186" y="91638"/>
                </a:lnTo>
                <a:lnTo>
                  <a:pt x="504696" y="91109"/>
                </a:lnTo>
                <a:lnTo>
                  <a:pt x="503262" y="90469"/>
                </a:lnTo>
                <a:lnTo>
                  <a:pt x="501887" y="89723"/>
                </a:lnTo>
                <a:lnTo>
                  <a:pt x="500572" y="88873"/>
                </a:lnTo>
                <a:lnTo>
                  <a:pt x="499320" y="87923"/>
                </a:lnTo>
                <a:lnTo>
                  <a:pt x="498132" y="86874"/>
                </a:lnTo>
                <a:lnTo>
                  <a:pt x="497012" y="85730"/>
                </a:lnTo>
                <a:lnTo>
                  <a:pt x="495960" y="84493"/>
                </a:lnTo>
                <a:lnTo>
                  <a:pt x="494981" y="83168"/>
                </a:lnTo>
                <a:lnTo>
                  <a:pt x="494074" y="81756"/>
                </a:lnTo>
                <a:lnTo>
                  <a:pt x="493244" y="80260"/>
                </a:lnTo>
                <a:lnTo>
                  <a:pt x="492492" y="78684"/>
                </a:lnTo>
                <a:lnTo>
                  <a:pt x="491820" y="77030"/>
                </a:lnTo>
                <a:lnTo>
                  <a:pt x="491230" y="75302"/>
                </a:lnTo>
                <a:lnTo>
                  <a:pt x="490726" y="73502"/>
                </a:lnTo>
                <a:lnTo>
                  <a:pt x="490308" y="71633"/>
                </a:lnTo>
                <a:lnTo>
                  <a:pt x="489979" y="69697"/>
                </a:lnTo>
                <a:lnTo>
                  <a:pt x="489741" y="67699"/>
                </a:lnTo>
                <a:lnTo>
                  <a:pt x="489597" y="65641"/>
                </a:lnTo>
                <a:lnTo>
                  <a:pt x="489548" y="63525"/>
                </a:lnTo>
                <a:lnTo>
                  <a:pt x="489591" y="61613"/>
                </a:lnTo>
                <a:lnTo>
                  <a:pt x="489717" y="59757"/>
                </a:lnTo>
                <a:lnTo>
                  <a:pt x="489924" y="57957"/>
                </a:lnTo>
                <a:lnTo>
                  <a:pt x="490212" y="56218"/>
                </a:lnTo>
                <a:lnTo>
                  <a:pt x="490577" y="54541"/>
                </a:lnTo>
                <a:lnTo>
                  <a:pt x="491019" y="52928"/>
                </a:lnTo>
                <a:lnTo>
                  <a:pt x="491534" y="51382"/>
                </a:lnTo>
                <a:lnTo>
                  <a:pt x="492122" y="49905"/>
                </a:lnTo>
                <a:lnTo>
                  <a:pt x="492780" y="48500"/>
                </a:lnTo>
                <a:lnTo>
                  <a:pt x="493507" y="47168"/>
                </a:lnTo>
                <a:lnTo>
                  <a:pt x="494301" y="45912"/>
                </a:lnTo>
                <a:lnTo>
                  <a:pt x="495159" y="44735"/>
                </a:lnTo>
                <a:lnTo>
                  <a:pt x="496080" y="43639"/>
                </a:lnTo>
                <a:lnTo>
                  <a:pt x="497063" y="42626"/>
                </a:lnTo>
                <a:lnTo>
                  <a:pt x="498104" y="41698"/>
                </a:lnTo>
                <a:lnTo>
                  <a:pt x="499203" y="40858"/>
                </a:lnTo>
                <a:lnTo>
                  <a:pt x="500357" y="40108"/>
                </a:lnTo>
                <a:lnTo>
                  <a:pt x="501564" y="39451"/>
                </a:lnTo>
                <a:lnTo>
                  <a:pt x="502823" y="38888"/>
                </a:lnTo>
                <a:lnTo>
                  <a:pt x="504132" y="38422"/>
                </a:lnTo>
                <a:lnTo>
                  <a:pt x="505489" y="38056"/>
                </a:lnTo>
                <a:lnTo>
                  <a:pt x="506892" y="37791"/>
                </a:lnTo>
                <a:lnTo>
                  <a:pt x="508339" y="37631"/>
                </a:lnTo>
                <a:lnTo>
                  <a:pt x="509828" y="37577"/>
                </a:lnTo>
                <a:lnTo>
                  <a:pt x="510482" y="37585"/>
                </a:lnTo>
                <a:lnTo>
                  <a:pt x="511100" y="37610"/>
                </a:lnTo>
                <a:lnTo>
                  <a:pt x="511686" y="37652"/>
                </a:lnTo>
                <a:lnTo>
                  <a:pt x="512240" y="37714"/>
                </a:lnTo>
                <a:lnTo>
                  <a:pt x="512763" y="37796"/>
                </a:lnTo>
                <a:lnTo>
                  <a:pt x="513258" y="37899"/>
                </a:lnTo>
                <a:lnTo>
                  <a:pt x="513724" y="38025"/>
                </a:lnTo>
                <a:lnTo>
                  <a:pt x="514163" y="38174"/>
                </a:lnTo>
                <a:lnTo>
                  <a:pt x="514577" y="38348"/>
                </a:lnTo>
                <a:lnTo>
                  <a:pt x="514967" y="38548"/>
                </a:lnTo>
                <a:lnTo>
                  <a:pt x="515335" y="38776"/>
                </a:lnTo>
                <a:lnTo>
                  <a:pt x="515681" y="39032"/>
                </a:lnTo>
                <a:lnTo>
                  <a:pt x="516006" y="39317"/>
                </a:lnTo>
                <a:lnTo>
                  <a:pt x="516313" y="39633"/>
                </a:lnTo>
                <a:lnTo>
                  <a:pt x="516602" y="39981"/>
                </a:lnTo>
                <a:lnTo>
                  <a:pt x="516875" y="40361"/>
                </a:lnTo>
                <a:lnTo>
                  <a:pt x="517133" y="40776"/>
                </a:lnTo>
                <a:lnTo>
                  <a:pt x="517377" y="41227"/>
                </a:lnTo>
                <a:lnTo>
                  <a:pt x="517609" y="41713"/>
                </a:lnTo>
                <a:lnTo>
                  <a:pt x="517830" y="42238"/>
                </a:lnTo>
                <a:lnTo>
                  <a:pt x="518040" y="42801"/>
                </a:lnTo>
                <a:lnTo>
                  <a:pt x="518243" y="43404"/>
                </a:lnTo>
                <a:lnTo>
                  <a:pt x="518438" y="44049"/>
                </a:lnTo>
                <a:lnTo>
                  <a:pt x="518627" y="44735"/>
                </a:lnTo>
                <a:lnTo>
                  <a:pt x="519521" y="48016"/>
                </a:lnTo>
                <a:lnTo>
                  <a:pt x="519678" y="48548"/>
                </a:lnTo>
                <a:lnTo>
                  <a:pt x="519850" y="49060"/>
                </a:lnTo>
                <a:lnTo>
                  <a:pt x="520036" y="49553"/>
                </a:lnTo>
                <a:lnTo>
                  <a:pt x="520238" y="50026"/>
                </a:lnTo>
                <a:lnTo>
                  <a:pt x="520453" y="50480"/>
                </a:lnTo>
                <a:lnTo>
                  <a:pt x="520681" y="50913"/>
                </a:lnTo>
                <a:lnTo>
                  <a:pt x="520923" y="51326"/>
                </a:lnTo>
                <a:lnTo>
                  <a:pt x="521178" y="51717"/>
                </a:lnTo>
                <a:lnTo>
                  <a:pt x="521445" y="52088"/>
                </a:lnTo>
                <a:lnTo>
                  <a:pt x="521724" y="52437"/>
                </a:lnTo>
                <a:lnTo>
                  <a:pt x="522015" y="52764"/>
                </a:lnTo>
                <a:lnTo>
                  <a:pt x="522317" y="53068"/>
                </a:lnTo>
                <a:lnTo>
                  <a:pt x="522630" y="53351"/>
                </a:lnTo>
                <a:lnTo>
                  <a:pt x="522953" y="53610"/>
                </a:lnTo>
                <a:lnTo>
                  <a:pt x="523287" y="53846"/>
                </a:lnTo>
                <a:lnTo>
                  <a:pt x="523630" y="54059"/>
                </a:lnTo>
                <a:lnTo>
                  <a:pt x="523983" y="54248"/>
                </a:lnTo>
                <a:lnTo>
                  <a:pt x="524344" y="54413"/>
                </a:lnTo>
                <a:lnTo>
                  <a:pt x="524714" y="54553"/>
                </a:lnTo>
                <a:lnTo>
                  <a:pt x="525093" y="54669"/>
                </a:lnTo>
                <a:lnTo>
                  <a:pt x="525479" y="54759"/>
                </a:lnTo>
                <a:lnTo>
                  <a:pt x="525872" y="54824"/>
                </a:lnTo>
                <a:lnTo>
                  <a:pt x="526272" y="54863"/>
                </a:lnTo>
                <a:lnTo>
                  <a:pt x="526679" y="54876"/>
                </a:lnTo>
                <a:lnTo>
                  <a:pt x="527160" y="54862"/>
                </a:lnTo>
                <a:lnTo>
                  <a:pt x="527632" y="54819"/>
                </a:lnTo>
                <a:lnTo>
                  <a:pt x="528094" y="54748"/>
                </a:lnTo>
                <a:lnTo>
                  <a:pt x="528545" y="54651"/>
                </a:lnTo>
                <a:lnTo>
                  <a:pt x="528984" y="54528"/>
                </a:lnTo>
                <a:lnTo>
                  <a:pt x="529410" y="54380"/>
                </a:lnTo>
                <a:lnTo>
                  <a:pt x="529822" y="54209"/>
                </a:lnTo>
                <a:lnTo>
                  <a:pt x="530219" y="54014"/>
                </a:lnTo>
                <a:lnTo>
                  <a:pt x="530601" y="53799"/>
                </a:lnTo>
                <a:lnTo>
                  <a:pt x="530965" y="53562"/>
                </a:lnTo>
                <a:lnTo>
                  <a:pt x="531311" y="53306"/>
                </a:lnTo>
                <a:lnTo>
                  <a:pt x="531637" y="53030"/>
                </a:lnTo>
                <a:lnTo>
                  <a:pt x="531944" y="52737"/>
                </a:lnTo>
                <a:lnTo>
                  <a:pt x="532229" y="52427"/>
                </a:lnTo>
                <a:lnTo>
                  <a:pt x="532492" y="52101"/>
                </a:lnTo>
                <a:lnTo>
                  <a:pt x="532732" y="51760"/>
                </a:lnTo>
                <a:lnTo>
                  <a:pt x="532947" y="51406"/>
                </a:lnTo>
                <a:lnTo>
                  <a:pt x="533138" y="51038"/>
                </a:lnTo>
                <a:lnTo>
                  <a:pt x="533301" y="50658"/>
                </a:lnTo>
                <a:lnTo>
                  <a:pt x="533437" y="50267"/>
                </a:lnTo>
                <a:lnTo>
                  <a:pt x="533545" y="49866"/>
                </a:lnTo>
                <a:lnTo>
                  <a:pt x="533623" y="49456"/>
                </a:lnTo>
                <a:lnTo>
                  <a:pt x="533671" y="49038"/>
                </a:lnTo>
                <a:lnTo>
                  <a:pt x="533687" y="48612"/>
                </a:lnTo>
                <a:lnTo>
                  <a:pt x="533634" y="47576"/>
                </a:lnTo>
                <a:lnTo>
                  <a:pt x="533475" y="46556"/>
                </a:lnTo>
                <a:lnTo>
                  <a:pt x="533214" y="45555"/>
                </a:lnTo>
                <a:lnTo>
                  <a:pt x="532856" y="44575"/>
                </a:lnTo>
                <a:lnTo>
                  <a:pt x="532404" y="43619"/>
                </a:lnTo>
                <a:lnTo>
                  <a:pt x="531861" y="42690"/>
                </a:lnTo>
                <a:lnTo>
                  <a:pt x="531230" y="41789"/>
                </a:lnTo>
                <a:lnTo>
                  <a:pt x="530517" y="40919"/>
                </a:lnTo>
                <a:lnTo>
                  <a:pt x="529724" y="40083"/>
                </a:lnTo>
                <a:lnTo>
                  <a:pt x="528854" y="39283"/>
                </a:lnTo>
                <a:lnTo>
                  <a:pt x="527913" y="38522"/>
                </a:lnTo>
                <a:lnTo>
                  <a:pt x="526902" y="37802"/>
                </a:lnTo>
                <a:lnTo>
                  <a:pt x="525826" y="37125"/>
                </a:lnTo>
                <a:lnTo>
                  <a:pt x="524689" y="36494"/>
                </a:lnTo>
                <a:lnTo>
                  <a:pt x="523493" y="35912"/>
                </a:lnTo>
                <a:lnTo>
                  <a:pt x="522243" y="35380"/>
                </a:lnTo>
                <a:lnTo>
                  <a:pt x="520943" y="34902"/>
                </a:lnTo>
                <a:lnTo>
                  <a:pt x="519595" y="34479"/>
                </a:lnTo>
                <a:lnTo>
                  <a:pt x="518204" y="34115"/>
                </a:lnTo>
                <a:lnTo>
                  <a:pt x="516773" y="33812"/>
                </a:lnTo>
                <a:lnTo>
                  <a:pt x="515305" y="33571"/>
                </a:lnTo>
                <a:lnTo>
                  <a:pt x="513806" y="33397"/>
                </a:lnTo>
                <a:lnTo>
                  <a:pt x="512277" y="33290"/>
                </a:lnTo>
                <a:lnTo>
                  <a:pt x="510722" y="33254"/>
                </a:lnTo>
                <a:lnTo>
                  <a:pt x="509808" y="33269"/>
                </a:lnTo>
                <a:lnTo>
                  <a:pt x="508891" y="33316"/>
                </a:lnTo>
                <a:lnTo>
                  <a:pt x="507972" y="33393"/>
                </a:lnTo>
                <a:lnTo>
                  <a:pt x="507053" y="33500"/>
                </a:lnTo>
                <a:lnTo>
                  <a:pt x="506133" y="33637"/>
                </a:lnTo>
                <a:lnTo>
                  <a:pt x="505215" y="33804"/>
                </a:lnTo>
                <a:lnTo>
                  <a:pt x="504298" y="34000"/>
                </a:lnTo>
                <a:lnTo>
                  <a:pt x="503383" y="34226"/>
                </a:lnTo>
                <a:lnTo>
                  <a:pt x="502472" y="34481"/>
                </a:lnTo>
                <a:lnTo>
                  <a:pt x="501564" y="34764"/>
                </a:lnTo>
                <a:lnTo>
                  <a:pt x="500661" y="35076"/>
                </a:lnTo>
                <a:lnTo>
                  <a:pt x="499763" y="35416"/>
                </a:lnTo>
                <a:lnTo>
                  <a:pt x="498872" y="35784"/>
                </a:lnTo>
                <a:lnTo>
                  <a:pt x="497987" y="36180"/>
                </a:lnTo>
                <a:lnTo>
                  <a:pt x="497111" y="36604"/>
                </a:lnTo>
                <a:lnTo>
                  <a:pt x="496243" y="37054"/>
                </a:lnTo>
                <a:lnTo>
                  <a:pt x="495384" y="37531"/>
                </a:lnTo>
                <a:lnTo>
                  <a:pt x="494535" y="38035"/>
                </a:lnTo>
                <a:lnTo>
                  <a:pt x="493697" y="38566"/>
                </a:lnTo>
                <a:lnTo>
                  <a:pt x="492871" y="39122"/>
                </a:lnTo>
                <a:lnTo>
                  <a:pt x="492057" y="39705"/>
                </a:lnTo>
                <a:lnTo>
                  <a:pt x="491257" y="40313"/>
                </a:lnTo>
                <a:lnTo>
                  <a:pt x="490470" y="40946"/>
                </a:lnTo>
                <a:lnTo>
                  <a:pt x="489698" y="41604"/>
                </a:lnTo>
                <a:lnTo>
                  <a:pt x="488783" y="42443"/>
                </a:lnTo>
                <a:lnTo>
                  <a:pt x="487903" y="43318"/>
                </a:lnTo>
                <a:lnTo>
                  <a:pt x="487058" y="44229"/>
                </a:lnTo>
                <a:lnTo>
                  <a:pt x="486248" y="45174"/>
                </a:lnTo>
                <a:lnTo>
                  <a:pt x="485474" y="46154"/>
                </a:lnTo>
                <a:lnTo>
                  <a:pt x="484735" y="47168"/>
                </a:lnTo>
                <a:lnTo>
                  <a:pt x="484034" y="48214"/>
                </a:lnTo>
                <a:lnTo>
                  <a:pt x="483369" y="49292"/>
                </a:lnTo>
                <a:lnTo>
                  <a:pt x="482741" y="50401"/>
                </a:lnTo>
                <a:lnTo>
                  <a:pt x="482152" y="51540"/>
                </a:lnTo>
                <a:lnTo>
                  <a:pt x="481600" y="52708"/>
                </a:lnTo>
                <a:lnTo>
                  <a:pt x="481087" y="53906"/>
                </a:lnTo>
                <a:lnTo>
                  <a:pt x="480612" y="55131"/>
                </a:lnTo>
                <a:lnTo>
                  <a:pt x="480177" y="56384"/>
                </a:lnTo>
                <a:lnTo>
                  <a:pt x="479781" y="57663"/>
                </a:lnTo>
                <a:lnTo>
                  <a:pt x="479426" y="58968"/>
                </a:lnTo>
                <a:lnTo>
                  <a:pt x="479110" y="60297"/>
                </a:lnTo>
                <a:lnTo>
                  <a:pt x="478836" y="61651"/>
                </a:lnTo>
                <a:lnTo>
                  <a:pt x="478602" y="63028"/>
                </a:lnTo>
                <a:lnTo>
                  <a:pt x="478411" y="64427"/>
                </a:lnTo>
                <a:lnTo>
                  <a:pt x="478261" y="65849"/>
                </a:lnTo>
                <a:lnTo>
                  <a:pt x="478153" y="67291"/>
                </a:lnTo>
                <a:lnTo>
                  <a:pt x="478089" y="68753"/>
                </a:lnTo>
                <a:lnTo>
                  <a:pt x="478067" y="70235"/>
                </a:lnTo>
                <a:lnTo>
                  <a:pt x="478128" y="72611"/>
                </a:lnTo>
                <a:lnTo>
                  <a:pt x="478308" y="74927"/>
                </a:lnTo>
                <a:lnTo>
                  <a:pt x="478605" y="77180"/>
                </a:lnTo>
                <a:lnTo>
                  <a:pt x="479016" y="79366"/>
                </a:lnTo>
                <a:lnTo>
                  <a:pt x="479537" y="81481"/>
                </a:lnTo>
                <a:lnTo>
                  <a:pt x="480166" y="83522"/>
                </a:lnTo>
                <a:lnTo>
                  <a:pt x="480899" y="85485"/>
                </a:lnTo>
                <a:lnTo>
                  <a:pt x="481734" y="87367"/>
                </a:lnTo>
                <a:lnTo>
                  <a:pt x="482667" y="89162"/>
                </a:lnTo>
                <a:lnTo>
                  <a:pt x="483695" y="90869"/>
                </a:lnTo>
                <a:lnTo>
                  <a:pt x="484816" y="92483"/>
                </a:lnTo>
                <a:lnTo>
                  <a:pt x="486026" y="94000"/>
                </a:lnTo>
                <a:lnTo>
                  <a:pt x="487322" y="95417"/>
                </a:lnTo>
                <a:lnTo>
                  <a:pt x="488701" y="96731"/>
                </a:lnTo>
                <a:lnTo>
                  <a:pt x="490160" y="97936"/>
                </a:lnTo>
                <a:lnTo>
                  <a:pt x="491697" y="99031"/>
                </a:lnTo>
                <a:lnTo>
                  <a:pt x="493308" y="100010"/>
                </a:lnTo>
                <a:lnTo>
                  <a:pt x="494989" y="100871"/>
                </a:lnTo>
                <a:lnTo>
                  <a:pt x="496739" y="101610"/>
                </a:lnTo>
                <a:lnTo>
                  <a:pt x="498553" y="102222"/>
                </a:lnTo>
                <a:lnTo>
                  <a:pt x="500429" y="102705"/>
                </a:lnTo>
                <a:lnTo>
                  <a:pt x="502365" y="103055"/>
                </a:lnTo>
                <a:lnTo>
                  <a:pt x="504356" y="103267"/>
                </a:lnTo>
                <a:lnTo>
                  <a:pt x="506399" y="103339"/>
                </a:lnTo>
                <a:lnTo>
                  <a:pt x="507234" y="103326"/>
                </a:lnTo>
                <a:lnTo>
                  <a:pt x="508061" y="103289"/>
                </a:lnTo>
                <a:lnTo>
                  <a:pt x="508881" y="103227"/>
                </a:lnTo>
                <a:lnTo>
                  <a:pt x="509693" y="103140"/>
                </a:lnTo>
                <a:lnTo>
                  <a:pt x="510497" y="103029"/>
                </a:lnTo>
                <a:lnTo>
                  <a:pt x="511294" y="102894"/>
                </a:lnTo>
                <a:lnTo>
                  <a:pt x="512084" y="102733"/>
                </a:lnTo>
                <a:lnTo>
                  <a:pt x="512866" y="102549"/>
                </a:lnTo>
                <a:lnTo>
                  <a:pt x="513641" y="102340"/>
                </a:lnTo>
                <a:lnTo>
                  <a:pt x="514409" y="102107"/>
                </a:lnTo>
                <a:lnTo>
                  <a:pt x="515170" y="101849"/>
                </a:lnTo>
                <a:lnTo>
                  <a:pt x="515924" y="101568"/>
                </a:lnTo>
                <a:lnTo>
                  <a:pt x="516670" y="101262"/>
                </a:lnTo>
                <a:lnTo>
                  <a:pt x="517410" y="100932"/>
                </a:lnTo>
                <a:lnTo>
                  <a:pt x="518143" y="100579"/>
                </a:lnTo>
                <a:lnTo>
                  <a:pt x="518869" y="100201"/>
                </a:lnTo>
                <a:lnTo>
                  <a:pt x="519589" y="99800"/>
                </a:lnTo>
                <a:lnTo>
                  <a:pt x="520302" y="99375"/>
                </a:lnTo>
                <a:lnTo>
                  <a:pt x="521008" y="98927"/>
                </a:lnTo>
                <a:lnTo>
                  <a:pt x="521708" y="98454"/>
                </a:lnTo>
                <a:lnTo>
                  <a:pt x="522401" y="97959"/>
                </a:lnTo>
                <a:lnTo>
                  <a:pt x="523088" y="97439"/>
                </a:lnTo>
                <a:lnTo>
                  <a:pt x="523768" y="96897"/>
                </a:lnTo>
                <a:lnTo>
                  <a:pt x="524443" y="96331"/>
                </a:lnTo>
                <a:lnTo>
                  <a:pt x="524940" y="95898"/>
                </a:lnTo>
                <a:lnTo>
                  <a:pt x="525426" y="95455"/>
                </a:lnTo>
                <a:lnTo>
                  <a:pt x="525902" y="95002"/>
                </a:lnTo>
                <a:lnTo>
                  <a:pt x="526369" y="94535"/>
                </a:lnTo>
                <a:lnTo>
                  <a:pt x="526829" y="94054"/>
                </a:lnTo>
                <a:lnTo>
                  <a:pt x="527282" y="93557"/>
                </a:lnTo>
                <a:lnTo>
                  <a:pt x="527731" y="93042"/>
                </a:lnTo>
                <a:lnTo>
                  <a:pt x="528175" y="92508"/>
                </a:lnTo>
                <a:lnTo>
                  <a:pt x="528617" y="91952"/>
                </a:lnTo>
                <a:lnTo>
                  <a:pt x="529058" y="91374"/>
                </a:lnTo>
                <a:lnTo>
                  <a:pt x="529498" y="90771"/>
                </a:lnTo>
                <a:lnTo>
                  <a:pt x="529940" y="90141"/>
                </a:lnTo>
                <a:lnTo>
                  <a:pt x="530384" y="89484"/>
                </a:lnTo>
                <a:lnTo>
                  <a:pt x="530832" y="88797"/>
                </a:lnTo>
                <a:lnTo>
                  <a:pt x="531284" y="88079"/>
                </a:lnTo>
                <a:lnTo>
                  <a:pt x="531742" y="87327"/>
                </a:lnTo>
                <a:lnTo>
                  <a:pt x="532208" y="86542"/>
                </a:lnTo>
                <a:lnTo>
                  <a:pt x="532682" y="85719"/>
                </a:lnTo>
                <a:lnTo>
                  <a:pt x="533166" y="84859"/>
                </a:lnTo>
                <a:lnTo>
                  <a:pt x="533661" y="83959"/>
                </a:lnTo>
                <a:lnTo>
                  <a:pt x="534168" y="83017"/>
                </a:lnTo>
                <a:lnTo>
                  <a:pt x="534688" y="82033"/>
                </a:lnTo>
                <a:lnTo>
                  <a:pt x="535223" y="81004"/>
                </a:lnTo>
                <a:lnTo>
                  <a:pt x="535774" y="79928"/>
                </a:lnTo>
                <a:lnTo>
                  <a:pt x="533687" y="78585"/>
                </a:lnTo>
                <a:lnTo>
                  <a:pt x="532802" y="79855"/>
                </a:lnTo>
                <a:lnTo>
                  <a:pt x="531932" y="81054"/>
                </a:lnTo>
                <a:lnTo>
                  <a:pt x="531077" y="82184"/>
                </a:lnTo>
                <a:lnTo>
                  <a:pt x="530235" y="83248"/>
                </a:lnTo>
                <a:lnTo>
                  <a:pt x="529402" y="84245"/>
                </a:lnTo>
                <a:close/>
                <a:moveTo>
                  <a:pt x="733192" y="35045"/>
                </a:moveTo>
                <a:lnTo>
                  <a:pt x="731148" y="35812"/>
                </a:lnTo>
                <a:lnTo>
                  <a:pt x="729187" y="36707"/>
                </a:lnTo>
                <a:lnTo>
                  <a:pt x="727312" y="37727"/>
                </a:lnTo>
                <a:lnTo>
                  <a:pt x="725527" y="38868"/>
                </a:lnTo>
                <a:lnTo>
                  <a:pt x="723833" y="40127"/>
                </a:lnTo>
                <a:lnTo>
                  <a:pt x="722235" y="41500"/>
                </a:lnTo>
                <a:lnTo>
                  <a:pt x="720735" y="42983"/>
                </a:lnTo>
                <a:lnTo>
                  <a:pt x="719337" y="44574"/>
                </a:lnTo>
                <a:lnTo>
                  <a:pt x="718044" y="46268"/>
                </a:lnTo>
                <a:lnTo>
                  <a:pt x="716860" y="48063"/>
                </a:lnTo>
                <a:lnTo>
                  <a:pt x="715786" y="49954"/>
                </a:lnTo>
                <a:lnTo>
                  <a:pt x="714827" y="51939"/>
                </a:lnTo>
                <a:lnTo>
                  <a:pt x="713985" y="54013"/>
                </a:lnTo>
                <a:lnTo>
                  <a:pt x="713265" y="56173"/>
                </a:lnTo>
                <a:lnTo>
                  <a:pt x="712668" y="58416"/>
                </a:lnTo>
                <a:lnTo>
                  <a:pt x="712198" y="60739"/>
                </a:lnTo>
                <a:lnTo>
                  <a:pt x="711859" y="63137"/>
                </a:lnTo>
                <a:lnTo>
                  <a:pt x="711653" y="65607"/>
                </a:lnTo>
                <a:lnTo>
                  <a:pt x="711583" y="68146"/>
                </a:lnTo>
                <a:lnTo>
                  <a:pt x="711655" y="70653"/>
                </a:lnTo>
                <a:lnTo>
                  <a:pt x="711867" y="73099"/>
                </a:lnTo>
                <a:lnTo>
                  <a:pt x="712216" y="75481"/>
                </a:lnTo>
                <a:lnTo>
                  <a:pt x="712698" y="77795"/>
                </a:lnTo>
                <a:lnTo>
                  <a:pt x="713308" y="80036"/>
                </a:lnTo>
                <a:lnTo>
                  <a:pt x="714044" y="82201"/>
                </a:lnTo>
                <a:lnTo>
                  <a:pt x="714901" y="84285"/>
                </a:lnTo>
                <a:lnTo>
                  <a:pt x="715875" y="86283"/>
                </a:lnTo>
                <a:lnTo>
                  <a:pt x="716962" y="88193"/>
                </a:lnTo>
                <a:lnTo>
                  <a:pt x="718159" y="90010"/>
                </a:lnTo>
                <a:lnTo>
                  <a:pt x="719461" y="91730"/>
                </a:lnTo>
                <a:lnTo>
                  <a:pt x="720866" y="93347"/>
                </a:lnTo>
                <a:lnTo>
                  <a:pt x="722368" y="94860"/>
                </a:lnTo>
                <a:lnTo>
                  <a:pt x="723964" y="96262"/>
                </a:lnTo>
                <a:lnTo>
                  <a:pt x="725650" y="97551"/>
                </a:lnTo>
                <a:lnTo>
                  <a:pt x="727423" y="98721"/>
                </a:lnTo>
                <a:lnTo>
                  <a:pt x="729277" y="99770"/>
                </a:lnTo>
                <a:lnTo>
                  <a:pt x="731210" y="100692"/>
                </a:lnTo>
                <a:lnTo>
                  <a:pt x="733218" y="101483"/>
                </a:lnTo>
                <a:lnTo>
                  <a:pt x="735296" y="102140"/>
                </a:lnTo>
                <a:lnTo>
                  <a:pt x="737442" y="102658"/>
                </a:lnTo>
                <a:lnTo>
                  <a:pt x="739650" y="103034"/>
                </a:lnTo>
                <a:lnTo>
                  <a:pt x="741917" y="103262"/>
                </a:lnTo>
                <a:lnTo>
                  <a:pt x="744239" y="103339"/>
                </a:lnTo>
                <a:lnTo>
                  <a:pt x="746564" y="103258"/>
                </a:lnTo>
                <a:lnTo>
                  <a:pt x="748837" y="103019"/>
                </a:lnTo>
                <a:lnTo>
                  <a:pt x="751056" y="102625"/>
                </a:lnTo>
                <a:lnTo>
                  <a:pt x="753215" y="102083"/>
                </a:lnTo>
                <a:lnTo>
                  <a:pt x="755311" y="101396"/>
                </a:lnTo>
                <a:lnTo>
                  <a:pt x="757338" y="100568"/>
                </a:lnTo>
                <a:lnTo>
                  <a:pt x="759293" y="99606"/>
                </a:lnTo>
                <a:lnTo>
                  <a:pt x="761172" y="98512"/>
                </a:lnTo>
                <a:lnTo>
                  <a:pt x="762970" y="97292"/>
                </a:lnTo>
                <a:lnTo>
                  <a:pt x="764683" y="95950"/>
                </a:lnTo>
                <a:lnTo>
                  <a:pt x="766307" y="94491"/>
                </a:lnTo>
                <a:lnTo>
                  <a:pt x="767837" y="92919"/>
                </a:lnTo>
                <a:lnTo>
                  <a:pt x="769269" y="91240"/>
                </a:lnTo>
                <a:lnTo>
                  <a:pt x="770599" y="89457"/>
                </a:lnTo>
                <a:lnTo>
                  <a:pt x="771823" y="87575"/>
                </a:lnTo>
                <a:lnTo>
                  <a:pt x="772936" y="85600"/>
                </a:lnTo>
                <a:lnTo>
                  <a:pt x="773934" y="83534"/>
                </a:lnTo>
                <a:lnTo>
                  <a:pt x="774812" y="81384"/>
                </a:lnTo>
                <a:lnTo>
                  <a:pt x="775568" y="79153"/>
                </a:lnTo>
                <a:lnTo>
                  <a:pt x="776195" y="76846"/>
                </a:lnTo>
                <a:lnTo>
                  <a:pt x="776691" y="74469"/>
                </a:lnTo>
                <a:lnTo>
                  <a:pt x="777050" y="72024"/>
                </a:lnTo>
                <a:lnTo>
                  <a:pt x="777269" y="69518"/>
                </a:lnTo>
                <a:lnTo>
                  <a:pt x="777343" y="66954"/>
                </a:lnTo>
                <a:lnTo>
                  <a:pt x="777272" y="64524"/>
                </a:lnTo>
                <a:lnTo>
                  <a:pt x="777062" y="62156"/>
                </a:lnTo>
                <a:lnTo>
                  <a:pt x="776716" y="59854"/>
                </a:lnTo>
                <a:lnTo>
                  <a:pt x="776238" y="57623"/>
                </a:lnTo>
                <a:lnTo>
                  <a:pt x="775632" y="55465"/>
                </a:lnTo>
                <a:lnTo>
                  <a:pt x="774901" y="53384"/>
                </a:lnTo>
                <a:lnTo>
                  <a:pt x="774049" y="51384"/>
                </a:lnTo>
                <a:lnTo>
                  <a:pt x="773079" y="49468"/>
                </a:lnTo>
                <a:lnTo>
                  <a:pt x="771996" y="47641"/>
                </a:lnTo>
                <a:lnTo>
                  <a:pt x="770802" y="45905"/>
                </a:lnTo>
                <a:lnTo>
                  <a:pt x="769501" y="44264"/>
                </a:lnTo>
                <a:lnTo>
                  <a:pt x="768098" y="42722"/>
                </a:lnTo>
                <a:lnTo>
                  <a:pt x="766595" y="41283"/>
                </a:lnTo>
                <a:lnTo>
                  <a:pt x="764996" y="39950"/>
                </a:lnTo>
                <a:lnTo>
                  <a:pt x="763306" y="38727"/>
                </a:lnTo>
                <a:lnTo>
                  <a:pt x="761526" y="37617"/>
                </a:lnTo>
                <a:lnTo>
                  <a:pt x="759662" y="36624"/>
                </a:lnTo>
                <a:lnTo>
                  <a:pt x="757716" y="35752"/>
                </a:lnTo>
                <a:lnTo>
                  <a:pt x="755693" y="35003"/>
                </a:lnTo>
                <a:lnTo>
                  <a:pt x="753596" y="34383"/>
                </a:lnTo>
                <a:lnTo>
                  <a:pt x="751428" y="33895"/>
                </a:lnTo>
                <a:lnTo>
                  <a:pt x="749194" y="33541"/>
                </a:lnTo>
                <a:lnTo>
                  <a:pt x="746896" y="33326"/>
                </a:lnTo>
                <a:lnTo>
                  <a:pt x="744539" y="33254"/>
                </a:lnTo>
                <a:lnTo>
                  <a:pt x="742130" y="33328"/>
                </a:lnTo>
                <a:lnTo>
                  <a:pt x="739787" y="33548"/>
                </a:lnTo>
                <a:lnTo>
                  <a:pt x="737514" y="33909"/>
                </a:lnTo>
                <a:lnTo>
                  <a:pt x="735315" y="34410"/>
                </a:lnTo>
                <a:lnTo>
                  <a:pt x="733192" y="35045"/>
                </a:lnTo>
                <a:close/>
                <a:moveTo>
                  <a:pt x="749898" y="39219"/>
                </a:moveTo>
                <a:lnTo>
                  <a:pt x="751216" y="39985"/>
                </a:lnTo>
                <a:lnTo>
                  <a:pt x="752483" y="40879"/>
                </a:lnTo>
                <a:lnTo>
                  <a:pt x="753696" y="41897"/>
                </a:lnTo>
                <a:lnTo>
                  <a:pt x="754851" y="43036"/>
                </a:lnTo>
                <a:lnTo>
                  <a:pt x="755949" y="44291"/>
                </a:lnTo>
                <a:lnTo>
                  <a:pt x="756985" y="45661"/>
                </a:lnTo>
                <a:lnTo>
                  <a:pt x="757959" y="47140"/>
                </a:lnTo>
                <a:lnTo>
                  <a:pt x="758867" y="48726"/>
                </a:lnTo>
                <a:lnTo>
                  <a:pt x="759708" y="50414"/>
                </a:lnTo>
                <a:lnTo>
                  <a:pt x="760479" y="52202"/>
                </a:lnTo>
                <a:lnTo>
                  <a:pt x="761178" y="54086"/>
                </a:lnTo>
                <a:lnTo>
                  <a:pt x="761804" y="56061"/>
                </a:lnTo>
                <a:lnTo>
                  <a:pt x="762353" y="58126"/>
                </a:lnTo>
                <a:lnTo>
                  <a:pt x="762823" y="60275"/>
                </a:lnTo>
                <a:lnTo>
                  <a:pt x="763213" y="62506"/>
                </a:lnTo>
                <a:lnTo>
                  <a:pt x="763520" y="64815"/>
                </a:lnTo>
                <a:lnTo>
                  <a:pt x="763742" y="67198"/>
                </a:lnTo>
                <a:lnTo>
                  <a:pt x="763877" y="69652"/>
                </a:lnTo>
                <a:lnTo>
                  <a:pt x="763923" y="72173"/>
                </a:lnTo>
                <a:lnTo>
                  <a:pt x="763888" y="74262"/>
                </a:lnTo>
                <a:lnTo>
                  <a:pt x="763784" y="76276"/>
                </a:lnTo>
                <a:lnTo>
                  <a:pt x="763613" y="78214"/>
                </a:lnTo>
                <a:lnTo>
                  <a:pt x="763374" y="80075"/>
                </a:lnTo>
                <a:lnTo>
                  <a:pt x="763069" y="81858"/>
                </a:lnTo>
                <a:lnTo>
                  <a:pt x="762700" y="83562"/>
                </a:lnTo>
                <a:lnTo>
                  <a:pt x="762266" y="85185"/>
                </a:lnTo>
                <a:lnTo>
                  <a:pt x="761769" y="86726"/>
                </a:lnTo>
                <a:lnTo>
                  <a:pt x="761210" y="88184"/>
                </a:lnTo>
                <a:lnTo>
                  <a:pt x="760590" y="89556"/>
                </a:lnTo>
                <a:lnTo>
                  <a:pt x="759909" y="90843"/>
                </a:lnTo>
                <a:lnTo>
                  <a:pt x="759170" y="92043"/>
                </a:lnTo>
                <a:lnTo>
                  <a:pt x="758372" y="93154"/>
                </a:lnTo>
                <a:lnTo>
                  <a:pt x="757517" y="94176"/>
                </a:lnTo>
                <a:lnTo>
                  <a:pt x="756606" y="95106"/>
                </a:lnTo>
                <a:lnTo>
                  <a:pt x="755639" y="95944"/>
                </a:lnTo>
                <a:lnTo>
                  <a:pt x="754618" y="96688"/>
                </a:lnTo>
                <a:lnTo>
                  <a:pt x="753543" y="97337"/>
                </a:lnTo>
                <a:lnTo>
                  <a:pt x="752416" y="97890"/>
                </a:lnTo>
                <a:lnTo>
                  <a:pt x="751238" y="98345"/>
                </a:lnTo>
                <a:lnTo>
                  <a:pt x="750009" y="98701"/>
                </a:lnTo>
                <a:lnTo>
                  <a:pt x="748731" y="98957"/>
                </a:lnTo>
                <a:lnTo>
                  <a:pt x="747404" y="99112"/>
                </a:lnTo>
                <a:lnTo>
                  <a:pt x="746030" y="99163"/>
                </a:lnTo>
                <a:lnTo>
                  <a:pt x="745304" y="99145"/>
                </a:lnTo>
                <a:lnTo>
                  <a:pt x="744583" y="99090"/>
                </a:lnTo>
                <a:lnTo>
                  <a:pt x="743867" y="98998"/>
                </a:lnTo>
                <a:lnTo>
                  <a:pt x="743156" y="98871"/>
                </a:lnTo>
                <a:lnTo>
                  <a:pt x="742452" y="98708"/>
                </a:lnTo>
                <a:lnTo>
                  <a:pt x="741756" y="98511"/>
                </a:lnTo>
                <a:lnTo>
                  <a:pt x="741069" y="98280"/>
                </a:lnTo>
                <a:lnTo>
                  <a:pt x="740390" y="98015"/>
                </a:lnTo>
                <a:lnTo>
                  <a:pt x="739723" y="97717"/>
                </a:lnTo>
                <a:lnTo>
                  <a:pt x="739066" y="97386"/>
                </a:lnTo>
                <a:lnTo>
                  <a:pt x="738422" y="97023"/>
                </a:lnTo>
                <a:lnTo>
                  <a:pt x="737791" y="96628"/>
                </a:lnTo>
                <a:lnTo>
                  <a:pt x="737173" y="96203"/>
                </a:lnTo>
                <a:lnTo>
                  <a:pt x="736571" y="95747"/>
                </a:lnTo>
                <a:lnTo>
                  <a:pt x="735984" y="95261"/>
                </a:lnTo>
                <a:lnTo>
                  <a:pt x="735414" y="94745"/>
                </a:lnTo>
                <a:lnTo>
                  <a:pt x="734862" y="94201"/>
                </a:lnTo>
                <a:lnTo>
                  <a:pt x="734328" y="93628"/>
                </a:lnTo>
                <a:lnTo>
                  <a:pt x="733814" y="93027"/>
                </a:lnTo>
                <a:lnTo>
                  <a:pt x="733320" y="92398"/>
                </a:lnTo>
                <a:lnTo>
                  <a:pt x="732847" y="91743"/>
                </a:lnTo>
                <a:lnTo>
                  <a:pt x="732396" y="91061"/>
                </a:lnTo>
                <a:lnTo>
                  <a:pt x="731969" y="90354"/>
                </a:lnTo>
                <a:lnTo>
                  <a:pt x="731565" y="89621"/>
                </a:lnTo>
                <a:lnTo>
                  <a:pt x="731053" y="88638"/>
                </a:lnTo>
                <a:lnTo>
                  <a:pt x="730559" y="87628"/>
                </a:lnTo>
                <a:lnTo>
                  <a:pt x="730085" y="86592"/>
                </a:lnTo>
                <a:lnTo>
                  <a:pt x="729629" y="85532"/>
                </a:lnTo>
                <a:lnTo>
                  <a:pt x="729194" y="84448"/>
                </a:lnTo>
                <a:lnTo>
                  <a:pt x="728778" y="83341"/>
                </a:lnTo>
                <a:lnTo>
                  <a:pt x="728383" y="82213"/>
                </a:lnTo>
                <a:lnTo>
                  <a:pt x="728008" y="81065"/>
                </a:lnTo>
                <a:lnTo>
                  <a:pt x="727654" y="79898"/>
                </a:lnTo>
                <a:lnTo>
                  <a:pt x="727321" y="78713"/>
                </a:lnTo>
                <a:lnTo>
                  <a:pt x="727009" y="77511"/>
                </a:lnTo>
                <a:lnTo>
                  <a:pt x="726718" y="76293"/>
                </a:lnTo>
                <a:lnTo>
                  <a:pt x="726450" y="75060"/>
                </a:lnTo>
                <a:lnTo>
                  <a:pt x="726203" y="73813"/>
                </a:lnTo>
                <a:lnTo>
                  <a:pt x="725979" y="72554"/>
                </a:lnTo>
                <a:lnTo>
                  <a:pt x="725777" y="71284"/>
                </a:lnTo>
                <a:lnTo>
                  <a:pt x="725597" y="70003"/>
                </a:lnTo>
                <a:lnTo>
                  <a:pt x="725441" y="68713"/>
                </a:lnTo>
                <a:lnTo>
                  <a:pt x="725309" y="67415"/>
                </a:lnTo>
                <a:lnTo>
                  <a:pt x="725199" y="66110"/>
                </a:lnTo>
                <a:lnTo>
                  <a:pt x="725114" y="64798"/>
                </a:lnTo>
                <a:lnTo>
                  <a:pt x="725053" y="63482"/>
                </a:lnTo>
                <a:lnTo>
                  <a:pt x="725016" y="62163"/>
                </a:lnTo>
                <a:lnTo>
                  <a:pt x="725003" y="60840"/>
                </a:lnTo>
                <a:lnTo>
                  <a:pt x="725039" y="59095"/>
                </a:lnTo>
                <a:lnTo>
                  <a:pt x="725144" y="57404"/>
                </a:lnTo>
                <a:lnTo>
                  <a:pt x="725319" y="55767"/>
                </a:lnTo>
                <a:lnTo>
                  <a:pt x="725561" y="54187"/>
                </a:lnTo>
                <a:lnTo>
                  <a:pt x="725869" y="52666"/>
                </a:lnTo>
                <a:lnTo>
                  <a:pt x="726243" y="51206"/>
                </a:lnTo>
                <a:lnTo>
                  <a:pt x="726680" y="49808"/>
                </a:lnTo>
                <a:lnTo>
                  <a:pt x="727179" y="48474"/>
                </a:lnTo>
                <a:lnTo>
                  <a:pt x="727740" y="47207"/>
                </a:lnTo>
                <a:lnTo>
                  <a:pt x="728360" y="46008"/>
                </a:lnTo>
                <a:lnTo>
                  <a:pt x="729039" y="44879"/>
                </a:lnTo>
                <a:lnTo>
                  <a:pt x="729775" y="43822"/>
                </a:lnTo>
                <a:lnTo>
                  <a:pt x="730567" y="42839"/>
                </a:lnTo>
                <a:lnTo>
                  <a:pt x="731414" y="41931"/>
                </a:lnTo>
                <a:lnTo>
                  <a:pt x="732314" y="41101"/>
                </a:lnTo>
                <a:lnTo>
                  <a:pt x="733266" y="40351"/>
                </a:lnTo>
                <a:lnTo>
                  <a:pt x="734269" y="39681"/>
                </a:lnTo>
                <a:lnTo>
                  <a:pt x="735321" y="39095"/>
                </a:lnTo>
                <a:lnTo>
                  <a:pt x="736422" y="38594"/>
                </a:lnTo>
                <a:lnTo>
                  <a:pt x="737569" y="38180"/>
                </a:lnTo>
                <a:lnTo>
                  <a:pt x="738762" y="37854"/>
                </a:lnTo>
                <a:lnTo>
                  <a:pt x="739999" y="37619"/>
                </a:lnTo>
                <a:lnTo>
                  <a:pt x="741279" y="37477"/>
                </a:lnTo>
                <a:lnTo>
                  <a:pt x="742601" y="37429"/>
                </a:lnTo>
                <a:lnTo>
                  <a:pt x="744147" y="37503"/>
                </a:lnTo>
                <a:lnTo>
                  <a:pt x="745651" y="37723"/>
                </a:lnTo>
                <a:lnTo>
                  <a:pt x="747113" y="38084"/>
                </a:lnTo>
                <a:lnTo>
                  <a:pt x="748529" y="38584"/>
                </a:lnTo>
                <a:lnTo>
                  <a:pt x="749898" y="39219"/>
                </a:lnTo>
                <a:close/>
                <a:moveTo>
                  <a:pt x="836880" y="84245"/>
                </a:moveTo>
                <a:lnTo>
                  <a:pt x="836055" y="85178"/>
                </a:lnTo>
                <a:lnTo>
                  <a:pt x="835237" y="86049"/>
                </a:lnTo>
                <a:lnTo>
                  <a:pt x="834422" y="86858"/>
                </a:lnTo>
                <a:lnTo>
                  <a:pt x="833608" y="87607"/>
                </a:lnTo>
                <a:lnTo>
                  <a:pt x="832794" y="88297"/>
                </a:lnTo>
                <a:lnTo>
                  <a:pt x="831977" y="88930"/>
                </a:lnTo>
                <a:lnTo>
                  <a:pt x="831155" y="89507"/>
                </a:lnTo>
                <a:lnTo>
                  <a:pt x="830327" y="90030"/>
                </a:lnTo>
                <a:lnTo>
                  <a:pt x="829489" y="90500"/>
                </a:lnTo>
                <a:lnTo>
                  <a:pt x="828640" y="90919"/>
                </a:lnTo>
                <a:lnTo>
                  <a:pt x="827777" y="91287"/>
                </a:lnTo>
                <a:lnTo>
                  <a:pt x="826899" y="91607"/>
                </a:lnTo>
                <a:lnTo>
                  <a:pt x="826004" y="91879"/>
                </a:lnTo>
                <a:lnTo>
                  <a:pt x="825088" y="92106"/>
                </a:lnTo>
                <a:lnTo>
                  <a:pt x="824151" y="92288"/>
                </a:lnTo>
                <a:lnTo>
                  <a:pt x="823189" y="92427"/>
                </a:lnTo>
                <a:lnTo>
                  <a:pt x="822202" y="92525"/>
                </a:lnTo>
                <a:lnTo>
                  <a:pt x="821185" y="92583"/>
                </a:lnTo>
                <a:lnTo>
                  <a:pt x="820139" y="92601"/>
                </a:lnTo>
                <a:lnTo>
                  <a:pt x="818447" y="92540"/>
                </a:lnTo>
                <a:lnTo>
                  <a:pt x="816802" y="92357"/>
                </a:lnTo>
                <a:lnTo>
                  <a:pt x="815207" y="92055"/>
                </a:lnTo>
                <a:lnTo>
                  <a:pt x="813664" y="91638"/>
                </a:lnTo>
                <a:lnTo>
                  <a:pt x="812174" y="91109"/>
                </a:lnTo>
                <a:lnTo>
                  <a:pt x="810740" y="90469"/>
                </a:lnTo>
                <a:lnTo>
                  <a:pt x="809365" y="89723"/>
                </a:lnTo>
                <a:lnTo>
                  <a:pt x="808050" y="88873"/>
                </a:lnTo>
                <a:lnTo>
                  <a:pt x="806797" y="87923"/>
                </a:lnTo>
                <a:lnTo>
                  <a:pt x="805610" y="86874"/>
                </a:lnTo>
                <a:lnTo>
                  <a:pt x="804489" y="85730"/>
                </a:lnTo>
                <a:lnTo>
                  <a:pt x="803438" y="84493"/>
                </a:lnTo>
                <a:lnTo>
                  <a:pt x="802458" y="83168"/>
                </a:lnTo>
                <a:lnTo>
                  <a:pt x="801552" y="81756"/>
                </a:lnTo>
                <a:lnTo>
                  <a:pt x="800722" y="80260"/>
                </a:lnTo>
                <a:lnTo>
                  <a:pt x="799970" y="78684"/>
                </a:lnTo>
                <a:lnTo>
                  <a:pt x="799298" y="77030"/>
                </a:lnTo>
                <a:lnTo>
                  <a:pt x="798708" y="75302"/>
                </a:lnTo>
                <a:lnTo>
                  <a:pt x="798203" y="73502"/>
                </a:lnTo>
                <a:lnTo>
                  <a:pt x="797785" y="71633"/>
                </a:lnTo>
                <a:lnTo>
                  <a:pt x="797457" y="69697"/>
                </a:lnTo>
                <a:lnTo>
                  <a:pt x="797219" y="67699"/>
                </a:lnTo>
                <a:lnTo>
                  <a:pt x="797075" y="65641"/>
                </a:lnTo>
                <a:lnTo>
                  <a:pt x="797026" y="63525"/>
                </a:lnTo>
                <a:lnTo>
                  <a:pt x="797068" y="61613"/>
                </a:lnTo>
                <a:lnTo>
                  <a:pt x="797194" y="59757"/>
                </a:lnTo>
                <a:lnTo>
                  <a:pt x="797402" y="57957"/>
                </a:lnTo>
                <a:lnTo>
                  <a:pt x="797690" y="56218"/>
                </a:lnTo>
                <a:lnTo>
                  <a:pt x="798055" y="54541"/>
                </a:lnTo>
                <a:lnTo>
                  <a:pt x="798496" y="52928"/>
                </a:lnTo>
                <a:lnTo>
                  <a:pt x="799012" y="51382"/>
                </a:lnTo>
                <a:lnTo>
                  <a:pt x="799600" y="49905"/>
                </a:lnTo>
                <a:lnTo>
                  <a:pt x="800258" y="48500"/>
                </a:lnTo>
                <a:lnTo>
                  <a:pt x="800985" y="47168"/>
                </a:lnTo>
                <a:lnTo>
                  <a:pt x="801779" y="45912"/>
                </a:lnTo>
                <a:lnTo>
                  <a:pt x="802637" y="44735"/>
                </a:lnTo>
                <a:lnTo>
                  <a:pt x="803558" y="43639"/>
                </a:lnTo>
                <a:lnTo>
                  <a:pt x="804540" y="42626"/>
                </a:lnTo>
                <a:lnTo>
                  <a:pt x="805582" y="41698"/>
                </a:lnTo>
                <a:lnTo>
                  <a:pt x="806681" y="40858"/>
                </a:lnTo>
                <a:lnTo>
                  <a:pt x="807835" y="40108"/>
                </a:lnTo>
                <a:lnTo>
                  <a:pt x="809042" y="39451"/>
                </a:lnTo>
                <a:lnTo>
                  <a:pt x="810301" y="38888"/>
                </a:lnTo>
                <a:lnTo>
                  <a:pt x="811610" y="38422"/>
                </a:lnTo>
                <a:lnTo>
                  <a:pt x="812967" y="38056"/>
                </a:lnTo>
                <a:lnTo>
                  <a:pt x="814370" y="37791"/>
                </a:lnTo>
                <a:lnTo>
                  <a:pt x="815817" y="37631"/>
                </a:lnTo>
                <a:lnTo>
                  <a:pt x="817306" y="37577"/>
                </a:lnTo>
                <a:lnTo>
                  <a:pt x="817959" y="37585"/>
                </a:lnTo>
                <a:lnTo>
                  <a:pt x="818578" y="37610"/>
                </a:lnTo>
                <a:lnTo>
                  <a:pt x="819164" y="37652"/>
                </a:lnTo>
                <a:lnTo>
                  <a:pt x="819718" y="37714"/>
                </a:lnTo>
                <a:lnTo>
                  <a:pt x="820241" y="37796"/>
                </a:lnTo>
                <a:lnTo>
                  <a:pt x="820735" y="37899"/>
                </a:lnTo>
                <a:lnTo>
                  <a:pt x="821202" y="38025"/>
                </a:lnTo>
                <a:lnTo>
                  <a:pt x="821641" y="38174"/>
                </a:lnTo>
                <a:lnTo>
                  <a:pt x="822055" y="38348"/>
                </a:lnTo>
                <a:lnTo>
                  <a:pt x="822445" y="38548"/>
                </a:lnTo>
                <a:lnTo>
                  <a:pt x="822813" y="38776"/>
                </a:lnTo>
                <a:lnTo>
                  <a:pt x="823159" y="39032"/>
                </a:lnTo>
                <a:lnTo>
                  <a:pt x="823484" y="39317"/>
                </a:lnTo>
                <a:lnTo>
                  <a:pt x="823791" y="39633"/>
                </a:lnTo>
                <a:lnTo>
                  <a:pt x="824080" y="39981"/>
                </a:lnTo>
                <a:lnTo>
                  <a:pt x="824353" y="40361"/>
                </a:lnTo>
                <a:lnTo>
                  <a:pt x="824611" y="40776"/>
                </a:lnTo>
                <a:lnTo>
                  <a:pt x="824855" y="41227"/>
                </a:lnTo>
                <a:lnTo>
                  <a:pt x="825087" y="41713"/>
                </a:lnTo>
                <a:lnTo>
                  <a:pt x="825308" y="42238"/>
                </a:lnTo>
                <a:lnTo>
                  <a:pt x="825518" y="42801"/>
                </a:lnTo>
                <a:lnTo>
                  <a:pt x="825721" y="43404"/>
                </a:lnTo>
                <a:lnTo>
                  <a:pt x="825916" y="44049"/>
                </a:lnTo>
                <a:lnTo>
                  <a:pt x="826105" y="44735"/>
                </a:lnTo>
                <a:lnTo>
                  <a:pt x="826999" y="48016"/>
                </a:lnTo>
                <a:lnTo>
                  <a:pt x="827156" y="48548"/>
                </a:lnTo>
                <a:lnTo>
                  <a:pt x="827328" y="49060"/>
                </a:lnTo>
                <a:lnTo>
                  <a:pt x="827514" y="49553"/>
                </a:lnTo>
                <a:lnTo>
                  <a:pt x="827715" y="50026"/>
                </a:lnTo>
                <a:lnTo>
                  <a:pt x="827930" y="50480"/>
                </a:lnTo>
                <a:lnTo>
                  <a:pt x="828159" y="50913"/>
                </a:lnTo>
                <a:lnTo>
                  <a:pt x="828401" y="51326"/>
                </a:lnTo>
                <a:lnTo>
                  <a:pt x="828656" y="51717"/>
                </a:lnTo>
                <a:lnTo>
                  <a:pt x="828923" y="52088"/>
                </a:lnTo>
                <a:lnTo>
                  <a:pt x="829202" y="52437"/>
                </a:lnTo>
                <a:lnTo>
                  <a:pt x="829493" y="52764"/>
                </a:lnTo>
                <a:lnTo>
                  <a:pt x="829795" y="53068"/>
                </a:lnTo>
                <a:lnTo>
                  <a:pt x="830108" y="53351"/>
                </a:lnTo>
                <a:lnTo>
                  <a:pt x="830431" y="53610"/>
                </a:lnTo>
                <a:lnTo>
                  <a:pt x="830765" y="53846"/>
                </a:lnTo>
                <a:lnTo>
                  <a:pt x="831108" y="54059"/>
                </a:lnTo>
                <a:lnTo>
                  <a:pt x="831461" y="54248"/>
                </a:lnTo>
                <a:lnTo>
                  <a:pt x="831822" y="54413"/>
                </a:lnTo>
                <a:lnTo>
                  <a:pt x="832192" y="54553"/>
                </a:lnTo>
                <a:lnTo>
                  <a:pt x="832570" y="54669"/>
                </a:lnTo>
                <a:lnTo>
                  <a:pt x="832956" y="54759"/>
                </a:lnTo>
                <a:lnTo>
                  <a:pt x="833350" y="54824"/>
                </a:lnTo>
                <a:lnTo>
                  <a:pt x="833750" y="54863"/>
                </a:lnTo>
                <a:lnTo>
                  <a:pt x="834157" y="54876"/>
                </a:lnTo>
                <a:lnTo>
                  <a:pt x="834638" y="54862"/>
                </a:lnTo>
                <a:lnTo>
                  <a:pt x="835110" y="54819"/>
                </a:lnTo>
                <a:lnTo>
                  <a:pt x="835571" y="54748"/>
                </a:lnTo>
                <a:lnTo>
                  <a:pt x="836023" y="54651"/>
                </a:lnTo>
                <a:lnTo>
                  <a:pt x="836462" y="54528"/>
                </a:lnTo>
                <a:lnTo>
                  <a:pt x="836888" y="54380"/>
                </a:lnTo>
                <a:lnTo>
                  <a:pt x="837300" y="54209"/>
                </a:lnTo>
                <a:lnTo>
                  <a:pt x="837697" y="54014"/>
                </a:lnTo>
                <a:lnTo>
                  <a:pt x="838078" y="53799"/>
                </a:lnTo>
                <a:lnTo>
                  <a:pt x="838442" y="53562"/>
                </a:lnTo>
                <a:lnTo>
                  <a:pt x="838788" y="53306"/>
                </a:lnTo>
                <a:lnTo>
                  <a:pt x="839115" y="53030"/>
                </a:lnTo>
                <a:lnTo>
                  <a:pt x="839422" y="52737"/>
                </a:lnTo>
                <a:lnTo>
                  <a:pt x="839707" y="52427"/>
                </a:lnTo>
                <a:lnTo>
                  <a:pt x="839970" y="52101"/>
                </a:lnTo>
                <a:lnTo>
                  <a:pt x="840210" y="51760"/>
                </a:lnTo>
                <a:lnTo>
                  <a:pt x="840425" y="51406"/>
                </a:lnTo>
                <a:lnTo>
                  <a:pt x="840615" y="51038"/>
                </a:lnTo>
                <a:lnTo>
                  <a:pt x="840779" y="50658"/>
                </a:lnTo>
                <a:lnTo>
                  <a:pt x="840915" y="50267"/>
                </a:lnTo>
                <a:lnTo>
                  <a:pt x="841023" y="49866"/>
                </a:lnTo>
                <a:lnTo>
                  <a:pt x="841101" y="49456"/>
                </a:lnTo>
                <a:lnTo>
                  <a:pt x="841149" y="49038"/>
                </a:lnTo>
                <a:lnTo>
                  <a:pt x="841165" y="48612"/>
                </a:lnTo>
                <a:lnTo>
                  <a:pt x="841111" y="47576"/>
                </a:lnTo>
                <a:lnTo>
                  <a:pt x="840953" y="46556"/>
                </a:lnTo>
                <a:lnTo>
                  <a:pt x="840692" y="45555"/>
                </a:lnTo>
                <a:lnTo>
                  <a:pt x="840334" y="44575"/>
                </a:lnTo>
                <a:lnTo>
                  <a:pt x="839881" y="43619"/>
                </a:lnTo>
                <a:lnTo>
                  <a:pt x="839338" y="42690"/>
                </a:lnTo>
                <a:lnTo>
                  <a:pt x="838708" y="41789"/>
                </a:lnTo>
                <a:lnTo>
                  <a:pt x="837995" y="40919"/>
                </a:lnTo>
                <a:lnTo>
                  <a:pt x="837202" y="40083"/>
                </a:lnTo>
                <a:lnTo>
                  <a:pt x="836332" y="39283"/>
                </a:lnTo>
                <a:lnTo>
                  <a:pt x="835391" y="38522"/>
                </a:lnTo>
                <a:lnTo>
                  <a:pt x="834380" y="37802"/>
                </a:lnTo>
                <a:lnTo>
                  <a:pt x="833304" y="37125"/>
                </a:lnTo>
                <a:lnTo>
                  <a:pt x="832166" y="36494"/>
                </a:lnTo>
                <a:lnTo>
                  <a:pt x="830971" y="35912"/>
                </a:lnTo>
                <a:lnTo>
                  <a:pt x="829721" y="35380"/>
                </a:lnTo>
                <a:lnTo>
                  <a:pt x="828421" y="34902"/>
                </a:lnTo>
                <a:lnTo>
                  <a:pt x="827073" y="34479"/>
                </a:lnTo>
                <a:lnTo>
                  <a:pt x="825682" y="34115"/>
                </a:lnTo>
                <a:lnTo>
                  <a:pt x="824251" y="33812"/>
                </a:lnTo>
                <a:lnTo>
                  <a:pt x="822783" y="33571"/>
                </a:lnTo>
                <a:lnTo>
                  <a:pt x="821283" y="33397"/>
                </a:lnTo>
                <a:lnTo>
                  <a:pt x="819755" y="33290"/>
                </a:lnTo>
                <a:lnTo>
                  <a:pt x="818200" y="33254"/>
                </a:lnTo>
                <a:lnTo>
                  <a:pt x="817286" y="33269"/>
                </a:lnTo>
                <a:lnTo>
                  <a:pt x="816369" y="33316"/>
                </a:lnTo>
                <a:lnTo>
                  <a:pt x="815450" y="33393"/>
                </a:lnTo>
                <a:lnTo>
                  <a:pt x="814531" y="33500"/>
                </a:lnTo>
                <a:lnTo>
                  <a:pt x="813611" y="33637"/>
                </a:lnTo>
                <a:lnTo>
                  <a:pt x="812693" y="33804"/>
                </a:lnTo>
                <a:lnTo>
                  <a:pt x="811776" y="34000"/>
                </a:lnTo>
                <a:lnTo>
                  <a:pt x="810861" y="34226"/>
                </a:lnTo>
                <a:lnTo>
                  <a:pt x="809950" y="34481"/>
                </a:lnTo>
                <a:lnTo>
                  <a:pt x="809042" y="34764"/>
                </a:lnTo>
                <a:lnTo>
                  <a:pt x="808139" y="35076"/>
                </a:lnTo>
                <a:lnTo>
                  <a:pt x="807241" y="35416"/>
                </a:lnTo>
                <a:lnTo>
                  <a:pt x="806350" y="35784"/>
                </a:lnTo>
                <a:lnTo>
                  <a:pt x="805465" y="36180"/>
                </a:lnTo>
                <a:lnTo>
                  <a:pt x="804589" y="36604"/>
                </a:lnTo>
                <a:lnTo>
                  <a:pt x="803721" y="37054"/>
                </a:lnTo>
                <a:lnTo>
                  <a:pt x="802862" y="37531"/>
                </a:lnTo>
                <a:lnTo>
                  <a:pt x="802013" y="38035"/>
                </a:lnTo>
                <a:lnTo>
                  <a:pt x="801175" y="38566"/>
                </a:lnTo>
                <a:lnTo>
                  <a:pt x="800349" y="39122"/>
                </a:lnTo>
                <a:lnTo>
                  <a:pt x="799535" y="39705"/>
                </a:lnTo>
                <a:lnTo>
                  <a:pt x="798735" y="40313"/>
                </a:lnTo>
                <a:lnTo>
                  <a:pt x="797948" y="40946"/>
                </a:lnTo>
                <a:lnTo>
                  <a:pt x="797176" y="41604"/>
                </a:lnTo>
                <a:lnTo>
                  <a:pt x="796261" y="42443"/>
                </a:lnTo>
                <a:lnTo>
                  <a:pt x="795381" y="43318"/>
                </a:lnTo>
                <a:lnTo>
                  <a:pt x="794536" y="44229"/>
                </a:lnTo>
                <a:lnTo>
                  <a:pt x="793726" y="45174"/>
                </a:lnTo>
                <a:lnTo>
                  <a:pt x="792951" y="46154"/>
                </a:lnTo>
                <a:lnTo>
                  <a:pt x="792213" y="47168"/>
                </a:lnTo>
                <a:lnTo>
                  <a:pt x="791512" y="48214"/>
                </a:lnTo>
                <a:lnTo>
                  <a:pt x="790847" y="49292"/>
                </a:lnTo>
                <a:lnTo>
                  <a:pt x="790219" y="50401"/>
                </a:lnTo>
                <a:lnTo>
                  <a:pt x="789629" y="51540"/>
                </a:lnTo>
                <a:lnTo>
                  <a:pt x="789078" y="52708"/>
                </a:lnTo>
                <a:lnTo>
                  <a:pt x="788564" y="53906"/>
                </a:lnTo>
                <a:lnTo>
                  <a:pt x="788090" y="55131"/>
                </a:lnTo>
                <a:lnTo>
                  <a:pt x="787655" y="56384"/>
                </a:lnTo>
                <a:lnTo>
                  <a:pt x="787259" y="57663"/>
                </a:lnTo>
                <a:lnTo>
                  <a:pt x="786903" y="58968"/>
                </a:lnTo>
                <a:lnTo>
                  <a:pt x="786588" y="60297"/>
                </a:lnTo>
                <a:lnTo>
                  <a:pt x="786314" y="61651"/>
                </a:lnTo>
                <a:lnTo>
                  <a:pt x="786080" y="63028"/>
                </a:lnTo>
                <a:lnTo>
                  <a:pt x="785889" y="64427"/>
                </a:lnTo>
                <a:lnTo>
                  <a:pt x="785739" y="65849"/>
                </a:lnTo>
                <a:lnTo>
                  <a:pt x="785631" y="67291"/>
                </a:lnTo>
                <a:lnTo>
                  <a:pt x="785566" y="68753"/>
                </a:lnTo>
                <a:lnTo>
                  <a:pt x="785545" y="70235"/>
                </a:lnTo>
                <a:lnTo>
                  <a:pt x="785606" y="72611"/>
                </a:lnTo>
                <a:lnTo>
                  <a:pt x="785786" y="74927"/>
                </a:lnTo>
                <a:lnTo>
                  <a:pt x="786083" y="77180"/>
                </a:lnTo>
                <a:lnTo>
                  <a:pt x="786494" y="79366"/>
                </a:lnTo>
                <a:lnTo>
                  <a:pt x="787015" y="81481"/>
                </a:lnTo>
                <a:lnTo>
                  <a:pt x="787644" y="83522"/>
                </a:lnTo>
                <a:lnTo>
                  <a:pt x="788377" y="85485"/>
                </a:lnTo>
                <a:lnTo>
                  <a:pt x="789212" y="87367"/>
                </a:lnTo>
                <a:lnTo>
                  <a:pt x="790145" y="89162"/>
                </a:lnTo>
                <a:lnTo>
                  <a:pt x="791173" y="90869"/>
                </a:lnTo>
                <a:lnTo>
                  <a:pt x="792294" y="92483"/>
                </a:lnTo>
                <a:lnTo>
                  <a:pt x="793504" y="94000"/>
                </a:lnTo>
                <a:lnTo>
                  <a:pt x="794800" y="95417"/>
                </a:lnTo>
                <a:lnTo>
                  <a:pt x="796179" y="96731"/>
                </a:lnTo>
                <a:lnTo>
                  <a:pt x="797638" y="97936"/>
                </a:lnTo>
                <a:lnTo>
                  <a:pt x="799175" y="99031"/>
                </a:lnTo>
                <a:lnTo>
                  <a:pt x="800785" y="100010"/>
                </a:lnTo>
                <a:lnTo>
                  <a:pt x="802467" y="100871"/>
                </a:lnTo>
                <a:lnTo>
                  <a:pt x="804216" y="101610"/>
                </a:lnTo>
                <a:lnTo>
                  <a:pt x="806031" y="102222"/>
                </a:lnTo>
                <a:lnTo>
                  <a:pt x="807907" y="102705"/>
                </a:lnTo>
                <a:lnTo>
                  <a:pt x="809842" y="103055"/>
                </a:lnTo>
                <a:lnTo>
                  <a:pt x="811833" y="103267"/>
                </a:lnTo>
                <a:lnTo>
                  <a:pt x="813877" y="103339"/>
                </a:lnTo>
                <a:lnTo>
                  <a:pt x="814712" y="103326"/>
                </a:lnTo>
                <a:lnTo>
                  <a:pt x="815539" y="103289"/>
                </a:lnTo>
                <a:lnTo>
                  <a:pt x="816359" y="103227"/>
                </a:lnTo>
                <a:lnTo>
                  <a:pt x="817171" y="103140"/>
                </a:lnTo>
                <a:lnTo>
                  <a:pt x="817975" y="103029"/>
                </a:lnTo>
                <a:lnTo>
                  <a:pt x="818772" y="102894"/>
                </a:lnTo>
                <a:lnTo>
                  <a:pt x="819562" y="102733"/>
                </a:lnTo>
                <a:lnTo>
                  <a:pt x="820344" y="102549"/>
                </a:lnTo>
                <a:lnTo>
                  <a:pt x="821119" y="102340"/>
                </a:lnTo>
                <a:lnTo>
                  <a:pt x="821887" y="102107"/>
                </a:lnTo>
                <a:lnTo>
                  <a:pt x="822648" y="101849"/>
                </a:lnTo>
                <a:lnTo>
                  <a:pt x="823401" y="101568"/>
                </a:lnTo>
                <a:lnTo>
                  <a:pt x="824148" y="101262"/>
                </a:lnTo>
                <a:lnTo>
                  <a:pt x="824888" y="100932"/>
                </a:lnTo>
                <a:lnTo>
                  <a:pt x="825621" y="100579"/>
                </a:lnTo>
                <a:lnTo>
                  <a:pt x="826347" y="100201"/>
                </a:lnTo>
                <a:lnTo>
                  <a:pt x="827067" y="99800"/>
                </a:lnTo>
                <a:lnTo>
                  <a:pt x="827779" y="99375"/>
                </a:lnTo>
                <a:lnTo>
                  <a:pt x="828486" y="98927"/>
                </a:lnTo>
                <a:lnTo>
                  <a:pt x="829185" y="98454"/>
                </a:lnTo>
                <a:lnTo>
                  <a:pt x="829879" y="97959"/>
                </a:lnTo>
                <a:lnTo>
                  <a:pt x="830566" y="97439"/>
                </a:lnTo>
                <a:lnTo>
                  <a:pt x="831246" y="96897"/>
                </a:lnTo>
                <a:lnTo>
                  <a:pt x="831921" y="96331"/>
                </a:lnTo>
                <a:lnTo>
                  <a:pt x="832418" y="95898"/>
                </a:lnTo>
                <a:lnTo>
                  <a:pt x="832904" y="95455"/>
                </a:lnTo>
                <a:lnTo>
                  <a:pt x="833380" y="95002"/>
                </a:lnTo>
                <a:lnTo>
                  <a:pt x="833847" y="94535"/>
                </a:lnTo>
                <a:lnTo>
                  <a:pt x="834307" y="94054"/>
                </a:lnTo>
                <a:lnTo>
                  <a:pt x="834760" y="93557"/>
                </a:lnTo>
                <a:lnTo>
                  <a:pt x="835208" y="93042"/>
                </a:lnTo>
                <a:lnTo>
                  <a:pt x="835653" y="92508"/>
                </a:lnTo>
                <a:lnTo>
                  <a:pt x="836095" y="91952"/>
                </a:lnTo>
                <a:lnTo>
                  <a:pt x="836536" y="91374"/>
                </a:lnTo>
                <a:lnTo>
                  <a:pt x="836976" y="90771"/>
                </a:lnTo>
                <a:lnTo>
                  <a:pt x="837418" y="90141"/>
                </a:lnTo>
                <a:lnTo>
                  <a:pt x="837862" y="89484"/>
                </a:lnTo>
                <a:lnTo>
                  <a:pt x="838310" y="88797"/>
                </a:lnTo>
                <a:lnTo>
                  <a:pt x="838762" y="88079"/>
                </a:lnTo>
                <a:lnTo>
                  <a:pt x="839220" y="87327"/>
                </a:lnTo>
                <a:lnTo>
                  <a:pt x="839686" y="86542"/>
                </a:lnTo>
                <a:lnTo>
                  <a:pt x="840160" y="85719"/>
                </a:lnTo>
                <a:lnTo>
                  <a:pt x="840644" y="84859"/>
                </a:lnTo>
                <a:lnTo>
                  <a:pt x="841139" y="83959"/>
                </a:lnTo>
                <a:lnTo>
                  <a:pt x="841646" y="83017"/>
                </a:lnTo>
                <a:lnTo>
                  <a:pt x="842166" y="82033"/>
                </a:lnTo>
                <a:lnTo>
                  <a:pt x="842701" y="81004"/>
                </a:lnTo>
                <a:lnTo>
                  <a:pt x="843252" y="79928"/>
                </a:lnTo>
                <a:lnTo>
                  <a:pt x="841165" y="78585"/>
                </a:lnTo>
                <a:lnTo>
                  <a:pt x="840279" y="79855"/>
                </a:lnTo>
                <a:lnTo>
                  <a:pt x="839410" y="81054"/>
                </a:lnTo>
                <a:lnTo>
                  <a:pt x="838555" y="82184"/>
                </a:lnTo>
                <a:lnTo>
                  <a:pt x="837713" y="83248"/>
                </a:lnTo>
                <a:lnTo>
                  <a:pt x="836880" y="84245"/>
                </a:lnTo>
                <a:close/>
                <a:moveTo>
                  <a:pt x="904453" y="83587"/>
                </a:moveTo>
                <a:lnTo>
                  <a:pt x="903575" y="84620"/>
                </a:lnTo>
                <a:lnTo>
                  <a:pt x="902695" y="85586"/>
                </a:lnTo>
                <a:lnTo>
                  <a:pt x="901812" y="86488"/>
                </a:lnTo>
                <a:lnTo>
                  <a:pt x="900922" y="87326"/>
                </a:lnTo>
                <a:lnTo>
                  <a:pt x="900025" y="88102"/>
                </a:lnTo>
                <a:lnTo>
                  <a:pt x="899119" y="88816"/>
                </a:lnTo>
                <a:lnTo>
                  <a:pt x="898202" y="89471"/>
                </a:lnTo>
                <a:lnTo>
                  <a:pt x="897273" y="90066"/>
                </a:lnTo>
                <a:lnTo>
                  <a:pt x="896330" y="90603"/>
                </a:lnTo>
                <a:lnTo>
                  <a:pt x="895371" y="91084"/>
                </a:lnTo>
                <a:lnTo>
                  <a:pt x="894394" y="91509"/>
                </a:lnTo>
                <a:lnTo>
                  <a:pt x="893398" y="91879"/>
                </a:lnTo>
                <a:lnTo>
                  <a:pt x="892382" y="92197"/>
                </a:lnTo>
                <a:lnTo>
                  <a:pt x="891343" y="92462"/>
                </a:lnTo>
                <a:lnTo>
                  <a:pt x="890279" y="92677"/>
                </a:lnTo>
                <a:lnTo>
                  <a:pt x="889190" y="92842"/>
                </a:lnTo>
                <a:lnTo>
                  <a:pt x="888073" y="92958"/>
                </a:lnTo>
                <a:lnTo>
                  <a:pt x="886928" y="93027"/>
                </a:lnTo>
                <a:lnTo>
                  <a:pt x="885751" y="93050"/>
                </a:lnTo>
                <a:lnTo>
                  <a:pt x="884699" y="93027"/>
                </a:lnTo>
                <a:lnTo>
                  <a:pt x="883670" y="92960"/>
                </a:lnTo>
                <a:lnTo>
                  <a:pt x="882662" y="92847"/>
                </a:lnTo>
                <a:lnTo>
                  <a:pt x="881675" y="92690"/>
                </a:lnTo>
                <a:lnTo>
                  <a:pt x="880711" y="92488"/>
                </a:lnTo>
                <a:lnTo>
                  <a:pt x="879768" y="92241"/>
                </a:lnTo>
                <a:lnTo>
                  <a:pt x="878847" y="91950"/>
                </a:lnTo>
                <a:lnTo>
                  <a:pt x="877948" y="91613"/>
                </a:lnTo>
                <a:lnTo>
                  <a:pt x="877070" y="91233"/>
                </a:lnTo>
                <a:lnTo>
                  <a:pt x="876214" y="90808"/>
                </a:lnTo>
                <a:lnTo>
                  <a:pt x="875380" y="90338"/>
                </a:lnTo>
                <a:lnTo>
                  <a:pt x="874568" y="89825"/>
                </a:lnTo>
                <a:lnTo>
                  <a:pt x="873777" y="89267"/>
                </a:lnTo>
                <a:lnTo>
                  <a:pt x="873009" y="88664"/>
                </a:lnTo>
                <a:lnTo>
                  <a:pt x="872261" y="88018"/>
                </a:lnTo>
                <a:lnTo>
                  <a:pt x="871536" y="87328"/>
                </a:lnTo>
                <a:lnTo>
                  <a:pt x="870832" y="86593"/>
                </a:lnTo>
                <a:lnTo>
                  <a:pt x="870150" y="85815"/>
                </a:lnTo>
                <a:lnTo>
                  <a:pt x="869490" y="84993"/>
                </a:lnTo>
                <a:lnTo>
                  <a:pt x="868852" y="84127"/>
                </a:lnTo>
                <a:lnTo>
                  <a:pt x="868235" y="83217"/>
                </a:lnTo>
                <a:lnTo>
                  <a:pt x="867640" y="82263"/>
                </a:lnTo>
                <a:lnTo>
                  <a:pt x="867067" y="81266"/>
                </a:lnTo>
                <a:lnTo>
                  <a:pt x="866515" y="80226"/>
                </a:lnTo>
                <a:lnTo>
                  <a:pt x="866188" y="79522"/>
                </a:lnTo>
                <a:lnTo>
                  <a:pt x="865878" y="78824"/>
                </a:lnTo>
                <a:lnTo>
                  <a:pt x="865583" y="78132"/>
                </a:lnTo>
                <a:lnTo>
                  <a:pt x="865305" y="77442"/>
                </a:lnTo>
                <a:lnTo>
                  <a:pt x="865043" y="76752"/>
                </a:lnTo>
                <a:lnTo>
                  <a:pt x="864795" y="76059"/>
                </a:lnTo>
                <a:lnTo>
                  <a:pt x="864563" y="75362"/>
                </a:lnTo>
                <a:lnTo>
                  <a:pt x="864344" y="74658"/>
                </a:lnTo>
                <a:lnTo>
                  <a:pt x="864140" y="73945"/>
                </a:lnTo>
                <a:lnTo>
                  <a:pt x="863950" y="73220"/>
                </a:lnTo>
                <a:lnTo>
                  <a:pt x="863772" y="72481"/>
                </a:lnTo>
                <a:lnTo>
                  <a:pt x="863607" y="71725"/>
                </a:lnTo>
                <a:lnTo>
                  <a:pt x="863455" y="70951"/>
                </a:lnTo>
                <a:lnTo>
                  <a:pt x="863315" y="70156"/>
                </a:lnTo>
                <a:lnTo>
                  <a:pt x="863187" y="69338"/>
                </a:lnTo>
                <a:lnTo>
                  <a:pt x="863069" y="68494"/>
                </a:lnTo>
                <a:lnTo>
                  <a:pt x="862963" y="67623"/>
                </a:lnTo>
                <a:lnTo>
                  <a:pt x="862867" y="66721"/>
                </a:lnTo>
                <a:lnTo>
                  <a:pt x="862781" y="65786"/>
                </a:lnTo>
                <a:lnTo>
                  <a:pt x="862705" y="64816"/>
                </a:lnTo>
                <a:lnTo>
                  <a:pt x="862638" y="63810"/>
                </a:lnTo>
                <a:lnTo>
                  <a:pt x="862581" y="62763"/>
                </a:lnTo>
                <a:lnTo>
                  <a:pt x="862531" y="61675"/>
                </a:lnTo>
                <a:lnTo>
                  <a:pt x="862490" y="60542"/>
                </a:lnTo>
                <a:lnTo>
                  <a:pt x="908418" y="60542"/>
                </a:lnTo>
                <a:lnTo>
                  <a:pt x="908267" y="59358"/>
                </a:lnTo>
                <a:lnTo>
                  <a:pt x="908112" y="58227"/>
                </a:lnTo>
                <a:lnTo>
                  <a:pt x="907952" y="57147"/>
                </a:lnTo>
                <a:lnTo>
                  <a:pt x="907787" y="56116"/>
                </a:lnTo>
                <a:lnTo>
                  <a:pt x="907615" y="55130"/>
                </a:lnTo>
                <a:lnTo>
                  <a:pt x="907436" y="54188"/>
                </a:lnTo>
                <a:lnTo>
                  <a:pt x="907249" y="53287"/>
                </a:lnTo>
                <a:lnTo>
                  <a:pt x="907053" y="52423"/>
                </a:lnTo>
                <a:lnTo>
                  <a:pt x="906847" y="51596"/>
                </a:lnTo>
                <a:lnTo>
                  <a:pt x="906630" y="50802"/>
                </a:lnTo>
                <a:lnTo>
                  <a:pt x="906402" y="50038"/>
                </a:lnTo>
                <a:lnTo>
                  <a:pt x="906161" y="49302"/>
                </a:lnTo>
                <a:lnTo>
                  <a:pt x="905908" y="48593"/>
                </a:lnTo>
                <a:lnTo>
                  <a:pt x="905640" y="47906"/>
                </a:lnTo>
                <a:lnTo>
                  <a:pt x="905357" y="47240"/>
                </a:lnTo>
                <a:lnTo>
                  <a:pt x="905059" y="46591"/>
                </a:lnTo>
                <a:lnTo>
                  <a:pt x="904744" y="45959"/>
                </a:lnTo>
                <a:lnTo>
                  <a:pt x="904412" y="45339"/>
                </a:lnTo>
                <a:lnTo>
                  <a:pt x="904061" y="44730"/>
                </a:lnTo>
                <a:lnTo>
                  <a:pt x="903692" y="44129"/>
                </a:lnTo>
                <a:lnTo>
                  <a:pt x="903302" y="43533"/>
                </a:lnTo>
                <a:lnTo>
                  <a:pt x="902892" y="42940"/>
                </a:lnTo>
                <a:lnTo>
                  <a:pt x="902460" y="42347"/>
                </a:lnTo>
                <a:lnTo>
                  <a:pt x="902006" y="41752"/>
                </a:lnTo>
                <a:lnTo>
                  <a:pt x="901434" y="41093"/>
                </a:lnTo>
                <a:lnTo>
                  <a:pt x="900838" y="40458"/>
                </a:lnTo>
                <a:lnTo>
                  <a:pt x="900219" y="39846"/>
                </a:lnTo>
                <a:lnTo>
                  <a:pt x="899576" y="39259"/>
                </a:lnTo>
                <a:lnTo>
                  <a:pt x="898912" y="38697"/>
                </a:lnTo>
                <a:lnTo>
                  <a:pt x="898226" y="38160"/>
                </a:lnTo>
                <a:lnTo>
                  <a:pt x="897518" y="37649"/>
                </a:lnTo>
                <a:lnTo>
                  <a:pt x="896791" y="37163"/>
                </a:lnTo>
                <a:lnTo>
                  <a:pt x="896044" y="36705"/>
                </a:lnTo>
                <a:lnTo>
                  <a:pt x="895278" y="36273"/>
                </a:lnTo>
                <a:lnTo>
                  <a:pt x="894493" y="35868"/>
                </a:lnTo>
                <a:lnTo>
                  <a:pt x="893691" y="35490"/>
                </a:lnTo>
                <a:lnTo>
                  <a:pt x="892872" y="35141"/>
                </a:lnTo>
                <a:lnTo>
                  <a:pt x="892036" y="34820"/>
                </a:lnTo>
                <a:lnTo>
                  <a:pt x="891185" y="34528"/>
                </a:lnTo>
                <a:lnTo>
                  <a:pt x="890318" y="34264"/>
                </a:lnTo>
                <a:lnTo>
                  <a:pt x="889437" y="34031"/>
                </a:lnTo>
                <a:lnTo>
                  <a:pt x="888542" y="33827"/>
                </a:lnTo>
                <a:lnTo>
                  <a:pt x="887634" y="33654"/>
                </a:lnTo>
                <a:lnTo>
                  <a:pt x="886714" y="33511"/>
                </a:lnTo>
                <a:lnTo>
                  <a:pt x="885781" y="33399"/>
                </a:lnTo>
                <a:lnTo>
                  <a:pt x="884837" y="33319"/>
                </a:lnTo>
                <a:lnTo>
                  <a:pt x="883882" y="33270"/>
                </a:lnTo>
                <a:lnTo>
                  <a:pt x="882918" y="33254"/>
                </a:lnTo>
                <a:lnTo>
                  <a:pt x="881988" y="33268"/>
                </a:lnTo>
                <a:lnTo>
                  <a:pt x="881064" y="33310"/>
                </a:lnTo>
                <a:lnTo>
                  <a:pt x="880145" y="33379"/>
                </a:lnTo>
                <a:lnTo>
                  <a:pt x="879231" y="33476"/>
                </a:lnTo>
                <a:lnTo>
                  <a:pt x="878324" y="33601"/>
                </a:lnTo>
                <a:lnTo>
                  <a:pt x="877424" y="33753"/>
                </a:lnTo>
                <a:lnTo>
                  <a:pt x="876530" y="33932"/>
                </a:lnTo>
                <a:lnTo>
                  <a:pt x="875644" y="34138"/>
                </a:lnTo>
                <a:lnTo>
                  <a:pt x="874766" y="34371"/>
                </a:lnTo>
                <a:lnTo>
                  <a:pt x="873896" y="34631"/>
                </a:lnTo>
                <a:lnTo>
                  <a:pt x="873034" y="34917"/>
                </a:lnTo>
                <a:lnTo>
                  <a:pt x="872182" y="35230"/>
                </a:lnTo>
                <a:lnTo>
                  <a:pt x="871338" y="35569"/>
                </a:lnTo>
                <a:lnTo>
                  <a:pt x="870505" y="35935"/>
                </a:lnTo>
                <a:lnTo>
                  <a:pt x="869681" y="36327"/>
                </a:lnTo>
                <a:lnTo>
                  <a:pt x="868868" y="36745"/>
                </a:lnTo>
                <a:lnTo>
                  <a:pt x="868066" y="37189"/>
                </a:lnTo>
                <a:lnTo>
                  <a:pt x="867275" y="37658"/>
                </a:lnTo>
                <a:lnTo>
                  <a:pt x="866496" y="38153"/>
                </a:lnTo>
                <a:lnTo>
                  <a:pt x="865729" y="38674"/>
                </a:lnTo>
                <a:lnTo>
                  <a:pt x="864974" y="39220"/>
                </a:lnTo>
                <a:lnTo>
                  <a:pt x="864232" y="39791"/>
                </a:lnTo>
                <a:lnTo>
                  <a:pt x="863503" y="40387"/>
                </a:lnTo>
                <a:lnTo>
                  <a:pt x="862788" y="41008"/>
                </a:lnTo>
                <a:lnTo>
                  <a:pt x="861927" y="41796"/>
                </a:lnTo>
                <a:lnTo>
                  <a:pt x="861098" y="42628"/>
                </a:lnTo>
                <a:lnTo>
                  <a:pt x="860301" y="43505"/>
                </a:lnTo>
                <a:lnTo>
                  <a:pt x="859537" y="44425"/>
                </a:lnTo>
                <a:lnTo>
                  <a:pt x="858805" y="45386"/>
                </a:lnTo>
                <a:lnTo>
                  <a:pt x="858106" y="46388"/>
                </a:lnTo>
                <a:lnTo>
                  <a:pt x="857442" y="47429"/>
                </a:lnTo>
                <a:lnTo>
                  <a:pt x="856811" y="48508"/>
                </a:lnTo>
                <a:lnTo>
                  <a:pt x="856216" y="49624"/>
                </a:lnTo>
                <a:lnTo>
                  <a:pt x="855655" y="50775"/>
                </a:lnTo>
                <a:lnTo>
                  <a:pt x="855130" y="51961"/>
                </a:lnTo>
                <a:lnTo>
                  <a:pt x="854642" y="53180"/>
                </a:lnTo>
                <a:lnTo>
                  <a:pt x="854189" y="54430"/>
                </a:lnTo>
                <a:lnTo>
                  <a:pt x="853774" y="55712"/>
                </a:lnTo>
                <a:lnTo>
                  <a:pt x="853396" y="57022"/>
                </a:lnTo>
                <a:lnTo>
                  <a:pt x="853056" y="58361"/>
                </a:lnTo>
                <a:lnTo>
                  <a:pt x="852754" y="59727"/>
                </a:lnTo>
                <a:lnTo>
                  <a:pt x="852491" y="61118"/>
                </a:lnTo>
                <a:lnTo>
                  <a:pt x="852267" y="62534"/>
                </a:lnTo>
                <a:lnTo>
                  <a:pt x="852083" y="63973"/>
                </a:lnTo>
                <a:lnTo>
                  <a:pt x="851939" y="65434"/>
                </a:lnTo>
                <a:lnTo>
                  <a:pt x="851836" y="66916"/>
                </a:lnTo>
                <a:lnTo>
                  <a:pt x="851774" y="68417"/>
                </a:lnTo>
                <a:lnTo>
                  <a:pt x="851753" y="69937"/>
                </a:lnTo>
                <a:lnTo>
                  <a:pt x="851808" y="72468"/>
                </a:lnTo>
                <a:lnTo>
                  <a:pt x="851974" y="74917"/>
                </a:lnTo>
                <a:lnTo>
                  <a:pt x="852248" y="77280"/>
                </a:lnTo>
                <a:lnTo>
                  <a:pt x="852627" y="79556"/>
                </a:lnTo>
                <a:lnTo>
                  <a:pt x="853112" y="81743"/>
                </a:lnTo>
                <a:lnTo>
                  <a:pt x="853698" y="83837"/>
                </a:lnTo>
                <a:lnTo>
                  <a:pt x="854386" y="85838"/>
                </a:lnTo>
                <a:lnTo>
                  <a:pt x="855172" y="87742"/>
                </a:lnTo>
                <a:lnTo>
                  <a:pt x="856054" y="89549"/>
                </a:lnTo>
                <a:lnTo>
                  <a:pt x="857032" y="91254"/>
                </a:lnTo>
                <a:lnTo>
                  <a:pt x="858103" y="92857"/>
                </a:lnTo>
                <a:lnTo>
                  <a:pt x="859265" y="94355"/>
                </a:lnTo>
                <a:lnTo>
                  <a:pt x="860516" y="95745"/>
                </a:lnTo>
                <a:lnTo>
                  <a:pt x="861855" y="97026"/>
                </a:lnTo>
                <a:lnTo>
                  <a:pt x="863279" y="98196"/>
                </a:lnTo>
                <a:lnTo>
                  <a:pt x="864787" y="99252"/>
                </a:lnTo>
                <a:lnTo>
                  <a:pt x="866377" y="100192"/>
                </a:lnTo>
                <a:lnTo>
                  <a:pt x="868046" y="101013"/>
                </a:lnTo>
                <a:lnTo>
                  <a:pt x="869794" y="101715"/>
                </a:lnTo>
                <a:lnTo>
                  <a:pt x="871618" y="102294"/>
                </a:lnTo>
                <a:lnTo>
                  <a:pt x="873516" y="102747"/>
                </a:lnTo>
                <a:lnTo>
                  <a:pt x="875486" y="103074"/>
                </a:lnTo>
                <a:lnTo>
                  <a:pt x="877527" y="103272"/>
                </a:lnTo>
                <a:lnTo>
                  <a:pt x="879637" y="103339"/>
                </a:lnTo>
                <a:lnTo>
                  <a:pt x="881392" y="103293"/>
                </a:lnTo>
                <a:lnTo>
                  <a:pt x="883115" y="103156"/>
                </a:lnTo>
                <a:lnTo>
                  <a:pt x="884806" y="102929"/>
                </a:lnTo>
                <a:lnTo>
                  <a:pt x="886462" y="102612"/>
                </a:lnTo>
                <a:lnTo>
                  <a:pt x="888085" y="102207"/>
                </a:lnTo>
                <a:lnTo>
                  <a:pt x="889672" y="101712"/>
                </a:lnTo>
                <a:lnTo>
                  <a:pt x="891223" y="101130"/>
                </a:lnTo>
                <a:lnTo>
                  <a:pt x="892737" y="100461"/>
                </a:lnTo>
                <a:lnTo>
                  <a:pt x="894213" y="99705"/>
                </a:lnTo>
                <a:lnTo>
                  <a:pt x="895651" y="98864"/>
                </a:lnTo>
                <a:lnTo>
                  <a:pt x="897049" y="97937"/>
                </a:lnTo>
                <a:lnTo>
                  <a:pt x="898407" y="96926"/>
                </a:lnTo>
                <a:lnTo>
                  <a:pt x="899724" y="95831"/>
                </a:lnTo>
                <a:lnTo>
                  <a:pt x="900998" y="94653"/>
                </a:lnTo>
                <a:lnTo>
                  <a:pt x="902230" y="93392"/>
                </a:lnTo>
                <a:lnTo>
                  <a:pt x="903418" y="92049"/>
                </a:lnTo>
                <a:lnTo>
                  <a:pt x="904562" y="90625"/>
                </a:lnTo>
                <a:lnTo>
                  <a:pt x="905660" y="89121"/>
                </a:lnTo>
                <a:lnTo>
                  <a:pt x="906712" y="87536"/>
                </a:lnTo>
                <a:lnTo>
                  <a:pt x="907717" y="85872"/>
                </a:lnTo>
                <a:lnTo>
                  <a:pt x="908675" y="84129"/>
                </a:lnTo>
                <a:lnTo>
                  <a:pt x="909583" y="82308"/>
                </a:lnTo>
                <a:lnTo>
                  <a:pt x="910442" y="80410"/>
                </a:lnTo>
                <a:lnTo>
                  <a:pt x="911250" y="78435"/>
                </a:lnTo>
                <a:lnTo>
                  <a:pt x="908864" y="77393"/>
                </a:lnTo>
                <a:lnTo>
                  <a:pt x="907973" y="78773"/>
                </a:lnTo>
                <a:lnTo>
                  <a:pt x="907088" y="80081"/>
                </a:lnTo>
                <a:lnTo>
                  <a:pt x="906207" y="81319"/>
                </a:lnTo>
                <a:lnTo>
                  <a:pt x="905329" y="82487"/>
                </a:lnTo>
                <a:lnTo>
                  <a:pt x="904453" y="83587"/>
                </a:lnTo>
                <a:close/>
                <a:moveTo>
                  <a:pt x="864264" y="49292"/>
                </a:moveTo>
                <a:lnTo>
                  <a:pt x="864670" y="48184"/>
                </a:lnTo>
                <a:lnTo>
                  <a:pt x="865112" y="47139"/>
                </a:lnTo>
                <a:lnTo>
                  <a:pt x="865593" y="46155"/>
                </a:lnTo>
                <a:lnTo>
                  <a:pt x="866111" y="45233"/>
                </a:lnTo>
                <a:lnTo>
                  <a:pt x="866667" y="44372"/>
                </a:lnTo>
                <a:lnTo>
                  <a:pt x="867261" y="43573"/>
                </a:lnTo>
                <a:lnTo>
                  <a:pt x="867894" y="42834"/>
                </a:lnTo>
                <a:lnTo>
                  <a:pt x="868566" y="42156"/>
                </a:lnTo>
                <a:lnTo>
                  <a:pt x="869277" y="41538"/>
                </a:lnTo>
                <a:lnTo>
                  <a:pt x="870027" y="40981"/>
                </a:lnTo>
                <a:lnTo>
                  <a:pt x="870817" y="40483"/>
                </a:lnTo>
                <a:lnTo>
                  <a:pt x="871647" y="40044"/>
                </a:lnTo>
                <a:lnTo>
                  <a:pt x="872517" y="39665"/>
                </a:lnTo>
                <a:lnTo>
                  <a:pt x="873427" y="39345"/>
                </a:lnTo>
                <a:lnTo>
                  <a:pt x="874378" y="39084"/>
                </a:lnTo>
                <a:lnTo>
                  <a:pt x="875370" y="38881"/>
                </a:lnTo>
                <a:lnTo>
                  <a:pt x="876402" y="38737"/>
                </a:lnTo>
                <a:lnTo>
                  <a:pt x="877477" y="38650"/>
                </a:lnTo>
                <a:lnTo>
                  <a:pt x="878593" y="38621"/>
                </a:lnTo>
                <a:lnTo>
                  <a:pt x="879701" y="38644"/>
                </a:lnTo>
                <a:lnTo>
                  <a:pt x="880754" y="38711"/>
                </a:lnTo>
                <a:lnTo>
                  <a:pt x="881753" y="38826"/>
                </a:lnTo>
                <a:lnTo>
                  <a:pt x="882699" y="38991"/>
                </a:lnTo>
                <a:lnTo>
                  <a:pt x="883595" y="39207"/>
                </a:lnTo>
                <a:lnTo>
                  <a:pt x="884441" y="39477"/>
                </a:lnTo>
                <a:lnTo>
                  <a:pt x="885240" y="39802"/>
                </a:lnTo>
                <a:lnTo>
                  <a:pt x="885994" y="40184"/>
                </a:lnTo>
                <a:lnTo>
                  <a:pt x="886703" y="40627"/>
                </a:lnTo>
                <a:lnTo>
                  <a:pt x="887370" y="41131"/>
                </a:lnTo>
                <a:lnTo>
                  <a:pt x="887997" y="41698"/>
                </a:lnTo>
                <a:lnTo>
                  <a:pt x="888584" y="42331"/>
                </a:lnTo>
                <a:lnTo>
                  <a:pt x="889134" y="43031"/>
                </a:lnTo>
                <a:lnTo>
                  <a:pt x="889649" y="43801"/>
                </a:lnTo>
                <a:lnTo>
                  <a:pt x="890130" y="44643"/>
                </a:lnTo>
                <a:lnTo>
                  <a:pt x="890578" y="45558"/>
                </a:lnTo>
                <a:lnTo>
                  <a:pt x="890996" y="46549"/>
                </a:lnTo>
                <a:lnTo>
                  <a:pt x="891385" y="47618"/>
                </a:lnTo>
                <a:lnTo>
                  <a:pt x="891747" y="48766"/>
                </a:lnTo>
                <a:lnTo>
                  <a:pt x="892083" y="49995"/>
                </a:lnTo>
                <a:lnTo>
                  <a:pt x="892396" y="51309"/>
                </a:lnTo>
                <a:lnTo>
                  <a:pt x="892686" y="52708"/>
                </a:lnTo>
                <a:lnTo>
                  <a:pt x="892956" y="54194"/>
                </a:lnTo>
                <a:lnTo>
                  <a:pt x="893207" y="55771"/>
                </a:lnTo>
                <a:lnTo>
                  <a:pt x="862788" y="55771"/>
                </a:lnTo>
                <a:lnTo>
                  <a:pt x="863011" y="54348"/>
                </a:lnTo>
                <a:lnTo>
                  <a:pt x="863270" y="52990"/>
                </a:lnTo>
                <a:lnTo>
                  <a:pt x="863565" y="51694"/>
                </a:lnTo>
                <a:lnTo>
                  <a:pt x="863896" y="50462"/>
                </a:lnTo>
                <a:lnTo>
                  <a:pt x="864264" y="49292"/>
                </a:lnTo>
                <a:close/>
                <a:moveTo>
                  <a:pt x="615810" y="131389"/>
                </a:moveTo>
                <a:lnTo>
                  <a:pt x="614734" y="131304"/>
                </a:lnTo>
                <a:lnTo>
                  <a:pt x="613742" y="131193"/>
                </a:lnTo>
                <a:lnTo>
                  <a:pt x="612831" y="131053"/>
                </a:lnTo>
                <a:lnTo>
                  <a:pt x="611998" y="130882"/>
                </a:lnTo>
                <a:lnTo>
                  <a:pt x="611239" y="130676"/>
                </a:lnTo>
                <a:lnTo>
                  <a:pt x="610551" y="130434"/>
                </a:lnTo>
                <a:lnTo>
                  <a:pt x="609931" y="130151"/>
                </a:lnTo>
                <a:lnTo>
                  <a:pt x="609375" y="129825"/>
                </a:lnTo>
                <a:lnTo>
                  <a:pt x="608879" y="129452"/>
                </a:lnTo>
                <a:lnTo>
                  <a:pt x="608441" y="129031"/>
                </a:lnTo>
                <a:lnTo>
                  <a:pt x="608058" y="128558"/>
                </a:lnTo>
                <a:lnTo>
                  <a:pt x="607725" y="128031"/>
                </a:lnTo>
                <a:lnTo>
                  <a:pt x="607439" y="127445"/>
                </a:lnTo>
                <a:lnTo>
                  <a:pt x="607198" y="126799"/>
                </a:lnTo>
                <a:lnTo>
                  <a:pt x="606997" y="126090"/>
                </a:lnTo>
                <a:lnTo>
                  <a:pt x="606833" y="125314"/>
                </a:lnTo>
                <a:lnTo>
                  <a:pt x="606703" y="124469"/>
                </a:lnTo>
                <a:lnTo>
                  <a:pt x="606604" y="123552"/>
                </a:lnTo>
                <a:lnTo>
                  <a:pt x="606532" y="122560"/>
                </a:lnTo>
                <a:lnTo>
                  <a:pt x="606484" y="121489"/>
                </a:lnTo>
                <a:lnTo>
                  <a:pt x="606457" y="120338"/>
                </a:lnTo>
                <a:lnTo>
                  <a:pt x="606457" y="96927"/>
                </a:lnTo>
                <a:lnTo>
                  <a:pt x="607118" y="97524"/>
                </a:lnTo>
                <a:lnTo>
                  <a:pt x="607761" y="98086"/>
                </a:lnTo>
                <a:lnTo>
                  <a:pt x="608388" y="98615"/>
                </a:lnTo>
                <a:lnTo>
                  <a:pt x="609001" y="99110"/>
                </a:lnTo>
                <a:lnTo>
                  <a:pt x="609602" y="99573"/>
                </a:lnTo>
                <a:lnTo>
                  <a:pt x="610193" y="100004"/>
                </a:lnTo>
                <a:lnTo>
                  <a:pt x="610777" y="100405"/>
                </a:lnTo>
                <a:lnTo>
                  <a:pt x="611355" y="100775"/>
                </a:lnTo>
                <a:lnTo>
                  <a:pt x="611929" y="101117"/>
                </a:lnTo>
                <a:lnTo>
                  <a:pt x="612502" y="101431"/>
                </a:lnTo>
                <a:lnTo>
                  <a:pt x="613075" y="101718"/>
                </a:lnTo>
                <a:lnTo>
                  <a:pt x="613651" y="101977"/>
                </a:lnTo>
                <a:lnTo>
                  <a:pt x="614231" y="102212"/>
                </a:lnTo>
                <a:lnTo>
                  <a:pt x="614818" y="102421"/>
                </a:lnTo>
                <a:lnTo>
                  <a:pt x="615414" y="102607"/>
                </a:lnTo>
                <a:lnTo>
                  <a:pt x="616021" y="102770"/>
                </a:lnTo>
                <a:lnTo>
                  <a:pt x="616641" y="102910"/>
                </a:lnTo>
                <a:lnTo>
                  <a:pt x="617276" y="103029"/>
                </a:lnTo>
                <a:lnTo>
                  <a:pt x="617928" y="103127"/>
                </a:lnTo>
                <a:lnTo>
                  <a:pt x="618599" y="103205"/>
                </a:lnTo>
                <a:lnTo>
                  <a:pt x="619292" y="103265"/>
                </a:lnTo>
                <a:lnTo>
                  <a:pt x="620007" y="103306"/>
                </a:lnTo>
                <a:lnTo>
                  <a:pt x="620749" y="103331"/>
                </a:lnTo>
                <a:lnTo>
                  <a:pt x="621517" y="103339"/>
                </a:lnTo>
                <a:lnTo>
                  <a:pt x="623713" y="103253"/>
                </a:lnTo>
                <a:lnTo>
                  <a:pt x="625861" y="102998"/>
                </a:lnTo>
                <a:lnTo>
                  <a:pt x="627957" y="102579"/>
                </a:lnTo>
                <a:lnTo>
                  <a:pt x="629998" y="102001"/>
                </a:lnTo>
                <a:lnTo>
                  <a:pt x="631979" y="101271"/>
                </a:lnTo>
                <a:lnTo>
                  <a:pt x="633896" y="100391"/>
                </a:lnTo>
                <a:lnTo>
                  <a:pt x="635745" y="99369"/>
                </a:lnTo>
                <a:lnTo>
                  <a:pt x="637522" y="98208"/>
                </a:lnTo>
                <a:lnTo>
                  <a:pt x="639223" y="96914"/>
                </a:lnTo>
                <a:lnTo>
                  <a:pt x="640844" y="95492"/>
                </a:lnTo>
                <a:lnTo>
                  <a:pt x="642380" y="93948"/>
                </a:lnTo>
                <a:lnTo>
                  <a:pt x="643828" y="92285"/>
                </a:lnTo>
                <a:lnTo>
                  <a:pt x="645184" y="90510"/>
                </a:lnTo>
                <a:lnTo>
                  <a:pt x="646443" y="88628"/>
                </a:lnTo>
                <a:lnTo>
                  <a:pt x="647601" y="86643"/>
                </a:lnTo>
                <a:lnTo>
                  <a:pt x="648655" y="84561"/>
                </a:lnTo>
                <a:lnTo>
                  <a:pt x="649601" y="82387"/>
                </a:lnTo>
                <a:lnTo>
                  <a:pt x="650433" y="80125"/>
                </a:lnTo>
                <a:lnTo>
                  <a:pt x="651148" y="77782"/>
                </a:lnTo>
                <a:lnTo>
                  <a:pt x="651743" y="75362"/>
                </a:lnTo>
                <a:lnTo>
                  <a:pt x="652213" y="72870"/>
                </a:lnTo>
                <a:lnTo>
                  <a:pt x="652553" y="70312"/>
                </a:lnTo>
                <a:lnTo>
                  <a:pt x="652760" y="67692"/>
                </a:lnTo>
                <a:lnTo>
                  <a:pt x="652830" y="65015"/>
                </a:lnTo>
                <a:lnTo>
                  <a:pt x="652776" y="62732"/>
                </a:lnTo>
                <a:lnTo>
                  <a:pt x="652616" y="60506"/>
                </a:lnTo>
                <a:lnTo>
                  <a:pt x="652353" y="58342"/>
                </a:lnTo>
                <a:lnTo>
                  <a:pt x="651990" y="56243"/>
                </a:lnTo>
                <a:lnTo>
                  <a:pt x="651529" y="54212"/>
                </a:lnTo>
                <a:lnTo>
                  <a:pt x="650973" y="52252"/>
                </a:lnTo>
                <a:lnTo>
                  <a:pt x="650326" y="50368"/>
                </a:lnTo>
                <a:lnTo>
                  <a:pt x="649589" y="48563"/>
                </a:lnTo>
                <a:lnTo>
                  <a:pt x="648765" y="46841"/>
                </a:lnTo>
                <a:lnTo>
                  <a:pt x="647858" y="45204"/>
                </a:lnTo>
                <a:lnTo>
                  <a:pt x="646870" y="43656"/>
                </a:lnTo>
                <a:lnTo>
                  <a:pt x="645804" y="42201"/>
                </a:lnTo>
                <a:lnTo>
                  <a:pt x="644662" y="40843"/>
                </a:lnTo>
                <a:lnTo>
                  <a:pt x="643448" y="39584"/>
                </a:lnTo>
                <a:lnTo>
                  <a:pt x="642164" y="38428"/>
                </a:lnTo>
                <a:lnTo>
                  <a:pt x="640813" y="37380"/>
                </a:lnTo>
                <a:lnTo>
                  <a:pt x="639398" y="36441"/>
                </a:lnTo>
                <a:lnTo>
                  <a:pt x="637922" y="35617"/>
                </a:lnTo>
                <a:lnTo>
                  <a:pt x="636387" y="34909"/>
                </a:lnTo>
                <a:lnTo>
                  <a:pt x="634796" y="34323"/>
                </a:lnTo>
                <a:lnTo>
                  <a:pt x="633152" y="33860"/>
                </a:lnTo>
                <a:lnTo>
                  <a:pt x="631457" y="33526"/>
                </a:lnTo>
                <a:lnTo>
                  <a:pt x="629716" y="33323"/>
                </a:lnTo>
                <a:lnTo>
                  <a:pt x="627929" y="33254"/>
                </a:lnTo>
                <a:lnTo>
                  <a:pt x="626894" y="33273"/>
                </a:lnTo>
                <a:lnTo>
                  <a:pt x="625878" y="33329"/>
                </a:lnTo>
                <a:lnTo>
                  <a:pt x="624878" y="33424"/>
                </a:lnTo>
                <a:lnTo>
                  <a:pt x="623895" y="33557"/>
                </a:lnTo>
                <a:lnTo>
                  <a:pt x="622927" y="33729"/>
                </a:lnTo>
                <a:lnTo>
                  <a:pt x="621974" y="33941"/>
                </a:lnTo>
                <a:lnTo>
                  <a:pt x="621034" y="34193"/>
                </a:lnTo>
                <a:lnTo>
                  <a:pt x="620108" y="34486"/>
                </a:lnTo>
                <a:lnTo>
                  <a:pt x="619195" y="34819"/>
                </a:lnTo>
                <a:lnTo>
                  <a:pt x="618293" y="35193"/>
                </a:lnTo>
                <a:lnTo>
                  <a:pt x="617402" y="35610"/>
                </a:lnTo>
                <a:lnTo>
                  <a:pt x="616521" y="36069"/>
                </a:lnTo>
                <a:lnTo>
                  <a:pt x="615650" y="36570"/>
                </a:lnTo>
                <a:lnTo>
                  <a:pt x="614787" y="37114"/>
                </a:lnTo>
                <a:lnTo>
                  <a:pt x="613932" y="37703"/>
                </a:lnTo>
                <a:lnTo>
                  <a:pt x="613083" y="38335"/>
                </a:lnTo>
                <a:lnTo>
                  <a:pt x="612241" y="39012"/>
                </a:lnTo>
                <a:lnTo>
                  <a:pt x="611405" y="39733"/>
                </a:lnTo>
                <a:lnTo>
                  <a:pt x="610573" y="40500"/>
                </a:lnTo>
                <a:lnTo>
                  <a:pt x="609745" y="41313"/>
                </a:lnTo>
                <a:lnTo>
                  <a:pt x="608920" y="42173"/>
                </a:lnTo>
                <a:lnTo>
                  <a:pt x="608098" y="43079"/>
                </a:lnTo>
                <a:lnTo>
                  <a:pt x="607277" y="44032"/>
                </a:lnTo>
                <a:lnTo>
                  <a:pt x="606457" y="45033"/>
                </a:lnTo>
                <a:lnTo>
                  <a:pt x="606457" y="33552"/>
                </a:lnTo>
                <a:lnTo>
                  <a:pt x="605562" y="33254"/>
                </a:lnTo>
                <a:lnTo>
                  <a:pt x="604570" y="33639"/>
                </a:lnTo>
                <a:lnTo>
                  <a:pt x="603605" y="34013"/>
                </a:lnTo>
                <a:lnTo>
                  <a:pt x="602664" y="34376"/>
                </a:lnTo>
                <a:lnTo>
                  <a:pt x="601745" y="34728"/>
                </a:lnTo>
                <a:lnTo>
                  <a:pt x="600846" y="35072"/>
                </a:lnTo>
                <a:lnTo>
                  <a:pt x="599963" y="35406"/>
                </a:lnTo>
                <a:lnTo>
                  <a:pt x="599095" y="35734"/>
                </a:lnTo>
                <a:lnTo>
                  <a:pt x="598239" y="36054"/>
                </a:lnTo>
                <a:lnTo>
                  <a:pt x="597392" y="36367"/>
                </a:lnTo>
                <a:lnTo>
                  <a:pt x="596552" y="36676"/>
                </a:lnTo>
                <a:lnTo>
                  <a:pt x="595716" y="36980"/>
                </a:lnTo>
                <a:lnTo>
                  <a:pt x="594881" y="37280"/>
                </a:lnTo>
                <a:lnTo>
                  <a:pt x="594046" y="37576"/>
                </a:lnTo>
                <a:lnTo>
                  <a:pt x="593208" y="37871"/>
                </a:lnTo>
                <a:lnTo>
                  <a:pt x="592364" y="38164"/>
                </a:lnTo>
                <a:lnTo>
                  <a:pt x="591512" y="38456"/>
                </a:lnTo>
                <a:lnTo>
                  <a:pt x="590648" y="38748"/>
                </a:lnTo>
                <a:lnTo>
                  <a:pt x="589771" y="39041"/>
                </a:lnTo>
                <a:lnTo>
                  <a:pt x="588879" y="39335"/>
                </a:lnTo>
                <a:lnTo>
                  <a:pt x="587968" y="39632"/>
                </a:lnTo>
                <a:lnTo>
                  <a:pt x="587035" y="39932"/>
                </a:lnTo>
                <a:lnTo>
                  <a:pt x="586080" y="40236"/>
                </a:lnTo>
                <a:lnTo>
                  <a:pt x="585098" y="40544"/>
                </a:lnTo>
                <a:lnTo>
                  <a:pt x="584088" y="40858"/>
                </a:lnTo>
                <a:lnTo>
                  <a:pt x="584088" y="43245"/>
                </a:lnTo>
                <a:lnTo>
                  <a:pt x="584253" y="43227"/>
                </a:lnTo>
                <a:lnTo>
                  <a:pt x="584415" y="43210"/>
                </a:lnTo>
                <a:lnTo>
                  <a:pt x="584572" y="43195"/>
                </a:lnTo>
                <a:lnTo>
                  <a:pt x="584727" y="43182"/>
                </a:lnTo>
                <a:lnTo>
                  <a:pt x="584878" y="43169"/>
                </a:lnTo>
                <a:lnTo>
                  <a:pt x="585027" y="43158"/>
                </a:lnTo>
                <a:lnTo>
                  <a:pt x="585174" y="43148"/>
                </a:lnTo>
                <a:lnTo>
                  <a:pt x="585320" y="43139"/>
                </a:lnTo>
                <a:lnTo>
                  <a:pt x="585464" y="43131"/>
                </a:lnTo>
                <a:lnTo>
                  <a:pt x="585608" y="43125"/>
                </a:lnTo>
                <a:lnTo>
                  <a:pt x="585752" y="43119"/>
                </a:lnTo>
                <a:lnTo>
                  <a:pt x="585896" y="43114"/>
                </a:lnTo>
                <a:lnTo>
                  <a:pt x="586041" y="43109"/>
                </a:lnTo>
                <a:lnTo>
                  <a:pt x="586187" y="43106"/>
                </a:lnTo>
                <a:lnTo>
                  <a:pt x="586335" y="43103"/>
                </a:lnTo>
                <a:lnTo>
                  <a:pt x="586485" y="43100"/>
                </a:lnTo>
                <a:lnTo>
                  <a:pt x="586638" y="43098"/>
                </a:lnTo>
                <a:lnTo>
                  <a:pt x="586794" y="43097"/>
                </a:lnTo>
                <a:lnTo>
                  <a:pt x="586953" y="43096"/>
                </a:lnTo>
                <a:lnTo>
                  <a:pt x="587116" y="43095"/>
                </a:lnTo>
                <a:lnTo>
                  <a:pt x="587283" y="43095"/>
                </a:lnTo>
                <a:lnTo>
                  <a:pt x="587456" y="43095"/>
                </a:lnTo>
                <a:lnTo>
                  <a:pt x="587634" y="43095"/>
                </a:lnTo>
                <a:lnTo>
                  <a:pt x="587817" y="43095"/>
                </a:lnTo>
                <a:lnTo>
                  <a:pt x="588430" y="43103"/>
                </a:lnTo>
                <a:lnTo>
                  <a:pt x="589002" y="43128"/>
                </a:lnTo>
                <a:lnTo>
                  <a:pt x="589535" y="43173"/>
                </a:lnTo>
                <a:lnTo>
                  <a:pt x="590030" y="43238"/>
                </a:lnTo>
                <a:lnTo>
                  <a:pt x="590488" y="43325"/>
                </a:lnTo>
                <a:lnTo>
                  <a:pt x="590911" y="43437"/>
                </a:lnTo>
                <a:lnTo>
                  <a:pt x="591300" y="43576"/>
                </a:lnTo>
                <a:lnTo>
                  <a:pt x="591655" y="43741"/>
                </a:lnTo>
                <a:lnTo>
                  <a:pt x="591979" y="43937"/>
                </a:lnTo>
                <a:lnTo>
                  <a:pt x="592273" y="44163"/>
                </a:lnTo>
                <a:lnTo>
                  <a:pt x="592538" y="44423"/>
                </a:lnTo>
                <a:lnTo>
                  <a:pt x="592775" y="44717"/>
                </a:lnTo>
                <a:lnTo>
                  <a:pt x="592986" y="45048"/>
                </a:lnTo>
                <a:lnTo>
                  <a:pt x="593171" y="45417"/>
                </a:lnTo>
                <a:lnTo>
                  <a:pt x="593333" y="45826"/>
                </a:lnTo>
                <a:lnTo>
                  <a:pt x="593472" y="46277"/>
                </a:lnTo>
                <a:lnTo>
                  <a:pt x="593590" y="46771"/>
                </a:lnTo>
                <a:lnTo>
                  <a:pt x="593689" y="47311"/>
                </a:lnTo>
                <a:lnTo>
                  <a:pt x="593768" y="47897"/>
                </a:lnTo>
                <a:lnTo>
                  <a:pt x="593830" y="48532"/>
                </a:lnTo>
                <a:lnTo>
                  <a:pt x="593876" y="49218"/>
                </a:lnTo>
                <a:lnTo>
                  <a:pt x="593907" y="49956"/>
                </a:lnTo>
                <a:lnTo>
                  <a:pt x="593925" y="50748"/>
                </a:lnTo>
                <a:lnTo>
                  <a:pt x="593931" y="51595"/>
                </a:lnTo>
                <a:lnTo>
                  <a:pt x="593931" y="121382"/>
                </a:lnTo>
                <a:lnTo>
                  <a:pt x="593922" y="122337"/>
                </a:lnTo>
                <a:lnTo>
                  <a:pt x="593894" y="123227"/>
                </a:lnTo>
                <a:lnTo>
                  <a:pt x="593843" y="124056"/>
                </a:lnTo>
                <a:lnTo>
                  <a:pt x="593769" y="124826"/>
                </a:lnTo>
                <a:lnTo>
                  <a:pt x="593667" y="125539"/>
                </a:lnTo>
                <a:lnTo>
                  <a:pt x="593537" y="126198"/>
                </a:lnTo>
                <a:lnTo>
                  <a:pt x="593375" y="126805"/>
                </a:lnTo>
                <a:lnTo>
                  <a:pt x="593180" y="127363"/>
                </a:lnTo>
                <a:lnTo>
                  <a:pt x="592948" y="127874"/>
                </a:lnTo>
                <a:lnTo>
                  <a:pt x="592677" y="128342"/>
                </a:lnTo>
                <a:lnTo>
                  <a:pt x="592366" y="128768"/>
                </a:lnTo>
                <a:lnTo>
                  <a:pt x="592011" y="129155"/>
                </a:lnTo>
                <a:lnTo>
                  <a:pt x="591610" y="129505"/>
                </a:lnTo>
                <a:lnTo>
                  <a:pt x="591161" y="129821"/>
                </a:lnTo>
                <a:lnTo>
                  <a:pt x="590661" y="130106"/>
                </a:lnTo>
                <a:lnTo>
                  <a:pt x="590109" y="130362"/>
                </a:lnTo>
                <a:lnTo>
                  <a:pt x="589501" y="130592"/>
                </a:lnTo>
                <a:lnTo>
                  <a:pt x="588835" y="130797"/>
                </a:lnTo>
                <a:lnTo>
                  <a:pt x="588109" y="130982"/>
                </a:lnTo>
                <a:lnTo>
                  <a:pt x="587320" y="131147"/>
                </a:lnTo>
                <a:lnTo>
                  <a:pt x="586467" y="131296"/>
                </a:lnTo>
                <a:lnTo>
                  <a:pt x="585546" y="131432"/>
                </a:lnTo>
                <a:lnTo>
                  <a:pt x="584555" y="131556"/>
                </a:lnTo>
                <a:lnTo>
                  <a:pt x="583492" y="131671"/>
                </a:lnTo>
                <a:lnTo>
                  <a:pt x="583492" y="134206"/>
                </a:lnTo>
                <a:lnTo>
                  <a:pt x="619579" y="134206"/>
                </a:lnTo>
                <a:lnTo>
                  <a:pt x="619579" y="131521"/>
                </a:lnTo>
                <a:lnTo>
                  <a:pt x="618229" y="131495"/>
                </a:lnTo>
                <a:lnTo>
                  <a:pt x="616974" y="131452"/>
                </a:lnTo>
                <a:lnTo>
                  <a:pt x="615810" y="131389"/>
                </a:lnTo>
                <a:close/>
                <a:moveTo>
                  <a:pt x="607455" y="49186"/>
                </a:moveTo>
                <a:lnTo>
                  <a:pt x="607869" y="48617"/>
                </a:lnTo>
                <a:lnTo>
                  <a:pt x="608344" y="48054"/>
                </a:lnTo>
                <a:lnTo>
                  <a:pt x="608876" y="47502"/>
                </a:lnTo>
                <a:lnTo>
                  <a:pt x="609460" y="46962"/>
                </a:lnTo>
                <a:lnTo>
                  <a:pt x="610094" y="46437"/>
                </a:lnTo>
                <a:lnTo>
                  <a:pt x="610771" y="45930"/>
                </a:lnTo>
                <a:lnTo>
                  <a:pt x="611489" y="45443"/>
                </a:lnTo>
                <a:lnTo>
                  <a:pt x="612242" y="44980"/>
                </a:lnTo>
                <a:lnTo>
                  <a:pt x="613027" y="44543"/>
                </a:lnTo>
                <a:lnTo>
                  <a:pt x="613839" y="44135"/>
                </a:lnTo>
                <a:lnTo>
                  <a:pt x="614674" y="43758"/>
                </a:lnTo>
                <a:lnTo>
                  <a:pt x="615528" y="43415"/>
                </a:lnTo>
                <a:lnTo>
                  <a:pt x="616396" y="43109"/>
                </a:lnTo>
                <a:lnTo>
                  <a:pt x="617273" y="42843"/>
                </a:lnTo>
                <a:lnTo>
                  <a:pt x="618157" y="42619"/>
                </a:lnTo>
                <a:lnTo>
                  <a:pt x="619043" y="42440"/>
                </a:lnTo>
                <a:lnTo>
                  <a:pt x="619925" y="42309"/>
                </a:lnTo>
                <a:lnTo>
                  <a:pt x="620801" y="42228"/>
                </a:lnTo>
                <a:lnTo>
                  <a:pt x="621665" y="42201"/>
                </a:lnTo>
                <a:lnTo>
                  <a:pt x="623025" y="42259"/>
                </a:lnTo>
                <a:lnTo>
                  <a:pt x="624344" y="42434"/>
                </a:lnTo>
                <a:lnTo>
                  <a:pt x="625621" y="42722"/>
                </a:lnTo>
                <a:lnTo>
                  <a:pt x="626855" y="43121"/>
                </a:lnTo>
                <a:lnTo>
                  <a:pt x="628044" y="43629"/>
                </a:lnTo>
                <a:lnTo>
                  <a:pt x="629186" y="44244"/>
                </a:lnTo>
                <a:lnTo>
                  <a:pt x="630280" y="44963"/>
                </a:lnTo>
                <a:lnTo>
                  <a:pt x="631325" y="45785"/>
                </a:lnTo>
                <a:lnTo>
                  <a:pt x="632318" y="46707"/>
                </a:lnTo>
                <a:lnTo>
                  <a:pt x="633258" y="47726"/>
                </a:lnTo>
                <a:lnTo>
                  <a:pt x="634144" y="48840"/>
                </a:lnTo>
                <a:lnTo>
                  <a:pt x="634974" y="50048"/>
                </a:lnTo>
                <a:lnTo>
                  <a:pt x="635746" y="51347"/>
                </a:lnTo>
                <a:lnTo>
                  <a:pt x="636460" y="52734"/>
                </a:lnTo>
                <a:lnTo>
                  <a:pt x="637113" y="54208"/>
                </a:lnTo>
                <a:lnTo>
                  <a:pt x="637704" y="55765"/>
                </a:lnTo>
                <a:lnTo>
                  <a:pt x="638231" y="57405"/>
                </a:lnTo>
                <a:lnTo>
                  <a:pt x="638692" y="59124"/>
                </a:lnTo>
                <a:lnTo>
                  <a:pt x="639087" y="60920"/>
                </a:lnTo>
                <a:lnTo>
                  <a:pt x="639414" y="62791"/>
                </a:lnTo>
                <a:lnTo>
                  <a:pt x="639671" y="64735"/>
                </a:lnTo>
                <a:lnTo>
                  <a:pt x="639856" y="66750"/>
                </a:lnTo>
                <a:lnTo>
                  <a:pt x="639969" y="68833"/>
                </a:lnTo>
                <a:lnTo>
                  <a:pt x="640006" y="70981"/>
                </a:lnTo>
                <a:lnTo>
                  <a:pt x="639969" y="73004"/>
                </a:lnTo>
                <a:lnTo>
                  <a:pt x="639856" y="74969"/>
                </a:lnTo>
                <a:lnTo>
                  <a:pt x="639672" y="76875"/>
                </a:lnTo>
                <a:lnTo>
                  <a:pt x="639416" y="78719"/>
                </a:lnTo>
                <a:lnTo>
                  <a:pt x="639090" y="80499"/>
                </a:lnTo>
                <a:lnTo>
                  <a:pt x="638697" y="82211"/>
                </a:lnTo>
                <a:lnTo>
                  <a:pt x="638238" y="83853"/>
                </a:lnTo>
                <a:lnTo>
                  <a:pt x="637715" y="85422"/>
                </a:lnTo>
                <a:lnTo>
                  <a:pt x="637129" y="86917"/>
                </a:lnTo>
                <a:lnTo>
                  <a:pt x="636482" y="88334"/>
                </a:lnTo>
                <a:lnTo>
                  <a:pt x="635775" y="89671"/>
                </a:lnTo>
                <a:lnTo>
                  <a:pt x="635012" y="90924"/>
                </a:lnTo>
                <a:lnTo>
                  <a:pt x="634192" y="92093"/>
                </a:lnTo>
                <a:lnTo>
                  <a:pt x="633318" y="93173"/>
                </a:lnTo>
                <a:lnTo>
                  <a:pt x="632391" y="94163"/>
                </a:lnTo>
                <a:lnTo>
                  <a:pt x="631414" y="95060"/>
                </a:lnTo>
                <a:lnTo>
                  <a:pt x="630387" y="95861"/>
                </a:lnTo>
                <a:lnTo>
                  <a:pt x="629313" y="96563"/>
                </a:lnTo>
                <a:lnTo>
                  <a:pt x="628193" y="97165"/>
                </a:lnTo>
                <a:lnTo>
                  <a:pt x="627029" y="97663"/>
                </a:lnTo>
                <a:lnTo>
                  <a:pt x="625823" y="98055"/>
                </a:lnTo>
                <a:lnTo>
                  <a:pt x="624575" y="98338"/>
                </a:lnTo>
                <a:lnTo>
                  <a:pt x="623289" y="98509"/>
                </a:lnTo>
                <a:lnTo>
                  <a:pt x="621965" y="98567"/>
                </a:lnTo>
                <a:lnTo>
                  <a:pt x="621082" y="98540"/>
                </a:lnTo>
                <a:lnTo>
                  <a:pt x="620188" y="98459"/>
                </a:lnTo>
                <a:lnTo>
                  <a:pt x="619286" y="98328"/>
                </a:lnTo>
                <a:lnTo>
                  <a:pt x="618382" y="98149"/>
                </a:lnTo>
                <a:lnTo>
                  <a:pt x="617480" y="97925"/>
                </a:lnTo>
                <a:lnTo>
                  <a:pt x="616585" y="97658"/>
                </a:lnTo>
                <a:lnTo>
                  <a:pt x="615699" y="97352"/>
                </a:lnTo>
                <a:lnTo>
                  <a:pt x="614829" y="97009"/>
                </a:lnTo>
                <a:lnTo>
                  <a:pt x="613978" y="96632"/>
                </a:lnTo>
                <a:lnTo>
                  <a:pt x="613150" y="96224"/>
                </a:lnTo>
                <a:lnTo>
                  <a:pt x="612350" y="95787"/>
                </a:lnTo>
                <a:lnTo>
                  <a:pt x="611582" y="95323"/>
                </a:lnTo>
                <a:lnTo>
                  <a:pt x="610851" y="94837"/>
                </a:lnTo>
                <a:lnTo>
                  <a:pt x="610161" y="94329"/>
                </a:lnTo>
                <a:lnTo>
                  <a:pt x="609515" y="93804"/>
                </a:lnTo>
                <a:lnTo>
                  <a:pt x="608920" y="93264"/>
                </a:lnTo>
                <a:lnTo>
                  <a:pt x="608378" y="92712"/>
                </a:lnTo>
                <a:lnTo>
                  <a:pt x="607894" y="92149"/>
                </a:lnTo>
                <a:lnTo>
                  <a:pt x="607473" y="91580"/>
                </a:lnTo>
                <a:lnTo>
                  <a:pt x="607119" y="91007"/>
                </a:lnTo>
                <a:lnTo>
                  <a:pt x="606836" y="90432"/>
                </a:lnTo>
                <a:lnTo>
                  <a:pt x="606628" y="89858"/>
                </a:lnTo>
                <a:lnTo>
                  <a:pt x="606500" y="89288"/>
                </a:lnTo>
                <a:lnTo>
                  <a:pt x="606457" y="88724"/>
                </a:lnTo>
                <a:lnTo>
                  <a:pt x="606457" y="52041"/>
                </a:lnTo>
                <a:lnTo>
                  <a:pt x="606499" y="51478"/>
                </a:lnTo>
                <a:lnTo>
                  <a:pt x="606625" y="50908"/>
                </a:lnTo>
                <a:lnTo>
                  <a:pt x="606829" y="50334"/>
                </a:lnTo>
                <a:lnTo>
                  <a:pt x="607107" y="49759"/>
                </a:lnTo>
                <a:lnTo>
                  <a:pt x="607455" y="49186"/>
                </a:lnTo>
                <a:close/>
                <a:moveTo>
                  <a:pt x="157654" y="37043"/>
                </a:moveTo>
                <a:lnTo>
                  <a:pt x="158163" y="37091"/>
                </a:lnTo>
                <a:lnTo>
                  <a:pt x="158648" y="37153"/>
                </a:lnTo>
                <a:lnTo>
                  <a:pt x="159108" y="37228"/>
                </a:lnTo>
                <a:lnTo>
                  <a:pt x="159543" y="37316"/>
                </a:lnTo>
                <a:lnTo>
                  <a:pt x="159953" y="37417"/>
                </a:lnTo>
                <a:lnTo>
                  <a:pt x="160338" y="37532"/>
                </a:lnTo>
                <a:lnTo>
                  <a:pt x="160698" y="37659"/>
                </a:lnTo>
                <a:lnTo>
                  <a:pt x="161034" y="37798"/>
                </a:lnTo>
                <a:lnTo>
                  <a:pt x="161345" y="37951"/>
                </a:lnTo>
                <a:lnTo>
                  <a:pt x="161631" y="38115"/>
                </a:lnTo>
                <a:lnTo>
                  <a:pt x="161892" y="38292"/>
                </a:lnTo>
                <a:lnTo>
                  <a:pt x="162128" y="38481"/>
                </a:lnTo>
                <a:lnTo>
                  <a:pt x="162339" y="38683"/>
                </a:lnTo>
                <a:lnTo>
                  <a:pt x="162526" y="38896"/>
                </a:lnTo>
                <a:lnTo>
                  <a:pt x="162687" y="39121"/>
                </a:lnTo>
                <a:lnTo>
                  <a:pt x="162824" y="39357"/>
                </a:lnTo>
                <a:lnTo>
                  <a:pt x="162936" y="39605"/>
                </a:lnTo>
                <a:lnTo>
                  <a:pt x="163023" y="39865"/>
                </a:lnTo>
                <a:lnTo>
                  <a:pt x="163085" y="40135"/>
                </a:lnTo>
                <a:lnTo>
                  <a:pt x="163122" y="40417"/>
                </a:lnTo>
                <a:lnTo>
                  <a:pt x="163135" y="40710"/>
                </a:lnTo>
                <a:lnTo>
                  <a:pt x="163134" y="40786"/>
                </a:lnTo>
                <a:lnTo>
                  <a:pt x="163131" y="40865"/>
                </a:lnTo>
                <a:lnTo>
                  <a:pt x="163127" y="40947"/>
                </a:lnTo>
                <a:lnTo>
                  <a:pt x="163121" y="41032"/>
                </a:lnTo>
                <a:lnTo>
                  <a:pt x="163114" y="41120"/>
                </a:lnTo>
                <a:lnTo>
                  <a:pt x="163104" y="41211"/>
                </a:lnTo>
                <a:lnTo>
                  <a:pt x="163093" y="41304"/>
                </a:lnTo>
                <a:lnTo>
                  <a:pt x="163079" y="41400"/>
                </a:lnTo>
                <a:lnTo>
                  <a:pt x="163063" y="41499"/>
                </a:lnTo>
                <a:lnTo>
                  <a:pt x="163046" y="41600"/>
                </a:lnTo>
                <a:lnTo>
                  <a:pt x="163026" y="41704"/>
                </a:lnTo>
                <a:lnTo>
                  <a:pt x="163003" y="41809"/>
                </a:lnTo>
                <a:lnTo>
                  <a:pt x="162979" y="41918"/>
                </a:lnTo>
                <a:lnTo>
                  <a:pt x="162952" y="42028"/>
                </a:lnTo>
                <a:lnTo>
                  <a:pt x="162922" y="42141"/>
                </a:lnTo>
                <a:lnTo>
                  <a:pt x="162891" y="42256"/>
                </a:lnTo>
                <a:lnTo>
                  <a:pt x="162856" y="42373"/>
                </a:lnTo>
                <a:lnTo>
                  <a:pt x="162819" y="42492"/>
                </a:lnTo>
                <a:lnTo>
                  <a:pt x="162779" y="42613"/>
                </a:lnTo>
                <a:lnTo>
                  <a:pt x="162736" y="42736"/>
                </a:lnTo>
                <a:lnTo>
                  <a:pt x="162691" y="42861"/>
                </a:lnTo>
                <a:lnTo>
                  <a:pt x="162642" y="42987"/>
                </a:lnTo>
                <a:lnTo>
                  <a:pt x="162591" y="43115"/>
                </a:lnTo>
                <a:lnTo>
                  <a:pt x="162536" y="43245"/>
                </a:lnTo>
                <a:lnTo>
                  <a:pt x="148072" y="84401"/>
                </a:lnTo>
                <a:lnTo>
                  <a:pt x="130925" y="46674"/>
                </a:lnTo>
                <a:lnTo>
                  <a:pt x="130815" y="46413"/>
                </a:lnTo>
                <a:lnTo>
                  <a:pt x="130707" y="46153"/>
                </a:lnTo>
                <a:lnTo>
                  <a:pt x="130603" y="45892"/>
                </a:lnTo>
                <a:lnTo>
                  <a:pt x="130503" y="45633"/>
                </a:lnTo>
                <a:lnTo>
                  <a:pt x="130406" y="45375"/>
                </a:lnTo>
                <a:lnTo>
                  <a:pt x="130314" y="45118"/>
                </a:lnTo>
                <a:lnTo>
                  <a:pt x="130225" y="44863"/>
                </a:lnTo>
                <a:lnTo>
                  <a:pt x="130140" y="44609"/>
                </a:lnTo>
                <a:lnTo>
                  <a:pt x="130059" y="44357"/>
                </a:lnTo>
                <a:lnTo>
                  <a:pt x="129982" y="44108"/>
                </a:lnTo>
                <a:lnTo>
                  <a:pt x="129910" y="43861"/>
                </a:lnTo>
                <a:lnTo>
                  <a:pt x="129843" y="43618"/>
                </a:lnTo>
                <a:lnTo>
                  <a:pt x="129780" y="43377"/>
                </a:lnTo>
                <a:lnTo>
                  <a:pt x="129721" y="43139"/>
                </a:lnTo>
                <a:lnTo>
                  <a:pt x="129668" y="42906"/>
                </a:lnTo>
                <a:lnTo>
                  <a:pt x="129620" y="42676"/>
                </a:lnTo>
                <a:lnTo>
                  <a:pt x="129577" y="42450"/>
                </a:lnTo>
                <a:lnTo>
                  <a:pt x="129540" y="42229"/>
                </a:lnTo>
                <a:lnTo>
                  <a:pt x="129507" y="42012"/>
                </a:lnTo>
                <a:lnTo>
                  <a:pt x="129481" y="41801"/>
                </a:lnTo>
                <a:lnTo>
                  <a:pt x="129460" y="41594"/>
                </a:lnTo>
                <a:lnTo>
                  <a:pt x="129445" y="41393"/>
                </a:lnTo>
                <a:lnTo>
                  <a:pt x="129435" y="41198"/>
                </a:lnTo>
                <a:lnTo>
                  <a:pt x="129432" y="41008"/>
                </a:lnTo>
                <a:lnTo>
                  <a:pt x="129444" y="40681"/>
                </a:lnTo>
                <a:lnTo>
                  <a:pt x="129480" y="40371"/>
                </a:lnTo>
                <a:lnTo>
                  <a:pt x="129541" y="40077"/>
                </a:lnTo>
                <a:lnTo>
                  <a:pt x="129628" y="39798"/>
                </a:lnTo>
                <a:lnTo>
                  <a:pt x="129741" y="39536"/>
                </a:lnTo>
                <a:lnTo>
                  <a:pt x="129882" y="39288"/>
                </a:lnTo>
                <a:lnTo>
                  <a:pt x="130051" y="39055"/>
                </a:lnTo>
                <a:lnTo>
                  <a:pt x="130250" y="38837"/>
                </a:lnTo>
                <a:lnTo>
                  <a:pt x="130478" y="38633"/>
                </a:lnTo>
                <a:lnTo>
                  <a:pt x="130738" y="38442"/>
                </a:lnTo>
                <a:lnTo>
                  <a:pt x="131029" y="38264"/>
                </a:lnTo>
                <a:lnTo>
                  <a:pt x="131352" y="38100"/>
                </a:lnTo>
                <a:lnTo>
                  <a:pt x="131709" y="37947"/>
                </a:lnTo>
                <a:lnTo>
                  <a:pt x="132100" y="37807"/>
                </a:lnTo>
                <a:lnTo>
                  <a:pt x="132527" y="37678"/>
                </a:lnTo>
                <a:lnTo>
                  <a:pt x="132989" y="37561"/>
                </a:lnTo>
                <a:lnTo>
                  <a:pt x="133488" y="37454"/>
                </a:lnTo>
                <a:lnTo>
                  <a:pt x="134025" y="37358"/>
                </a:lnTo>
                <a:lnTo>
                  <a:pt x="134600" y="37273"/>
                </a:lnTo>
                <a:lnTo>
                  <a:pt x="135214" y="37196"/>
                </a:lnTo>
                <a:lnTo>
                  <a:pt x="135868" y="37129"/>
                </a:lnTo>
                <a:lnTo>
                  <a:pt x="136564" y="37072"/>
                </a:lnTo>
                <a:lnTo>
                  <a:pt x="137301" y="37022"/>
                </a:lnTo>
                <a:lnTo>
                  <a:pt x="138081" y="36981"/>
                </a:lnTo>
                <a:lnTo>
                  <a:pt x="138081" y="34744"/>
                </a:lnTo>
                <a:lnTo>
                  <a:pt x="107364" y="34744"/>
                </a:lnTo>
                <a:lnTo>
                  <a:pt x="107364" y="36833"/>
                </a:lnTo>
                <a:lnTo>
                  <a:pt x="107842" y="36913"/>
                </a:lnTo>
                <a:lnTo>
                  <a:pt x="108305" y="37004"/>
                </a:lnTo>
                <a:lnTo>
                  <a:pt x="108755" y="37105"/>
                </a:lnTo>
                <a:lnTo>
                  <a:pt x="109191" y="37217"/>
                </a:lnTo>
                <a:lnTo>
                  <a:pt x="109612" y="37340"/>
                </a:lnTo>
                <a:lnTo>
                  <a:pt x="110020" y="37474"/>
                </a:lnTo>
                <a:lnTo>
                  <a:pt x="110414" y="37617"/>
                </a:lnTo>
                <a:lnTo>
                  <a:pt x="110794" y="37772"/>
                </a:lnTo>
                <a:lnTo>
                  <a:pt x="111159" y="37936"/>
                </a:lnTo>
                <a:lnTo>
                  <a:pt x="111511" y="38111"/>
                </a:lnTo>
                <a:lnTo>
                  <a:pt x="111849" y="38296"/>
                </a:lnTo>
                <a:lnTo>
                  <a:pt x="112173" y="38492"/>
                </a:lnTo>
                <a:lnTo>
                  <a:pt x="112483" y="38697"/>
                </a:lnTo>
                <a:lnTo>
                  <a:pt x="112779" y="38913"/>
                </a:lnTo>
                <a:lnTo>
                  <a:pt x="113060" y="39138"/>
                </a:lnTo>
                <a:lnTo>
                  <a:pt x="113328" y="39373"/>
                </a:lnTo>
                <a:lnTo>
                  <a:pt x="113582" y="39618"/>
                </a:lnTo>
                <a:lnTo>
                  <a:pt x="113822" y="39873"/>
                </a:lnTo>
                <a:lnTo>
                  <a:pt x="114048" y="40138"/>
                </a:lnTo>
                <a:lnTo>
                  <a:pt x="114260" y="40412"/>
                </a:lnTo>
                <a:lnTo>
                  <a:pt x="114458" y="40696"/>
                </a:lnTo>
                <a:lnTo>
                  <a:pt x="114642" y="40989"/>
                </a:lnTo>
                <a:lnTo>
                  <a:pt x="114812" y="41292"/>
                </a:lnTo>
                <a:lnTo>
                  <a:pt x="114968" y="41604"/>
                </a:lnTo>
                <a:lnTo>
                  <a:pt x="131967" y="78287"/>
                </a:lnTo>
                <a:lnTo>
                  <a:pt x="132183" y="78771"/>
                </a:lnTo>
                <a:lnTo>
                  <a:pt x="132382" y="79216"/>
                </a:lnTo>
                <a:lnTo>
                  <a:pt x="132566" y="79625"/>
                </a:lnTo>
                <a:lnTo>
                  <a:pt x="132736" y="80001"/>
                </a:lnTo>
                <a:lnTo>
                  <a:pt x="132893" y="80346"/>
                </a:lnTo>
                <a:lnTo>
                  <a:pt x="133037" y="80661"/>
                </a:lnTo>
                <a:lnTo>
                  <a:pt x="133170" y="80950"/>
                </a:lnTo>
                <a:lnTo>
                  <a:pt x="133293" y="81214"/>
                </a:lnTo>
                <a:lnTo>
                  <a:pt x="133407" y="81456"/>
                </a:lnTo>
                <a:lnTo>
                  <a:pt x="133512" y="81678"/>
                </a:lnTo>
                <a:lnTo>
                  <a:pt x="133610" y="81882"/>
                </a:lnTo>
                <a:lnTo>
                  <a:pt x="133701" y="82071"/>
                </a:lnTo>
                <a:lnTo>
                  <a:pt x="133787" y="82246"/>
                </a:lnTo>
                <a:lnTo>
                  <a:pt x="133869" y="82411"/>
                </a:lnTo>
                <a:lnTo>
                  <a:pt x="133947" y="82567"/>
                </a:lnTo>
                <a:lnTo>
                  <a:pt x="134022" y="82716"/>
                </a:lnTo>
                <a:lnTo>
                  <a:pt x="134096" y="82861"/>
                </a:lnTo>
                <a:lnTo>
                  <a:pt x="134169" y="83005"/>
                </a:lnTo>
                <a:lnTo>
                  <a:pt x="134243" y="83149"/>
                </a:lnTo>
                <a:lnTo>
                  <a:pt x="134318" y="83295"/>
                </a:lnTo>
                <a:lnTo>
                  <a:pt x="134396" y="83447"/>
                </a:lnTo>
                <a:lnTo>
                  <a:pt x="134477" y="83605"/>
                </a:lnTo>
                <a:lnTo>
                  <a:pt x="134562" y="83773"/>
                </a:lnTo>
                <a:lnTo>
                  <a:pt x="134652" y="83953"/>
                </a:lnTo>
                <a:lnTo>
                  <a:pt x="135165" y="84875"/>
                </a:lnTo>
                <a:lnTo>
                  <a:pt x="135658" y="85776"/>
                </a:lnTo>
                <a:lnTo>
                  <a:pt x="136133" y="86655"/>
                </a:lnTo>
                <a:lnTo>
                  <a:pt x="136588" y="87513"/>
                </a:lnTo>
                <a:lnTo>
                  <a:pt x="137023" y="88348"/>
                </a:lnTo>
                <a:lnTo>
                  <a:pt x="137439" y="89161"/>
                </a:lnTo>
                <a:lnTo>
                  <a:pt x="137834" y="89949"/>
                </a:lnTo>
                <a:lnTo>
                  <a:pt x="138209" y="90713"/>
                </a:lnTo>
                <a:lnTo>
                  <a:pt x="138563" y="91453"/>
                </a:lnTo>
                <a:lnTo>
                  <a:pt x="138896" y="92166"/>
                </a:lnTo>
                <a:lnTo>
                  <a:pt x="139208" y="92854"/>
                </a:lnTo>
                <a:lnTo>
                  <a:pt x="139499" y="93516"/>
                </a:lnTo>
                <a:lnTo>
                  <a:pt x="139767" y="94150"/>
                </a:lnTo>
                <a:lnTo>
                  <a:pt x="140014" y="94756"/>
                </a:lnTo>
                <a:lnTo>
                  <a:pt x="140239" y="95334"/>
                </a:lnTo>
                <a:lnTo>
                  <a:pt x="140441" y="95883"/>
                </a:lnTo>
                <a:lnTo>
                  <a:pt x="140620" y="96402"/>
                </a:lnTo>
                <a:lnTo>
                  <a:pt x="140776" y="96892"/>
                </a:lnTo>
                <a:lnTo>
                  <a:pt x="140909" y="97350"/>
                </a:lnTo>
                <a:lnTo>
                  <a:pt x="141018" y="97778"/>
                </a:lnTo>
                <a:lnTo>
                  <a:pt x="141103" y="98174"/>
                </a:lnTo>
                <a:lnTo>
                  <a:pt x="141165" y="98537"/>
                </a:lnTo>
                <a:lnTo>
                  <a:pt x="141202" y="98867"/>
                </a:lnTo>
                <a:lnTo>
                  <a:pt x="141214" y="99163"/>
                </a:lnTo>
                <a:lnTo>
                  <a:pt x="141196" y="99496"/>
                </a:lnTo>
                <a:lnTo>
                  <a:pt x="141145" y="99893"/>
                </a:lnTo>
                <a:lnTo>
                  <a:pt x="141062" y="100350"/>
                </a:lnTo>
                <a:lnTo>
                  <a:pt x="140948" y="100863"/>
                </a:lnTo>
                <a:lnTo>
                  <a:pt x="140806" y="101427"/>
                </a:lnTo>
                <a:lnTo>
                  <a:pt x="140638" y="102036"/>
                </a:lnTo>
                <a:lnTo>
                  <a:pt x="140446" y="102685"/>
                </a:lnTo>
                <a:lnTo>
                  <a:pt x="140231" y="103371"/>
                </a:lnTo>
                <a:lnTo>
                  <a:pt x="139995" y="104088"/>
                </a:lnTo>
                <a:lnTo>
                  <a:pt x="139740" y="104831"/>
                </a:lnTo>
                <a:lnTo>
                  <a:pt x="139468" y="105595"/>
                </a:lnTo>
                <a:lnTo>
                  <a:pt x="139182" y="106376"/>
                </a:lnTo>
                <a:lnTo>
                  <a:pt x="138882" y="107169"/>
                </a:lnTo>
                <a:lnTo>
                  <a:pt x="138570" y="107968"/>
                </a:lnTo>
                <a:lnTo>
                  <a:pt x="138250" y="108770"/>
                </a:lnTo>
                <a:lnTo>
                  <a:pt x="137921" y="109568"/>
                </a:lnTo>
                <a:lnTo>
                  <a:pt x="137587" y="110359"/>
                </a:lnTo>
                <a:lnTo>
                  <a:pt x="137250" y="111137"/>
                </a:lnTo>
                <a:lnTo>
                  <a:pt x="136910" y="111897"/>
                </a:lnTo>
                <a:lnTo>
                  <a:pt x="136570" y="112636"/>
                </a:lnTo>
                <a:lnTo>
                  <a:pt x="136232" y="113347"/>
                </a:lnTo>
                <a:lnTo>
                  <a:pt x="135898" y="114026"/>
                </a:lnTo>
                <a:lnTo>
                  <a:pt x="135569" y="114668"/>
                </a:lnTo>
                <a:lnTo>
                  <a:pt x="135248" y="115268"/>
                </a:lnTo>
                <a:lnTo>
                  <a:pt x="134964" y="115729"/>
                </a:lnTo>
                <a:lnTo>
                  <a:pt x="134671" y="116180"/>
                </a:lnTo>
                <a:lnTo>
                  <a:pt x="134371" y="116620"/>
                </a:lnTo>
                <a:lnTo>
                  <a:pt x="134064" y="117048"/>
                </a:lnTo>
                <a:lnTo>
                  <a:pt x="133751" y="117464"/>
                </a:lnTo>
                <a:lnTo>
                  <a:pt x="133433" y="117866"/>
                </a:lnTo>
                <a:lnTo>
                  <a:pt x="133111" y="118253"/>
                </a:lnTo>
                <a:lnTo>
                  <a:pt x="132785" y="118625"/>
                </a:lnTo>
                <a:lnTo>
                  <a:pt x="132457" y="118982"/>
                </a:lnTo>
                <a:lnTo>
                  <a:pt x="132127" y="119321"/>
                </a:lnTo>
                <a:lnTo>
                  <a:pt x="131796" y="119643"/>
                </a:lnTo>
                <a:lnTo>
                  <a:pt x="131465" y="119946"/>
                </a:lnTo>
                <a:lnTo>
                  <a:pt x="131134" y="120229"/>
                </a:lnTo>
                <a:lnTo>
                  <a:pt x="130806" y="120493"/>
                </a:lnTo>
                <a:lnTo>
                  <a:pt x="130479" y="120735"/>
                </a:lnTo>
                <a:lnTo>
                  <a:pt x="130156" y="120956"/>
                </a:lnTo>
                <a:lnTo>
                  <a:pt x="129837" y="121153"/>
                </a:lnTo>
                <a:lnTo>
                  <a:pt x="129524" y="121327"/>
                </a:lnTo>
                <a:lnTo>
                  <a:pt x="129216" y="121477"/>
                </a:lnTo>
                <a:lnTo>
                  <a:pt x="128914" y="121601"/>
                </a:lnTo>
                <a:lnTo>
                  <a:pt x="128620" y="121699"/>
                </a:lnTo>
                <a:lnTo>
                  <a:pt x="128335" y="121770"/>
                </a:lnTo>
                <a:lnTo>
                  <a:pt x="128058" y="121813"/>
                </a:lnTo>
                <a:lnTo>
                  <a:pt x="127792" y="121828"/>
                </a:lnTo>
                <a:lnTo>
                  <a:pt x="127678" y="121826"/>
                </a:lnTo>
                <a:lnTo>
                  <a:pt x="127559" y="121822"/>
                </a:lnTo>
                <a:lnTo>
                  <a:pt x="127436" y="121814"/>
                </a:lnTo>
                <a:lnTo>
                  <a:pt x="127308" y="121803"/>
                </a:lnTo>
                <a:lnTo>
                  <a:pt x="127176" y="121788"/>
                </a:lnTo>
                <a:lnTo>
                  <a:pt x="127040" y="121770"/>
                </a:lnTo>
                <a:lnTo>
                  <a:pt x="126899" y="121748"/>
                </a:lnTo>
                <a:lnTo>
                  <a:pt x="126754" y="121723"/>
                </a:lnTo>
                <a:lnTo>
                  <a:pt x="126605" y="121694"/>
                </a:lnTo>
                <a:lnTo>
                  <a:pt x="126452" y="121662"/>
                </a:lnTo>
                <a:lnTo>
                  <a:pt x="126295" y="121626"/>
                </a:lnTo>
                <a:lnTo>
                  <a:pt x="126133" y="121586"/>
                </a:lnTo>
                <a:lnTo>
                  <a:pt x="125968" y="121542"/>
                </a:lnTo>
                <a:lnTo>
                  <a:pt x="125800" y="121494"/>
                </a:lnTo>
                <a:lnTo>
                  <a:pt x="125627" y="121443"/>
                </a:lnTo>
                <a:lnTo>
                  <a:pt x="125451" y="121387"/>
                </a:lnTo>
                <a:lnTo>
                  <a:pt x="125271" y="121327"/>
                </a:lnTo>
                <a:lnTo>
                  <a:pt x="125088" y="121263"/>
                </a:lnTo>
                <a:lnTo>
                  <a:pt x="124901" y="121194"/>
                </a:lnTo>
                <a:lnTo>
                  <a:pt x="124711" y="121121"/>
                </a:lnTo>
                <a:lnTo>
                  <a:pt x="124517" y="121044"/>
                </a:lnTo>
                <a:lnTo>
                  <a:pt x="124320" y="120963"/>
                </a:lnTo>
                <a:lnTo>
                  <a:pt x="124120" y="120877"/>
                </a:lnTo>
                <a:lnTo>
                  <a:pt x="123917" y="120786"/>
                </a:lnTo>
                <a:lnTo>
                  <a:pt x="123581" y="120658"/>
                </a:lnTo>
                <a:lnTo>
                  <a:pt x="123246" y="120534"/>
                </a:lnTo>
                <a:lnTo>
                  <a:pt x="122911" y="120416"/>
                </a:lnTo>
                <a:lnTo>
                  <a:pt x="122576" y="120302"/>
                </a:lnTo>
                <a:lnTo>
                  <a:pt x="122242" y="120193"/>
                </a:lnTo>
                <a:lnTo>
                  <a:pt x="121908" y="120089"/>
                </a:lnTo>
                <a:lnTo>
                  <a:pt x="121575" y="119990"/>
                </a:lnTo>
                <a:lnTo>
                  <a:pt x="121243" y="119896"/>
                </a:lnTo>
                <a:lnTo>
                  <a:pt x="120912" y="119808"/>
                </a:lnTo>
                <a:lnTo>
                  <a:pt x="120583" y="119725"/>
                </a:lnTo>
                <a:lnTo>
                  <a:pt x="120254" y="119647"/>
                </a:lnTo>
                <a:lnTo>
                  <a:pt x="119927" y="119574"/>
                </a:lnTo>
                <a:lnTo>
                  <a:pt x="119602" y="119507"/>
                </a:lnTo>
                <a:lnTo>
                  <a:pt x="119278" y="119445"/>
                </a:lnTo>
                <a:lnTo>
                  <a:pt x="118956" y="119389"/>
                </a:lnTo>
                <a:lnTo>
                  <a:pt x="118636" y="119339"/>
                </a:lnTo>
                <a:lnTo>
                  <a:pt x="118318" y="119294"/>
                </a:lnTo>
                <a:lnTo>
                  <a:pt x="118003" y="119255"/>
                </a:lnTo>
                <a:lnTo>
                  <a:pt x="117689" y="119222"/>
                </a:lnTo>
                <a:lnTo>
                  <a:pt x="117379" y="119194"/>
                </a:lnTo>
                <a:lnTo>
                  <a:pt x="117070" y="119173"/>
                </a:lnTo>
                <a:lnTo>
                  <a:pt x="116765" y="119158"/>
                </a:lnTo>
                <a:lnTo>
                  <a:pt x="116462" y="119149"/>
                </a:lnTo>
                <a:lnTo>
                  <a:pt x="116163" y="119145"/>
                </a:lnTo>
                <a:lnTo>
                  <a:pt x="115719" y="119160"/>
                </a:lnTo>
                <a:lnTo>
                  <a:pt x="115285" y="119203"/>
                </a:lnTo>
                <a:lnTo>
                  <a:pt x="114860" y="119274"/>
                </a:lnTo>
                <a:lnTo>
                  <a:pt x="114445" y="119373"/>
                </a:lnTo>
                <a:lnTo>
                  <a:pt x="114042" y="119497"/>
                </a:lnTo>
                <a:lnTo>
                  <a:pt x="113651" y="119646"/>
                </a:lnTo>
                <a:lnTo>
                  <a:pt x="113273" y="119820"/>
                </a:lnTo>
                <a:lnTo>
                  <a:pt x="112910" y="120018"/>
                </a:lnTo>
                <a:lnTo>
                  <a:pt x="112561" y="120238"/>
                </a:lnTo>
                <a:lnTo>
                  <a:pt x="112228" y="120481"/>
                </a:lnTo>
                <a:lnTo>
                  <a:pt x="111913" y="120744"/>
                </a:lnTo>
                <a:lnTo>
                  <a:pt x="111615" y="121028"/>
                </a:lnTo>
                <a:lnTo>
                  <a:pt x="111335" y="121331"/>
                </a:lnTo>
                <a:lnTo>
                  <a:pt x="111075" y="121652"/>
                </a:lnTo>
                <a:lnTo>
                  <a:pt x="110836" y="121992"/>
                </a:lnTo>
                <a:lnTo>
                  <a:pt x="110618" y="122348"/>
                </a:lnTo>
                <a:lnTo>
                  <a:pt x="110422" y="122720"/>
                </a:lnTo>
                <a:lnTo>
                  <a:pt x="110249" y="123108"/>
                </a:lnTo>
                <a:lnTo>
                  <a:pt x="110101" y="123510"/>
                </a:lnTo>
                <a:lnTo>
                  <a:pt x="109977" y="123925"/>
                </a:lnTo>
                <a:lnTo>
                  <a:pt x="109879" y="124353"/>
                </a:lnTo>
                <a:lnTo>
                  <a:pt x="109809" y="124793"/>
                </a:lnTo>
                <a:lnTo>
                  <a:pt x="109765" y="125244"/>
                </a:lnTo>
                <a:lnTo>
                  <a:pt x="109751" y="125705"/>
                </a:lnTo>
                <a:lnTo>
                  <a:pt x="109775" y="126314"/>
                </a:lnTo>
                <a:lnTo>
                  <a:pt x="109845" y="126909"/>
                </a:lnTo>
                <a:lnTo>
                  <a:pt x="109962" y="127490"/>
                </a:lnTo>
                <a:lnTo>
                  <a:pt x="110123" y="128055"/>
                </a:lnTo>
                <a:lnTo>
                  <a:pt x="110327" y="128603"/>
                </a:lnTo>
                <a:lnTo>
                  <a:pt x="110573" y="129133"/>
                </a:lnTo>
                <a:lnTo>
                  <a:pt x="110860" y="129644"/>
                </a:lnTo>
                <a:lnTo>
                  <a:pt x="111186" y="130135"/>
                </a:lnTo>
                <a:lnTo>
                  <a:pt x="111551" y="130604"/>
                </a:lnTo>
                <a:lnTo>
                  <a:pt x="111953" y="131052"/>
                </a:lnTo>
                <a:lnTo>
                  <a:pt x="112391" y="131476"/>
                </a:lnTo>
                <a:lnTo>
                  <a:pt x="112863" y="131875"/>
                </a:lnTo>
                <a:lnTo>
                  <a:pt x="113369" y="132249"/>
                </a:lnTo>
                <a:lnTo>
                  <a:pt x="113906" y="132596"/>
                </a:lnTo>
                <a:lnTo>
                  <a:pt x="114475" y="132915"/>
                </a:lnTo>
                <a:lnTo>
                  <a:pt x="115074" y="133205"/>
                </a:lnTo>
                <a:lnTo>
                  <a:pt x="115701" y="133465"/>
                </a:lnTo>
                <a:lnTo>
                  <a:pt x="116355" y="133694"/>
                </a:lnTo>
                <a:lnTo>
                  <a:pt x="117035" y="133891"/>
                </a:lnTo>
                <a:lnTo>
                  <a:pt x="117740" y="134055"/>
                </a:lnTo>
                <a:lnTo>
                  <a:pt x="118469" y="134184"/>
                </a:lnTo>
                <a:lnTo>
                  <a:pt x="119220" y="134278"/>
                </a:lnTo>
                <a:lnTo>
                  <a:pt x="119992" y="134334"/>
                </a:lnTo>
                <a:lnTo>
                  <a:pt x="120784" y="134354"/>
                </a:lnTo>
                <a:lnTo>
                  <a:pt x="122035" y="134311"/>
                </a:lnTo>
                <a:lnTo>
                  <a:pt x="123253" y="134180"/>
                </a:lnTo>
                <a:lnTo>
                  <a:pt x="124442" y="133959"/>
                </a:lnTo>
                <a:lnTo>
                  <a:pt x="125602" y="133646"/>
                </a:lnTo>
                <a:lnTo>
                  <a:pt x="126736" y="133239"/>
                </a:lnTo>
                <a:lnTo>
                  <a:pt x="127846" y="132735"/>
                </a:lnTo>
                <a:lnTo>
                  <a:pt x="128934" y="132131"/>
                </a:lnTo>
                <a:lnTo>
                  <a:pt x="130002" y="131427"/>
                </a:lnTo>
                <a:lnTo>
                  <a:pt x="131052" y="130619"/>
                </a:lnTo>
                <a:lnTo>
                  <a:pt x="132085" y="129705"/>
                </a:lnTo>
                <a:lnTo>
                  <a:pt x="133104" y="128683"/>
                </a:lnTo>
                <a:lnTo>
                  <a:pt x="134112" y="127551"/>
                </a:lnTo>
                <a:lnTo>
                  <a:pt x="135109" y="126306"/>
                </a:lnTo>
                <a:lnTo>
                  <a:pt x="136098" y="124946"/>
                </a:lnTo>
                <a:lnTo>
                  <a:pt x="137081" y="123469"/>
                </a:lnTo>
                <a:lnTo>
                  <a:pt x="138060" y="121873"/>
                </a:lnTo>
                <a:lnTo>
                  <a:pt x="139037" y="120155"/>
                </a:lnTo>
                <a:lnTo>
                  <a:pt x="140013" y="118313"/>
                </a:lnTo>
                <a:lnTo>
                  <a:pt x="140992" y="116345"/>
                </a:lnTo>
                <a:lnTo>
                  <a:pt x="141975" y="114248"/>
                </a:lnTo>
                <a:lnTo>
                  <a:pt x="142963" y="112020"/>
                </a:lnTo>
                <a:lnTo>
                  <a:pt x="143960" y="109660"/>
                </a:lnTo>
                <a:lnTo>
                  <a:pt x="144967" y="107164"/>
                </a:lnTo>
                <a:lnTo>
                  <a:pt x="145985" y="104531"/>
                </a:lnTo>
                <a:lnTo>
                  <a:pt x="168948" y="43691"/>
                </a:lnTo>
                <a:lnTo>
                  <a:pt x="169189" y="43111"/>
                </a:lnTo>
                <a:lnTo>
                  <a:pt x="169428" y="42565"/>
                </a:lnTo>
                <a:lnTo>
                  <a:pt x="169665" y="42051"/>
                </a:lnTo>
                <a:lnTo>
                  <a:pt x="169903" y="41568"/>
                </a:lnTo>
                <a:lnTo>
                  <a:pt x="170141" y="41116"/>
                </a:lnTo>
                <a:lnTo>
                  <a:pt x="170381" y="40693"/>
                </a:lnTo>
                <a:lnTo>
                  <a:pt x="170624" y="40298"/>
                </a:lnTo>
                <a:lnTo>
                  <a:pt x="170870" y="39930"/>
                </a:lnTo>
                <a:lnTo>
                  <a:pt x="171121" y="39589"/>
                </a:lnTo>
                <a:lnTo>
                  <a:pt x="171378" y="39274"/>
                </a:lnTo>
                <a:lnTo>
                  <a:pt x="171641" y="38982"/>
                </a:lnTo>
                <a:lnTo>
                  <a:pt x="171912" y="38715"/>
                </a:lnTo>
                <a:lnTo>
                  <a:pt x="172191" y="38470"/>
                </a:lnTo>
                <a:lnTo>
                  <a:pt x="172480" y="38246"/>
                </a:lnTo>
                <a:lnTo>
                  <a:pt x="172780" y="38043"/>
                </a:lnTo>
                <a:lnTo>
                  <a:pt x="173091" y="37859"/>
                </a:lnTo>
                <a:lnTo>
                  <a:pt x="173414" y="37695"/>
                </a:lnTo>
                <a:lnTo>
                  <a:pt x="173750" y="37548"/>
                </a:lnTo>
                <a:lnTo>
                  <a:pt x="174102" y="37417"/>
                </a:lnTo>
                <a:lnTo>
                  <a:pt x="174468" y="37302"/>
                </a:lnTo>
                <a:lnTo>
                  <a:pt x="174851" y="37202"/>
                </a:lnTo>
                <a:lnTo>
                  <a:pt x="175251" y="37116"/>
                </a:lnTo>
                <a:lnTo>
                  <a:pt x="175669" y="37043"/>
                </a:lnTo>
                <a:lnTo>
                  <a:pt x="176106" y="36981"/>
                </a:lnTo>
                <a:lnTo>
                  <a:pt x="176106" y="34744"/>
                </a:lnTo>
                <a:lnTo>
                  <a:pt x="155976" y="34744"/>
                </a:lnTo>
                <a:lnTo>
                  <a:pt x="155976" y="36981"/>
                </a:lnTo>
                <a:lnTo>
                  <a:pt x="156560" y="36988"/>
                </a:lnTo>
                <a:lnTo>
                  <a:pt x="157120" y="37009"/>
                </a:lnTo>
                <a:lnTo>
                  <a:pt x="157654" y="37043"/>
                </a:lnTo>
                <a:close/>
                <a:moveTo>
                  <a:pt x="1724519" y="273"/>
                </a:moveTo>
                <a:lnTo>
                  <a:pt x="1724056" y="422"/>
                </a:lnTo>
                <a:lnTo>
                  <a:pt x="1723606" y="601"/>
                </a:lnTo>
                <a:lnTo>
                  <a:pt x="1723169" y="809"/>
                </a:lnTo>
                <a:lnTo>
                  <a:pt x="1722747" y="1044"/>
                </a:lnTo>
                <a:lnTo>
                  <a:pt x="1722341" y="1306"/>
                </a:lnTo>
                <a:lnTo>
                  <a:pt x="1721952" y="1593"/>
                </a:lnTo>
                <a:lnTo>
                  <a:pt x="1721582" y="1904"/>
                </a:lnTo>
                <a:lnTo>
                  <a:pt x="1721231" y="2238"/>
                </a:lnTo>
                <a:lnTo>
                  <a:pt x="1720902" y="2593"/>
                </a:lnTo>
                <a:lnTo>
                  <a:pt x="1720594" y="2969"/>
                </a:lnTo>
                <a:lnTo>
                  <a:pt x="1720311" y="3365"/>
                </a:lnTo>
                <a:lnTo>
                  <a:pt x="1720051" y="3779"/>
                </a:lnTo>
                <a:lnTo>
                  <a:pt x="1719818" y="4210"/>
                </a:lnTo>
                <a:lnTo>
                  <a:pt x="1719612" y="4657"/>
                </a:lnTo>
                <a:lnTo>
                  <a:pt x="1719434" y="5118"/>
                </a:lnTo>
                <a:lnTo>
                  <a:pt x="1719285" y="5593"/>
                </a:lnTo>
                <a:lnTo>
                  <a:pt x="1719168" y="6081"/>
                </a:lnTo>
                <a:lnTo>
                  <a:pt x="1719082" y="6580"/>
                </a:lnTo>
                <a:lnTo>
                  <a:pt x="1719030" y="7089"/>
                </a:lnTo>
                <a:lnTo>
                  <a:pt x="1719013" y="7606"/>
                </a:lnTo>
                <a:lnTo>
                  <a:pt x="1719030" y="8141"/>
                </a:lnTo>
                <a:lnTo>
                  <a:pt x="1719080" y="8664"/>
                </a:lnTo>
                <a:lnTo>
                  <a:pt x="1719162" y="9174"/>
                </a:lnTo>
                <a:lnTo>
                  <a:pt x="1719275" y="9671"/>
                </a:lnTo>
                <a:lnTo>
                  <a:pt x="1719418" y="10152"/>
                </a:lnTo>
                <a:lnTo>
                  <a:pt x="1719591" y="10618"/>
                </a:lnTo>
                <a:lnTo>
                  <a:pt x="1719791" y="11068"/>
                </a:lnTo>
                <a:lnTo>
                  <a:pt x="1720018" y="11499"/>
                </a:lnTo>
                <a:lnTo>
                  <a:pt x="1720271" y="11912"/>
                </a:lnTo>
                <a:lnTo>
                  <a:pt x="1720549" y="12306"/>
                </a:lnTo>
                <a:lnTo>
                  <a:pt x="1720851" y="12678"/>
                </a:lnTo>
                <a:lnTo>
                  <a:pt x="1721175" y="13030"/>
                </a:lnTo>
                <a:lnTo>
                  <a:pt x="1721521" y="13358"/>
                </a:lnTo>
                <a:lnTo>
                  <a:pt x="1721888" y="13664"/>
                </a:lnTo>
                <a:lnTo>
                  <a:pt x="1722275" y="13944"/>
                </a:lnTo>
                <a:lnTo>
                  <a:pt x="1722680" y="14200"/>
                </a:lnTo>
                <a:lnTo>
                  <a:pt x="1723103" y="14429"/>
                </a:lnTo>
                <a:lnTo>
                  <a:pt x="1723542" y="14630"/>
                </a:lnTo>
                <a:lnTo>
                  <a:pt x="1723997" y="14804"/>
                </a:lnTo>
                <a:lnTo>
                  <a:pt x="1724467" y="14948"/>
                </a:lnTo>
                <a:lnTo>
                  <a:pt x="1724950" y="15061"/>
                </a:lnTo>
                <a:lnTo>
                  <a:pt x="1725445" y="15144"/>
                </a:lnTo>
                <a:lnTo>
                  <a:pt x="1725952" y="15194"/>
                </a:lnTo>
                <a:lnTo>
                  <a:pt x="1726469" y="15211"/>
                </a:lnTo>
                <a:lnTo>
                  <a:pt x="1727022" y="15194"/>
                </a:lnTo>
                <a:lnTo>
                  <a:pt x="1727561" y="15144"/>
                </a:lnTo>
                <a:lnTo>
                  <a:pt x="1728086" y="15061"/>
                </a:lnTo>
                <a:lnTo>
                  <a:pt x="1728597" y="14948"/>
                </a:lnTo>
                <a:lnTo>
                  <a:pt x="1729091" y="14804"/>
                </a:lnTo>
                <a:lnTo>
                  <a:pt x="1729568" y="14630"/>
                </a:lnTo>
                <a:lnTo>
                  <a:pt x="1730027" y="14429"/>
                </a:lnTo>
                <a:lnTo>
                  <a:pt x="1730467" y="14200"/>
                </a:lnTo>
                <a:lnTo>
                  <a:pt x="1730888" y="13944"/>
                </a:lnTo>
                <a:lnTo>
                  <a:pt x="1731288" y="13664"/>
                </a:lnTo>
                <a:lnTo>
                  <a:pt x="1731667" y="13358"/>
                </a:lnTo>
                <a:lnTo>
                  <a:pt x="1732024" y="13030"/>
                </a:lnTo>
                <a:lnTo>
                  <a:pt x="1732357" y="12678"/>
                </a:lnTo>
                <a:lnTo>
                  <a:pt x="1732665" y="12306"/>
                </a:lnTo>
                <a:lnTo>
                  <a:pt x="1732949" y="11912"/>
                </a:lnTo>
                <a:lnTo>
                  <a:pt x="1733207" y="11499"/>
                </a:lnTo>
                <a:lnTo>
                  <a:pt x="1733438" y="11068"/>
                </a:lnTo>
                <a:lnTo>
                  <a:pt x="1733641" y="10618"/>
                </a:lnTo>
                <a:lnTo>
                  <a:pt x="1733815" y="10152"/>
                </a:lnTo>
                <a:lnTo>
                  <a:pt x="1733959" y="9671"/>
                </a:lnTo>
                <a:lnTo>
                  <a:pt x="1734074" y="9174"/>
                </a:lnTo>
                <a:lnTo>
                  <a:pt x="1734156" y="8664"/>
                </a:lnTo>
                <a:lnTo>
                  <a:pt x="1734206" y="8141"/>
                </a:lnTo>
                <a:lnTo>
                  <a:pt x="1734223" y="7606"/>
                </a:lnTo>
                <a:lnTo>
                  <a:pt x="1734206" y="7071"/>
                </a:lnTo>
                <a:lnTo>
                  <a:pt x="1734153" y="6548"/>
                </a:lnTo>
                <a:lnTo>
                  <a:pt x="1734067" y="6038"/>
                </a:lnTo>
                <a:lnTo>
                  <a:pt x="1733949" y="5541"/>
                </a:lnTo>
                <a:lnTo>
                  <a:pt x="1733800" y="5059"/>
                </a:lnTo>
                <a:lnTo>
                  <a:pt x="1733620" y="4593"/>
                </a:lnTo>
                <a:lnTo>
                  <a:pt x="1733411" y="4144"/>
                </a:lnTo>
                <a:lnTo>
                  <a:pt x="1733174" y="3712"/>
                </a:lnTo>
                <a:lnTo>
                  <a:pt x="1732910" y="3299"/>
                </a:lnTo>
                <a:lnTo>
                  <a:pt x="1732621" y="2905"/>
                </a:lnTo>
                <a:lnTo>
                  <a:pt x="1732306" y="2533"/>
                </a:lnTo>
                <a:lnTo>
                  <a:pt x="1731968" y="2181"/>
                </a:lnTo>
                <a:lnTo>
                  <a:pt x="1731608" y="1852"/>
                </a:lnTo>
                <a:lnTo>
                  <a:pt x="1731226" y="1547"/>
                </a:lnTo>
                <a:lnTo>
                  <a:pt x="1730823" y="1266"/>
                </a:lnTo>
                <a:lnTo>
                  <a:pt x="1730402" y="1011"/>
                </a:lnTo>
                <a:lnTo>
                  <a:pt x="1729962" y="782"/>
                </a:lnTo>
                <a:lnTo>
                  <a:pt x="1729505" y="580"/>
                </a:lnTo>
                <a:lnTo>
                  <a:pt x="1729033" y="407"/>
                </a:lnTo>
                <a:lnTo>
                  <a:pt x="1728545" y="263"/>
                </a:lnTo>
                <a:lnTo>
                  <a:pt x="1728044" y="149"/>
                </a:lnTo>
                <a:lnTo>
                  <a:pt x="1727530" y="67"/>
                </a:lnTo>
                <a:lnTo>
                  <a:pt x="1727005" y="17"/>
                </a:lnTo>
                <a:lnTo>
                  <a:pt x="1726469" y="0"/>
                </a:lnTo>
                <a:lnTo>
                  <a:pt x="1725969" y="18"/>
                </a:lnTo>
                <a:lnTo>
                  <a:pt x="1725477" y="70"/>
                </a:lnTo>
                <a:lnTo>
                  <a:pt x="1724993" y="156"/>
                </a:lnTo>
                <a:lnTo>
                  <a:pt x="1724519" y="273"/>
                </a:lnTo>
                <a:close/>
                <a:moveTo>
                  <a:pt x="1469203" y="99382"/>
                </a:moveTo>
                <a:lnTo>
                  <a:pt x="1468295" y="99272"/>
                </a:lnTo>
                <a:lnTo>
                  <a:pt x="1467457" y="99142"/>
                </a:lnTo>
                <a:lnTo>
                  <a:pt x="1466685" y="98988"/>
                </a:lnTo>
                <a:lnTo>
                  <a:pt x="1465979" y="98808"/>
                </a:lnTo>
                <a:lnTo>
                  <a:pt x="1465334" y="98599"/>
                </a:lnTo>
                <a:lnTo>
                  <a:pt x="1464748" y="98360"/>
                </a:lnTo>
                <a:lnTo>
                  <a:pt x="1464218" y="98086"/>
                </a:lnTo>
                <a:lnTo>
                  <a:pt x="1463742" y="97777"/>
                </a:lnTo>
                <a:lnTo>
                  <a:pt x="1463317" y="97429"/>
                </a:lnTo>
                <a:lnTo>
                  <a:pt x="1462939" y="97040"/>
                </a:lnTo>
                <a:lnTo>
                  <a:pt x="1462608" y="96607"/>
                </a:lnTo>
                <a:lnTo>
                  <a:pt x="1462319" y="96128"/>
                </a:lnTo>
                <a:lnTo>
                  <a:pt x="1462070" y="95600"/>
                </a:lnTo>
                <a:lnTo>
                  <a:pt x="1461858" y="95021"/>
                </a:lnTo>
                <a:lnTo>
                  <a:pt x="1461681" y="94388"/>
                </a:lnTo>
                <a:lnTo>
                  <a:pt x="1461535" y="93699"/>
                </a:lnTo>
                <a:lnTo>
                  <a:pt x="1461419" y="92951"/>
                </a:lnTo>
                <a:lnTo>
                  <a:pt x="1461329" y="92142"/>
                </a:lnTo>
                <a:lnTo>
                  <a:pt x="1461263" y="91268"/>
                </a:lnTo>
                <a:lnTo>
                  <a:pt x="1461218" y="90329"/>
                </a:lnTo>
                <a:lnTo>
                  <a:pt x="1461191" y="89320"/>
                </a:lnTo>
                <a:lnTo>
                  <a:pt x="1461191" y="298"/>
                </a:lnTo>
                <a:lnTo>
                  <a:pt x="1460595" y="0"/>
                </a:lnTo>
                <a:lnTo>
                  <a:pt x="1459655" y="295"/>
                </a:lnTo>
                <a:lnTo>
                  <a:pt x="1458733" y="582"/>
                </a:lnTo>
                <a:lnTo>
                  <a:pt x="1457827" y="863"/>
                </a:lnTo>
                <a:lnTo>
                  <a:pt x="1456933" y="1139"/>
                </a:lnTo>
                <a:lnTo>
                  <a:pt x="1456049" y="1409"/>
                </a:lnTo>
                <a:lnTo>
                  <a:pt x="1455171" y="1676"/>
                </a:lnTo>
                <a:lnTo>
                  <a:pt x="1454296" y="1939"/>
                </a:lnTo>
                <a:lnTo>
                  <a:pt x="1453421" y="2199"/>
                </a:lnTo>
                <a:lnTo>
                  <a:pt x="1452543" y="2457"/>
                </a:lnTo>
                <a:lnTo>
                  <a:pt x="1451659" y="2713"/>
                </a:lnTo>
                <a:lnTo>
                  <a:pt x="1450765" y="2970"/>
                </a:lnTo>
                <a:lnTo>
                  <a:pt x="1449859" y="3226"/>
                </a:lnTo>
                <a:lnTo>
                  <a:pt x="1448937" y="3482"/>
                </a:lnTo>
                <a:lnTo>
                  <a:pt x="1447997" y="3741"/>
                </a:lnTo>
                <a:lnTo>
                  <a:pt x="1447035" y="4001"/>
                </a:lnTo>
                <a:lnTo>
                  <a:pt x="1446048" y="4265"/>
                </a:lnTo>
                <a:lnTo>
                  <a:pt x="1445033" y="4532"/>
                </a:lnTo>
                <a:lnTo>
                  <a:pt x="1443987" y="4803"/>
                </a:lnTo>
                <a:lnTo>
                  <a:pt x="1442907" y="5079"/>
                </a:lnTo>
                <a:lnTo>
                  <a:pt x="1441790" y="5362"/>
                </a:lnTo>
                <a:lnTo>
                  <a:pt x="1440632" y="5650"/>
                </a:lnTo>
                <a:lnTo>
                  <a:pt x="1439431" y="5946"/>
                </a:lnTo>
                <a:lnTo>
                  <a:pt x="1438183" y="6250"/>
                </a:lnTo>
                <a:lnTo>
                  <a:pt x="1436886" y="6562"/>
                </a:lnTo>
                <a:lnTo>
                  <a:pt x="1436886" y="8947"/>
                </a:lnTo>
                <a:lnTo>
                  <a:pt x="1437780" y="8947"/>
                </a:lnTo>
                <a:lnTo>
                  <a:pt x="1437986" y="8928"/>
                </a:lnTo>
                <a:lnTo>
                  <a:pt x="1438193" y="8910"/>
                </a:lnTo>
                <a:lnTo>
                  <a:pt x="1438401" y="8891"/>
                </a:lnTo>
                <a:lnTo>
                  <a:pt x="1438609" y="8873"/>
                </a:lnTo>
                <a:lnTo>
                  <a:pt x="1438818" y="8855"/>
                </a:lnTo>
                <a:lnTo>
                  <a:pt x="1439027" y="8838"/>
                </a:lnTo>
                <a:lnTo>
                  <a:pt x="1439235" y="8820"/>
                </a:lnTo>
                <a:lnTo>
                  <a:pt x="1439442" y="8804"/>
                </a:lnTo>
                <a:lnTo>
                  <a:pt x="1439649" y="8787"/>
                </a:lnTo>
                <a:lnTo>
                  <a:pt x="1439854" y="8772"/>
                </a:lnTo>
                <a:lnTo>
                  <a:pt x="1440057" y="8756"/>
                </a:lnTo>
                <a:lnTo>
                  <a:pt x="1440259" y="8742"/>
                </a:lnTo>
                <a:lnTo>
                  <a:pt x="1440458" y="8728"/>
                </a:lnTo>
                <a:lnTo>
                  <a:pt x="1440655" y="8716"/>
                </a:lnTo>
                <a:lnTo>
                  <a:pt x="1440848" y="8704"/>
                </a:lnTo>
                <a:lnTo>
                  <a:pt x="1441038" y="8693"/>
                </a:lnTo>
                <a:lnTo>
                  <a:pt x="1441225" y="8683"/>
                </a:lnTo>
                <a:lnTo>
                  <a:pt x="1441408" y="8674"/>
                </a:lnTo>
                <a:lnTo>
                  <a:pt x="1441586" y="8667"/>
                </a:lnTo>
                <a:lnTo>
                  <a:pt x="1441760" y="8660"/>
                </a:lnTo>
                <a:lnTo>
                  <a:pt x="1441929" y="8655"/>
                </a:lnTo>
                <a:lnTo>
                  <a:pt x="1442093" y="8652"/>
                </a:lnTo>
                <a:lnTo>
                  <a:pt x="1442251" y="8649"/>
                </a:lnTo>
                <a:lnTo>
                  <a:pt x="1442403" y="8649"/>
                </a:lnTo>
                <a:lnTo>
                  <a:pt x="1442983" y="8660"/>
                </a:lnTo>
                <a:lnTo>
                  <a:pt x="1443529" y="8694"/>
                </a:lnTo>
                <a:lnTo>
                  <a:pt x="1444042" y="8752"/>
                </a:lnTo>
                <a:lnTo>
                  <a:pt x="1444524" y="8836"/>
                </a:lnTo>
                <a:lnTo>
                  <a:pt x="1444975" y="8946"/>
                </a:lnTo>
                <a:lnTo>
                  <a:pt x="1445395" y="9084"/>
                </a:lnTo>
                <a:lnTo>
                  <a:pt x="1445785" y="9252"/>
                </a:lnTo>
                <a:lnTo>
                  <a:pt x="1446147" y="9450"/>
                </a:lnTo>
                <a:lnTo>
                  <a:pt x="1446481" y="9679"/>
                </a:lnTo>
                <a:lnTo>
                  <a:pt x="1446788" y="9941"/>
                </a:lnTo>
                <a:lnTo>
                  <a:pt x="1447069" y="10237"/>
                </a:lnTo>
                <a:lnTo>
                  <a:pt x="1447324" y="10569"/>
                </a:lnTo>
                <a:lnTo>
                  <a:pt x="1447554" y="10937"/>
                </a:lnTo>
                <a:lnTo>
                  <a:pt x="1447759" y="11343"/>
                </a:lnTo>
                <a:lnTo>
                  <a:pt x="1447942" y="11787"/>
                </a:lnTo>
                <a:lnTo>
                  <a:pt x="1448102" y="12272"/>
                </a:lnTo>
                <a:lnTo>
                  <a:pt x="1448240" y="12798"/>
                </a:lnTo>
                <a:lnTo>
                  <a:pt x="1448358" y="13367"/>
                </a:lnTo>
                <a:lnTo>
                  <a:pt x="1448455" y="13980"/>
                </a:lnTo>
                <a:lnTo>
                  <a:pt x="1448533" y="14638"/>
                </a:lnTo>
                <a:lnTo>
                  <a:pt x="1448592" y="15342"/>
                </a:lnTo>
                <a:lnTo>
                  <a:pt x="1448633" y="16094"/>
                </a:lnTo>
                <a:lnTo>
                  <a:pt x="1448657" y="16895"/>
                </a:lnTo>
                <a:lnTo>
                  <a:pt x="1448665" y="17745"/>
                </a:lnTo>
                <a:lnTo>
                  <a:pt x="1448665" y="88874"/>
                </a:lnTo>
                <a:lnTo>
                  <a:pt x="1448636" y="89850"/>
                </a:lnTo>
                <a:lnTo>
                  <a:pt x="1448585" y="90766"/>
                </a:lnTo>
                <a:lnTo>
                  <a:pt x="1448509" y="91623"/>
                </a:lnTo>
                <a:lnTo>
                  <a:pt x="1448405" y="92424"/>
                </a:lnTo>
                <a:lnTo>
                  <a:pt x="1448273" y="93171"/>
                </a:lnTo>
                <a:lnTo>
                  <a:pt x="1448109" y="93865"/>
                </a:lnTo>
                <a:lnTo>
                  <a:pt x="1447911" y="94509"/>
                </a:lnTo>
                <a:lnTo>
                  <a:pt x="1447677" y="95104"/>
                </a:lnTo>
                <a:lnTo>
                  <a:pt x="1447405" y="95653"/>
                </a:lnTo>
                <a:lnTo>
                  <a:pt x="1447092" y="96156"/>
                </a:lnTo>
                <a:lnTo>
                  <a:pt x="1446737" y="96618"/>
                </a:lnTo>
                <a:lnTo>
                  <a:pt x="1446336" y="97038"/>
                </a:lnTo>
                <a:lnTo>
                  <a:pt x="1445888" y="97420"/>
                </a:lnTo>
                <a:lnTo>
                  <a:pt x="1445390" y="97764"/>
                </a:lnTo>
                <a:lnTo>
                  <a:pt x="1444840" y="98074"/>
                </a:lnTo>
                <a:lnTo>
                  <a:pt x="1444236" y="98351"/>
                </a:lnTo>
                <a:lnTo>
                  <a:pt x="1443576" y="98596"/>
                </a:lnTo>
                <a:lnTo>
                  <a:pt x="1442857" y="98813"/>
                </a:lnTo>
                <a:lnTo>
                  <a:pt x="1442077" y="99002"/>
                </a:lnTo>
                <a:lnTo>
                  <a:pt x="1441234" y="99166"/>
                </a:lnTo>
                <a:lnTo>
                  <a:pt x="1440325" y="99307"/>
                </a:lnTo>
                <a:lnTo>
                  <a:pt x="1439349" y="99427"/>
                </a:lnTo>
                <a:lnTo>
                  <a:pt x="1438303" y="99527"/>
                </a:lnTo>
                <a:lnTo>
                  <a:pt x="1437184" y="99609"/>
                </a:lnTo>
                <a:lnTo>
                  <a:pt x="1437184" y="101846"/>
                </a:lnTo>
                <a:lnTo>
                  <a:pt x="1472374" y="101846"/>
                </a:lnTo>
                <a:lnTo>
                  <a:pt x="1472374" y="99609"/>
                </a:lnTo>
                <a:lnTo>
                  <a:pt x="1471240" y="99548"/>
                </a:lnTo>
                <a:lnTo>
                  <a:pt x="1470184" y="99473"/>
                </a:lnTo>
                <a:lnTo>
                  <a:pt x="1469203" y="99382"/>
                </a:lnTo>
                <a:close/>
                <a:moveTo>
                  <a:pt x="1688877" y="16936"/>
                </a:moveTo>
                <a:lnTo>
                  <a:pt x="1688865" y="16786"/>
                </a:lnTo>
                <a:lnTo>
                  <a:pt x="1688851" y="16646"/>
                </a:lnTo>
                <a:lnTo>
                  <a:pt x="1688833" y="16516"/>
                </a:lnTo>
                <a:lnTo>
                  <a:pt x="1688811" y="16394"/>
                </a:lnTo>
                <a:lnTo>
                  <a:pt x="1688786" y="16282"/>
                </a:lnTo>
                <a:lnTo>
                  <a:pt x="1688757" y="16179"/>
                </a:lnTo>
                <a:lnTo>
                  <a:pt x="1688725" y="16084"/>
                </a:lnTo>
                <a:lnTo>
                  <a:pt x="1688689" y="15998"/>
                </a:lnTo>
                <a:lnTo>
                  <a:pt x="1688649" y="15919"/>
                </a:lnTo>
                <a:lnTo>
                  <a:pt x="1688605" y="15848"/>
                </a:lnTo>
                <a:lnTo>
                  <a:pt x="1688557" y="15785"/>
                </a:lnTo>
                <a:lnTo>
                  <a:pt x="1688505" y="15729"/>
                </a:lnTo>
                <a:lnTo>
                  <a:pt x="1688449" y="15680"/>
                </a:lnTo>
                <a:lnTo>
                  <a:pt x="1688389" y="15638"/>
                </a:lnTo>
                <a:lnTo>
                  <a:pt x="1688325" y="15602"/>
                </a:lnTo>
                <a:lnTo>
                  <a:pt x="1688256" y="15572"/>
                </a:lnTo>
                <a:lnTo>
                  <a:pt x="1688183" y="15549"/>
                </a:lnTo>
                <a:lnTo>
                  <a:pt x="1688106" y="15531"/>
                </a:lnTo>
                <a:lnTo>
                  <a:pt x="1688024" y="15518"/>
                </a:lnTo>
                <a:lnTo>
                  <a:pt x="1687937" y="15511"/>
                </a:lnTo>
                <a:lnTo>
                  <a:pt x="1687847" y="15509"/>
                </a:lnTo>
                <a:lnTo>
                  <a:pt x="1686787" y="17036"/>
                </a:lnTo>
                <a:lnTo>
                  <a:pt x="1685769" y="18488"/>
                </a:lnTo>
                <a:lnTo>
                  <a:pt x="1684791" y="19866"/>
                </a:lnTo>
                <a:lnTo>
                  <a:pt x="1683852" y="21173"/>
                </a:lnTo>
                <a:lnTo>
                  <a:pt x="1682948" y="22411"/>
                </a:lnTo>
                <a:lnTo>
                  <a:pt x="1682080" y="23582"/>
                </a:lnTo>
                <a:lnTo>
                  <a:pt x="1681245" y="24688"/>
                </a:lnTo>
                <a:lnTo>
                  <a:pt x="1680441" y="25731"/>
                </a:lnTo>
                <a:lnTo>
                  <a:pt x="1679666" y="26714"/>
                </a:lnTo>
                <a:lnTo>
                  <a:pt x="1678919" y="27638"/>
                </a:lnTo>
                <a:lnTo>
                  <a:pt x="1678199" y="28506"/>
                </a:lnTo>
                <a:lnTo>
                  <a:pt x="1677502" y="29320"/>
                </a:lnTo>
                <a:lnTo>
                  <a:pt x="1676828" y="30082"/>
                </a:lnTo>
                <a:lnTo>
                  <a:pt x="1676175" y="30794"/>
                </a:lnTo>
                <a:lnTo>
                  <a:pt x="1675541" y="31458"/>
                </a:lnTo>
                <a:lnTo>
                  <a:pt x="1674924" y="32077"/>
                </a:lnTo>
                <a:lnTo>
                  <a:pt x="1674322" y="32652"/>
                </a:lnTo>
                <a:lnTo>
                  <a:pt x="1673735" y="33185"/>
                </a:lnTo>
                <a:lnTo>
                  <a:pt x="1673159" y="33680"/>
                </a:lnTo>
                <a:lnTo>
                  <a:pt x="1672594" y="34137"/>
                </a:lnTo>
                <a:lnTo>
                  <a:pt x="1672038" y="34560"/>
                </a:lnTo>
                <a:lnTo>
                  <a:pt x="1671488" y="34949"/>
                </a:lnTo>
                <a:lnTo>
                  <a:pt x="1670943" y="35308"/>
                </a:lnTo>
                <a:lnTo>
                  <a:pt x="1670402" y="35639"/>
                </a:lnTo>
                <a:lnTo>
                  <a:pt x="1670200" y="35768"/>
                </a:lnTo>
                <a:lnTo>
                  <a:pt x="1670007" y="35897"/>
                </a:lnTo>
                <a:lnTo>
                  <a:pt x="1669822" y="36023"/>
                </a:lnTo>
                <a:lnTo>
                  <a:pt x="1669644" y="36149"/>
                </a:lnTo>
                <a:lnTo>
                  <a:pt x="1669474" y="36273"/>
                </a:lnTo>
                <a:lnTo>
                  <a:pt x="1669313" y="36396"/>
                </a:lnTo>
                <a:lnTo>
                  <a:pt x="1669160" y="36518"/>
                </a:lnTo>
                <a:lnTo>
                  <a:pt x="1669015" y="36638"/>
                </a:lnTo>
                <a:lnTo>
                  <a:pt x="1668878" y="36758"/>
                </a:lnTo>
                <a:lnTo>
                  <a:pt x="1668749" y="36877"/>
                </a:lnTo>
                <a:lnTo>
                  <a:pt x="1668629" y="36995"/>
                </a:lnTo>
                <a:lnTo>
                  <a:pt x="1668518" y="37111"/>
                </a:lnTo>
                <a:lnTo>
                  <a:pt x="1668415" y="37228"/>
                </a:lnTo>
                <a:lnTo>
                  <a:pt x="1668320" y="37343"/>
                </a:lnTo>
                <a:lnTo>
                  <a:pt x="1668235" y="37458"/>
                </a:lnTo>
                <a:lnTo>
                  <a:pt x="1668158" y="37572"/>
                </a:lnTo>
                <a:lnTo>
                  <a:pt x="1668090" y="37686"/>
                </a:lnTo>
                <a:lnTo>
                  <a:pt x="1668030" y="37799"/>
                </a:lnTo>
                <a:lnTo>
                  <a:pt x="1667980" y="37912"/>
                </a:lnTo>
                <a:lnTo>
                  <a:pt x="1667939" y="38025"/>
                </a:lnTo>
                <a:lnTo>
                  <a:pt x="1667906" y="38137"/>
                </a:lnTo>
                <a:lnTo>
                  <a:pt x="1667883" y="38249"/>
                </a:lnTo>
                <a:lnTo>
                  <a:pt x="1667869" y="38362"/>
                </a:lnTo>
                <a:lnTo>
                  <a:pt x="1667865" y="38474"/>
                </a:lnTo>
                <a:lnTo>
                  <a:pt x="1667865" y="38529"/>
                </a:lnTo>
                <a:lnTo>
                  <a:pt x="1667868" y="38582"/>
                </a:lnTo>
                <a:lnTo>
                  <a:pt x="1667872" y="38634"/>
                </a:lnTo>
                <a:lnTo>
                  <a:pt x="1667878" y="38685"/>
                </a:lnTo>
                <a:lnTo>
                  <a:pt x="1667885" y="38734"/>
                </a:lnTo>
                <a:lnTo>
                  <a:pt x="1667895" y="38783"/>
                </a:lnTo>
                <a:lnTo>
                  <a:pt x="1667907" y="38830"/>
                </a:lnTo>
                <a:lnTo>
                  <a:pt x="1667920" y="38876"/>
                </a:lnTo>
                <a:lnTo>
                  <a:pt x="1667936" y="38921"/>
                </a:lnTo>
                <a:lnTo>
                  <a:pt x="1667953" y="38965"/>
                </a:lnTo>
                <a:lnTo>
                  <a:pt x="1667973" y="39008"/>
                </a:lnTo>
                <a:lnTo>
                  <a:pt x="1667996" y="39050"/>
                </a:lnTo>
                <a:lnTo>
                  <a:pt x="1668020" y="39092"/>
                </a:lnTo>
                <a:lnTo>
                  <a:pt x="1668047" y="39132"/>
                </a:lnTo>
                <a:lnTo>
                  <a:pt x="1668077" y="39173"/>
                </a:lnTo>
                <a:lnTo>
                  <a:pt x="1668109" y="39212"/>
                </a:lnTo>
                <a:lnTo>
                  <a:pt x="1668143" y="39251"/>
                </a:lnTo>
                <a:lnTo>
                  <a:pt x="1668180" y="39290"/>
                </a:lnTo>
                <a:lnTo>
                  <a:pt x="1668220" y="39328"/>
                </a:lnTo>
                <a:lnTo>
                  <a:pt x="1668263" y="39366"/>
                </a:lnTo>
                <a:lnTo>
                  <a:pt x="1668309" y="39404"/>
                </a:lnTo>
                <a:lnTo>
                  <a:pt x="1668357" y="39441"/>
                </a:lnTo>
                <a:lnTo>
                  <a:pt x="1668408" y="39478"/>
                </a:lnTo>
                <a:lnTo>
                  <a:pt x="1668463" y="39516"/>
                </a:lnTo>
                <a:lnTo>
                  <a:pt x="1676365" y="39516"/>
                </a:lnTo>
                <a:lnTo>
                  <a:pt x="1676365" y="84401"/>
                </a:lnTo>
                <a:lnTo>
                  <a:pt x="1676388" y="85935"/>
                </a:lnTo>
                <a:lnTo>
                  <a:pt x="1676458" y="87405"/>
                </a:lnTo>
                <a:lnTo>
                  <a:pt x="1676575" y="88811"/>
                </a:lnTo>
                <a:lnTo>
                  <a:pt x="1676737" y="90153"/>
                </a:lnTo>
                <a:lnTo>
                  <a:pt x="1676946" y="91431"/>
                </a:lnTo>
                <a:lnTo>
                  <a:pt x="1677202" y="92644"/>
                </a:lnTo>
                <a:lnTo>
                  <a:pt x="1677503" y="93793"/>
                </a:lnTo>
                <a:lnTo>
                  <a:pt x="1677851" y="94878"/>
                </a:lnTo>
                <a:lnTo>
                  <a:pt x="1678245" y="95898"/>
                </a:lnTo>
                <a:lnTo>
                  <a:pt x="1678684" y="96852"/>
                </a:lnTo>
                <a:lnTo>
                  <a:pt x="1679170" y="97742"/>
                </a:lnTo>
                <a:lnTo>
                  <a:pt x="1679702" y="98567"/>
                </a:lnTo>
                <a:lnTo>
                  <a:pt x="1680279" y="99327"/>
                </a:lnTo>
                <a:lnTo>
                  <a:pt x="1680902" y="100021"/>
                </a:lnTo>
                <a:lnTo>
                  <a:pt x="1681571" y="100649"/>
                </a:lnTo>
                <a:lnTo>
                  <a:pt x="1682286" y="101212"/>
                </a:lnTo>
                <a:lnTo>
                  <a:pt x="1683046" y="101710"/>
                </a:lnTo>
                <a:lnTo>
                  <a:pt x="1683851" y="102141"/>
                </a:lnTo>
                <a:lnTo>
                  <a:pt x="1684703" y="102507"/>
                </a:lnTo>
                <a:lnTo>
                  <a:pt x="1685599" y="102806"/>
                </a:lnTo>
                <a:lnTo>
                  <a:pt x="1686541" y="103039"/>
                </a:lnTo>
                <a:lnTo>
                  <a:pt x="1687528" y="103205"/>
                </a:lnTo>
                <a:lnTo>
                  <a:pt x="1688560" y="103305"/>
                </a:lnTo>
                <a:lnTo>
                  <a:pt x="1689637" y="103339"/>
                </a:lnTo>
                <a:lnTo>
                  <a:pt x="1690542" y="103320"/>
                </a:lnTo>
                <a:lnTo>
                  <a:pt x="1691430" y="103264"/>
                </a:lnTo>
                <a:lnTo>
                  <a:pt x="1692302" y="103170"/>
                </a:lnTo>
                <a:lnTo>
                  <a:pt x="1693158" y="103038"/>
                </a:lnTo>
                <a:lnTo>
                  <a:pt x="1693998" y="102867"/>
                </a:lnTo>
                <a:lnTo>
                  <a:pt x="1694823" y="102658"/>
                </a:lnTo>
                <a:lnTo>
                  <a:pt x="1695634" y="102410"/>
                </a:lnTo>
                <a:lnTo>
                  <a:pt x="1696430" y="102124"/>
                </a:lnTo>
                <a:lnTo>
                  <a:pt x="1697212" y="101797"/>
                </a:lnTo>
                <a:lnTo>
                  <a:pt x="1697980" y="101431"/>
                </a:lnTo>
                <a:lnTo>
                  <a:pt x="1698736" y="101026"/>
                </a:lnTo>
                <a:lnTo>
                  <a:pt x="1699478" y="100580"/>
                </a:lnTo>
                <a:lnTo>
                  <a:pt x="1700208" y="100094"/>
                </a:lnTo>
                <a:lnTo>
                  <a:pt x="1700926" y="99567"/>
                </a:lnTo>
                <a:lnTo>
                  <a:pt x="1701633" y="98999"/>
                </a:lnTo>
                <a:lnTo>
                  <a:pt x="1702328" y="98390"/>
                </a:lnTo>
                <a:lnTo>
                  <a:pt x="1703012" y="97740"/>
                </a:lnTo>
                <a:lnTo>
                  <a:pt x="1703686" y="97047"/>
                </a:lnTo>
                <a:lnTo>
                  <a:pt x="1704349" y="96313"/>
                </a:lnTo>
                <a:lnTo>
                  <a:pt x="1705003" y="95537"/>
                </a:lnTo>
                <a:lnTo>
                  <a:pt x="1705648" y="94719"/>
                </a:lnTo>
                <a:lnTo>
                  <a:pt x="1706284" y="93857"/>
                </a:lnTo>
                <a:lnTo>
                  <a:pt x="1706911" y="92953"/>
                </a:lnTo>
                <a:lnTo>
                  <a:pt x="1707530" y="92005"/>
                </a:lnTo>
                <a:lnTo>
                  <a:pt x="1705592" y="90365"/>
                </a:lnTo>
                <a:lnTo>
                  <a:pt x="1705186" y="90836"/>
                </a:lnTo>
                <a:lnTo>
                  <a:pt x="1704789" y="91282"/>
                </a:lnTo>
                <a:lnTo>
                  <a:pt x="1704400" y="91702"/>
                </a:lnTo>
                <a:lnTo>
                  <a:pt x="1704018" y="92098"/>
                </a:lnTo>
                <a:lnTo>
                  <a:pt x="1703642" y="92469"/>
                </a:lnTo>
                <a:lnTo>
                  <a:pt x="1703271" y="92816"/>
                </a:lnTo>
                <a:lnTo>
                  <a:pt x="1702905" y="93140"/>
                </a:lnTo>
                <a:lnTo>
                  <a:pt x="1702543" y="93441"/>
                </a:lnTo>
                <a:lnTo>
                  <a:pt x="1702184" y="93720"/>
                </a:lnTo>
                <a:lnTo>
                  <a:pt x="1701828" y="93977"/>
                </a:lnTo>
                <a:lnTo>
                  <a:pt x="1701473" y="94213"/>
                </a:lnTo>
                <a:lnTo>
                  <a:pt x="1701119" y="94428"/>
                </a:lnTo>
                <a:lnTo>
                  <a:pt x="1700764" y="94624"/>
                </a:lnTo>
                <a:lnTo>
                  <a:pt x="1700409" y="94799"/>
                </a:lnTo>
                <a:lnTo>
                  <a:pt x="1700053" y="94955"/>
                </a:lnTo>
                <a:lnTo>
                  <a:pt x="1699694" y="95093"/>
                </a:lnTo>
                <a:lnTo>
                  <a:pt x="1699332" y="95212"/>
                </a:lnTo>
                <a:lnTo>
                  <a:pt x="1698966" y="95314"/>
                </a:lnTo>
                <a:lnTo>
                  <a:pt x="1698595" y="95399"/>
                </a:lnTo>
                <a:lnTo>
                  <a:pt x="1698219" y="95467"/>
                </a:lnTo>
                <a:lnTo>
                  <a:pt x="1697837" y="95519"/>
                </a:lnTo>
                <a:lnTo>
                  <a:pt x="1697448" y="95556"/>
                </a:lnTo>
                <a:lnTo>
                  <a:pt x="1697051" y="95577"/>
                </a:lnTo>
                <a:lnTo>
                  <a:pt x="1696645" y="95584"/>
                </a:lnTo>
                <a:lnTo>
                  <a:pt x="1695973" y="95563"/>
                </a:lnTo>
                <a:lnTo>
                  <a:pt x="1695334" y="95500"/>
                </a:lnTo>
                <a:lnTo>
                  <a:pt x="1694728" y="95393"/>
                </a:lnTo>
                <a:lnTo>
                  <a:pt x="1694155" y="95243"/>
                </a:lnTo>
                <a:lnTo>
                  <a:pt x="1693614" y="95048"/>
                </a:lnTo>
                <a:lnTo>
                  <a:pt x="1693106" y="94809"/>
                </a:lnTo>
                <a:lnTo>
                  <a:pt x="1692629" y="94524"/>
                </a:lnTo>
                <a:lnTo>
                  <a:pt x="1692183" y="94193"/>
                </a:lnTo>
                <a:lnTo>
                  <a:pt x="1691767" y="93815"/>
                </a:lnTo>
                <a:lnTo>
                  <a:pt x="1691381" y="93391"/>
                </a:lnTo>
                <a:lnTo>
                  <a:pt x="1691026" y="92918"/>
                </a:lnTo>
                <a:lnTo>
                  <a:pt x="1690699" y="92397"/>
                </a:lnTo>
                <a:lnTo>
                  <a:pt x="1690401" y="91828"/>
                </a:lnTo>
                <a:lnTo>
                  <a:pt x="1690131" y="91209"/>
                </a:lnTo>
                <a:lnTo>
                  <a:pt x="1689890" y="90539"/>
                </a:lnTo>
                <a:lnTo>
                  <a:pt x="1689675" y="89819"/>
                </a:lnTo>
                <a:lnTo>
                  <a:pt x="1689488" y="89048"/>
                </a:lnTo>
                <a:lnTo>
                  <a:pt x="1689327" y="88225"/>
                </a:lnTo>
                <a:lnTo>
                  <a:pt x="1689192" y="87349"/>
                </a:lnTo>
                <a:lnTo>
                  <a:pt x="1689082" y="86421"/>
                </a:lnTo>
                <a:lnTo>
                  <a:pt x="1688998" y="85438"/>
                </a:lnTo>
                <a:lnTo>
                  <a:pt x="1688938" y="84402"/>
                </a:lnTo>
                <a:lnTo>
                  <a:pt x="1688903" y="83311"/>
                </a:lnTo>
                <a:lnTo>
                  <a:pt x="1688891" y="82164"/>
                </a:lnTo>
                <a:lnTo>
                  <a:pt x="1688891" y="39516"/>
                </a:lnTo>
                <a:lnTo>
                  <a:pt x="1703951" y="39516"/>
                </a:lnTo>
                <a:lnTo>
                  <a:pt x="1703951" y="34744"/>
                </a:lnTo>
                <a:lnTo>
                  <a:pt x="1688891" y="34744"/>
                </a:lnTo>
                <a:lnTo>
                  <a:pt x="1688891" y="17447"/>
                </a:lnTo>
                <a:lnTo>
                  <a:pt x="1688889" y="17266"/>
                </a:lnTo>
                <a:lnTo>
                  <a:pt x="1688885" y="17096"/>
                </a:lnTo>
                <a:lnTo>
                  <a:pt x="1688877" y="16936"/>
                </a:lnTo>
                <a:close/>
                <a:moveTo>
                  <a:pt x="1096929" y="99404"/>
                </a:moveTo>
                <a:lnTo>
                  <a:pt x="1095942" y="99289"/>
                </a:lnTo>
                <a:lnTo>
                  <a:pt x="1095026" y="99146"/>
                </a:lnTo>
                <a:lnTo>
                  <a:pt x="1094176" y="98974"/>
                </a:lnTo>
                <a:lnTo>
                  <a:pt x="1093391" y="98770"/>
                </a:lnTo>
                <a:lnTo>
                  <a:pt x="1092669" y="98533"/>
                </a:lnTo>
                <a:lnTo>
                  <a:pt x="1092007" y="98260"/>
                </a:lnTo>
                <a:lnTo>
                  <a:pt x="1091403" y="97949"/>
                </a:lnTo>
                <a:lnTo>
                  <a:pt x="1090853" y="97598"/>
                </a:lnTo>
                <a:lnTo>
                  <a:pt x="1090357" y="97206"/>
                </a:lnTo>
                <a:lnTo>
                  <a:pt x="1089911" y="96768"/>
                </a:lnTo>
                <a:lnTo>
                  <a:pt x="1089513" y="96285"/>
                </a:lnTo>
                <a:lnTo>
                  <a:pt x="1089161" y="95753"/>
                </a:lnTo>
                <a:lnTo>
                  <a:pt x="1088852" y="95170"/>
                </a:lnTo>
                <a:lnTo>
                  <a:pt x="1088585" y="94534"/>
                </a:lnTo>
                <a:lnTo>
                  <a:pt x="1088355" y="93844"/>
                </a:lnTo>
                <a:lnTo>
                  <a:pt x="1088162" y="93096"/>
                </a:lnTo>
                <a:lnTo>
                  <a:pt x="1088002" y="92289"/>
                </a:lnTo>
                <a:lnTo>
                  <a:pt x="1087874" y="91421"/>
                </a:lnTo>
                <a:lnTo>
                  <a:pt x="1087775" y="90489"/>
                </a:lnTo>
                <a:lnTo>
                  <a:pt x="1087702" y="89491"/>
                </a:lnTo>
                <a:lnTo>
                  <a:pt x="1087654" y="88426"/>
                </a:lnTo>
                <a:lnTo>
                  <a:pt x="1087654" y="54876"/>
                </a:lnTo>
                <a:lnTo>
                  <a:pt x="1087686" y="54266"/>
                </a:lnTo>
                <a:lnTo>
                  <a:pt x="1087780" y="53633"/>
                </a:lnTo>
                <a:lnTo>
                  <a:pt x="1087931" y="52980"/>
                </a:lnTo>
                <a:lnTo>
                  <a:pt x="1088137" y="52313"/>
                </a:lnTo>
                <a:lnTo>
                  <a:pt x="1088394" y="51636"/>
                </a:lnTo>
                <a:lnTo>
                  <a:pt x="1088698" y="50952"/>
                </a:lnTo>
                <a:lnTo>
                  <a:pt x="1089045" y="50267"/>
                </a:lnTo>
                <a:lnTo>
                  <a:pt x="1089432" y="49585"/>
                </a:lnTo>
                <a:lnTo>
                  <a:pt x="1089856" y="48910"/>
                </a:lnTo>
                <a:lnTo>
                  <a:pt x="1090312" y="48246"/>
                </a:lnTo>
                <a:lnTo>
                  <a:pt x="1090797" y="47599"/>
                </a:lnTo>
                <a:lnTo>
                  <a:pt x="1091308" y="46972"/>
                </a:lnTo>
                <a:lnTo>
                  <a:pt x="1091840" y="46371"/>
                </a:lnTo>
                <a:lnTo>
                  <a:pt x="1092390" y="45798"/>
                </a:lnTo>
                <a:lnTo>
                  <a:pt x="1092955" y="45259"/>
                </a:lnTo>
                <a:lnTo>
                  <a:pt x="1093531" y="44758"/>
                </a:lnTo>
                <a:lnTo>
                  <a:pt x="1094114" y="44300"/>
                </a:lnTo>
                <a:lnTo>
                  <a:pt x="1094700" y="43888"/>
                </a:lnTo>
                <a:lnTo>
                  <a:pt x="1095287" y="43528"/>
                </a:lnTo>
                <a:lnTo>
                  <a:pt x="1095870" y="43223"/>
                </a:lnTo>
                <a:lnTo>
                  <a:pt x="1096446" y="42978"/>
                </a:lnTo>
                <a:lnTo>
                  <a:pt x="1097011" y="42798"/>
                </a:lnTo>
                <a:lnTo>
                  <a:pt x="1097561" y="42687"/>
                </a:lnTo>
                <a:lnTo>
                  <a:pt x="1098093" y="42649"/>
                </a:lnTo>
                <a:lnTo>
                  <a:pt x="1098207" y="42653"/>
                </a:lnTo>
                <a:lnTo>
                  <a:pt x="1098326" y="42664"/>
                </a:lnTo>
                <a:lnTo>
                  <a:pt x="1098449" y="42684"/>
                </a:lnTo>
                <a:lnTo>
                  <a:pt x="1098577" y="42711"/>
                </a:lnTo>
                <a:lnTo>
                  <a:pt x="1098709" y="42746"/>
                </a:lnTo>
                <a:lnTo>
                  <a:pt x="1098845" y="42788"/>
                </a:lnTo>
                <a:lnTo>
                  <a:pt x="1098986" y="42839"/>
                </a:lnTo>
                <a:lnTo>
                  <a:pt x="1099131" y="42897"/>
                </a:lnTo>
                <a:lnTo>
                  <a:pt x="1099280" y="42963"/>
                </a:lnTo>
                <a:lnTo>
                  <a:pt x="1099433" y="43037"/>
                </a:lnTo>
                <a:lnTo>
                  <a:pt x="1099591" y="43118"/>
                </a:lnTo>
                <a:lnTo>
                  <a:pt x="1099752" y="43207"/>
                </a:lnTo>
                <a:lnTo>
                  <a:pt x="1099917" y="43304"/>
                </a:lnTo>
                <a:lnTo>
                  <a:pt x="1100086" y="43409"/>
                </a:lnTo>
                <a:lnTo>
                  <a:pt x="1100258" y="43522"/>
                </a:lnTo>
                <a:lnTo>
                  <a:pt x="1100435" y="43642"/>
                </a:lnTo>
                <a:lnTo>
                  <a:pt x="1100615" y="43770"/>
                </a:lnTo>
                <a:lnTo>
                  <a:pt x="1100798" y="43906"/>
                </a:lnTo>
                <a:lnTo>
                  <a:pt x="1100985" y="44050"/>
                </a:lnTo>
                <a:lnTo>
                  <a:pt x="1101175" y="44202"/>
                </a:lnTo>
                <a:lnTo>
                  <a:pt x="1101369" y="44361"/>
                </a:lnTo>
                <a:lnTo>
                  <a:pt x="1101566" y="44528"/>
                </a:lnTo>
                <a:lnTo>
                  <a:pt x="1101767" y="44703"/>
                </a:lnTo>
                <a:lnTo>
                  <a:pt x="1101970" y="44885"/>
                </a:lnTo>
                <a:lnTo>
                  <a:pt x="1102248" y="45157"/>
                </a:lnTo>
                <a:lnTo>
                  <a:pt x="1102520" y="45414"/>
                </a:lnTo>
                <a:lnTo>
                  <a:pt x="1102789" y="45656"/>
                </a:lnTo>
                <a:lnTo>
                  <a:pt x="1103054" y="45883"/>
                </a:lnTo>
                <a:lnTo>
                  <a:pt x="1103315" y="46096"/>
                </a:lnTo>
                <a:lnTo>
                  <a:pt x="1103573" y="46295"/>
                </a:lnTo>
                <a:lnTo>
                  <a:pt x="1103828" y="46480"/>
                </a:lnTo>
                <a:lnTo>
                  <a:pt x="1104080" y="46652"/>
                </a:lnTo>
                <a:lnTo>
                  <a:pt x="1104329" y="46811"/>
                </a:lnTo>
                <a:lnTo>
                  <a:pt x="1104576" y="46958"/>
                </a:lnTo>
                <a:lnTo>
                  <a:pt x="1104821" y="47092"/>
                </a:lnTo>
                <a:lnTo>
                  <a:pt x="1105064" y="47215"/>
                </a:lnTo>
                <a:lnTo>
                  <a:pt x="1105305" y="47325"/>
                </a:lnTo>
                <a:lnTo>
                  <a:pt x="1105546" y="47424"/>
                </a:lnTo>
                <a:lnTo>
                  <a:pt x="1105785" y="47513"/>
                </a:lnTo>
                <a:lnTo>
                  <a:pt x="1106023" y="47590"/>
                </a:lnTo>
                <a:lnTo>
                  <a:pt x="1106261" y="47658"/>
                </a:lnTo>
                <a:lnTo>
                  <a:pt x="1106499" y="47715"/>
                </a:lnTo>
                <a:lnTo>
                  <a:pt x="1106736" y="47762"/>
                </a:lnTo>
                <a:lnTo>
                  <a:pt x="1106974" y="47801"/>
                </a:lnTo>
                <a:lnTo>
                  <a:pt x="1107213" y="47830"/>
                </a:lnTo>
                <a:lnTo>
                  <a:pt x="1107452" y="47850"/>
                </a:lnTo>
                <a:lnTo>
                  <a:pt x="1107692" y="47862"/>
                </a:lnTo>
                <a:lnTo>
                  <a:pt x="1107934" y="47866"/>
                </a:lnTo>
                <a:lnTo>
                  <a:pt x="1108374" y="47853"/>
                </a:lnTo>
                <a:lnTo>
                  <a:pt x="1108800" y="47814"/>
                </a:lnTo>
                <a:lnTo>
                  <a:pt x="1109211" y="47749"/>
                </a:lnTo>
                <a:lnTo>
                  <a:pt x="1109607" y="47659"/>
                </a:lnTo>
                <a:lnTo>
                  <a:pt x="1109988" y="47544"/>
                </a:lnTo>
                <a:lnTo>
                  <a:pt x="1110353" y="47405"/>
                </a:lnTo>
                <a:lnTo>
                  <a:pt x="1110701" y="47241"/>
                </a:lnTo>
                <a:lnTo>
                  <a:pt x="1111032" y="47054"/>
                </a:lnTo>
                <a:lnTo>
                  <a:pt x="1111347" y="46844"/>
                </a:lnTo>
                <a:lnTo>
                  <a:pt x="1111644" y="46611"/>
                </a:lnTo>
                <a:lnTo>
                  <a:pt x="1111923" y="46355"/>
                </a:lnTo>
                <a:lnTo>
                  <a:pt x="1112184" y="46077"/>
                </a:lnTo>
                <a:lnTo>
                  <a:pt x="1112426" y="45777"/>
                </a:lnTo>
                <a:lnTo>
                  <a:pt x="1112649" y="45456"/>
                </a:lnTo>
                <a:lnTo>
                  <a:pt x="1112853" y="45114"/>
                </a:lnTo>
                <a:lnTo>
                  <a:pt x="1113037" y="44751"/>
                </a:lnTo>
                <a:lnTo>
                  <a:pt x="1113201" y="44369"/>
                </a:lnTo>
                <a:lnTo>
                  <a:pt x="1113344" y="43966"/>
                </a:lnTo>
                <a:lnTo>
                  <a:pt x="1113466" y="43544"/>
                </a:lnTo>
                <a:lnTo>
                  <a:pt x="1113567" y="43103"/>
                </a:lnTo>
                <a:lnTo>
                  <a:pt x="1113647" y="42643"/>
                </a:lnTo>
                <a:lnTo>
                  <a:pt x="1113704" y="42165"/>
                </a:lnTo>
                <a:lnTo>
                  <a:pt x="1113738" y="41669"/>
                </a:lnTo>
                <a:lnTo>
                  <a:pt x="1113750" y="41156"/>
                </a:lnTo>
                <a:lnTo>
                  <a:pt x="1113733" y="40551"/>
                </a:lnTo>
                <a:lnTo>
                  <a:pt x="1113685" y="39967"/>
                </a:lnTo>
                <a:lnTo>
                  <a:pt x="1113605" y="39404"/>
                </a:lnTo>
                <a:lnTo>
                  <a:pt x="1113494" y="38863"/>
                </a:lnTo>
                <a:lnTo>
                  <a:pt x="1113353" y="38343"/>
                </a:lnTo>
                <a:lnTo>
                  <a:pt x="1113181" y="37846"/>
                </a:lnTo>
                <a:lnTo>
                  <a:pt x="1112980" y="37372"/>
                </a:lnTo>
                <a:lnTo>
                  <a:pt x="1112750" y="36921"/>
                </a:lnTo>
                <a:lnTo>
                  <a:pt x="1112492" y="36494"/>
                </a:lnTo>
                <a:lnTo>
                  <a:pt x="1112205" y="36091"/>
                </a:lnTo>
                <a:lnTo>
                  <a:pt x="1111891" y="35713"/>
                </a:lnTo>
                <a:lnTo>
                  <a:pt x="1111550" y="35360"/>
                </a:lnTo>
                <a:lnTo>
                  <a:pt x="1111183" y="35033"/>
                </a:lnTo>
                <a:lnTo>
                  <a:pt x="1110790" y="34732"/>
                </a:lnTo>
                <a:lnTo>
                  <a:pt x="1110372" y="34457"/>
                </a:lnTo>
                <a:lnTo>
                  <a:pt x="1109928" y="34210"/>
                </a:lnTo>
                <a:lnTo>
                  <a:pt x="1109461" y="33989"/>
                </a:lnTo>
                <a:lnTo>
                  <a:pt x="1108969" y="33797"/>
                </a:lnTo>
                <a:lnTo>
                  <a:pt x="1108455" y="33633"/>
                </a:lnTo>
                <a:lnTo>
                  <a:pt x="1107917" y="33498"/>
                </a:lnTo>
                <a:lnTo>
                  <a:pt x="1107357" y="33392"/>
                </a:lnTo>
                <a:lnTo>
                  <a:pt x="1106776" y="33315"/>
                </a:lnTo>
                <a:lnTo>
                  <a:pt x="1106173" y="33269"/>
                </a:lnTo>
                <a:lnTo>
                  <a:pt x="1105549" y="33254"/>
                </a:lnTo>
                <a:lnTo>
                  <a:pt x="1104777" y="33271"/>
                </a:lnTo>
                <a:lnTo>
                  <a:pt x="1104024" y="33325"/>
                </a:lnTo>
                <a:lnTo>
                  <a:pt x="1103288" y="33416"/>
                </a:lnTo>
                <a:lnTo>
                  <a:pt x="1102567" y="33547"/>
                </a:lnTo>
                <a:lnTo>
                  <a:pt x="1101858" y="33719"/>
                </a:lnTo>
                <a:lnTo>
                  <a:pt x="1101159" y="33934"/>
                </a:lnTo>
                <a:lnTo>
                  <a:pt x="1100468" y="34195"/>
                </a:lnTo>
                <a:lnTo>
                  <a:pt x="1099783" y="34502"/>
                </a:lnTo>
                <a:lnTo>
                  <a:pt x="1099100" y="34858"/>
                </a:lnTo>
                <a:lnTo>
                  <a:pt x="1098419" y="35265"/>
                </a:lnTo>
                <a:lnTo>
                  <a:pt x="1097736" y="35723"/>
                </a:lnTo>
                <a:lnTo>
                  <a:pt x="1097049" y="36236"/>
                </a:lnTo>
                <a:lnTo>
                  <a:pt x="1096355" y="36805"/>
                </a:lnTo>
                <a:lnTo>
                  <a:pt x="1095654" y="37432"/>
                </a:lnTo>
                <a:lnTo>
                  <a:pt x="1094941" y="38118"/>
                </a:lnTo>
                <a:lnTo>
                  <a:pt x="1094215" y="38865"/>
                </a:lnTo>
                <a:lnTo>
                  <a:pt x="1093474" y="39676"/>
                </a:lnTo>
                <a:lnTo>
                  <a:pt x="1092715" y="40551"/>
                </a:lnTo>
                <a:lnTo>
                  <a:pt x="1091935" y="41493"/>
                </a:lnTo>
                <a:lnTo>
                  <a:pt x="1091133" y="42504"/>
                </a:lnTo>
                <a:lnTo>
                  <a:pt x="1090307" y="43586"/>
                </a:lnTo>
                <a:lnTo>
                  <a:pt x="1089453" y="44739"/>
                </a:lnTo>
                <a:lnTo>
                  <a:pt x="1088569" y="45967"/>
                </a:lnTo>
                <a:lnTo>
                  <a:pt x="1087654" y="47270"/>
                </a:lnTo>
                <a:lnTo>
                  <a:pt x="1087654" y="33552"/>
                </a:lnTo>
                <a:lnTo>
                  <a:pt x="1086910" y="33254"/>
                </a:lnTo>
                <a:lnTo>
                  <a:pt x="1085881" y="33658"/>
                </a:lnTo>
                <a:lnTo>
                  <a:pt x="1084881" y="34050"/>
                </a:lnTo>
                <a:lnTo>
                  <a:pt x="1083906" y="34432"/>
                </a:lnTo>
                <a:lnTo>
                  <a:pt x="1082955" y="34803"/>
                </a:lnTo>
                <a:lnTo>
                  <a:pt x="1082025" y="35165"/>
                </a:lnTo>
                <a:lnTo>
                  <a:pt x="1081113" y="35519"/>
                </a:lnTo>
                <a:lnTo>
                  <a:pt x="1080216" y="35864"/>
                </a:lnTo>
                <a:lnTo>
                  <a:pt x="1079332" y="36203"/>
                </a:lnTo>
                <a:lnTo>
                  <a:pt x="1078459" y="36536"/>
                </a:lnTo>
                <a:lnTo>
                  <a:pt x="1077593" y="36863"/>
                </a:lnTo>
                <a:lnTo>
                  <a:pt x="1076732" y="37185"/>
                </a:lnTo>
                <a:lnTo>
                  <a:pt x="1075874" y="37504"/>
                </a:lnTo>
                <a:lnTo>
                  <a:pt x="1075017" y="37819"/>
                </a:lnTo>
                <a:lnTo>
                  <a:pt x="1074156" y="38132"/>
                </a:lnTo>
                <a:lnTo>
                  <a:pt x="1073290" y="38444"/>
                </a:lnTo>
                <a:lnTo>
                  <a:pt x="1072417" y="38755"/>
                </a:lnTo>
                <a:lnTo>
                  <a:pt x="1071533" y="39065"/>
                </a:lnTo>
                <a:lnTo>
                  <a:pt x="1070636" y="39377"/>
                </a:lnTo>
                <a:lnTo>
                  <a:pt x="1069724" y="39690"/>
                </a:lnTo>
                <a:lnTo>
                  <a:pt x="1068794" y="40005"/>
                </a:lnTo>
                <a:lnTo>
                  <a:pt x="1067842" y="40324"/>
                </a:lnTo>
                <a:lnTo>
                  <a:pt x="1066868" y="40647"/>
                </a:lnTo>
                <a:lnTo>
                  <a:pt x="1065868" y="40974"/>
                </a:lnTo>
                <a:lnTo>
                  <a:pt x="1064839" y="41306"/>
                </a:lnTo>
                <a:lnTo>
                  <a:pt x="1064839" y="43691"/>
                </a:lnTo>
                <a:lnTo>
                  <a:pt x="1065096" y="43637"/>
                </a:lnTo>
                <a:lnTo>
                  <a:pt x="1065346" y="43585"/>
                </a:lnTo>
                <a:lnTo>
                  <a:pt x="1065590" y="43537"/>
                </a:lnTo>
                <a:lnTo>
                  <a:pt x="1065827" y="43492"/>
                </a:lnTo>
                <a:lnTo>
                  <a:pt x="1066058" y="43449"/>
                </a:lnTo>
                <a:lnTo>
                  <a:pt x="1066284" y="43410"/>
                </a:lnTo>
                <a:lnTo>
                  <a:pt x="1066506" y="43373"/>
                </a:lnTo>
                <a:lnTo>
                  <a:pt x="1066723" y="43338"/>
                </a:lnTo>
                <a:lnTo>
                  <a:pt x="1066937" y="43306"/>
                </a:lnTo>
                <a:lnTo>
                  <a:pt x="1067148" y="43277"/>
                </a:lnTo>
                <a:lnTo>
                  <a:pt x="1067356" y="43250"/>
                </a:lnTo>
                <a:lnTo>
                  <a:pt x="1067562" y="43226"/>
                </a:lnTo>
                <a:lnTo>
                  <a:pt x="1067766" y="43203"/>
                </a:lnTo>
                <a:lnTo>
                  <a:pt x="1067969" y="43184"/>
                </a:lnTo>
                <a:lnTo>
                  <a:pt x="1068172" y="43166"/>
                </a:lnTo>
                <a:lnTo>
                  <a:pt x="1068375" y="43150"/>
                </a:lnTo>
                <a:lnTo>
                  <a:pt x="1068578" y="43137"/>
                </a:lnTo>
                <a:lnTo>
                  <a:pt x="1068782" y="43125"/>
                </a:lnTo>
                <a:lnTo>
                  <a:pt x="1068988" y="43116"/>
                </a:lnTo>
                <a:lnTo>
                  <a:pt x="1069196" y="43108"/>
                </a:lnTo>
                <a:lnTo>
                  <a:pt x="1069407" y="43102"/>
                </a:lnTo>
                <a:lnTo>
                  <a:pt x="1069620" y="43098"/>
                </a:lnTo>
                <a:lnTo>
                  <a:pt x="1069837" y="43096"/>
                </a:lnTo>
                <a:lnTo>
                  <a:pt x="1070059" y="43095"/>
                </a:lnTo>
                <a:lnTo>
                  <a:pt x="1070512" y="43107"/>
                </a:lnTo>
                <a:lnTo>
                  <a:pt x="1070941" y="43146"/>
                </a:lnTo>
                <a:lnTo>
                  <a:pt x="1071347" y="43210"/>
                </a:lnTo>
                <a:lnTo>
                  <a:pt x="1071728" y="43302"/>
                </a:lnTo>
                <a:lnTo>
                  <a:pt x="1072087" y="43422"/>
                </a:lnTo>
                <a:lnTo>
                  <a:pt x="1072423" y="43570"/>
                </a:lnTo>
                <a:lnTo>
                  <a:pt x="1072737" y="43748"/>
                </a:lnTo>
                <a:lnTo>
                  <a:pt x="1073029" y="43957"/>
                </a:lnTo>
                <a:lnTo>
                  <a:pt x="1073301" y="44196"/>
                </a:lnTo>
                <a:lnTo>
                  <a:pt x="1073551" y="44467"/>
                </a:lnTo>
                <a:lnTo>
                  <a:pt x="1073781" y="44771"/>
                </a:lnTo>
                <a:lnTo>
                  <a:pt x="1073991" y="45108"/>
                </a:lnTo>
                <a:lnTo>
                  <a:pt x="1074182" y="45480"/>
                </a:lnTo>
                <a:lnTo>
                  <a:pt x="1074354" y="45886"/>
                </a:lnTo>
                <a:lnTo>
                  <a:pt x="1074507" y="46328"/>
                </a:lnTo>
                <a:lnTo>
                  <a:pt x="1074642" y="46806"/>
                </a:lnTo>
                <a:lnTo>
                  <a:pt x="1074760" y="47322"/>
                </a:lnTo>
                <a:lnTo>
                  <a:pt x="1074860" y="47876"/>
                </a:lnTo>
                <a:lnTo>
                  <a:pt x="1074944" y="48469"/>
                </a:lnTo>
                <a:lnTo>
                  <a:pt x="1075011" y="49101"/>
                </a:lnTo>
                <a:lnTo>
                  <a:pt x="1075063" y="49774"/>
                </a:lnTo>
                <a:lnTo>
                  <a:pt x="1075100" y="50487"/>
                </a:lnTo>
                <a:lnTo>
                  <a:pt x="1075121" y="51243"/>
                </a:lnTo>
                <a:lnTo>
                  <a:pt x="1075128" y="52041"/>
                </a:lnTo>
                <a:lnTo>
                  <a:pt x="1075128" y="89320"/>
                </a:lnTo>
                <a:lnTo>
                  <a:pt x="1075087" y="90255"/>
                </a:lnTo>
                <a:lnTo>
                  <a:pt x="1075037" y="91120"/>
                </a:lnTo>
                <a:lnTo>
                  <a:pt x="1074973" y="91922"/>
                </a:lnTo>
                <a:lnTo>
                  <a:pt x="1074893" y="92661"/>
                </a:lnTo>
                <a:lnTo>
                  <a:pt x="1074793" y="93343"/>
                </a:lnTo>
                <a:lnTo>
                  <a:pt x="1074669" y="93969"/>
                </a:lnTo>
                <a:lnTo>
                  <a:pt x="1074519" y="94544"/>
                </a:lnTo>
                <a:lnTo>
                  <a:pt x="1074339" y="95070"/>
                </a:lnTo>
                <a:lnTo>
                  <a:pt x="1074124" y="95552"/>
                </a:lnTo>
                <a:lnTo>
                  <a:pt x="1073873" y="95991"/>
                </a:lnTo>
                <a:lnTo>
                  <a:pt x="1073582" y="96392"/>
                </a:lnTo>
                <a:lnTo>
                  <a:pt x="1073246" y="96758"/>
                </a:lnTo>
                <a:lnTo>
                  <a:pt x="1072863" y="97093"/>
                </a:lnTo>
                <a:lnTo>
                  <a:pt x="1072429" y="97398"/>
                </a:lnTo>
                <a:lnTo>
                  <a:pt x="1071941" y="97679"/>
                </a:lnTo>
                <a:lnTo>
                  <a:pt x="1071395" y="97937"/>
                </a:lnTo>
                <a:lnTo>
                  <a:pt x="1070788" y="98177"/>
                </a:lnTo>
                <a:lnTo>
                  <a:pt x="1070117" y="98401"/>
                </a:lnTo>
                <a:lnTo>
                  <a:pt x="1069377" y="98613"/>
                </a:lnTo>
                <a:lnTo>
                  <a:pt x="1068567" y="98817"/>
                </a:lnTo>
                <a:lnTo>
                  <a:pt x="1067681" y="99015"/>
                </a:lnTo>
                <a:lnTo>
                  <a:pt x="1066717" y="99211"/>
                </a:lnTo>
                <a:lnTo>
                  <a:pt x="1065672" y="99408"/>
                </a:lnTo>
                <a:lnTo>
                  <a:pt x="1064541" y="99609"/>
                </a:lnTo>
                <a:lnTo>
                  <a:pt x="1064541" y="101846"/>
                </a:lnTo>
                <a:lnTo>
                  <a:pt x="1100330" y="101846"/>
                </a:lnTo>
                <a:lnTo>
                  <a:pt x="1100330" y="99609"/>
                </a:lnTo>
                <a:lnTo>
                  <a:pt x="1099120" y="99562"/>
                </a:lnTo>
                <a:lnTo>
                  <a:pt x="1097987" y="99495"/>
                </a:lnTo>
                <a:lnTo>
                  <a:pt x="1096929" y="99404"/>
                </a:lnTo>
                <a:close/>
                <a:moveTo>
                  <a:pt x="1583197" y="99404"/>
                </a:moveTo>
                <a:lnTo>
                  <a:pt x="1582211" y="99289"/>
                </a:lnTo>
                <a:lnTo>
                  <a:pt x="1581294" y="99146"/>
                </a:lnTo>
                <a:lnTo>
                  <a:pt x="1580445" y="98974"/>
                </a:lnTo>
                <a:lnTo>
                  <a:pt x="1579660" y="98770"/>
                </a:lnTo>
                <a:lnTo>
                  <a:pt x="1578938" y="98533"/>
                </a:lnTo>
                <a:lnTo>
                  <a:pt x="1578275" y="98260"/>
                </a:lnTo>
                <a:lnTo>
                  <a:pt x="1577671" y="97949"/>
                </a:lnTo>
                <a:lnTo>
                  <a:pt x="1577122" y="97598"/>
                </a:lnTo>
                <a:lnTo>
                  <a:pt x="1576625" y="97206"/>
                </a:lnTo>
                <a:lnTo>
                  <a:pt x="1576180" y="96768"/>
                </a:lnTo>
                <a:lnTo>
                  <a:pt x="1575782" y="96285"/>
                </a:lnTo>
                <a:lnTo>
                  <a:pt x="1575430" y="95753"/>
                </a:lnTo>
                <a:lnTo>
                  <a:pt x="1575121" y="95170"/>
                </a:lnTo>
                <a:lnTo>
                  <a:pt x="1574853" y="94534"/>
                </a:lnTo>
                <a:lnTo>
                  <a:pt x="1574624" y="93844"/>
                </a:lnTo>
                <a:lnTo>
                  <a:pt x="1574430" y="93096"/>
                </a:lnTo>
                <a:lnTo>
                  <a:pt x="1574271" y="92289"/>
                </a:lnTo>
                <a:lnTo>
                  <a:pt x="1574143" y="91421"/>
                </a:lnTo>
                <a:lnTo>
                  <a:pt x="1574044" y="90489"/>
                </a:lnTo>
                <a:lnTo>
                  <a:pt x="1573971" y="89491"/>
                </a:lnTo>
                <a:lnTo>
                  <a:pt x="1573922" y="88426"/>
                </a:lnTo>
                <a:lnTo>
                  <a:pt x="1573922" y="54876"/>
                </a:lnTo>
                <a:lnTo>
                  <a:pt x="1573954" y="54266"/>
                </a:lnTo>
                <a:lnTo>
                  <a:pt x="1574048" y="53633"/>
                </a:lnTo>
                <a:lnTo>
                  <a:pt x="1574200" y="52980"/>
                </a:lnTo>
                <a:lnTo>
                  <a:pt x="1574406" y="52313"/>
                </a:lnTo>
                <a:lnTo>
                  <a:pt x="1574662" y="51636"/>
                </a:lnTo>
                <a:lnTo>
                  <a:pt x="1574966" y="50952"/>
                </a:lnTo>
                <a:lnTo>
                  <a:pt x="1575314" y="50267"/>
                </a:lnTo>
                <a:lnTo>
                  <a:pt x="1575701" y="49585"/>
                </a:lnTo>
                <a:lnTo>
                  <a:pt x="1576124" y="48910"/>
                </a:lnTo>
                <a:lnTo>
                  <a:pt x="1576581" y="48246"/>
                </a:lnTo>
                <a:lnTo>
                  <a:pt x="1577066" y="47599"/>
                </a:lnTo>
                <a:lnTo>
                  <a:pt x="1577576" y="46972"/>
                </a:lnTo>
                <a:lnTo>
                  <a:pt x="1578108" y="46371"/>
                </a:lnTo>
                <a:lnTo>
                  <a:pt x="1578659" y="45798"/>
                </a:lnTo>
                <a:lnTo>
                  <a:pt x="1579224" y="45259"/>
                </a:lnTo>
                <a:lnTo>
                  <a:pt x="1579799" y="44758"/>
                </a:lnTo>
                <a:lnTo>
                  <a:pt x="1580382" y="44300"/>
                </a:lnTo>
                <a:lnTo>
                  <a:pt x="1580969" y="43888"/>
                </a:lnTo>
                <a:lnTo>
                  <a:pt x="1581556" y="43528"/>
                </a:lnTo>
                <a:lnTo>
                  <a:pt x="1582139" y="43223"/>
                </a:lnTo>
                <a:lnTo>
                  <a:pt x="1582714" y="42978"/>
                </a:lnTo>
                <a:lnTo>
                  <a:pt x="1583279" y="42798"/>
                </a:lnTo>
                <a:lnTo>
                  <a:pt x="1583829" y="42687"/>
                </a:lnTo>
                <a:lnTo>
                  <a:pt x="1584362" y="42649"/>
                </a:lnTo>
                <a:lnTo>
                  <a:pt x="1584476" y="42653"/>
                </a:lnTo>
                <a:lnTo>
                  <a:pt x="1584594" y="42664"/>
                </a:lnTo>
                <a:lnTo>
                  <a:pt x="1584718" y="42684"/>
                </a:lnTo>
                <a:lnTo>
                  <a:pt x="1584845" y="42711"/>
                </a:lnTo>
                <a:lnTo>
                  <a:pt x="1584977" y="42746"/>
                </a:lnTo>
                <a:lnTo>
                  <a:pt x="1585114" y="42788"/>
                </a:lnTo>
                <a:lnTo>
                  <a:pt x="1585255" y="42839"/>
                </a:lnTo>
                <a:lnTo>
                  <a:pt x="1585400" y="42897"/>
                </a:lnTo>
                <a:lnTo>
                  <a:pt x="1585549" y="42963"/>
                </a:lnTo>
                <a:lnTo>
                  <a:pt x="1585702" y="43037"/>
                </a:lnTo>
                <a:lnTo>
                  <a:pt x="1585859" y="43118"/>
                </a:lnTo>
                <a:lnTo>
                  <a:pt x="1586020" y="43207"/>
                </a:lnTo>
                <a:lnTo>
                  <a:pt x="1586185" y="43304"/>
                </a:lnTo>
                <a:lnTo>
                  <a:pt x="1586354" y="43409"/>
                </a:lnTo>
                <a:lnTo>
                  <a:pt x="1586527" y="43522"/>
                </a:lnTo>
                <a:lnTo>
                  <a:pt x="1586703" y="43642"/>
                </a:lnTo>
                <a:lnTo>
                  <a:pt x="1586883" y="43770"/>
                </a:lnTo>
                <a:lnTo>
                  <a:pt x="1587067" y="43906"/>
                </a:lnTo>
                <a:lnTo>
                  <a:pt x="1587254" y="44050"/>
                </a:lnTo>
                <a:lnTo>
                  <a:pt x="1587444" y="44202"/>
                </a:lnTo>
                <a:lnTo>
                  <a:pt x="1587638" y="44361"/>
                </a:lnTo>
                <a:lnTo>
                  <a:pt x="1587835" y="44528"/>
                </a:lnTo>
                <a:lnTo>
                  <a:pt x="1588035" y="44703"/>
                </a:lnTo>
                <a:lnTo>
                  <a:pt x="1588239" y="44885"/>
                </a:lnTo>
                <a:lnTo>
                  <a:pt x="1588516" y="45157"/>
                </a:lnTo>
                <a:lnTo>
                  <a:pt x="1588789" y="45414"/>
                </a:lnTo>
                <a:lnTo>
                  <a:pt x="1589058" y="45656"/>
                </a:lnTo>
                <a:lnTo>
                  <a:pt x="1589322" y="45883"/>
                </a:lnTo>
                <a:lnTo>
                  <a:pt x="1589584" y="46096"/>
                </a:lnTo>
                <a:lnTo>
                  <a:pt x="1589841" y="46295"/>
                </a:lnTo>
                <a:lnTo>
                  <a:pt x="1590096" y="46480"/>
                </a:lnTo>
                <a:lnTo>
                  <a:pt x="1590348" y="46652"/>
                </a:lnTo>
                <a:lnTo>
                  <a:pt x="1590597" y="46811"/>
                </a:lnTo>
                <a:lnTo>
                  <a:pt x="1590844" y="46958"/>
                </a:lnTo>
                <a:lnTo>
                  <a:pt x="1591089" y="47092"/>
                </a:lnTo>
                <a:lnTo>
                  <a:pt x="1591332" y="47215"/>
                </a:lnTo>
                <a:lnTo>
                  <a:pt x="1591574" y="47325"/>
                </a:lnTo>
                <a:lnTo>
                  <a:pt x="1591814" y="47424"/>
                </a:lnTo>
                <a:lnTo>
                  <a:pt x="1592053" y="47513"/>
                </a:lnTo>
                <a:lnTo>
                  <a:pt x="1592292" y="47590"/>
                </a:lnTo>
                <a:lnTo>
                  <a:pt x="1592530" y="47658"/>
                </a:lnTo>
                <a:lnTo>
                  <a:pt x="1592767" y="47715"/>
                </a:lnTo>
                <a:lnTo>
                  <a:pt x="1593005" y="47762"/>
                </a:lnTo>
                <a:lnTo>
                  <a:pt x="1593243" y="47801"/>
                </a:lnTo>
                <a:lnTo>
                  <a:pt x="1593481" y="47830"/>
                </a:lnTo>
                <a:lnTo>
                  <a:pt x="1593720" y="47850"/>
                </a:lnTo>
                <a:lnTo>
                  <a:pt x="1593961" y="47862"/>
                </a:lnTo>
                <a:lnTo>
                  <a:pt x="1594202" y="47866"/>
                </a:lnTo>
                <a:lnTo>
                  <a:pt x="1594643" y="47853"/>
                </a:lnTo>
                <a:lnTo>
                  <a:pt x="1595069" y="47814"/>
                </a:lnTo>
                <a:lnTo>
                  <a:pt x="1595480" y="47749"/>
                </a:lnTo>
                <a:lnTo>
                  <a:pt x="1595876" y="47659"/>
                </a:lnTo>
                <a:lnTo>
                  <a:pt x="1596256" y="47544"/>
                </a:lnTo>
                <a:lnTo>
                  <a:pt x="1596621" y="47405"/>
                </a:lnTo>
                <a:lnTo>
                  <a:pt x="1596969" y="47241"/>
                </a:lnTo>
                <a:lnTo>
                  <a:pt x="1597301" y="47054"/>
                </a:lnTo>
                <a:lnTo>
                  <a:pt x="1597615" y="46844"/>
                </a:lnTo>
                <a:lnTo>
                  <a:pt x="1597912" y="46611"/>
                </a:lnTo>
                <a:lnTo>
                  <a:pt x="1598191" y="46355"/>
                </a:lnTo>
                <a:lnTo>
                  <a:pt x="1598452" y="46077"/>
                </a:lnTo>
                <a:lnTo>
                  <a:pt x="1598695" y="45777"/>
                </a:lnTo>
                <a:lnTo>
                  <a:pt x="1598918" y="45456"/>
                </a:lnTo>
                <a:lnTo>
                  <a:pt x="1599122" y="45114"/>
                </a:lnTo>
                <a:lnTo>
                  <a:pt x="1599306" y="44751"/>
                </a:lnTo>
                <a:lnTo>
                  <a:pt x="1599469" y="44369"/>
                </a:lnTo>
                <a:lnTo>
                  <a:pt x="1599613" y="43966"/>
                </a:lnTo>
                <a:lnTo>
                  <a:pt x="1599735" y="43544"/>
                </a:lnTo>
                <a:lnTo>
                  <a:pt x="1599836" y="43103"/>
                </a:lnTo>
                <a:lnTo>
                  <a:pt x="1599915" y="42643"/>
                </a:lnTo>
                <a:lnTo>
                  <a:pt x="1599972" y="42165"/>
                </a:lnTo>
                <a:lnTo>
                  <a:pt x="1600007" y="41669"/>
                </a:lnTo>
                <a:lnTo>
                  <a:pt x="1600018" y="41156"/>
                </a:lnTo>
                <a:lnTo>
                  <a:pt x="1600002" y="40551"/>
                </a:lnTo>
                <a:lnTo>
                  <a:pt x="1599954" y="39967"/>
                </a:lnTo>
                <a:lnTo>
                  <a:pt x="1599874" y="39404"/>
                </a:lnTo>
                <a:lnTo>
                  <a:pt x="1599763" y="38863"/>
                </a:lnTo>
                <a:lnTo>
                  <a:pt x="1599621" y="38343"/>
                </a:lnTo>
                <a:lnTo>
                  <a:pt x="1599450" y="37846"/>
                </a:lnTo>
                <a:lnTo>
                  <a:pt x="1599249" y="37372"/>
                </a:lnTo>
                <a:lnTo>
                  <a:pt x="1599019" y="36921"/>
                </a:lnTo>
                <a:lnTo>
                  <a:pt x="1598760" y="36494"/>
                </a:lnTo>
                <a:lnTo>
                  <a:pt x="1598474" y="36091"/>
                </a:lnTo>
                <a:lnTo>
                  <a:pt x="1598160" y="35713"/>
                </a:lnTo>
                <a:lnTo>
                  <a:pt x="1597819" y="35360"/>
                </a:lnTo>
                <a:lnTo>
                  <a:pt x="1597452" y="35033"/>
                </a:lnTo>
                <a:lnTo>
                  <a:pt x="1597059" y="34732"/>
                </a:lnTo>
                <a:lnTo>
                  <a:pt x="1596640" y="34457"/>
                </a:lnTo>
                <a:lnTo>
                  <a:pt x="1596197" y="34210"/>
                </a:lnTo>
                <a:lnTo>
                  <a:pt x="1595729" y="33989"/>
                </a:lnTo>
                <a:lnTo>
                  <a:pt x="1595238" y="33797"/>
                </a:lnTo>
                <a:lnTo>
                  <a:pt x="1594723" y="33633"/>
                </a:lnTo>
                <a:lnTo>
                  <a:pt x="1594185" y="33498"/>
                </a:lnTo>
                <a:lnTo>
                  <a:pt x="1593626" y="33392"/>
                </a:lnTo>
                <a:lnTo>
                  <a:pt x="1593044" y="33315"/>
                </a:lnTo>
                <a:lnTo>
                  <a:pt x="1592441" y="33269"/>
                </a:lnTo>
                <a:lnTo>
                  <a:pt x="1591818" y="33254"/>
                </a:lnTo>
                <a:lnTo>
                  <a:pt x="1591045" y="33271"/>
                </a:lnTo>
                <a:lnTo>
                  <a:pt x="1590292" y="33325"/>
                </a:lnTo>
                <a:lnTo>
                  <a:pt x="1589556" y="33416"/>
                </a:lnTo>
                <a:lnTo>
                  <a:pt x="1588835" y="33547"/>
                </a:lnTo>
                <a:lnTo>
                  <a:pt x="1588126" y="33719"/>
                </a:lnTo>
                <a:lnTo>
                  <a:pt x="1587428" y="33934"/>
                </a:lnTo>
                <a:lnTo>
                  <a:pt x="1586737" y="34195"/>
                </a:lnTo>
                <a:lnTo>
                  <a:pt x="1586051" y="34502"/>
                </a:lnTo>
                <a:lnTo>
                  <a:pt x="1585369" y="34858"/>
                </a:lnTo>
                <a:lnTo>
                  <a:pt x="1584687" y="35265"/>
                </a:lnTo>
                <a:lnTo>
                  <a:pt x="1584004" y="35723"/>
                </a:lnTo>
                <a:lnTo>
                  <a:pt x="1583317" y="36236"/>
                </a:lnTo>
                <a:lnTo>
                  <a:pt x="1582624" y="36805"/>
                </a:lnTo>
                <a:lnTo>
                  <a:pt x="1581922" y="37432"/>
                </a:lnTo>
                <a:lnTo>
                  <a:pt x="1581210" y="38118"/>
                </a:lnTo>
                <a:lnTo>
                  <a:pt x="1580484" y="38865"/>
                </a:lnTo>
                <a:lnTo>
                  <a:pt x="1579742" y="39676"/>
                </a:lnTo>
                <a:lnTo>
                  <a:pt x="1578983" y="40551"/>
                </a:lnTo>
                <a:lnTo>
                  <a:pt x="1578204" y="41493"/>
                </a:lnTo>
                <a:lnTo>
                  <a:pt x="1577402" y="42504"/>
                </a:lnTo>
                <a:lnTo>
                  <a:pt x="1576575" y="43586"/>
                </a:lnTo>
                <a:lnTo>
                  <a:pt x="1575721" y="44739"/>
                </a:lnTo>
                <a:lnTo>
                  <a:pt x="1574838" y="45967"/>
                </a:lnTo>
                <a:lnTo>
                  <a:pt x="1573922" y="47270"/>
                </a:lnTo>
                <a:lnTo>
                  <a:pt x="1573922" y="33552"/>
                </a:lnTo>
                <a:lnTo>
                  <a:pt x="1573178" y="33254"/>
                </a:lnTo>
                <a:lnTo>
                  <a:pt x="1572150" y="33658"/>
                </a:lnTo>
                <a:lnTo>
                  <a:pt x="1571149" y="34050"/>
                </a:lnTo>
                <a:lnTo>
                  <a:pt x="1570175" y="34432"/>
                </a:lnTo>
                <a:lnTo>
                  <a:pt x="1569224" y="34803"/>
                </a:lnTo>
                <a:lnTo>
                  <a:pt x="1568293" y="35165"/>
                </a:lnTo>
                <a:lnTo>
                  <a:pt x="1567381" y="35519"/>
                </a:lnTo>
                <a:lnTo>
                  <a:pt x="1566484" y="35864"/>
                </a:lnTo>
                <a:lnTo>
                  <a:pt x="1565601" y="36203"/>
                </a:lnTo>
                <a:lnTo>
                  <a:pt x="1564727" y="36536"/>
                </a:lnTo>
                <a:lnTo>
                  <a:pt x="1563861" y="36863"/>
                </a:lnTo>
                <a:lnTo>
                  <a:pt x="1563001" y="37185"/>
                </a:lnTo>
                <a:lnTo>
                  <a:pt x="1562143" y="37504"/>
                </a:lnTo>
                <a:lnTo>
                  <a:pt x="1561285" y="37819"/>
                </a:lnTo>
                <a:lnTo>
                  <a:pt x="1560424" y="38132"/>
                </a:lnTo>
                <a:lnTo>
                  <a:pt x="1559559" y="38444"/>
                </a:lnTo>
                <a:lnTo>
                  <a:pt x="1558685" y="38755"/>
                </a:lnTo>
                <a:lnTo>
                  <a:pt x="1557801" y="39065"/>
                </a:lnTo>
                <a:lnTo>
                  <a:pt x="1556905" y="39377"/>
                </a:lnTo>
                <a:lnTo>
                  <a:pt x="1555992" y="39690"/>
                </a:lnTo>
                <a:lnTo>
                  <a:pt x="1555062" y="40005"/>
                </a:lnTo>
                <a:lnTo>
                  <a:pt x="1554111" y="40324"/>
                </a:lnTo>
                <a:lnTo>
                  <a:pt x="1553137" y="40647"/>
                </a:lnTo>
                <a:lnTo>
                  <a:pt x="1552136" y="40974"/>
                </a:lnTo>
                <a:lnTo>
                  <a:pt x="1551108" y="41306"/>
                </a:lnTo>
                <a:lnTo>
                  <a:pt x="1551108" y="43691"/>
                </a:lnTo>
                <a:lnTo>
                  <a:pt x="1551365" y="43637"/>
                </a:lnTo>
                <a:lnTo>
                  <a:pt x="1551615" y="43585"/>
                </a:lnTo>
                <a:lnTo>
                  <a:pt x="1551858" y="43537"/>
                </a:lnTo>
                <a:lnTo>
                  <a:pt x="1552095" y="43492"/>
                </a:lnTo>
                <a:lnTo>
                  <a:pt x="1552327" y="43449"/>
                </a:lnTo>
                <a:lnTo>
                  <a:pt x="1552553" y="43410"/>
                </a:lnTo>
                <a:lnTo>
                  <a:pt x="1552774" y="43373"/>
                </a:lnTo>
                <a:lnTo>
                  <a:pt x="1552992" y="43338"/>
                </a:lnTo>
                <a:lnTo>
                  <a:pt x="1553205" y="43306"/>
                </a:lnTo>
                <a:lnTo>
                  <a:pt x="1553416" y="43277"/>
                </a:lnTo>
                <a:lnTo>
                  <a:pt x="1553624" y="43250"/>
                </a:lnTo>
                <a:lnTo>
                  <a:pt x="1553830" y="43226"/>
                </a:lnTo>
                <a:lnTo>
                  <a:pt x="1554034" y="43203"/>
                </a:lnTo>
                <a:lnTo>
                  <a:pt x="1554238" y="43184"/>
                </a:lnTo>
                <a:lnTo>
                  <a:pt x="1554441" y="43166"/>
                </a:lnTo>
                <a:lnTo>
                  <a:pt x="1554643" y="43150"/>
                </a:lnTo>
                <a:lnTo>
                  <a:pt x="1554847" y="43137"/>
                </a:lnTo>
                <a:lnTo>
                  <a:pt x="1555051" y="43125"/>
                </a:lnTo>
                <a:lnTo>
                  <a:pt x="1555257" y="43116"/>
                </a:lnTo>
                <a:lnTo>
                  <a:pt x="1555465" y="43108"/>
                </a:lnTo>
                <a:lnTo>
                  <a:pt x="1555675" y="43102"/>
                </a:lnTo>
                <a:lnTo>
                  <a:pt x="1555889" y="43098"/>
                </a:lnTo>
                <a:lnTo>
                  <a:pt x="1556106" y="43096"/>
                </a:lnTo>
                <a:lnTo>
                  <a:pt x="1556327" y="43095"/>
                </a:lnTo>
                <a:lnTo>
                  <a:pt x="1556781" y="43107"/>
                </a:lnTo>
                <a:lnTo>
                  <a:pt x="1557210" y="43146"/>
                </a:lnTo>
                <a:lnTo>
                  <a:pt x="1557615" y="43210"/>
                </a:lnTo>
                <a:lnTo>
                  <a:pt x="1557997" y="43302"/>
                </a:lnTo>
                <a:lnTo>
                  <a:pt x="1558356" y="43422"/>
                </a:lnTo>
                <a:lnTo>
                  <a:pt x="1558692" y="43570"/>
                </a:lnTo>
                <a:lnTo>
                  <a:pt x="1559006" y="43748"/>
                </a:lnTo>
                <a:lnTo>
                  <a:pt x="1559298" y="43957"/>
                </a:lnTo>
                <a:lnTo>
                  <a:pt x="1559569" y="44196"/>
                </a:lnTo>
                <a:lnTo>
                  <a:pt x="1559819" y="44467"/>
                </a:lnTo>
                <a:lnTo>
                  <a:pt x="1560049" y="44771"/>
                </a:lnTo>
                <a:lnTo>
                  <a:pt x="1560260" y="45108"/>
                </a:lnTo>
                <a:lnTo>
                  <a:pt x="1560450" y="45480"/>
                </a:lnTo>
                <a:lnTo>
                  <a:pt x="1560622" y="45886"/>
                </a:lnTo>
                <a:lnTo>
                  <a:pt x="1560775" y="46328"/>
                </a:lnTo>
                <a:lnTo>
                  <a:pt x="1560911" y="46806"/>
                </a:lnTo>
                <a:lnTo>
                  <a:pt x="1561028" y="47322"/>
                </a:lnTo>
                <a:lnTo>
                  <a:pt x="1561129" y="47876"/>
                </a:lnTo>
                <a:lnTo>
                  <a:pt x="1561212" y="48469"/>
                </a:lnTo>
                <a:lnTo>
                  <a:pt x="1561280" y="49101"/>
                </a:lnTo>
                <a:lnTo>
                  <a:pt x="1561332" y="49774"/>
                </a:lnTo>
                <a:lnTo>
                  <a:pt x="1561368" y="50487"/>
                </a:lnTo>
                <a:lnTo>
                  <a:pt x="1561390" y="51243"/>
                </a:lnTo>
                <a:lnTo>
                  <a:pt x="1561397" y="52041"/>
                </a:lnTo>
                <a:lnTo>
                  <a:pt x="1561397" y="89320"/>
                </a:lnTo>
                <a:lnTo>
                  <a:pt x="1561356" y="90255"/>
                </a:lnTo>
                <a:lnTo>
                  <a:pt x="1561305" y="91120"/>
                </a:lnTo>
                <a:lnTo>
                  <a:pt x="1561241" y="91922"/>
                </a:lnTo>
                <a:lnTo>
                  <a:pt x="1561161" y="92661"/>
                </a:lnTo>
                <a:lnTo>
                  <a:pt x="1561061" y="93343"/>
                </a:lnTo>
                <a:lnTo>
                  <a:pt x="1560938" y="93969"/>
                </a:lnTo>
                <a:lnTo>
                  <a:pt x="1560788" y="94544"/>
                </a:lnTo>
                <a:lnTo>
                  <a:pt x="1560607" y="95070"/>
                </a:lnTo>
                <a:lnTo>
                  <a:pt x="1560393" y="95552"/>
                </a:lnTo>
                <a:lnTo>
                  <a:pt x="1560142" y="95991"/>
                </a:lnTo>
                <a:lnTo>
                  <a:pt x="1559850" y="96392"/>
                </a:lnTo>
                <a:lnTo>
                  <a:pt x="1559514" y="96758"/>
                </a:lnTo>
                <a:lnTo>
                  <a:pt x="1559131" y="97093"/>
                </a:lnTo>
                <a:lnTo>
                  <a:pt x="1558697" y="97398"/>
                </a:lnTo>
                <a:lnTo>
                  <a:pt x="1558209" y="97679"/>
                </a:lnTo>
                <a:lnTo>
                  <a:pt x="1557664" y="97937"/>
                </a:lnTo>
                <a:lnTo>
                  <a:pt x="1557057" y="98177"/>
                </a:lnTo>
                <a:lnTo>
                  <a:pt x="1556385" y="98401"/>
                </a:lnTo>
                <a:lnTo>
                  <a:pt x="1555646" y="98613"/>
                </a:lnTo>
                <a:lnTo>
                  <a:pt x="1554835" y="98817"/>
                </a:lnTo>
                <a:lnTo>
                  <a:pt x="1553950" y="99015"/>
                </a:lnTo>
                <a:lnTo>
                  <a:pt x="1552986" y="99211"/>
                </a:lnTo>
                <a:lnTo>
                  <a:pt x="1551940" y="99408"/>
                </a:lnTo>
                <a:lnTo>
                  <a:pt x="1550810" y="99609"/>
                </a:lnTo>
                <a:lnTo>
                  <a:pt x="1550810" y="101846"/>
                </a:lnTo>
                <a:lnTo>
                  <a:pt x="1586598" y="101846"/>
                </a:lnTo>
                <a:lnTo>
                  <a:pt x="1586598" y="99609"/>
                </a:lnTo>
                <a:lnTo>
                  <a:pt x="1585389" y="99562"/>
                </a:lnTo>
                <a:lnTo>
                  <a:pt x="1584256" y="99495"/>
                </a:lnTo>
                <a:lnTo>
                  <a:pt x="1583197" y="99404"/>
                </a:lnTo>
                <a:close/>
                <a:moveTo>
                  <a:pt x="1741815" y="99285"/>
                </a:moveTo>
                <a:lnTo>
                  <a:pt x="1740884" y="99146"/>
                </a:lnTo>
                <a:lnTo>
                  <a:pt x="1740032" y="98986"/>
                </a:lnTo>
                <a:lnTo>
                  <a:pt x="1739254" y="98799"/>
                </a:lnTo>
                <a:lnTo>
                  <a:pt x="1738547" y="98584"/>
                </a:lnTo>
                <a:lnTo>
                  <a:pt x="1737907" y="98335"/>
                </a:lnTo>
                <a:lnTo>
                  <a:pt x="1737332" y="98048"/>
                </a:lnTo>
                <a:lnTo>
                  <a:pt x="1736817" y="97721"/>
                </a:lnTo>
                <a:lnTo>
                  <a:pt x="1736360" y="97348"/>
                </a:lnTo>
                <a:lnTo>
                  <a:pt x="1735957" y="96927"/>
                </a:lnTo>
                <a:lnTo>
                  <a:pt x="1735604" y="96452"/>
                </a:lnTo>
                <a:lnTo>
                  <a:pt x="1735298" y="95921"/>
                </a:lnTo>
                <a:lnTo>
                  <a:pt x="1735036" y="95329"/>
                </a:lnTo>
                <a:lnTo>
                  <a:pt x="1734814" y="94673"/>
                </a:lnTo>
                <a:lnTo>
                  <a:pt x="1734629" y="93949"/>
                </a:lnTo>
                <a:lnTo>
                  <a:pt x="1734477" y="93152"/>
                </a:lnTo>
                <a:lnTo>
                  <a:pt x="1734355" y="92279"/>
                </a:lnTo>
                <a:lnTo>
                  <a:pt x="1734259" y="91327"/>
                </a:lnTo>
                <a:lnTo>
                  <a:pt x="1734187" y="90290"/>
                </a:lnTo>
                <a:lnTo>
                  <a:pt x="1734134" y="89165"/>
                </a:lnTo>
                <a:lnTo>
                  <a:pt x="1734097" y="87949"/>
                </a:lnTo>
                <a:lnTo>
                  <a:pt x="1734073" y="86638"/>
                </a:lnTo>
                <a:lnTo>
                  <a:pt x="1734073" y="33700"/>
                </a:lnTo>
                <a:lnTo>
                  <a:pt x="1733477" y="33254"/>
                </a:lnTo>
                <a:lnTo>
                  <a:pt x="1710364" y="41454"/>
                </a:lnTo>
                <a:lnTo>
                  <a:pt x="1710364" y="43691"/>
                </a:lnTo>
                <a:lnTo>
                  <a:pt x="1711559" y="43543"/>
                </a:lnTo>
                <a:lnTo>
                  <a:pt x="1711782" y="43507"/>
                </a:lnTo>
                <a:lnTo>
                  <a:pt x="1712006" y="43472"/>
                </a:lnTo>
                <a:lnTo>
                  <a:pt x="1712229" y="43438"/>
                </a:lnTo>
                <a:lnTo>
                  <a:pt x="1712452" y="43406"/>
                </a:lnTo>
                <a:lnTo>
                  <a:pt x="1712674" y="43376"/>
                </a:lnTo>
                <a:lnTo>
                  <a:pt x="1712895" y="43347"/>
                </a:lnTo>
                <a:lnTo>
                  <a:pt x="1713116" y="43320"/>
                </a:lnTo>
                <a:lnTo>
                  <a:pt x="1713336" y="43294"/>
                </a:lnTo>
                <a:lnTo>
                  <a:pt x="1713555" y="43270"/>
                </a:lnTo>
                <a:lnTo>
                  <a:pt x="1713773" y="43248"/>
                </a:lnTo>
                <a:lnTo>
                  <a:pt x="1713989" y="43227"/>
                </a:lnTo>
                <a:lnTo>
                  <a:pt x="1714204" y="43207"/>
                </a:lnTo>
                <a:lnTo>
                  <a:pt x="1714418" y="43189"/>
                </a:lnTo>
                <a:lnTo>
                  <a:pt x="1714630" y="43173"/>
                </a:lnTo>
                <a:lnTo>
                  <a:pt x="1714840" y="43158"/>
                </a:lnTo>
                <a:lnTo>
                  <a:pt x="1715048" y="43145"/>
                </a:lnTo>
                <a:lnTo>
                  <a:pt x="1715254" y="43133"/>
                </a:lnTo>
                <a:lnTo>
                  <a:pt x="1715458" y="43123"/>
                </a:lnTo>
                <a:lnTo>
                  <a:pt x="1715659" y="43114"/>
                </a:lnTo>
                <a:lnTo>
                  <a:pt x="1715859" y="43107"/>
                </a:lnTo>
                <a:lnTo>
                  <a:pt x="1716055" y="43102"/>
                </a:lnTo>
                <a:lnTo>
                  <a:pt x="1716249" y="43098"/>
                </a:lnTo>
                <a:lnTo>
                  <a:pt x="1716440" y="43096"/>
                </a:lnTo>
                <a:lnTo>
                  <a:pt x="1716628" y="43095"/>
                </a:lnTo>
                <a:lnTo>
                  <a:pt x="1717064" y="43107"/>
                </a:lnTo>
                <a:lnTo>
                  <a:pt x="1717477" y="43146"/>
                </a:lnTo>
                <a:lnTo>
                  <a:pt x="1717867" y="43210"/>
                </a:lnTo>
                <a:lnTo>
                  <a:pt x="1718235" y="43302"/>
                </a:lnTo>
                <a:lnTo>
                  <a:pt x="1718582" y="43422"/>
                </a:lnTo>
                <a:lnTo>
                  <a:pt x="1718907" y="43570"/>
                </a:lnTo>
                <a:lnTo>
                  <a:pt x="1719211" y="43748"/>
                </a:lnTo>
                <a:lnTo>
                  <a:pt x="1719494" y="43957"/>
                </a:lnTo>
                <a:lnTo>
                  <a:pt x="1719757" y="44196"/>
                </a:lnTo>
                <a:lnTo>
                  <a:pt x="1720001" y="44467"/>
                </a:lnTo>
                <a:lnTo>
                  <a:pt x="1720225" y="44771"/>
                </a:lnTo>
                <a:lnTo>
                  <a:pt x="1720430" y="45108"/>
                </a:lnTo>
                <a:lnTo>
                  <a:pt x="1720616" y="45480"/>
                </a:lnTo>
                <a:lnTo>
                  <a:pt x="1720784" y="45886"/>
                </a:lnTo>
                <a:lnTo>
                  <a:pt x="1720935" y="46328"/>
                </a:lnTo>
                <a:lnTo>
                  <a:pt x="1721067" y="46806"/>
                </a:lnTo>
                <a:lnTo>
                  <a:pt x="1721183" y="47322"/>
                </a:lnTo>
                <a:lnTo>
                  <a:pt x="1721282" y="47876"/>
                </a:lnTo>
                <a:lnTo>
                  <a:pt x="1721365" y="48469"/>
                </a:lnTo>
                <a:lnTo>
                  <a:pt x="1721432" y="49101"/>
                </a:lnTo>
                <a:lnTo>
                  <a:pt x="1721483" y="49774"/>
                </a:lnTo>
                <a:lnTo>
                  <a:pt x="1721519" y="50487"/>
                </a:lnTo>
                <a:lnTo>
                  <a:pt x="1721540" y="51243"/>
                </a:lnTo>
                <a:lnTo>
                  <a:pt x="1721547" y="52041"/>
                </a:lnTo>
                <a:lnTo>
                  <a:pt x="1721547" y="86638"/>
                </a:lnTo>
                <a:lnTo>
                  <a:pt x="1721504" y="87968"/>
                </a:lnTo>
                <a:lnTo>
                  <a:pt x="1721447" y="89202"/>
                </a:lnTo>
                <a:lnTo>
                  <a:pt x="1721372" y="90345"/>
                </a:lnTo>
                <a:lnTo>
                  <a:pt x="1721276" y="91399"/>
                </a:lnTo>
                <a:lnTo>
                  <a:pt x="1721155" y="92368"/>
                </a:lnTo>
                <a:lnTo>
                  <a:pt x="1721007" y="93256"/>
                </a:lnTo>
                <a:lnTo>
                  <a:pt x="1720828" y="94068"/>
                </a:lnTo>
                <a:lnTo>
                  <a:pt x="1720615" y="94805"/>
                </a:lnTo>
                <a:lnTo>
                  <a:pt x="1720363" y="95473"/>
                </a:lnTo>
                <a:lnTo>
                  <a:pt x="1720071" y="96075"/>
                </a:lnTo>
                <a:lnTo>
                  <a:pt x="1719734" y="96614"/>
                </a:lnTo>
                <a:lnTo>
                  <a:pt x="1719349" y="97094"/>
                </a:lnTo>
                <a:lnTo>
                  <a:pt x="1718913" y="97519"/>
                </a:lnTo>
                <a:lnTo>
                  <a:pt x="1718422" y="97892"/>
                </a:lnTo>
                <a:lnTo>
                  <a:pt x="1717873" y="98218"/>
                </a:lnTo>
                <a:lnTo>
                  <a:pt x="1717263" y="98500"/>
                </a:lnTo>
                <a:lnTo>
                  <a:pt x="1716588" y="98741"/>
                </a:lnTo>
                <a:lnTo>
                  <a:pt x="1715845" y="98946"/>
                </a:lnTo>
                <a:lnTo>
                  <a:pt x="1715030" y="99118"/>
                </a:lnTo>
                <a:lnTo>
                  <a:pt x="1714141" y="99260"/>
                </a:lnTo>
                <a:lnTo>
                  <a:pt x="1713174" y="99377"/>
                </a:lnTo>
                <a:lnTo>
                  <a:pt x="1712124" y="99471"/>
                </a:lnTo>
                <a:lnTo>
                  <a:pt x="1710990" y="99548"/>
                </a:lnTo>
                <a:lnTo>
                  <a:pt x="1709768" y="99609"/>
                </a:lnTo>
                <a:lnTo>
                  <a:pt x="1709768" y="101846"/>
                </a:lnTo>
                <a:lnTo>
                  <a:pt x="1745108" y="101846"/>
                </a:lnTo>
                <a:lnTo>
                  <a:pt x="1745108" y="99609"/>
                </a:lnTo>
                <a:lnTo>
                  <a:pt x="1743924" y="99513"/>
                </a:lnTo>
                <a:lnTo>
                  <a:pt x="1742827" y="99406"/>
                </a:lnTo>
                <a:lnTo>
                  <a:pt x="1741815" y="99285"/>
                </a:lnTo>
                <a:close/>
                <a:moveTo>
                  <a:pt x="1855128" y="99368"/>
                </a:moveTo>
                <a:lnTo>
                  <a:pt x="1854374" y="99253"/>
                </a:lnTo>
                <a:lnTo>
                  <a:pt x="1853668" y="99119"/>
                </a:lnTo>
                <a:lnTo>
                  <a:pt x="1853008" y="98965"/>
                </a:lnTo>
                <a:lnTo>
                  <a:pt x="1852395" y="98790"/>
                </a:lnTo>
                <a:lnTo>
                  <a:pt x="1851826" y="98594"/>
                </a:lnTo>
                <a:lnTo>
                  <a:pt x="1851301" y="98376"/>
                </a:lnTo>
                <a:lnTo>
                  <a:pt x="1850818" y="98134"/>
                </a:lnTo>
                <a:lnTo>
                  <a:pt x="1850376" y="97869"/>
                </a:lnTo>
                <a:lnTo>
                  <a:pt x="1849974" y="97579"/>
                </a:lnTo>
                <a:lnTo>
                  <a:pt x="1849611" y="97263"/>
                </a:lnTo>
                <a:lnTo>
                  <a:pt x="1849286" y="96921"/>
                </a:lnTo>
                <a:lnTo>
                  <a:pt x="1848997" y="96551"/>
                </a:lnTo>
                <a:lnTo>
                  <a:pt x="1848744" y="96154"/>
                </a:lnTo>
                <a:lnTo>
                  <a:pt x="1848525" y="95727"/>
                </a:lnTo>
                <a:lnTo>
                  <a:pt x="1848338" y="95270"/>
                </a:lnTo>
                <a:lnTo>
                  <a:pt x="1848184" y="94783"/>
                </a:lnTo>
                <a:lnTo>
                  <a:pt x="1848060" y="94264"/>
                </a:lnTo>
                <a:lnTo>
                  <a:pt x="1847966" y="93713"/>
                </a:lnTo>
                <a:lnTo>
                  <a:pt x="1847900" y="93129"/>
                </a:lnTo>
                <a:lnTo>
                  <a:pt x="1847862" y="92511"/>
                </a:lnTo>
                <a:lnTo>
                  <a:pt x="1847849" y="91857"/>
                </a:lnTo>
                <a:lnTo>
                  <a:pt x="1847849" y="49955"/>
                </a:lnTo>
                <a:lnTo>
                  <a:pt x="1848724" y="49142"/>
                </a:lnTo>
                <a:lnTo>
                  <a:pt x="1849561" y="48378"/>
                </a:lnTo>
                <a:lnTo>
                  <a:pt x="1850362" y="47663"/>
                </a:lnTo>
                <a:lnTo>
                  <a:pt x="1851130" y="46995"/>
                </a:lnTo>
                <a:lnTo>
                  <a:pt x="1851868" y="46373"/>
                </a:lnTo>
                <a:lnTo>
                  <a:pt x="1852577" y="45796"/>
                </a:lnTo>
                <a:lnTo>
                  <a:pt x="1853260" y="45261"/>
                </a:lnTo>
                <a:lnTo>
                  <a:pt x="1853919" y="44769"/>
                </a:lnTo>
                <a:lnTo>
                  <a:pt x="1854557" y="44317"/>
                </a:lnTo>
                <a:lnTo>
                  <a:pt x="1855176" y="43903"/>
                </a:lnTo>
                <a:lnTo>
                  <a:pt x="1855779" y="43528"/>
                </a:lnTo>
                <a:lnTo>
                  <a:pt x="1856368" y="43188"/>
                </a:lnTo>
                <a:lnTo>
                  <a:pt x="1856945" y="42884"/>
                </a:lnTo>
                <a:lnTo>
                  <a:pt x="1857513" y="42613"/>
                </a:lnTo>
                <a:lnTo>
                  <a:pt x="1858074" y="42375"/>
                </a:lnTo>
                <a:lnTo>
                  <a:pt x="1858631" y="42167"/>
                </a:lnTo>
                <a:lnTo>
                  <a:pt x="1859185" y="41989"/>
                </a:lnTo>
                <a:lnTo>
                  <a:pt x="1859740" y="41839"/>
                </a:lnTo>
                <a:lnTo>
                  <a:pt x="1860297" y="41716"/>
                </a:lnTo>
                <a:lnTo>
                  <a:pt x="1860860" y="41618"/>
                </a:lnTo>
                <a:lnTo>
                  <a:pt x="1861430" y="41544"/>
                </a:lnTo>
                <a:lnTo>
                  <a:pt x="1862010" y="41493"/>
                </a:lnTo>
                <a:lnTo>
                  <a:pt x="1862603" y="41464"/>
                </a:lnTo>
                <a:lnTo>
                  <a:pt x="1863210" y="41454"/>
                </a:lnTo>
                <a:lnTo>
                  <a:pt x="1864104" y="41478"/>
                </a:lnTo>
                <a:lnTo>
                  <a:pt x="1864959" y="41551"/>
                </a:lnTo>
                <a:lnTo>
                  <a:pt x="1865775" y="41672"/>
                </a:lnTo>
                <a:lnTo>
                  <a:pt x="1866553" y="41842"/>
                </a:lnTo>
                <a:lnTo>
                  <a:pt x="1867292" y="42062"/>
                </a:lnTo>
                <a:lnTo>
                  <a:pt x="1867993" y="42330"/>
                </a:lnTo>
                <a:lnTo>
                  <a:pt x="1868655" y="42649"/>
                </a:lnTo>
                <a:lnTo>
                  <a:pt x="1869279" y="43017"/>
                </a:lnTo>
                <a:lnTo>
                  <a:pt x="1869864" y="43436"/>
                </a:lnTo>
                <a:lnTo>
                  <a:pt x="1870412" y="43905"/>
                </a:lnTo>
                <a:lnTo>
                  <a:pt x="1870921" y="44425"/>
                </a:lnTo>
                <a:lnTo>
                  <a:pt x="1871392" y="44996"/>
                </a:lnTo>
                <a:lnTo>
                  <a:pt x="1871825" y="45618"/>
                </a:lnTo>
                <a:lnTo>
                  <a:pt x="1872220" y="46292"/>
                </a:lnTo>
                <a:lnTo>
                  <a:pt x="1872577" y="47017"/>
                </a:lnTo>
                <a:lnTo>
                  <a:pt x="1872896" y="47795"/>
                </a:lnTo>
                <a:lnTo>
                  <a:pt x="1873178" y="48625"/>
                </a:lnTo>
                <a:lnTo>
                  <a:pt x="1873421" y="49507"/>
                </a:lnTo>
                <a:lnTo>
                  <a:pt x="1873627" y="50442"/>
                </a:lnTo>
                <a:lnTo>
                  <a:pt x="1873796" y="51430"/>
                </a:lnTo>
                <a:lnTo>
                  <a:pt x="1873927" y="52472"/>
                </a:lnTo>
                <a:lnTo>
                  <a:pt x="1874020" y="53567"/>
                </a:lnTo>
                <a:lnTo>
                  <a:pt x="1874076" y="54716"/>
                </a:lnTo>
                <a:lnTo>
                  <a:pt x="1874095" y="55919"/>
                </a:lnTo>
                <a:lnTo>
                  <a:pt x="1874095" y="87084"/>
                </a:lnTo>
                <a:lnTo>
                  <a:pt x="1874050" y="88258"/>
                </a:lnTo>
                <a:lnTo>
                  <a:pt x="1873987" y="89358"/>
                </a:lnTo>
                <a:lnTo>
                  <a:pt x="1873905" y="90387"/>
                </a:lnTo>
                <a:lnTo>
                  <a:pt x="1873803" y="91346"/>
                </a:lnTo>
                <a:lnTo>
                  <a:pt x="1873678" y="92239"/>
                </a:lnTo>
                <a:lnTo>
                  <a:pt x="1873529" y="93067"/>
                </a:lnTo>
                <a:lnTo>
                  <a:pt x="1873353" y="93834"/>
                </a:lnTo>
                <a:lnTo>
                  <a:pt x="1873150" y="94540"/>
                </a:lnTo>
                <a:lnTo>
                  <a:pt x="1872918" y="95189"/>
                </a:lnTo>
                <a:lnTo>
                  <a:pt x="1872654" y="95783"/>
                </a:lnTo>
                <a:lnTo>
                  <a:pt x="1872357" y="96324"/>
                </a:lnTo>
                <a:lnTo>
                  <a:pt x="1872025" y="96814"/>
                </a:lnTo>
                <a:lnTo>
                  <a:pt x="1871657" y="97257"/>
                </a:lnTo>
                <a:lnTo>
                  <a:pt x="1871251" y="97653"/>
                </a:lnTo>
                <a:lnTo>
                  <a:pt x="1870805" y="98006"/>
                </a:lnTo>
                <a:lnTo>
                  <a:pt x="1870317" y="98318"/>
                </a:lnTo>
                <a:lnTo>
                  <a:pt x="1869785" y="98591"/>
                </a:lnTo>
                <a:lnTo>
                  <a:pt x="1869208" y="98827"/>
                </a:lnTo>
                <a:lnTo>
                  <a:pt x="1868585" y="99029"/>
                </a:lnTo>
                <a:lnTo>
                  <a:pt x="1867912" y="99200"/>
                </a:lnTo>
                <a:lnTo>
                  <a:pt x="1867189" y="99341"/>
                </a:lnTo>
                <a:lnTo>
                  <a:pt x="1866414" y="99454"/>
                </a:lnTo>
                <a:lnTo>
                  <a:pt x="1865585" y="99543"/>
                </a:lnTo>
                <a:lnTo>
                  <a:pt x="1864700" y="99609"/>
                </a:lnTo>
                <a:lnTo>
                  <a:pt x="1864700" y="101846"/>
                </a:lnTo>
                <a:lnTo>
                  <a:pt x="1895717" y="101846"/>
                </a:lnTo>
                <a:lnTo>
                  <a:pt x="1895717" y="99609"/>
                </a:lnTo>
                <a:lnTo>
                  <a:pt x="1894833" y="99511"/>
                </a:lnTo>
                <a:lnTo>
                  <a:pt x="1894006" y="99399"/>
                </a:lnTo>
                <a:lnTo>
                  <a:pt x="1893234" y="99273"/>
                </a:lnTo>
                <a:lnTo>
                  <a:pt x="1892516" y="99129"/>
                </a:lnTo>
                <a:lnTo>
                  <a:pt x="1891850" y="98968"/>
                </a:lnTo>
                <a:lnTo>
                  <a:pt x="1891234" y="98785"/>
                </a:lnTo>
                <a:lnTo>
                  <a:pt x="1890665" y="98580"/>
                </a:lnTo>
                <a:lnTo>
                  <a:pt x="1890144" y="98351"/>
                </a:lnTo>
                <a:lnTo>
                  <a:pt x="1889666" y="98095"/>
                </a:lnTo>
                <a:lnTo>
                  <a:pt x="1889232" y="97811"/>
                </a:lnTo>
                <a:lnTo>
                  <a:pt x="1888838" y="97497"/>
                </a:lnTo>
                <a:lnTo>
                  <a:pt x="1888484" y="97150"/>
                </a:lnTo>
                <a:lnTo>
                  <a:pt x="1888167" y="96769"/>
                </a:lnTo>
                <a:lnTo>
                  <a:pt x="1887885" y="96352"/>
                </a:lnTo>
                <a:lnTo>
                  <a:pt x="1887637" y="95897"/>
                </a:lnTo>
                <a:lnTo>
                  <a:pt x="1887421" y="95402"/>
                </a:lnTo>
                <a:lnTo>
                  <a:pt x="1887234" y="94865"/>
                </a:lnTo>
                <a:lnTo>
                  <a:pt x="1887077" y="94284"/>
                </a:lnTo>
                <a:lnTo>
                  <a:pt x="1886945" y="93657"/>
                </a:lnTo>
                <a:lnTo>
                  <a:pt x="1886838" y="92983"/>
                </a:lnTo>
                <a:lnTo>
                  <a:pt x="1886754" y="92259"/>
                </a:lnTo>
                <a:lnTo>
                  <a:pt x="1886691" y="91483"/>
                </a:lnTo>
                <a:lnTo>
                  <a:pt x="1886647" y="90653"/>
                </a:lnTo>
                <a:lnTo>
                  <a:pt x="1886621" y="89769"/>
                </a:lnTo>
                <a:lnTo>
                  <a:pt x="1886621" y="55620"/>
                </a:lnTo>
                <a:lnTo>
                  <a:pt x="1886587" y="53898"/>
                </a:lnTo>
                <a:lnTo>
                  <a:pt x="1886485" y="52236"/>
                </a:lnTo>
                <a:lnTo>
                  <a:pt x="1886317" y="50635"/>
                </a:lnTo>
                <a:lnTo>
                  <a:pt x="1886083" y="49097"/>
                </a:lnTo>
                <a:lnTo>
                  <a:pt x="1885785" y="47622"/>
                </a:lnTo>
                <a:lnTo>
                  <a:pt x="1885423" y="46213"/>
                </a:lnTo>
                <a:lnTo>
                  <a:pt x="1884998" y="44869"/>
                </a:lnTo>
                <a:lnTo>
                  <a:pt x="1884511" y="43592"/>
                </a:lnTo>
                <a:lnTo>
                  <a:pt x="1883962" y="42384"/>
                </a:lnTo>
                <a:lnTo>
                  <a:pt x="1883354" y="41245"/>
                </a:lnTo>
                <a:lnTo>
                  <a:pt x="1882686" y="40177"/>
                </a:lnTo>
                <a:lnTo>
                  <a:pt x="1881960" y="39181"/>
                </a:lnTo>
                <a:lnTo>
                  <a:pt x="1881177" y="38258"/>
                </a:lnTo>
                <a:lnTo>
                  <a:pt x="1880337" y="37409"/>
                </a:lnTo>
                <a:lnTo>
                  <a:pt x="1879441" y="36635"/>
                </a:lnTo>
                <a:lnTo>
                  <a:pt x="1878491" y="35938"/>
                </a:lnTo>
                <a:lnTo>
                  <a:pt x="1877486" y="35318"/>
                </a:lnTo>
                <a:lnTo>
                  <a:pt x="1876429" y="34778"/>
                </a:lnTo>
                <a:lnTo>
                  <a:pt x="1875320" y="34317"/>
                </a:lnTo>
                <a:lnTo>
                  <a:pt x="1874160" y="33937"/>
                </a:lnTo>
                <a:lnTo>
                  <a:pt x="1872949" y="33640"/>
                </a:lnTo>
                <a:lnTo>
                  <a:pt x="1871689" y="33426"/>
                </a:lnTo>
                <a:lnTo>
                  <a:pt x="1870381" y="33297"/>
                </a:lnTo>
                <a:lnTo>
                  <a:pt x="1869025" y="33254"/>
                </a:lnTo>
                <a:lnTo>
                  <a:pt x="1868179" y="33267"/>
                </a:lnTo>
                <a:lnTo>
                  <a:pt x="1867352" y="33309"/>
                </a:lnTo>
                <a:lnTo>
                  <a:pt x="1866543" y="33382"/>
                </a:lnTo>
                <a:lnTo>
                  <a:pt x="1865746" y="33486"/>
                </a:lnTo>
                <a:lnTo>
                  <a:pt x="1864959" y="33624"/>
                </a:lnTo>
                <a:lnTo>
                  <a:pt x="1864179" y="33799"/>
                </a:lnTo>
                <a:lnTo>
                  <a:pt x="1863401" y="34012"/>
                </a:lnTo>
                <a:lnTo>
                  <a:pt x="1862624" y="34265"/>
                </a:lnTo>
                <a:lnTo>
                  <a:pt x="1861843" y="34559"/>
                </a:lnTo>
                <a:lnTo>
                  <a:pt x="1861054" y="34898"/>
                </a:lnTo>
                <a:lnTo>
                  <a:pt x="1860256" y="35282"/>
                </a:lnTo>
                <a:lnTo>
                  <a:pt x="1859444" y="35714"/>
                </a:lnTo>
                <a:lnTo>
                  <a:pt x="1858614" y="36196"/>
                </a:lnTo>
                <a:lnTo>
                  <a:pt x="1857765" y="36729"/>
                </a:lnTo>
                <a:lnTo>
                  <a:pt x="1856891" y="37316"/>
                </a:lnTo>
                <a:lnTo>
                  <a:pt x="1855990" y="37959"/>
                </a:lnTo>
                <a:lnTo>
                  <a:pt x="1855059" y="38659"/>
                </a:lnTo>
                <a:lnTo>
                  <a:pt x="1854094" y="39418"/>
                </a:lnTo>
                <a:lnTo>
                  <a:pt x="1853092" y="40239"/>
                </a:lnTo>
                <a:lnTo>
                  <a:pt x="1852049" y="41123"/>
                </a:lnTo>
                <a:lnTo>
                  <a:pt x="1850962" y="42073"/>
                </a:lnTo>
                <a:lnTo>
                  <a:pt x="1849827" y="43089"/>
                </a:lnTo>
                <a:lnTo>
                  <a:pt x="1848642" y="44175"/>
                </a:lnTo>
                <a:lnTo>
                  <a:pt x="1847403" y="45331"/>
                </a:lnTo>
                <a:lnTo>
                  <a:pt x="1847403" y="33552"/>
                </a:lnTo>
                <a:lnTo>
                  <a:pt x="1846359" y="33254"/>
                </a:lnTo>
                <a:lnTo>
                  <a:pt x="1845403" y="33602"/>
                </a:lnTo>
                <a:lnTo>
                  <a:pt x="1844473" y="33938"/>
                </a:lnTo>
                <a:lnTo>
                  <a:pt x="1843566" y="34264"/>
                </a:lnTo>
                <a:lnTo>
                  <a:pt x="1842680" y="34579"/>
                </a:lnTo>
                <a:lnTo>
                  <a:pt x="1841813" y="34885"/>
                </a:lnTo>
                <a:lnTo>
                  <a:pt x="1840962" y="35183"/>
                </a:lnTo>
                <a:lnTo>
                  <a:pt x="1840126" y="35473"/>
                </a:lnTo>
                <a:lnTo>
                  <a:pt x="1839300" y="35756"/>
                </a:lnTo>
                <a:lnTo>
                  <a:pt x="1838484" y="36032"/>
                </a:lnTo>
                <a:lnTo>
                  <a:pt x="1837676" y="36303"/>
                </a:lnTo>
                <a:lnTo>
                  <a:pt x="1836871" y="36570"/>
                </a:lnTo>
                <a:lnTo>
                  <a:pt x="1836070" y="36832"/>
                </a:lnTo>
                <a:lnTo>
                  <a:pt x="1835268" y="37092"/>
                </a:lnTo>
                <a:lnTo>
                  <a:pt x="1834463" y="37349"/>
                </a:lnTo>
                <a:lnTo>
                  <a:pt x="1833655" y="37605"/>
                </a:lnTo>
                <a:lnTo>
                  <a:pt x="1832839" y="37860"/>
                </a:lnTo>
                <a:lnTo>
                  <a:pt x="1832014" y="38115"/>
                </a:lnTo>
                <a:lnTo>
                  <a:pt x="1831177" y="38370"/>
                </a:lnTo>
                <a:lnTo>
                  <a:pt x="1830326" y="38627"/>
                </a:lnTo>
                <a:lnTo>
                  <a:pt x="1829459" y="38887"/>
                </a:lnTo>
                <a:lnTo>
                  <a:pt x="1828573" y="39150"/>
                </a:lnTo>
                <a:lnTo>
                  <a:pt x="1827666" y="39416"/>
                </a:lnTo>
                <a:lnTo>
                  <a:pt x="1826736" y="39687"/>
                </a:lnTo>
                <a:lnTo>
                  <a:pt x="1825780" y="39964"/>
                </a:lnTo>
                <a:lnTo>
                  <a:pt x="1825780" y="42499"/>
                </a:lnTo>
                <a:lnTo>
                  <a:pt x="1825913" y="42444"/>
                </a:lnTo>
                <a:lnTo>
                  <a:pt x="1826048" y="42393"/>
                </a:lnTo>
                <a:lnTo>
                  <a:pt x="1826186" y="42345"/>
                </a:lnTo>
                <a:lnTo>
                  <a:pt x="1826328" y="42300"/>
                </a:lnTo>
                <a:lnTo>
                  <a:pt x="1826472" y="42257"/>
                </a:lnTo>
                <a:lnTo>
                  <a:pt x="1826620" y="42217"/>
                </a:lnTo>
                <a:lnTo>
                  <a:pt x="1826770" y="42180"/>
                </a:lnTo>
                <a:lnTo>
                  <a:pt x="1826924" y="42146"/>
                </a:lnTo>
                <a:lnTo>
                  <a:pt x="1827081" y="42114"/>
                </a:lnTo>
                <a:lnTo>
                  <a:pt x="1827241" y="42085"/>
                </a:lnTo>
                <a:lnTo>
                  <a:pt x="1827404" y="42058"/>
                </a:lnTo>
                <a:lnTo>
                  <a:pt x="1827571" y="42033"/>
                </a:lnTo>
                <a:lnTo>
                  <a:pt x="1827740" y="42011"/>
                </a:lnTo>
                <a:lnTo>
                  <a:pt x="1827912" y="41991"/>
                </a:lnTo>
                <a:lnTo>
                  <a:pt x="1828088" y="41974"/>
                </a:lnTo>
                <a:lnTo>
                  <a:pt x="1828267" y="41958"/>
                </a:lnTo>
                <a:lnTo>
                  <a:pt x="1828448" y="41944"/>
                </a:lnTo>
                <a:lnTo>
                  <a:pt x="1828633" y="41933"/>
                </a:lnTo>
                <a:lnTo>
                  <a:pt x="1828821" y="41923"/>
                </a:lnTo>
                <a:lnTo>
                  <a:pt x="1829012" y="41916"/>
                </a:lnTo>
                <a:lnTo>
                  <a:pt x="1829207" y="41910"/>
                </a:lnTo>
                <a:lnTo>
                  <a:pt x="1829404" y="41906"/>
                </a:lnTo>
                <a:lnTo>
                  <a:pt x="1829604" y="41903"/>
                </a:lnTo>
                <a:lnTo>
                  <a:pt x="1829808" y="41902"/>
                </a:lnTo>
                <a:lnTo>
                  <a:pt x="1830315" y="41914"/>
                </a:lnTo>
                <a:lnTo>
                  <a:pt x="1830793" y="41951"/>
                </a:lnTo>
                <a:lnTo>
                  <a:pt x="1831244" y="42013"/>
                </a:lnTo>
                <a:lnTo>
                  <a:pt x="1831666" y="42102"/>
                </a:lnTo>
                <a:lnTo>
                  <a:pt x="1832062" y="42219"/>
                </a:lnTo>
                <a:lnTo>
                  <a:pt x="1832431" y="42366"/>
                </a:lnTo>
                <a:lnTo>
                  <a:pt x="1832775" y="42544"/>
                </a:lnTo>
                <a:lnTo>
                  <a:pt x="1833093" y="42753"/>
                </a:lnTo>
                <a:lnTo>
                  <a:pt x="1833388" y="42995"/>
                </a:lnTo>
                <a:lnTo>
                  <a:pt x="1833658" y="43272"/>
                </a:lnTo>
                <a:lnTo>
                  <a:pt x="1833906" y="43585"/>
                </a:lnTo>
                <a:lnTo>
                  <a:pt x="1834131" y="43934"/>
                </a:lnTo>
                <a:lnTo>
                  <a:pt x="1834335" y="44321"/>
                </a:lnTo>
                <a:lnTo>
                  <a:pt x="1834517" y="44748"/>
                </a:lnTo>
                <a:lnTo>
                  <a:pt x="1834679" y="45215"/>
                </a:lnTo>
                <a:lnTo>
                  <a:pt x="1834821" y="45724"/>
                </a:lnTo>
                <a:lnTo>
                  <a:pt x="1834944" y="46276"/>
                </a:lnTo>
                <a:lnTo>
                  <a:pt x="1835049" y="46872"/>
                </a:lnTo>
                <a:lnTo>
                  <a:pt x="1835135" y="47513"/>
                </a:lnTo>
                <a:lnTo>
                  <a:pt x="1835205" y="48202"/>
                </a:lnTo>
                <a:lnTo>
                  <a:pt x="1835257" y="48938"/>
                </a:lnTo>
                <a:lnTo>
                  <a:pt x="1835294" y="49723"/>
                </a:lnTo>
                <a:lnTo>
                  <a:pt x="1835316" y="50558"/>
                </a:lnTo>
                <a:lnTo>
                  <a:pt x="1835323" y="51445"/>
                </a:lnTo>
                <a:lnTo>
                  <a:pt x="1835323" y="88426"/>
                </a:lnTo>
                <a:lnTo>
                  <a:pt x="1835297" y="89491"/>
                </a:lnTo>
                <a:lnTo>
                  <a:pt x="1835253" y="90486"/>
                </a:lnTo>
                <a:lnTo>
                  <a:pt x="1835189" y="91415"/>
                </a:lnTo>
                <a:lnTo>
                  <a:pt x="1835105" y="92279"/>
                </a:lnTo>
                <a:lnTo>
                  <a:pt x="1834997" y="93081"/>
                </a:lnTo>
                <a:lnTo>
                  <a:pt x="1834865" y="93823"/>
                </a:lnTo>
                <a:lnTo>
                  <a:pt x="1834706" y="94507"/>
                </a:lnTo>
                <a:lnTo>
                  <a:pt x="1834518" y="95137"/>
                </a:lnTo>
                <a:lnTo>
                  <a:pt x="1834299" y="95714"/>
                </a:lnTo>
                <a:lnTo>
                  <a:pt x="1834048" y="96240"/>
                </a:lnTo>
                <a:lnTo>
                  <a:pt x="1833763" y="96718"/>
                </a:lnTo>
                <a:lnTo>
                  <a:pt x="1833442" y="97150"/>
                </a:lnTo>
                <a:lnTo>
                  <a:pt x="1833082" y="97539"/>
                </a:lnTo>
                <a:lnTo>
                  <a:pt x="1832683" y="97886"/>
                </a:lnTo>
                <a:lnTo>
                  <a:pt x="1832241" y="98195"/>
                </a:lnTo>
                <a:lnTo>
                  <a:pt x="1831756" y="98467"/>
                </a:lnTo>
                <a:lnTo>
                  <a:pt x="1831226" y="98705"/>
                </a:lnTo>
                <a:lnTo>
                  <a:pt x="1830648" y="98911"/>
                </a:lnTo>
                <a:lnTo>
                  <a:pt x="1830021" y="99088"/>
                </a:lnTo>
                <a:lnTo>
                  <a:pt x="1829342" y="99237"/>
                </a:lnTo>
                <a:lnTo>
                  <a:pt x="1828610" y="99362"/>
                </a:lnTo>
                <a:lnTo>
                  <a:pt x="1827824" y="99464"/>
                </a:lnTo>
                <a:lnTo>
                  <a:pt x="1826981" y="99546"/>
                </a:lnTo>
                <a:lnTo>
                  <a:pt x="1826079" y="99609"/>
                </a:lnTo>
                <a:lnTo>
                  <a:pt x="1826079" y="101846"/>
                </a:lnTo>
                <a:lnTo>
                  <a:pt x="1857692" y="101846"/>
                </a:lnTo>
                <a:lnTo>
                  <a:pt x="1857692" y="99609"/>
                </a:lnTo>
                <a:lnTo>
                  <a:pt x="1856786" y="99546"/>
                </a:lnTo>
                <a:lnTo>
                  <a:pt x="1855932" y="99466"/>
                </a:lnTo>
                <a:lnTo>
                  <a:pt x="1855128" y="99368"/>
                </a:lnTo>
                <a:close/>
                <a:moveTo>
                  <a:pt x="1354103" y="99494"/>
                </a:moveTo>
                <a:lnTo>
                  <a:pt x="1353576" y="99402"/>
                </a:lnTo>
                <a:lnTo>
                  <a:pt x="1353061" y="99283"/>
                </a:lnTo>
                <a:lnTo>
                  <a:pt x="1352555" y="99134"/>
                </a:lnTo>
                <a:lnTo>
                  <a:pt x="1352058" y="98956"/>
                </a:lnTo>
                <a:lnTo>
                  <a:pt x="1351569" y="98748"/>
                </a:lnTo>
                <a:lnTo>
                  <a:pt x="1351085" y="98509"/>
                </a:lnTo>
                <a:lnTo>
                  <a:pt x="1350605" y="98238"/>
                </a:lnTo>
                <a:lnTo>
                  <a:pt x="1350128" y="97934"/>
                </a:lnTo>
                <a:lnTo>
                  <a:pt x="1349652" y="97597"/>
                </a:lnTo>
                <a:lnTo>
                  <a:pt x="1349177" y="97226"/>
                </a:lnTo>
                <a:lnTo>
                  <a:pt x="1348700" y="96819"/>
                </a:lnTo>
                <a:lnTo>
                  <a:pt x="1348220" y="96377"/>
                </a:lnTo>
                <a:lnTo>
                  <a:pt x="1347736" y="95899"/>
                </a:lnTo>
                <a:lnTo>
                  <a:pt x="1347246" y="95383"/>
                </a:lnTo>
                <a:lnTo>
                  <a:pt x="1346749" y="94829"/>
                </a:lnTo>
                <a:lnTo>
                  <a:pt x="1346243" y="94236"/>
                </a:lnTo>
                <a:lnTo>
                  <a:pt x="1345728" y="93604"/>
                </a:lnTo>
                <a:lnTo>
                  <a:pt x="1345201" y="92931"/>
                </a:lnTo>
                <a:lnTo>
                  <a:pt x="1344661" y="92217"/>
                </a:lnTo>
                <a:lnTo>
                  <a:pt x="1344107" y="91461"/>
                </a:lnTo>
                <a:lnTo>
                  <a:pt x="1343538" y="90663"/>
                </a:lnTo>
                <a:lnTo>
                  <a:pt x="1324452" y="61436"/>
                </a:lnTo>
                <a:lnTo>
                  <a:pt x="1336828" y="43543"/>
                </a:lnTo>
                <a:lnTo>
                  <a:pt x="1337189" y="43049"/>
                </a:lnTo>
                <a:lnTo>
                  <a:pt x="1337566" y="42574"/>
                </a:lnTo>
                <a:lnTo>
                  <a:pt x="1337958" y="42117"/>
                </a:lnTo>
                <a:lnTo>
                  <a:pt x="1338364" y="41679"/>
                </a:lnTo>
                <a:lnTo>
                  <a:pt x="1338784" y="41260"/>
                </a:lnTo>
                <a:lnTo>
                  <a:pt x="1339218" y="40861"/>
                </a:lnTo>
                <a:lnTo>
                  <a:pt x="1339665" y="40480"/>
                </a:lnTo>
                <a:lnTo>
                  <a:pt x="1340125" y="40118"/>
                </a:lnTo>
                <a:lnTo>
                  <a:pt x="1340597" y="39775"/>
                </a:lnTo>
                <a:lnTo>
                  <a:pt x="1341081" y="39452"/>
                </a:lnTo>
                <a:lnTo>
                  <a:pt x="1341577" y="39148"/>
                </a:lnTo>
                <a:lnTo>
                  <a:pt x="1342084" y="38864"/>
                </a:lnTo>
                <a:lnTo>
                  <a:pt x="1342602" y="38598"/>
                </a:lnTo>
                <a:lnTo>
                  <a:pt x="1343131" y="38353"/>
                </a:lnTo>
                <a:lnTo>
                  <a:pt x="1343669" y="38126"/>
                </a:lnTo>
                <a:lnTo>
                  <a:pt x="1344218" y="37920"/>
                </a:lnTo>
                <a:lnTo>
                  <a:pt x="1344775" y="37733"/>
                </a:lnTo>
                <a:lnTo>
                  <a:pt x="1345342" y="37566"/>
                </a:lnTo>
                <a:lnTo>
                  <a:pt x="1345917" y="37418"/>
                </a:lnTo>
                <a:lnTo>
                  <a:pt x="1346500" y="37291"/>
                </a:lnTo>
                <a:lnTo>
                  <a:pt x="1347091" y="37183"/>
                </a:lnTo>
                <a:lnTo>
                  <a:pt x="1347690" y="37096"/>
                </a:lnTo>
                <a:lnTo>
                  <a:pt x="1348295" y="37028"/>
                </a:lnTo>
                <a:lnTo>
                  <a:pt x="1348907" y="36981"/>
                </a:lnTo>
                <a:lnTo>
                  <a:pt x="1348907" y="34744"/>
                </a:lnTo>
                <a:lnTo>
                  <a:pt x="1325346" y="34744"/>
                </a:lnTo>
                <a:lnTo>
                  <a:pt x="1325346" y="36981"/>
                </a:lnTo>
                <a:lnTo>
                  <a:pt x="1325890" y="37021"/>
                </a:lnTo>
                <a:lnTo>
                  <a:pt x="1326403" y="37068"/>
                </a:lnTo>
                <a:lnTo>
                  <a:pt x="1326887" y="37122"/>
                </a:lnTo>
                <a:lnTo>
                  <a:pt x="1327341" y="37183"/>
                </a:lnTo>
                <a:lnTo>
                  <a:pt x="1327767" y="37251"/>
                </a:lnTo>
                <a:lnTo>
                  <a:pt x="1328165" y="37326"/>
                </a:lnTo>
                <a:lnTo>
                  <a:pt x="1328536" y="37409"/>
                </a:lnTo>
                <a:lnTo>
                  <a:pt x="1328881" y="37500"/>
                </a:lnTo>
                <a:lnTo>
                  <a:pt x="1329199" y="37600"/>
                </a:lnTo>
                <a:lnTo>
                  <a:pt x="1329492" y="37708"/>
                </a:lnTo>
                <a:lnTo>
                  <a:pt x="1329761" y="37825"/>
                </a:lnTo>
                <a:lnTo>
                  <a:pt x="1330006" y="37951"/>
                </a:lnTo>
                <a:lnTo>
                  <a:pt x="1330227" y="38086"/>
                </a:lnTo>
                <a:lnTo>
                  <a:pt x="1330426" y="38231"/>
                </a:lnTo>
                <a:lnTo>
                  <a:pt x="1330602" y="38386"/>
                </a:lnTo>
                <a:lnTo>
                  <a:pt x="1330758" y="38550"/>
                </a:lnTo>
                <a:lnTo>
                  <a:pt x="1330893" y="38725"/>
                </a:lnTo>
                <a:lnTo>
                  <a:pt x="1331007" y="38911"/>
                </a:lnTo>
                <a:lnTo>
                  <a:pt x="1331102" y="39108"/>
                </a:lnTo>
                <a:lnTo>
                  <a:pt x="1331179" y="39315"/>
                </a:lnTo>
                <a:lnTo>
                  <a:pt x="1331237" y="39534"/>
                </a:lnTo>
                <a:lnTo>
                  <a:pt x="1331278" y="39765"/>
                </a:lnTo>
                <a:lnTo>
                  <a:pt x="1331302" y="40007"/>
                </a:lnTo>
                <a:lnTo>
                  <a:pt x="1331310" y="40262"/>
                </a:lnTo>
                <a:lnTo>
                  <a:pt x="1331301" y="40494"/>
                </a:lnTo>
                <a:lnTo>
                  <a:pt x="1331273" y="40741"/>
                </a:lnTo>
                <a:lnTo>
                  <a:pt x="1331226" y="41003"/>
                </a:lnTo>
                <a:lnTo>
                  <a:pt x="1331160" y="41281"/>
                </a:lnTo>
                <a:lnTo>
                  <a:pt x="1331076" y="41574"/>
                </a:lnTo>
                <a:lnTo>
                  <a:pt x="1330972" y="41882"/>
                </a:lnTo>
                <a:lnTo>
                  <a:pt x="1330850" y="42205"/>
                </a:lnTo>
                <a:lnTo>
                  <a:pt x="1330708" y="42543"/>
                </a:lnTo>
                <a:lnTo>
                  <a:pt x="1330548" y="42897"/>
                </a:lnTo>
                <a:lnTo>
                  <a:pt x="1330368" y="43265"/>
                </a:lnTo>
                <a:lnTo>
                  <a:pt x="1330168" y="43648"/>
                </a:lnTo>
                <a:lnTo>
                  <a:pt x="1329950" y="44046"/>
                </a:lnTo>
                <a:lnTo>
                  <a:pt x="1329712" y="44459"/>
                </a:lnTo>
                <a:lnTo>
                  <a:pt x="1329454" y="44886"/>
                </a:lnTo>
                <a:lnTo>
                  <a:pt x="1329177" y="45328"/>
                </a:lnTo>
                <a:lnTo>
                  <a:pt x="1328881" y="45785"/>
                </a:lnTo>
                <a:lnTo>
                  <a:pt x="1328565" y="46256"/>
                </a:lnTo>
                <a:lnTo>
                  <a:pt x="1328229" y="46742"/>
                </a:lnTo>
                <a:lnTo>
                  <a:pt x="1327873" y="47242"/>
                </a:lnTo>
                <a:lnTo>
                  <a:pt x="1327497" y="47756"/>
                </a:lnTo>
                <a:lnTo>
                  <a:pt x="1327102" y="48284"/>
                </a:lnTo>
                <a:lnTo>
                  <a:pt x="1326686" y="48827"/>
                </a:lnTo>
                <a:lnTo>
                  <a:pt x="1326250" y="49384"/>
                </a:lnTo>
                <a:lnTo>
                  <a:pt x="1325795" y="49955"/>
                </a:lnTo>
                <a:lnTo>
                  <a:pt x="1325696" y="50076"/>
                </a:lnTo>
                <a:lnTo>
                  <a:pt x="1325587" y="50215"/>
                </a:lnTo>
                <a:lnTo>
                  <a:pt x="1325467" y="50371"/>
                </a:lnTo>
                <a:lnTo>
                  <a:pt x="1325338" y="50544"/>
                </a:lnTo>
                <a:lnTo>
                  <a:pt x="1325200" y="50733"/>
                </a:lnTo>
                <a:lnTo>
                  <a:pt x="1325053" y="50938"/>
                </a:lnTo>
                <a:lnTo>
                  <a:pt x="1324897" y="51157"/>
                </a:lnTo>
                <a:lnTo>
                  <a:pt x="1324733" y="51391"/>
                </a:lnTo>
                <a:lnTo>
                  <a:pt x="1324562" y="51638"/>
                </a:lnTo>
                <a:lnTo>
                  <a:pt x="1324383" y="51897"/>
                </a:lnTo>
                <a:lnTo>
                  <a:pt x="1324196" y="52169"/>
                </a:lnTo>
                <a:lnTo>
                  <a:pt x="1324004" y="52453"/>
                </a:lnTo>
                <a:lnTo>
                  <a:pt x="1323805" y="52747"/>
                </a:lnTo>
                <a:lnTo>
                  <a:pt x="1323600" y="53051"/>
                </a:lnTo>
                <a:lnTo>
                  <a:pt x="1323390" y="53366"/>
                </a:lnTo>
                <a:lnTo>
                  <a:pt x="1323175" y="53689"/>
                </a:lnTo>
                <a:lnTo>
                  <a:pt x="1322955" y="54020"/>
                </a:lnTo>
                <a:lnTo>
                  <a:pt x="1322731" y="54359"/>
                </a:lnTo>
                <a:lnTo>
                  <a:pt x="1322503" y="54705"/>
                </a:lnTo>
                <a:lnTo>
                  <a:pt x="1322272" y="55057"/>
                </a:lnTo>
                <a:lnTo>
                  <a:pt x="1322037" y="55415"/>
                </a:lnTo>
                <a:lnTo>
                  <a:pt x="1321800" y="55778"/>
                </a:lnTo>
                <a:lnTo>
                  <a:pt x="1321560" y="56146"/>
                </a:lnTo>
                <a:lnTo>
                  <a:pt x="1321319" y="56517"/>
                </a:lnTo>
                <a:lnTo>
                  <a:pt x="1320127" y="54726"/>
                </a:lnTo>
                <a:lnTo>
                  <a:pt x="1319852" y="54305"/>
                </a:lnTo>
                <a:lnTo>
                  <a:pt x="1319586" y="53900"/>
                </a:lnTo>
                <a:lnTo>
                  <a:pt x="1319330" y="53510"/>
                </a:lnTo>
                <a:lnTo>
                  <a:pt x="1319084" y="53135"/>
                </a:lnTo>
                <a:lnTo>
                  <a:pt x="1318847" y="52776"/>
                </a:lnTo>
                <a:lnTo>
                  <a:pt x="1318619" y="52432"/>
                </a:lnTo>
                <a:lnTo>
                  <a:pt x="1318402" y="52103"/>
                </a:lnTo>
                <a:lnTo>
                  <a:pt x="1318194" y="51789"/>
                </a:lnTo>
                <a:lnTo>
                  <a:pt x="1317996" y="51490"/>
                </a:lnTo>
                <a:lnTo>
                  <a:pt x="1317807" y="51206"/>
                </a:lnTo>
                <a:lnTo>
                  <a:pt x="1317629" y="50936"/>
                </a:lnTo>
                <a:lnTo>
                  <a:pt x="1317461" y="50682"/>
                </a:lnTo>
                <a:lnTo>
                  <a:pt x="1317303" y="50443"/>
                </a:lnTo>
                <a:lnTo>
                  <a:pt x="1317155" y="50218"/>
                </a:lnTo>
                <a:lnTo>
                  <a:pt x="1317018" y="50007"/>
                </a:lnTo>
                <a:lnTo>
                  <a:pt x="1316890" y="49812"/>
                </a:lnTo>
                <a:lnTo>
                  <a:pt x="1316773" y="49631"/>
                </a:lnTo>
                <a:lnTo>
                  <a:pt x="1316667" y="49464"/>
                </a:lnTo>
                <a:lnTo>
                  <a:pt x="1316570" y="49311"/>
                </a:lnTo>
                <a:lnTo>
                  <a:pt x="1316485" y="49173"/>
                </a:lnTo>
                <a:lnTo>
                  <a:pt x="1316410" y="49049"/>
                </a:lnTo>
                <a:lnTo>
                  <a:pt x="1316346" y="48940"/>
                </a:lnTo>
                <a:lnTo>
                  <a:pt x="1316292" y="48844"/>
                </a:lnTo>
                <a:lnTo>
                  <a:pt x="1316250" y="48763"/>
                </a:lnTo>
                <a:lnTo>
                  <a:pt x="1315905" y="48196"/>
                </a:lnTo>
                <a:lnTo>
                  <a:pt x="1315578" y="47653"/>
                </a:lnTo>
                <a:lnTo>
                  <a:pt x="1315270" y="47131"/>
                </a:lnTo>
                <a:lnTo>
                  <a:pt x="1314979" y="46631"/>
                </a:lnTo>
                <a:lnTo>
                  <a:pt x="1314705" y="46152"/>
                </a:lnTo>
                <a:lnTo>
                  <a:pt x="1314449" y="45693"/>
                </a:lnTo>
                <a:lnTo>
                  <a:pt x="1314209" y="45255"/>
                </a:lnTo>
                <a:lnTo>
                  <a:pt x="1313985" y="44835"/>
                </a:lnTo>
                <a:lnTo>
                  <a:pt x="1313778" y="44434"/>
                </a:lnTo>
                <a:lnTo>
                  <a:pt x="1313586" y="44051"/>
                </a:lnTo>
                <a:lnTo>
                  <a:pt x="1313410" y="43686"/>
                </a:lnTo>
                <a:lnTo>
                  <a:pt x="1313249" y="43337"/>
                </a:lnTo>
                <a:lnTo>
                  <a:pt x="1313102" y="43005"/>
                </a:lnTo>
                <a:lnTo>
                  <a:pt x="1312970" y="42689"/>
                </a:lnTo>
                <a:lnTo>
                  <a:pt x="1312852" y="42387"/>
                </a:lnTo>
                <a:lnTo>
                  <a:pt x="1312748" y="42101"/>
                </a:lnTo>
                <a:lnTo>
                  <a:pt x="1312657" y="41828"/>
                </a:lnTo>
                <a:lnTo>
                  <a:pt x="1312580" y="41569"/>
                </a:lnTo>
                <a:lnTo>
                  <a:pt x="1312515" y="41322"/>
                </a:lnTo>
                <a:lnTo>
                  <a:pt x="1312463" y="41088"/>
                </a:lnTo>
                <a:lnTo>
                  <a:pt x="1312423" y="40865"/>
                </a:lnTo>
                <a:lnTo>
                  <a:pt x="1312395" y="40654"/>
                </a:lnTo>
                <a:lnTo>
                  <a:pt x="1312378" y="40453"/>
                </a:lnTo>
                <a:lnTo>
                  <a:pt x="1312372" y="40262"/>
                </a:lnTo>
                <a:lnTo>
                  <a:pt x="1312382" y="39989"/>
                </a:lnTo>
                <a:lnTo>
                  <a:pt x="1312413" y="39730"/>
                </a:lnTo>
                <a:lnTo>
                  <a:pt x="1312464" y="39485"/>
                </a:lnTo>
                <a:lnTo>
                  <a:pt x="1312537" y="39253"/>
                </a:lnTo>
                <a:lnTo>
                  <a:pt x="1312630" y="39033"/>
                </a:lnTo>
                <a:lnTo>
                  <a:pt x="1312745" y="38827"/>
                </a:lnTo>
                <a:lnTo>
                  <a:pt x="1312882" y="38633"/>
                </a:lnTo>
                <a:lnTo>
                  <a:pt x="1313041" y="38451"/>
                </a:lnTo>
                <a:lnTo>
                  <a:pt x="1313222" y="38281"/>
                </a:lnTo>
                <a:lnTo>
                  <a:pt x="1313425" y="38122"/>
                </a:lnTo>
                <a:lnTo>
                  <a:pt x="1313651" y="37975"/>
                </a:lnTo>
                <a:lnTo>
                  <a:pt x="1313901" y="37839"/>
                </a:lnTo>
                <a:lnTo>
                  <a:pt x="1314173" y="37714"/>
                </a:lnTo>
                <a:lnTo>
                  <a:pt x="1314470" y="37599"/>
                </a:lnTo>
                <a:lnTo>
                  <a:pt x="1314790" y="37495"/>
                </a:lnTo>
                <a:lnTo>
                  <a:pt x="1315134" y="37401"/>
                </a:lnTo>
                <a:lnTo>
                  <a:pt x="1315502" y="37317"/>
                </a:lnTo>
                <a:lnTo>
                  <a:pt x="1315895" y="37242"/>
                </a:lnTo>
                <a:lnTo>
                  <a:pt x="1316313" y="37177"/>
                </a:lnTo>
                <a:lnTo>
                  <a:pt x="1316756" y="37121"/>
                </a:lnTo>
                <a:lnTo>
                  <a:pt x="1317224" y="37073"/>
                </a:lnTo>
                <a:lnTo>
                  <a:pt x="1317718" y="37034"/>
                </a:lnTo>
                <a:lnTo>
                  <a:pt x="1318238" y="37004"/>
                </a:lnTo>
                <a:lnTo>
                  <a:pt x="1318784" y="36981"/>
                </a:lnTo>
                <a:lnTo>
                  <a:pt x="1318784" y="34744"/>
                </a:lnTo>
                <a:lnTo>
                  <a:pt x="1287917" y="34744"/>
                </a:lnTo>
                <a:lnTo>
                  <a:pt x="1287917" y="36981"/>
                </a:lnTo>
                <a:lnTo>
                  <a:pt x="1289260" y="36981"/>
                </a:lnTo>
                <a:lnTo>
                  <a:pt x="1289808" y="36991"/>
                </a:lnTo>
                <a:lnTo>
                  <a:pt x="1290337" y="37023"/>
                </a:lnTo>
                <a:lnTo>
                  <a:pt x="1290848" y="37078"/>
                </a:lnTo>
                <a:lnTo>
                  <a:pt x="1291342" y="37157"/>
                </a:lnTo>
                <a:lnTo>
                  <a:pt x="1291823" y="37262"/>
                </a:lnTo>
                <a:lnTo>
                  <a:pt x="1292291" y="37393"/>
                </a:lnTo>
                <a:lnTo>
                  <a:pt x="1292748" y="37553"/>
                </a:lnTo>
                <a:lnTo>
                  <a:pt x="1293197" y="37743"/>
                </a:lnTo>
                <a:lnTo>
                  <a:pt x="1293640" y="37964"/>
                </a:lnTo>
                <a:lnTo>
                  <a:pt x="1294077" y="38217"/>
                </a:lnTo>
                <a:lnTo>
                  <a:pt x="1294511" y="38504"/>
                </a:lnTo>
                <a:lnTo>
                  <a:pt x="1294945" y="38826"/>
                </a:lnTo>
                <a:lnTo>
                  <a:pt x="1295379" y="39185"/>
                </a:lnTo>
                <a:lnTo>
                  <a:pt x="1295816" y="39581"/>
                </a:lnTo>
                <a:lnTo>
                  <a:pt x="1296257" y="40017"/>
                </a:lnTo>
                <a:lnTo>
                  <a:pt x="1296704" y="40493"/>
                </a:lnTo>
                <a:lnTo>
                  <a:pt x="1297160" y="41012"/>
                </a:lnTo>
                <a:lnTo>
                  <a:pt x="1297626" y="41573"/>
                </a:lnTo>
                <a:lnTo>
                  <a:pt x="1298104" y="42179"/>
                </a:lnTo>
                <a:lnTo>
                  <a:pt x="1298596" y="42832"/>
                </a:lnTo>
                <a:lnTo>
                  <a:pt x="1299104" y="43531"/>
                </a:lnTo>
                <a:lnTo>
                  <a:pt x="1299630" y="44279"/>
                </a:lnTo>
                <a:lnTo>
                  <a:pt x="1300175" y="45078"/>
                </a:lnTo>
                <a:lnTo>
                  <a:pt x="1300741" y="45928"/>
                </a:lnTo>
                <a:lnTo>
                  <a:pt x="1314759" y="67402"/>
                </a:lnTo>
                <a:lnTo>
                  <a:pt x="1297760" y="92005"/>
                </a:lnTo>
                <a:lnTo>
                  <a:pt x="1297216" y="92743"/>
                </a:lnTo>
                <a:lnTo>
                  <a:pt x="1296700" y="93431"/>
                </a:lnTo>
                <a:lnTo>
                  <a:pt x="1296210" y="94069"/>
                </a:lnTo>
                <a:lnTo>
                  <a:pt x="1295742" y="94660"/>
                </a:lnTo>
                <a:lnTo>
                  <a:pt x="1295295" y="95207"/>
                </a:lnTo>
                <a:lnTo>
                  <a:pt x="1294864" y="95710"/>
                </a:lnTo>
                <a:lnTo>
                  <a:pt x="1294448" y="96172"/>
                </a:lnTo>
                <a:lnTo>
                  <a:pt x="1294043" y="96595"/>
                </a:lnTo>
                <a:lnTo>
                  <a:pt x="1293647" y="96980"/>
                </a:lnTo>
                <a:lnTo>
                  <a:pt x="1293257" y="97331"/>
                </a:lnTo>
                <a:lnTo>
                  <a:pt x="1292871" y="97647"/>
                </a:lnTo>
                <a:lnTo>
                  <a:pt x="1292485" y="97933"/>
                </a:lnTo>
                <a:lnTo>
                  <a:pt x="1292096" y="98189"/>
                </a:lnTo>
                <a:lnTo>
                  <a:pt x="1291703" y="98417"/>
                </a:lnTo>
                <a:lnTo>
                  <a:pt x="1291301" y="98619"/>
                </a:lnTo>
                <a:lnTo>
                  <a:pt x="1290889" y="98798"/>
                </a:lnTo>
                <a:lnTo>
                  <a:pt x="1290464" y="98956"/>
                </a:lnTo>
                <a:lnTo>
                  <a:pt x="1290022" y="99093"/>
                </a:lnTo>
                <a:lnTo>
                  <a:pt x="1289561" y="99212"/>
                </a:lnTo>
                <a:lnTo>
                  <a:pt x="1289079" y="99316"/>
                </a:lnTo>
                <a:lnTo>
                  <a:pt x="1288572" y="99405"/>
                </a:lnTo>
                <a:lnTo>
                  <a:pt x="1288037" y="99483"/>
                </a:lnTo>
                <a:lnTo>
                  <a:pt x="1287473" y="99550"/>
                </a:lnTo>
                <a:lnTo>
                  <a:pt x="1286875" y="99609"/>
                </a:lnTo>
                <a:lnTo>
                  <a:pt x="1286875" y="101846"/>
                </a:lnTo>
                <a:lnTo>
                  <a:pt x="1308495" y="101846"/>
                </a:lnTo>
                <a:lnTo>
                  <a:pt x="1308495" y="99609"/>
                </a:lnTo>
                <a:lnTo>
                  <a:pt x="1307969" y="99606"/>
                </a:lnTo>
                <a:lnTo>
                  <a:pt x="1307470" y="99594"/>
                </a:lnTo>
                <a:lnTo>
                  <a:pt x="1306998" y="99574"/>
                </a:lnTo>
                <a:lnTo>
                  <a:pt x="1306552" y="99545"/>
                </a:lnTo>
                <a:lnTo>
                  <a:pt x="1306133" y="99508"/>
                </a:lnTo>
                <a:lnTo>
                  <a:pt x="1305740" y="99463"/>
                </a:lnTo>
                <a:lnTo>
                  <a:pt x="1305371" y="99408"/>
                </a:lnTo>
                <a:lnTo>
                  <a:pt x="1305028" y="99345"/>
                </a:lnTo>
                <a:lnTo>
                  <a:pt x="1304708" y="99272"/>
                </a:lnTo>
                <a:lnTo>
                  <a:pt x="1304413" y="99189"/>
                </a:lnTo>
                <a:lnTo>
                  <a:pt x="1304141" y="99097"/>
                </a:lnTo>
                <a:lnTo>
                  <a:pt x="1303892" y="98995"/>
                </a:lnTo>
                <a:lnTo>
                  <a:pt x="1303666" y="98883"/>
                </a:lnTo>
                <a:lnTo>
                  <a:pt x="1303461" y="98760"/>
                </a:lnTo>
                <a:lnTo>
                  <a:pt x="1303279" y="98628"/>
                </a:lnTo>
                <a:lnTo>
                  <a:pt x="1303117" y="98484"/>
                </a:lnTo>
                <a:lnTo>
                  <a:pt x="1302976" y="98329"/>
                </a:lnTo>
                <a:lnTo>
                  <a:pt x="1302855" y="98164"/>
                </a:lnTo>
                <a:lnTo>
                  <a:pt x="1302755" y="97987"/>
                </a:lnTo>
                <a:lnTo>
                  <a:pt x="1302673" y="97799"/>
                </a:lnTo>
                <a:lnTo>
                  <a:pt x="1302610" y="97599"/>
                </a:lnTo>
                <a:lnTo>
                  <a:pt x="1302566" y="97387"/>
                </a:lnTo>
                <a:lnTo>
                  <a:pt x="1302540" y="97163"/>
                </a:lnTo>
                <a:lnTo>
                  <a:pt x="1302532" y="96927"/>
                </a:lnTo>
                <a:lnTo>
                  <a:pt x="1302536" y="96792"/>
                </a:lnTo>
                <a:lnTo>
                  <a:pt x="1302550" y="96647"/>
                </a:lnTo>
                <a:lnTo>
                  <a:pt x="1302574" y="96493"/>
                </a:lnTo>
                <a:lnTo>
                  <a:pt x="1302607" y="96329"/>
                </a:lnTo>
                <a:lnTo>
                  <a:pt x="1302651" y="96155"/>
                </a:lnTo>
                <a:lnTo>
                  <a:pt x="1302704" y="95971"/>
                </a:lnTo>
                <a:lnTo>
                  <a:pt x="1302767" y="95777"/>
                </a:lnTo>
                <a:lnTo>
                  <a:pt x="1302841" y="95573"/>
                </a:lnTo>
                <a:lnTo>
                  <a:pt x="1302925" y="95359"/>
                </a:lnTo>
                <a:lnTo>
                  <a:pt x="1303019" y="95134"/>
                </a:lnTo>
                <a:lnTo>
                  <a:pt x="1303124" y="94899"/>
                </a:lnTo>
                <a:lnTo>
                  <a:pt x="1303240" y="94652"/>
                </a:lnTo>
                <a:lnTo>
                  <a:pt x="1303366" y="94395"/>
                </a:lnTo>
                <a:lnTo>
                  <a:pt x="1303504" y="94127"/>
                </a:lnTo>
                <a:lnTo>
                  <a:pt x="1303653" y="93848"/>
                </a:lnTo>
                <a:lnTo>
                  <a:pt x="1303813" y="93557"/>
                </a:lnTo>
                <a:lnTo>
                  <a:pt x="1303984" y="93256"/>
                </a:lnTo>
                <a:lnTo>
                  <a:pt x="1304167" y="92942"/>
                </a:lnTo>
                <a:lnTo>
                  <a:pt x="1304362" y="92617"/>
                </a:lnTo>
                <a:lnTo>
                  <a:pt x="1304568" y="92280"/>
                </a:lnTo>
                <a:lnTo>
                  <a:pt x="1304787" y="91932"/>
                </a:lnTo>
                <a:lnTo>
                  <a:pt x="1305017" y="91571"/>
                </a:lnTo>
                <a:lnTo>
                  <a:pt x="1305260" y="91198"/>
                </a:lnTo>
                <a:lnTo>
                  <a:pt x="1305515" y="90813"/>
                </a:lnTo>
                <a:lnTo>
                  <a:pt x="1317294" y="72472"/>
                </a:lnTo>
                <a:lnTo>
                  <a:pt x="1330864" y="93348"/>
                </a:lnTo>
                <a:lnTo>
                  <a:pt x="1330937" y="93459"/>
                </a:lnTo>
                <a:lnTo>
                  <a:pt x="1331007" y="93568"/>
                </a:lnTo>
                <a:lnTo>
                  <a:pt x="1331074" y="93677"/>
                </a:lnTo>
                <a:lnTo>
                  <a:pt x="1331137" y="93785"/>
                </a:lnTo>
                <a:lnTo>
                  <a:pt x="1331198" y="93891"/>
                </a:lnTo>
                <a:lnTo>
                  <a:pt x="1331255" y="93998"/>
                </a:lnTo>
                <a:lnTo>
                  <a:pt x="1331310" y="94103"/>
                </a:lnTo>
                <a:lnTo>
                  <a:pt x="1331361" y="94209"/>
                </a:lnTo>
                <a:lnTo>
                  <a:pt x="1331409" y="94315"/>
                </a:lnTo>
                <a:lnTo>
                  <a:pt x="1331454" y="94421"/>
                </a:lnTo>
                <a:lnTo>
                  <a:pt x="1331496" y="94527"/>
                </a:lnTo>
                <a:lnTo>
                  <a:pt x="1331535" y="94634"/>
                </a:lnTo>
                <a:lnTo>
                  <a:pt x="1331570" y="94741"/>
                </a:lnTo>
                <a:lnTo>
                  <a:pt x="1331603" y="94850"/>
                </a:lnTo>
                <a:lnTo>
                  <a:pt x="1331632" y="94960"/>
                </a:lnTo>
                <a:lnTo>
                  <a:pt x="1331659" y="95071"/>
                </a:lnTo>
                <a:lnTo>
                  <a:pt x="1331682" y="95184"/>
                </a:lnTo>
                <a:lnTo>
                  <a:pt x="1331702" y="95298"/>
                </a:lnTo>
                <a:lnTo>
                  <a:pt x="1331719" y="95415"/>
                </a:lnTo>
                <a:lnTo>
                  <a:pt x="1331733" y="95533"/>
                </a:lnTo>
                <a:lnTo>
                  <a:pt x="1331744" y="95654"/>
                </a:lnTo>
                <a:lnTo>
                  <a:pt x="1331752" y="95777"/>
                </a:lnTo>
                <a:lnTo>
                  <a:pt x="1331757" y="95904"/>
                </a:lnTo>
                <a:lnTo>
                  <a:pt x="1331758" y="96033"/>
                </a:lnTo>
                <a:lnTo>
                  <a:pt x="1331753" y="96357"/>
                </a:lnTo>
                <a:lnTo>
                  <a:pt x="1331735" y="96661"/>
                </a:lnTo>
                <a:lnTo>
                  <a:pt x="1331704" y="96944"/>
                </a:lnTo>
                <a:lnTo>
                  <a:pt x="1331658" y="97208"/>
                </a:lnTo>
                <a:lnTo>
                  <a:pt x="1331597" y="97454"/>
                </a:lnTo>
                <a:lnTo>
                  <a:pt x="1331518" y="97681"/>
                </a:lnTo>
                <a:lnTo>
                  <a:pt x="1331421" y="97892"/>
                </a:lnTo>
                <a:lnTo>
                  <a:pt x="1331305" y="98086"/>
                </a:lnTo>
                <a:lnTo>
                  <a:pt x="1331168" y="98265"/>
                </a:lnTo>
                <a:lnTo>
                  <a:pt x="1331009" y="98429"/>
                </a:lnTo>
                <a:lnTo>
                  <a:pt x="1330827" y="98578"/>
                </a:lnTo>
                <a:lnTo>
                  <a:pt x="1330621" y="98715"/>
                </a:lnTo>
                <a:lnTo>
                  <a:pt x="1330389" y="98840"/>
                </a:lnTo>
                <a:lnTo>
                  <a:pt x="1330130" y="98952"/>
                </a:lnTo>
                <a:lnTo>
                  <a:pt x="1329843" y="99054"/>
                </a:lnTo>
                <a:lnTo>
                  <a:pt x="1329527" y="99146"/>
                </a:lnTo>
                <a:lnTo>
                  <a:pt x="1329180" y="99228"/>
                </a:lnTo>
                <a:lnTo>
                  <a:pt x="1328802" y="99302"/>
                </a:lnTo>
                <a:lnTo>
                  <a:pt x="1328390" y="99368"/>
                </a:lnTo>
                <a:lnTo>
                  <a:pt x="1327944" y="99427"/>
                </a:lnTo>
                <a:lnTo>
                  <a:pt x="1327463" y="99480"/>
                </a:lnTo>
                <a:lnTo>
                  <a:pt x="1326945" y="99528"/>
                </a:lnTo>
                <a:lnTo>
                  <a:pt x="1326389" y="99570"/>
                </a:lnTo>
                <a:lnTo>
                  <a:pt x="1325795" y="99609"/>
                </a:lnTo>
                <a:lnTo>
                  <a:pt x="1325795" y="101846"/>
                </a:lnTo>
                <a:lnTo>
                  <a:pt x="1355765" y="101846"/>
                </a:lnTo>
                <a:lnTo>
                  <a:pt x="1355765" y="99609"/>
                </a:lnTo>
                <a:lnTo>
                  <a:pt x="1355196" y="99597"/>
                </a:lnTo>
                <a:lnTo>
                  <a:pt x="1354642" y="99559"/>
                </a:lnTo>
                <a:lnTo>
                  <a:pt x="1354103" y="99494"/>
                </a:lnTo>
                <a:close/>
                <a:moveTo>
                  <a:pt x="1169880" y="83587"/>
                </a:moveTo>
                <a:lnTo>
                  <a:pt x="1169003" y="84620"/>
                </a:lnTo>
                <a:lnTo>
                  <a:pt x="1168123" y="85586"/>
                </a:lnTo>
                <a:lnTo>
                  <a:pt x="1167239" y="86488"/>
                </a:lnTo>
                <a:lnTo>
                  <a:pt x="1166350" y="87326"/>
                </a:lnTo>
                <a:lnTo>
                  <a:pt x="1165453" y="88102"/>
                </a:lnTo>
                <a:lnTo>
                  <a:pt x="1164547" y="88816"/>
                </a:lnTo>
                <a:lnTo>
                  <a:pt x="1163630" y="89471"/>
                </a:lnTo>
                <a:lnTo>
                  <a:pt x="1162701" y="90066"/>
                </a:lnTo>
                <a:lnTo>
                  <a:pt x="1161757" y="90603"/>
                </a:lnTo>
                <a:lnTo>
                  <a:pt x="1160798" y="91084"/>
                </a:lnTo>
                <a:lnTo>
                  <a:pt x="1159822" y="91509"/>
                </a:lnTo>
                <a:lnTo>
                  <a:pt x="1158826" y="91879"/>
                </a:lnTo>
                <a:lnTo>
                  <a:pt x="1157809" y="92197"/>
                </a:lnTo>
                <a:lnTo>
                  <a:pt x="1156770" y="92462"/>
                </a:lnTo>
                <a:lnTo>
                  <a:pt x="1155707" y="92677"/>
                </a:lnTo>
                <a:lnTo>
                  <a:pt x="1154618" y="92842"/>
                </a:lnTo>
                <a:lnTo>
                  <a:pt x="1153501" y="92958"/>
                </a:lnTo>
                <a:lnTo>
                  <a:pt x="1152355" y="93027"/>
                </a:lnTo>
                <a:lnTo>
                  <a:pt x="1151178" y="93050"/>
                </a:lnTo>
                <a:lnTo>
                  <a:pt x="1150127" y="93027"/>
                </a:lnTo>
                <a:lnTo>
                  <a:pt x="1149097" y="92960"/>
                </a:lnTo>
                <a:lnTo>
                  <a:pt x="1148089" y="92847"/>
                </a:lnTo>
                <a:lnTo>
                  <a:pt x="1147103" y="92690"/>
                </a:lnTo>
                <a:lnTo>
                  <a:pt x="1146139" y="92488"/>
                </a:lnTo>
                <a:lnTo>
                  <a:pt x="1145196" y="92241"/>
                </a:lnTo>
                <a:lnTo>
                  <a:pt x="1144275" y="91950"/>
                </a:lnTo>
                <a:lnTo>
                  <a:pt x="1143376" y="91613"/>
                </a:lnTo>
                <a:lnTo>
                  <a:pt x="1142498" y="91233"/>
                </a:lnTo>
                <a:lnTo>
                  <a:pt x="1141642" y="90808"/>
                </a:lnTo>
                <a:lnTo>
                  <a:pt x="1140808" y="90338"/>
                </a:lnTo>
                <a:lnTo>
                  <a:pt x="1139996" y="89825"/>
                </a:lnTo>
                <a:lnTo>
                  <a:pt x="1139205" y="89267"/>
                </a:lnTo>
                <a:lnTo>
                  <a:pt x="1138436" y="88664"/>
                </a:lnTo>
                <a:lnTo>
                  <a:pt x="1137689" y="88018"/>
                </a:lnTo>
                <a:lnTo>
                  <a:pt x="1136964" y="87328"/>
                </a:lnTo>
                <a:lnTo>
                  <a:pt x="1136260" y="86593"/>
                </a:lnTo>
                <a:lnTo>
                  <a:pt x="1135578" y="85815"/>
                </a:lnTo>
                <a:lnTo>
                  <a:pt x="1134918" y="84993"/>
                </a:lnTo>
                <a:lnTo>
                  <a:pt x="1134279" y="84127"/>
                </a:lnTo>
                <a:lnTo>
                  <a:pt x="1133663" y="83217"/>
                </a:lnTo>
                <a:lnTo>
                  <a:pt x="1133068" y="82263"/>
                </a:lnTo>
                <a:lnTo>
                  <a:pt x="1132494" y="81266"/>
                </a:lnTo>
                <a:lnTo>
                  <a:pt x="1131943" y="80226"/>
                </a:lnTo>
                <a:lnTo>
                  <a:pt x="1131616" y="79522"/>
                </a:lnTo>
                <a:lnTo>
                  <a:pt x="1131305" y="78824"/>
                </a:lnTo>
                <a:lnTo>
                  <a:pt x="1131011" y="78132"/>
                </a:lnTo>
                <a:lnTo>
                  <a:pt x="1130733" y="77442"/>
                </a:lnTo>
                <a:lnTo>
                  <a:pt x="1130471" y="76752"/>
                </a:lnTo>
                <a:lnTo>
                  <a:pt x="1130223" y="76059"/>
                </a:lnTo>
                <a:lnTo>
                  <a:pt x="1129990" y="75362"/>
                </a:lnTo>
                <a:lnTo>
                  <a:pt x="1129772" y="74658"/>
                </a:lnTo>
                <a:lnTo>
                  <a:pt x="1129568" y="73945"/>
                </a:lnTo>
                <a:lnTo>
                  <a:pt x="1129377" y="73220"/>
                </a:lnTo>
                <a:lnTo>
                  <a:pt x="1129200" y="72481"/>
                </a:lnTo>
                <a:lnTo>
                  <a:pt x="1129035" y="71725"/>
                </a:lnTo>
                <a:lnTo>
                  <a:pt x="1128883" y="70951"/>
                </a:lnTo>
                <a:lnTo>
                  <a:pt x="1128743" y="70156"/>
                </a:lnTo>
                <a:lnTo>
                  <a:pt x="1128614" y="69338"/>
                </a:lnTo>
                <a:lnTo>
                  <a:pt x="1128497" y="68494"/>
                </a:lnTo>
                <a:lnTo>
                  <a:pt x="1128391" y="67623"/>
                </a:lnTo>
                <a:lnTo>
                  <a:pt x="1128295" y="66721"/>
                </a:lnTo>
                <a:lnTo>
                  <a:pt x="1128209" y="65786"/>
                </a:lnTo>
                <a:lnTo>
                  <a:pt x="1128133" y="64816"/>
                </a:lnTo>
                <a:lnTo>
                  <a:pt x="1128066" y="63810"/>
                </a:lnTo>
                <a:lnTo>
                  <a:pt x="1128008" y="62763"/>
                </a:lnTo>
                <a:lnTo>
                  <a:pt x="1127959" y="61675"/>
                </a:lnTo>
                <a:lnTo>
                  <a:pt x="1127918" y="60542"/>
                </a:lnTo>
                <a:lnTo>
                  <a:pt x="1173845" y="60542"/>
                </a:lnTo>
                <a:lnTo>
                  <a:pt x="1173694" y="59358"/>
                </a:lnTo>
                <a:lnTo>
                  <a:pt x="1173539" y="58227"/>
                </a:lnTo>
                <a:lnTo>
                  <a:pt x="1173380" y="57147"/>
                </a:lnTo>
                <a:lnTo>
                  <a:pt x="1173214" y="56116"/>
                </a:lnTo>
                <a:lnTo>
                  <a:pt x="1173043" y="55130"/>
                </a:lnTo>
                <a:lnTo>
                  <a:pt x="1172864" y="54188"/>
                </a:lnTo>
                <a:lnTo>
                  <a:pt x="1172676" y="53287"/>
                </a:lnTo>
                <a:lnTo>
                  <a:pt x="1172480" y="52423"/>
                </a:lnTo>
                <a:lnTo>
                  <a:pt x="1172274" y="51596"/>
                </a:lnTo>
                <a:lnTo>
                  <a:pt x="1172058" y="50802"/>
                </a:lnTo>
                <a:lnTo>
                  <a:pt x="1171830" y="50038"/>
                </a:lnTo>
                <a:lnTo>
                  <a:pt x="1171589" y="49302"/>
                </a:lnTo>
                <a:lnTo>
                  <a:pt x="1171335" y="48593"/>
                </a:lnTo>
                <a:lnTo>
                  <a:pt x="1171068" y="47906"/>
                </a:lnTo>
                <a:lnTo>
                  <a:pt x="1170785" y="47240"/>
                </a:lnTo>
                <a:lnTo>
                  <a:pt x="1170487" y="46591"/>
                </a:lnTo>
                <a:lnTo>
                  <a:pt x="1170172" y="45959"/>
                </a:lnTo>
                <a:lnTo>
                  <a:pt x="1169840" y="45339"/>
                </a:lnTo>
                <a:lnTo>
                  <a:pt x="1169489" y="44730"/>
                </a:lnTo>
                <a:lnTo>
                  <a:pt x="1169120" y="44129"/>
                </a:lnTo>
                <a:lnTo>
                  <a:pt x="1168730" y="43533"/>
                </a:lnTo>
                <a:lnTo>
                  <a:pt x="1168320" y="42940"/>
                </a:lnTo>
                <a:lnTo>
                  <a:pt x="1167888" y="42347"/>
                </a:lnTo>
                <a:lnTo>
                  <a:pt x="1167433" y="41752"/>
                </a:lnTo>
                <a:lnTo>
                  <a:pt x="1166862" y="41093"/>
                </a:lnTo>
                <a:lnTo>
                  <a:pt x="1166266" y="40458"/>
                </a:lnTo>
                <a:lnTo>
                  <a:pt x="1165646" y="39846"/>
                </a:lnTo>
                <a:lnTo>
                  <a:pt x="1165004" y="39259"/>
                </a:lnTo>
                <a:lnTo>
                  <a:pt x="1164339" y="38697"/>
                </a:lnTo>
                <a:lnTo>
                  <a:pt x="1163653" y="38160"/>
                </a:lnTo>
                <a:lnTo>
                  <a:pt x="1162946" y="37649"/>
                </a:lnTo>
                <a:lnTo>
                  <a:pt x="1162219" y="37163"/>
                </a:lnTo>
                <a:lnTo>
                  <a:pt x="1161472" y="36705"/>
                </a:lnTo>
                <a:lnTo>
                  <a:pt x="1160706" y="36273"/>
                </a:lnTo>
                <a:lnTo>
                  <a:pt x="1159921" y="35868"/>
                </a:lnTo>
                <a:lnTo>
                  <a:pt x="1159119" y="35490"/>
                </a:lnTo>
                <a:lnTo>
                  <a:pt x="1158300" y="35141"/>
                </a:lnTo>
                <a:lnTo>
                  <a:pt x="1157464" y="34820"/>
                </a:lnTo>
                <a:lnTo>
                  <a:pt x="1156613" y="34528"/>
                </a:lnTo>
                <a:lnTo>
                  <a:pt x="1155746" y="34264"/>
                </a:lnTo>
                <a:lnTo>
                  <a:pt x="1154865" y="34031"/>
                </a:lnTo>
                <a:lnTo>
                  <a:pt x="1153970" y="33827"/>
                </a:lnTo>
                <a:lnTo>
                  <a:pt x="1153062" y="33654"/>
                </a:lnTo>
                <a:lnTo>
                  <a:pt x="1152141" y="33511"/>
                </a:lnTo>
                <a:lnTo>
                  <a:pt x="1151209" y="33399"/>
                </a:lnTo>
                <a:lnTo>
                  <a:pt x="1150265" y="33319"/>
                </a:lnTo>
                <a:lnTo>
                  <a:pt x="1149310" y="33270"/>
                </a:lnTo>
                <a:lnTo>
                  <a:pt x="1148346" y="33254"/>
                </a:lnTo>
                <a:lnTo>
                  <a:pt x="1147416" y="33268"/>
                </a:lnTo>
                <a:lnTo>
                  <a:pt x="1146491" y="33310"/>
                </a:lnTo>
                <a:lnTo>
                  <a:pt x="1145572" y="33379"/>
                </a:lnTo>
                <a:lnTo>
                  <a:pt x="1144659" y="33476"/>
                </a:lnTo>
                <a:lnTo>
                  <a:pt x="1143752" y="33601"/>
                </a:lnTo>
                <a:lnTo>
                  <a:pt x="1142852" y="33753"/>
                </a:lnTo>
                <a:lnTo>
                  <a:pt x="1141958" y="33932"/>
                </a:lnTo>
                <a:lnTo>
                  <a:pt x="1141072" y="34138"/>
                </a:lnTo>
                <a:lnTo>
                  <a:pt x="1140194" y="34371"/>
                </a:lnTo>
                <a:lnTo>
                  <a:pt x="1139324" y="34631"/>
                </a:lnTo>
                <a:lnTo>
                  <a:pt x="1138462" y="34917"/>
                </a:lnTo>
                <a:lnTo>
                  <a:pt x="1137609" y="35230"/>
                </a:lnTo>
                <a:lnTo>
                  <a:pt x="1136766" y="35569"/>
                </a:lnTo>
                <a:lnTo>
                  <a:pt x="1135932" y="35935"/>
                </a:lnTo>
                <a:lnTo>
                  <a:pt x="1135109" y="36327"/>
                </a:lnTo>
                <a:lnTo>
                  <a:pt x="1134296" y="36745"/>
                </a:lnTo>
                <a:lnTo>
                  <a:pt x="1133494" y="37189"/>
                </a:lnTo>
                <a:lnTo>
                  <a:pt x="1132703" y="37658"/>
                </a:lnTo>
                <a:lnTo>
                  <a:pt x="1131924" y="38153"/>
                </a:lnTo>
                <a:lnTo>
                  <a:pt x="1131156" y="38674"/>
                </a:lnTo>
                <a:lnTo>
                  <a:pt x="1130402" y="39220"/>
                </a:lnTo>
                <a:lnTo>
                  <a:pt x="1129660" y="39791"/>
                </a:lnTo>
                <a:lnTo>
                  <a:pt x="1128931" y="40387"/>
                </a:lnTo>
                <a:lnTo>
                  <a:pt x="1128216" y="41008"/>
                </a:lnTo>
                <a:lnTo>
                  <a:pt x="1127355" y="41796"/>
                </a:lnTo>
                <a:lnTo>
                  <a:pt x="1126526" y="42628"/>
                </a:lnTo>
                <a:lnTo>
                  <a:pt x="1125729" y="43505"/>
                </a:lnTo>
                <a:lnTo>
                  <a:pt x="1124964" y="44425"/>
                </a:lnTo>
                <a:lnTo>
                  <a:pt x="1124233" y="45386"/>
                </a:lnTo>
                <a:lnTo>
                  <a:pt x="1123534" y="46388"/>
                </a:lnTo>
                <a:lnTo>
                  <a:pt x="1122869" y="47429"/>
                </a:lnTo>
                <a:lnTo>
                  <a:pt x="1122239" y="48508"/>
                </a:lnTo>
                <a:lnTo>
                  <a:pt x="1121643" y="49624"/>
                </a:lnTo>
                <a:lnTo>
                  <a:pt x="1121083" y="50775"/>
                </a:lnTo>
                <a:lnTo>
                  <a:pt x="1120558" y="51961"/>
                </a:lnTo>
                <a:lnTo>
                  <a:pt x="1120069" y="53180"/>
                </a:lnTo>
                <a:lnTo>
                  <a:pt x="1119617" y="54430"/>
                </a:lnTo>
                <a:lnTo>
                  <a:pt x="1119202" y="55712"/>
                </a:lnTo>
                <a:lnTo>
                  <a:pt x="1118824" y="57022"/>
                </a:lnTo>
                <a:lnTo>
                  <a:pt x="1118484" y="58361"/>
                </a:lnTo>
                <a:lnTo>
                  <a:pt x="1118182" y="59727"/>
                </a:lnTo>
                <a:lnTo>
                  <a:pt x="1117919" y="61118"/>
                </a:lnTo>
                <a:lnTo>
                  <a:pt x="1117695" y="62534"/>
                </a:lnTo>
                <a:lnTo>
                  <a:pt x="1117511" y="63973"/>
                </a:lnTo>
                <a:lnTo>
                  <a:pt x="1117367" y="65434"/>
                </a:lnTo>
                <a:lnTo>
                  <a:pt x="1117264" y="66916"/>
                </a:lnTo>
                <a:lnTo>
                  <a:pt x="1117201" y="68417"/>
                </a:lnTo>
                <a:lnTo>
                  <a:pt x="1117180" y="69937"/>
                </a:lnTo>
                <a:lnTo>
                  <a:pt x="1117236" y="72468"/>
                </a:lnTo>
                <a:lnTo>
                  <a:pt x="1117402" y="74917"/>
                </a:lnTo>
                <a:lnTo>
                  <a:pt x="1117675" y="77280"/>
                </a:lnTo>
                <a:lnTo>
                  <a:pt x="1118055" y="79556"/>
                </a:lnTo>
                <a:lnTo>
                  <a:pt x="1118539" y="81743"/>
                </a:lnTo>
                <a:lnTo>
                  <a:pt x="1119126" y="83837"/>
                </a:lnTo>
                <a:lnTo>
                  <a:pt x="1119813" y="85838"/>
                </a:lnTo>
                <a:lnTo>
                  <a:pt x="1120599" y="87742"/>
                </a:lnTo>
                <a:lnTo>
                  <a:pt x="1121482" y="89549"/>
                </a:lnTo>
                <a:lnTo>
                  <a:pt x="1122460" y="91254"/>
                </a:lnTo>
                <a:lnTo>
                  <a:pt x="1123531" y="92857"/>
                </a:lnTo>
                <a:lnTo>
                  <a:pt x="1124692" y="94355"/>
                </a:lnTo>
                <a:lnTo>
                  <a:pt x="1125944" y="95745"/>
                </a:lnTo>
                <a:lnTo>
                  <a:pt x="1127282" y="97026"/>
                </a:lnTo>
                <a:lnTo>
                  <a:pt x="1128707" y="98196"/>
                </a:lnTo>
                <a:lnTo>
                  <a:pt x="1130215" y="99252"/>
                </a:lnTo>
                <a:lnTo>
                  <a:pt x="1131804" y="100192"/>
                </a:lnTo>
                <a:lnTo>
                  <a:pt x="1133474" y="101013"/>
                </a:lnTo>
                <a:lnTo>
                  <a:pt x="1135222" y="101715"/>
                </a:lnTo>
                <a:lnTo>
                  <a:pt x="1137045" y="102294"/>
                </a:lnTo>
                <a:lnTo>
                  <a:pt x="1138943" y="102747"/>
                </a:lnTo>
                <a:lnTo>
                  <a:pt x="1140914" y="103074"/>
                </a:lnTo>
                <a:lnTo>
                  <a:pt x="1142955" y="103272"/>
                </a:lnTo>
                <a:lnTo>
                  <a:pt x="1145065" y="103339"/>
                </a:lnTo>
                <a:lnTo>
                  <a:pt x="1146820" y="103293"/>
                </a:lnTo>
                <a:lnTo>
                  <a:pt x="1148543" y="103156"/>
                </a:lnTo>
                <a:lnTo>
                  <a:pt x="1150233" y="102929"/>
                </a:lnTo>
                <a:lnTo>
                  <a:pt x="1151890" y="102612"/>
                </a:lnTo>
                <a:lnTo>
                  <a:pt x="1153513" y="102207"/>
                </a:lnTo>
                <a:lnTo>
                  <a:pt x="1155100" y="101712"/>
                </a:lnTo>
                <a:lnTo>
                  <a:pt x="1156651" y="101130"/>
                </a:lnTo>
                <a:lnTo>
                  <a:pt x="1158165" y="100461"/>
                </a:lnTo>
                <a:lnTo>
                  <a:pt x="1159641" y="99705"/>
                </a:lnTo>
                <a:lnTo>
                  <a:pt x="1161079" y="98864"/>
                </a:lnTo>
                <a:lnTo>
                  <a:pt x="1162477" y="97937"/>
                </a:lnTo>
                <a:lnTo>
                  <a:pt x="1163835" y="96926"/>
                </a:lnTo>
                <a:lnTo>
                  <a:pt x="1165151" y="95831"/>
                </a:lnTo>
                <a:lnTo>
                  <a:pt x="1166426" y="94653"/>
                </a:lnTo>
                <a:lnTo>
                  <a:pt x="1167658" y="93392"/>
                </a:lnTo>
                <a:lnTo>
                  <a:pt x="1168846" y="92049"/>
                </a:lnTo>
                <a:lnTo>
                  <a:pt x="1169990" y="90625"/>
                </a:lnTo>
                <a:lnTo>
                  <a:pt x="1171088" y="89121"/>
                </a:lnTo>
                <a:lnTo>
                  <a:pt x="1172140" y="87536"/>
                </a:lnTo>
                <a:lnTo>
                  <a:pt x="1173145" y="85872"/>
                </a:lnTo>
                <a:lnTo>
                  <a:pt x="1174102" y="84129"/>
                </a:lnTo>
                <a:lnTo>
                  <a:pt x="1175011" y="82308"/>
                </a:lnTo>
                <a:lnTo>
                  <a:pt x="1175870" y="80410"/>
                </a:lnTo>
                <a:lnTo>
                  <a:pt x="1176678" y="78435"/>
                </a:lnTo>
                <a:lnTo>
                  <a:pt x="1174291" y="77393"/>
                </a:lnTo>
                <a:lnTo>
                  <a:pt x="1173400" y="78773"/>
                </a:lnTo>
                <a:lnTo>
                  <a:pt x="1172516" y="80081"/>
                </a:lnTo>
                <a:lnTo>
                  <a:pt x="1171635" y="81319"/>
                </a:lnTo>
                <a:lnTo>
                  <a:pt x="1170757" y="82487"/>
                </a:lnTo>
                <a:lnTo>
                  <a:pt x="1169880" y="83587"/>
                </a:lnTo>
                <a:close/>
                <a:moveTo>
                  <a:pt x="1129692" y="49292"/>
                </a:moveTo>
                <a:lnTo>
                  <a:pt x="1130097" y="48184"/>
                </a:lnTo>
                <a:lnTo>
                  <a:pt x="1130540" y="47139"/>
                </a:lnTo>
                <a:lnTo>
                  <a:pt x="1131020" y="46155"/>
                </a:lnTo>
                <a:lnTo>
                  <a:pt x="1131538" y="45233"/>
                </a:lnTo>
                <a:lnTo>
                  <a:pt x="1132095" y="44372"/>
                </a:lnTo>
                <a:lnTo>
                  <a:pt x="1132689" y="43573"/>
                </a:lnTo>
                <a:lnTo>
                  <a:pt x="1133322" y="42834"/>
                </a:lnTo>
                <a:lnTo>
                  <a:pt x="1133994" y="42156"/>
                </a:lnTo>
                <a:lnTo>
                  <a:pt x="1134705" y="41538"/>
                </a:lnTo>
                <a:lnTo>
                  <a:pt x="1135455" y="40981"/>
                </a:lnTo>
                <a:lnTo>
                  <a:pt x="1136245" y="40483"/>
                </a:lnTo>
                <a:lnTo>
                  <a:pt x="1137075" y="40044"/>
                </a:lnTo>
                <a:lnTo>
                  <a:pt x="1137944" y="39665"/>
                </a:lnTo>
                <a:lnTo>
                  <a:pt x="1138855" y="39345"/>
                </a:lnTo>
                <a:lnTo>
                  <a:pt x="1139806" y="39084"/>
                </a:lnTo>
                <a:lnTo>
                  <a:pt x="1140797" y="38881"/>
                </a:lnTo>
                <a:lnTo>
                  <a:pt x="1141830" y="38737"/>
                </a:lnTo>
                <a:lnTo>
                  <a:pt x="1142904" y="38650"/>
                </a:lnTo>
                <a:lnTo>
                  <a:pt x="1144020" y="38621"/>
                </a:lnTo>
                <a:lnTo>
                  <a:pt x="1145129" y="38644"/>
                </a:lnTo>
                <a:lnTo>
                  <a:pt x="1146182" y="38711"/>
                </a:lnTo>
                <a:lnTo>
                  <a:pt x="1147180" y="38826"/>
                </a:lnTo>
                <a:lnTo>
                  <a:pt x="1148127" y="38991"/>
                </a:lnTo>
                <a:lnTo>
                  <a:pt x="1149022" y="39207"/>
                </a:lnTo>
                <a:lnTo>
                  <a:pt x="1149869" y="39477"/>
                </a:lnTo>
                <a:lnTo>
                  <a:pt x="1150668" y="39802"/>
                </a:lnTo>
                <a:lnTo>
                  <a:pt x="1151421" y="40184"/>
                </a:lnTo>
                <a:lnTo>
                  <a:pt x="1152131" y="40627"/>
                </a:lnTo>
                <a:lnTo>
                  <a:pt x="1152798" y="41131"/>
                </a:lnTo>
                <a:lnTo>
                  <a:pt x="1153424" y="41698"/>
                </a:lnTo>
                <a:lnTo>
                  <a:pt x="1154012" y="42331"/>
                </a:lnTo>
                <a:lnTo>
                  <a:pt x="1154562" y="43031"/>
                </a:lnTo>
                <a:lnTo>
                  <a:pt x="1155077" y="43801"/>
                </a:lnTo>
                <a:lnTo>
                  <a:pt x="1155557" y="44643"/>
                </a:lnTo>
                <a:lnTo>
                  <a:pt x="1156006" y="45558"/>
                </a:lnTo>
                <a:lnTo>
                  <a:pt x="1156424" y="46549"/>
                </a:lnTo>
                <a:lnTo>
                  <a:pt x="1156813" y="47618"/>
                </a:lnTo>
                <a:lnTo>
                  <a:pt x="1157174" y="48766"/>
                </a:lnTo>
                <a:lnTo>
                  <a:pt x="1157511" y="49995"/>
                </a:lnTo>
                <a:lnTo>
                  <a:pt x="1157823" y="51309"/>
                </a:lnTo>
                <a:lnTo>
                  <a:pt x="1158114" y="52708"/>
                </a:lnTo>
                <a:lnTo>
                  <a:pt x="1158384" y="54194"/>
                </a:lnTo>
                <a:lnTo>
                  <a:pt x="1158635" y="55771"/>
                </a:lnTo>
                <a:lnTo>
                  <a:pt x="1128216" y="55771"/>
                </a:lnTo>
                <a:lnTo>
                  <a:pt x="1128439" y="54348"/>
                </a:lnTo>
                <a:lnTo>
                  <a:pt x="1128697" y="52990"/>
                </a:lnTo>
                <a:lnTo>
                  <a:pt x="1128992" y="51694"/>
                </a:lnTo>
                <a:lnTo>
                  <a:pt x="1129324" y="50462"/>
                </a:lnTo>
                <a:lnTo>
                  <a:pt x="1129692" y="49292"/>
                </a:lnTo>
                <a:close/>
                <a:moveTo>
                  <a:pt x="1274559" y="83587"/>
                </a:moveTo>
                <a:lnTo>
                  <a:pt x="1273682" y="84620"/>
                </a:lnTo>
                <a:lnTo>
                  <a:pt x="1272802" y="85586"/>
                </a:lnTo>
                <a:lnTo>
                  <a:pt x="1271918" y="86488"/>
                </a:lnTo>
                <a:lnTo>
                  <a:pt x="1271028" y="87326"/>
                </a:lnTo>
                <a:lnTo>
                  <a:pt x="1270132" y="88102"/>
                </a:lnTo>
                <a:lnTo>
                  <a:pt x="1269226" y="88816"/>
                </a:lnTo>
                <a:lnTo>
                  <a:pt x="1268309" y="89471"/>
                </a:lnTo>
                <a:lnTo>
                  <a:pt x="1267380" y="90066"/>
                </a:lnTo>
                <a:lnTo>
                  <a:pt x="1266436" y="90603"/>
                </a:lnTo>
                <a:lnTo>
                  <a:pt x="1265477" y="91084"/>
                </a:lnTo>
                <a:lnTo>
                  <a:pt x="1264500" y="91509"/>
                </a:lnTo>
                <a:lnTo>
                  <a:pt x="1263505" y="91879"/>
                </a:lnTo>
                <a:lnTo>
                  <a:pt x="1262488" y="92197"/>
                </a:lnTo>
                <a:lnTo>
                  <a:pt x="1261449" y="92462"/>
                </a:lnTo>
                <a:lnTo>
                  <a:pt x="1260386" y="92677"/>
                </a:lnTo>
                <a:lnTo>
                  <a:pt x="1259297" y="92842"/>
                </a:lnTo>
                <a:lnTo>
                  <a:pt x="1258180" y="92958"/>
                </a:lnTo>
                <a:lnTo>
                  <a:pt x="1257034" y="93027"/>
                </a:lnTo>
                <a:lnTo>
                  <a:pt x="1255857" y="93050"/>
                </a:lnTo>
                <a:lnTo>
                  <a:pt x="1254806" y="93027"/>
                </a:lnTo>
                <a:lnTo>
                  <a:pt x="1253776" y="92960"/>
                </a:lnTo>
                <a:lnTo>
                  <a:pt x="1252768" y="92847"/>
                </a:lnTo>
                <a:lnTo>
                  <a:pt x="1251782" y="92690"/>
                </a:lnTo>
                <a:lnTo>
                  <a:pt x="1250817" y="92488"/>
                </a:lnTo>
                <a:lnTo>
                  <a:pt x="1249875" y="92241"/>
                </a:lnTo>
                <a:lnTo>
                  <a:pt x="1248954" y="91950"/>
                </a:lnTo>
                <a:lnTo>
                  <a:pt x="1248054" y="91613"/>
                </a:lnTo>
                <a:lnTo>
                  <a:pt x="1247177" y="91233"/>
                </a:lnTo>
                <a:lnTo>
                  <a:pt x="1246321" y="90808"/>
                </a:lnTo>
                <a:lnTo>
                  <a:pt x="1245487" y="90338"/>
                </a:lnTo>
                <a:lnTo>
                  <a:pt x="1244675" y="89825"/>
                </a:lnTo>
                <a:lnTo>
                  <a:pt x="1243884" y="89267"/>
                </a:lnTo>
                <a:lnTo>
                  <a:pt x="1243115" y="88664"/>
                </a:lnTo>
                <a:lnTo>
                  <a:pt x="1242368" y="88018"/>
                </a:lnTo>
                <a:lnTo>
                  <a:pt x="1241643" y="87328"/>
                </a:lnTo>
                <a:lnTo>
                  <a:pt x="1240939" y="86593"/>
                </a:lnTo>
                <a:lnTo>
                  <a:pt x="1240257" y="85815"/>
                </a:lnTo>
                <a:lnTo>
                  <a:pt x="1239597" y="84993"/>
                </a:lnTo>
                <a:lnTo>
                  <a:pt x="1238958" y="84127"/>
                </a:lnTo>
                <a:lnTo>
                  <a:pt x="1238341" y="83217"/>
                </a:lnTo>
                <a:lnTo>
                  <a:pt x="1237746" y="82263"/>
                </a:lnTo>
                <a:lnTo>
                  <a:pt x="1237173" y="81266"/>
                </a:lnTo>
                <a:lnTo>
                  <a:pt x="1236622" y="80226"/>
                </a:lnTo>
                <a:lnTo>
                  <a:pt x="1236295" y="79522"/>
                </a:lnTo>
                <a:lnTo>
                  <a:pt x="1235984" y="78824"/>
                </a:lnTo>
                <a:lnTo>
                  <a:pt x="1235690" y="78132"/>
                </a:lnTo>
                <a:lnTo>
                  <a:pt x="1235412" y="77442"/>
                </a:lnTo>
                <a:lnTo>
                  <a:pt x="1235149" y="76752"/>
                </a:lnTo>
                <a:lnTo>
                  <a:pt x="1234902" y="76059"/>
                </a:lnTo>
                <a:lnTo>
                  <a:pt x="1234669" y="75362"/>
                </a:lnTo>
                <a:lnTo>
                  <a:pt x="1234451" y="74658"/>
                </a:lnTo>
                <a:lnTo>
                  <a:pt x="1234247" y="73945"/>
                </a:lnTo>
                <a:lnTo>
                  <a:pt x="1234056" y="73220"/>
                </a:lnTo>
                <a:lnTo>
                  <a:pt x="1233879" y="72481"/>
                </a:lnTo>
                <a:lnTo>
                  <a:pt x="1233714" y="71725"/>
                </a:lnTo>
                <a:lnTo>
                  <a:pt x="1233562" y="70951"/>
                </a:lnTo>
                <a:lnTo>
                  <a:pt x="1233422" y="70156"/>
                </a:lnTo>
                <a:lnTo>
                  <a:pt x="1233293" y="69338"/>
                </a:lnTo>
                <a:lnTo>
                  <a:pt x="1233176" y="68494"/>
                </a:lnTo>
                <a:lnTo>
                  <a:pt x="1233070" y="67623"/>
                </a:lnTo>
                <a:lnTo>
                  <a:pt x="1232974" y="66721"/>
                </a:lnTo>
                <a:lnTo>
                  <a:pt x="1232888" y="65786"/>
                </a:lnTo>
                <a:lnTo>
                  <a:pt x="1232812" y="64816"/>
                </a:lnTo>
                <a:lnTo>
                  <a:pt x="1232745" y="63810"/>
                </a:lnTo>
                <a:lnTo>
                  <a:pt x="1232687" y="62763"/>
                </a:lnTo>
                <a:lnTo>
                  <a:pt x="1232638" y="61675"/>
                </a:lnTo>
                <a:lnTo>
                  <a:pt x="1232597" y="60542"/>
                </a:lnTo>
                <a:lnTo>
                  <a:pt x="1278524" y="60542"/>
                </a:lnTo>
                <a:lnTo>
                  <a:pt x="1278373" y="59358"/>
                </a:lnTo>
                <a:lnTo>
                  <a:pt x="1278218" y="58227"/>
                </a:lnTo>
                <a:lnTo>
                  <a:pt x="1278058" y="57147"/>
                </a:lnTo>
                <a:lnTo>
                  <a:pt x="1277893" y="56116"/>
                </a:lnTo>
                <a:lnTo>
                  <a:pt x="1277721" y="55130"/>
                </a:lnTo>
                <a:lnTo>
                  <a:pt x="1277542" y="54188"/>
                </a:lnTo>
                <a:lnTo>
                  <a:pt x="1277355" y="53287"/>
                </a:lnTo>
                <a:lnTo>
                  <a:pt x="1277159" y="52423"/>
                </a:lnTo>
                <a:lnTo>
                  <a:pt x="1276953" y="51596"/>
                </a:lnTo>
                <a:lnTo>
                  <a:pt x="1276736" y="50802"/>
                </a:lnTo>
                <a:lnTo>
                  <a:pt x="1276508" y="50038"/>
                </a:lnTo>
                <a:lnTo>
                  <a:pt x="1276268" y="49302"/>
                </a:lnTo>
                <a:lnTo>
                  <a:pt x="1276014" y="48593"/>
                </a:lnTo>
                <a:lnTo>
                  <a:pt x="1275746" y="47906"/>
                </a:lnTo>
                <a:lnTo>
                  <a:pt x="1275464" y="47240"/>
                </a:lnTo>
                <a:lnTo>
                  <a:pt x="1275166" y="46591"/>
                </a:lnTo>
                <a:lnTo>
                  <a:pt x="1274851" y="45959"/>
                </a:lnTo>
                <a:lnTo>
                  <a:pt x="1274518" y="45339"/>
                </a:lnTo>
                <a:lnTo>
                  <a:pt x="1274168" y="44730"/>
                </a:lnTo>
                <a:lnTo>
                  <a:pt x="1273798" y="44129"/>
                </a:lnTo>
                <a:lnTo>
                  <a:pt x="1273409" y="43533"/>
                </a:lnTo>
                <a:lnTo>
                  <a:pt x="1272999" y="42940"/>
                </a:lnTo>
                <a:lnTo>
                  <a:pt x="1272567" y="42347"/>
                </a:lnTo>
                <a:lnTo>
                  <a:pt x="1272112" y="41752"/>
                </a:lnTo>
                <a:lnTo>
                  <a:pt x="1271540" y="41093"/>
                </a:lnTo>
                <a:lnTo>
                  <a:pt x="1270945" y="40458"/>
                </a:lnTo>
                <a:lnTo>
                  <a:pt x="1270325" y="39846"/>
                </a:lnTo>
                <a:lnTo>
                  <a:pt x="1269683" y="39259"/>
                </a:lnTo>
                <a:lnTo>
                  <a:pt x="1269018" y="38697"/>
                </a:lnTo>
                <a:lnTo>
                  <a:pt x="1268332" y="38160"/>
                </a:lnTo>
                <a:lnTo>
                  <a:pt x="1267625" y="37649"/>
                </a:lnTo>
                <a:lnTo>
                  <a:pt x="1266898" y="37163"/>
                </a:lnTo>
                <a:lnTo>
                  <a:pt x="1266151" y="36705"/>
                </a:lnTo>
                <a:lnTo>
                  <a:pt x="1265384" y="36273"/>
                </a:lnTo>
                <a:lnTo>
                  <a:pt x="1264600" y="35868"/>
                </a:lnTo>
                <a:lnTo>
                  <a:pt x="1263798" y="35490"/>
                </a:lnTo>
                <a:lnTo>
                  <a:pt x="1262979" y="35141"/>
                </a:lnTo>
                <a:lnTo>
                  <a:pt x="1262143" y="34820"/>
                </a:lnTo>
                <a:lnTo>
                  <a:pt x="1261292" y="34528"/>
                </a:lnTo>
                <a:lnTo>
                  <a:pt x="1260425" y="34264"/>
                </a:lnTo>
                <a:lnTo>
                  <a:pt x="1259544" y="34031"/>
                </a:lnTo>
                <a:lnTo>
                  <a:pt x="1258649" y="33827"/>
                </a:lnTo>
                <a:lnTo>
                  <a:pt x="1257741" y="33654"/>
                </a:lnTo>
                <a:lnTo>
                  <a:pt x="1256820" y="33511"/>
                </a:lnTo>
                <a:lnTo>
                  <a:pt x="1255887" y="33399"/>
                </a:lnTo>
                <a:lnTo>
                  <a:pt x="1254944" y="33319"/>
                </a:lnTo>
                <a:lnTo>
                  <a:pt x="1253989" y="33270"/>
                </a:lnTo>
                <a:lnTo>
                  <a:pt x="1253024" y="33254"/>
                </a:lnTo>
                <a:lnTo>
                  <a:pt x="1252095" y="33268"/>
                </a:lnTo>
                <a:lnTo>
                  <a:pt x="1251170" y="33310"/>
                </a:lnTo>
                <a:lnTo>
                  <a:pt x="1250251" y="33379"/>
                </a:lnTo>
                <a:lnTo>
                  <a:pt x="1249338" y="33476"/>
                </a:lnTo>
                <a:lnTo>
                  <a:pt x="1248431" y="33601"/>
                </a:lnTo>
                <a:lnTo>
                  <a:pt x="1247530" y="33753"/>
                </a:lnTo>
                <a:lnTo>
                  <a:pt x="1246637" y="33932"/>
                </a:lnTo>
                <a:lnTo>
                  <a:pt x="1245751" y="34138"/>
                </a:lnTo>
                <a:lnTo>
                  <a:pt x="1244872" y="34371"/>
                </a:lnTo>
                <a:lnTo>
                  <a:pt x="1244002" y="34631"/>
                </a:lnTo>
                <a:lnTo>
                  <a:pt x="1243141" y="34917"/>
                </a:lnTo>
                <a:lnTo>
                  <a:pt x="1242288" y="35230"/>
                </a:lnTo>
                <a:lnTo>
                  <a:pt x="1241445" y="35569"/>
                </a:lnTo>
                <a:lnTo>
                  <a:pt x="1240611" y="35935"/>
                </a:lnTo>
                <a:lnTo>
                  <a:pt x="1239788" y="36327"/>
                </a:lnTo>
                <a:lnTo>
                  <a:pt x="1238975" y="36745"/>
                </a:lnTo>
                <a:lnTo>
                  <a:pt x="1238172" y="37189"/>
                </a:lnTo>
                <a:lnTo>
                  <a:pt x="1237382" y="37658"/>
                </a:lnTo>
                <a:lnTo>
                  <a:pt x="1236602" y="38153"/>
                </a:lnTo>
                <a:lnTo>
                  <a:pt x="1235835" y="38674"/>
                </a:lnTo>
                <a:lnTo>
                  <a:pt x="1235080" y="39220"/>
                </a:lnTo>
                <a:lnTo>
                  <a:pt x="1234338" y="39791"/>
                </a:lnTo>
                <a:lnTo>
                  <a:pt x="1233610" y="40387"/>
                </a:lnTo>
                <a:lnTo>
                  <a:pt x="1232895" y="41008"/>
                </a:lnTo>
                <a:lnTo>
                  <a:pt x="1232034" y="41796"/>
                </a:lnTo>
                <a:lnTo>
                  <a:pt x="1231205" y="42628"/>
                </a:lnTo>
                <a:lnTo>
                  <a:pt x="1230408" y="43505"/>
                </a:lnTo>
                <a:lnTo>
                  <a:pt x="1229643" y="44425"/>
                </a:lnTo>
                <a:lnTo>
                  <a:pt x="1228911" y="45386"/>
                </a:lnTo>
                <a:lnTo>
                  <a:pt x="1228213" y="46388"/>
                </a:lnTo>
                <a:lnTo>
                  <a:pt x="1227548" y="47429"/>
                </a:lnTo>
                <a:lnTo>
                  <a:pt x="1226918" y="48508"/>
                </a:lnTo>
                <a:lnTo>
                  <a:pt x="1226322" y="49624"/>
                </a:lnTo>
                <a:lnTo>
                  <a:pt x="1225762" y="50775"/>
                </a:lnTo>
                <a:lnTo>
                  <a:pt x="1225237" y="51961"/>
                </a:lnTo>
                <a:lnTo>
                  <a:pt x="1224748" y="53180"/>
                </a:lnTo>
                <a:lnTo>
                  <a:pt x="1224296" y="54430"/>
                </a:lnTo>
                <a:lnTo>
                  <a:pt x="1223880" y="55712"/>
                </a:lnTo>
                <a:lnTo>
                  <a:pt x="1223503" y="57022"/>
                </a:lnTo>
                <a:lnTo>
                  <a:pt x="1223162" y="58361"/>
                </a:lnTo>
                <a:lnTo>
                  <a:pt x="1222861" y="59727"/>
                </a:lnTo>
                <a:lnTo>
                  <a:pt x="1222598" y="61118"/>
                </a:lnTo>
                <a:lnTo>
                  <a:pt x="1222374" y="62534"/>
                </a:lnTo>
                <a:lnTo>
                  <a:pt x="1222190" y="63973"/>
                </a:lnTo>
                <a:lnTo>
                  <a:pt x="1222046" y="65434"/>
                </a:lnTo>
                <a:lnTo>
                  <a:pt x="1221943" y="66916"/>
                </a:lnTo>
                <a:lnTo>
                  <a:pt x="1221880" y="68417"/>
                </a:lnTo>
                <a:lnTo>
                  <a:pt x="1221859" y="69937"/>
                </a:lnTo>
                <a:lnTo>
                  <a:pt x="1221915" y="72468"/>
                </a:lnTo>
                <a:lnTo>
                  <a:pt x="1222080" y="74917"/>
                </a:lnTo>
                <a:lnTo>
                  <a:pt x="1222354" y="77280"/>
                </a:lnTo>
                <a:lnTo>
                  <a:pt x="1222734" y="79556"/>
                </a:lnTo>
                <a:lnTo>
                  <a:pt x="1223218" y="81743"/>
                </a:lnTo>
                <a:lnTo>
                  <a:pt x="1223805" y="83837"/>
                </a:lnTo>
                <a:lnTo>
                  <a:pt x="1224492" y="85838"/>
                </a:lnTo>
                <a:lnTo>
                  <a:pt x="1225278" y="87742"/>
                </a:lnTo>
                <a:lnTo>
                  <a:pt x="1226161" y="89549"/>
                </a:lnTo>
                <a:lnTo>
                  <a:pt x="1227139" y="91254"/>
                </a:lnTo>
                <a:lnTo>
                  <a:pt x="1228209" y="92857"/>
                </a:lnTo>
                <a:lnTo>
                  <a:pt x="1229371" y="94355"/>
                </a:lnTo>
                <a:lnTo>
                  <a:pt x="1230623" y="95745"/>
                </a:lnTo>
                <a:lnTo>
                  <a:pt x="1231961" y="97026"/>
                </a:lnTo>
                <a:lnTo>
                  <a:pt x="1233385" y="98196"/>
                </a:lnTo>
                <a:lnTo>
                  <a:pt x="1234893" y="99252"/>
                </a:lnTo>
                <a:lnTo>
                  <a:pt x="1236483" y="100192"/>
                </a:lnTo>
                <a:lnTo>
                  <a:pt x="1238153" y="101013"/>
                </a:lnTo>
                <a:lnTo>
                  <a:pt x="1239900" y="101715"/>
                </a:lnTo>
                <a:lnTo>
                  <a:pt x="1241724" y="102294"/>
                </a:lnTo>
                <a:lnTo>
                  <a:pt x="1243622" y="102747"/>
                </a:lnTo>
                <a:lnTo>
                  <a:pt x="1245593" y="103074"/>
                </a:lnTo>
                <a:lnTo>
                  <a:pt x="1247634" y="103272"/>
                </a:lnTo>
                <a:lnTo>
                  <a:pt x="1249743" y="103339"/>
                </a:lnTo>
                <a:lnTo>
                  <a:pt x="1251499" y="103293"/>
                </a:lnTo>
                <a:lnTo>
                  <a:pt x="1253222" y="103156"/>
                </a:lnTo>
                <a:lnTo>
                  <a:pt x="1254912" y="102929"/>
                </a:lnTo>
                <a:lnTo>
                  <a:pt x="1256569" y="102612"/>
                </a:lnTo>
                <a:lnTo>
                  <a:pt x="1258191" y="102207"/>
                </a:lnTo>
                <a:lnTo>
                  <a:pt x="1259779" y="101712"/>
                </a:lnTo>
                <a:lnTo>
                  <a:pt x="1261330" y="101130"/>
                </a:lnTo>
                <a:lnTo>
                  <a:pt x="1262844" y="100461"/>
                </a:lnTo>
                <a:lnTo>
                  <a:pt x="1264320" y="99705"/>
                </a:lnTo>
                <a:lnTo>
                  <a:pt x="1265758" y="98864"/>
                </a:lnTo>
                <a:lnTo>
                  <a:pt x="1267156" y="97937"/>
                </a:lnTo>
                <a:lnTo>
                  <a:pt x="1268514" y="96926"/>
                </a:lnTo>
                <a:lnTo>
                  <a:pt x="1269830" y="95831"/>
                </a:lnTo>
                <a:lnTo>
                  <a:pt x="1271105" y="94653"/>
                </a:lnTo>
                <a:lnTo>
                  <a:pt x="1272337" y="93392"/>
                </a:lnTo>
                <a:lnTo>
                  <a:pt x="1273525" y="92049"/>
                </a:lnTo>
                <a:lnTo>
                  <a:pt x="1274669" y="90625"/>
                </a:lnTo>
                <a:lnTo>
                  <a:pt x="1275767" y="89121"/>
                </a:lnTo>
                <a:lnTo>
                  <a:pt x="1276819" y="87536"/>
                </a:lnTo>
                <a:lnTo>
                  <a:pt x="1277824" y="85872"/>
                </a:lnTo>
                <a:lnTo>
                  <a:pt x="1278781" y="84129"/>
                </a:lnTo>
                <a:lnTo>
                  <a:pt x="1279690" y="82308"/>
                </a:lnTo>
                <a:lnTo>
                  <a:pt x="1280548" y="80410"/>
                </a:lnTo>
                <a:lnTo>
                  <a:pt x="1281357" y="78435"/>
                </a:lnTo>
                <a:lnTo>
                  <a:pt x="1278970" y="77393"/>
                </a:lnTo>
                <a:lnTo>
                  <a:pt x="1278079" y="78773"/>
                </a:lnTo>
                <a:lnTo>
                  <a:pt x="1277194" y="80081"/>
                </a:lnTo>
                <a:lnTo>
                  <a:pt x="1276314" y="81319"/>
                </a:lnTo>
                <a:lnTo>
                  <a:pt x="1275436" y="82487"/>
                </a:lnTo>
                <a:lnTo>
                  <a:pt x="1274559" y="83587"/>
                </a:lnTo>
                <a:close/>
                <a:moveTo>
                  <a:pt x="1234371" y="49292"/>
                </a:moveTo>
                <a:lnTo>
                  <a:pt x="1234776" y="48184"/>
                </a:lnTo>
                <a:lnTo>
                  <a:pt x="1235219" y="47139"/>
                </a:lnTo>
                <a:lnTo>
                  <a:pt x="1235699" y="46155"/>
                </a:lnTo>
                <a:lnTo>
                  <a:pt x="1236217" y="45233"/>
                </a:lnTo>
                <a:lnTo>
                  <a:pt x="1236773" y="44372"/>
                </a:lnTo>
                <a:lnTo>
                  <a:pt x="1237368" y="43573"/>
                </a:lnTo>
                <a:lnTo>
                  <a:pt x="1238001" y="42834"/>
                </a:lnTo>
                <a:lnTo>
                  <a:pt x="1238673" y="42156"/>
                </a:lnTo>
                <a:lnTo>
                  <a:pt x="1239384" y="41538"/>
                </a:lnTo>
                <a:lnTo>
                  <a:pt x="1240134" y="40981"/>
                </a:lnTo>
                <a:lnTo>
                  <a:pt x="1240924" y="40483"/>
                </a:lnTo>
                <a:lnTo>
                  <a:pt x="1241753" y="40044"/>
                </a:lnTo>
                <a:lnTo>
                  <a:pt x="1242623" y="39665"/>
                </a:lnTo>
                <a:lnTo>
                  <a:pt x="1243533" y="39345"/>
                </a:lnTo>
                <a:lnTo>
                  <a:pt x="1244484" y="39084"/>
                </a:lnTo>
                <a:lnTo>
                  <a:pt x="1245476" y="38881"/>
                </a:lnTo>
                <a:lnTo>
                  <a:pt x="1246509" y="38737"/>
                </a:lnTo>
                <a:lnTo>
                  <a:pt x="1247583" y="38650"/>
                </a:lnTo>
                <a:lnTo>
                  <a:pt x="1248699" y="38621"/>
                </a:lnTo>
                <a:lnTo>
                  <a:pt x="1249808" y="38644"/>
                </a:lnTo>
                <a:lnTo>
                  <a:pt x="1250861" y="38711"/>
                </a:lnTo>
                <a:lnTo>
                  <a:pt x="1251859" y="38826"/>
                </a:lnTo>
                <a:lnTo>
                  <a:pt x="1252806" y="38991"/>
                </a:lnTo>
                <a:lnTo>
                  <a:pt x="1253701" y="39207"/>
                </a:lnTo>
                <a:lnTo>
                  <a:pt x="1254548" y="39477"/>
                </a:lnTo>
                <a:lnTo>
                  <a:pt x="1255347" y="39802"/>
                </a:lnTo>
                <a:lnTo>
                  <a:pt x="1256100" y="40184"/>
                </a:lnTo>
                <a:lnTo>
                  <a:pt x="1256810" y="40627"/>
                </a:lnTo>
                <a:lnTo>
                  <a:pt x="1257477" y="41131"/>
                </a:lnTo>
                <a:lnTo>
                  <a:pt x="1258103" y="41698"/>
                </a:lnTo>
                <a:lnTo>
                  <a:pt x="1258691" y="42331"/>
                </a:lnTo>
                <a:lnTo>
                  <a:pt x="1259241" y="43031"/>
                </a:lnTo>
                <a:lnTo>
                  <a:pt x="1259755" y="43801"/>
                </a:lnTo>
                <a:lnTo>
                  <a:pt x="1260236" y="44643"/>
                </a:lnTo>
                <a:lnTo>
                  <a:pt x="1260685" y="45558"/>
                </a:lnTo>
                <a:lnTo>
                  <a:pt x="1261102" y="46549"/>
                </a:lnTo>
                <a:lnTo>
                  <a:pt x="1261491" y="47618"/>
                </a:lnTo>
                <a:lnTo>
                  <a:pt x="1261853" y="48766"/>
                </a:lnTo>
                <a:lnTo>
                  <a:pt x="1262190" y="49995"/>
                </a:lnTo>
                <a:lnTo>
                  <a:pt x="1262502" y="51309"/>
                </a:lnTo>
                <a:lnTo>
                  <a:pt x="1262792" y="52708"/>
                </a:lnTo>
                <a:lnTo>
                  <a:pt x="1263062" y="54194"/>
                </a:lnTo>
                <a:lnTo>
                  <a:pt x="1263314" y="55771"/>
                </a:lnTo>
                <a:lnTo>
                  <a:pt x="1232895" y="55771"/>
                </a:lnTo>
                <a:lnTo>
                  <a:pt x="1233117" y="54348"/>
                </a:lnTo>
                <a:lnTo>
                  <a:pt x="1233376" y="52990"/>
                </a:lnTo>
                <a:lnTo>
                  <a:pt x="1233671" y="51694"/>
                </a:lnTo>
                <a:lnTo>
                  <a:pt x="1234003" y="50462"/>
                </a:lnTo>
                <a:lnTo>
                  <a:pt x="1234371" y="49292"/>
                </a:lnTo>
                <a:close/>
                <a:moveTo>
                  <a:pt x="1501439" y="35045"/>
                </a:moveTo>
                <a:lnTo>
                  <a:pt x="1499396" y="35812"/>
                </a:lnTo>
                <a:lnTo>
                  <a:pt x="1497435" y="36707"/>
                </a:lnTo>
                <a:lnTo>
                  <a:pt x="1495560" y="37727"/>
                </a:lnTo>
                <a:lnTo>
                  <a:pt x="1493774" y="38868"/>
                </a:lnTo>
                <a:lnTo>
                  <a:pt x="1492081" y="40127"/>
                </a:lnTo>
                <a:lnTo>
                  <a:pt x="1490483" y="41500"/>
                </a:lnTo>
                <a:lnTo>
                  <a:pt x="1488983" y="42983"/>
                </a:lnTo>
                <a:lnTo>
                  <a:pt x="1487585" y="44574"/>
                </a:lnTo>
                <a:lnTo>
                  <a:pt x="1486292" y="46268"/>
                </a:lnTo>
                <a:lnTo>
                  <a:pt x="1485107" y="48063"/>
                </a:lnTo>
                <a:lnTo>
                  <a:pt x="1484034" y="49954"/>
                </a:lnTo>
                <a:lnTo>
                  <a:pt x="1483075" y="51939"/>
                </a:lnTo>
                <a:lnTo>
                  <a:pt x="1482233" y="54013"/>
                </a:lnTo>
                <a:lnTo>
                  <a:pt x="1481512" y="56173"/>
                </a:lnTo>
                <a:lnTo>
                  <a:pt x="1480916" y="58416"/>
                </a:lnTo>
                <a:lnTo>
                  <a:pt x="1480446" y="60739"/>
                </a:lnTo>
                <a:lnTo>
                  <a:pt x="1480106" y="63137"/>
                </a:lnTo>
                <a:lnTo>
                  <a:pt x="1479900" y="65607"/>
                </a:lnTo>
                <a:lnTo>
                  <a:pt x="1479831" y="68146"/>
                </a:lnTo>
                <a:lnTo>
                  <a:pt x="1479903" y="70653"/>
                </a:lnTo>
                <a:lnTo>
                  <a:pt x="1480115" y="73099"/>
                </a:lnTo>
                <a:lnTo>
                  <a:pt x="1480464" y="75481"/>
                </a:lnTo>
                <a:lnTo>
                  <a:pt x="1480945" y="77795"/>
                </a:lnTo>
                <a:lnTo>
                  <a:pt x="1481556" y="80036"/>
                </a:lnTo>
                <a:lnTo>
                  <a:pt x="1482291" y="82201"/>
                </a:lnTo>
                <a:lnTo>
                  <a:pt x="1483148" y="84285"/>
                </a:lnTo>
                <a:lnTo>
                  <a:pt x="1484122" y="86283"/>
                </a:lnTo>
                <a:lnTo>
                  <a:pt x="1485210" y="88193"/>
                </a:lnTo>
                <a:lnTo>
                  <a:pt x="1486407" y="90010"/>
                </a:lnTo>
                <a:lnTo>
                  <a:pt x="1487709" y="91730"/>
                </a:lnTo>
                <a:lnTo>
                  <a:pt x="1489114" y="93347"/>
                </a:lnTo>
                <a:lnTo>
                  <a:pt x="1490616" y="94860"/>
                </a:lnTo>
                <a:lnTo>
                  <a:pt x="1492212" y="96262"/>
                </a:lnTo>
                <a:lnTo>
                  <a:pt x="1493898" y="97551"/>
                </a:lnTo>
                <a:lnTo>
                  <a:pt x="1495670" y="98721"/>
                </a:lnTo>
                <a:lnTo>
                  <a:pt x="1497525" y="99770"/>
                </a:lnTo>
                <a:lnTo>
                  <a:pt x="1499458" y="100692"/>
                </a:lnTo>
                <a:lnTo>
                  <a:pt x="1501466" y="101483"/>
                </a:lnTo>
                <a:lnTo>
                  <a:pt x="1503544" y="102140"/>
                </a:lnTo>
                <a:lnTo>
                  <a:pt x="1505689" y="102658"/>
                </a:lnTo>
                <a:lnTo>
                  <a:pt x="1507897" y="103034"/>
                </a:lnTo>
                <a:lnTo>
                  <a:pt x="1510164" y="103262"/>
                </a:lnTo>
                <a:lnTo>
                  <a:pt x="1512487" y="103339"/>
                </a:lnTo>
                <a:lnTo>
                  <a:pt x="1514811" y="103258"/>
                </a:lnTo>
                <a:lnTo>
                  <a:pt x="1517085" y="103019"/>
                </a:lnTo>
                <a:lnTo>
                  <a:pt x="1519304" y="102625"/>
                </a:lnTo>
                <a:lnTo>
                  <a:pt x="1521463" y="102083"/>
                </a:lnTo>
                <a:lnTo>
                  <a:pt x="1523558" y="101396"/>
                </a:lnTo>
                <a:lnTo>
                  <a:pt x="1525586" y="100568"/>
                </a:lnTo>
                <a:lnTo>
                  <a:pt x="1527541" y="99606"/>
                </a:lnTo>
                <a:lnTo>
                  <a:pt x="1529420" y="98512"/>
                </a:lnTo>
                <a:lnTo>
                  <a:pt x="1531218" y="97292"/>
                </a:lnTo>
                <a:lnTo>
                  <a:pt x="1532931" y="95950"/>
                </a:lnTo>
                <a:lnTo>
                  <a:pt x="1534555" y="94491"/>
                </a:lnTo>
                <a:lnTo>
                  <a:pt x="1536085" y="92919"/>
                </a:lnTo>
                <a:lnTo>
                  <a:pt x="1537517" y="91240"/>
                </a:lnTo>
                <a:lnTo>
                  <a:pt x="1538847" y="89457"/>
                </a:lnTo>
                <a:lnTo>
                  <a:pt x="1540070" y="87575"/>
                </a:lnTo>
                <a:lnTo>
                  <a:pt x="1541183" y="85600"/>
                </a:lnTo>
                <a:lnTo>
                  <a:pt x="1542181" y="83534"/>
                </a:lnTo>
                <a:lnTo>
                  <a:pt x="1543060" y="81384"/>
                </a:lnTo>
                <a:lnTo>
                  <a:pt x="1543815" y="79153"/>
                </a:lnTo>
                <a:lnTo>
                  <a:pt x="1544443" y="76846"/>
                </a:lnTo>
                <a:lnTo>
                  <a:pt x="1544939" y="74469"/>
                </a:lnTo>
                <a:lnTo>
                  <a:pt x="1545298" y="72024"/>
                </a:lnTo>
                <a:lnTo>
                  <a:pt x="1545516" y="69518"/>
                </a:lnTo>
                <a:lnTo>
                  <a:pt x="1545590" y="66954"/>
                </a:lnTo>
                <a:lnTo>
                  <a:pt x="1545519" y="64524"/>
                </a:lnTo>
                <a:lnTo>
                  <a:pt x="1545309" y="62156"/>
                </a:lnTo>
                <a:lnTo>
                  <a:pt x="1544964" y="59854"/>
                </a:lnTo>
                <a:lnTo>
                  <a:pt x="1544486" y="57623"/>
                </a:lnTo>
                <a:lnTo>
                  <a:pt x="1543880" y="55465"/>
                </a:lnTo>
                <a:lnTo>
                  <a:pt x="1543149" y="53384"/>
                </a:lnTo>
                <a:lnTo>
                  <a:pt x="1542297" y="51384"/>
                </a:lnTo>
                <a:lnTo>
                  <a:pt x="1541327" y="49468"/>
                </a:lnTo>
                <a:lnTo>
                  <a:pt x="1540243" y="47641"/>
                </a:lnTo>
                <a:lnTo>
                  <a:pt x="1539050" y="45905"/>
                </a:lnTo>
                <a:lnTo>
                  <a:pt x="1537749" y="44264"/>
                </a:lnTo>
                <a:lnTo>
                  <a:pt x="1536346" y="42722"/>
                </a:lnTo>
                <a:lnTo>
                  <a:pt x="1534843" y="41283"/>
                </a:lnTo>
                <a:lnTo>
                  <a:pt x="1533244" y="39950"/>
                </a:lnTo>
                <a:lnTo>
                  <a:pt x="1531553" y="38727"/>
                </a:lnTo>
                <a:lnTo>
                  <a:pt x="1529774" y="37617"/>
                </a:lnTo>
                <a:lnTo>
                  <a:pt x="1527910" y="36624"/>
                </a:lnTo>
                <a:lnTo>
                  <a:pt x="1525964" y="35752"/>
                </a:lnTo>
                <a:lnTo>
                  <a:pt x="1523941" y="35003"/>
                </a:lnTo>
                <a:lnTo>
                  <a:pt x="1521844" y="34383"/>
                </a:lnTo>
                <a:lnTo>
                  <a:pt x="1519676" y="33895"/>
                </a:lnTo>
                <a:lnTo>
                  <a:pt x="1517442" y="33541"/>
                </a:lnTo>
                <a:lnTo>
                  <a:pt x="1515144" y="33326"/>
                </a:lnTo>
                <a:lnTo>
                  <a:pt x="1512787" y="33254"/>
                </a:lnTo>
                <a:lnTo>
                  <a:pt x="1510377" y="33328"/>
                </a:lnTo>
                <a:lnTo>
                  <a:pt x="1508035" y="33548"/>
                </a:lnTo>
                <a:lnTo>
                  <a:pt x="1505762" y="33909"/>
                </a:lnTo>
                <a:lnTo>
                  <a:pt x="1503562" y="34410"/>
                </a:lnTo>
                <a:lnTo>
                  <a:pt x="1501439" y="35045"/>
                </a:lnTo>
                <a:close/>
                <a:moveTo>
                  <a:pt x="1518145" y="39219"/>
                </a:moveTo>
                <a:lnTo>
                  <a:pt x="1519464" y="39985"/>
                </a:lnTo>
                <a:lnTo>
                  <a:pt x="1520731" y="40879"/>
                </a:lnTo>
                <a:lnTo>
                  <a:pt x="1521943" y="41897"/>
                </a:lnTo>
                <a:lnTo>
                  <a:pt x="1523099" y="43036"/>
                </a:lnTo>
                <a:lnTo>
                  <a:pt x="1524197" y="44291"/>
                </a:lnTo>
                <a:lnTo>
                  <a:pt x="1525233" y="45661"/>
                </a:lnTo>
                <a:lnTo>
                  <a:pt x="1526207" y="47140"/>
                </a:lnTo>
                <a:lnTo>
                  <a:pt x="1527115" y="48726"/>
                </a:lnTo>
                <a:lnTo>
                  <a:pt x="1527956" y="50414"/>
                </a:lnTo>
                <a:lnTo>
                  <a:pt x="1528727" y="52202"/>
                </a:lnTo>
                <a:lnTo>
                  <a:pt x="1529426" y="54086"/>
                </a:lnTo>
                <a:lnTo>
                  <a:pt x="1530051" y="56061"/>
                </a:lnTo>
                <a:lnTo>
                  <a:pt x="1530600" y="58126"/>
                </a:lnTo>
                <a:lnTo>
                  <a:pt x="1531071" y="60275"/>
                </a:lnTo>
                <a:lnTo>
                  <a:pt x="1531461" y="62506"/>
                </a:lnTo>
                <a:lnTo>
                  <a:pt x="1531768" y="64815"/>
                </a:lnTo>
                <a:lnTo>
                  <a:pt x="1531990" y="67198"/>
                </a:lnTo>
                <a:lnTo>
                  <a:pt x="1532125" y="69652"/>
                </a:lnTo>
                <a:lnTo>
                  <a:pt x="1532170" y="72173"/>
                </a:lnTo>
                <a:lnTo>
                  <a:pt x="1532136" y="74262"/>
                </a:lnTo>
                <a:lnTo>
                  <a:pt x="1532032" y="76276"/>
                </a:lnTo>
                <a:lnTo>
                  <a:pt x="1531860" y="78214"/>
                </a:lnTo>
                <a:lnTo>
                  <a:pt x="1531622" y="80075"/>
                </a:lnTo>
                <a:lnTo>
                  <a:pt x="1531317" y="81858"/>
                </a:lnTo>
                <a:lnTo>
                  <a:pt x="1530947" y="83562"/>
                </a:lnTo>
                <a:lnTo>
                  <a:pt x="1530514" y="85185"/>
                </a:lnTo>
                <a:lnTo>
                  <a:pt x="1530017" y="86726"/>
                </a:lnTo>
                <a:lnTo>
                  <a:pt x="1529458" y="88184"/>
                </a:lnTo>
                <a:lnTo>
                  <a:pt x="1528837" y="89556"/>
                </a:lnTo>
                <a:lnTo>
                  <a:pt x="1528157" y="90843"/>
                </a:lnTo>
                <a:lnTo>
                  <a:pt x="1527418" y="92043"/>
                </a:lnTo>
                <a:lnTo>
                  <a:pt x="1526620" y="93154"/>
                </a:lnTo>
                <a:lnTo>
                  <a:pt x="1525765" y="94176"/>
                </a:lnTo>
                <a:lnTo>
                  <a:pt x="1524853" y="95106"/>
                </a:lnTo>
                <a:lnTo>
                  <a:pt x="1523887" y="95944"/>
                </a:lnTo>
                <a:lnTo>
                  <a:pt x="1522865" y="96688"/>
                </a:lnTo>
                <a:lnTo>
                  <a:pt x="1521791" y="97337"/>
                </a:lnTo>
                <a:lnTo>
                  <a:pt x="1520664" y="97890"/>
                </a:lnTo>
                <a:lnTo>
                  <a:pt x="1519486" y="98345"/>
                </a:lnTo>
                <a:lnTo>
                  <a:pt x="1518257" y="98701"/>
                </a:lnTo>
                <a:lnTo>
                  <a:pt x="1516979" y="98957"/>
                </a:lnTo>
                <a:lnTo>
                  <a:pt x="1515652" y="99112"/>
                </a:lnTo>
                <a:lnTo>
                  <a:pt x="1514277" y="99163"/>
                </a:lnTo>
                <a:lnTo>
                  <a:pt x="1513552" y="99145"/>
                </a:lnTo>
                <a:lnTo>
                  <a:pt x="1512831" y="99090"/>
                </a:lnTo>
                <a:lnTo>
                  <a:pt x="1512114" y="98998"/>
                </a:lnTo>
                <a:lnTo>
                  <a:pt x="1511404" y="98871"/>
                </a:lnTo>
                <a:lnTo>
                  <a:pt x="1510700" y="98708"/>
                </a:lnTo>
                <a:lnTo>
                  <a:pt x="1510004" y="98511"/>
                </a:lnTo>
                <a:lnTo>
                  <a:pt x="1509316" y="98280"/>
                </a:lnTo>
                <a:lnTo>
                  <a:pt x="1508638" y="98015"/>
                </a:lnTo>
                <a:lnTo>
                  <a:pt x="1507970" y="97717"/>
                </a:lnTo>
                <a:lnTo>
                  <a:pt x="1507314" y="97386"/>
                </a:lnTo>
                <a:lnTo>
                  <a:pt x="1506670" y="97023"/>
                </a:lnTo>
                <a:lnTo>
                  <a:pt x="1506038" y="96628"/>
                </a:lnTo>
                <a:lnTo>
                  <a:pt x="1505421" y="96203"/>
                </a:lnTo>
                <a:lnTo>
                  <a:pt x="1504819" y="95747"/>
                </a:lnTo>
                <a:lnTo>
                  <a:pt x="1504232" y="95261"/>
                </a:lnTo>
                <a:lnTo>
                  <a:pt x="1503662" y="94745"/>
                </a:lnTo>
                <a:lnTo>
                  <a:pt x="1503110" y="94201"/>
                </a:lnTo>
                <a:lnTo>
                  <a:pt x="1502576" y="93628"/>
                </a:lnTo>
                <a:lnTo>
                  <a:pt x="1502062" y="93027"/>
                </a:lnTo>
                <a:lnTo>
                  <a:pt x="1501568" y="92398"/>
                </a:lnTo>
                <a:lnTo>
                  <a:pt x="1501095" y="91743"/>
                </a:lnTo>
                <a:lnTo>
                  <a:pt x="1500644" y="91061"/>
                </a:lnTo>
                <a:lnTo>
                  <a:pt x="1500217" y="90354"/>
                </a:lnTo>
                <a:lnTo>
                  <a:pt x="1499813" y="89621"/>
                </a:lnTo>
                <a:lnTo>
                  <a:pt x="1499300" y="88638"/>
                </a:lnTo>
                <a:lnTo>
                  <a:pt x="1498807" y="87628"/>
                </a:lnTo>
                <a:lnTo>
                  <a:pt x="1498332" y="86592"/>
                </a:lnTo>
                <a:lnTo>
                  <a:pt x="1497877" y="85532"/>
                </a:lnTo>
                <a:lnTo>
                  <a:pt x="1497442" y="84448"/>
                </a:lnTo>
                <a:lnTo>
                  <a:pt x="1497026" y="83341"/>
                </a:lnTo>
                <a:lnTo>
                  <a:pt x="1496631" y="82213"/>
                </a:lnTo>
                <a:lnTo>
                  <a:pt x="1496256" y="81065"/>
                </a:lnTo>
                <a:lnTo>
                  <a:pt x="1495902" y="79898"/>
                </a:lnTo>
                <a:lnTo>
                  <a:pt x="1495569" y="78713"/>
                </a:lnTo>
                <a:lnTo>
                  <a:pt x="1495257" y="77511"/>
                </a:lnTo>
                <a:lnTo>
                  <a:pt x="1494966" y="76293"/>
                </a:lnTo>
                <a:lnTo>
                  <a:pt x="1494697" y="75060"/>
                </a:lnTo>
                <a:lnTo>
                  <a:pt x="1494451" y="73813"/>
                </a:lnTo>
                <a:lnTo>
                  <a:pt x="1494226" y="72554"/>
                </a:lnTo>
                <a:lnTo>
                  <a:pt x="1494024" y="71284"/>
                </a:lnTo>
                <a:lnTo>
                  <a:pt x="1493845" y="70003"/>
                </a:lnTo>
                <a:lnTo>
                  <a:pt x="1493689" y="68713"/>
                </a:lnTo>
                <a:lnTo>
                  <a:pt x="1493556" y="67415"/>
                </a:lnTo>
                <a:lnTo>
                  <a:pt x="1493447" y="66110"/>
                </a:lnTo>
                <a:lnTo>
                  <a:pt x="1493362" y="64798"/>
                </a:lnTo>
                <a:lnTo>
                  <a:pt x="1493300" y="63482"/>
                </a:lnTo>
                <a:lnTo>
                  <a:pt x="1493263" y="62163"/>
                </a:lnTo>
                <a:lnTo>
                  <a:pt x="1493251" y="60840"/>
                </a:lnTo>
                <a:lnTo>
                  <a:pt x="1493286" y="59095"/>
                </a:lnTo>
                <a:lnTo>
                  <a:pt x="1493392" y="57404"/>
                </a:lnTo>
                <a:lnTo>
                  <a:pt x="1493567" y="55767"/>
                </a:lnTo>
                <a:lnTo>
                  <a:pt x="1493809" y="54187"/>
                </a:lnTo>
                <a:lnTo>
                  <a:pt x="1494117" y="52666"/>
                </a:lnTo>
                <a:lnTo>
                  <a:pt x="1494491" y="51206"/>
                </a:lnTo>
                <a:lnTo>
                  <a:pt x="1494928" y="49808"/>
                </a:lnTo>
                <a:lnTo>
                  <a:pt x="1495427" y="48474"/>
                </a:lnTo>
                <a:lnTo>
                  <a:pt x="1495988" y="47207"/>
                </a:lnTo>
                <a:lnTo>
                  <a:pt x="1496608" y="46008"/>
                </a:lnTo>
                <a:lnTo>
                  <a:pt x="1497287" y="44879"/>
                </a:lnTo>
                <a:lnTo>
                  <a:pt x="1498023" y="43822"/>
                </a:lnTo>
                <a:lnTo>
                  <a:pt x="1498815" y="42839"/>
                </a:lnTo>
                <a:lnTo>
                  <a:pt x="1499662" y="41931"/>
                </a:lnTo>
                <a:lnTo>
                  <a:pt x="1500562" y="41101"/>
                </a:lnTo>
                <a:lnTo>
                  <a:pt x="1501514" y="40351"/>
                </a:lnTo>
                <a:lnTo>
                  <a:pt x="1502517" y="39681"/>
                </a:lnTo>
                <a:lnTo>
                  <a:pt x="1503569" y="39095"/>
                </a:lnTo>
                <a:lnTo>
                  <a:pt x="1504669" y="38594"/>
                </a:lnTo>
                <a:lnTo>
                  <a:pt x="1505817" y="38180"/>
                </a:lnTo>
                <a:lnTo>
                  <a:pt x="1507009" y="37854"/>
                </a:lnTo>
                <a:lnTo>
                  <a:pt x="1508246" y="37619"/>
                </a:lnTo>
                <a:lnTo>
                  <a:pt x="1509527" y="37477"/>
                </a:lnTo>
                <a:lnTo>
                  <a:pt x="1510848" y="37429"/>
                </a:lnTo>
                <a:lnTo>
                  <a:pt x="1512394" y="37503"/>
                </a:lnTo>
                <a:lnTo>
                  <a:pt x="1513899" y="37723"/>
                </a:lnTo>
                <a:lnTo>
                  <a:pt x="1515361" y="38084"/>
                </a:lnTo>
                <a:lnTo>
                  <a:pt x="1516777" y="38584"/>
                </a:lnTo>
                <a:lnTo>
                  <a:pt x="1518145" y="39219"/>
                </a:lnTo>
                <a:close/>
                <a:moveTo>
                  <a:pt x="1664130" y="93141"/>
                </a:moveTo>
                <a:lnTo>
                  <a:pt x="1663848" y="93329"/>
                </a:lnTo>
                <a:lnTo>
                  <a:pt x="1663571" y="93505"/>
                </a:lnTo>
                <a:lnTo>
                  <a:pt x="1663298" y="93668"/>
                </a:lnTo>
                <a:lnTo>
                  <a:pt x="1663028" y="93819"/>
                </a:lnTo>
                <a:lnTo>
                  <a:pt x="1662762" y="93959"/>
                </a:lnTo>
                <a:lnTo>
                  <a:pt x="1662498" y="94088"/>
                </a:lnTo>
                <a:lnTo>
                  <a:pt x="1662236" y="94205"/>
                </a:lnTo>
                <a:lnTo>
                  <a:pt x="1661976" y="94311"/>
                </a:lnTo>
                <a:lnTo>
                  <a:pt x="1661717" y="94407"/>
                </a:lnTo>
                <a:lnTo>
                  <a:pt x="1661458" y="94492"/>
                </a:lnTo>
                <a:lnTo>
                  <a:pt x="1661199" y="94568"/>
                </a:lnTo>
                <a:lnTo>
                  <a:pt x="1660940" y="94633"/>
                </a:lnTo>
                <a:lnTo>
                  <a:pt x="1660680" y="94689"/>
                </a:lnTo>
                <a:lnTo>
                  <a:pt x="1660418" y="94736"/>
                </a:lnTo>
                <a:lnTo>
                  <a:pt x="1660154" y="94773"/>
                </a:lnTo>
                <a:lnTo>
                  <a:pt x="1659888" y="94802"/>
                </a:lnTo>
                <a:lnTo>
                  <a:pt x="1659619" y="94822"/>
                </a:lnTo>
                <a:lnTo>
                  <a:pt x="1659345" y="94834"/>
                </a:lnTo>
                <a:lnTo>
                  <a:pt x="1659068" y="94838"/>
                </a:lnTo>
                <a:lnTo>
                  <a:pt x="1658652" y="94827"/>
                </a:lnTo>
                <a:lnTo>
                  <a:pt x="1658260" y="94793"/>
                </a:lnTo>
                <a:lnTo>
                  <a:pt x="1657891" y="94736"/>
                </a:lnTo>
                <a:lnTo>
                  <a:pt x="1657546" y="94653"/>
                </a:lnTo>
                <a:lnTo>
                  <a:pt x="1657223" y="94545"/>
                </a:lnTo>
                <a:lnTo>
                  <a:pt x="1656922" y="94410"/>
                </a:lnTo>
                <a:lnTo>
                  <a:pt x="1656643" y="94246"/>
                </a:lnTo>
                <a:lnTo>
                  <a:pt x="1656384" y="94054"/>
                </a:lnTo>
                <a:lnTo>
                  <a:pt x="1656146" y="93832"/>
                </a:lnTo>
                <a:lnTo>
                  <a:pt x="1655927" y="93579"/>
                </a:lnTo>
                <a:lnTo>
                  <a:pt x="1655727" y="93293"/>
                </a:lnTo>
                <a:lnTo>
                  <a:pt x="1655546" y="92975"/>
                </a:lnTo>
                <a:lnTo>
                  <a:pt x="1655382" y="92622"/>
                </a:lnTo>
                <a:lnTo>
                  <a:pt x="1655236" y="92234"/>
                </a:lnTo>
                <a:lnTo>
                  <a:pt x="1655106" y="91810"/>
                </a:lnTo>
                <a:lnTo>
                  <a:pt x="1654992" y="91348"/>
                </a:lnTo>
                <a:lnTo>
                  <a:pt x="1654894" y="90848"/>
                </a:lnTo>
                <a:lnTo>
                  <a:pt x="1654811" y="90309"/>
                </a:lnTo>
                <a:lnTo>
                  <a:pt x="1654743" y="89730"/>
                </a:lnTo>
                <a:lnTo>
                  <a:pt x="1654688" y="89109"/>
                </a:lnTo>
                <a:lnTo>
                  <a:pt x="1654646" y="88445"/>
                </a:lnTo>
                <a:lnTo>
                  <a:pt x="1654617" y="87738"/>
                </a:lnTo>
                <a:lnTo>
                  <a:pt x="1654600" y="86987"/>
                </a:lnTo>
                <a:lnTo>
                  <a:pt x="1654595" y="86190"/>
                </a:lnTo>
                <a:lnTo>
                  <a:pt x="1654595" y="57113"/>
                </a:lnTo>
                <a:lnTo>
                  <a:pt x="1654591" y="56161"/>
                </a:lnTo>
                <a:lnTo>
                  <a:pt x="1654579" y="55244"/>
                </a:lnTo>
                <a:lnTo>
                  <a:pt x="1654558" y="54361"/>
                </a:lnTo>
                <a:lnTo>
                  <a:pt x="1654529" y="53509"/>
                </a:lnTo>
                <a:lnTo>
                  <a:pt x="1654491" y="52689"/>
                </a:lnTo>
                <a:lnTo>
                  <a:pt x="1654443" y="51898"/>
                </a:lnTo>
                <a:lnTo>
                  <a:pt x="1654386" y="51137"/>
                </a:lnTo>
                <a:lnTo>
                  <a:pt x="1654318" y="50402"/>
                </a:lnTo>
                <a:lnTo>
                  <a:pt x="1654241" y="49695"/>
                </a:lnTo>
                <a:lnTo>
                  <a:pt x="1654152" y="49012"/>
                </a:lnTo>
                <a:lnTo>
                  <a:pt x="1654053" y="48354"/>
                </a:lnTo>
                <a:lnTo>
                  <a:pt x="1653942" y="47718"/>
                </a:lnTo>
                <a:lnTo>
                  <a:pt x="1653820" y="47104"/>
                </a:lnTo>
                <a:lnTo>
                  <a:pt x="1653685" y="46511"/>
                </a:lnTo>
                <a:lnTo>
                  <a:pt x="1653538" y="45937"/>
                </a:lnTo>
                <a:lnTo>
                  <a:pt x="1653379" y="45381"/>
                </a:lnTo>
                <a:lnTo>
                  <a:pt x="1653207" y="44843"/>
                </a:lnTo>
                <a:lnTo>
                  <a:pt x="1653021" y="44320"/>
                </a:lnTo>
                <a:lnTo>
                  <a:pt x="1652822" y="43813"/>
                </a:lnTo>
                <a:lnTo>
                  <a:pt x="1652609" y="43318"/>
                </a:lnTo>
                <a:lnTo>
                  <a:pt x="1652382" y="42837"/>
                </a:lnTo>
                <a:lnTo>
                  <a:pt x="1652140" y="42366"/>
                </a:lnTo>
                <a:lnTo>
                  <a:pt x="1651884" y="41906"/>
                </a:lnTo>
                <a:lnTo>
                  <a:pt x="1651612" y="41454"/>
                </a:lnTo>
                <a:lnTo>
                  <a:pt x="1651185" y="40797"/>
                </a:lnTo>
                <a:lnTo>
                  <a:pt x="1650727" y="40165"/>
                </a:lnTo>
                <a:lnTo>
                  <a:pt x="1650236" y="39561"/>
                </a:lnTo>
                <a:lnTo>
                  <a:pt x="1649714" y="38983"/>
                </a:lnTo>
                <a:lnTo>
                  <a:pt x="1649160" y="38432"/>
                </a:lnTo>
                <a:lnTo>
                  <a:pt x="1648576" y="37909"/>
                </a:lnTo>
                <a:lnTo>
                  <a:pt x="1647960" y="37412"/>
                </a:lnTo>
                <a:lnTo>
                  <a:pt x="1647315" y="36943"/>
                </a:lnTo>
                <a:lnTo>
                  <a:pt x="1646639" y="36501"/>
                </a:lnTo>
                <a:lnTo>
                  <a:pt x="1645934" y="36087"/>
                </a:lnTo>
                <a:lnTo>
                  <a:pt x="1645199" y="35700"/>
                </a:lnTo>
                <a:lnTo>
                  <a:pt x="1644435" y="35341"/>
                </a:lnTo>
                <a:lnTo>
                  <a:pt x="1643643" y="35011"/>
                </a:lnTo>
                <a:lnTo>
                  <a:pt x="1642822" y="34708"/>
                </a:lnTo>
                <a:lnTo>
                  <a:pt x="1641973" y="34433"/>
                </a:lnTo>
                <a:lnTo>
                  <a:pt x="1641096" y="34187"/>
                </a:lnTo>
                <a:lnTo>
                  <a:pt x="1640192" y="33970"/>
                </a:lnTo>
                <a:lnTo>
                  <a:pt x="1639261" y="33780"/>
                </a:lnTo>
                <a:lnTo>
                  <a:pt x="1638303" y="33620"/>
                </a:lnTo>
                <a:lnTo>
                  <a:pt x="1637318" y="33489"/>
                </a:lnTo>
                <a:lnTo>
                  <a:pt x="1636308" y="33386"/>
                </a:lnTo>
                <a:lnTo>
                  <a:pt x="1635271" y="33313"/>
                </a:lnTo>
                <a:lnTo>
                  <a:pt x="1634209" y="33269"/>
                </a:lnTo>
                <a:lnTo>
                  <a:pt x="1633122" y="33254"/>
                </a:lnTo>
                <a:lnTo>
                  <a:pt x="1631386" y="33292"/>
                </a:lnTo>
                <a:lnTo>
                  <a:pt x="1629685" y="33403"/>
                </a:lnTo>
                <a:lnTo>
                  <a:pt x="1628021" y="33586"/>
                </a:lnTo>
                <a:lnTo>
                  <a:pt x="1626399" y="33839"/>
                </a:lnTo>
                <a:lnTo>
                  <a:pt x="1624822" y="34158"/>
                </a:lnTo>
                <a:lnTo>
                  <a:pt x="1623294" y="34542"/>
                </a:lnTo>
                <a:lnTo>
                  <a:pt x="1621818" y="34989"/>
                </a:lnTo>
                <a:lnTo>
                  <a:pt x="1620397" y="35496"/>
                </a:lnTo>
                <a:lnTo>
                  <a:pt x="1619036" y="36061"/>
                </a:lnTo>
                <a:lnTo>
                  <a:pt x="1617736" y="36682"/>
                </a:lnTo>
                <a:lnTo>
                  <a:pt x="1616503" y="37356"/>
                </a:lnTo>
                <a:lnTo>
                  <a:pt x="1615340" y="38081"/>
                </a:lnTo>
                <a:lnTo>
                  <a:pt x="1614249" y="38856"/>
                </a:lnTo>
                <a:lnTo>
                  <a:pt x="1613235" y="39677"/>
                </a:lnTo>
                <a:lnTo>
                  <a:pt x="1612301" y="40542"/>
                </a:lnTo>
                <a:lnTo>
                  <a:pt x="1611451" y="41450"/>
                </a:lnTo>
                <a:lnTo>
                  <a:pt x="1610687" y="42397"/>
                </a:lnTo>
                <a:lnTo>
                  <a:pt x="1610014" y="43382"/>
                </a:lnTo>
                <a:lnTo>
                  <a:pt x="1609435" y="44402"/>
                </a:lnTo>
                <a:lnTo>
                  <a:pt x="1608953" y="45456"/>
                </a:lnTo>
                <a:lnTo>
                  <a:pt x="1608572" y="46540"/>
                </a:lnTo>
                <a:lnTo>
                  <a:pt x="1608296" y="47653"/>
                </a:lnTo>
                <a:lnTo>
                  <a:pt x="1608128" y="48792"/>
                </a:lnTo>
                <a:lnTo>
                  <a:pt x="1608071" y="49955"/>
                </a:lnTo>
                <a:lnTo>
                  <a:pt x="1608086" y="50381"/>
                </a:lnTo>
                <a:lnTo>
                  <a:pt x="1608129" y="50801"/>
                </a:lnTo>
                <a:lnTo>
                  <a:pt x="1608200" y="51215"/>
                </a:lnTo>
                <a:lnTo>
                  <a:pt x="1608297" y="51620"/>
                </a:lnTo>
                <a:lnTo>
                  <a:pt x="1608421" y="52017"/>
                </a:lnTo>
                <a:lnTo>
                  <a:pt x="1608570" y="52403"/>
                </a:lnTo>
                <a:lnTo>
                  <a:pt x="1608742" y="52778"/>
                </a:lnTo>
                <a:lnTo>
                  <a:pt x="1608938" y="53141"/>
                </a:lnTo>
                <a:lnTo>
                  <a:pt x="1609156" y="53490"/>
                </a:lnTo>
                <a:lnTo>
                  <a:pt x="1609395" y="53825"/>
                </a:lnTo>
                <a:lnTo>
                  <a:pt x="1609655" y="54144"/>
                </a:lnTo>
                <a:lnTo>
                  <a:pt x="1609935" y="54447"/>
                </a:lnTo>
                <a:lnTo>
                  <a:pt x="1610233" y="54731"/>
                </a:lnTo>
                <a:lnTo>
                  <a:pt x="1610549" y="54997"/>
                </a:lnTo>
                <a:lnTo>
                  <a:pt x="1610881" y="55242"/>
                </a:lnTo>
                <a:lnTo>
                  <a:pt x="1611230" y="55466"/>
                </a:lnTo>
                <a:lnTo>
                  <a:pt x="1611593" y="55668"/>
                </a:lnTo>
                <a:lnTo>
                  <a:pt x="1611971" y="55847"/>
                </a:lnTo>
                <a:lnTo>
                  <a:pt x="1612362" y="56001"/>
                </a:lnTo>
                <a:lnTo>
                  <a:pt x="1612765" y="56130"/>
                </a:lnTo>
                <a:lnTo>
                  <a:pt x="1613180" y="56232"/>
                </a:lnTo>
                <a:lnTo>
                  <a:pt x="1613605" y="56306"/>
                </a:lnTo>
                <a:lnTo>
                  <a:pt x="1614040" y="56351"/>
                </a:lnTo>
                <a:lnTo>
                  <a:pt x="1614483" y="56367"/>
                </a:lnTo>
                <a:lnTo>
                  <a:pt x="1614927" y="56351"/>
                </a:lnTo>
                <a:lnTo>
                  <a:pt x="1615366" y="56306"/>
                </a:lnTo>
                <a:lnTo>
                  <a:pt x="1615798" y="56232"/>
                </a:lnTo>
                <a:lnTo>
                  <a:pt x="1616222" y="56131"/>
                </a:lnTo>
                <a:lnTo>
                  <a:pt x="1616636" y="56003"/>
                </a:lnTo>
                <a:lnTo>
                  <a:pt x="1617040" y="55849"/>
                </a:lnTo>
                <a:lnTo>
                  <a:pt x="1617433" y="55672"/>
                </a:lnTo>
                <a:lnTo>
                  <a:pt x="1617812" y="55472"/>
                </a:lnTo>
                <a:lnTo>
                  <a:pt x="1618178" y="55250"/>
                </a:lnTo>
                <a:lnTo>
                  <a:pt x="1618528" y="55007"/>
                </a:lnTo>
                <a:lnTo>
                  <a:pt x="1618862" y="54745"/>
                </a:lnTo>
                <a:lnTo>
                  <a:pt x="1619179" y="54465"/>
                </a:lnTo>
                <a:lnTo>
                  <a:pt x="1619477" y="54168"/>
                </a:lnTo>
                <a:lnTo>
                  <a:pt x="1619756" y="53855"/>
                </a:lnTo>
                <a:lnTo>
                  <a:pt x="1620013" y="53527"/>
                </a:lnTo>
                <a:lnTo>
                  <a:pt x="1620248" y="53185"/>
                </a:lnTo>
                <a:lnTo>
                  <a:pt x="1620460" y="52831"/>
                </a:lnTo>
                <a:lnTo>
                  <a:pt x="1620647" y="52466"/>
                </a:lnTo>
                <a:lnTo>
                  <a:pt x="1620809" y="52090"/>
                </a:lnTo>
                <a:lnTo>
                  <a:pt x="1620944" y="51706"/>
                </a:lnTo>
                <a:lnTo>
                  <a:pt x="1621051" y="51314"/>
                </a:lnTo>
                <a:lnTo>
                  <a:pt x="1621129" y="50915"/>
                </a:lnTo>
                <a:lnTo>
                  <a:pt x="1621177" y="50511"/>
                </a:lnTo>
                <a:lnTo>
                  <a:pt x="1621193" y="50103"/>
                </a:lnTo>
                <a:lnTo>
                  <a:pt x="1621192" y="50027"/>
                </a:lnTo>
                <a:lnTo>
                  <a:pt x="1621190" y="49951"/>
                </a:lnTo>
                <a:lnTo>
                  <a:pt x="1621186" y="49872"/>
                </a:lnTo>
                <a:lnTo>
                  <a:pt x="1621181" y="49792"/>
                </a:lnTo>
                <a:lnTo>
                  <a:pt x="1621175" y="49710"/>
                </a:lnTo>
                <a:lnTo>
                  <a:pt x="1621167" y="49626"/>
                </a:lnTo>
                <a:lnTo>
                  <a:pt x="1621158" y="49540"/>
                </a:lnTo>
                <a:lnTo>
                  <a:pt x="1621148" y="49452"/>
                </a:lnTo>
                <a:lnTo>
                  <a:pt x="1621138" y="49362"/>
                </a:lnTo>
                <a:lnTo>
                  <a:pt x="1621126" y="49270"/>
                </a:lnTo>
                <a:lnTo>
                  <a:pt x="1621113" y="49175"/>
                </a:lnTo>
                <a:lnTo>
                  <a:pt x="1621099" y="49079"/>
                </a:lnTo>
                <a:lnTo>
                  <a:pt x="1621085" y="48980"/>
                </a:lnTo>
                <a:lnTo>
                  <a:pt x="1621070" y="48878"/>
                </a:lnTo>
                <a:lnTo>
                  <a:pt x="1621054" y="48774"/>
                </a:lnTo>
                <a:lnTo>
                  <a:pt x="1621038" y="48668"/>
                </a:lnTo>
                <a:lnTo>
                  <a:pt x="1621021" y="48559"/>
                </a:lnTo>
                <a:lnTo>
                  <a:pt x="1621004" y="48448"/>
                </a:lnTo>
                <a:lnTo>
                  <a:pt x="1620986" y="48333"/>
                </a:lnTo>
                <a:lnTo>
                  <a:pt x="1620968" y="48216"/>
                </a:lnTo>
                <a:lnTo>
                  <a:pt x="1620950" y="48096"/>
                </a:lnTo>
                <a:lnTo>
                  <a:pt x="1620932" y="47973"/>
                </a:lnTo>
                <a:lnTo>
                  <a:pt x="1620913" y="47847"/>
                </a:lnTo>
                <a:lnTo>
                  <a:pt x="1620895" y="47718"/>
                </a:lnTo>
                <a:lnTo>
                  <a:pt x="1620858" y="47551"/>
                </a:lnTo>
                <a:lnTo>
                  <a:pt x="1620823" y="47386"/>
                </a:lnTo>
                <a:lnTo>
                  <a:pt x="1620790" y="47222"/>
                </a:lnTo>
                <a:lnTo>
                  <a:pt x="1620758" y="47060"/>
                </a:lnTo>
                <a:lnTo>
                  <a:pt x="1620728" y="46899"/>
                </a:lnTo>
                <a:lnTo>
                  <a:pt x="1620699" y="46740"/>
                </a:lnTo>
                <a:lnTo>
                  <a:pt x="1620672" y="46582"/>
                </a:lnTo>
                <a:lnTo>
                  <a:pt x="1620646" y="46426"/>
                </a:lnTo>
                <a:lnTo>
                  <a:pt x="1620622" y="46271"/>
                </a:lnTo>
                <a:lnTo>
                  <a:pt x="1620599" y="46118"/>
                </a:lnTo>
                <a:lnTo>
                  <a:pt x="1620578" y="45967"/>
                </a:lnTo>
                <a:lnTo>
                  <a:pt x="1620559" y="45817"/>
                </a:lnTo>
                <a:lnTo>
                  <a:pt x="1620541" y="45669"/>
                </a:lnTo>
                <a:lnTo>
                  <a:pt x="1620525" y="45522"/>
                </a:lnTo>
                <a:lnTo>
                  <a:pt x="1620510" y="45377"/>
                </a:lnTo>
                <a:lnTo>
                  <a:pt x="1620497" y="45233"/>
                </a:lnTo>
                <a:lnTo>
                  <a:pt x="1620485" y="45091"/>
                </a:lnTo>
                <a:lnTo>
                  <a:pt x="1620475" y="44950"/>
                </a:lnTo>
                <a:lnTo>
                  <a:pt x="1620466" y="44811"/>
                </a:lnTo>
                <a:lnTo>
                  <a:pt x="1620459" y="44674"/>
                </a:lnTo>
                <a:lnTo>
                  <a:pt x="1620454" y="44538"/>
                </a:lnTo>
                <a:lnTo>
                  <a:pt x="1620450" y="44403"/>
                </a:lnTo>
                <a:lnTo>
                  <a:pt x="1620447" y="44270"/>
                </a:lnTo>
                <a:lnTo>
                  <a:pt x="1620447" y="44139"/>
                </a:lnTo>
                <a:lnTo>
                  <a:pt x="1620471" y="43640"/>
                </a:lnTo>
                <a:lnTo>
                  <a:pt x="1620544" y="43150"/>
                </a:lnTo>
                <a:lnTo>
                  <a:pt x="1620663" y="42670"/>
                </a:lnTo>
                <a:lnTo>
                  <a:pt x="1620828" y="42200"/>
                </a:lnTo>
                <a:lnTo>
                  <a:pt x="1621035" y="41743"/>
                </a:lnTo>
                <a:lnTo>
                  <a:pt x="1621285" y="41299"/>
                </a:lnTo>
                <a:lnTo>
                  <a:pt x="1621575" y="40870"/>
                </a:lnTo>
                <a:lnTo>
                  <a:pt x="1621905" y="40456"/>
                </a:lnTo>
                <a:lnTo>
                  <a:pt x="1622271" y="40059"/>
                </a:lnTo>
                <a:lnTo>
                  <a:pt x="1622673" y="39679"/>
                </a:lnTo>
                <a:lnTo>
                  <a:pt x="1623109" y="39318"/>
                </a:lnTo>
                <a:lnTo>
                  <a:pt x="1623578" y="38977"/>
                </a:lnTo>
                <a:lnTo>
                  <a:pt x="1624078" y="38657"/>
                </a:lnTo>
                <a:lnTo>
                  <a:pt x="1624607" y="38358"/>
                </a:lnTo>
                <a:lnTo>
                  <a:pt x="1625165" y="38083"/>
                </a:lnTo>
                <a:lnTo>
                  <a:pt x="1625749" y="37833"/>
                </a:lnTo>
                <a:lnTo>
                  <a:pt x="1626357" y="37607"/>
                </a:lnTo>
                <a:lnTo>
                  <a:pt x="1626989" y="37409"/>
                </a:lnTo>
                <a:lnTo>
                  <a:pt x="1627643" y="37237"/>
                </a:lnTo>
                <a:lnTo>
                  <a:pt x="1628317" y="37095"/>
                </a:lnTo>
                <a:lnTo>
                  <a:pt x="1629010" y="36982"/>
                </a:lnTo>
                <a:lnTo>
                  <a:pt x="1629719" y="36900"/>
                </a:lnTo>
                <a:lnTo>
                  <a:pt x="1630445" y="36850"/>
                </a:lnTo>
                <a:lnTo>
                  <a:pt x="1631184" y="36833"/>
                </a:lnTo>
                <a:lnTo>
                  <a:pt x="1632080" y="36856"/>
                </a:lnTo>
                <a:lnTo>
                  <a:pt x="1632942" y="36923"/>
                </a:lnTo>
                <a:lnTo>
                  <a:pt x="1633768" y="37035"/>
                </a:lnTo>
                <a:lnTo>
                  <a:pt x="1634560" y="37191"/>
                </a:lnTo>
                <a:lnTo>
                  <a:pt x="1635316" y="37391"/>
                </a:lnTo>
                <a:lnTo>
                  <a:pt x="1636037" y="37634"/>
                </a:lnTo>
                <a:lnTo>
                  <a:pt x="1636721" y="37922"/>
                </a:lnTo>
                <a:lnTo>
                  <a:pt x="1637369" y="38252"/>
                </a:lnTo>
                <a:lnTo>
                  <a:pt x="1637980" y="38626"/>
                </a:lnTo>
                <a:lnTo>
                  <a:pt x="1638554" y="39042"/>
                </a:lnTo>
                <a:lnTo>
                  <a:pt x="1639090" y="39500"/>
                </a:lnTo>
                <a:lnTo>
                  <a:pt x="1639589" y="40001"/>
                </a:lnTo>
                <a:lnTo>
                  <a:pt x="1640050" y="40544"/>
                </a:lnTo>
                <a:lnTo>
                  <a:pt x="1640472" y="41128"/>
                </a:lnTo>
                <a:lnTo>
                  <a:pt x="1640856" y="41754"/>
                </a:lnTo>
                <a:lnTo>
                  <a:pt x="1641201" y="42421"/>
                </a:lnTo>
                <a:lnTo>
                  <a:pt x="1641506" y="43129"/>
                </a:lnTo>
                <a:lnTo>
                  <a:pt x="1641772" y="43878"/>
                </a:lnTo>
                <a:lnTo>
                  <a:pt x="1641998" y="44667"/>
                </a:lnTo>
                <a:lnTo>
                  <a:pt x="1642183" y="45496"/>
                </a:lnTo>
                <a:lnTo>
                  <a:pt x="1642328" y="46365"/>
                </a:lnTo>
                <a:lnTo>
                  <a:pt x="1642432" y="47274"/>
                </a:lnTo>
                <a:lnTo>
                  <a:pt x="1642494" y="48221"/>
                </a:lnTo>
                <a:lnTo>
                  <a:pt x="1642515" y="49209"/>
                </a:lnTo>
                <a:lnTo>
                  <a:pt x="1642515" y="58305"/>
                </a:lnTo>
                <a:lnTo>
                  <a:pt x="1639766" y="59403"/>
                </a:lnTo>
                <a:lnTo>
                  <a:pt x="1637217" y="60425"/>
                </a:lnTo>
                <a:lnTo>
                  <a:pt x="1634857" y="61377"/>
                </a:lnTo>
                <a:lnTo>
                  <a:pt x="1632675" y="62263"/>
                </a:lnTo>
                <a:lnTo>
                  <a:pt x="1630661" y="63090"/>
                </a:lnTo>
                <a:lnTo>
                  <a:pt x="1628806" y="63862"/>
                </a:lnTo>
                <a:lnTo>
                  <a:pt x="1627098" y="64585"/>
                </a:lnTo>
                <a:lnTo>
                  <a:pt x="1625527" y="65264"/>
                </a:lnTo>
                <a:lnTo>
                  <a:pt x="1624083" y="65904"/>
                </a:lnTo>
                <a:lnTo>
                  <a:pt x="1622756" y="66511"/>
                </a:lnTo>
                <a:lnTo>
                  <a:pt x="1621535" y="67089"/>
                </a:lnTo>
                <a:lnTo>
                  <a:pt x="1620409" y="67644"/>
                </a:lnTo>
                <a:lnTo>
                  <a:pt x="1619369" y="68181"/>
                </a:lnTo>
                <a:lnTo>
                  <a:pt x="1618404" y="68705"/>
                </a:lnTo>
                <a:lnTo>
                  <a:pt x="1617504" y="69222"/>
                </a:lnTo>
                <a:lnTo>
                  <a:pt x="1616658" y="69737"/>
                </a:lnTo>
                <a:lnTo>
                  <a:pt x="1615856" y="70255"/>
                </a:lnTo>
                <a:lnTo>
                  <a:pt x="1615088" y="70782"/>
                </a:lnTo>
                <a:lnTo>
                  <a:pt x="1614343" y="71322"/>
                </a:lnTo>
                <a:lnTo>
                  <a:pt x="1613611" y="71881"/>
                </a:lnTo>
                <a:lnTo>
                  <a:pt x="1612882" y="72464"/>
                </a:lnTo>
                <a:lnTo>
                  <a:pt x="1612145" y="73076"/>
                </a:lnTo>
                <a:lnTo>
                  <a:pt x="1611390" y="73723"/>
                </a:lnTo>
                <a:lnTo>
                  <a:pt x="1610606" y="74410"/>
                </a:lnTo>
                <a:lnTo>
                  <a:pt x="1610202" y="74794"/>
                </a:lnTo>
                <a:lnTo>
                  <a:pt x="1609811" y="75198"/>
                </a:lnTo>
                <a:lnTo>
                  <a:pt x="1609433" y="75622"/>
                </a:lnTo>
                <a:lnTo>
                  <a:pt x="1609069" y="76065"/>
                </a:lnTo>
                <a:lnTo>
                  <a:pt x="1608718" y="76526"/>
                </a:lnTo>
                <a:lnTo>
                  <a:pt x="1608383" y="77004"/>
                </a:lnTo>
                <a:lnTo>
                  <a:pt x="1608061" y="77497"/>
                </a:lnTo>
                <a:lnTo>
                  <a:pt x="1607755" y="78006"/>
                </a:lnTo>
                <a:lnTo>
                  <a:pt x="1607465" y="78528"/>
                </a:lnTo>
                <a:lnTo>
                  <a:pt x="1607190" y="79064"/>
                </a:lnTo>
                <a:lnTo>
                  <a:pt x="1606932" y="79611"/>
                </a:lnTo>
                <a:lnTo>
                  <a:pt x="1606690" y="80170"/>
                </a:lnTo>
                <a:lnTo>
                  <a:pt x="1606466" y="80739"/>
                </a:lnTo>
                <a:lnTo>
                  <a:pt x="1606259" y="81316"/>
                </a:lnTo>
                <a:lnTo>
                  <a:pt x="1606070" y="81902"/>
                </a:lnTo>
                <a:lnTo>
                  <a:pt x="1605899" y="82495"/>
                </a:lnTo>
                <a:lnTo>
                  <a:pt x="1605747" y="83095"/>
                </a:lnTo>
                <a:lnTo>
                  <a:pt x="1605614" y="83699"/>
                </a:lnTo>
                <a:lnTo>
                  <a:pt x="1605500" y="84308"/>
                </a:lnTo>
                <a:lnTo>
                  <a:pt x="1605406" y="84920"/>
                </a:lnTo>
                <a:lnTo>
                  <a:pt x="1605332" y="85534"/>
                </a:lnTo>
                <a:lnTo>
                  <a:pt x="1605279" y="86150"/>
                </a:lnTo>
                <a:lnTo>
                  <a:pt x="1605247" y="86766"/>
                </a:lnTo>
                <a:lnTo>
                  <a:pt x="1605236" y="87382"/>
                </a:lnTo>
                <a:lnTo>
                  <a:pt x="1605270" y="88541"/>
                </a:lnTo>
                <a:lnTo>
                  <a:pt x="1605370" y="89669"/>
                </a:lnTo>
                <a:lnTo>
                  <a:pt x="1605536" y="90765"/>
                </a:lnTo>
                <a:lnTo>
                  <a:pt x="1605764" y="91826"/>
                </a:lnTo>
                <a:lnTo>
                  <a:pt x="1606054" y="92851"/>
                </a:lnTo>
                <a:lnTo>
                  <a:pt x="1606403" y="93839"/>
                </a:lnTo>
                <a:lnTo>
                  <a:pt x="1606811" y="94787"/>
                </a:lnTo>
                <a:lnTo>
                  <a:pt x="1607274" y="95694"/>
                </a:lnTo>
                <a:lnTo>
                  <a:pt x="1607792" y="96559"/>
                </a:lnTo>
                <a:lnTo>
                  <a:pt x="1608362" y="97380"/>
                </a:lnTo>
                <a:lnTo>
                  <a:pt x="1608984" y="98155"/>
                </a:lnTo>
                <a:lnTo>
                  <a:pt x="1609654" y="98883"/>
                </a:lnTo>
                <a:lnTo>
                  <a:pt x="1610372" y="99562"/>
                </a:lnTo>
                <a:lnTo>
                  <a:pt x="1611135" y="100191"/>
                </a:lnTo>
                <a:lnTo>
                  <a:pt x="1611943" y="100767"/>
                </a:lnTo>
                <a:lnTo>
                  <a:pt x="1612792" y="101289"/>
                </a:lnTo>
                <a:lnTo>
                  <a:pt x="1613682" y="101757"/>
                </a:lnTo>
                <a:lnTo>
                  <a:pt x="1614610" y="102167"/>
                </a:lnTo>
                <a:lnTo>
                  <a:pt x="1615576" y="102518"/>
                </a:lnTo>
                <a:lnTo>
                  <a:pt x="1616576" y="102809"/>
                </a:lnTo>
                <a:lnTo>
                  <a:pt x="1617610" y="103038"/>
                </a:lnTo>
                <a:lnTo>
                  <a:pt x="1618676" y="103204"/>
                </a:lnTo>
                <a:lnTo>
                  <a:pt x="1619771" y="103305"/>
                </a:lnTo>
                <a:lnTo>
                  <a:pt x="1620895" y="103339"/>
                </a:lnTo>
                <a:lnTo>
                  <a:pt x="1621713" y="103322"/>
                </a:lnTo>
                <a:lnTo>
                  <a:pt x="1622527" y="103273"/>
                </a:lnTo>
                <a:lnTo>
                  <a:pt x="1623340" y="103189"/>
                </a:lnTo>
                <a:lnTo>
                  <a:pt x="1624153" y="103071"/>
                </a:lnTo>
                <a:lnTo>
                  <a:pt x="1624968" y="102918"/>
                </a:lnTo>
                <a:lnTo>
                  <a:pt x="1625785" y="102728"/>
                </a:lnTo>
                <a:lnTo>
                  <a:pt x="1626606" y="102503"/>
                </a:lnTo>
                <a:lnTo>
                  <a:pt x="1627433" y="102240"/>
                </a:lnTo>
                <a:lnTo>
                  <a:pt x="1628267" y="101939"/>
                </a:lnTo>
                <a:lnTo>
                  <a:pt x="1629110" y="101600"/>
                </a:lnTo>
                <a:lnTo>
                  <a:pt x="1629964" y="101222"/>
                </a:lnTo>
                <a:lnTo>
                  <a:pt x="1630829" y="100804"/>
                </a:lnTo>
                <a:lnTo>
                  <a:pt x="1631707" y="100346"/>
                </a:lnTo>
                <a:lnTo>
                  <a:pt x="1632600" y="99846"/>
                </a:lnTo>
                <a:lnTo>
                  <a:pt x="1633509" y="99305"/>
                </a:lnTo>
                <a:lnTo>
                  <a:pt x="1634436" y="98722"/>
                </a:lnTo>
                <a:lnTo>
                  <a:pt x="1635382" y="98096"/>
                </a:lnTo>
                <a:lnTo>
                  <a:pt x="1636348" y="97426"/>
                </a:lnTo>
                <a:lnTo>
                  <a:pt x="1637337" y="96711"/>
                </a:lnTo>
                <a:lnTo>
                  <a:pt x="1638349" y="95952"/>
                </a:lnTo>
                <a:lnTo>
                  <a:pt x="1639387" y="95148"/>
                </a:lnTo>
                <a:lnTo>
                  <a:pt x="1640451" y="94297"/>
                </a:lnTo>
                <a:lnTo>
                  <a:pt x="1641543" y="93399"/>
                </a:lnTo>
                <a:lnTo>
                  <a:pt x="1642665" y="92454"/>
                </a:lnTo>
                <a:lnTo>
                  <a:pt x="1642769" y="93416"/>
                </a:lnTo>
                <a:lnTo>
                  <a:pt x="1642893" y="94328"/>
                </a:lnTo>
                <a:lnTo>
                  <a:pt x="1643039" y="95190"/>
                </a:lnTo>
                <a:lnTo>
                  <a:pt x="1643207" y="96004"/>
                </a:lnTo>
                <a:lnTo>
                  <a:pt x="1643397" y="96769"/>
                </a:lnTo>
                <a:lnTo>
                  <a:pt x="1643611" y="97488"/>
                </a:lnTo>
                <a:lnTo>
                  <a:pt x="1643849" y="98161"/>
                </a:lnTo>
                <a:lnTo>
                  <a:pt x="1644112" y="98788"/>
                </a:lnTo>
                <a:lnTo>
                  <a:pt x="1644400" y="99370"/>
                </a:lnTo>
                <a:lnTo>
                  <a:pt x="1644715" y="99909"/>
                </a:lnTo>
                <a:lnTo>
                  <a:pt x="1645056" y="100405"/>
                </a:lnTo>
                <a:lnTo>
                  <a:pt x="1645424" y="100859"/>
                </a:lnTo>
                <a:lnTo>
                  <a:pt x="1645820" y="101272"/>
                </a:lnTo>
                <a:lnTo>
                  <a:pt x="1646245" y="101645"/>
                </a:lnTo>
                <a:lnTo>
                  <a:pt x="1646699" y="101978"/>
                </a:lnTo>
                <a:lnTo>
                  <a:pt x="1647182" y="102273"/>
                </a:lnTo>
                <a:lnTo>
                  <a:pt x="1647697" y="102529"/>
                </a:lnTo>
                <a:lnTo>
                  <a:pt x="1648243" y="102749"/>
                </a:lnTo>
                <a:lnTo>
                  <a:pt x="1648820" y="102933"/>
                </a:lnTo>
                <a:lnTo>
                  <a:pt x="1649430" y="103081"/>
                </a:lnTo>
                <a:lnTo>
                  <a:pt x="1650073" y="103195"/>
                </a:lnTo>
                <a:lnTo>
                  <a:pt x="1650750" y="103275"/>
                </a:lnTo>
                <a:lnTo>
                  <a:pt x="1651461" y="103323"/>
                </a:lnTo>
                <a:lnTo>
                  <a:pt x="1652208" y="103339"/>
                </a:lnTo>
                <a:lnTo>
                  <a:pt x="1652832" y="103329"/>
                </a:lnTo>
                <a:lnTo>
                  <a:pt x="1653437" y="103300"/>
                </a:lnTo>
                <a:lnTo>
                  <a:pt x="1654026" y="103251"/>
                </a:lnTo>
                <a:lnTo>
                  <a:pt x="1654600" y="103180"/>
                </a:lnTo>
                <a:lnTo>
                  <a:pt x="1655161" y="103087"/>
                </a:lnTo>
                <a:lnTo>
                  <a:pt x="1655710" y="102970"/>
                </a:lnTo>
                <a:lnTo>
                  <a:pt x="1656249" y="102830"/>
                </a:lnTo>
                <a:lnTo>
                  <a:pt x="1656781" y="102665"/>
                </a:lnTo>
                <a:lnTo>
                  <a:pt x="1657306" y="102473"/>
                </a:lnTo>
                <a:lnTo>
                  <a:pt x="1657827" y="102255"/>
                </a:lnTo>
                <a:lnTo>
                  <a:pt x="1658345" y="102010"/>
                </a:lnTo>
                <a:lnTo>
                  <a:pt x="1658862" y="101735"/>
                </a:lnTo>
                <a:lnTo>
                  <a:pt x="1659380" y="101431"/>
                </a:lnTo>
                <a:lnTo>
                  <a:pt x="1659901" y="101097"/>
                </a:lnTo>
                <a:lnTo>
                  <a:pt x="1660426" y="100731"/>
                </a:lnTo>
                <a:lnTo>
                  <a:pt x="1660956" y="100334"/>
                </a:lnTo>
                <a:lnTo>
                  <a:pt x="1661495" y="99903"/>
                </a:lnTo>
                <a:lnTo>
                  <a:pt x="1662043" y="99438"/>
                </a:lnTo>
                <a:lnTo>
                  <a:pt x="1662602" y="98938"/>
                </a:lnTo>
                <a:lnTo>
                  <a:pt x="1663174" y="98402"/>
                </a:lnTo>
                <a:lnTo>
                  <a:pt x="1663761" y="97829"/>
                </a:lnTo>
                <a:lnTo>
                  <a:pt x="1664365" y="97219"/>
                </a:lnTo>
                <a:lnTo>
                  <a:pt x="1664986" y="96571"/>
                </a:lnTo>
                <a:lnTo>
                  <a:pt x="1665628" y="95882"/>
                </a:lnTo>
                <a:lnTo>
                  <a:pt x="1665628" y="92005"/>
                </a:lnTo>
                <a:lnTo>
                  <a:pt x="1665315" y="92259"/>
                </a:lnTo>
                <a:lnTo>
                  <a:pt x="1665009" y="92500"/>
                </a:lnTo>
                <a:lnTo>
                  <a:pt x="1664710" y="92727"/>
                </a:lnTo>
                <a:lnTo>
                  <a:pt x="1664417" y="92940"/>
                </a:lnTo>
                <a:lnTo>
                  <a:pt x="1664130" y="93141"/>
                </a:lnTo>
                <a:close/>
                <a:moveTo>
                  <a:pt x="1642403" y="85961"/>
                </a:moveTo>
                <a:lnTo>
                  <a:pt x="1642350" y="86377"/>
                </a:lnTo>
                <a:lnTo>
                  <a:pt x="1642284" y="86772"/>
                </a:lnTo>
                <a:lnTo>
                  <a:pt x="1642206" y="87146"/>
                </a:lnTo>
                <a:lnTo>
                  <a:pt x="1642114" y="87501"/>
                </a:lnTo>
                <a:lnTo>
                  <a:pt x="1642008" y="87839"/>
                </a:lnTo>
                <a:lnTo>
                  <a:pt x="1641888" y="88159"/>
                </a:lnTo>
                <a:lnTo>
                  <a:pt x="1641751" y="88465"/>
                </a:lnTo>
                <a:lnTo>
                  <a:pt x="1641599" y="88756"/>
                </a:lnTo>
                <a:lnTo>
                  <a:pt x="1641429" y="89035"/>
                </a:lnTo>
                <a:lnTo>
                  <a:pt x="1641241" y="89302"/>
                </a:lnTo>
                <a:lnTo>
                  <a:pt x="1641035" y="89560"/>
                </a:lnTo>
                <a:lnTo>
                  <a:pt x="1640810" y="89808"/>
                </a:lnTo>
                <a:lnTo>
                  <a:pt x="1640565" y="90049"/>
                </a:lnTo>
                <a:lnTo>
                  <a:pt x="1640300" y="90284"/>
                </a:lnTo>
                <a:lnTo>
                  <a:pt x="1640013" y="90513"/>
                </a:lnTo>
                <a:lnTo>
                  <a:pt x="1639704" y="90740"/>
                </a:lnTo>
                <a:lnTo>
                  <a:pt x="1639372" y="90963"/>
                </a:lnTo>
                <a:lnTo>
                  <a:pt x="1639017" y="91186"/>
                </a:lnTo>
                <a:lnTo>
                  <a:pt x="1638638" y="91409"/>
                </a:lnTo>
                <a:lnTo>
                  <a:pt x="1638170" y="91665"/>
                </a:lnTo>
                <a:lnTo>
                  <a:pt x="1637701" y="91912"/>
                </a:lnTo>
                <a:lnTo>
                  <a:pt x="1637229" y="92149"/>
                </a:lnTo>
                <a:lnTo>
                  <a:pt x="1636755" y="92377"/>
                </a:lnTo>
                <a:lnTo>
                  <a:pt x="1636280" y="92594"/>
                </a:lnTo>
                <a:lnTo>
                  <a:pt x="1635805" y="92802"/>
                </a:lnTo>
                <a:lnTo>
                  <a:pt x="1635330" y="93000"/>
                </a:lnTo>
                <a:lnTo>
                  <a:pt x="1634856" y="93187"/>
                </a:lnTo>
                <a:lnTo>
                  <a:pt x="1634382" y="93364"/>
                </a:lnTo>
                <a:lnTo>
                  <a:pt x="1633910" y="93531"/>
                </a:lnTo>
                <a:lnTo>
                  <a:pt x="1633440" y="93687"/>
                </a:lnTo>
                <a:lnTo>
                  <a:pt x="1632973" y="93832"/>
                </a:lnTo>
                <a:lnTo>
                  <a:pt x="1632508" y="93966"/>
                </a:lnTo>
                <a:lnTo>
                  <a:pt x="1632047" y="94090"/>
                </a:lnTo>
                <a:lnTo>
                  <a:pt x="1631591" y="94202"/>
                </a:lnTo>
                <a:lnTo>
                  <a:pt x="1631139" y="94303"/>
                </a:lnTo>
                <a:lnTo>
                  <a:pt x="1630692" y="94393"/>
                </a:lnTo>
                <a:lnTo>
                  <a:pt x="1630251" y="94471"/>
                </a:lnTo>
                <a:lnTo>
                  <a:pt x="1629816" y="94537"/>
                </a:lnTo>
                <a:lnTo>
                  <a:pt x="1629388" y="94592"/>
                </a:lnTo>
                <a:lnTo>
                  <a:pt x="1628967" y="94635"/>
                </a:lnTo>
                <a:lnTo>
                  <a:pt x="1628554" y="94665"/>
                </a:lnTo>
                <a:lnTo>
                  <a:pt x="1628149" y="94684"/>
                </a:lnTo>
                <a:lnTo>
                  <a:pt x="1627753" y="94690"/>
                </a:lnTo>
                <a:lnTo>
                  <a:pt x="1627106" y="94664"/>
                </a:lnTo>
                <a:lnTo>
                  <a:pt x="1626472" y="94587"/>
                </a:lnTo>
                <a:lnTo>
                  <a:pt x="1625851" y="94460"/>
                </a:lnTo>
                <a:lnTo>
                  <a:pt x="1625245" y="94285"/>
                </a:lnTo>
                <a:lnTo>
                  <a:pt x="1624656" y="94064"/>
                </a:lnTo>
                <a:lnTo>
                  <a:pt x="1624084" y="93798"/>
                </a:lnTo>
                <a:lnTo>
                  <a:pt x="1623531" y="93489"/>
                </a:lnTo>
                <a:lnTo>
                  <a:pt x="1622999" y="93138"/>
                </a:lnTo>
                <a:lnTo>
                  <a:pt x="1622488" y="92748"/>
                </a:lnTo>
                <a:lnTo>
                  <a:pt x="1622000" y="92319"/>
                </a:lnTo>
                <a:lnTo>
                  <a:pt x="1621537" y="91854"/>
                </a:lnTo>
                <a:lnTo>
                  <a:pt x="1621100" y="91354"/>
                </a:lnTo>
                <a:lnTo>
                  <a:pt x="1620690" y="90820"/>
                </a:lnTo>
                <a:lnTo>
                  <a:pt x="1620308" y="90254"/>
                </a:lnTo>
                <a:lnTo>
                  <a:pt x="1619956" y="89659"/>
                </a:lnTo>
                <a:lnTo>
                  <a:pt x="1619636" y="89035"/>
                </a:lnTo>
                <a:lnTo>
                  <a:pt x="1619348" y="88383"/>
                </a:lnTo>
                <a:lnTo>
                  <a:pt x="1619094" y="87707"/>
                </a:lnTo>
                <a:lnTo>
                  <a:pt x="1618875" y="87007"/>
                </a:lnTo>
                <a:lnTo>
                  <a:pt x="1618693" y="86284"/>
                </a:lnTo>
                <a:lnTo>
                  <a:pt x="1618550" y="85542"/>
                </a:lnTo>
                <a:lnTo>
                  <a:pt x="1618445" y="84780"/>
                </a:lnTo>
                <a:lnTo>
                  <a:pt x="1618382" y="84001"/>
                </a:lnTo>
                <a:lnTo>
                  <a:pt x="1618360" y="83207"/>
                </a:lnTo>
                <a:lnTo>
                  <a:pt x="1618360" y="82610"/>
                </a:lnTo>
                <a:lnTo>
                  <a:pt x="1618412" y="81509"/>
                </a:lnTo>
                <a:lnTo>
                  <a:pt x="1618533" y="80440"/>
                </a:lnTo>
                <a:lnTo>
                  <a:pt x="1618725" y="79402"/>
                </a:lnTo>
                <a:lnTo>
                  <a:pt x="1618989" y="78393"/>
                </a:lnTo>
                <a:lnTo>
                  <a:pt x="1619328" y="77412"/>
                </a:lnTo>
                <a:lnTo>
                  <a:pt x="1619743" y="76457"/>
                </a:lnTo>
                <a:lnTo>
                  <a:pt x="1620237" y="75527"/>
                </a:lnTo>
                <a:lnTo>
                  <a:pt x="1620812" y="74619"/>
                </a:lnTo>
                <a:lnTo>
                  <a:pt x="1621468" y="73733"/>
                </a:lnTo>
                <a:lnTo>
                  <a:pt x="1622209" y="72866"/>
                </a:lnTo>
                <a:lnTo>
                  <a:pt x="1623036" y="72018"/>
                </a:lnTo>
                <a:lnTo>
                  <a:pt x="1623951" y="71185"/>
                </a:lnTo>
                <a:lnTo>
                  <a:pt x="1624956" y="70368"/>
                </a:lnTo>
                <a:lnTo>
                  <a:pt x="1626054" y="69563"/>
                </a:lnTo>
                <a:lnTo>
                  <a:pt x="1627245" y="68770"/>
                </a:lnTo>
                <a:lnTo>
                  <a:pt x="1628532" y="67987"/>
                </a:lnTo>
                <a:lnTo>
                  <a:pt x="1629917" y="67212"/>
                </a:lnTo>
                <a:lnTo>
                  <a:pt x="1631402" y="66444"/>
                </a:lnTo>
                <a:lnTo>
                  <a:pt x="1632989" y="65681"/>
                </a:lnTo>
                <a:lnTo>
                  <a:pt x="1634679" y="64921"/>
                </a:lnTo>
                <a:lnTo>
                  <a:pt x="1636475" y="64163"/>
                </a:lnTo>
                <a:lnTo>
                  <a:pt x="1638378" y="63406"/>
                </a:lnTo>
                <a:lnTo>
                  <a:pt x="1640391" y="62647"/>
                </a:lnTo>
                <a:lnTo>
                  <a:pt x="1642515" y="61884"/>
                </a:lnTo>
                <a:lnTo>
                  <a:pt x="1642515" y="83507"/>
                </a:lnTo>
                <a:lnTo>
                  <a:pt x="1642511" y="84052"/>
                </a:lnTo>
                <a:lnTo>
                  <a:pt x="1642499" y="84568"/>
                </a:lnTo>
                <a:lnTo>
                  <a:pt x="1642477" y="85057"/>
                </a:lnTo>
                <a:lnTo>
                  <a:pt x="1642445" y="85521"/>
                </a:lnTo>
                <a:lnTo>
                  <a:pt x="1642403" y="85961"/>
                </a:lnTo>
                <a:close/>
                <a:moveTo>
                  <a:pt x="1774770" y="35045"/>
                </a:moveTo>
                <a:lnTo>
                  <a:pt x="1772726" y="35812"/>
                </a:lnTo>
                <a:lnTo>
                  <a:pt x="1770765" y="36707"/>
                </a:lnTo>
                <a:lnTo>
                  <a:pt x="1768891" y="37727"/>
                </a:lnTo>
                <a:lnTo>
                  <a:pt x="1767105" y="38868"/>
                </a:lnTo>
                <a:lnTo>
                  <a:pt x="1765411" y="40127"/>
                </a:lnTo>
                <a:lnTo>
                  <a:pt x="1763813" y="41500"/>
                </a:lnTo>
                <a:lnTo>
                  <a:pt x="1762313" y="42983"/>
                </a:lnTo>
                <a:lnTo>
                  <a:pt x="1760916" y="44574"/>
                </a:lnTo>
                <a:lnTo>
                  <a:pt x="1759623" y="46268"/>
                </a:lnTo>
                <a:lnTo>
                  <a:pt x="1758438" y="48063"/>
                </a:lnTo>
                <a:lnTo>
                  <a:pt x="1757364" y="49954"/>
                </a:lnTo>
                <a:lnTo>
                  <a:pt x="1756405" y="51939"/>
                </a:lnTo>
                <a:lnTo>
                  <a:pt x="1755564" y="54013"/>
                </a:lnTo>
                <a:lnTo>
                  <a:pt x="1754843" y="56173"/>
                </a:lnTo>
                <a:lnTo>
                  <a:pt x="1754246" y="58416"/>
                </a:lnTo>
                <a:lnTo>
                  <a:pt x="1753776" y="60739"/>
                </a:lnTo>
                <a:lnTo>
                  <a:pt x="1753437" y="63137"/>
                </a:lnTo>
                <a:lnTo>
                  <a:pt x="1753231" y="65607"/>
                </a:lnTo>
                <a:lnTo>
                  <a:pt x="1753161" y="68146"/>
                </a:lnTo>
                <a:lnTo>
                  <a:pt x="1753233" y="70653"/>
                </a:lnTo>
                <a:lnTo>
                  <a:pt x="1753445" y="73099"/>
                </a:lnTo>
                <a:lnTo>
                  <a:pt x="1753794" y="75481"/>
                </a:lnTo>
                <a:lnTo>
                  <a:pt x="1754276" y="77795"/>
                </a:lnTo>
                <a:lnTo>
                  <a:pt x="1754886" y="80036"/>
                </a:lnTo>
                <a:lnTo>
                  <a:pt x="1755622" y="82201"/>
                </a:lnTo>
                <a:lnTo>
                  <a:pt x="1756479" y="84285"/>
                </a:lnTo>
                <a:lnTo>
                  <a:pt x="1757453" y="86283"/>
                </a:lnTo>
                <a:lnTo>
                  <a:pt x="1758540" y="88193"/>
                </a:lnTo>
                <a:lnTo>
                  <a:pt x="1759737" y="90010"/>
                </a:lnTo>
                <a:lnTo>
                  <a:pt x="1761040" y="91730"/>
                </a:lnTo>
                <a:lnTo>
                  <a:pt x="1762444" y="93347"/>
                </a:lnTo>
                <a:lnTo>
                  <a:pt x="1763946" y="94860"/>
                </a:lnTo>
                <a:lnTo>
                  <a:pt x="1765542" y="96262"/>
                </a:lnTo>
                <a:lnTo>
                  <a:pt x="1767228" y="97551"/>
                </a:lnTo>
                <a:lnTo>
                  <a:pt x="1769001" y="98721"/>
                </a:lnTo>
                <a:lnTo>
                  <a:pt x="1770855" y="99770"/>
                </a:lnTo>
                <a:lnTo>
                  <a:pt x="1772789" y="100692"/>
                </a:lnTo>
                <a:lnTo>
                  <a:pt x="1774796" y="101483"/>
                </a:lnTo>
                <a:lnTo>
                  <a:pt x="1776875" y="102140"/>
                </a:lnTo>
                <a:lnTo>
                  <a:pt x="1779020" y="102658"/>
                </a:lnTo>
                <a:lnTo>
                  <a:pt x="1781228" y="103034"/>
                </a:lnTo>
                <a:lnTo>
                  <a:pt x="1783495" y="103262"/>
                </a:lnTo>
                <a:lnTo>
                  <a:pt x="1785817" y="103339"/>
                </a:lnTo>
                <a:lnTo>
                  <a:pt x="1788142" y="103258"/>
                </a:lnTo>
                <a:lnTo>
                  <a:pt x="1790415" y="103019"/>
                </a:lnTo>
                <a:lnTo>
                  <a:pt x="1792634" y="102625"/>
                </a:lnTo>
                <a:lnTo>
                  <a:pt x="1794793" y="102083"/>
                </a:lnTo>
                <a:lnTo>
                  <a:pt x="1796889" y="101396"/>
                </a:lnTo>
                <a:lnTo>
                  <a:pt x="1798916" y="100568"/>
                </a:lnTo>
                <a:lnTo>
                  <a:pt x="1800872" y="99606"/>
                </a:lnTo>
                <a:lnTo>
                  <a:pt x="1802750" y="98512"/>
                </a:lnTo>
                <a:lnTo>
                  <a:pt x="1804548" y="97292"/>
                </a:lnTo>
                <a:lnTo>
                  <a:pt x="1806261" y="95950"/>
                </a:lnTo>
                <a:lnTo>
                  <a:pt x="1807885" y="94491"/>
                </a:lnTo>
                <a:lnTo>
                  <a:pt x="1809415" y="92919"/>
                </a:lnTo>
                <a:lnTo>
                  <a:pt x="1810847" y="91240"/>
                </a:lnTo>
                <a:lnTo>
                  <a:pt x="1812177" y="89457"/>
                </a:lnTo>
                <a:lnTo>
                  <a:pt x="1813401" y="87575"/>
                </a:lnTo>
                <a:lnTo>
                  <a:pt x="1814514" y="85600"/>
                </a:lnTo>
                <a:lnTo>
                  <a:pt x="1815512" y="83534"/>
                </a:lnTo>
                <a:lnTo>
                  <a:pt x="1816391" y="81384"/>
                </a:lnTo>
                <a:lnTo>
                  <a:pt x="1817146" y="79153"/>
                </a:lnTo>
                <a:lnTo>
                  <a:pt x="1817773" y="76846"/>
                </a:lnTo>
                <a:lnTo>
                  <a:pt x="1818269" y="74469"/>
                </a:lnTo>
                <a:lnTo>
                  <a:pt x="1818628" y="72024"/>
                </a:lnTo>
                <a:lnTo>
                  <a:pt x="1818847" y="69518"/>
                </a:lnTo>
                <a:lnTo>
                  <a:pt x="1818921" y="66954"/>
                </a:lnTo>
                <a:lnTo>
                  <a:pt x="1818850" y="64524"/>
                </a:lnTo>
                <a:lnTo>
                  <a:pt x="1818640" y="62156"/>
                </a:lnTo>
                <a:lnTo>
                  <a:pt x="1818294" y="59854"/>
                </a:lnTo>
                <a:lnTo>
                  <a:pt x="1817816" y="57623"/>
                </a:lnTo>
                <a:lnTo>
                  <a:pt x="1817210" y="55465"/>
                </a:lnTo>
                <a:lnTo>
                  <a:pt x="1816479" y="53384"/>
                </a:lnTo>
                <a:lnTo>
                  <a:pt x="1815627" y="51384"/>
                </a:lnTo>
                <a:lnTo>
                  <a:pt x="1814657" y="49468"/>
                </a:lnTo>
                <a:lnTo>
                  <a:pt x="1813574" y="47641"/>
                </a:lnTo>
                <a:lnTo>
                  <a:pt x="1812380" y="45905"/>
                </a:lnTo>
                <a:lnTo>
                  <a:pt x="1811080" y="44264"/>
                </a:lnTo>
                <a:lnTo>
                  <a:pt x="1809676" y="42722"/>
                </a:lnTo>
                <a:lnTo>
                  <a:pt x="1808173" y="41283"/>
                </a:lnTo>
                <a:lnTo>
                  <a:pt x="1806575" y="39950"/>
                </a:lnTo>
                <a:lnTo>
                  <a:pt x="1804884" y="38727"/>
                </a:lnTo>
                <a:lnTo>
                  <a:pt x="1803104" y="37617"/>
                </a:lnTo>
                <a:lnTo>
                  <a:pt x="1801240" y="36624"/>
                </a:lnTo>
                <a:lnTo>
                  <a:pt x="1799295" y="35752"/>
                </a:lnTo>
                <a:lnTo>
                  <a:pt x="1797271" y="35003"/>
                </a:lnTo>
                <a:lnTo>
                  <a:pt x="1795174" y="34383"/>
                </a:lnTo>
                <a:lnTo>
                  <a:pt x="1793006" y="33895"/>
                </a:lnTo>
                <a:lnTo>
                  <a:pt x="1790772" y="33541"/>
                </a:lnTo>
                <a:lnTo>
                  <a:pt x="1788474" y="33326"/>
                </a:lnTo>
                <a:lnTo>
                  <a:pt x="1786117" y="33254"/>
                </a:lnTo>
                <a:lnTo>
                  <a:pt x="1783708" y="33328"/>
                </a:lnTo>
                <a:lnTo>
                  <a:pt x="1781365" y="33548"/>
                </a:lnTo>
                <a:lnTo>
                  <a:pt x="1779092" y="33909"/>
                </a:lnTo>
                <a:lnTo>
                  <a:pt x="1776893" y="34410"/>
                </a:lnTo>
                <a:lnTo>
                  <a:pt x="1774770" y="35045"/>
                </a:lnTo>
                <a:close/>
                <a:moveTo>
                  <a:pt x="1791476" y="39219"/>
                </a:moveTo>
                <a:lnTo>
                  <a:pt x="1792795" y="39985"/>
                </a:lnTo>
                <a:lnTo>
                  <a:pt x="1794061" y="40879"/>
                </a:lnTo>
                <a:lnTo>
                  <a:pt x="1795274" y="41897"/>
                </a:lnTo>
                <a:lnTo>
                  <a:pt x="1796430" y="43036"/>
                </a:lnTo>
                <a:lnTo>
                  <a:pt x="1797527" y="44291"/>
                </a:lnTo>
                <a:lnTo>
                  <a:pt x="1798564" y="45661"/>
                </a:lnTo>
                <a:lnTo>
                  <a:pt x="1799537" y="47140"/>
                </a:lnTo>
                <a:lnTo>
                  <a:pt x="1800445" y="48726"/>
                </a:lnTo>
                <a:lnTo>
                  <a:pt x="1801286" y="50414"/>
                </a:lnTo>
                <a:lnTo>
                  <a:pt x="1802057" y="52202"/>
                </a:lnTo>
                <a:lnTo>
                  <a:pt x="1802756" y="54086"/>
                </a:lnTo>
                <a:lnTo>
                  <a:pt x="1803382" y="56061"/>
                </a:lnTo>
                <a:lnTo>
                  <a:pt x="1803931" y="58126"/>
                </a:lnTo>
                <a:lnTo>
                  <a:pt x="1804401" y="60275"/>
                </a:lnTo>
                <a:lnTo>
                  <a:pt x="1804791" y="62506"/>
                </a:lnTo>
                <a:lnTo>
                  <a:pt x="1805098" y="64815"/>
                </a:lnTo>
                <a:lnTo>
                  <a:pt x="1805321" y="67198"/>
                </a:lnTo>
                <a:lnTo>
                  <a:pt x="1805455" y="69652"/>
                </a:lnTo>
                <a:lnTo>
                  <a:pt x="1805501" y="72173"/>
                </a:lnTo>
                <a:lnTo>
                  <a:pt x="1805466" y="74262"/>
                </a:lnTo>
                <a:lnTo>
                  <a:pt x="1805362" y="76276"/>
                </a:lnTo>
                <a:lnTo>
                  <a:pt x="1805191" y="78214"/>
                </a:lnTo>
                <a:lnTo>
                  <a:pt x="1804952" y="80075"/>
                </a:lnTo>
                <a:lnTo>
                  <a:pt x="1804647" y="81858"/>
                </a:lnTo>
                <a:lnTo>
                  <a:pt x="1804278" y="83562"/>
                </a:lnTo>
                <a:lnTo>
                  <a:pt x="1803844" y="85185"/>
                </a:lnTo>
                <a:lnTo>
                  <a:pt x="1803347" y="86726"/>
                </a:lnTo>
                <a:lnTo>
                  <a:pt x="1802788" y="88184"/>
                </a:lnTo>
                <a:lnTo>
                  <a:pt x="1802168" y="89556"/>
                </a:lnTo>
                <a:lnTo>
                  <a:pt x="1801488" y="90843"/>
                </a:lnTo>
                <a:lnTo>
                  <a:pt x="1800748" y="92043"/>
                </a:lnTo>
                <a:lnTo>
                  <a:pt x="1799950" y="93154"/>
                </a:lnTo>
                <a:lnTo>
                  <a:pt x="1799095" y="94176"/>
                </a:lnTo>
                <a:lnTo>
                  <a:pt x="1798184" y="95106"/>
                </a:lnTo>
                <a:lnTo>
                  <a:pt x="1797217" y="95944"/>
                </a:lnTo>
                <a:lnTo>
                  <a:pt x="1796196" y="96688"/>
                </a:lnTo>
                <a:lnTo>
                  <a:pt x="1795121" y="97337"/>
                </a:lnTo>
                <a:lnTo>
                  <a:pt x="1793995" y="97890"/>
                </a:lnTo>
                <a:lnTo>
                  <a:pt x="1792816" y="98345"/>
                </a:lnTo>
                <a:lnTo>
                  <a:pt x="1791587" y="98701"/>
                </a:lnTo>
                <a:lnTo>
                  <a:pt x="1790309" y="98957"/>
                </a:lnTo>
                <a:lnTo>
                  <a:pt x="1788982" y="99112"/>
                </a:lnTo>
                <a:lnTo>
                  <a:pt x="1787608" y="99163"/>
                </a:lnTo>
                <a:lnTo>
                  <a:pt x="1786882" y="99145"/>
                </a:lnTo>
                <a:lnTo>
                  <a:pt x="1786161" y="99090"/>
                </a:lnTo>
                <a:lnTo>
                  <a:pt x="1785445" y="98998"/>
                </a:lnTo>
                <a:lnTo>
                  <a:pt x="1784734" y="98871"/>
                </a:lnTo>
                <a:lnTo>
                  <a:pt x="1784031" y="98708"/>
                </a:lnTo>
                <a:lnTo>
                  <a:pt x="1783334" y="98511"/>
                </a:lnTo>
                <a:lnTo>
                  <a:pt x="1782647" y="98280"/>
                </a:lnTo>
                <a:lnTo>
                  <a:pt x="1781969" y="98015"/>
                </a:lnTo>
                <a:lnTo>
                  <a:pt x="1781301" y="97717"/>
                </a:lnTo>
                <a:lnTo>
                  <a:pt x="1780644" y="97386"/>
                </a:lnTo>
                <a:lnTo>
                  <a:pt x="1780000" y="97023"/>
                </a:lnTo>
                <a:lnTo>
                  <a:pt x="1779369" y="96628"/>
                </a:lnTo>
                <a:lnTo>
                  <a:pt x="1778751" y="96203"/>
                </a:lnTo>
                <a:lnTo>
                  <a:pt x="1778149" y="95747"/>
                </a:lnTo>
                <a:lnTo>
                  <a:pt x="1777562" y="95261"/>
                </a:lnTo>
                <a:lnTo>
                  <a:pt x="1776993" y="94745"/>
                </a:lnTo>
                <a:lnTo>
                  <a:pt x="1776440" y="94201"/>
                </a:lnTo>
                <a:lnTo>
                  <a:pt x="1775906" y="93628"/>
                </a:lnTo>
                <a:lnTo>
                  <a:pt x="1775392" y="93027"/>
                </a:lnTo>
                <a:lnTo>
                  <a:pt x="1774898" y="92398"/>
                </a:lnTo>
                <a:lnTo>
                  <a:pt x="1774425" y="91743"/>
                </a:lnTo>
                <a:lnTo>
                  <a:pt x="1773975" y="91061"/>
                </a:lnTo>
                <a:lnTo>
                  <a:pt x="1773547" y="90354"/>
                </a:lnTo>
                <a:lnTo>
                  <a:pt x="1773143" y="89621"/>
                </a:lnTo>
                <a:lnTo>
                  <a:pt x="1772631" y="88638"/>
                </a:lnTo>
                <a:lnTo>
                  <a:pt x="1772137" y="87628"/>
                </a:lnTo>
                <a:lnTo>
                  <a:pt x="1771663" y="86592"/>
                </a:lnTo>
                <a:lnTo>
                  <a:pt x="1771208" y="85532"/>
                </a:lnTo>
                <a:lnTo>
                  <a:pt x="1770772" y="84448"/>
                </a:lnTo>
                <a:lnTo>
                  <a:pt x="1770357" y="83341"/>
                </a:lnTo>
                <a:lnTo>
                  <a:pt x="1769961" y="82213"/>
                </a:lnTo>
                <a:lnTo>
                  <a:pt x="1769586" y="81065"/>
                </a:lnTo>
                <a:lnTo>
                  <a:pt x="1769232" y="79898"/>
                </a:lnTo>
                <a:lnTo>
                  <a:pt x="1768899" y="78713"/>
                </a:lnTo>
                <a:lnTo>
                  <a:pt x="1768587" y="77511"/>
                </a:lnTo>
                <a:lnTo>
                  <a:pt x="1768297" y="76293"/>
                </a:lnTo>
                <a:lnTo>
                  <a:pt x="1768028" y="75060"/>
                </a:lnTo>
                <a:lnTo>
                  <a:pt x="1767781" y="73813"/>
                </a:lnTo>
                <a:lnTo>
                  <a:pt x="1767557" y="72554"/>
                </a:lnTo>
                <a:lnTo>
                  <a:pt x="1767355" y="71284"/>
                </a:lnTo>
                <a:lnTo>
                  <a:pt x="1767176" y="70003"/>
                </a:lnTo>
                <a:lnTo>
                  <a:pt x="1767020" y="68713"/>
                </a:lnTo>
                <a:lnTo>
                  <a:pt x="1766887" y="67415"/>
                </a:lnTo>
                <a:lnTo>
                  <a:pt x="1766777" y="66110"/>
                </a:lnTo>
                <a:lnTo>
                  <a:pt x="1766692" y="64798"/>
                </a:lnTo>
                <a:lnTo>
                  <a:pt x="1766631" y="63482"/>
                </a:lnTo>
                <a:lnTo>
                  <a:pt x="1766594" y="62163"/>
                </a:lnTo>
                <a:lnTo>
                  <a:pt x="1766581" y="60840"/>
                </a:lnTo>
                <a:lnTo>
                  <a:pt x="1766617" y="59095"/>
                </a:lnTo>
                <a:lnTo>
                  <a:pt x="1766723" y="57404"/>
                </a:lnTo>
                <a:lnTo>
                  <a:pt x="1766897" y="55767"/>
                </a:lnTo>
                <a:lnTo>
                  <a:pt x="1767139" y="54187"/>
                </a:lnTo>
                <a:lnTo>
                  <a:pt x="1767448" y="52666"/>
                </a:lnTo>
                <a:lnTo>
                  <a:pt x="1767821" y="51206"/>
                </a:lnTo>
                <a:lnTo>
                  <a:pt x="1768258" y="49808"/>
                </a:lnTo>
                <a:lnTo>
                  <a:pt x="1768758" y="48474"/>
                </a:lnTo>
                <a:lnTo>
                  <a:pt x="1769318" y="47207"/>
                </a:lnTo>
                <a:lnTo>
                  <a:pt x="1769939" y="46008"/>
                </a:lnTo>
                <a:lnTo>
                  <a:pt x="1770617" y="44879"/>
                </a:lnTo>
                <a:lnTo>
                  <a:pt x="1771354" y="43822"/>
                </a:lnTo>
                <a:lnTo>
                  <a:pt x="1772146" y="42839"/>
                </a:lnTo>
                <a:lnTo>
                  <a:pt x="1772992" y="41931"/>
                </a:lnTo>
                <a:lnTo>
                  <a:pt x="1773892" y="41101"/>
                </a:lnTo>
                <a:lnTo>
                  <a:pt x="1774844" y="40351"/>
                </a:lnTo>
                <a:lnTo>
                  <a:pt x="1775847" y="39681"/>
                </a:lnTo>
                <a:lnTo>
                  <a:pt x="1776899" y="39095"/>
                </a:lnTo>
                <a:lnTo>
                  <a:pt x="1778000" y="38594"/>
                </a:lnTo>
                <a:lnTo>
                  <a:pt x="1779147" y="38180"/>
                </a:lnTo>
                <a:lnTo>
                  <a:pt x="1780340" y="37854"/>
                </a:lnTo>
                <a:lnTo>
                  <a:pt x="1781577" y="37619"/>
                </a:lnTo>
                <a:lnTo>
                  <a:pt x="1782857" y="37477"/>
                </a:lnTo>
                <a:lnTo>
                  <a:pt x="1784179" y="37429"/>
                </a:lnTo>
                <a:lnTo>
                  <a:pt x="1785725" y="37503"/>
                </a:lnTo>
                <a:lnTo>
                  <a:pt x="1787230" y="37723"/>
                </a:lnTo>
                <a:lnTo>
                  <a:pt x="1788691" y="38084"/>
                </a:lnTo>
                <a:lnTo>
                  <a:pt x="1790107" y="38584"/>
                </a:lnTo>
                <a:lnTo>
                  <a:pt x="1791476" y="39219"/>
                </a:lnTo>
                <a:close/>
                <a:moveTo>
                  <a:pt x="1056316" y="94146"/>
                </a:moveTo>
                <a:lnTo>
                  <a:pt x="1055672" y="94045"/>
                </a:lnTo>
                <a:lnTo>
                  <a:pt x="1055082" y="93924"/>
                </a:lnTo>
                <a:lnTo>
                  <a:pt x="1054544" y="93780"/>
                </a:lnTo>
                <a:lnTo>
                  <a:pt x="1054054" y="93613"/>
                </a:lnTo>
                <a:lnTo>
                  <a:pt x="1053611" y="93419"/>
                </a:lnTo>
                <a:lnTo>
                  <a:pt x="1053212" y="93197"/>
                </a:lnTo>
                <a:lnTo>
                  <a:pt x="1052855" y="92944"/>
                </a:lnTo>
                <a:lnTo>
                  <a:pt x="1052538" y="92658"/>
                </a:lnTo>
                <a:lnTo>
                  <a:pt x="1052258" y="92337"/>
                </a:lnTo>
                <a:lnTo>
                  <a:pt x="1052013" y="91979"/>
                </a:lnTo>
                <a:lnTo>
                  <a:pt x="1051801" y="91582"/>
                </a:lnTo>
                <a:lnTo>
                  <a:pt x="1051619" y="91144"/>
                </a:lnTo>
                <a:lnTo>
                  <a:pt x="1051465" y="90662"/>
                </a:lnTo>
                <a:lnTo>
                  <a:pt x="1051336" y="90134"/>
                </a:lnTo>
                <a:lnTo>
                  <a:pt x="1051231" y="89559"/>
                </a:lnTo>
                <a:lnTo>
                  <a:pt x="1051146" y="88934"/>
                </a:lnTo>
                <a:lnTo>
                  <a:pt x="1051081" y="88257"/>
                </a:lnTo>
                <a:lnTo>
                  <a:pt x="1051031" y="87525"/>
                </a:lnTo>
                <a:lnTo>
                  <a:pt x="1050996" y="86738"/>
                </a:lnTo>
                <a:lnTo>
                  <a:pt x="1050972" y="85891"/>
                </a:lnTo>
                <a:lnTo>
                  <a:pt x="1050972" y="34744"/>
                </a:lnTo>
                <a:lnTo>
                  <a:pt x="1027411" y="34744"/>
                </a:lnTo>
                <a:lnTo>
                  <a:pt x="1027411" y="37279"/>
                </a:lnTo>
                <a:lnTo>
                  <a:pt x="1028529" y="37341"/>
                </a:lnTo>
                <a:lnTo>
                  <a:pt x="1029571" y="37416"/>
                </a:lnTo>
                <a:lnTo>
                  <a:pt x="1030540" y="37506"/>
                </a:lnTo>
                <a:lnTo>
                  <a:pt x="1031439" y="37613"/>
                </a:lnTo>
                <a:lnTo>
                  <a:pt x="1032271" y="37739"/>
                </a:lnTo>
                <a:lnTo>
                  <a:pt x="1033036" y="37888"/>
                </a:lnTo>
                <a:lnTo>
                  <a:pt x="1033739" y="38059"/>
                </a:lnTo>
                <a:lnTo>
                  <a:pt x="1034382" y="38257"/>
                </a:lnTo>
                <a:lnTo>
                  <a:pt x="1034966" y="38483"/>
                </a:lnTo>
                <a:lnTo>
                  <a:pt x="1035495" y="38738"/>
                </a:lnTo>
                <a:lnTo>
                  <a:pt x="1035971" y="39026"/>
                </a:lnTo>
                <a:lnTo>
                  <a:pt x="1036396" y="39348"/>
                </a:lnTo>
                <a:lnTo>
                  <a:pt x="1036773" y="39707"/>
                </a:lnTo>
                <a:lnTo>
                  <a:pt x="1037105" y="40105"/>
                </a:lnTo>
                <a:lnTo>
                  <a:pt x="1037393" y="40543"/>
                </a:lnTo>
                <a:lnTo>
                  <a:pt x="1037640" y="41024"/>
                </a:lnTo>
                <a:lnTo>
                  <a:pt x="1037849" y="41550"/>
                </a:lnTo>
                <a:lnTo>
                  <a:pt x="1038023" y="42123"/>
                </a:lnTo>
                <a:lnTo>
                  <a:pt x="1038162" y="42746"/>
                </a:lnTo>
                <a:lnTo>
                  <a:pt x="1038271" y="43420"/>
                </a:lnTo>
                <a:lnTo>
                  <a:pt x="1038352" y="44148"/>
                </a:lnTo>
                <a:lnTo>
                  <a:pt x="1038406" y="44931"/>
                </a:lnTo>
                <a:lnTo>
                  <a:pt x="1038437" y="45773"/>
                </a:lnTo>
                <a:lnTo>
                  <a:pt x="1038446" y="46674"/>
                </a:lnTo>
                <a:lnTo>
                  <a:pt x="1038446" y="81716"/>
                </a:lnTo>
                <a:lnTo>
                  <a:pt x="1038443" y="82227"/>
                </a:lnTo>
                <a:lnTo>
                  <a:pt x="1038431" y="82718"/>
                </a:lnTo>
                <a:lnTo>
                  <a:pt x="1038410" y="83187"/>
                </a:lnTo>
                <a:lnTo>
                  <a:pt x="1038382" y="83638"/>
                </a:lnTo>
                <a:lnTo>
                  <a:pt x="1038344" y="84069"/>
                </a:lnTo>
                <a:lnTo>
                  <a:pt x="1038297" y="84482"/>
                </a:lnTo>
                <a:lnTo>
                  <a:pt x="1038241" y="84878"/>
                </a:lnTo>
                <a:lnTo>
                  <a:pt x="1038176" y="85257"/>
                </a:lnTo>
                <a:lnTo>
                  <a:pt x="1038100" y="85620"/>
                </a:lnTo>
                <a:lnTo>
                  <a:pt x="1038015" y="85967"/>
                </a:lnTo>
                <a:lnTo>
                  <a:pt x="1037919" y="86300"/>
                </a:lnTo>
                <a:lnTo>
                  <a:pt x="1037812" y="86619"/>
                </a:lnTo>
                <a:lnTo>
                  <a:pt x="1037695" y="86925"/>
                </a:lnTo>
                <a:lnTo>
                  <a:pt x="1037567" y="87218"/>
                </a:lnTo>
                <a:lnTo>
                  <a:pt x="1037427" y="87500"/>
                </a:lnTo>
                <a:lnTo>
                  <a:pt x="1037275" y="87770"/>
                </a:lnTo>
                <a:lnTo>
                  <a:pt x="1037112" y="88030"/>
                </a:lnTo>
                <a:lnTo>
                  <a:pt x="1036937" y="88281"/>
                </a:lnTo>
                <a:lnTo>
                  <a:pt x="1036749" y="88522"/>
                </a:lnTo>
                <a:lnTo>
                  <a:pt x="1036548" y="88756"/>
                </a:lnTo>
                <a:lnTo>
                  <a:pt x="1036334" y="88981"/>
                </a:lnTo>
                <a:lnTo>
                  <a:pt x="1036108" y="89200"/>
                </a:lnTo>
                <a:lnTo>
                  <a:pt x="1035868" y="89413"/>
                </a:lnTo>
                <a:lnTo>
                  <a:pt x="1035614" y="89621"/>
                </a:lnTo>
                <a:lnTo>
                  <a:pt x="1035107" y="90023"/>
                </a:lnTo>
                <a:lnTo>
                  <a:pt x="1034595" y="90409"/>
                </a:lnTo>
                <a:lnTo>
                  <a:pt x="1034077" y="90780"/>
                </a:lnTo>
                <a:lnTo>
                  <a:pt x="1033554" y="91135"/>
                </a:lnTo>
                <a:lnTo>
                  <a:pt x="1033026" y="91473"/>
                </a:lnTo>
                <a:lnTo>
                  <a:pt x="1032493" y="91796"/>
                </a:lnTo>
                <a:lnTo>
                  <a:pt x="1031957" y="92102"/>
                </a:lnTo>
                <a:lnTo>
                  <a:pt x="1031416" y="92392"/>
                </a:lnTo>
                <a:lnTo>
                  <a:pt x="1030871" y="92666"/>
                </a:lnTo>
                <a:lnTo>
                  <a:pt x="1030324" y="92922"/>
                </a:lnTo>
                <a:lnTo>
                  <a:pt x="1029773" y="93162"/>
                </a:lnTo>
                <a:lnTo>
                  <a:pt x="1029220" y="93385"/>
                </a:lnTo>
                <a:lnTo>
                  <a:pt x="1028664" y="93591"/>
                </a:lnTo>
                <a:lnTo>
                  <a:pt x="1028107" y="93779"/>
                </a:lnTo>
                <a:lnTo>
                  <a:pt x="1027548" y="93951"/>
                </a:lnTo>
                <a:lnTo>
                  <a:pt x="1026987" y="94104"/>
                </a:lnTo>
                <a:lnTo>
                  <a:pt x="1026425" y="94241"/>
                </a:lnTo>
                <a:lnTo>
                  <a:pt x="1025863" y="94359"/>
                </a:lnTo>
                <a:lnTo>
                  <a:pt x="1025300" y="94460"/>
                </a:lnTo>
                <a:lnTo>
                  <a:pt x="1024737" y="94542"/>
                </a:lnTo>
                <a:lnTo>
                  <a:pt x="1024175" y="94607"/>
                </a:lnTo>
                <a:lnTo>
                  <a:pt x="1023613" y="94653"/>
                </a:lnTo>
                <a:lnTo>
                  <a:pt x="1023052" y="94681"/>
                </a:lnTo>
                <a:lnTo>
                  <a:pt x="1022492" y="94690"/>
                </a:lnTo>
                <a:lnTo>
                  <a:pt x="1021771" y="94664"/>
                </a:lnTo>
                <a:lnTo>
                  <a:pt x="1021062" y="94587"/>
                </a:lnTo>
                <a:lnTo>
                  <a:pt x="1020367" y="94460"/>
                </a:lnTo>
                <a:lnTo>
                  <a:pt x="1019688" y="94286"/>
                </a:lnTo>
                <a:lnTo>
                  <a:pt x="1019027" y="94065"/>
                </a:lnTo>
                <a:lnTo>
                  <a:pt x="1018384" y="93800"/>
                </a:lnTo>
                <a:lnTo>
                  <a:pt x="1017762" y="93493"/>
                </a:lnTo>
                <a:lnTo>
                  <a:pt x="1017162" y="93144"/>
                </a:lnTo>
                <a:lnTo>
                  <a:pt x="1016586" y="92756"/>
                </a:lnTo>
                <a:lnTo>
                  <a:pt x="1016036" y="92330"/>
                </a:lnTo>
                <a:lnTo>
                  <a:pt x="1015512" y="91868"/>
                </a:lnTo>
                <a:lnTo>
                  <a:pt x="1015017" y="91372"/>
                </a:lnTo>
                <a:lnTo>
                  <a:pt x="1014553" y="90844"/>
                </a:lnTo>
                <a:lnTo>
                  <a:pt x="1014120" y="90284"/>
                </a:lnTo>
                <a:lnTo>
                  <a:pt x="1013721" y="89695"/>
                </a:lnTo>
                <a:lnTo>
                  <a:pt x="1013357" y="89079"/>
                </a:lnTo>
                <a:lnTo>
                  <a:pt x="1013030" y="88437"/>
                </a:lnTo>
                <a:lnTo>
                  <a:pt x="1012741" y="87770"/>
                </a:lnTo>
                <a:lnTo>
                  <a:pt x="1012492" y="87081"/>
                </a:lnTo>
                <a:lnTo>
                  <a:pt x="1012285" y="86371"/>
                </a:lnTo>
                <a:lnTo>
                  <a:pt x="1012121" y="85642"/>
                </a:lnTo>
                <a:lnTo>
                  <a:pt x="1012002" y="84896"/>
                </a:lnTo>
                <a:lnTo>
                  <a:pt x="1011929" y="84133"/>
                </a:lnTo>
                <a:lnTo>
                  <a:pt x="1011905" y="83357"/>
                </a:lnTo>
                <a:lnTo>
                  <a:pt x="1011905" y="34744"/>
                </a:lnTo>
                <a:lnTo>
                  <a:pt x="990132" y="34744"/>
                </a:lnTo>
                <a:lnTo>
                  <a:pt x="990132" y="36833"/>
                </a:lnTo>
                <a:lnTo>
                  <a:pt x="990983" y="36880"/>
                </a:lnTo>
                <a:lnTo>
                  <a:pt x="991784" y="36947"/>
                </a:lnTo>
                <a:lnTo>
                  <a:pt x="992536" y="37035"/>
                </a:lnTo>
                <a:lnTo>
                  <a:pt x="993241" y="37146"/>
                </a:lnTo>
                <a:lnTo>
                  <a:pt x="993899" y="37282"/>
                </a:lnTo>
                <a:lnTo>
                  <a:pt x="994513" y="37443"/>
                </a:lnTo>
                <a:lnTo>
                  <a:pt x="995084" y="37632"/>
                </a:lnTo>
                <a:lnTo>
                  <a:pt x="995612" y="37849"/>
                </a:lnTo>
                <a:lnTo>
                  <a:pt x="996099" y="38096"/>
                </a:lnTo>
                <a:lnTo>
                  <a:pt x="996547" y="38375"/>
                </a:lnTo>
                <a:lnTo>
                  <a:pt x="996956" y="38686"/>
                </a:lnTo>
                <a:lnTo>
                  <a:pt x="997328" y="39032"/>
                </a:lnTo>
                <a:lnTo>
                  <a:pt x="997665" y="39413"/>
                </a:lnTo>
                <a:lnTo>
                  <a:pt x="997967" y="39832"/>
                </a:lnTo>
                <a:lnTo>
                  <a:pt x="998236" y="40289"/>
                </a:lnTo>
                <a:lnTo>
                  <a:pt x="998473" y="40787"/>
                </a:lnTo>
                <a:lnTo>
                  <a:pt x="998679" y="41325"/>
                </a:lnTo>
                <a:lnTo>
                  <a:pt x="998857" y="41907"/>
                </a:lnTo>
                <a:lnTo>
                  <a:pt x="999006" y="42533"/>
                </a:lnTo>
                <a:lnTo>
                  <a:pt x="999129" y="43204"/>
                </a:lnTo>
                <a:lnTo>
                  <a:pt x="999226" y="43923"/>
                </a:lnTo>
                <a:lnTo>
                  <a:pt x="999299" y="44690"/>
                </a:lnTo>
                <a:lnTo>
                  <a:pt x="999350" y="45507"/>
                </a:lnTo>
                <a:lnTo>
                  <a:pt x="999379" y="46376"/>
                </a:lnTo>
                <a:lnTo>
                  <a:pt x="999379" y="83953"/>
                </a:lnTo>
                <a:lnTo>
                  <a:pt x="999416" y="85404"/>
                </a:lnTo>
                <a:lnTo>
                  <a:pt x="999526" y="86809"/>
                </a:lnTo>
                <a:lnTo>
                  <a:pt x="999708" y="88168"/>
                </a:lnTo>
                <a:lnTo>
                  <a:pt x="999959" y="89480"/>
                </a:lnTo>
                <a:lnTo>
                  <a:pt x="1000280" y="90741"/>
                </a:lnTo>
                <a:lnTo>
                  <a:pt x="1000667" y="91952"/>
                </a:lnTo>
                <a:lnTo>
                  <a:pt x="1001120" y="93111"/>
                </a:lnTo>
                <a:lnTo>
                  <a:pt x="1001637" y="94215"/>
                </a:lnTo>
                <a:lnTo>
                  <a:pt x="1002217" y="95264"/>
                </a:lnTo>
                <a:lnTo>
                  <a:pt x="1002858" y="96256"/>
                </a:lnTo>
                <a:lnTo>
                  <a:pt x="1003559" y="97190"/>
                </a:lnTo>
                <a:lnTo>
                  <a:pt x="1004318" y="98064"/>
                </a:lnTo>
                <a:lnTo>
                  <a:pt x="1005133" y="98876"/>
                </a:lnTo>
                <a:lnTo>
                  <a:pt x="1006004" y="99626"/>
                </a:lnTo>
                <a:lnTo>
                  <a:pt x="1006928" y="100311"/>
                </a:lnTo>
                <a:lnTo>
                  <a:pt x="1007905" y="100931"/>
                </a:lnTo>
                <a:lnTo>
                  <a:pt x="1008932" y="101483"/>
                </a:lnTo>
                <a:lnTo>
                  <a:pt x="1010009" y="101966"/>
                </a:lnTo>
                <a:lnTo>
                  <a:pt x="1011133" y="102380"/>
                </a:lnTo>
                <a:lnTo>
                  <a:pt x="1012304" y="102721"/>
                </a:lnTo>
                <a:lnTo>
                  <a:pt x="1013520" y="102989"/>
                </a:lnTo>
                <a:lnTo>
                  <a:pt x="1014778" y="103182"/>
                </a:lnTo>
                <a:lnTo>
                  <a:pt x="1016079" y="103299"/>
                </a:lnTo>
                <a:lnTo>
                  <a:pt x="1017420" y="103339"/>
                </a:lnTo>
                <a:lnTo>
                  <a:pt x="1018111" y="103326"/>
                </a:lnTo>
                <a:lnTo>
                  <a:pt x="1018805" y="103289"/>
                </a:lnTo>
                <a:lnTo>
                  <a:pt x="1019499" y="103228"/>
                </a:lnTo>
                <a:lnTo>
                  <a:pt x="1020194" y="103143"/>
                </a:lnTo>
                <a:lnTo>
                  <a:pt x="1020889" y="103035"/>
                </a:lnTo>
                <a:lnTo>
                  <a:pt x="1021582" y="102903"/>
                </a:lnTo>
                <a:lnTo>
                  <a:pt x="1022272" y="102748"/>
                </a:lnTo>
                <a:lnTo>
                  <a:pt x="1022960" y="102571"/>
                </a:lnTo>
                <a:lnTo>
                  <a:pt x="1023643" y="102371"/>
                </a:lnTo>
                <a:lnTo>
                  <a:pt x="1024322" y="102150"/>
                </a:lnTo>
                <a:lnTo>
                  <a:pt x="1024994" y="101907"/>
                </a:lnTo>
                <a:lnTo>
                  <a:pt x="1025659" y="101642"/>
                </a:lnTo>
                <a:lnTo>
                  <a:pt x="1026317" y="101357"/>
                </a:lnTo>
                <a:lnTo>
                  <a:pt x="1026966" y="101051"/>
                </a:lnTo>
                <a:lnTo>
                  <a:pt x="1027606" y="100724"/>
                </a:lnTo>
                <a:lnTo>
                  <a:pt x="1028235" y="100378"/>
                </a:lnTo>
                <a:lnTo>
                  <a:pt x="1028852" y="100012"/>
                </a:lnTo>
                <a:lnTo>
                  <a:pt x="1029458" y="99627"/>
                </a:lnTo>
                <a:lnTo>
                  <a:pt x="1030050" y="99222"/>
                </a:lnTo>
                <a:lnTo>
                  <a:pt x="1030628" y="98799"/>
                </a:lnTo>
                <a:lnTo>
                  <a:pt x="1031191" y="98358"/>
                </a:lnTo>
                <a:lnTo>
                  <a:pt x="1031738" y="97899"/>
                </a:lnTo>
                <a:lnTo>
                  <a:pt x="1032268" y="97421"/>
                </a:lnTo>
                <a:lnTo>
                  <a:pt x="1032781" y="96927"/>
                </a:lnTo>
                <a:lnTo>
                  <a:pt x="1039193" y="90515"/>
                </a:lnTo>
                <a:lnTo>
                  <a:pt x="1039193" y="102890"/>
                </a:lnTo>
                <a:lnTo>
                  <a:pt x="1039789" y="103189"/>
                </a:lnTo>
                <a:lnTo>
                  <a:pt x="1040710" y="102823"/>
                </a:lnTo>
                <a:lnTo>
                  <a:pt x="1041612" y="102470"/>
                </a:lnTo>
                <a:lnTo>
                  <a:pt x="1042496" y="102130"/>
                </a:lnTo>
                <a:lnTo>
                  <a:pt x="1043363" y="101802"/>
                </a:lnTo>
                <a:lnTo>
                  <a:pt x="1044216" y="101484"/>
                </a:lnTo>
                <a:lnTo>
                  <a:pt x="1045057" y="101176"/>
                </a:lnTo>
                <a:lnTo>
                  <a:pt x="1045887" y="100878"/>
                </a:lnTo>
                <a:lnTo>
                  <a:pt x="1046709" y="100588"/>
                </a:lnTo>
                <a:lnTo>
                  <a:pt x="1047524" y="100306"/>
                </a:lnTo>
                <a:lnTo>
                  <a:pt x="1048334" y="100031"/>
                </a:lnTo>
                <a:lnTo>
                  <a:pt x="1049141" y="99762"/>
                </a:lnTo>
                <a:lnTo>
                  <a:pt x="1049947" y="99499"/>
                </a:lnTo>
                <a:lnTo>
                  <a:pt x="1050754" y="99240"/>
                </a:lnTo>
                <a:lnTo>
                  <a:pt x="1051564" y="98985"/>
                </a:lnTo>
                <a:lnTo>
                  <a:pt x="1052378" y="98734"/>
                </a:lnTo>
                <a:lnTo>
                  <a:pt x="1053198" y="98484"/>
                </a:lnTo>
                <a:lnTo>
                  <a:pt x="1054027" y="98236"/>
                </a:lnTo>
                <a:lnTo>
                  <a:pt x="1054865" y="97989"/>
                </a:lnTo>
                <a:lnTo>
                  <a:pt x="1055716" y="97742"/>
                </a:lnTo>
                <a:lnTo>
                  <a:pt x="1056581" y="97494"/>
                </a:lnTo>
                <a:lnTo>
                  <a:pt x="1057462" y="97244"/>
                </a:lnTo>
                <a:lnTo>
                  <a:pt x="1058360" y="96992"/>
                </a:lnTo>
                <a:lnTo>
                  <a:pt x="1059278" y="96737"/>
                </a:lnTo>
                <a:lnTo>
                  <a:pt x="1060217" y="96479"/>
                </a:lnTo>
                <a:lnTo>
                  <a:pt x="1060217" y="94392"/>
                </a:lnTo>
                <a:lnTo>
                  <a:pt x="1059473" y="94392"/>
                </a:lnTo>
                <a:lnTo>
                  <a:pt x="1058591" y="94350"/>
                </a:lnTo>
                <a:lnTo>
                  <a:pt x="1057773" y="94296"/>
                </a:lnTo>
                <a:lnTo>
                  <a:pt x="1057015" y="94229"/>
                </a:lnTo>
                <a:lnTo>
                  <a:pt x="1056316" y="94146"/>
                </a:lnTo>
                <a:close/>
                <a:moveTo>
                  <a:pt x="1391961" y="131389"/>
                </a:moveTo>
                <a:lnTo>
                  <a:pt x="1390885" y="131304"/>
                </a:lnTo>
                <a:lnTo>
                  <a:pt x="1389893" y="131193"/>
                </a:lnTo>
                <a:lnTo>
                  <a:pt x="1388982" y="131053"/>
                </a:lnTo>
                <a:lnTo>
                  <a:pt x="1388149" y="130882"/>
                </a:lnTo>
                <a:lnTo>
                  <a:pt x="1387390" y="130676"/>
                </a:lnTo>
                <a:lnTo>
                  <a:pt x="1386702" y="130434"/>
                </a:lnTo>
                <a:lnTo>
                  <a:pt x="1386082" y="130151"/>
                </a:lnTo>
                <a:lnTo>
                  <a:pt x="1385526" y="129825"/>
                </a:lnTo>
                <a:lnTo>
                  <a:pt x="1385030" y="129452"/>
                </a:lnTo>
                <a:lnTo>
                  <a:pt x="1384592" y="129031"/>
                </a:lnTo>
                <a:lnTo>
                  <a:pt x="1384209" y="128558"/>
                </a:lnTo>
                <a:lnTo>
                  <a:pt x="1383876" y="128031"/>
                </a:lnTo>
                <a:lnTo>
                  <a:pt x="1383590" y="127445"/>
                </a:lnTo>
                <a:lnTo>
                  <a:pt x="1383349" y="126799"/>
                </a:lnTo>
                <a:lnTo>
                  <a:pt x="1383148" y="126090"/>
                </a:lnTo>
                <a:lnTo>
                  <a:pt x="1382984" y="125314"/>
                </a:lnTo>
                <a:lnTo>
                  <a:pt x="1382854" y="124469"/>
                </a:lnTo>
                <a:lnTo>
                  <a:pt x="1382755" y="123552"/>
                </a:lnTo>
                <a:lnTo>
                  <a:pt x="1382683" y="122560"/>
                </a:lnTo>
                <a:lnTo>
                  <a:pt x="1382635" y="121489"/>
                </a:lnTo>
                <a:lnTo>
                  <a:pt x="1382608" y="120338"/>
                </a:lnTo>
                <a:lnTo>
                  <a:pt x="1382608" y="96927"/>
                </a:lnTo>
                <a:lnTo>
                  <a:pt x="1383269" y="97524"/>
                </a:lnTo>
                <a:lnTo>
                  <a:pt x="1383912" y="98086"/>
                </a:lnTo>
                <a:lnTo>
                  <a:pt x="1384539" y="98615"/>
                </a:lnTo>
                <a:lnTo>
                  <a:pt x="1385152" y="99110"/>
                </a:lnTo>
                <a:lnTo>
                  <a:pt x="1385753" y="99573"/>
                </a:lnTo>
                <a:lnTo>
                  <a:pt x="1386344" y="100004"/>
                </a:lnTo>
                <a:lnTo>
                  <a:pt x="1386928" y="100405"/>
                </a:lnTo>
                <a:lnTo>
                  <a:pt x="1387506" y="100775"/>
                </a:lnTo>
                <a:lnTo>
                  <a:pt x="1388080" y="101117"/>
                </a:lnTo>
                <a:lnTo>
                  <a:pt x="1388653" y="101431"/>
                </a:lnTo>
                <a:lnTo>
                  <a:pt x="1389226" y="101718"/>
                </a:lnTo>
                <a:lnTo>
                  <a:pt x="1389802" y="101977"/>
                </a:lnTo>
                <a:lnTo>
                  <a:pt x="1390382" y="102212"/>
                </a:lnTo>
                <a:lnTo>
                  <a:pt x="1390969" y="102421"/>
                </a:lnTo>
                <a:lnTo>
                  <a:pt x="1391565" y="102607"/>
                </a:lnTo>
                <a:lnTo>
                  <a:pt x="1392172" y="102770"/>
                </a:lnTo>
                <a:lnTo>
                  <a:pt x="1392792" y="102910"/>
                </a:lnTo>
                <a:lnTo>
                  <a:pt x="1393427" y="103029"/>
                </a:lnTo>
                <a:lnTo>
                  <a:pt x="1394079" y="103127"/>
                </a:lnTo>
                <a:lnTo>
                  <a:pt x="1394750" y="103205"/>
                </a:lnTo>
                <a:lnTo>
                  <a:pt x="1395443" y="103265"/>
                </a:lnTo>
                <a:lnTo>
                  <a:pt x="1396158" y="103306"/>
                </a:lnTo>
                <a:lnTo>
                  <a:pt x="1396900" y="103331"/>
                </a:lnTo>
                <a:lnTo>
                  <a:pt x="1397668" y="103339"/>
                </a:lnTo>
                <a:lnTo>
                  <a:pt x="1399864" y="103253"/>
                </a:lnTo>
                <a:lnTo>
                  <a:pt x="1402012" y="102998"/>
                </a:lnTo>
                <a:lnTo>
                  <a:pt x="1404108" y="102579"/>
                </a:lnTo>
                <a:lnTo>
                  <a:pt x="1406149" y="102001"/>
                </a:lnTo>
                <a:lnTo>
                  <a:pt x="1408130" y="101271"/>
                </a:lnTo>
                <a:lnTo>
                  <a:pt x="1410047" y="100391"/>
                </a:lnTo>
                <a:lnTo>
                  <a:pt x="1411896" y="99369"/>
                </a:lnTo>
                <a:lnTo>
                  <a:pt x="1413673" y="98208"/>
                </a:lnTo>
                <a:lnTo>
                  <a:pt x="1415374" y="96914"/>
                </a:lnTo>
                <a:lnTo>
                  <a:pt x="1416995" y="95492"/>
                </a:lnTo>
                <a:lnTo>
                  <a:pt x="1418531" y="93948"/>
                </a:lnTo>
                <a:lnTo>
                  <a:pt x="1419979" y="92285"/>
                </a:lnTo>
                <a:lnTo>
                  <a:pt x="1421335" y="90510"/>
                </a:lnTo>
                <a:lnTo>
                  <a:pt x="1422594" y="88628"/>
                </a:lnTo>
                <a:lnTo>
                  <a:pt x="1423752" y="86643"/>
                </a:lnTo>
                <a:lnTo>
                  <a:pt x="1424806" y="84561"/>
                </a:lnTo>
                <a:lnTo>
                  <a:pt x="1425752" y="82387"/>
                </a:lnTo>
                <a:lnTo>
                  <a:pt x="1426584" y="80125"/>
                </a:lnTo>
                <a:lnTo>
                  <a:pt x="1427299" y="77782"/>
                </a:lnTo>
                <a:lnTo>
                  <a:pt x="1427894" y="75362"/>
                </a:lnTo>
                <a:lnTo>
                  <a:pt x="1428364" y="72870"/>
                </a:lnTo>
                <a:lnTo>
                  <a:pt x="1428704" y="70312"/>
                </a:lnTo>
                <a:lnTo>
                  <a:pt x="1428911" y="67692"/>
                </a:lnTo>
                <a:lnTo>
                  <a:pt x="1428981" y="65015"/>
                </a:lnTo>
                <a:lnTo>
                  <a:pt x="1428927" y="62732"/>
                </a:lnTo>
                <a:lnTo>
                  <a:pt x="1428767" y="60506"/>
                </a:lnTo>
                <a:lnTo>
                  <a:pt x="1428504" y="58342"/>
                </a:lnTo>
                <a:lnTo>
                  <a:pt x="1428141" y="56243"/>
                </a:lnTo>
                <a:lnTo>
                  <a:pt x="1427680" y="54212"/>
                </a:lnTo>
                <a:lnTo>
                  <a:pt x="1427124" y="52252"/>
                </a:lnTo>
                <a:lnTo>
                  <a:pt x="1426477" y="50368"/>
                </a:lnTo>
                <a:lnTo>
                  <a:pt x="1425740" y="48563"/>
                </a:lnTo>
                <a:lnTo>
                  <a:pt x="1424916" y="46841"/>
                </a:lnTo>
                <a:lnTo>
                  <a:pt x="1424009" y="45204"/>
                </a:lnTo>
                <a:lnTo>
                  <a:pt x="1423021" y="43656"/>
                </a:lnTo>
                <a:lnTo>
                  <a:pt x="1421955" y="42201"/>
                </a:lnTo>
                <a:lnTo>
                  <a:pt x="1420813" y="40843"/>
                </a:lnTo>
                <a:lnTo>
                  <a:pt x="1419599" y="39584"/>
                </a:lnTo>
                <a:lnTo>
                  <a:pt x="1418315" y="38428"/>
                </a:lnTo>
                <a:lnTo>
                  <a:pt x="1416964" y="37380"/>
                </a:lnTo>
                <a:lnTo>
                  <a:pt x="1415549" y="36441"/>
                </a:lnTo>
                <a:lnTo>
                  <a:pt x="1414073" y="35617"/>
                </a:lnTo>
                <a:lnTo>
                  <a:pt x="1412538" y="34909"/>
                </a:lnTo>
                <a:lnTo>
                  <a:pt x="1410947" y="34323"/>
                </a:lnTo>
                <a:lnTo>
                  <a:pt x="1409303" y="33860"/>
                </a:lnTo>
                <a:lnTo>
                  <a:pt x="1407608" y="33526"/>
                </a:lnTo>
                <a:lnTo>
                  <a:pt x="1405867" y="33323"/>
                </a:lnTo>
                <a:lnTo>
                  <a:pt x="1404080" y="33254"/>
                </a:lnTo>
                <a:lnTo>
                  <a:pt x="1403045" y="33273"/>
                </a:lnTo>
                <a:lnTo>
                  <a:pt x="1402029" y="33329"/>
                </a:lnTo>
                <a:lnTo>
                  <a:pt x="1401029" y="33424"/>
                </a:lnTo>
                <a:lnTo>
                  <a:pt x="1400046" y="33557"/>
                </a:lnTo>
                <a:lnTo>
                  <a:pt x="1399078" y="33729"/>
                </a:lnTo>
                <a:lnTo>
                  <a:pt x="1398125" y="33941"/>
                </a:lnTo>
                <a:lnTo>
                  <a:pt x="1397185" y="34193"/>
                </a:lnTo>
                <a:lnTo>
                  <a:pt x="1396259" y="34486"/>
                </a:lnTo>
                <a:lnTo>
                  <a:pt x="1395346" y="34819"/>
                </a:lnTo>
                <a:lnTo>
                  <a:pt x="1394444" y="35193"/>
                </a:lnTo>
                <a:lnTo>
                  <a:pt x="1393553" y="35610"/>
                </a:lnTo>
                <a:lnTo>
                  <a:pt x="1392672" y="36069"/>
                </a:lnTo>
                <a:lnTo>
                  <a:pt x="1391801" y="36570"/>
                </a:lnTo>
                <a:lnTo>
                  <a:pt x="1390938" y="37114"/>
                </a:lnTo>
                <a:lnTo>
                  <a:pt x="1390083" y="37703"/>
                </a:lnTo>
                <a:lnTo>
                  <a:pt x="1389234" y="38335"/>
                </a:lnTo>
                <a:lnTo>
                  <a:pt x="1388392" y="39012"/>
                </a:lnTo>
                <a:lnTo>
                  <a:pt x="1387556" y="39733"/>
                </a:lnTo>
                <a:lnTo>
                  <a:pt x="1386724" y="40500"/>
                </a:lnTo>
                <a:lnTo>
                  <a:pt x="1385896" y="41313"/>
                </a:lnTo>
                <a:lnTo>
                  <a:pt x="1385071" y="42173"/>
                </a:lnTo>
                <a:lnTo>
                  <a:pt x="1384249" y="43079"/>
                </a:lnTo>
                <a:lnTo>
                  <a:pt x="1383428" y="44032"/>
                </a:lnTo>
                <a:lnTo>
                  <a:pt x="1382608" y="45033"/>
                </a:lnTo>
                <a:lnTo>
                  <a:pt x="1382608" y="33552"/>
                </a:lnTo>
                <a:lnTo>
                  <a:pt x="1381713" y="33254"/>
                </a:lnTo>
                <a:lnTo>
                  <a:pt x="1380721" y="33639"/>
                </a:lnTo>
                <a:lnTo>
                  <a:pt x="1379756" y="34013"/>
                </a:lnTo>
                <a:lnTo>
                  <a:pt x="1378815" y="34376"/>
                </a:lnTo>
                <a:lnTo>
                  <a:pt x="1377896" y="34728"/>
                </a:lnTo>
                <a:lnTo>
                  <a:pt x="1376997" y="35072"/>
                </a:lnTo>
                <a:lnTo>
                  <a:pt x="1376114" y="35406"/>
                </a:lnTo>
                <a:lnTo>
                  <a:pt x="1375246" y="35734"/>
                </a:lnTo>
                <a:lnTo>
                  <a:pt x="1374390" y="36054"/>
                </a:lnTo>
                <a:lnTo>
                  <a:pt x="1373543" y="36367"/>
                </a:lnTo>
                <a:lnTo>
                  <a:pt x="1372703" y="36676"/>
                </a:lnTo>
                <a:lnTo>
                  <a:pt x="1371867" y="36980"/>
                </a:lnTo>
                <a:lnTo>
                  <a:pt x="1371033" y="37280"/>
                </a:lnTo>
                <a:lnTo>
                  <a:pt x="1370197" y="37576"/>
                </a:lnTo>
                <a:lnTo>
                  <a:pt x="1369359" y="37871"/>
                </a:lnTo>
                <a:lnTo>
                  <a:pt x="1368515" y="38164"/>
                </a:lnTo>
                <a:lnTo>
                  <a:pt x="1367663" y="38456"/>
                </a:lnTo>
                <a:lnTo>
                  <a:pt x="1366799" y="38748"/>
                </a:lnTo>
                <a:lnTo>
                  <a:pt x="1365922" y="39041"/>
                </a:lnTo>
                <a:lnTo>
                  <a:pt x="1365030" y="39335"/>
                </a:lnTo>
                <a:lnTo>
                  <a:pt x="1364119" y="39632"/>
                </a:lnTo>
                <a:lnTo>
                  <a:pt x="1363186" y="39932"/>
                </a:lnTo>
                <a:lnTo>
                  <a:pt x="1362231" y="40236"/>
                </a:lnTo>
                <a:lnTo>
                  <a:pt x="1361249" y="40544"/>
                </a:lnTo>
                <a:lnTo>
                  <a:pt x="1360239" y="40858"/>
                </a:lnTo>
                <a:lnTo>
                  <a:pt x="1360239" y="43245"/>
                </a:lnTo>
                <a:lnTo>
                  <a:pt x="1360404" y="43227"/>
                </a:lnTo>
                <a:lnTo>
                  <a:pt x="1360566" y="43210"/>
                </a:lnTo>
                <a:lnTo>
                  <a:pt x="1360723" y="43195"/>
                </a:lnTo>
                <a:lnTo>
                  <a:pt x="1360878" y="43182"/>
                </a:lnTo>
                <a:lnTo>
                  <a:pt x="1361029" y="43169"/>
                </a:lnTo>
                <a:lnTo>
                  <a:pt x="1361178" y="43158"/>
                </a:lnTo>
                <a:lnTo>
                  <a:pt x="1361325" y="43148"/>
                </a:lnTo>
                <a:lnTo>
                  <a:pt x="1361471" y="43139"/>
                </a:lnTo>
                <a:lnTo>
                  <a:pt x="1361615" y="43131"/>
                </a:lnTo>
                <a:lnTo>
                  <a:pt x="1361759" y="43125"/>
                </a:lnTo>
                <a:lnTo>
                  <a:pt x="1361903" y="43119"/>
                </a:lnTo>
                <a:lnTo>
                  <a:pt x="1362047" y="43114"/>
                </a:lnTo>
                <a:lnTo>
                  <a:pt x="1362192" y="43109"/>
                </a:lnTo>
                <a:lnTo>
                  <a:pt x="1362338" y="43106"/>
                </a:lnTo>
                <a:lnTo>
                  <a:pt x="1362486" y="43103"/>
                </a:lnTo>
                <a:lnTo>
                  <a:pt x="1362636" y="43100"/>
                </a:lnTo>
                <a:lnTo>
                  <a:pt x="1362789" y="43098"/>
                </a:lnTo>
                <a:lnTo>
                  <a:pt x="1362945" y="43097"/>
                </a:lnTo>
                <a:lnTo>
                  <a:pt x="1363104" y="43096"/>
                </a:lnTo>
                <a:lnTo>
                  <a:pt x="1363267" y="43095"/>
                </a:lnTo>
                <a:lnTo>
                  <a:pt x="1363434" y="43095"/>
                </a:lnTo>
                <a:lnTo>
                  <a:pt x="1363607" y="43095"/>
                </a:lnTo>
                <a:lnTo>
                  <a:pt x="1363785" y="43095"/>
                </a:lnTo>
                <a:lnTo>
                  <a:pt x="1363968" y="43095"/>
                </a:lnTo>
                <a:lnTo>
                  <a:pt x="1364581" y="43103"/>
                </a:lnTo>
                <a:lnTo>
                  <a:pt x="1365153" y="43128"/>
                </a:lnTo>
                <a:lnTo>
                  <a:pt x="1365686" y="43173"/>
                </a:lnTo>
                <a:lnTo>
                  <a:pt x="1366181" y="43238"/>
                </a:lnTo>
                <a:lnTo>
                  <a:pt x="1366639" y="43325"/>
                </a:lnTo>
                <a:lnTo>
                  <a:pt x="1367062" y="43437"/>
                </a:lnTo>
                <a:lnTo>
                  <a:pt x="1367451" y="43576"/>
                </a:lnTo>
                <a:lnTo>
                  <a:pt x="1367806" y="43741"/>
                </a:lnTo>
                <a:lnTo>
                  <a:pt x="1368130" y="43937"/>
                </a:lnTo>
                <a:lnTo>
                  <a:pt x="1368424" y="44163"/>
                </a:lnTo>
                <a:lnTo>
                  <a:pt x="1368689" y="44423"/>
                </a:lnTo>
                <a:lnTo>
                  <a:pt x="1368926" y="44717"/>
                </a:lnTo>
                <a:lnTo>
                  <a:pt x="1369137" y="45048"/>
                </a:lnTo>
                <a:lnTo>
                  <a:pt x="1369322" y="45417"/>
                </a:lnTo>
                <a:lnTo>
                  <a:pt x="1369484" y="45826"/>
                </a:lnTo>
                <a:lnTo>
                  <a:pt x="1369623" y="46277"/>
                </a:lnTo>
                <a:lnTo>
                  <a:pt x="1369741" y="46771"/>
                </a:lnTo>
                <a:lnTo>
                  <a:pt x="1369840" y="47311"/>
                </a:lnTo>
                <a:lnTo>
                  <a:pt x="1369919" y="47897"/>
                </a:lnTo>
                <a:lnTo>
                  <a:pt x="1369981" y="48532"/>
                </a:lnTo>
                <a:lnTo>
                  <a:pt x="1370027" y="49218"/>
                </a:lnTo>
                <a:lnTo>
                  <a:pt x="1370059" y="49956"/>
                </a:lnTo>
                <a:lnTo>
                  <a:pt x="1370076" y="50748"/>
                </a:lnTo>
                <a:lnTo>
                  <a:pt x="1370082" y="51595"/>
                </a:lnTo>
                <a:lnTo>
                  <a:pt x="1370082" y="121382"/>
                </a:lnTo>
                <a:lnTo>
                  <a:pt x="1370073" y="122337"/>
                </a:lnTo>
                <a:lnTo>
                  <a:pt x="1370045" y="123227"/>
                </a:lnTo>
                <a:lnTo>
                  <a:pt x="1369994" y="124056"/>
                </a:lnTo>
                <a:lnTo>
                  <a:pt x="1369920" y="124826"/>
                </a:lnTo>
                <a:lnTo>
                  <a:pt x="1369818" y="125539"/>
                </a:lnTo>
                <a:lnTo>
                  <a:pt x="1369688" y="126198"/>
                </a:lnTo>
                <a:lnTo>
                  <a:pt x="1369526" y="126805"/>
                </a:lnTo>
                <a:lnTo>
                  <a:pt x="1369331" y="127363"/>
                </a:lnTo>
                <a:lnTo>
                  <a:pt x="1369099" y="127874"/>
                </a:lnTo>
                <a:lnTo>
                  <a:pt x="1368828" y="128342"/>
                </a:lnTo>
                <a:lnTo>
                  <a:pt x="1368517" y="128768"/>
                </a:lnTo>
                <a:lnTo>
                  <a:pt x="1368162" y="129155"/>
                </a:lnTo>
                <a:lnTo>
                  <a:pt x="1367761" y="129505"/>
                </a:lnTo>
                <a:lnTo>
                  <a:pt x="1367312" y="129821"/>
                </a:lnTo>
                <a:lnTo>
                  <a:pt x="1366812" y="130106"/>
                </a:lnTo>
                <a:lnTo>
                  <a:pt x="1366260" y="130362"/>
                </a:lnTo>
                <a:lnTo>
                  <a:pt x="1365652" y="130592"/>
                </a:lnTo>
                <a:lnTo>
                  <a:pt x="1364986" y="130797"/>
                </a:lnTo>
                <a:lnTo>
                  <a:pt x="1364260" y="130982"/>
                </a:lnTo>
                <a:lnTo>
                  <a:pt x="1363471" y="131147"/>
                </a:lnTo>
                <a:lnTo>
                  <a:pt x="1362618" y="131296"/>
                </a:lnTo>
                <a:lnTo>
                  <a:pt x="1361697" y="131432"/>
                </a:lnTo>
                <a:lnTo>
                  <a:pt x="1360706" y="131556"/>
                </a:lnTo>
                <a:lnTo>
                  <a:pt x="1359643" y="131671"/>
                </a:lnTo>
                <a:lnTo>
                  <a:pt x="1359643" y="134206"/>
                </a:lnTo>
                <a:lnTo>
                  <a:pt x="1395730" y="134206"/>
                </a:lnTo>
                <a:lnTo>
                  <a:pt x="1395730" y="131521"/>
                </a:lnTo>
                <a:lnTo>
                  <a:pt x="1394380" y="131495"/>
                </a:lnTo>
                <a:lnTo>
                  <a:pt x="1393125" y="131452"/>
                </a:lnTo>
                <a:lnTo>
                  <a:pt x="1391961" y="131389"/>
                </a:lnTo>
                <a:close/>
                <a:moveTo>
                  <a:pt x="1383606" y="49186"/>
                </a:moveTo>
                <a:lnTo>
                  <a:pt x="1384020" y="48617"/>
                </a:lnTo>
                <a:lnTo>
                  <a:pt x="1384495" y="48054"/>
                </a:lnTo>
                <a:lnTo>
                  <a:pt x="1385027" y="47502"/>
                </a:lnTo>
                <a:lnTo>
                  <a:pt x="1385611" y="46962"/>
                </a:lnTo>
                <a:lnTo>
                  <a:pt x="1386245" y="46437"/>
                </a:lnTo>
                <a:lnTo>
                  <a:pt x="1386923" y="45930"/>
                </a:lnTo>
                <a:lnTo>
                  <a:pt x="1387640" y="45443"/>
                </a:lnTo>
                <a:lnTo>
                  <a:pt x="1388394" y="44980"/>
                </a:lnTo>
                <a:lnTo>
                  <a:pt x="1389178" y="44543"/>
                </a:lnTo>
                <a:lnTo>
                  <a:pt x="1389990" y="44135"/>
                </a:lnTo>
                <a:lnTo>
                  <a:pt x="1390825" y="43758"/>
                </a:lnTo>
                <a:lnTo>
                  <a:pt x="1391679" y="43415"/>
                </a:lnTo>
                <a:lnTo>
                  <a:pt x="1392547" y="43109"/>
                </a:lnTo>
                <a:lnTo>
                  <a:pt x="1393424" y="42843"/>
                </a:lnTo>
                <a:lnTo>
                  <a:pt x="1394308" y="42619"/>
                </a:lnTo>
                <a:lnTo>
                  <a:pt x="1395194" y="42440"/>
                </a:lnTo>
                <a:lnTo>
                  <a:pt x="1396076" y="42309"/>
                </a:lnTo>
                <a:lnTo>
                  <a:pt x="1396952" y="42228"/>
                </a:lnTo>
                <a:lnTo>
                  <a:pt x="1397816" y="42201"/>
                </a:lnTo>
                <a:lnTo>
                  <a:pt x="1399176" y="42259"/>
                </a:lnTo>
                <a:lnTo>
                  <a:pt x="1400495" y="42434"/>
                </a:lnTo>
                <a:lnTo>
                  <a:pt x="1401772" y="42722"/>
                </a:lnTo>
                <a:lnTo>
                  <a:pt x="1403006" y="43121"/>
                </a:lnTo>
                <a:lnTo>
                  <a:pt x="1404195" y="43629"/>
                </a:lnTo>
                <a:lnTo>
                  <a:pt x="1405337" y="44244"/>
                </a:lnTo>
                <a:lnTo>
                  <a:pt x="1406431" y="44963"/>
                </a:lnTo>
                <a:lnTo>
                  <a:pt x="1407476" y="45785"/>
                </a:lnTo>
                <a:lnTo>
                  <a:pt x="1408469" y="46707"/>
                </a:lnTo>
                <a:lnTo>
                  <a:pt x="1409409" y="47726"/>
                </a:lnTo>
                <a:lnTo>
                  <a:pt x="1410295" y="48840"/>
                </a:lnTo>
                <a:lnTo>
                  <a:pt x="1411125" y="50048"/>
                </a:lnTo>
                <a:lnTo>
                  <a:pt x="1411897" y="51347"/>
                </a:lnTo>
                <a:lnTo>
                  <a:pt x="1412611" y="52734"/>
                </a:lnTo>
                <a:lnTo>
                  <a:pt x="1413264" y="54208"/>
                </a:lnTo>
                <a:lnTo>
                  <a:pt x="1413855" y="55765"/>
                </a:lnTo>
                <a:lnTo>
                  <a:pt x="1414382" y="57405"/>
                </a:lnTo>
                <a:lnTo>
                  <a:pt x="1414843" y="59124"/>
                </a:lnTo>
                <a:lnTo>
                  <a:pt x="1415238" y="60920"/>
                </a:lnTo>
                <a:lnTo>
                  <a:pt x="1415565" y="62791"/>
                </a:lnTo>
                <a:lnTo>
                  <a:pt x="1415822" y="64735"/>
                </a:lnTo>
                <a:lnTo>
                  <a:pt x="1416007" y="66750"/>
                </a:lnTo>
                <a:lnTo>
                  <a:pt x="1416120" y="68833"/>
                </a:lnTo>
                <a:lnTo>
                  <a:pt x="1416157" y="70981"/>
                </a:lnTo>
                <a:lnTo>
                  <a:pt x="1416120" y="73004"/>
                </a:lnTo>
                <a:lnTo>
                  <a:pt x="1416007" y="74969"/>
                </a:lnTo>
                <a:lnTo>
                  <a:pt x="1415823" y="76875"/>
                </a:lnTo>
                <a:lnTo>
                  <a:pt x="1415567" y="78719"/>
                </a:lnTo>
                <a:lnTo>
                  <a:pt x="1415241" y="80499"/>
                </a:lnTo>
                <a:lnTo>
                  <a:pt x="1414848" y="82211"/>
                </a:lnTo>
                <a:lnTo>
                  <a:pt x="1414389" y="83853"/>
                </a:lnTo>
                <a:lnTo>
                  <a:pt x="1413866" y="85422"/>
                </a:lnTo>
                <a:lnTo>
                  <a:pt x="1413280" y="86917"/>
                </a:lnTo>
                <a:lnTo>
                  <a:pt x="1412633" y="88334"/>
                </a:lnTo>
                <a:lnTo>
                  <a:pt x="1411926" y="89671"/>
                </a:lnTo>
                <a:lnTo>
                  <a:pt x="1411163" y="90924"/>
                </a:lnTo>
                <a:lnTo>
                  <a:pt x="1410343" y="92093"/>
                </a:lnTo>
                <a:lnTo>
                  <a:pt x="1409469" y="93173"/>
                </a:lnTo>
                <a:lnTo>
                  <a:pt x="1408542" y="94163"/>
                </a:lnTo>
                <a:lnTo>
                  <a:pt x="1407565" y="95060"/>
                </a:lnTo>
                <a:lnTo>
                  <a:pt x="1406538" y="95861"/>
                </a:lnTo>
                <a:lnTo>
                  <a:pt x="1405464" y="96563"/>
                </a:lnTo>
                <a:lnTo>
                  <a:pt x="1404344" y="97165"/>
                </a:lnTo>
                <a:lnTo>
                  <a:pt x="1403180" y="97663"/>
                </a:lnTo>
                <a:lnTo>
                  <a:pt x="1401974" y="98055"/>
                </a:lnTo>
                <a:lnTo>
                  <a:pt x="1400726" y="98338"/>
                </a:lnTo>
                <a:lnTo>
                  <a:pt x="1399440" y="98509"/>
                </a:lnTo>
                <a:lnTo>
                  <a:pt x="1398116" y="98567"/>
                </a:lnTo>
                <a:lnTo>
                  <a:pt x="1397233" y="98540"/>
                </a:lnTo>
                <a:lnTo>
                  <a:pt x="1396339" y="98459"/>
                </a:lnTo>
                <a:lnTo>
                  <a:pt x="1395437" y="98328"/>
                </a:lnTo>
                <a:lnTo>
                  <a:pt x="1394533" y="98149"/>
                </a:lnTo>
                <a:lnTo>
                  <a:pt x="1393631" y="97925"/>
                </a:lnTo>
                <a:lnTo>
                  <a:pt x="1392736" y="97658"/>
                </a:lnTo>
                <a:lnTo>
                  <a:pt x="1391850" y="97352"/>
                </a:lnTo>
                <a:lnTo>
                  <a:pt x="1390980" y="97009"/>
                </a:lnTo>
                <a:lnTo>
                  <a:pt x="1390129" y="96632"/>
                </a:lnTo>
                <a:lnTo>
                  <a:pt x="1389301" y="96224"/>
                </a:lnTo>
                <a:lnTo>
                  <a:pt x="1388501" y="95787"/>
                </a:lnTo>
                <a:lnTo>
                  <a:pt x="1387733" y="95323"/>
                </a:lnTo>
                <a:lnTo>
                  <a:pt x="1387002" y="94837"/>
                </a:lnTo>
                <a:lnTo>
                  <a:pt x="1386312" y="94329"/>
                </a:lnTo>
                <a:lnTo>
                  <a:pt x="1385666" y="93804"/>
                </a:lnTo>
                <a:lnTo>
                  <a:pt x="1385071" y="93264"/>
                </a:lnTo>
                <a:lnTo>
                  <a:pt x="1384529" y="92712"/>
                </a:lnTo>
                <a:lnTo>
                  <a:pt x="1384045" y="92149"/>
                </a:lnTo>
                <a:lnTo>
                  <a:pt x="1383624" y="91580"/>
                </a:lnTo>
                <a:lnTo>
                  <a:pt x="1383270" y="91007"/>
                </a:lnTo>
                <a:lnTo>
                  <a:pt x="1382987" y="90432"/>
                </a:lnTo>
                <a:lnTo>
                  <a:pt x="1382779" y="89858"/>
                </a:lnTo>
                <a:lnTo>
                  <a:pt x="1382651" y="89288"/>
                </a:lnTo>
                <a:lnTo>
                  <a:pt x="1382608" y="88724"/>
                </a:lnTo>
                <a:lnTo>
                  <a:pt x="1382608" y="52041"/>
                </a:lnTo>
                <a:lnTo>
                  <a:pt x="1382650" y="51478"/>
                </a:lnTo>
                <a:lnTo>
                  <a:pt x="1382776" y="50908"/>
                </a:lnTo>
                <a:lnTo>
                  <a:pt x="1382980" y="50334"/>
                </a:lnTo>
                <a:lnTo>
                  <a:pt x="1383258" y="49759"/>
                </a:lnTo>
                <a:lnTo>
                  <a:pt x="1383606" y="49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06897-F57C-43DE-91C5-98349C2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276" y="2040245"/>
            <a:ext cx="1547136" cy="429884"/>
          </a:xfrm>
          <a:custGeom xmlns:a="http://schemas.openxmlformats.org/drawingml/2006/main">
            <a:pathLst>
              <a:path w="1547136" h="429884" fill="none">
                <a:moveTo>
                  <a:pt x="0" y="429884"/>
                </a:moveTo>
                <a:lnTo>
                  <a:pt x="1547136" y="429884"/>
                </a:lnTo>
                <a:lnTo>
                  <a:pt x="1547136" y="0"/>
                </a:lnTo>
                <a:lnTo>
                  <a:pt x="0" y="0"/>
                </a:lnTo>
                <a:lnTo>
                  <a:pt x="0" y="429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52" name="Text Requestmessage">
            <a:extLst xmlns:a="http://schemas.openxmlformats.org/drawingml/2006/main">
              <a:ext uri="{FF2B5EF4-FFF2-40B4-BE49-F238E27FC236}">
                <a16:creationId xmlns:a16="http://schemas.microsoft.com/office/drawing/2014/main" id="{7C2271B6-C133-4A81-B203-CD1529B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28" y="2119586"/>
            <a:ext cx="1015890" cy="131024"/>
          </a:xfrm>
          <a:custGeom xmlns:a="http://schemas.openxmlformats.org/drawingml/2006/main">
            <a:pathLst>
              <a:path w="1015890" h="131024">
                <a:moveTo>
                  <a:pt x="95589" y="95736"/>
                </a:moveTo>
                <a:cubicBezTo>
                  <a:pt x="89929" y="95291"/>
                  <a:pt x="86953" y="93801"/>
                  <a:pt x="82634" y="88739"/>
                </a:cubicBezTo>
                <a:lnTo>
                  <a:pt x="51963" y="51068"/>
                </a:lnTo>
                <a:cubicBezTo>
                  <a:pt x="70872" y="47347"/>
                  <a:pt x="78913" y="39902"/>
                  <a:pt x="78913" y="26204"/>
                </a:cubicBezTo>
                <a:cubicBezTo>
                  <a:pt x="78913" y="19802"/>
                  <a:pt x="76977" y="14293"/>
                  <a:pt x="73106" y="9976"/>
                </a:cubicBezTo>
                <a:cubicBezTo>
                  <a:pt x="67446" y="3871"/>
                  <a:pt x="54939" y="0"/>
                  <a:pt x="41094" y="0"/>
                </a:cubicBezTo>
                <a:lnTo>
                  <a:pt x="0" y="0"/>
                </a:lnTo>
                <a:lnTo>
                  <a:pt x="0" y="2829"/>
                </a:lnTo>
                <a:cubicBezTo>
                  <a:pt x="11017" y="4019"/>
                  <a:pt x="12507" y="5359"/>
                  <a:pt x="12655" y="16228"/>
                </a:cubicBezTo>
                <a:lnTo>
                  <a:pt x="12655" y="80698"/>
                </a:lnTo>
                <a:cubicBezTo>
                  <a:pt x="12507" y="93355"/>
                  <a:pt x="11166" y="94843"/>
                  <a:pt x="0" y="95736"/>
                </a:cubicBezTo>
                <a:lnTo>
                  <a:pt x="0" y="98565"/>
                </a:lnTo>
                <a:lnTo>
                  <a:pt x="41242" y="98565"/>
                </a:lnTo>
                <a:lnTo>
                  <a:pt x="41242" y="95736"/>
                </a:lnTo>
                <a:cubicBezTo>
                  <a:pt x="29778" y="94993"/>
                  <a:pt x="27990" y="93205"/>
                  <a:pt x="27842" y="82336"/>
                </a:cubicBezTo>
                <a:lnTo>
                  <a:pt x="27842" y="53004"/>
                </a:lnTo>
                <a:lnTo>
                  <a:pt x="36180" y="52706"/>
                </a:lnTo>
                <a:lnTo>
                  <a:pt x="71615" y="98565"/>
                </a:lnTo>
                <a:lnTo>
                  <a:pt x="95589" y="98565"/>
                </a:lnTo>
                <a:lnTo>
                  <a:pt x="95589" y="95736"/>
                </a:lnTo>
                <a:moveTo>
                  <a:pt x="27842" y="10869"/>
                </a:moveTo>
                <a:cubicBezTo>
                  <a:pt x="27842" y="6700"/>
                  <a:pt x="29480" y="5507"/>
                  <a:pt x="35435" y="5507"/>
                </a:cubicBezTo>
                <a:cubicBezTo>
                  <a:pt x="54047" y="5507"/>
                  <a:pt x="62682" y="11909"/>
                  <a:pt x="62682" y="25907"/>
                </a:cubicBezTo>
                <a:cubicBezTo>
                  <a:pt x="62682" y="33352"/>
                  <a:pt x="59556" y="39604"/>
                  <a:pt x="54197" y="42433"/>
                </a:cubicBezTo>
                <a:cubicBezTo>
                  <a:pt x="47347" y="46304"/>
                  <a:pt x="42135" y="47199"/>
                  <a:pt x="27842" y="47497"/>
                </a:cubicBezTo>
                <a:lnTo>
                  <a:pt x="27842" y="10869"/>
                </a:lnTo>
                <a:close/>
                <a:moveTo>
                  <a:pt x="157527" y="74148"/>
                </a:moveTo>
                <a:cubicBezTo>
                  <a:pt x="150382" y="85463"/>
                  <a:pt x="143977" y="89782"/>
                  <a:pt x="134449" y="89782"/>
                </a:cubicBezTo>
                <a:cubicBezTo>
                  <a:pt x="125963" y="89782"/>
                  <a:pt x="119561" y="85463"/>
                  <a:pt x="115242" y="76977"/>
                </a:cubicBezTo>
                <a:cubicBezTo>
                  <a:pt x="112561" y="71318"/>
                  <a:pt x="111521" y="66553"/>
                  <a:pt x="111223" y="57323"/>
                </a:cubicBezTo>
                <a:lnTo>
                  <a:pt x="157082" y="57323"/>
                </a:lnTo>
                <a:cubicBezTo>
                  <a:pt x="155889" y="47644"/>
                  <a:pt x="154401" y="43328"/>
                  <a:pt x="150679" y="38561"/>
                </a:cubicBezTo>
                <a:cubicBezTo>
                  <a:pt x="146210" y="33202"/>
                  <a:pt x="139363" y="30076"/>
                  <a:pt x="131620" y="30076"/>
                </a:cubicBezTo>
                <a:cubicBezTo>
                  <a:pt x="124175" y="30076"/>
                  <a:pt x="117178" y="32756"/>
                  <a:pt x="111521" y="37818"/>
                </a:cubicBezTo>
                <a:cubicBezTo>
                  <a:pt x="104521" y="43923"/>
                  <a:pt x="100502" y="54494"/>
                  <a:pt x="100502" y="66703"/>
                </a:cubicBezTo>
                <a:cubicBezTo>
                  <a:pt x="100502" y="87251"/>
                  <a:pt x="111223" y="100055"/>
                  <a:pt x="128344" y="100055"/>
                </a:cubicBezTo>
                <a:cubicBezTo>
                  <a:pt x="142489" y="100055"/>
                  <a:pt x="153655" y="91270"/>
                  <a:pt x="159910" y="75189"/>
                </a:cubicBezTo>
                <a:lnTo>
                  <a:pt x="157527" y="74148"/>
                </a:lnTo>
                <a:moveTo>
                  <a:pt x="111521" y="52558"/>
                </a:moveTo>
                <a:cubicBezTo>
                  <a:pt x="113156" y="40944"/>
                  <a:pt x="118220" y="35435"/>
                  <a:pt x="127301" y="35435"/>
                </a:cubicBezTo>
                <a:cubicBezTo>
                  <a:pt x="136384" y="35435"/>
                  <a:pt x="139958" y="39604"/>
                  <a:pt x="141894" y="52558"/>
                </a:cubicBezTo>
                <a:lnTo>
                  <a:pt x="111521" y="52558"/>
                </a:lnTo>
                <a:close/>
                <a:moveTo>
                  <a:pt x="216489" y="35287"/>
                </a:moveTo>
                <a:cubicBezTo>
                  <a:pt x="209787" y="31416"/>
                  <a:pt x="205320" y="30076"/>
                  <a:pt x="199366" y="30076"/>
                </a:cubicBezTo>
                <a:cubicBezTo>
                  <a:pt x="180604" y="30076"/>
                  <a:pt x="166459" y="46602"/>
                  <a:pt x="166459" y="68192"/>
                </a:cubicBezTo>
                <a:cubicBezTo>
                  <a:pt x="166459" y="86803"/>
                  <a:pt x="176288" y="100055"/>
                  <a:pt x="190283" y="100055"/>
                </a:cubicBezTo>
                <a:cubicBezTo>
                  <a:pt x="198918" y="100055"/>
                  <a:pt x="207108" y="96184"/>
                  <a:pt x="213658" y="89036"/>
                </a:cubicBezTo>
                <a:lnTo>
                  <a:pt x="213658" y="117029"/>
                </a:lnTo>
                <a:cubicBezTo>
                  <a:pt x="213511" y="125367"/>
                  <a:pt x="210830" y="127750"/>
                  <a:pt x="200408" y="128345"/>
                </a:cubicBezTo>
                <a:lnTo>
                  <a:pt x="200408" y="130876"/>
                </a:lnTo>
                <a:lnTo>
                  <a:pt x="235546" y="130876"/>
                </a:lnTo>
                <a:lnTo>
                  <a:pt x="235546" y="128790"/>
                </a:lnTo>
                <a:cubicBezTo>
                  <a:pt x="227506" y="127005"/>
                  <a:pt x="226463" y="125962"/>
                  <a:pt x="226165" y="119559"/>
                </a:cubicBezTo>
                <a:lnTo>
                  <a:pt x="226165" y="30671"/>
                </a:lnTo>
                <a:lnTo>
                  <a:pt x="224527" y="30521"/>
                </a:lnTo>
                <a:lnTo>
                  <a:pt x="216489" y="35287"/>
                </a:lnTo>
                <a:moveTo>
                  <a:pt x="213658" y="79656"/>
                </a:moveTo>
                <a:cubicBezTo>
                  <a:pt x="213658" y="83229"/>
                  <a:pt x="213063" y="85165"/>
                  <a:pt x="211575" y="86505"/>
                </a:cubicBezTo>
                <a:cubicBezTo>
                  <a:pt x="208299" y="89186"/>
                  <a:pt x="203385" y="90972"/>
                  <a:pt x="198770" y="90972"/>
                </a:cubicBezTo>
                <a:cubicBezTo>
                  <a:pt x="194154" y="90972"/>
                  <a:pt x="190135" y="89484"/>
                  <a:pt x="187156" y="86655"/>
                </a:cubicBezTo>
                <a:cubicBezTo>
                  <a:pt x="182392" y="82189"/>
                  <a:pt x="179264" y="72658"/>
                  <a:pt x="179264" y="62682"/>
                </a:cubicBezTo>
                <a:cubicBezTo>
                  <a:pt x="179264" y="45113"/>
                  <a:pt x="187156" y="34245"/>
                  <a:pt x="199811" y="34245"/>
                </a:cubicBezTo>
                <a:cubicBezTo>
                  <a:pt x="209044" y="34245"/>
                  <a:pt x="213658" y="39159"/>
                  <a:pt x="213658" y="48985"/>
                </a:cubicBezTo>
                <a:lnTo>
                  <a:pt x="213658" y="79656"/>
                </a:lnTo>
                <a:close/>
                <a:moveTo>
                  <a:pt x="309397" y="91122"/>
                </a:moveTo>
                <a:lnTo>
                  <a:pt x="308654" y="91122"/>
                </a:lnTo>
                <a:cubicBezTo>
                  <a:pt x="301356" y="90824"/>
                  <a:pt x="300316" y="89632"/>
                  <a:pt x="300166" y="82634"/>
                </a:cubicBezTo>
                <a:lnTo>
                  <a:pt x="300166" y="31564"/>
                </a:lnTo>
                <a:lnTo>
                  <a:pt x="276640" y="31564"/>
                </a:lnTo>
                <a:lnTo>
                  <a:pt x="276640" y="34095"/>
                </a:lnTo>
                <a:cubicBezTo>
                  <a:pt x="285873" y="34542"/>
                  <a:pt x="287659" y="36030"/>
                  <a:pt x="287659" y="43475"/>
                </a:cubicBezTo>
                <a:lnTo>
                  <a:pt x="287659" y="78465"/>
                </a:lnTo>
                <a:cubicBezTo>
                  <a:pt x="287659" y="82634"/>
                  <a:pt x="286914" y="84720"/>
                  <a:pt x="284830" y="86358"/>
                </a:cubicBezTo>
                <a:cubicBezTo>
                  <a:pt x="280809" y="89632"/>
                  <a:pt x="276195" y="91420"/>
                  <a:pt x="271728" y="91420"/>
                </a:cubicBezTo>
                <a:cubicBezTo>
                  <a:pt x="265921" y="91420"/>
                  <a:pt x="261157" y="86358"/>
                  <a:pt x="261157" y="80103"/>
                </a:cubicBezTo>
                <a:lnTo>
                  <a:pt x="261157" y="31564"/>
                </a:lnTo>
                <a:lnTo>
                  <a:pt x="239417" y="31564"/>
                </a:lnTo>
                <a:lnTo>
                  <a:pt x="239417" y="33649"/>
                </a:lnTo>
                <a:cubicBezTo>
                  <a:pt x="246417" y="33947"/>
                  <a:pt x="248500" y="36030"/>
                  <a:pt x="248650" y="43178"/>
                </a:cubicBezTo>
                <a:lnTo>
                  <a:pt x="248650" y="80698"/>
                </a:lnTo>
                <a:cubicBezTo>
                  <a:pt x="248650" y="92462"/>
                  <a:pt x="255795" y="100055"/>
                  <a:pt x="266664" y="100055"/>
                </a:cubicBezTo>
                <a:cubicBezTo>
                  <a:pt x="272173" y="100055"/>
                  <a:pt x="277981" y="97672"/>
                  <a:pt x="282002" y="93653"/>
                </a:cubicBezTo>
                <a:lnTo>
                  <a:pt x="288404" y="87251"/>
                </a:lnTo>
                <a:lnTo>
                  <a:pt x="288404" y="99608"/>
                </a:lnTo>
                <a:lnTo>
                  <a:pt x="288999" y="99905"/>
                </a:lnTo>
                <a:cubicBezTo>
                  <a:pt x="296444" y="96929"/>
                  <a:pt x="301804" y="95291"/>
                  <a:pt x="309397" y="93205"/>
                </a:cubicBezTo>
                <a:lnTo>
                  <a:pt x="309397" y="91122"/>
                </a:lnTo>
                <a:close/>
                <a:moveTo>
                  <a:pt x="373717" y="74148"/>
                </a:moveTo>
                <a:cubicBezTo>
                  <a:pt x="366572" y="85463"/>
                  <a:pt x="360167" y="89782"/>
                  <a:pt x="350639" y="89782"/>
                </a:cubicBezTo>
                <a:cubicBezTo>
                  <a:pt x="342153" y="89782"/>
                  <a:pt x="335751" y="85463"/>
                  <a:pt x="331432" y="76977"/>
                </a:cubicBezTo>
                <a:cubicBezTo>
                  <a:pt x="328751" y="71318"/>
                  <a:pt x="327711" y="66553"/>
                  <a:pt x="327413" y="57323"/>
                </a:cubicBezTo>
                <a:lnTo>
                  <a:pt x="373272" y="57323"/>
                </a:lnTo>
                <a:cubicBezTo>
                  <a:pt x="372079" y="47644"/>
                  <a:pt x="370591" y="43328"/>
                  <a:pt x="366869" y="38561"/>
                </a:cubicBezTo>
                <a:cubicBezTo>
                  <a:pt x="362401" y="33202"/>
                  <a:pt x="355553" y="30076"/>
                  <a:pt x="347810" y="30076"/>
                </a:cubicBezTo>
                <a:cubicBezTo>
                  <a:pt x="340365" y="30076"/>
                  <a:pt x="333368" y="32756"/>
                  <a:pt x="327711" y="37818"/>
                </a:cubicBezTo>
                <a:cubicBezTo>
                  <a:pt x="320711" y="43923"/>
                  <a:pt x="316692" y="54494"/>
                  <a:pt x="316692" y="66703"/>
                </a:cubicBezTo>
                <a:cubicBezTo>
                  <a:pt x="316692" y="87251"/>
                  <a:pt x="327413" y="100055"/>
                  <a:pt x="344534" y="100055"/>
                </a:cubicBezTo>
                <a:cubicBezTo>
                  <a:pt x="358679" y="100055"/>
                  <a:pt x="369846" y="91270"/>
                  <a:pt x="376100" y="75189"/>
                </a:cubicBezTo>
                <a:lnTo>
                  <a:pt x="373717" y="74148"/>
                </a:lnTo>
                <a:moveTo>
                  <a:pt x="327711" y="52558"/>
                </a:moveTo>
                <a:cubicBezTo>
                  <a:pt x="329346" y="40944"/>
                  <a:pt x="334411" y="35435"/>
                  <a:pt x="343491" y="35435"/>
                </a:cubicBezTo>
                <a:cubicBezTo>
                  <a:pt x="352575" y="35435"/>
                  <a:pt x="356148" y="39604"/>
                  <a:pt x="358084" y="52558"/>
                </a:cubicBezTo>
                <a:lnTo>
                  <a:pt x="327711" y="52558"/>
                </a:lnTo>
                <a:close/>
                <a:moveTo>
                  <a:pt x="425978" y="51813"/>
                </a:moveTo>
                <a:lnTo>
                  <a:pt x="425383" y="31416"/>
                </a:lnTo>
                <a:lnTo>
                  <a:pt x="423745" y="31416"/>
                </a:lnTo>
                <a:cubicBezTo>
                  <a:pt x="423002" y="32607"/>
                  <a:pt x="422257" y="33054"/>
                  <a:pt x="421364" y="33054"/>
                </a:cubicBezTo>
                <a:cubicBezTo>
                  <a:pt x="420471" y="33054"/>
                  <a:pt x="418981" y="32756"/>
                  <a:pt x="417343" y="32011"/>
                </a:cubicBezTo>
                <a:cubicBezTo>
                  <a:pt x="413919" y="30821"/>
                  <a:pt x="410495" y="30076"/>
                  <a:pt x="406921" y="30076"/>
                </a:cubicBezTo>
                <a:cubicBezTo>
                  <a:pt x="395157" y="30076"/>
                  <a:pt x="386672" y="37818"/>
                  <a:pt x="386672" y="48537"/>
                </a:cubicBezTo>
                <a:cubicBezTo>
                  <a:pt x="386672" y="56875"/>
                  <a:pt x="391436" y="62832"/>
                  <a:pt x="404093" y="69980"/>
                </a:cubicBezTo>
                <a:lnTo>
                  <a:pt x="412728" y="74891"/>
                </a:lnTo>
                <a:cubicBezTo>
                  <a:pt x="417938" y="77870"/>
                  <a:pt x="420471" y="81444"/>
                  <a:pt x="420471" y="86058"/>
                </a:cubicBezTo>
                <a:cubicBezTo>
                  <a:pt x="420471" y="92610"/>
                  <a:pt x="415705" y="96779"/>
                  <a:pt x="408112" y="96779"/>
                </a:cubicBezTo>
                <a:cubicBezTo>
                  <a:pt x="397838" y="96779"/>
                  <a:pt x="392626" y="91122"/>
                  <a:pt x="389203" y="75934"/>
                </a:cubicBezTo>
                <a:lnTo>
                  <a:pt x="386819" y="75934"/>
                </a:lnTo>
                <a:lnTo>
                  <a:pt x="386819" y="99162"/>
                </a:lnTo>
                <a:lnTo>
                  <a:pt x="388755" y="99162"/>
                </a:lnTo>
                <a:cubicBezTo>
                  <a:pt x="389798" y="97672"/>
                  <a:pt x="390393" y="97374"/>
                  <a:pt x="392181" y="97374"/>
                </a:cubicBezTo>
                <a:cubicBezTo>
                  <a:pt x="393819" y="97374"/>
                  <a:pt x="395605" y="97672"/>
                  <a:pt x="399029" y="98565"/>
                </a:cubicBezTo>
                <a:cubicBezTo>
                  <a:pt x="403050" y="99460"/>
                  <a:pt x="406921" y="100055"/>
                  <a:pt x="409898" y="100055"/>
                </a:cubicBezTo>
                <a:cubicBezTo>
                  <a:pt x="421512" y="100055"/>
                  <a:pt x="430892" y="91420"/>
                  <a:pt x="430892" y="80996"/>
                </a:cubicBezTo>
                <a:cubicBezTo>
                  <a:pt x="430892" y="73551"/>
                  <a:pt x="427319" y="68639"/>
                  <a:pt x="418385" y="63277"/>
                </a:cubicBezTo>
                <a:lnTo>
                  <a:pt x="402305" y="53749"/>
                </a:lnTo>
                <a:cubicBezTo>
                  <a:pt x="398136" y="51218"/>
                  <a:pt x="395903" y="47644"/>
                  <a:pt x="395903" y="43625"/>
                </a:cubicBezTo>
                <a:cubicBezTo>
                  <a:pt x="395903" y="37521"/>
                  <a:pt x="400519" y="33499"/>
                  <a:pt x="407367" y="33499"/>
                </a:cubicBezTo>
                <a:cubicBezTo>
                  <a:pt x="415855" y="33499"/>
                  <a:pt x="420321" y="38414"/>
                  <a:pt x="423745" y="51813"/>
                </a:cubicBezTo>
                <a:lnTo>
                  <a:pt x="425978" y="51813"/>
                </a:lnTo>
                <a:close/>
                <a:moveTo>
                  <a:pt x="474964" y="31564"/>
                </a:moveTo>
                <a:lnTo>
                  <a:pt x="459926" y="31564"/>
                </a:lnTo>
                <a:lnTo>
                  <a:pt x="459926" y="14293"/>
                </a:lnTo>
                <a:cubicBezTo>
                  <a:pt x="459926" y="12805"/>
                  <a:pt x="459629" y="12357"/>
                  <a:pt x="458883" y="12357"/>
                </a:cubicBezTo>
                <a:cubicBezTo>
                  <a:pt x="450248" y="24864"/>
                  <a:pt x="445781" y="29926"/>
                  <a:pt x="441465" y="32457"/>
                </a:cubicBezTo>
                <a:cubicBezTo>
                  <a:pt x="439827" y="33499"/>
                  <a:pt x="438931" y="34392"/>
                  <a:pt x="438931" y="35287"/>
                </a:cubicBezTo>
                <a:cubicBezTo>
                  <a:pt x="438931" y="35733"/>
                  <a:pt x="439081" y="36030"/>
                  <a:pt x="439529" y="36328"/>
                </a:cubicBezTo>
                <a:lnTo>
                  <a:pt x="447419" y="36328"/>
                </a:lnTo>
                <a:lnTo>
                  <a:pt x="447419" y="81146"/>
                </a:lnTo>
                <a:cubicBezTo>
                  <a:pt x="447419" y="93653"/>
                  <a:pt x="451886" y="100055"/>
                  <a:pt x="460671" y="100055"/>
                </a:cubicBezTo>
                <a:cubicBezTo>
                  <a:pt x="467966" y="100055"/>
                  <a:pt x="473624" y="96481"/>
                  <a:pt x="478538" y="88739"/>
                </a:cubicBezTo>
                <a:lnTo>
                  <a:pt x="476602" y="87101"/>
                </a:lnTo>
                <a:cubicBezTo>
                  <a:pt x="473326" y="90972"/>
                  <a:pt x="470945" y="92312"/>
                  <a:pt x="467669" y="92312"/>
                </a:cubicBezTo>
                <a:cubicBezTo>
                  <a:pt x="462159" y="92312"/>
                  <a:pt x="459926" y="88293"/>
                  <a:pt x="459926" y="78913"/>
                </a:cubicBezTo>
                <a:lnTo>
                  <a:pt x="459926" y="36328"/>
                </a:lnTo>
                <a:lnTo>
                  <a:pt x="474964" y="36328"/>
                </a:lnTo>
                <a:lnTo>
                  <a:pt x="474964" y="31564"/>
                </a:lnTo>
                <a:close/>
                <a:moveTo>
                  <a:pt x="518887" y="98565"/>
                </a:moveTo>
                <a:lnTo>
                  <a:pt x="551941" y="98565"/>
                </a:lnTo>
                <a:lnTo>
                  <a:pt x="551941" y="96331"/>
                </a:lnTo>
                <a:cubicBezTo>
                  <a:pt x="544349" y="96184"/>
                  <a:pt x="541965" y="94546"/>
                  <a:pt x="541818" y="88591"/>
                </a:cubicBezTo>
                <a:lnTo>
                  <a:pt x="541818" y="46602"/>
                </a:lnTo>
                <a:cubicBezTo>
                  <a:pt x="541818" y="46304"/>
                  <a:pt x="543008" y="44816"/>
                  <a:pt x="544051" y="43773"/>
                </a:cubicBezTo>
                <a:cubicBezTo>
                  <a:pt x="547772" y="40349"/>
                  <a:pt x="554175" y="37818"/>
                  <a:pt x="559386" y="37818"/>
                </a:cubicBezTo>
                <a:cubicBezTo>
                  <a:pt x="565936" y="37818"/>
                  <a:pt x="569212" y="43030"/>
                  <a:pt x="569212" y="53451"/>
                </a:cubicBezTo>
                <a:lnTo>
                  <a:pt x="569212" y="85760"/>
                </a:lnTo>
                <a:cubicBezTo>
                  <a:pt x="568915" y="94248"/>
                  <a:pt x="567427" y="95886"/>
                  <a:pt x="559089" y="96331"/>
                </a:cubicBezTo>
                <a:lnTo>
                  <a:pt x="559089" y="98565"/>
                </a:lnTo>
                <a:lnTo>
                  <a:pt x="592440" y="98565"/>
                </a:lnTo>
                <a:lnTo>
                  <a:pt x="592440" y="96331"/>
                </a:lnTo>
                <a:cubicBezTo>
                  <a:pt x="584103" y="96331"/>
                  <a:pt x="582017" y="93950"/>
                  <a:pt x="581719" y="84422"/>
                </a:cubicBezTo>
                <a:lnTo>
                  <a:pt x="581719" y="46899"/>
                </a:lnTo>
                <a:cubicBezTo>
                  <a:pt x="586186" y="40497"/>
                  <a:pt x="590952" y="37818"/>
                  <a:pt x="597950" y="37818"/>
                </a:cubicBezTo>
                <a:cubicBezTo>
                  <a:pt x="606435" y="37818"/>
                  <a:pt x="609116" y="41837"/>
                  <a:pt x="609116" y="54197"/>
                </a:cubicBezTo>
                <a:lnTo>
                  <a:pt x="609116" y="85613"/>
                </a:lnTo>
                <a:cubicBezTo>
                  <a:pt x="608819" y="94396"/>
                  <a:pt x="607926" y="95439"/>
                  <a:pt x="599290" y="96331"/>
                </a:cubicBezTo>
                <a:lnTo>
                  <a:pt x="599290" y="98565"/>
                </a:lnTo>
                <a:lnTo>
                  <a:pt x="631897" y="98565"/>
                </a:lnTo>
                <a:lnTo>
                  <a:pt x="631897" y="96331"/>
                </a:lnTo>
                <a:lnTo>
                  <a:pt x="628025" y="96034"/>
                </a:lnTo>
                <a:cubicBezTo>
                  <a:pt x="623261" y="95291"/>
                  <a:pt x="621623" y="93058"/>
                  <a:pt x="621623" y="87251"/>
                </a:cubicBezTo>
                <a:lnTo>
                  <a:pt x="621623" y="56577"/>
                </a:lnTo>
                <a:cubicBezTo>
                  <a:pt x="621623" y="39009"/>
                  <a:pt x="615816" y="30076"/>
                  <a:pt x="604352" y="30076"/>
                </a:cubicBezTo>
                <a:cubicBezTo>
                  <a:pt x="595717" y="30076"/>
                  <a:pt x="588122" y="33947"/>
                  <a:pt x="580081" y="42582"/>
                </a:cubicBezTo>
                <a:cubicBezTo>
                  <a:pt x="577403" y="34095"/>
                  <a:pt x="572341" y="30076"/>
                  <a:pt x="564301" y="30076"/>
                </a:cubicBezTo>
                <a:cubicBezTo>
                  <a:pt x="557598" y="30076"/>
                  <a:pt x="553579" y="32011"/>
                  <a:pt x="541220" y="41540"/>
                </a:cubicBezTo>
                <a:lnTo>
                  <a:pt x="541220" y="30373"/>
                </a:lnTo>
                <a:lnTo>
                  <a:pt x="540180" y="30076"/>
                </a:lnTo>
                <a:cubicBezTo>
                  <a:pt x="532287" y="32904"/>
                  <a:pt x="527225" y="34542"/>
                  <a:pt x="519335" y="36775"/>
                </a:cubicBezTo>
                <a:lnTo>
                  <a:pt x="519335" y="39306"/>
                </a:lnTo>
                <a:cubicBezTo>
                  <a:pt x="521121" y="38861"/>
                  <a:pt x="522461" y="38711"/>
                  <a:pt x="524099" y="38711"/>
                </a:cubicBezTo>
                <a:cubicBezTo>
                  <a:pt x="527970" y="38711"/>
                  <a:pt x="529311" y="41094"/>
                  <a:pt x="529311" y="48240"/>
                </a:cubicBezTo>
                <a:lnTo>
                  <a:pt x="529311" y="85910"/>
                </a:lnTo>
                <a:cubicBezTo>
                  <a:pt x="529013" y="94248"/>
                  <a:pt x="527077" y="96331"/>
                  <a:pt x="518887" y="96331"/>
                </a:cubicBezTo>
                <a:lnTo>
                  <a:pt x="518887" y="98565"/>
                </a:lnTo>
                <a:close/>
                <a:moveTo>
                  <a:pt x="690262" y="74148"/>
                </a:moveTo>
                <a:cubicBezTo>
                  <a:pt x="683117" y="85463"/>
                  <a:pt x="676713" y="89782"/>
                  <a:pt x="667184" y="89782"/>
                </a:cubicBezTo>
                <a:cubicBezTo>
                  <a:pt x="658699" y="89782"/>
                  <a:pt x="652296" y="85463"/>
                  <a:pt x="647977" y="76977"/>
                </a:cubicBezTo>
                <a:cubicBezTo>
                  <a:pt x="645297" y="71318"/>
                  <a:pt x="644256" y="66553"/>
                  <a:pt x="643958" y="57323"/>
                </a:cubicBezTo>
                <a:lnTo>
                  <a:pt x="689817" y="57323"/>
                </a:lnTo>
                <a:cubicBezTo>
                  <a:pt x="688624" y="47644"/>
                  <a:pt x="687136" y="43328"/>
                  <a:pt x="683415" y="38561"/>
                </a:cubicBezTo>
                <a:cubicBezTo>
                  <a:pt x="678946" y="33202"/>
                  <a:pt x="672098" y="30076"/>
                  <a:pt x="664356" y="30076"/>
                </a:cubicBezTo>
                <a:cubicBezTo>
                  <a:pt x="656911" y="30076"/>
                  <a:pt x="649913" y="32756"/>
                  <a:pt x="644256" y="37818"/>
                </a:cubicBezTo>
                <a:cubicBezTo>
                  <a:pt x="637256" y="43923"/>
                  <a:pt x="633237" y="54494"/>
                  <a:pt x="633237" y="66703"/>
                </a:cubicBezTo>
                <a:cubicBezTo>
                  <a:pt x="633237" y="87251"/>
                  <a:pt x="643958" y="100055"/>
                  <a:pt x="661080" y="100055"/>
                </a:cubicBezTo>
                <a:cubicBezTo>
                  <a:pt x="675224" y="100055"/>
                  <a:pt x="686391" y="91270"/>
                  <a:pt x="692645" y="75189"/>
                </a:cubicBezTo>
                <a:lnTo>
                  <a:pt x="690262" y="74148"/>
                </a:lnTo>
                <a:moveTo>
                  <a:pt x="644256" y="52558"/>
                </a:moveTo>
                <a:cubicBezTo>
                  <a:pt x="645892" y="40944"/>
                  <a:pt x="650956" y="35435"/>
                  <a:pt x="660037" y="35435"/>
                </a:cubicBezTo>
                <a:cubicBezTo>
                  <a:pt x="669120" y="35435"/>
                  <a:pt x="672694" y="39604"/>
                  <a:pt x="674629" y="52558"/>
                </a:cubicBezTo>
                <a:lnTo>
                  <a:pt x="644256" y="52558"/>
                </a:lnTo>
                <a:close/>
                <a:moveTo>
                  <a:pt x="742523" y="51813"/>
                </a:moveTo>
                <a:lnTo>
                  <a:pt x="741928" y="31416"/>
                </a:lnTo>
                <a:lnTo>
                  <a:pt x="740290" y="31416"/>
                </a:lnTo>
                <a:cubicBezTo>
                  <a:pt x="739547" y="32607"/>
                  <a:pt x="738802" y="33054"/>
                  <a:pt x="737909" y="33054"/>
                </a:cubicBezTo>
                <a:cubicBezTo>
                  <a:pt x="737016" y="33054"/>
                  <a:pt x="735526" y="32756"/>
                  <a:pt x="733888" y="32011"/>
                </a:cubicBezTo>
                <a:cubicBezTo>
                  <a:pt x="730464" y="30821"/>
                  <a:pt x="727040" y="30076"/>
                  <a:pt x="723466" y="30076"/>
                </a:cubicBezTo>
                <a:cubicBezTo>
                  <a:pt x="711702" y="30076"/>
                  <a:pt x="703217" y="37818"/>
                  <a:pt x="703217" y="48537"/>
                </a:cubicBezTo>
                <a:cubicBezTo>
                  <a:pt x="703217" y="56875"/>
                  <a:pt x="707981" y="62832"/>
                  <a:pt x="720638" y="69980"/>
                </a:cubicBezTo>
                <a:lnTo>
                  <a:pt x="729273" y="74891"/>
                </a:lnTo>
                <a:cubicBezTo>
                  <a:pt x="734483" y="77870"/>
                  <a:pt x="737016" y="81444"/>
                  <a:pt x="737016" y="86058"/>
                </a:cubicBezTo>
                <a:cubicBezTo>
                  <a:pt x="737016" y="92610"/>
                  <a:pt x="732250" y="96779"/>
                  <a:pt x="724657" y="96779"/>
                </a:cubicBezTo>
                <a:cubicBezTo>
                  <a:pt x="714383" y="96779"/>
                  <a:pt x="709171" y="91122"/>
                  <a:pt x="705748" y="75934"/>
                </a:cubicBezTo>
                <a:lnTo>
                  <a:pt x="703364" y="75934"/>
                </a:lnTo>
                <a:lnTo>
                  <a:pt x="703364" y="99162"/>
                </a:lnTo>
                <a:lnTo>
                  <a:pt x="705300" y="99162"/>
                </a:lnTo>
                <a:cubicBezTo>
                  <a:pt x="706343" y="97672"/>
                  <a:pt x="706938" y="97374"/>
                  <a:pt x="708726" y="97374"/>
                </a:cubicBezTo>
                <a:cubicBezTo>
                  <a:pt x="710364" y="97374"/>
                  <a:pt x="712150" y="97672"/>
                  <a:pt x="715574" y="98565"/>
                </a:cubicBezTo>
                <a:cubicBezTo>
                  <a:pt x="719595" y="99460"/>
                  <a:pt x="723466" y="100055"/>
                  <a:pt x="726443" y="100055"/>
                </a:cubicBezTo>
                <a:cubicBezTo>
                  <a:pt x="738057" y="100055"/>
                  <a:pt x="747437" y="91420"/>
                  <a:pt x="747437" y="80996"/>
                </a:cubicBezTo>
                <a:cubicBezTo>
                  <a:pt x="747437" y="73551"/>
                  <a:pt x="743864" y="68639"/>
                  <a:pt x="734930" y="63277"/>
                </a:cubicBezTo>
                <a:lnTo>
                  <a:pt x="718850" y="53749"/>
                </a:lnTo>
                <a:cubicBezTo>
                  <a:pt x="714681" y="51218"/>
                  <a:pt x="712448" y="47644"/>
                  <a:pt x="712448" y="43625"/>
                </a:cubicBezTo>
                <a:cubicBezTo>
                  <a:pt x="712448" y="37521"/>
                  <a:pt x="717064" y="33499"/>
                  <a:pt x="723912" y="33499"/>
                </a:cubicBezTo>
                <a:cubicBezTo>
                  <a:pt x="732400" y="33499"/>
                  <a:pt x="736866" y="38414"/>
                  <a:pt x="740290" y="51813"/>
                </a:cubicBezTo>
                <a:lnTo>
                  <a:pt x="742523" y="51813"/>
                </a:lnTo>
                <a:close/>
                <a:moveTo>
                  <a:pt x="800442" y="51813"/>
                </a:moveTo>
                <a:lnTo>
                  <a:pt x="799847" y="31416"/>
                </a:lnTo>
                <a:lnTo>
                  <a:pt x="798209" y="31416"/>
                </a:lnTo>
                <a:cubicBezTo>
                  <a:pt x="797466" y="32607"/>
                  <a:pt x="796721" y="33054"/>
                  <a:pt x="795828" y="33054"/>
                </a:cubicBezTo>
                <a:cubicBezTo>
                  <a:pt x="794935" y="33054"/>
                  <a:pt x="793445" y="32756"/>
                  <a:pt x="791807" y="32011"/>
                </a:cubicBezTo>
                <a:cubicBezTo>
                  <a:pt x="788383" y="30821"/>
                  <a:pt x="784959" y="30076"/>
                  <a:pt x="781386" y="30076"/>
                </a:cubicBezTo>
                <a:cubicBezTo>
                  <a:pt x="769622" y="30076"/>
                  <a:pt x="761136" y="37818"/>
                  <a:pt x="761136" y="48537"/>
                </a:cubicBezTo>
                <a:cubicBezTo>
                  <a:pt x="761136" y="56875"/>
                  <a:pt x="765900" y="62832"/>
                  <a:pt x="778557" y="69980"/>
                </a:cubicBezTo>
                <a:lnTo>
                  <a:pt x="787193" y="74891"/>
                </a:lnTo>
                <a:cubicBezTo>
                  <a:pt x="792402" y="77870"/>
                  <a:pt x="794935" y="81444"/>
                  <a:pt x="794935" y="86058"/>
                </a:cubicBezTo>
                <a:cubicBezTo>
                  <a:pt x="794935" y="92610"/>
                  <a:pt x="790169" y="96779"/>
                  <a:pt x="782576" y="96779"/>
                </a:cubicBezTo>
                <a:cubicBezTo>
                  <a:pt x="772302" y="96779"/>
                  <a:pt x="767091" y="91122"/>
                  <a:pt x="763667" y="75934"/>
                </a:cubicBezTo>
                <a:lnTo>
                  <a:pt x="761284" y="75934"/>
                </a:lnTo>
                <a:lnTo>
                  <a:pt x="761284" y="99162"/>
                </a:lnTo>
                <a:lnTo>
                  <a:pt x="763219" y="99162"/>
                </a:lnTo>
                <a:cubicBezTo>
                  <a:pt x="764262" y="97672"/>
                  <a:pt x="764857" y="97374"/>
                  <a:pt x="766645" y="97374"/>
                </a:cubicBezTo>
                <a:cubicBezTo>
                  <a:pt x="768283" y="97374"/>
                  <a:pt x="770069" y="97672"/>
                  <a:pt x="773493" y="98565"/>
                </a:cubicBezTo>
                <a:cubicBezTo>
                  <a:pt x="777514" y="99460"/>
                  <a:pt x="781386" y="100055"/>
                  <a:pt x="784362" y="100055"/>
                </a:cubicBezTo>
                <a:cubicBezTo>
                  <a:pt x="795976" y="100055"/>
                  <a:pt x="805357" y="91420"/>
                  <a:pt x="805357" y="80996"/>
                </a:cubicBezTo>
                <a:cubicBezTo>
                  <a:pt x="805357" y="73551"/>
                  <a:pt x="801783" y="68639"/>
                  <a:pt x="792850" y="63277"/>
                </a:cubicBezTo>
                <a:lnTo>
                  <a:pt x="776769" y="53749"/>
                </a:lnTo>
                <a:cubicBezTo>
                  <a:pt x="772600" y="51218"/>
                  <a:pt x="770367" y="47644"/>
                  <a:pt x="770367" y="43625"/>
                </a:cubicBezTo>
                <a:cubicBezTo>
                  <a:pt x="770367" y="37521"/>
                  <a:pt x="774983" y="33499"/>
                  <a:pt x="781831" y="33499"/>
                </a:cubicBezTo>
                <a:cubicBezTo>
                  <a:pt x="790319" y="33499"/>
                  <a:pt x="794785" y="38414"/>
                  <a:pt x="798209" y="51813"/>
                </a:cubicBezTo>
                <a:lnTo>
                  <a:pt x="800442" y="51813"/>
                </a:lnTo>
                <a:close/>
                <a:moveTo>
                  <a:pt x="877716" y="88739"/>
                </a:moveTo>
                <a:cubicBezTo>
                  <a:pt x="875185" y="90824"/>
                  <a:pt x="873400" y="91567"/>
                  <a:pt x="871166" y="91567"/>
                </a:cubicBezTo>
                <a:cubicBezTo>
                  <a:pt x="867743" y="91567"/>
                  <a:pt x="866700" y="89484"/>
                  <a:pt x="866700" y="82932"/>
                </a:cubicBezTo>
                <a:lnTo>
                  <a:pt x="866700" y="53899"/>
                </a:lnTo>
                <a:cubicBezTo>
                  <a:pt x="866700" y="46156"/>
                  <a:pt x="865955" y="41837"/>
                  <a:pt x="863721" y="38264"/>
                </a:cubicBezTo>
                <a:cubicBezTo>
                  <a:pt x="860445" y="32904"/>
                  <a:pt x="854043" y="30076"/>
                  <a:pt x="845260" y="30076"/>
                </a:cubicBezTo>
                <a:cubicBezTo>
                  <a:pt x="831262" y="30076"/>
                  <a:pt x="820246" y="37371"/>
                  <a:pt x="820246" y="46751"/>
                </a:cubicBezTo>
                <a:cubicBezTo>
                  <a:pt x="820246" y="50175"/>
                  <a:pt x="823074" y="53154"/>
                  <a:pt x="826648" y="53154"/>
                </a:cubicBezTo>
                <a:cubicBezTo>
                  <a:pt x="830220" y="53154"/>
                  <a:pt x="833348" y="50175"/>
                  <a:pt x="833348" y="46899"/>
                </a:cubicBezTo>
                <a:cubicBezTo>
                  <a:pt x="833348" y="46304"/>
                  <a:pt x="833198" y="45561"/>
                  <a:pt x="833050" y="44518"/>
                </a:cubicBezTo>
                <a:cubicBezTo>
                  <a:pt x="832753" y="43178"/>
                  <a:pt x="832603" y="41987"/>
                  <a:pt x="832603" y="40944"/>
                </a:cubicBezTo>
                <a:cubicBezTo>
                  <a:pt x="832603" y="36925"/>
                  <a:pt x="837367" y="33649"/>
                  <a:pt x="843324" y="33649"/>
                </a:cubicBezTo>
                <a:cubicBezTo>
                  <a:pt x="850619" y="33649"/>
                  <a:pt x="854638" y="37966"/>
                  <a:pt x="854638" y="46006"/>
                </a:cubicBezTo>
                <a:lnTo>
                  <a:pt x="854638" y="55089"/>
                </a:lnTo>
                <a:cubicBezTo>
                  <a:pt x="831858" y="64172"/>
                  <a:pt x="829179" y="65511"/>
                  <a:pt x="822777" y="71170"/>
                </a:cubicBezTo>
                <a:cubicBezTo>
                  <a:pt x="819501" y="74148"/>
                  <a:pt x="817415" y="79210"/>
                  <a:pt x="817415" y="84122"/>
                </a:cubicBezTo>
                <a:cubicBezTo>
                  <a:pt x="817415" y="93503"/>
                  <a:pt x="823967" y="100055"/>
                  <a:pt x="833050" y="100055"/>
                </a:cubicBezTo>
                <a:cubicBezTo>
                  <a:pt x="839600" y="100055"/>
                  <a:pt x="845705" y="96929"/>
                  <a:pt x="854788" y="89186"/>
                </a:cubicBezTo>
                <a:cubicBezTo>
                  <a:pt x="855533" y="97077"/>
                  <a:pt x="858212" y="100055"/>
                  <a:pt x="864317" y="100055"/>
                </a:cubicBezTo>
                <a:cubicBezTo>
                  <a:pt x="869378" y="100055"/>
                  <a:pt x="872507" y="98267"/>
                  <a:pt x="877716" y="92610"/>
                </a:cubicBezTo>
                <a:lnTo>
                  <a:pt x="877716" y="88739"/>
                </a:lnTo>
                <a:moveTo>
                  <a:pt x="854638" y="80253"/>
                </a:moveTo>
                <a:cubicBezTo>
                  <a:pt x="854638" y="84720"/>
                  <a:pt x="853895" y="86358"/>
                  <a:pt x="850767" y="88143"/>
                </a:cubicBezTo>
                <a:cubicBezTo>
                  <a:pt x="847045" y="90227"/>
                  <a:pt x="843026" y="91420"/>
                  <a:pt x="839898" y="91420"/>
                </a:cubicBezTo>
                <a:cubicBezTo>
                  <a:pt x="834689" y="91420"/>
                  <a:pt x="830520" y="86358"/>
                  <a:pt x="830520" y="79953"/>
                </a:cubicBezTo>
                <a:lnTo>
                  <a:pt x="830520" y="79358"/>
                </a:lnTo>
                <a:cubicBezTo>
                  <a:pt x="830667" y="70425"/>
                  <a:pt x="837219" y="64768"/>
                  <a:pt x="854638" y="58663"/>
                </a:cubicBezTo>
                <a:lnTo>
                  <a:pt x="854638" y="80253"/>
                </a:lnTo>
                <a:close/>
                <a:moveTo>
                  <a:pt x="947994" y="40794"/>
                </a:moveTo>
                <a:lnTo>
                  <a:pt x="947994" y="34990"/>
                </a:lnTo>
                <a:lnTo>
                  <a:pt x="936530" y="34990"/>
                </a:lnTo>
                <a:cubicBezTo>
                  <a:pt x="933404" y="34990"/>
                  <a:pt x="931318" y="34542"/>
                  <a:pt x="928342" y="33499"/>
                </a:cubicBezTo>
                <a:lnTo>
                  <a:pt x="925066" y="32309"/>
                </a:lnTo>
                <a:cubicBezTo>
                  <a:pt x="921194" y="30821"/>
                  <a:pt x="917025" y="30076"/>
                  <a:pt x="913154" y="30076"/>
                </a:cubicBezTo>
                <a:cubicBezTo>
                  <a:pt x="899307" y="30076"/>
                  <a:pt x="888288" y="40647"/>
                  <a:pt x="888288" y="54344"/>
                </a:cubicBezTo>
                <a:cubicBezTo>
                  <a:pt x="888288" y="63725"/>
                  <a:pt x="892159" y="69382"/>
                  <a:pt x="902135" y="74296"/>
                </a:cubicBezTo>
                <a:lnTo>
                  <a:pt x="898264" y="77870"/>
                </a:lnTo>
                <a:cubicBezTo>
                  <a:pt x="895138" y="80848"/>
                  <a:pt x="893352" y="82486"/>
                  <a:pt x="892904" y="83082"/>
                </a:cubicBezTo>
                <a:cubicBezTo>
                  <a:pt x="889778" y="86358"/>
                  <a:pt x="888885" y="87994"/>
                  <a:pt x="888885" y="90527"/>
                </a:cubicBezTo>
                <a:cubicBezTo>
                  <a:pt x="888885" y="93801"/>
                  <a:pt x="890523" y="95439"/>
                  <a:pt x="896776" y="98417"/>
                </a:cubicBezTo>
                <a:cubicBezTo>
                  <a:pt x="886055" y="106160"/>
                  <a:pt x="882186" y="111074"/>
                  <a:pt x="882186" y="116581"/>
                </a:cubicBezTo>
                <a:cubicBezTo>
                  <a:pt x="882186" y="124474"/>
                  <a:pt x="893650" y="131024"/>
                  <a:pt x="907942" y="131024"/>
                </a:cubicBezTo>
                <a:cubicBezTo>
                  <a:pt x="919109" y="131024"/>
                  <a:pt x="930723" y="127152"/>
                  <a:pt x="938465" y="120900"/>
                </a:cubicBezTo>
                <a:cubicBezTo>
                  <a:pt x="944125" y="116283"/>
                  <a:pt x="946656" y="111519"/>
                  <a:pt x="946656" y="105862"/>
                </a:cubicBezTo>
                <a:cubicBezTo>
                  <a:pt x="946656" y="96631"/>
                  <a:pt x="939656" y="90527"/>
                  <a:pt x="928639" y="89929"/>
                </a:cubicBezTo>
                <a:lnTo>
                  <a:pt x="909433" y="89036"/>
                </a:lnTo>
                <a:cubicBezTo>
                  <a:pt x="901392" y="88739"/>
                  <a:pt x="897819" y="87398"/>
                  <a:pt x="897819" y="85017"/>
                </a:cubicBezTo>
                <a:cubicBezTo>
                  <a:pt x="897819" y="82039"/>
                  <a:pt x="902730" y="76827"/>
                  <a:pt x="906752" y="75637"/>
                </a:cubicBezTo>
                <a:cubicBezTo>
                  <a:pt x="912111" y="76084"/>
                  <a:pt x="914940" y="76382"/>
                  <a:pt x="915240" y="76382"/>
                </a:cubicBezTo>
                <a:cubicBezTo>
                  <a:pt x="920747" y="76382"/>
                  <a:pt x="926704" y="74148"/>
                  <a:pt x="931318" y="70127"/>
                </a:cubicBezTo>
                <a:cubicBezTo>
                  <a:pt x="936232" y="65958"/>
                  <a:pt x="938465" y="60746"/>
                  <a:pt x="938465" y="53304"/>
                </a:cubicBezTo>
                <a:cubicBezTo>
                  <a:pt x="938465" y="48985"/>
                  <a:pt x="937720" y="45561"/>
                  <a:pt x="935637" y="40794"/>
                </a:cubicBezTo>
                <a:lnTo>
                  <a:pt x="947994" y="40794"/>
                </a:lnTo>
                <a:moveTo>
                  <a:pt x="899902" y="98865"/>
                </a:moveTo>
                <a:cubicBezTo>
                  <a:pt x="904966" y="99905"/>
                  <a:pt x="916578" y="100800"/>
                  <a:pt x="924173" y="100800"/>
                </a:cubicBezTo>
                <a:cubicBezTo>
                  <a:pt x="937573" y="100800"/>
                  <a:pt x="942487" y="102736"/>
                  <a:pt x="942487" y="108095"/>
                </a:cubicBezTo>
                <a:cubicBezTo>
                  <a:pt x="942487" y="116731"/>
                  <a:pt x="931170" y="122538"/>
                  <a:pt x="914344" y="122538"/>
                </a:cubicBezTo>
                <a:cubicBezTo>
                  <a:pt x="901095" y="122538"/>
                  <a:pt x="892607" y="118219"/>
                  <a:pt x="892607" y="111669"/>
                </a:cubicBezTo>
                <a:cubicBezTo>
                  <a:pt x="892607" y="108243"/>
                  <a:pt x="893947" y="106010"/>
                  <a:pt x="899902" y="98865"/>
                </a:cubicBezTo>
                <a:moveTo>
                  <a:pt x="900647" y="48240"/>
                </a:moveTo>
                <a:cubicBezTo>
                  <a:pt x="900647" y="39456"/>
                  <a:pt x="904816" y="34245"/>
                  <a:pt x="911666" y="34245"/>
                </a:cubicBezTo>
                <a:cubicBezTo>
                  <a:pt x="916280" y="34245"/>
                  <a:pt x="920151" y="36775"/>
                  <a:pt x="922535" y="41242"/>
                </a:cubicBezTo>
                <a:cubicBezTo>
                  <a:pt x="925363" y="46454"/>
                  <a:pt x="927001" y="53154"/>
                  <a:pt x="927001" y="59108"/>
                </a:cubicBezTo>
                <a:cubicBezTo>
                  <a:pt x="927001" y="67446"/>
                  <a:pt x="922832" y="72658"/>
                  <a:pt x="915983" y="72658"/>
                </a:cubicBezTo>
                <a:cubicBezTo>
                  <a:pt x="906752" y="72658"/>
                  <a:pt x="900647" y="62980"/>
                  <a:pt x="900647" y="48687"/>
                </a:cubicBezTo>
                <a:lnTo>
                  <a:pt x="900647" y="48240"/>
                </a:lnTo>
                <a:close/>
                <a:moveTo>
                  <a:pt x="1013506" y="74148"/>
                </a:moveTo>
                <a:cubicBezTo>
                  <a:pt x="1006361" y="85463"/>
                  <a:pt x="999957" y="89782"/>
                  <a:pt x="990428" y="89782"/>
                </a:cubicBezTo>
                <a:cubicBezTo>
                  <a:pt x="981943" y="89782"/>
                  <a:pt x="975540" y="85463"/>
                  <a:pt x="971221" y="76977"/>
                </a:cubicBezTo>
                <a:cubicBezTo>
                  <a:pt x="968541" y="71318"/>
                  <a:pt x="967500" y="66553"/>
                  <a:pt x="967202" y="57323"/>
                </a:cubicBezTo>
                <a:lnTo>
                  <a:pt x="1013061" y="57323"/>
                </a:lnTo>
                <a:cubicBezTo>
                  <a:pt x="1011868" y="47644"/>
                  <a:pt x="1010380" y="43328"/>
                  <a:pt x="1006659" y="38561"/>
                </a:cubicBezTo>
                <a:cubicBezTo>
                  <a:pt x="1002190" y="33202"/>
                  <a:pt x="995342" y="30076"/>
                  <a:pt x="987600" y="30076"/>
                </a:cubicBezTo>
                <a:cubicBezTo>
                  <a:pt x="980155" y="30076"/>
                  <a:pt x="973157" y="32756"/>
                  <a:pt x="967500" y="37818"/>
                </a:cubicBezTo>
                <a:cubicBezTo>
                  <a:pt x="960500" y="43923"/>
                  <a:pt x="956481" y="54494"/>
                  <a:pt x="956481" y="66703"/>
                </a:cubicBezTo>
                <a:cubicBezTo>
                  <a:pt x="956481" y="87251"/>
                  <a:pt x="967202" y="100055"/>
                  <a:pt x="984324" y="100055"/>
                </a:cubicBezTo>
                <a:cubicBezTo>
                  <a:pt x="998469" y="100055"/>
                  <a:pt x="1009635" y="91270"/>
                  <a:pt x="1015890" y="75189"/>
                </a:cubicBezTo>
                <a:lnTo>
                  <a:pt x="1013506" y="74148"/>
                </a:lnTo>
                <a:moveTo>
                  <a:pt x="967500" y="52558"/>
                </a:moveTo>
                <a:cubicBezTo>
                  <a:pt x="969136" y="40944"/>
                  <a:pt x="974200" y="35435"/>
                  <a:pt x="983281" y="35435"/>
                </a:cubicBezTo>
                <a:cubicBezTo>
                  <a:pt x="992364" y="35435"/>
                  <a:pt x="995938" y="39604"/>
                  <a:pt x="997873" y="52558"/>
                </a:cubicBezTo>
                <a:lnTo>
                  <a:pt x="967500" y="52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(subsequentprocedure)">
            <a:extLst xmlns:a="http://schemas.openxmlformats.org/drawingml/2006/main">
              <a:ext uri="{FF2B5EF4-FFF2-40B4-BE49-F238E27FC236}">
                <a16:creationId xmlns:a16="http://schemas.microsoft.com/office/drawing/2014/main" id="{426E8EF4-B75E-4CCB-991A-C3FC7CF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868" y="2295762"/>
            <a:ext cx="1383503" cy="134004"/>
          </a:xfrm>
          <a:custGeom xmlns:a="http://schemas.openxmlformats.org/drawingml/2006/main">
            <a:pathLst>
              <a:path w="1383503" h="134004">
                <a:moveTo>
                  <a:pt x="36778" y="1043"/>
                </a:moveTo>
                <a:cubicBezTo>
                  <a:pt x="25759" y="8338"/>
                  <a:pt x="21292" y="12062"/>
                  <a:pt x="15783" y="18909"/>
                </a:cubicBezTo>
                <a:cubicBezTo>
                  <a:pt x="5212" y="31864"/>
                  <a:pt x="0" y="46754"/>
                  <a:pt x="0" y="64172"/>
                </a:cubicBezTo>
                <a:cubicBezTo>
                  <a:pt x="0" y="83232"/>
                  <a:pt x="5509" y="97674"/>
                  <a:pt x="18612" y="112862"/>
                </a:cubicBezTo>
                <a:cubicBezTo>
                  <a:pt x="24716" y="120007"/>
                  <a:pt x="28587" y="123283"/>
                  <a:pt x="36330" y="128047"/>
                </a:cubicBezTo>
                <a:lnTo>
                  <a:pt x="38116" y="125666"/>
                </a:lnTo>
                <a:cubicBezTo>
                  <a:pt x="26207" y="116286"/>
                  <a:pt x="22038" y="110926"/>
                  <a:pt x="18016" y="99907"/>
                </a:cubicBezTo>
                <a:cubicBezTo>
                  <a:pt x="14443" y="89931"/>
                  <a:pt x="12805" y="78765"/>
                  <a:pt x="12805" y="63727"/>
                </a:cubicBezTo>
                <a:cubicBezTo>
                  <a:pt x="12805" y="48092"/>
                  <a:pt x="14740" y="35735"/>
                  <a:pt x="18761" y="26652"/>
                </a:cubicBezTo>
                <a:cubicBezTo>
                  <a:pt x="22930" y="17421"/>
                  <a:pt x="27397" y="12062"/>
                  <a:pt x="38116" y="3426"/>
                </a:cubicBezTo>
                <a:lnTo>
                  <a:pt x="36778" y="1043"/>
                </a:lnTo>
                <a:close/>
                <a:moveTo>
                  <a:pt x="89334" y="54942"/>
                </a:moveTo>
                <a:lnTo>
                  <a:pt x="88739" y="34544"/>
                </a:lnTo>
                <a:lnTo>
                  <a:pt x="87101" y="34544"/>
                </a:lnTo>
                <a:cubicBezTo>
                  <a:pt x="86358" y="35735"/>
                  <a:pt x="85613" y="36183"/>
                  <a:pt x="84720" y="36183"/>
                </a:cubicBezTo>
                <a:cubicBezTo>
                  <a:pt x="83827" y="36183"/>
                  <a:pt x="82337" y="35885"/>
                  <a:pt x="80699" y="35140"/>
                </a:cubicBezTo>
                <a:cubicBezTo>
                  <a:pt x="77275" y="33949"/>
                  <a:pt x="73851" y="33204"/>
                  <a:pt x="70278" y="33204"/>
                </a:cubicBezTo>
                <a:cubicBezTo>
                  <a:pt x="58514" y="33204"/>
                  <a:pt x="50028" y="40947"/>
                  <a:pt x="50028" y="51666"/>
                </a:cubicBezTo>
                <a:cubicBezTo>
                  <a:pt x="50028" y="60004"/>
                  <a:pt x="54792" y="65960"/>
                  <a:pt x="67449" y="73108"/>
                </a:cubicBezTo>
                <a:lnTo>
                  <a:pt x="76085" y="78020"/>
                </a:lnTo>
                <a:cubicBezTo>
                  <a:pt x="81294" y="80998"/>
                  <a:pt x="83827" y="84572"/>
                  <a:pt x="83827" y="89186"/>
                </a:cubicBezTo>
                <a:cubicBezTo>
                  <a:pt x="83827" y="95738"/>
                  <a:pt x="79061" y="99907"/>
                  <a:pt x="71468" y="99907"/>
                </a:cubicBezTo>
                <a:cubicBezTo>
                  <a:pt x="61195" y="99907"/>
                  <a:pt x="55983" y="94250"/>
                  <a:pt x="52559" y="79063"/>
                </a:cubicBezTo>
                <a:lnTo>
                  <a:pt x="50176" y="79063"/>
                </a:lnTo>
                <a:lnTo>
                  <a:pt x="50176" y="102291"/>
                </a:lnTo>
                <a:lnTo>
                  <a:pt x="52111" y="102291"/>
                </a:lnTo>
                <a:cubicBezTo>
                  <a:pt x="53154" y="100800"/>
                  <a:pt x="53749" y="100503"/>
                  <a:pt x="55537" y="100503"/>
                </a:cubicBezTo>
                <a:cubicBezTo>
                  <a:pt x="57175" y="100503"/>
                  <a:pt x="58961" y="100800"/>
                  <a:pt x="62385" y="101693"/>
                </a:cubicBezTo>
                <a:cubicBezTo>
                  <a:pt x="66406" y="102588"/>
                  <a:pt x="70278" y="103184"/>
                  <a:pt x="73254" y="103184"/>
                </a:cubicBezTo>
                <a:cubicBezTo>
                  <a:pt x="84868" y="103184"/>
                  <a:pt x="94249" y="94548"/>
                  <a:pt x="94249" y="84124"/>
                </a:cubicBezTo>
                <a:cubicBezTo>
                  <a:pt x="94249" y="76679"/>
                  <a:pt x="90675" y="71768"/>
                  <a:pt x="81742" y="66406"/>
                </a:cubicBezTo>
                <a:lnTo>
                  <a:pt x="65661" y="56877"/>
                </a:lnTo>
                <a:cubicBezTo>
                  <a:pt x="61492" y="54346"/>
                  <a:pt x="59259" y="50773"/>
                  <a:pt x="59259" y="46754"/>
                </a:cubicBezTo>
                <a:cubicBezTo>
                  <a:pt x="59259" y="40649"/>
                  <a:pt x="63875" y="36628"/>
                  <a:pt x="70723" y="36628"/>
                </a:cubicBezTo>
                <a:cubicBezTo>
                  <a:pt x="79211" y="36628"/>
                  <a:pt x="83677" y="41542"/>
                  <a:pt x="87101" y="54942"/>
                </a:cubicBezTo>
                <a:lnTo>
                  <a:pt x="89334" y="54942"/>
                </a:lnTo>
                <a:close/>
                <a:moveTo>
                  <a:pt x="171673" y="94250"/>
                </a:moveTo>
                <a:lnTo>
                  <a:pt x="170930" y="94250"/>
                </a:lnTo>
                <a:cubicBezTo>
                  <a:pt x="163632" y="93953"/>
                  <a:pt x="162592" y="92760"/>
                  <a:pt x="162442" y="85762"/>
                </a:cubicBezTo>
                <a:lnTo>
                  <a:pt x="162442" y="34692"/>
                </a:lnTo>
                <a:lnTo>
                  <a:pt x="138916" y="34692"/>
                </a:lnTo>
                <a:lnTo>
                  <a:pt x="138916" y="37223"/>
                </a:lnTo>
                <a:cubicBezTo>
                  <a:pt x="148149" y="37671"/>
                  <a:pt x="149935" y="39159"/>
                  <a:pt x="149935" y="46604"/>
                </a:cubicBezTo>
                <a:lnTo>
                  <a:pt x="149935" y="81594"/>
                </a:lnTo>
                <a:cubicBezTo>
                  <a:pt x="149935" y="85762"/>
                  <a:pt x="149190" y="87848"/>
                  <a:pt x="147107" y="89486"/>
                </a:cubicBezTo>
                <a:cubicBezTo>
                  <a:pt x="143085" y="92760"/>
                  <a:pt x="138471" y="94548"/>
                  <a:pt x="134004" y="94548"/>
                </a:cubicBezTo>
                <a:cubicBezTo>
                  <a:pt x="128197" y="94548"/>
                  <a:pt x="123433" y="89486"/>
                  <a:pt x="123433" y="83232"/>
                </a:cubicBezTo>
                <a:lnTo>
                  <a:pt x="123433" y="34692"/>
                </a:lnTo>
                <a:lnTo>
                  <a:pt x="101693" y="34692"/>
                </a:lnTo>
                <a:lnTo>
                  <a:pt x="101693" y="36778"/>
                </a:lnTo>
                <a:cubicBezTo>
                  <a:pt x="108693" y="37075"/>
                  <a:pt x="110776" y="39159"/>
                  <a:pt x="110926" y="46306"/>
                </a:cubicBezTo>
                <a:lnTo>
                  <a:pt x="110926" y="83827"/>
                </a:lnTo>
                <a:cubicBezTo>
                  <a:pt x="110926" y="95591"/>
                  <a:pt x="118072" y="103184"/>
                  <a:pt x="128940" y="103184"/>
                </a:cubicBezTo>
                <a:cubicBezTo>
                  <a:pt x="134450" y="103184"/>
                  <a:pt x="140257" y="100800"/>
                  <a:pt x="144278" y="96781"/>
                </a:cubicBezTo>
                <a:lnTo>
                  <a:pt x="150680" y="90379"/>
                </a:lnTo>
                <a:lnTo>
                  <a:pt x="150680" y="102736"/>
                </a:lnTo>
                <a:lnTo>
                  <a:pt x="151276" y="103034"/>
                </a:lnTo>
                <a:cubicBezTo>
                  <a:pt x="158721" y="100057"/>
                  <a:pt x="164080" y="98419"/>
                  <a:pt x="171673" y="96334"/>
                </a:cubicBezTo>
                <a:lnTo>
                  <a:pt x="171673" y="94250"/>
                </a:lnTo>
                <a:close/>
                <a:moveTo>
                  <a:pt x="198028" y="298"/>
                </a:moveTo>
                <a:lnTo>
                  <a:pt x="197283" y="0"/>
                </a:lnTo>
                <a:cubicBezTo>
                  <a:pt x="191178" y="2086"/>
                  <a:pt x="187157" y="3426"/>
                  <a:pt x="180012" y="5362"/>
                </a:cubicBezTo>
                <a:lnTo>
                  <a:pt x="175693" y="6552"/>
                </a:lnTo>
                <a:lnTo>
                  <a:pt x="175693" y="8933"/>
                </a:lnTo>
                <a:cubicBezTo>
                  <a:pt x="176586" y="8785"/>
                  <a:pt x="177033" y="8785"/>
                  <a:pt x="178224" y="8785"/>
                </a:cubicBezTo>
                <a:cubicBezTo>
                  <a:pt x="184181" y="8785"/>
                  <a:pt x="185519" y="10126"/>
                  <a:pt x="185519" y="16378"/>
                </a:cubicBezTo>
                <a:lnTo>
                  <a:pt x="185519" y="93655"/>
                </a:lnTo>
                <a:cubicBezTo>
                  <a:pt x="185519" y="98269"/>
                  <a:pt x="198028" y="103184"/>
                  <a:pt x="210087" y="103184"/>
                </a:cubicBezTo>
                <a:cubicBezTo>
                  <a:pt x="229742" y="103184"/>
                  <a:pt x="244927" y="86805"/>
                  <a:pt x="244927" y="65513"/>
                </a:cubicBezTo>
                <a:cubicBezTo>
                  <a:pt x="244927" y="47051"/>
                  <a:pt x="233613" y="33204"/>
                  <a:pt x="218723" y="33204"/>
                </a:cubicBezTo>
                <a:cubicBezTo>
                  <a:pt x="209640" y="33204"/>
                  <a:pt x="201004" y="38416"/>
                  <a:pt x="198028" y="45859"/>
                </a:cubicBezTo>
                <a:lnTo>
                  <a:pt x="198028" y="298"/>
                </a:lnTo>
                <a:moveTo>
                  <a:pt x="198028" y="53751"/>
                </a:moveTo>
                <a:cubicBezTo>
                  <a:pt x="198028" y="47944"/>
                  <a:pt x="205026" y="42585"/>
                  <a:pt x="212768" y="42585"/>
                </a:cubicBezTo>
                <a:cubicBezTo>
                  <a:pt x="216937" y="42585"/>
                  <a:pt x="220659" y="44073"/>
                  <a:pt x="223785" y="46901"/>
                </a:cubicBezTo>
                <a:cubicBezTo>
                  <a:pt x="228549" y="51518"/>
                  <a:pt x="231825" y="61642"/>
                  <a:pt x="231825" y="72363"/>
                </a:cubicBezTo>
                <a:cubicBezTo>
                  <a:pt x="231825" y="88889"/>
                  <a:pt x="224678" y="98419"/>
                  <a:pt x="212471" y="98419"/>
                </a:cubicBezTo>
                <a:cubicBezTo>
                  <a:pt x="204728" y="98419"/>
                  <a:pt x="198028" y="95143"/>
                  <a:pt x="198028" y="91272"/>
                </a:cubicBezTo>
                <a:lnTo>
                  <a:pt x="198028" y="53751"/>
                </a:lnTo>
                <a:close/>
                <a:moveTo>
                  <a:pt x="297039" y="54942"/>
                </a:moveTo>
                <a:lnTo>
                  <a:pt x="296444" y="34544"/>
                </a:lnTo>
                <a:lnTo>
                  <a:pt x="294806" y="34544"/>
                </a:lnTo>
                <a:cubicBezTo>
                  <a:pt x="294063" y="35735"/>
                  <a:pt x="293318" y="36183"/>
                  <a:pt x="292425" y="36183"/>
                </a:cubicBezTo>
                <a:cubicBezTo>
                  <a:pt x="291532" y="36183"/>
                  <a:pt x="290042" y="35885"/>
                  <a:pt x="288404" y="35140"/>
                </a:cubicBezTo>
                <a:cubicBezTo>
                  <a:pt x="284980" y="33949"/>
                  <a:pt x="281556" y="33204"/>
                  <a:pt x="277982" y="33204"/>
                </a:cubicBezTo>
                <a:cubicBezTo>
                  <a:pt x="266218" y="33204"/>
                  <a:pt x="257733" y="40947"/>
                  <a:pt x="257733" y="51666"/>
                </a:cubicBezTo>
                <a:cubicBezTo>
                  <a:pt x="257733" y="60004"/>
                  <a:pt x="262497" y="65960"/>
                  <a:pt x="275154" y="73108"/>
                </a:cubicBezTo>
                <a:lnTo>
                  <a:pt x="283789" y="78020"/>
                </a:lnTo>
                <a:cubicBezTo>
                  <a:pt x="288999" y="80998"/>
                  <a:pt x="291532" y="84572"/>
                  <a:pt x="291532" y="89186"/>
                </a:cubicBezTo>
                <a:cubicBezTo>
                  <a:pt x="291532" y="95738"/>
                  <a:pt x="286766" y="99907"/>
                  <a:pt x="279173" y="99907"/>
                </a:cubicBezTo>
                <a:cubicBezTo>
                  <a:pt x="268899" y="99907"/>
                  <a:pt x="263688" y="94250"/>
                  <a:pt x="260264" y="79063"/>
                </a:cubicBezTo>
                <a:lnTo>
                  <a:pt x="257881" y="79063"/>
                </a:lnTo>
                <a:lnTo>
                  <a:pt x="257881" y="102291"/>
                </a:lnTo>
                <a:lnTo>
                  <a:pt x="259816" y="102291"/>
                </a:lnTo>
                <a:cubicBezTo>
                  <a:pt x="260859" y="100800"/>
                  <a:pt x="261454" y="100503"/>
                  <a:pt x="263242" y="100503"/>
                </a:cubicBezTo>
                <a:cubicBezTo>
                  <a:pt x="264880" y="100503"/>
                  <a:pt x="266666" y="100800"/>
                  <a:pt x="270090" y="101693"/>
                </a:cubicBezTo>
                <a:cubicBezTo>
                  <a:pt x="274111" y="102588"/>
                  <a:pt x="277982" y="103184"/>
                  <a:pt x="280959" y="103184"/>
                </a:cubicBezTo>
                <a:cubicBezTo>
                  <a:pt x="292573" y="103184"/>
                  <a:pt x="301953" y="94548"/>
                  <a:pt x="301953" y="84124"/>
                </a:cubicBezTo>
                <a:cubicBezTo>
                  <a:pt x="301953" y="76679"/>
                  <a:pt x="298380" y="71768"/>
                  <a:pt x="289447" y="66406"/>
                </a:cubicBezTo>
                <a:lnTo>
                  <a:pt x="273366" y="56877"/>
                </a:lnTo>
                <a:cubicBezTo>
                  <a:pt x="269197" y="54346"/>
                  <a:pt x="266964" y="50773"/>
                  <a:pt x="266964" y="46754"/>
                </a:cubicBezTo>
                <a:cubicBezTo>
                  <a:pt x="266964" y="40649"/>
                  <a:pt x="271580" y="36628"/>
                  <a:pt x="278428" y="36628"/>
                </a:cubicBezTo>
                <a:cubicBezTo>
                  <a:pt x="286916" y="36628"/>
                  <a:pt x="291382" y="41542"/>
                  <a:pt x="294806" y="54942"/>
                </a:cubicBezTo>
                <a:lnTo>
                  <a:pt x="297039" y="54942"/>
                </a:lnTo>
                <a:close/>
                <a:moveTo>
                  <a:pt x="368806" y="77277"/>
                </a:moveTo>
                <a:cubicBezTo>
                  <a:pt x="361660" y="88591"/>
                  <a:pt x="355256" y="92910"/>
                  <a:pt x="345727" y="92910"/>
                </a:cubicBezTo>
                <a:cubicBezTo>
                  <a:pt x="337242" y="92910"/>
                  <a:pt x="330840" y="88591"/>
                  <a:pt x="326521" y="80105"/>
                </a:cubicBezTo>
                <a:cubicBezTo>
                  <a:pt x="323840" y="74446"/>
                  <a:pt x="322799" y="69682"/>
                  <a:pt x="322502" y="60451"/>
                </a:cubicBezTo>
                <a:lnTo>
                  <a:pt x="368360" y="60451"/>
                </a:lnTo>
                <a:cubicBezTo>
                  <a:pt x="367167" y="50773"/>
                  <a:pt x="365679" y="46456"/>
                  <a:pt x="361958" y="41690"/>
                </a:cubicBezTo>
                <a:cubicBezTo>
                  <a:pt x="357489" y="36330"/>
                  <a:pt x="350642" y="33204"/>
                  <a:pt x="342899" y="33204"/>
                </a:cubicBezTo>
                <a:cubicBezTo>
                  <a:pt x="335454" y="33204"/>
                  <a:pt x="328456" y="35885"/>
                  <a:pt x="322799" y="40947"/>
                </a:cubicBezTo>
                <a:cubicBezTo>
                  <a:pt x="315799" y="47051"/>
                  <a:pt x="311780" y="57623"/>
                  <a:pt x="311780" y="69832"/>
                </a:cubicBezTo>
                <a:cubicBezTo>
                  <a:pt x="311780" y="90379"/>
                  <a:pt x="322502" y="103184"/>
                  <a:pt x="339623" y="103184"/>
                </a:cubicBezTo>
                <a:cubicBezTo>
                  <a:pt x="353768" y="103184"/>
                  <a:pt x="364934" y="94398"/>
                  <a:pt x="371189" y="78317"/>
                </a:cubicBezTo>
                <a:lnTo>
                  <a:pt x="368806" y="77277"/>
                </a:lnTo>
                <a:moveTo>
                  <a:pt x="322799" y="55687"/>
                </a:moveTo>
                <a:cubicBezTo>
                  <a:pt x="324435" y="44073"/>
                  <a:pt x="329499" y="38563"/>
                  <a:pt x="338580" y="38563"/>
                </a:cubicBezTo>
                <a:cubicBezTo>
                  <a:pt x="347663" y="38563"/>
                  <a:pt x="351237" y="42732"/>
                  <a:pt x="353172" y="55687"/>
                </a:cubicBezTo>
                <a:lnTo>
                  <a:pt x="322799" y="55687"/>
                </a:lnTo>
                <a:close/>
                <a:moveTo>
                  <a:pt x="427768" y="38416"/>
                </a:moveTo>
                <a:cubicBezTo>
                  <a:pt x="421066" y="34544"/>
                  <a:pt x="416599" y="33204"/>
                  <a:pt x="410645" y="33204"/>
                </a:cubicBezTo>
                <a:cubicBezTo>
                  <a:pt x="391883" y="33204"/>
                  <a:pt x="377738" y="49730"/>
                  <a:pt x="377738" y="71320"/>
                </a:cubicBezTo>
                <a:cubicBezTo>
                  <a:pt x="377738" y="89931"/>
                  <a:pt x="387567" y="103184"/>
                  <a:pt x="401562" y="103184"/>
                </a:cubicBezTo>
                <a:cubicBezTo>
                  <a:pt x="410197" y="103184"/>
                  <a:pt x="418387" y="99312"/>
                  <a:pt x="424937" y="92165"/>
                </a:cubicBezTo>
                <a:lnTo>
                  <a:pt x="424937" y="120157"/>
                </a:lnTo>
                <a:cubicBezTo>
                  <a:pt x="424790" y="128495"/>
                  <a:pt x="422109" y="130878"/>
                  <a:pt x="411687" y="131473"/>
                </a:cubicBezTo>
                <a:lnTo>
                  <a:pt x="411687" y="134004"/>
                </a:lnTo>
                <a:lnTo>
                  <a:pt x="446825" y="134004"/>
                </a:lnTo>
                <a:lnTo>
                  <a:pt x="446825" y="131919"/>
                </a:lnTo>
                <a:cubicBezTo>
                  <a:pt x="438785" y="130133"/>
                  <a:pt x="437742" y="129090"/>
                  <a:pt x="437444" y="122688"/>
                </a:cubicBezTo>
                <a:lnTo>
                  <a:pt x="437444" y="33799"/>
                </a:lnTo>
                <a:lnTo>
                  <a:pt x="435806" y="33649"/>
                </a:lnTo>
                <a:lnTo>
                  <a:pt x="427768" y="38416"/>
                </a:lnTo>
                <a:moveTo>
                  <a:pt x="424937" y="82784"/>
                </a:moveTo>
                <a:cubicBezTo>
                  <a:pt x="424937" y="86358"/>
                  <a:pt x="424342" y="88293"/>
                  <a:pt x="422854" y="89634"/>
                </a:cubicBezTo>
                <a:cubicBezTo>
                  <a:pt x="419578" y="92315"/>
                  <a:pt x="414664" y="94100"/>
                  <a:pt x="410049" y="94100"/>
                </a:cubicBezTo>
                <a:cubicBezTo>
                  <a:pt x="405433" y="94100"/>
                  <a:pt x="401414" y="92612"/>
                  <a:pt x="398435" y="89784"/>
                </a:cubicBezTo>
                <a:cubicBezTo>
                  <a:pt x="393671" y="85317"/>
                  <a:pt x="390543" y="75787"/>
                  <a:pt x="390543" y="65811"/>
                </a:cubicBezTo>
                <a:cubicBezTo>
                  <a:pt x="390543" y="48242"/>
                  <a:pt x="398435" y="37373"/>
                  <a:pt x="411090" y="37373"/>
                </a:cubicBezTo>
                <a:cubicBezTo>
                  <a:pt x="420323" y="37373"/>
                  <a:pt x="424937" y="42287"/>
                  <a:pt x="424937" y="52113"/>
                </a:cubicBezTo>
                <a:lnTo>
                  <a:pt x="424937" y="82784"/>
                </a:lnTo>
                <a:close/>
                <a:moveTo>
                  <a:pt x="520526" y="94250"/>
                </a:moveTo>
                <a:lnTo>
                  <a:pt x="519783" y="94250"/>
                </a:lnTo>
                <a:cubicBezTo>
                  <a:pt x="512486" y="93953"/>
                  <a:pt x="511445" y="92760"/>
                  <a:pt x="511295" y="85762"/>
                </a:cubicBezTo>
                <a:lnTo>
                  <a:pt x="511295" y="34692"/>
                </a:lnTo>
                <a:lnTo>
                  <a:pt x="487770" y="34692"/>
                </a:lnTo>
                <a:lnTo>
                  <a:pt x="487770" y="37223"/>
                </a:lnTo>
                <a:cubicBezTo>
                  <a:pt x="497003" y="37671"/>
                  <a:pt x="498788" y="39159"/>
                  <a:pt x="498788" y="46604"/>
                </a:cubicBezTo>
                <a:lnTo>
                  <a:pt x="498788" y="81594"/>
                </a:lnTo>
                <a:cubicBezTo>
                  <a:pt x="498788" y="85762"/>
                  <a:pt x="498043" y="87848"/>
                  <a:pt x="495960" y="89486"/>
                </a:cubicBezTo>
                <a:cubicBezTo>
                  <a:pt x="491939" y="92760"/>
                  <a:pt x="487324" y="94548"/>
                  <a:pt x="482858" y="94548"/>
                </a:cubicBezTo>
                <a:cubicBezTo>
                  <a:pt x="477051" y="94548"/>
                  <a:pt x="472287" y="89486"/>
                  <a:pt x="472287" y="83232"/>
                </a:cubicBezTo>
                <a:lnTo>
                  <a:pt x="472287" y="34692"/>
                </a:lnTo>
                <a:lnTo>
                  <a:pt x="450547" y="34692"/>
                </a:lnTo>
                <a:lnTo>
                  <a:pt x="450547" y="36778"/>
                </a:lnTo>
                <a:cubicBezTo>
                  <a:pt x="457546" y="37075"/>
                  <a:pt x="459630" y="39159"/>
                  <a:pt x="459780" y="46306"/>
                </a:cubicBezTo>
                <a:lnTo>
                  <a:pt x="459780" y="83827"/>
                </a:lnTo>
                <a:cubicBezTo>
                  <a:pt x="459780" y="95591"/>
                  <a:pt x="466925" y="103184"/>
                  <a:pt x="477794" y="103184"/>
                </a:cubicBezTo>
                <a:cubicBezTo>
                  <a:pt x="483303" y="103184"/>
                  <a:pt x="489110" y="100800"/>
                  <a:pt x="493131" y="96781"/>
                </a:cubicBezTo>
                <a:lnTo>
                  <a:pt x="499534" y="90379"/>
                </a:lnTo>
                <a:lnTo>
                  <a:pt x="499534" y="102736"/>
                </a:lnTo>
                <a:lnTo>
                  <a:pt x="500129" y="103034"/>
                </a:lnTo>
                <a:cubicBezTo>
                  <a:pt x="507574" y="100057"/>
                  <a:pt x="512933" y="98419"/>
                  <a:pt x="520526" y="96334"/>
                </a:cubicBezTo>
                <a:lnTo>
                  <a:pt x="520526" y="94250"/>
                </a:lnTo>
                <a:close/>
                <a:moveTo>
                  <a:pt x="584847" y="77277"/>
                </a:moveTo>
                <a:cubicBezTo>
                  <a:pt x="577702" y="88591"/>
                  <a:pt x="571298" y="92910"/>
                  <a:pt x="561769" y="92910"/>
                </a:cubicBezTo>
                <a:cubicBezTo>
                  <a:pt x="553284" y="92910"/>
                  <a:pt x="546881" y="88591"/>
                  <a:pt x="542563" y="80105"/>
                </a:cubicBezTo>
                <a:cubicBezTo>
                  <a:pt x="539882" y="74446"/>
                  <a:pt x="538841" y="69682"/>
                  <a:pt x="538544" y="60451"/>
                </a:cubicBezTo>
                <a:lnTo>
                  <a:pt x="584402" y="60451"/>
                </a:lnTo>
                <a:cubicBezTo>
                  <a:pt x="583209" y="50773"/>
                  <a:pt x="581721" y="46456"/>
                  <a:pt x="578000" y="41690"/>
                </a:cubicBezTo>
                <a:cubicBezTo>
                  <a:pt x="573531" y="36330"/>
                  <a:pt x="566683" y="33204"/>
                  <a:pt x="558941" y="33204"/>
                </a:cubicBezTo>
                <a:cubicBezTo>
                  <a:pt x="551496" y="33204"/>
                  <a:pt x="544498" y="35885"/>
                  <a:pt x="538841" y="40947"/>
                </a:cubicBezTo>
                <a:cubicBezTo>
                  <a:pt x="531841" y="47051"/>
                  <a:pt x="527822" y="57623"/>
                  <a:pt x="527822" y="69832"/>
                </a:cubicBezTo>
                <a:cubicBezTo>
                  <a:pt x="527822" y="90379"/>
                  <a:pt x="538544" y="103184"/>
                  <a:pt x="555665" y="103184"/>
                </a:cubicBezTo>
                <a:cubicBezTo>
                  <a:pt x="569810" y="103184"/>
                  <a:pt x="580976" y="94398"/>
                  <a:pt x="587231" y="78317"/>
                </a:cubicBezTo>
                <a:lnTo>
                  <a:pt x="584847" y="77277"/>
                </a:lnTo>
                <a:moveTo>
                  <a:pt x="538841" y="55687"/>
                </a:moveTo>
                <a:cubicBezTo>
                  <a:pt x="540477" y="44073"/>
                  <a:pt x="545541" y="38563"/>
                  <a:pt x="554622" y="38563"/>
                </a:cubicBezTo>
                <a:cubicBezTo>
                  <a:pt x="563705" y="38563"/>
                  <a:pt x="567279" y="42732"/>
                  <a:pt x="569214" y="55687"/>
                </a:cubicBezTo>
                <a:lnTo>
                  <a:pt x="538841" y="55687"/>
                </a:lnTo>
                <a:close/>
                <a:moveTo>
                  <a:pt x="592887" y="101693"/>
                </a:moveTo>
                <a:lnTo>
                  <a:pt x="624453" y="101693"/>
                </a:lnTo>
                <a:lnTo>
                  <a:pt x="624453" y="99460"/>
                </a:lnTo>
                <a:cubicBezTo>
                  <a:pt x="617008" y="99015"/>
                  <a:pt x="614625" y="97079"/>
                  <a:pt x="614625" y="91719"/>
                </a:cubicBezTo>
                <a:lnTo>
                  <a:pt x="614625" y="49880"/>
                </a:lnTo>
                <a:cubicBezTo>
                  <a:pt x="621772" y="43180"/>
                  <a:pt x="625048" y="41392"/>
                  <a:pt x="629963" y="41392"/>
                </a:cubicBezTo>
                <a:cubicBezTo>
                  <a:pt x="637258" y="41392"/>
                  <a:pt x="640831" y="46009"/>
                  <a:pt x="640831" y="55835"/>
                </a:cubicBezTo>
                <a:lnTo>
                  <a:pt x="640831" y="86953"/>
                </a:lnTo>
                <a:cubicBezTo>
                  <a:pt x="640534" y="96631"/>
                  <a:pt x="638746" y="99015"/>
                  <a:pt x="631451" y="99460"/>
                </a:cubicBezTo>
                <a:lnTo>
                  <a:pt x="631451" y="101693"/>
                </a:lnTo>
                <a:lnTo>
                  <a:pt x="662421" y="101693"/>
                </a:lnTo>
                <a:lnTo>
                  <a:pt x="662421" y="99460"/>
                </a:lnTo>
                <a:cubicBezTo>
                  <a:pt x="655124" y="98717"/>
                  <a:pt x="653486" y="96929"/>
                  <a:pt x="653338" y="89634"/>
                </a:cubicBezTo>
                <a:lnTo>
                  <a:pt x="653338" y="55537"/>
                </a:lnTo>
                <a:cubicBezTo>
                  <a:pt x="653338" y="41542"/>
                  <a:pt x="646786" y="33204"/>
                  <a:pt x="635770" y="33204"/>
                </a:cubicBezTo>
                <a:cubicBezTo>
                  <a:pt x="628920" y="33204"/>
                  <a:pt x="624303" y="35735"/>
                  <a:pt x="614180" y="45263"/>
                </a:cubicBezTo>
                <a:lnTo>
                  <a:pt x="614180" y="33502"/>
                </a:lnTo>
                <a:lnTo>
                  <a:pt x="613137" y="33204"/>
                </a:lnTo>
                <a:cubicBezTo>
                  <a:pt x="605394" y="36033"/>
                  <a:pt x="600332" y="37671"/>
                  <a:pt x="592590" y="39904"/>
                </a:cubicBezTo>
                <a:lnTo>
                  <a:pt x="592590" y="42435"/>
                </a:lnTo>
                <a:cubicBezTo>
                  <a:pt x="593632" y="41990"/>
                  <a:pt x="594973" y="41840"/>
                  <a:pt x="596611" y="41840"/>
                </a:cubicBezTo>
                <a:cubicBezTo>
                  <a:pt x="600780" y="41840"/>
                  <a:pt x="602118" y="44073"/>
                  <a:pt x="602118" y="51368"/>
                </a:cubicBezTo>
                <a:lnTo>
                  <a:pt x="602118" y="88293"/>
                </a:lnTo>
                <a:cubicBezTo>
                  <a:pt x="601970" y="97079"/>
                  <a:pt x="600332" y="99015"/>
                  <a:pt x="592887" y="99460"/>
                </a:cubicBezTo>
                <a:lnTo>
                  <a:pt x="592887" y="101693"/>
                </a:lnTo>
                <a:close/>
                <a:moveTo>
                  <a:pt x="702919" y="34692"/>
                </a:moveTo>
                <a:lnTo>
                  <a:pt x="687881" y="34692"/>
                </a:lnTo>
                <a:lnTo>
                  <a:pt x="687881" y="17421"/>
                </a:lnTo>
                <a:cubicBezTo>
                  <a:pt x="687881" y="15933"/>
                  <a:pt x="687583" y="15485"/>
                  <a:pt x="686838" y="15485"/>
                </a:cubicBezTo>
                <a:cubicBezTo>
                  <a:pt x="678203" y="27992"/>
                  <a:pt x="673736" y="33054"/>
                  <a:pt x="669419" y="35585"/>
                </a:cubicBezTo>
                <a:cubicBezTo>
                  <a:pt x="667781" y="36628"/>
                  <a:pt x="666886" y="37521"/>
                  <a:pt x="666886" y="38416"/>
                </a:cubicBezTo>
                <a:cubicBezTo>
                  <a:pt x="666886" y="38861"/>
                  <a:pt x="667036" y="39159"/>
                  <a:pt x="667484" y="39456"/>
                </a:cubicBezTo>
                <a:lnTo>
                  <a:pt x="675374" y="39456"/>
                </a:lnTo>
                <a:lnTo>
                  <a:pt x="675374" y="84274"/>
                </a:lnTo>
                <a:cubicBezTo>
                  <a:pt x="675374" y="96781"/>
                  <a:pt x="679841" y="103184"/>
                  <a:pt x="688626" y="103184"/>
                </a:cubicBezTo>
                <a:cubicBezTo>
                  <a:pt x="695921" y="103184"/>
                  <a:pt x="701578" y="99610"/>
                  <a:pt x="706493" y="91867"/>
                </a:cubicBezTo>
                <a:lnTo>
                  <a:pt x="704557" y="90229"/>
                </a:lnTo>
                <a:cubicBezTo>
                  <a:pt x="701281" y="94100"/>
                  <a:pt x="698900" y="95441"/>
                  <a:pt x="695624" y="95441"/>
                </a:cubicBezTo>
                <a:cubicBezTo>
                  <a:pt x="690114" y="95441"/>
                  <a:pt x="687881" y="91422"/>
                  <a:pt x="687881" y="82041"/>
                </a:cubicBezTo>
                <a:lnTo>
                  <a:pt x="687881" y="39456"/>
                </a:lnTo>
                <a:lnTo>
                  <a:pt x="702919" y="39456"/>
                </a:lnTo>
                <a:lnTo>
                  <a:pt x="702919" y="34692"/>
                </a:lnTo>
                <a:close/>
                <a:moveTo>
                  <a:pt x="745055" y="134004"/>
                </a:moveTo>
                <a:lnTo>
                  <a:pt x="781087" y="134004"/>
                </a:lnTo>
                <a:lnTo>
                  <a:pt x="781087" y="131323"/>
                </a:lnTo>
                <a:cubicBezTo>
                  <a:pt x="769921" y="131176"/>
                  <a:pt x="768133" y="129685"/>
                  <a:pt x="767985" y="120157"/>
                </a:cubicBezTo>
                <a:lnTo>
                  <a:pt x="767985" y="96781"/>
                </a:lnTo>
                <a:cubicBezTo>
                  <a:pt x="773344" y="101693"/>
                  <a:pt x="776768" y="103184"/>
                  <a:pt x="783023" y="103184"/>
                </a:cubicBezTo>
                <a:cubicBezTo>
                  <a:pt x="800741" y="103184"/>
                  <a:pt x="814289" y="86508"/>
                  <a:pt x="814289" y="64918"/>
                </a:cubicBezTo>
                <a:cubicBezTo>
                  <a:pt x="814289" y="46456"/>
                  <a:pt x="803868" y="33204"/>
                  <a:pt x="789425" y="33204"/>
                </a:cubicBezTo>
                <a:cubicBezTo>
                  <a:pt x="781087" y="33204"/>
                  <a:pt x="774535" y="36778"/>
                  <a:pt x="767985" y="44966"/>
                </a:cubicBezTo>
                <a:lnTo>
                  <a:pt x="767985" y="33502"/>
                </a:lnTo>
                <a:lnTo>
                  <a:pt x="767092" y="33204"/>
                </a:lnTo>
                <a:cubicBezTo>
                  <a:pt x="759052" y="36330"/>
                  <a:pt x="753840" y="38266"/>
                  <a:pt x="745650" y="40797"/>
                </a:cubicBezTo>
                <a:lnTo>
                  <a:pt x="745650" y="43180"/>
                </a:lnTo>
                <a:cubicBezTo>
                  <a:pt x="746990" y="43030"/>
                  <a:pt x="747883" y="43030"/>
                  <a:pt x="749373" y="43030"/>
                </a:cubicBezTo>
                <a:cubicBezTo>
                  <a:pt x="754435" y="43030"/>
                  <a:pt x="755478" y="44520"/>
                  <a:pt x="755478" y="51518"/>
                </a:cubicBezTo>
                <a:lnTo>
                  <a:pt x="755478" y="121200"/>
                </a:lnTo>
                <a:cubicBezTo>
                  <a:pt x="755478" y="129090"/>
                  <a:pt x="753840" y="130581"/>
                  <a:pt x="745055" y="131473"/>
                </a:cubicBezTo>
                <a:lnTo>
                  <a:pt x="745055" y="134004"/>
                </a:lnTo>
                <a:moveTo>
                  <a:pt x="767985" y="51963"/>
                </a:moveTo>
                <a:cubicBezTo>
                  <a:pt x="767985" y="47497"/>
                  <a:pt x="776323" y="42137"/>
                  <a:pt x="783170" y="42137"/>
                </a:cubicBezTo>
                <a:cubicBezTo>
                  <a:pt x="794189" y="42137"/>
                  <a:pt x="801484" y="53454"/>
                  <a:pt x="801484" y="70875"/>
                </a:cubicBezTo>
                <a:cubicBezTo>
                  <a:pt x="801484" y="87251"/>
                  <a:pt x="794189" y="98419"/>
                  <a:pt x="783470" y="98419"/>
                </a:cubicBezTo>
                <a:cubicBezTo>
                  <a:pt x="776471" y="98419"/>
                  <a:pt x="767985" y="93058"/>
                  <a:pt x="767985" y="88591"/>
                </a:cubicBezTo>
                <a:lnTo>
                  <a:pt x="767985" y="51963"/>
                </a:lnTo>
                <a:close/>
                <a:moveTo>
                  <a:pt x="819947" y="101693"/>
                </a:moveTo>
                <a:lnTo>
                  <a:pt x="855682" y="101693"/>
                </a:lnTo>
                <a:lnTo>
                  <a:pt x="855682" y="99460"/>
                </a:lnTo>
                <a:cubicBezTo>
                  <a:pt x="845706" y="99162"/>
                  <a:pt x="843322" y="97079"/>
                  <a:pt x="843025" y="88293"/>
                </a:cubicBezTo>
                <a:lnTo>
                  <a:pt x="843025" y="54794"/>
                </a:lnTo>
                <a:cubicBezTo>
                  <a:pt x="843025" y="50028"/>
                  <a:pt x="849279" y="42585"/>
                  <a:pt x="853448" y="42585"/>
                </a:cubicBezTo>
                <a:cubicBezTo>
                  <a:pt x="854341" y="42585"/>
                  <a:pt x="855682" y="43328"/>
                  <a:pt x="857320" y="44818"/>
                </a:cubicBezTo>
                <a:cubicBezTo>
                  <a:pt x="859553" y="47051"/>
                  <a:pt x="861339" y="47794"/>
                  <a:pt x="863274" y="47794"/>
                </a:cubicBezTo>
                <a:cubicBezTo>
                  <a:pt x="866848" y="47794"/>
                  <a:pt x="869081" y="45263"/>
                  <a:pt x="869081" y="41094"/>
                </a:cubicBezTo>
                <a:cubicBezTo>
                  <a:pt x="869081" y="36183"/>
                  <a:pt x="865955" y="33204"/>
                  <a:pt x="860893" y="33204"/>
                </a:cubicBezTo>
                <a:cubicBezTo>
                  <a:pt x="854639" y="33204"/>
                  <a:pt x="850470" y="36480"/>
                  <a:pt x="843025" y="47199"/>
                </a:cubicBezTo>
                <a:lnTo>
                  <a:pt x="843025" y="33502"/>
                </a:lnTo>
                <a:lnTo>
                  <a:pt x="842282" y="33204"/>
                </a:lnTo>
                <a:cubicBezTo>
                  <a:pt x="833944" y="36480"/>
                  <a:pt x="828582" y="38563"/>
                  <a:pt x="820244" y="41244"/>
                </a:cubicBezTo>
                <a:lnTo>
                  <a:pt x="820244" y="43625"/>
                </a:lnTo>
                <a:cubicBezTo>
                  <a:pt x="822330" y="43180"/>
                  <a:pt x="823670" y="43030"/>
                  <a:pt x="825456" y="43030"/>
                </a:cubicBezTo>
                <a:cubicBezTo>
                  <a:pt x="829178" y="43030"/>
                  <a:pt x="830518" y="45413"/>
                  <a:pt x="830518" y="51963"/>
                </a:cubicBezTo>
                <a:lnTo>
                  <a:pt x="830518" y="89186"/>
                </a:lnTo>
                <a:cubicBezTo>
                  <a:pt x="830220" y="96929"/>
                  <a:pt x="829327" y="97824"/>
                  <a:pt x="819947" y="99460"/>
                </a:cubicBezTo>
                <a:lnTo>
                  <a:pt x="819947" y="101693"/>
                </a:lnTo>
                <a:close/>
                <a:moveTo>
                  <a:pt x="906008" y="33204"/>
                </a:moveTo>
                <a:cubicBezTo>
                  <a:pt x="886502" y="33204"/>
                  <a:pt x="873102" y="47497"/>
                  <a:pt x="873102" y="68044"/>
                </a:cubicBezTo>
                <a:cubicBezTo>
                  <a:pt x="873102" y="88293"/>
                  <a:pt x="886949" y="103184"/>
                  <a:pt x="905708" y="103184"/>
                </a:cubicBezTo>
                <a:cubicBezTo>
                  <a:pt x="924470" y="103184"/>
                  <a:pt x="938762" y="87550"/>
                  <a:pt x="938762" y="66853"/>
                </a:cubicBezTo>
                <a:cubicBezTo>
                  <a:pt x="938762" y="47199"/>
                  <a:pt x="925065" y="33204"/>
                  <a:pt x="906008" y="33204"/>
                </a:cubicBezTo>
                <a:moveTo>
                  <a:pt x="904073" y="37373"/>
                </a:moveTo>
                <a:cubicBezTo>
                  <a:pt x="916579" y="37373"/>
                  <a:pt x="925363" y="51666"/>
                  <a:pt x="925363" y="72065"/>
                </a:cubicBezTo>
                <a:cubicBezTo>
                  <a:pt x="925363" y="89039"/>
                  <a:pt x="918663" y="99015"/>
                  <a:pt x="907496" y="99015"/>
                </a:cubicBezTo>
                <a:cubicBezTo>
                  <a:pt x="901689" y="99015"/>
                  <a:pt x="896180" y="95441"/>
                  <a:pt x="893054" y="89486"/>
                </a:cubicBezTo>
                <a:cubicBezTo>
                  <a:pt x="888885" y="81743"/>
                  <a:pt x="886502" y="71320"/>
                  <a:pt x="886502" y="60749"/>
                </a:cubicBezTo>
                <a:cubicBezTo>
                  <a:pt x="886502" y="46604"/>
                  <a:pt x="893351" y="37373"/>
                  <a:pt x="904073" y="37373"/>
                </a:cubicBezTo>
                <a:close/>
                <a:moveTo>
                  <a:pt x="1002489" y="78467"/>
                </a:moveTo>
                <a:cubicBezTo>
                  <a:pt x="995342" y="88889"/>
                  <a:pt x="989982" y="92462"/>
                  <a:pt x="981494" y="92462"/>
                </a:cubicBezTo>
                <a:cubicBezTo>
                  <a:pt x="967797" y="92462"/>
                  <a:pt x="958416" y="80551"/>
                  <a:pt x="958416" y="63430"/>
                </a:cubicBezTo>
                <a:cubicBezTo>
                  <a:pt x="958416" y="47944"/>
                  <a:pt x="966606" y="37521"/>
                  <a:pt x="978666" y="37521"/>
                </a:cubicBezTo>
                <a:cubicBezTo>
                  <a:pt x="984025" y="37521"/>
                  <a:pt x="985961" y="39011"/>
                  <a:pt x="987451" y="44668"/>
                </a:cubicBezTo>
                <a:lnTo>
                  <a:pt x="988344" y="47944"/>
                </a:lnTo>
                <a:cubicBezTo>
                  <a:pt x="989535" y="52263"/>
                  <a:pt x="992216" y="54794"/>
                  <a:pt x="995492" y="54794"/>
                </a:cubicBezTo>
                <a:cubicBezTo>
                  <a:pt x="999363" y="54794"/>
                  <a:pt x="1002489" y="51963"/>
                  <a:pt x="1002489" y="48539"/>
                </a:cubicBezTo>
                <a:cubicBezTo>
                  <a:pt x="1002489" y="40202"/>
                  <a:pt x="992066" y="33204"/>
                  <a:pt x="979559" y="33204"/>
                </a:cubicBezTo>
                <a:cubicBezTo>
                  <a:pt x="972264" y="33204"/>
                  <a:pt x="964671" y="36183"/>
                  <a:pt x="958566" y="41542"/>
                </a:cubicBezTo>
                <a:cubicBezTo>
                  <a:pt x="951121" y="48092"/>
                  <a:pt x="946952" y="58218"/>
                  <a:pt x="946952" y="70129"/>
                </a:cubicBezTo>
                <a:cubicBezTo>
                  <a:pt x="946952" y="89336"/>
                  <a:pt x="958714" y="103184"/>
                  <a:pt x="975242" y="103184"/>
                </a:cubicBezTo>
                <a:cubicBezTo>
                  <a:pt x="981942" y="103184"/>
                  <a:pt x="987897" y="100800"/>
                  <a:pt x="993258" y="96186"/>
                </a:cubicBezTo>
                <a:cubicBezTo>
                  <a:pt x="997277" y="92760"/>
                  <a:pt x="1000106" y="88591"/>
                  <a:pt x="1004572" y="79808"/>
                </a:cubicBezTo>
                <a:lnTo>
                  <a:pt x="1002489" y="78467"/>
                </a:lnTo>
                <a:close/>
                <a:moveTo>
                  <a:pt x="1070085" y="77277"/>
                </a:moveTo>
                <a:cubicBezTo>
                  <a:pt x="1062940" y="88591"/>
                  <a:pt x="1056536" y="92910"/>
                  <a:pt x="1047007" y="92910"/>
                </a:cubicBezTo>
                <a:cubicBezTo>
                  <a:pt x="1038522" y="92910"/>
                  <a:pt x="1032120" y="88591"/>
                  <a:pt x="1027801" y="80105"/>
                </a:cubicBezTo>
                <a:cubicBezTo>
                  <a:pt x="1025120" y="74446"/>
                  <a:pt x="1024079" y="69682"/>
                  <a:pt x="1023782" y="60451"/>
                </a:cubicBezTo>
                <a:lnTo>
                  <a:pt x="1069640" y="60451"/>
                </a:lnTo>
                <a:cubicBezTo>
                  <a:pt x="1068447" y="50773"/>
                  <a:pt x="1066959" y="46456"/>
                  <a:pt x="1063238" y="41690"/>
                </a:cubicBezTo>
                <a:cubicBezTo>
                  <a:pt x="1058769" y="36330"/>
                  <a:pt x="1051922" y="33204"/>
                  <a:pt x="1044179" y="33204"/>
                </a:cubicBezTo>
                <a:cubicBezTo>
                  <a:pt x="1036734" y="33204"/>
                  <a:pt x="1029736" y="35885"/>
                  <a:pt x="1024079" y="40947"/>
                </a:cubicBezTo>
                <a:cubicBezTo>
                  <a:pt x="1017079" y="47051"/>
                  <a:pt x="1013060" y="57623"/>
                  <a:pt x="1013060" y="69832"/>
                </a:cubicBezTo>
                <a:cubicBezTo>
                  <a:pt x="1013060" y="90379"/>
                  <a:pt x="1023782" y="103184"/>
                  <a:pt x="1040903" y="103184"/>
                </a:cubicBezTo>
                <a:cubicBezTo>
                  <a:pt x="1055048" y="103184"/>
                  <a:pt x="1066214" y="94398"/>
                  <a:pt x="1072469" y="78317"/>
                </a:cubicBezTo>
                <a:lnTo>
                  <a:pt x="1070085" y="77277"/>
                </a:lnTo>
                <a:moveTo>
                  <a:pt x="1024079" y="55687"/>
                </a:moveTo>
                <a:cubicBezTo>
                  <a:pt x="1025715" y="44073"/>
                  <a:pt x="1030779" y="38563"/>
                  <a:pt x="1039860" y="38563"/>
                </a:cubicBezTo>
                <a:cubicBezTo>
                  <a:pt x="1048943" y="38563"/>
                  <a:pt x="1052517" y="42732"/>
                  <a:pt x="1054452" y="55687"/>
                </a:cubicBezTo>
                <a:lnTo>
                  <a:pt x="1024079" y="55687"/>
                </a:lnTo>
                <a:close/>
                <a:moveTo>
                  <a:pt x="1148553" y="93058"/>
                </a:moveTo>
                <a:cubicBezTo>
                  <a:pt x="1146617" y="93208"/>
                  <a:pt x="1145724" y="93208"/>
                  <a:pt x="1145127" y="93208"/>
                </a:cubicBezTo>
                <a:cubicBezTo>
                  <a:pt x="1139917" y="93208"/>
                  <a:pt x="1138577" y="91570"/>
                  <a:pt x="1138577" y="84720"/>
                </a:cubicBezTo>
                <a:lnTo>
                  <a:pt x="1138577" y="298"/>
                </a:lnTo>
                <a:lnTo>
                  <a:pt x="1137832" y="0"/>
                </a:lnTo>
                <a:cubicBezTo>
                  <a:pt x="1130834" y="2383"/>
                  <a:pt x="1125772" y="4021"/>
                  <a:pt x="1115944" y="6552"/>
                </a:cubicBezTo>
                <a:lnTo>
                  <a:pt x="1115944" y="8933"/>
                </a:lnTo>
                <a:cubicBezTo>
                  <a:pt x="1117137" y="8785"/>
                  <a:pt x="1117880" y="8785"/>
                  <a:pt x="1119220" y="8785"/>
                </a:cubicBezTo>
                <a:cubicBezTo>
                  <a:pt x="1124730" y="8785"/>
                  <a:pt x="1126070" y="10274"/>
                  <a:pt x="1126070" y="16378"/>
                </a:cubicBezTo>
                <a:lnTo>
                  <a:pt x="1126070" y="39606"/>
                </a:lnTo>
                <a:cubicBezTo>
                  <a:pt x="1120411" y="34842"/>
                  <a:pt x="1116392" y="33204"/>
                  <a:pt x="1110435" y="33204"/>
                </a:cubicBezTo>
                <a:cubicBezTo>
                  <a:pt x="1093314" y="33204"/>
                  <a:pt x="1079466" y="50028"/>
                  <a:pt x="1079466" y="71172"/>
                </a:cubicBezTo>
                <a:cubicBezTo>
                  <a:pt x="1079466" y="90229"/>
                  <a:pt x="1090485" y="103184"/>
                  <a:pt x="1107011" y="103184"/>
                </a:cubicBezTo>
                <a:cubicBezTo>
                  <a:pt x="1115349" y="103184"/>
                  <a:pt x="1121008" y="100205"/>
                  <a:pt x="1126070" y="93208"/>
                </a:cubicBezTo>
                <a:lnTo>
                  <a:pt x="1126070" y="102736"/>
                </a:lnTo>
                <a:lnTo>
                  <a:pt x="1126665" y="103184"/>
                </a:lnTo>
                <a:lnTo>
                  <a:pt x="1148553" y="95441"/>
                </a:lnTo>
                <a:lnTo>
                  <a:pt x="1148553" y="93058"/>
                </a:lnTo>
                <a:moveTo>
                  <a:pt x="1126070" y="86508"/>
                </a:moveTo>
                <a:cubicBezTo>
                  <a:pt x="1126070" y="87550"/>
                  <a:pt x="1125027" y="89336"/>
                  <a:pt x="1123539" y="90974"/>
                </a:cubicBezTo>
                <a:cubicBezTo>
                  <a:pt x="1121008" y="93953"/>
                  <a:pt x="1117137" y="95441"/>
                  <a:pt x="1112818" y="95441"/>
                </a:cubicBezTo>
                <a:cubicBezTo>
                  <a:pt x="1100311" y="95441"/>
                  <a:pt x="1092271" y="83529"/>
                  <a:pt x="1092271" y="65068"/>
                </a:cubicBezTo>
                <a:cubicBezTo>
                  <a:pt x="1092271" y="48392"/>
                  <a:pt x="1099566" y="37373"/>
                  <a:pt x="1110882" y="37373"/>
                </a:cubicBezTo>
                <a:cubicBezTo>
                  <a:pt x="1118923" y="37373"/>
                  <a:pt x="1126070" y="44370"/>
                  <a:pt x="1126070" y="52263"/>
                </a:cubicBezTo>
                <a:lnTo>
                  <a:pt x="1126070" y="86508"/>
                </a:lnTo>
                <a:close/>
                <a:moveTo>
                  <a:pt x="1221807" y="94250"/>
                </a:moveTo>
                <a:lnTo>
                  <a:pt x="1221064" y="94250"/>
                </a:lnTo>
                <a:cubicBezTo>
                  <a:pt x="1213766" y="93953"/>
                  <a:pt x="1212726" y="92760"/>
                  <a:pt x="1212576" y="85762"/>
                </a:cubicBezTo>
                <a:lnTo>
                  <a:pt x="1212576" y="34692"/>
                </a:lnTo>
                <a:lnTo>
                  <a:pt x="1189050" y="34692"/>
                </a:lnTo>
                <a:lnTo>
                  <a:pt x="1189050" y="37223"/>
                </a:lnTo>
                <a:cubicBezTo>
                  <a:pt x="1198283" y="37671"/>
                  <a:pt x="1200069" y="39159"/>
                  <a:pt x="1200069" y="46604"/>
                </a:cubicBezTo>
                <a:lnTo>
                  <a:pt x="1200069" y="81594"/>
                </a:lnTo>
                <a:cubicBezTo>
                  <a:pt x="1200069" y="85762"/>
                  <a:pt x="1199324" y="87848"/>
                  <a:pt x="1197240" y="89486"/>
                </a:cubicBezTo>
                <a:cubicBezTo>
                  <a:pt x="1193219" y="92760"/>
                  <a:pt x="1188605" y="94548"/>
                  <a:pt x="1184138" y="94548"/>
                </a:cubicBezTo>
                <a:cubicBezTo>
                  <a:pt x="1178331" y="94548"/>
                  <a:pt x="1173567" y="89486"/>
                  <a:pt x="1173567" y="83232"/>
                </a:cubicBezTo>
                <a:lnTo>
                  <a:pt x="1173567" y="34692"/>
                </a:lnTo>
                <a:lnTo>
                  <a:pt x="1151827" y="34692"/>
                </a:lnTo>
                <a:lnTo>
                  <a:pt x="1151827" y="36778"/>
                </a:lnTo>
                <a:cubicBezTo>
                  <a:pt x="1158827" y="37075"/>
                  <a:pt x="1160910" y="39159"/>
                  <a:pt x="1161060" y="46306"/>
                </a:cubicBezTo>
                <a:lnTo>
                  <a:pt x="1161060" y="83827"/>
                </a:lnTo>
                <a:cubicBezTo>
                  <a:pt x="1161060" y="95591"/>
                  <a:pt x="1168205" y="103184"/>
                  <a:pt x="1179074" y="103184"/>
                </a:cubicBezTo>
                <a:cubicBezTo>
                  <a:pt x="1184584" y="103184"/>
                  <a:pt x="1190391" y="100800"/>
                  <a:pt x="1194412" y="96781"/>
                </a:cubicBezTo>
                <a:lnTo>
                  <a:pt x="1200814" y="90379"/>
                </a:lnTo>
                <a:lnTo>
                  <a:pt x="1200814" y="102736"/>
                </a:lnTo>
                <a:lnTo>
                  <a:pt x="1201409" y="103034"/>
                </a:lnTo>
                <a:cubicBezTo>
                  <a:pt x="1208854" y="100057"/>
                  <a:pt x="1214214" y="98419"/>
                  <a:pt x="1221807" y="96334"/>
                </a:cubicBezTo>
                <a:lnTo>
                  <a:pt x="1221807" y="94250"/>
                </a:lnTo>
                <a:close/>
                <a:moveTo>
                  <a:pt x="1226124" y="101693"/>
                </a:moveTo>
                <a:lnTo>
                  <a:pt x="1261859" y="101693"/>
                </a:lnTo>
                <a:lnTo>
                  <a:pt x="1261859" y="99460"/>
                </a:lnTo>
                <a:cubicBezTo>
                  <a:pt x="1251883" y="99162"/>
                  <a:pt x="1249500" y="97079"/>
                  <a:pt x="1249202" y="88293"/>
                </a:cubicBezTo>
                <a:lnTo>
                  <a:pt x="1249202" y="54794"/>
                </a:lnTo>
                <a:cubicBezTo>
                  <a:pt x="1249202" y="50028"/>
                  <a:pt x="1255457" y="42585"/>
                  <a:pt x="1259626" y="42585"/>
                </a:cubicBezTo>
                <a:cubicBezTo>
                  <a:pt x="1260519" y="42585"/>
                  <a:pt x="1261859" y="43328"/>
                  <a:pt x="1263497" y="44818"/>
                </a:cubicBezTo>
                <a:cubicBezTo>
                  <a:pt x="1265731" y="47051"/>
                  <a:pt x="1267516" y="47794"/>
                  <a:pt x="1269452" y="47794"/>
                </a:cubicBezTo>
                <a:cubicBezTo>
                  <a:pt x="1273026" y="47794"/>
                  <a:pt x="1275259" y="45263"/>
                  <a:pt x="1275259" y="41094"/>
                </a:cubicBezTo>
                <a:cubicBezTo>
                  <a:pt x="1275259" y="36183"/>
                  <a:pt x="1272133" y="33204"/>
                  <a:pt x="1267071" y="33204"/>
                </a:cubicBezTo>
                <a:cubicBezTo>
                  <a:pt x="1260816" y="33204"/>
                  <a:pt x="1256648" y="36480"/>
                  <a:pt x="1249202" y="47199"/>
                </a:cubicBezTo>
                <a:lnTo>
                  <a:pt x="1249202" y="33502"/>
                </a:lnTo>
                <a:lnTo>
                  <a:pt x="1248460" y="33204"/>
                </a:lnTo>
                <a:cubicBezTo>
                  <a:pt x="1240122" y="36480"/>
                  <a:pt x="1234760" y="38563"/>
                  <a:pt x="1226422" y="41244"/>
                </a:cubicBezTo>
                <a:lnTo>
                  <a:pt x="1226422" y="43625"/>
                </a:lnTo>
                <a:cubicBezTo>
                  <a:pt x="1228508" y="43180"/>
                  <a:pt x="1229848" y="43030"/>
                  <a:pt x="1231634" y="43030"/>
                </a:cubicBezTo>
                <a:cubicBezTo>
                  <a:pt x="1235355" y="43030"/>
                  <a:pt x="1236696" y="45413"/>
                  <a:pt x="1236696" y="51963"/>
                </a:cubicBezTo>
                <a:lnTo>
                  <a:pt x="1236696" y="89186"/>
                </a:lnTo>
                <a:cubicBezTo>
                  <a:pt x="1236398" y="96929"/>
                  <a:pt x="1235505" y="97824"/>
                  <a:pt x="1226124" y="99460"/>
                </a:cubicBezTo>
                <a:lnTo>
                  <a:pt x="1226124" y="101693"/>
                </a:lnTo>
                <a:close/>
                <a:moveTo>
                  <a:pt x="1335710" y="77277"/>
                </a:moveTo>
                <a:cubicBezTo>
                  <a:pt x="1328564" y="88591"/>
                  <a:pt x="1322160" y="92910"/>
                  <a:pt x="1312631" y="92910"/>
                </a:cubicBezTo>
                <a:cubicBezTo>
                  <a:pt x="1304146" y="92910"/>
                  <a:pt x="1297744" y="88591"/>
                  <a:pt x="1293425" y="80105"/>
                </a:cubicBezTo>
                <a:cubicBezTo>
                  <a:pt x="1290744" y="74446"/>
                  <a:pt x="1289703" y="69682"/>
                  <a:pt x="1289406" y="60451"/>
                </a:cubicBezTo>
                <a:lnTo>
                  <a:pt x="1335264" y="60451"/>
                </a:lnTo>
                <a:cubicBezTo>
                  <a:pt x="1334071" y="50773"/>
                  <a:pt x="1332583" y="46456"/>
                  <a:pt x="1328862" y="41690"/>
                </a:cubicBezTo>
                <a:cubicBezTo>
                  <a:pt x="1324393" y="36330"/>
                  <a:pt x="1317546" y="33204"/>
                  <a:pt x="1309803" y="33204"/>
                </a:cubicBezTo>
                <a:cubicBezTo>
                  <a:pt x="1302358" y="33204"/>
                  <a:pt x="1295360" y="35885"/>
                  <a:pt x="1289703" y="40947"/>
                </a:cubicBezTo>
                <a:cubicBezTo>
                  <a:pt x="1282703" y="47051"/>
                  <a:pt x="1278684" y="57623"/>
                  <a:pt x="1278684" y="69832"/>
                </a:cubicBezTo>
                <a:cubicBezTo>
                  <a:pt x="1278684" y="90379"/>
                  <a:pt x="1289406" y="103184"/>
                  <a:pt x="1306527" y="103184"/>
                </a:cubicBezTo>
                <a:cubicBezTo>
                  <a:pt x="1320672" y="103184"/>
                  <a:pt x="1331838" y="94398"/>
                  <a:pt x="1338093" y="78317"/>
                </a:cubicBezTo>
                <a:lnTo>
                  <a:pt x="1335710" y="77277"/>
                </a:lnTo>
                <a:moveTo>
                  <a:pt x="1289703" y="55687"/>
                </a:moveTo>
                <a:cubicBezTo>
                  <a:pt x="1291339" y="44073"/>
                  <a:pt x="1296403" y="38563"/>
                  <a:pt x="1305484" y="38563"/>
                </a:cubicBezTo>
                <a:cubicBezTo>
                  <a:pt x="1314567" y="38563"/>
                  <a:pt x="1318141" y="42732"/>
                  <a:pt x="1320076" y="55687"/>
                </a:cubicBezTo>
                <a:lnTo>
                  <a:pt x="1289703" y="55687"/>
                </a:lnTo>
                <a:close/>
                <a:moveTo>
                  <a:pt x="1346728" y="128047"/>
                </a:moveTo>
                <a:cubicBezTo>
                  <a:pt x="1357746" y="120752"/>
                  <a:pt x="1362213" y="117031"/>
                  <a:pt x="1367720" y="110181"/>
                </a:cubicBezTo>
                <a:cubicBezTo>
                  <a:pt x="1378294" y="97227"/>
                  <a:pt x="1383503" y="82339"/>
                  <a:pt x="1383503" y="64918"/>
                </a:cubicBezTo>
                <a:cubicBezTo>
                  <a:pt x="1383503" y="45859"/>
                  <a:pt x="1377994" y="31416"/>
                  <a:pt x="1364891" y="16231"/>
                </a:cubicBezTo>
                <a:cubicBezTo>
                  <a:pt x="1358787" y="9083"/>
                  <a:pt x="1354916" y="5807"/>
                  <a:pt x="1347173" y="1043"/>
                </a:cubicBezTo>
                <a:lnTo>
                  <a:pt x="1345387" y="3426"/>
                </a:lnTo>
                <a:cubicBezTo>
                  <a:pt x="1357299" y="12805"/>
                  <a:pt x="1361318" y="18016"/>
                  <a:pt x="1365487" y="29183"/>
                </a:cubicBezTo>
                <a:cubicBezTo>
                  <a:pt x="1369060" y="39159"/>
                  <a:pt x="1370699" y="50327"/>
                  <a:pt x="1370699" y="65365"/>
                </a:cubicBezTo>
                <a:cubicBezTo>
                  <a:pt x="1370699" y="80998"/>
                  <a:pt x="1368763" y="93208"/>
                  <a:pt x="1364744" y="102291"/>
                </a:cubicBezTo>
                <a:cubicBezTo>
                  <a:pt x="1360723" y="111521"/>
                  <a:pt x="1356108" y="117031"/>
                  <a:pt x="1345387" y="125666"/>
                </a:cubicBezTo>
                <a:lnTo>
                  <a:pt x="1346728" y="128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9A9C5-05C4-43B0-BE89-36B0434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276" y="2531701"/>
            <a:ext cx="1547136" cy="429884"/>
          </a:xfrm>
          <a:custGeom xmlns:a="http://schemas.openxmlformats.org/drawingml/2006/main">
            <a:pathLst>
              <a:path w="1547136" h="429884" fill="none">
                <a:moveTo>
                  <a:pt x="0" y="429884"/>
                </a:moveTo>
                <a:lnTo>
                  <a:pt x="1547136" y="429884"/>
                </a:lnTo>
                <a:lnTo>
                  <a:pt x="1547136" y="0"/>
                </a:lnTo>
                <a:lnTo>
                  <a:pt x="0" y="0"/>
                </a:lnTo>
                <a:lnTo>
                  <a:pt x="0" y="429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55" name="Text Procedure-compliant">
            <a:extLst xmlns:a="http://schemas.openxmlformats.org/drawingml/2006/main">
              <a:ext uri="{FF2B5EF4-FFF2-40B4-BE49-F238E27FC236}">
                <a16:creationId xmlns:a16="http://schemas.microsoft.com/office/drawing/2014/main" id="{335BB49B-89D7-49AA-9A30-6293FB9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990" y="2608566"/>
            <a:ext cx="1247564" cy="134004"/>
          </a:xfrm>
          <a:custGeom xmlns:a="http://schemas.openxmlformats.org/drawingml/2006/main">
            <a:pathLst>
              <a:path w="1247564" h="134004">
                <a:moveTo>
                  <a:pt x="0" y="5957"/>
                </a:moveTo>
                <a:cubicBezTo>
                  <a:pt x="11019" y="7147"/>
                  <a:pt x="12359" y="8488"/>
                  <a:pt x="12507" y="19357"/>
                </a:cubicBezTo>
                <a:lnTo>
                  <a:pt x="12507" y="83827"/>
                </a:lnTo>
                <a:cubicBezTo>
                  <a:pt x="12359" y="96484"/>
                  <a:pt x="11316" y="97824"/>
                  <a:pt x="0" y="98865"/>
                </a:cubicBezTo>
                <a:lnTo>
                  <a:pt x="0" y="101693"/>
                </a:lnTo>
                <a:lnTo>
                  <a:pt x="41690" y="101693"/>
                </a:lnTo>
                <a:lnTo>
                  <a:pt x="41690" y="98865"/>
                </a:lnTo>
                <a:cubicBezTo>
                  <a:pt x="29928" y="98567"/>
                  <a:pt x="27842" y="96484"/>
                  <a:pt x="27695" y="85465"/>
                </a:cubicBezTo>
                <a:lnTo>
                  <a:pt x="27695" y="58365"/>
                </a:lnTo>
                <a:cubicBezTo>
                  <a:pt x="31566" y="58665"/>
                  <a:pt x="34097" y="58813"/>
                  <a:pt x="37968" y="58813"/>
                </a:cubicBezTo>
                <a:cubicBezTo>
                  <a:pt x="49730" y="58813"/>
                  <a:pt x="57623" y="57325"/>
                  <a:pt x="64025" y="53751"/>
                </a:cubicBezTo>
                <a:cubicBezTo>
                  <a:pt x="72958" y="48987"/>
                  <a:pt x="78317" y="39904"/>
                  <a:pt x="78317" y="30078"/>
                </a:cubicBezTo>
                <a:cubicBezTo>
                  <a:pt x="78317" y="23823"/>
                  <a:pt x="76234" y="18166"/>
                  <a:pt x="72213" y="13847"/>
                </a:cubicBezTo>
                <a:cubicBezTo>
                  <a:pt x="66258" y="7297"/>
                  <a:pt x="53304" y="3128"/>
                  <a:pt x="39309" y="3128"/>
                </a:cubicBezTo>
                <a:lnTo>
                  <a:pt x="0" y="3128"/>
                </a:lnTo>
                <a:lnTo>
                  <a:pt x="0" y="5957"/>
                </a:lnTo>
                <a:moveTo>
                  <a:pt x="27695" y="13700"/>
                </a:moveTo>
                <a:cubicBezTo>
                  <a:pt x="27695" y="9678"/>
                  <a:pt x="28737" y="8636"/>
                  <a:pt x="32756" y="8636"/>
                </a:cubicBezTo>
                <a:cubicBezTo>
                  <a:pt x="52856" y="8636"/>
                  <a:pt x="62089" y="15635"/>
                  <a:pt x="62089" y="30971"/>
                </a:cubicBezTo>
                <a:cubicBezTo>
                  <a:pt x="62089" y="45413"/>
                  <a:pt x="53304" y="52858"/>
                  <a:pt x="36180" y="52858"/>
                </a:cubicBezTo>
                <a:cubicBezTo>
                  <a:pt x="33204" y="52858"/>
                  <a:pt x="31118" y="52708"/>
                  <a:pt x="27695" y="52411"/>
                </a:cubicBezTo>
                <a:lnTo>
                  <a:pt x="27695" y="13700"/>
                </a:lnTo>
                <a:close/>
                <a:moveTo>
                  <a:pt x="81146" y="101693"/>
                </a:moveTo>
                <a:lnTo>
                  <a:pt x="116881" y="101693"/>
                </a:lnTo>
                <a:lnTo>
                  <a:pt x="116881" y="99460"/>
                </a:lnTo>
                <a:cubicBezTo>
                  <a:pt x="106905" y="99162"/>
                  <a:pt x="104521" y="97079"/>
                  <a:pt x="104224" y="88293"/>
                </a:cubicBezTo>
                <a:lnTo>
                  <a:pt x="104224" y="54794"/>
                </a:lnTo>
                <a:cubicBezTo>
                  <a:pt x="104224" y="50028"/>
                  <a:pt x="110478" y="42585"/>
                  <a:pt x="114647" y="42585"/>
                </a:cubicBezTo>
                <a:cubicBezTo>
                  <a:pt x="115540" y="42585"/>
                  <a:pt x="116881" y="43328"/>
                  <a:pt x="118519" y="44818"/>
                </a:cubicBezTo>
                <a:cubicBezTo>
                  <a:pt x="120752" y="47051"/>
                  <a:pt x="122538" y="47794"/>
                  <a:pt x="124473" y="47794"/>
                </a:cubicBezTo>
                <a:cubicBezTo>
                  <a:pt x="128047" y="47794"/>
                  <a:pt x="130280" y="45263"/>
                  <a:pt x="130280" y="41094"/>
                </a:cubicBezTo>
                <a:cubicBezTo>
                  <a:pt x="130280" y="36183"/>
                  <a:pt x="127154" y="33204"/>
                  <a:pt x="122092" y="33204"/>
                </a:cubicBezTo>
                <a:cubicBezTo>
                  <a:pt x="115838" y="33204"/>
                  <a:pt x="111669" y="36480"/>
                  <a:pt x="104224" y="47199"/>
                </a:cubicBezTo>
                <a:lnTo>
                  <a:pt x="104224" y="33502"/>
                </a:lnTo>
                <a:lnTo>
                  <a:pt x="103481" y="33204"/>
                </a:lnTo>
                <a:cubicBezTo>
                  <a:pt x="95143" y="36480"/>
                  <a:pt x="89781" y="38563"/>
                  <a:pt x="81443" y="41244"/>
                </a:cubicBezTo>
                <a:lnTo>
                  <a:pt x="81443" y="43625"/>
                </a:lnTo>
                <a:cubicBezTo>
                  <a:pt x="83529" y="43180"/>
                  <a:pt x="84869" y="43030"/>
                  <a:pt x="86655" y="43030"/>
                </a:cubicBezTo>
                <a:cubicBezTo>
                  <a:pt x="90377" y="43030"/>
                  <a:pt x="91717" y="45413"/>
                  <a:pt x="91717" y="51963"/>
                </a:cubicBezTo>
                <a:lnTo>
                  <a:pt x="91717" y="89186"/>
                </a:lnTo>
                <a:cubicBezTo>
                  <a:pt x="91419" y="96929"/>
                  <a:pt x="90526" y="97824"/>
                  <a:pt x="81146" y="99460"/>
                </a:cubicBezTo>
                <a:lnTo>
                  <a:pt x="81146" y="101693"/>
                </a:lnTo>
                <a:close/>
                <a:moveTo>
                  <a:pt x="167207" y="33204"/>
                </a:moveTo>
                <a:cubicBezTo>
                  <a:pt x="147701" y="33204"/>
                  <a:pt x="134301" y="47497"/>
                  <a:pt x="134301" y="68044"/>
                </a:cubicBezTo>
                <a:cubicBezTo>
                  <a:pt x="134301" y="88293"/>
                  <a:pt x="148148" y="103184"/>
                  <a:pt x="166907" y="103184"/>
                </a:cubicBezTo>
                <a:cubicBezTo>
                  <a:pt x="185669" y="103184"/>
                  <a:pt x="199961" y="87550"/>
                  <a:pt x="199961" y="66853"/>
                </a:cubicBezTo>
                <a:cubicBezTo>
                  <a:pt x="199961" y="47199"/>
                  <a:pt x="186264" y="33204"/>
                  <a:pt x="167207" y="33204"/>
                </a:cubicBezTo>
                <a:moveTo>
                  <a:pt x="165272" y="37373"/>
                </a:moveTo>
                <a:cubicBezTo>
                  <a:pt x="177778" y="37373"/>
                  <a:pt x="186562" y="51666"/>
                  <a:pt x="186562" y="72065"/>
                </a:cubicBezTo>
                <a:cubicBezTo>
                  <a:pt x="186562" y="89039"/>
                  <a:pt x="179862" y="99015"/>
                  <a:pt x="168695" y="99015"/>
                </a:cubicBezTo>
                <a:cubicBezTo>
                  <a:pt x="162888" y="99015"/>
                  <a:pt x="157379" y="95441"/>
                  <a:pt x="154253" y="89486"/>
                </a:cubicBezTo>
                <a:cubicBezTo>
                  <a:pt x="150084" y="81743"/>
                  <a:pt x="147701" y="71320"/>
                  <a:pt x="147701" y="60749"/>
                </a:cubicBezTo>
                <a:cubicBezTo>
                  <a:pt x="147701" y="46604"/>
                  <a:pt x="154550" y="37373"/>
                  <a:pt x="165272" y="37373"/>
                </a:cubicBezTo>
                <a:close/>
                <a:moveTo>
                  <a:pt x="263689" y="78467"/>
                </a:moveTo>
                <a:cubicBezTo>
                  <a:pt x="256541" y="88889"/>
                  <a:pt x="251182" y="92462"/>
                  <a:pt x="242694" y="92462"/>
                </a:cubicBezTo>
                <a:cubicBezTo>
                  <a:pt x="228997" y="92462"/>
                  <a:pt x="219616" y="80551"/>
                  <a:pt x="219616" y="63430"/>
                </a:cubicBezTo>
                <a:cubicBezTo>
                  <a:pt x="219616" y="47944"/>
                  <a:pt x="227806" y="37521"/>
                  <a:pt x="239865" y="37521"/>
                </a:cubicBezTo>
                <a:cubicBezTo>
                  <a:pt x="245225" y="37521"/>
                  <a:pt x="247160" y="39011"/>
                  <a:pt x="248651" y="44668"/>
                </a:cubicBezTo>
                <a:lnTo>
                  <a:pt x="249544" y="47944"/>
                </a:lnTo>
                <a:cubicBezTo>
                  <a:pt x="250734" y="52263"/>
                  <a:pt x="253415" y="54794"/>
                  <a:pt x="256691" y="54794"/>
                </a:cubicBezTo>
                <a:cubicBezTo>
                  <a:pt x="260562" y="54794"/>
                  <a:pt x="263689" y="51963"/>
                  <a:pt x="263689" y="48539"/>
                </a:cubicBezTo>
                <a:cubicBezTo>
                  <a:pt x="263689" y="40202"/>
                  <a:pt x="253265" y="33204"/>
                  <a:pt x="240758" y="33204"/>
                </a:cubicBezTo>
                <a:cubicBezTo>
                  <a:pt x="233463" y="33204"/>
                  <a:pt x="225870" y="36183"/>
                  <a:pt x="219766" y="41542"/>
                </a:cubicBezTo>
                <a:cubicBezTo>
                  <a:pt x="212321" y="48092"/>
                  <a:pt x="208152" y="58218"/>
                  <a:pt x="208152" y="70129"/>
                </a:cubicBezTo>
                <a:cubicBezTo>
                  <a:pt x="208152" y="89336"/>
                  <a:pt x="219913" y="103184"/>
                  <a:pt x="236442" y="103184"/>
                </a:cubicBezTo>
                <a:cubicBezTo>
                  <a:pt x="243141" y="103184"/>
                  <a:pt x="249096" y="100800"/>
                  <a:pt x="254458" y="96186"/>
                </a:cubicBezTo>
                <a:cubicBezTo>
                  <a:pt x="258477" y="92760"/>
                  <a:pt x="261305" y="88591"/>
                  <a:pt x="265772" y="79808"/>
                </a:cubicBezTo>
                <a:lnTo>
                  <a:pt x="263689" y="78467"/>
                </a:lnTo>
                <a:close/>
                <a:moveTo>
                  <a:pt x="331285" y="77277"/>
                </a:moveTo>
                <a:cubicBezTo>
                  <a:pt x="324140" y="88591"/>
                  <a:pt x="317736" y="92910"/>
                  <a:pt x="308207" y="92910"/>
                </a:cubicBezTo>
                <a:cubicBezTo>
                  <a:pt x="299722" y="92910"/>
                  <a:pt x="293319" y="88591"/>
                  <a:pt x="289000" y="80105"/>
                </a:cubicBezTo>
                <a:cubicBezTo>
                  <a:pt x="286320" y="74446"/>
                  <a:pt x="285279" y="69682"/>
                  <a:pt x="284981" y="60451"/>
                </a:cubicBezTo>
                <a:lnTo>
                  <a:pt x="330840" y="60451"/>
                </a:lnTo>
                <a:cubicBezTo>
                  <a:pt x="329647" y="50773"/>
                  <a:pt x="328159" y="46456"/>
                  <a:pt x="324438" y="41690"/>
                </a:cubicBezTo>
                <a:cubicBezTo>
                  <a:pt x="319969" y="36330"/>
                  <a:pt x="313121" y="33204"/>
                  <a:pt x="305379" y="33204"/>
                </a:cubicBezTo>
                <a:cubicBezTo>
                  <a:pt x="297934" y="33204"/>
                  <a:pt x="290936" y="35885"/>
                  <a:pt x="285279" y="40947"/>
                </a:cubicBezTo>
                <a:cubicBezTo>
                  <a:pt x="278279" y="47051"/>
                  <a:pt x="274260" y="57623"/>
                  <a:pt x="274260" y="69832"/>
                </a:cubicBezTo>
                <a:cubicBezTo>
                  <a:pt x="274260" y="90379"/>
                  <a:pt x="284981" y="103184"/>
                  <a:pt x="302103" y="103184"/>
                </a:cubicBezTo>
                <a:cubicBezTo>
                  <a:pt x="316248" y="103184"/>
                  <a:pt x="327414" y="94398"/>
                  <a:pt x="333669" y="78317"/>
                </a:cubicBezTo>
                <a:lnTo>
                  <a:pt x="331285" y="77277"/>
                </a:lnTo>
                <a:moveTo>
                  <a:pt x="285279" y="55687"/>
                </a:moveTo>
                <a:cubicBezTo>
                  <a:pt x="286915" y="44073"/>
                  <a:pt x="291979" y="38563"/>
                  <a:pt x="301060" y="38563"/>
                </a:cubicBezTo>
                <a:cubicBezTo>
                  <a:pt x="310143" y="38563"/>
                  <a:pt x="313717" y="42732"/>
                  <a:pt x="315652" y="55687"/>
                </a:cubicBezTo>
                <a:lnTo>
                  <a:pt x="285279" y="55687"/>
                </a:lnTo>
                <a:close/>
                <a:moveTo>
                  <a:pt x="409752" y="93058"/>
                </a:moveTo>
                <a:cubicBezTo>
                  <a:pt x="407817" y="93208"/>
                  <a:pt x="406924" y="93208"/>
                  <a:pt x="406326" y="93208"/>
                </a:cubicBezTo>
                <a:cubicBezTo>
                  <a:pt x="401117" y="93208"/>
                  <a:pt x="399776" y="91570"/>
                  <a:pt x="399776" y="84720"/>
                </a:cubicBezTo>
                <a:lnTo>
                  <a:pt x="399776" y="298"/>
                </a:lnTo>
                <a:lnTo>
                  <a:pt x="399031" y="0"/>
                </a:lnTo>
                <a:cubicBezTo>
                  <a:pt x="392034" y="2383"/>
                  <a:pt x="386972" y="4021"/>
                  <a:pt x="377143" y="6552"/>
                </a:cubicBezTo>
                <a:lnTo>
                  <a:pt x="377143" y="8933"/>
                </a:lnTo>
                <a:cubicBezTo>
                  <a:pt x="378336" y="8785"/>
                  <a:pt x="379079" y="8785"/>
                  <a:pt x="380420" y="8785"/>
                </a:cubicBezTo>
                <a:cubicBezTo>
                  <a:pt x="385929" y="8785"/>
                  <a:pt x="387269" y="10274"/>
                  <a:pt x="387269" y="16378"/>
                </a:cubicBezTo>
                <a:lnTo>
                  <a:pt x="387269" y="39606"/>
                </a:lnTo>
                <a:cubicBezTo>
                  <a:pt x="381610" y="34842"/>
                  <a:pt x="377591" y="33204"/>
                  <a:pt x="371634" y="33204"/>
                </a:cubicBezTo>
                <a:cubicBezTo>
                  <a:pt x="354513" y="33204"/>
                  <a:pt x="340666" y="50028"/>
                  <a:pt x="340666" y="71172"/>
                </a:cubicBezTo>
                <a:cubicBezTo>
                  <a:pt x="340666" y="90229"/>
                  <a:pt x="351684" y="103184"/>
                  <a:pt x="368210" y="103184"/>
                </a:cubicBezTo>
                <a:cubicBezTo>
                  <a:pt x="376548" y="103184"/>
                  <a:pt x="382208" y="100205"/>
                  <a:pt x="387269" y="93208"/>
                </a:cubicBezTo>
                <a:lnTo>
                  <a:pt x="387269" y="102736"/>
                </a:lnTo>
                <a:lnTo>
                  <a:pt x="387865" y="103184"/>
                </a:lnTo>
                <a:lnTo>
                  <a:pt x="409752" y="95441"/>
                </a:lnTo>
                <a:lnTo>
                  <a:pt x="409752" y="93058"/>
                </a:lnTo>
                <a:moveTo>
                  <a:pt x="387269" y="86508"/>
                </a:moveTo>
                <a:cubicBezTo>
                  <a:pt x="387269" y="87550"/>
                  <a:pt x="386227" y="89336"/>
                  <a:pt x="384738" y="90974"/>
                </a:cubicBezTo>
                <a:cubicBezTo>
                  <a:pt x="382208" y="93953"/>
                  <a:pt x="378336" y="95441"/>
                  <a:pt x="374017" y="95441"/>
                </a:cubicBezTo>
                <a:cubicBezTo>
                  <a:pt x="361510" y="95441"/>
                  <a:pt x="353470" y="83529"/>
                  <a:pt x="353470" y="65068"/>
                </a:cubicBezTo>
                <a:cubicBezTo>
                  <a:pt x="353470" y="48392"/>
                  <a:pt x="360765" y="37373"/>
                  <a:pt x="372082" y="37373"/>
                </a:cubicBezTo>
                <a:cubicBezTo>
                  <a:pt x="380122" y="37373"/>
                  <a:pt x="387269" y="44370"/>
                  <a:pt x="387269" y="52263"/>
                </a:cubicBezTo>
                <a:lnTo>
                  <a:pt x="387269" y="86508"/>
                </a:lnTo>
                <a:close/>
                <a:moveTo>
                  <a:pt x="483006" y="94250"/>
                </a:moveTo>
                <a:lnTo>
                  <a:pt x="482263" y="94250"/>
                </a:lnTo>
                <a:cubicBezTo>
                  <a:pt x="474965" y="93953"/>
                  <a:pt x="473925" y="92760"/>
                  <a:pt x="473775" y="85762"/>
                </a:cubicBezTo>
                <a:lnTo>
                  <a:pt x="473775" y="34692"/>
                </a:lnTo>
                <a:lnTo>
                  <a:pt x="450249" y="34692"/>
                </a:lnTo>
                <a:lnTo>
                  <a:pt x="450249" y="37223"/>
                </a:lnTo>
                <a:cubicBezTo>
                  <a:pt x="459482" y="37671"/>
                  <a:pt x="461268" y="39159"/>
                  <a:pt x="461268" y="46604"/>
                </a:cubicBezTo>
                <a:lnTo>
                  <a:pt x="461268" y="81594"/>
                </a:lnTo>
                <a:cubicBezTo>
                  <a:pt x="461268" y="85762"/>
                  <a:pt x="460523" y="87848"/>
                  <a:pt x="458439" y="89486"/>
                </a:cubicBezTo>
                <a:cubicBezTo>
                  <a:pt x="454418" y="92760"/>
                  <a:pt x="449804" y="94548"/>
                  <a:pt x="445337" y="94548"/>
                </a:cubicBezTo>
                <a:cubicBezTo>
                  <a:pt x="439530" y="94548"/>
                  <a:pt x="434766" y="89486"/>
                  <a:pt x="434766" y="83232"/>
                </a:cubicBezTo>
                <a:lnTo>
                  <a:pt x="434766" y="34692"/>
                </a:lnTo>
                <a:lnTo>
                  <a:pt x="413026" y="34692"/>
                </a:lnTo>
                <a:lnTo>
                  <a:pt x="413026" y="36778"/>
                </a:lnTo>
                <a:cubicBezTo>
                  <a:pt x="420026" y="37075"/>
                  <a:pt x="422109" y="39159"/>
                  <a:pt x="422259" y="46306"/>
                </a:cubicBezTo>
                <a:lnTo>
                  <a:pt x="422259" y="83827"/>
                </a:lnTo>
                <a:cubicBezTo>
                  <a:pt x="422259" y="95591"/>
                  <a:pt x="429404" y="103184"/>
                  <a:pt x="440273" y="103184"/>
                </a:cubicBezTo>
                <a:cubicBezTo>
                  <a:pt x="445783" y="103184"/>
                  <a:pt x="451590" y="100800"/>
                  <a:pt x="455611" y="96781"/>
                </a:cubicBezTo>
                <a:lnTo>
                  <a:pt x="462013" y="90379"/>
                </a:lnTo>
                <a:lnTo>
                  <a:pt x="462013" y="102736"/>
                </a:lnTo>
                <a:lnTo>
                  <a:pt x="462608" y="103034"/>
                </a:lnTo>
                <a:cubicBezTo>
                  <a:pt x="470053" y="100057"/>
                  <a:pt x="475413" y="98419"/>
                  <a:pt x="483006" y="96334"/>
                </a:cubicBezTo>
                <a:lnTo>
                  <a:pt x="483006" y="94250"/>
                </a:lnTo>
                <a:close/>
                <a:moveTo>
                  <a:pt x="487323" y="101693"/>
                </a:moveTo>
                <a:lnTo>
                  <a:pt x="523058" y="101693"/>
                </a:lnTo>
                <a:lnTo>
                  <a:pt x="523058" y="99460"/>
                </a:lnTo>
                <a:cubicBezTo>
                  <a:pt x="513082" y="99162"/>
                  <a:pt x="510699" y="97079"/>
                  <a:pt x="510401" y="88293"/>
                </a:cubicBezTo>
                <a:lnTo>
                  <a:pt x="510401" y="54794"/>
                </a:lnTo>
                <a:cubicBezTo>
                  <a:pt x="510401" y="50028"/>
                  <a:pt x="516656" y="42585"/>
                  <a:pt x="520825" y="42585"/>
                </a:cubicBezTo>
                <a:cubicBezTo>
                  <a:pt x="521718" y="42585"/>
                  <a:pt x="523058" y="43328"/>
                  <a:pt x="524696" y="44818"/>
                </a:cubicBezTo>
                <a:cubicBezTo>
                  <a:pt x="526929" y="47051"/>
                  <a:pt x="528715" y="47794"/>
                  <a:pt x="530651" y="47794"/>
                </a:cubicBezTo>
                <a:cubicBezTo>
                  <a:pt x="534224" y="47794"/>
                  <a:pt x="536458" y="45263"/>
                  <a:pt x="536458" y="41094"/>
                </a:cubicBezTo>
                <a:cubicBezTo>
                  <a:pt x="536458" y="36183"/>
                  <a:pt x="533332" y="33204"/>
                  <a:pt x="528270" y="33204"/>
                </a:cubicBezTo>
                <a:cubicBezTo>
                  <a:pt x="522015" y="33204"/>
                  <a:pt x="517846" y="36480"/>
                  <a:pt x="510401" y="47199"/>
                </a:cubicBezTo>
                <a:lnTo>
                  <a:pt x="510401" y="33502"/>
                </a:lnTo>
                <a:lnTo>
                  <a:pt x="509658" y="33204"/>
                </a:lnTo>
                <a:cubicBezTo>
                  <a:pt x="501320" y="36480"/>
                  <a:pt x="495959" y="38563"/>
                  <a:pt x="487621" y="41244"/>
                </a:cubicBezTo>
                <a:lnTo>
                  <a:pt x="487621" y="43625"/>
                </a:lnTo>
                <a:cubicBezTo>
                  <a:pt x="489706" y="43180"/>
                  <a:pt x="491047" y="43030"/>
                  <a:pt x="492832" y="43030"/>
                </a:cubicBezTo>
                <a:cubicBezTo>
                  <a:pt x="496554" y="43030"/>
                  <a:pt x="497894" y="45413"/>
                  <a:pt x="497894" y="51963"/>
                </a:cubicBezTo>
                <a:lnTo>
                  <a:pt x="497894" y="89186"/>
                </a:lnTo>
                <a:cubicBezTo>
                  <a:pt x="497597" y="96929"/>
                  <a:pt x="496704" y="97824"/>
                  <a:pt x="487323" y="99460"/>
                </a:cubicBezTo>
                <a:lnTo>
                  <a:pt x="487323" y="101693"/>
                </a:lnTo>
                <a:close/>
                <a:moveTo>
                  <a:pt x="596907" y="77277"/>
                </a:moveTo>
                <a:cubicBezTo>
                  <a:pt x="589762" y="88591"/>
                  <a:pt x="583357" y="92910"/>
                  <a:pt x="573829" y="92910"/>
                </a:cubicBezTo>
                <a:cubicBezTo>
                  <a:pt x="565343" y="92910"/>
                  <a:pt x="558941" y="88591"/>
                  <a:pt x="554622" y="80105"/>
                </a:cubicBezTo>
                <a:cubicBezTo>
                  <a:pt x="551941" y="74446"/>
                  <a:pt x="550901" y="69682"/>
                  <a:pt x="550603" y="60451"/>
                </a:cubicBezTo>
                <a:lnTo>
                  <a:pt x="596462" y="60451"/>
                </a:lnTo>
                <a:cubicBezTo>
                  <a:pt x="595269" y="50773"/>
                  <a:pt x="593781" y="46456"/>
                  <a:pt x="590060" y="41690"/>
                </a:cubicBezTo>
                <a:cubicBezTo>
                  <a:pt x="585591" y="36330"/>
                  <a:pt x="578743" y="33204"/>
                  <a:pt x="571000" y="33204"/>
                </a:cubicBezTo>
                <a:cubicBezTo>
                  <a:pt x="563555" y="33204"/>
                  <a:pt x="556558" y="35885"/>
                  <a:pt x="550901" y="40947"/>
                </a:cubicBezTo>
                <a:cubicBezTo>
                  <a:pt x="543901" y="47051"/>
                  <a:pt x="539882" y="57623"/>
                  <a:pt x="539882" y="69832"/>
                </a:cubicBezTo>
                <a:cubicBezTo>
                  <a:pt x="539882" y="90379"/>
                  <a:pt x="550603" y="103184"/>
                  <a:pt x="567724" y="103184"/>
                </a:cubicBezTo>
                <a:cubicBezTo>
                  <a:pt x="581869" y="103184"/>
                  <a:pt x="593036" y="94398"/>
                  <a:pt x="599290" y="78317"/>
                </a:cubicBezTo>
                <a:lnTo>
                  <a:pt x="596907" y="77277"/>
                </a:lnTo>
                <a:moveTo>
                  <a:pt x="550901" y="55687"/>
                </a:moveTo>
                <a:cubicBezTo>
                  <a:pt x="552537" y="44073"/>
                  <a:pt x="557601" y="38563"/>
                  <a:pt x="566682" y="38563"/>
                </a:cubicBezTo>
                <a:cubicBezTo>
                  <a:pt x="575765" y="38563"/>
                  <a:pt x="579338" y="42732"/>
                  <a:pt x="581274" y="55687"/>
                </a:cubicBezTo>
                <a:lnTo>
                  <a:pt x="550901" y="55687"/>
                </a:lnTo>
                <a:close/>
                <a:moveTo>
                  <a:pt x="607948" y="63430"/>
                </a:moveTo>
                <a:lnTo>
                  <a:pt x="607948" y="72808"/>
                </a:lnTo>
                <a:lnTo>
                  <a:pt x="644576" y="72808"/>
                </a:lnTo>
                <a:lnTo>
                  <a:pt x="644576" y="63430"/>
                </a:lnTo>
                <a:lnTo>
                  <a:pt x="607948" y="63430"/>
                </a:lnTo>
                <a:close/>
                <a:moveTo>
                  <a:pt x="710659" y="78467"/>
                </a:moveTo>
                <a:cubicBezTo>
                  <a:pt x="703512" y="88889"/>
                  <a:pt x="698152" y="92462"/>
                  <a:pt x="689664" y="92462"/>
                </a:cubicBezTo>
                <a:cubicBezTo>
                  <a:pt x="675967" y="92462"/>
                  <a:pt x="666586" y="80551"/>
                  <a:pt x="666586" y="63430"/>
                </a:cubicBezTo>
                <a:cubicBezTo>
                  <a:pt x="666586" y="47944"/>
                  <a:pt x="674776" y="37521"/>
                  <a:pt x="686836" y="37521"/>
                </a:cubicBezTo>
                <a:cubicBezTo>
                  <a:pt x="692195" y="37521"/>
                  <a:pt x="694131" y="39011"/>
                  <a:pt x="695621" y="44668"/>
                </a:cubicBezTo>
                <a:lnTo>
                  <a:pt x="696514" y="47944"/>
                </a:lnTo>
                <a:cubicBezTo>
                  <a:pt x="697705" y="52263"/>
                  <a:pt x="700385" y="54794"/>
                  <a:pt x="703662" y="54794"/>
                </a:cubicBezTo>
                <a:cubicBezTo>
                  <a:pt x="707533" y="54794"/>
                  <a:pt x="710659" y="51963"/>
                  <a:pt x="710659" y="48539"/>
                </a:cubicBezTo>
                <a:cubicBezTo>
                  <a:pt x="710659" y="40202"/>
                  <a:pt x="700236" y="33204"/>
                  <a:pt x="687729" y="33204"/>
                </a:cubicBezTo>
                <a:cubicBezTo>
                  <a:pt x="680434" y="33204"/>
                  <a:pt x="672841" y="36183"/>
                  <a:pt x="666736" y="41542"/>
                </a:cubicBezTo>
                <a:cubicBezTo>
                  <a:pt x="659291" y="48092"/>
                  <a:pt x="655122" y="58218"/>
                  <a:pt x="655122" y="70129"/>
                </a:cubicBezTo>
                <a:cubicBezTo>
                  <a:pt x="655122" y="89336"/>
                  <a:pt x="666884" y="103184"/>
                  <a:pt x="683412" y="103184"/>
                </a:cubicBezTo>
                <a:cubicBezTo>
                  <a:pt x="690112" y="103184"/>
                  <a:pt x="696067" y="100800"/>
                  <a:pt x="701428" y="96186"/>
                </a:cubicBezTo>
                <a:cubicBezTo>
                  <a:pt x="705447" y="92760"/>
                  <a:pt x="708276" y="88591"/>
                  <a:pt x="712742" y="79808"/>
                </a:cubicBezTo>
                <a:lnTo>
                  <a:pt x="710659" y="78467"/>
                </a:lnTo>
                <a:close/>
                <a:moveTo>
                  <a:pt x="754732" y="33204"/>
                </a:moveTo>
                <a:cubicBezTo>
                  <a:pt x="735225" y="33204"/>
                  <a:pt x="721826" y="47497"/>
                  <a:pt x="721826" y="68044"/>
                </a:cubicBezTo>
                <a:cubicBezTo>
                  <a:pt x="721826" y="88293"/>
                  <a:pt x="735673" y="103184"/>
                  <a:pt x="754432" y="103184"/>
                </a:cubicBezTo>
                <a:cubicBezTo>
                  <a:pt x="773194" y="103184"/>
                  <a:pt x="787486" y="87550"/>
                  <a:pt x="787486" y="66853"/>
                </a:cubicBezTo>
                <a:cubicBezTo>
                  <a:pt x="787486" y="47199"/>
                  <a:pt x="773789" y="33204"/>
                  <a:pt x="754732" y="33204"/>
                </a:cubicBezTo>
                <a:moveTo>
                  <a:pt x="752796" y="37373"/>
                </a:moveTo>
                <a:cubicBezTo>
                  <a:pt x="765303" y="37373"/>
                  <a:pt x="774086" y="51666"/>
                  <a:pt x="774086" y="72065"/>
                </a:cubicBezTo>
                <a:cubicBezTo>
                  <a:pt x="774086" y="89039"/>
                  <a:pt x="767387" y="99015"/>
                  <a:pt x="756220" y="99015"/>
                </a:cubicBezTo>
                <a:cubicBezTo>
                  <a:pt x="750413" y="99015"/>
                  <a:pt x="744904" y="95441"/>
                  <a:pt x="741778" y="89486"/>
                </a:cubicBezTo>
                <a:cubicBezTo>
                  <a:pt x="737609" y="81743"/>
                  <a:pt x="735225" y="71320"/>
                  <a:pt x="735225" y="60749"/>
                </a:cubicBezTo>
                <a:cubicBezTo>
                  <a:pt x="735225" y="46604"/>
                  <a:pt x="742075" y="37373"/>
                  <a:pt x="752796" y="37373"/>
                </a:cubicBezTo>
                <a:close/>
                <a:moveTo>
                  <a:pt x="795825" y="101693"/>
                </a:moveTo>
                <a:lnTo>
                  <a:pt x="828879" y="101693"/>
                </a:lnTo>
                <a:lnTo>
                  <a:pt x="828879" y="99460"/>
                </a:lnTo>
                <a:cubicBezTo>
                  <a:pt x="821287" y="99312"/>
                  <a:pt x="818903" y="97674"/>
                  <a:pt x="818756" y="91719"/>
                </a:cubicBezTo>
                <a:lnTo>
                  <a:pt x="818756" y="49730"/>
                </a:lnTo>
                <a:cubicBezTo>
                  <a:pt x="818756" y="49432"/>
                  <a:pt x="819946" y="47944"/>
                  <a:pt x="820989" y="46901"/>
                </a:cubicBezTo>
                <a:cubicBezTo>
                  <a:pt x="824710" y="43478"/>
                  <a:pt x="831113" y="40947"/>
                  <a:pt x="836324" y="40947"/>
                </a:cubicBezTo>
                <a:cubicBezTo>
                  <a:pt x="842874" y="40947"/>
                  <a:pt x="846150" y="46158"/>
                  <a:pt x="846150" y="56580"/>
                </a:cubicBezTo>
                <a:lnTo>
                  <a:pt x="846150" y="88889"/>
                </a:lnTo>
                <a:cubicBezTo>
                  <a:pt x="845853" y="97377"/>
                  <a:pt x="844365" y="99015"/>
                  <a:pt x="836027" y="99460"/>
                </a:cubicBezTo>
                <a:lnTo>
                  <a:pt x="836027" y="101693"/>
                </a:lnTo>
                <a:lnTo>
                  <a:pt x="869378" y="101693"/>
                </a:lnTo>
                <a:lnTo>
                  <a:pt x="869378" y="99460"/>
                </a:lnTo>
                <a:cubicBezTo>
                  <a:pt x="861040" y="99460"/>
                  <a:pt x="858955" y="97079"/>
                  <a:pt x="858657" y="87550"/>
                </a:cubicBezTo>
                <a:lnTo>
                  <a:pt x="858657" y="50028"/>
                </a:lnTo>
                <a:cubicBezTo>
                  <a:pt x="863124" y="43625"/>
                  <a:pt x="867890" y="40947"/>
                  <a:pt x="874888" y="40947"/>
                </a:cubicBezTo>
                <a:cubicBezTo>
                  <a:pt x="883373" y="40947"/>
                  <a:pt x="886054" y="44966"/>
                  <a:pt x="886054" y="57325"/>
                </a:cubicBezTo>
                <a:lnTo>
                  <a:pt x="886054" y="88741"/>
                </a:lnTo>
                <a:cubicBezTo>
                  <a:pt x="885757" y="97524"/>
                  <a:pt x="884864" y="98567"/>
                  <a:pt x="876228" y="99460"/>
                </a:cubicBezTo>
                <a:lnTo>
                  <a:pt x="876228" y="101693"/>
                </a:lnTo>
                <a:lnTo>
                  <a:pt x="908835" y="101693"/>
                </a:lnTo>
                <a:lnTo>
                  <a:pt x="908835" y="99460"/>
                </a:lnTo>
                <a:lnTo>
                  <a:pt x="904963" y="99162"/>
                </a:lnTo>
                <a:cubicBezTo>
                  <a:pt x="900199" y="98419"/>
                  <a:pt x="898561" y="96186"/>
                  <a:pt x="898561" y="90379"/>
                </a:cubicBezTo>
                <a:lnTo>
                  <a:pt x="898561" y="59706"/>
                </a:lnTo>
                <a:cubicBezTo>
                  <a:pt x="898561" y="42137"/>
                  <a:pt x="892754" y="33204"/>
                  <a:pt x="881290" y="33204"/>
                </a:cubicBezTo>
                <a:cubicBezTo>
                  <a:pt x="872655" y="33204"/>
                  <a:pt x="865059" y="37075"/>
                  <a:pt x="857019" y="45711"/>
                </a:cubicBezTo>
                <a:cubicBezTo>
                  <a:pt x="854341" y="37223"/>
                  <a:pt x="849279" y="33204"/>
                  <a:pt x="841238" y="33204"/>
                </a:cubicBezTo>
                <a:cubicBezTo>
                  <a:pt x="834536" y="33204"/>
                  <a:pt x="830517" y="35140"/>
                  <a:pt x="818158" y="44668"/>
                </a:cubicBezTo>
                <a:lnTo>
                  <a:pt x="818158" y="33502"/>
                </a:lnTo>
                <a:lnTo>
                  <a:pt x="817118" y="33204"/>
                </a:lnTo>
                <a:cubicBezTo>
                  <a:pt x="809225" y="36033"/>
                  <a:pt x="804163" y="37671"/>
                  <a:pt x="796273" y="39904"/>
                </a:cubicBezTo>
                <a:lnTo>
                  <a:pt x="796273" y="42435"/>
                </a:lnTo>
                <a:cubicBezTo>
                  <a:pt x="798058" y="41990"/>
                  <a:pt x="799399" y="41840"/>
                  <a:pt x="801037" y="41840"/>
                </a:cubicBezTo>
                <a:cubicBezTo>
                  <a:pt x="804908" y="41840"/>
                  <a:pt x="806249" y="44223"/>
                  <a:pt x="806249" y="51368"/>
                </a:cubicBezTo>
                <a:lnTo>
                  <a:pt x="806249" y="89039"/>
                </a:lnTo>
                <a:cubicBezTo>
                  <a:pt x="805951" y="97377"/>
                  <a:pt x="804015" y="99460"/>
                  <a:pt x="795825" y="99460"/>
                </a:cubicBezTo>
                <a:lnTo>
                  <a:pt x="795825" y="101693"/>
                </a:lnTo>
                <a:close/>
                <a:moveTo>
                  <a:pt x="907197" y="134004"/>
                </a:moveTo>
                <a:lnTo>
                  <a:pt x="943229" y="134004"/>
                </a:lnTo>
                <a:lnTo>
                  <a:pt x="943229" y="131323"/>
                </a:lnTo>
                <a:cubicBezTo>
                  <a:pt x="932063" y="131176"/>
                  <a:pt x="930275" y="129685"/>
                  <a:pt x="930127" y="120157"/>
                </a:cubicBezTo>
                <a:lnTo>
                  <a:pt x="930127" y="96781"/>
                </a:lnTo>
                <a:cubicBezTo>
                  <a:pt x="935487" y="101693"/>
                  <a:pt x="938910" y="103184"/>
                  <a:pt x="945165" y="103184"/>
                </a:cubicBezTo>
                <a:cubicBezTo>
                  <a:pt x="962884" y="103184"/>
                  <a:pt x="976431" y="86508"/>
                  <a:pt x="976431" y="64918"/>
                </a:cubicBezTo>
                <a:cubicBezTo>
                  <a:pt x="976431" y="46456"/>
                  <a:pt x="966010" y="33204"/>
                  <a:pt x="951567" y="33204"/>
                </a:cubicBezTo>
                <a:cubicBezTo>
                  <a:pt x="943229" y="33204"/>
                  <a:pt x="936677" y="36778"/>
                  <a:pt x="930127" y="44966"/>
                </a:cubicBezTo>
                <a:lnTo>
                  <a:pt x="930127" y="33502"/>
                </a:lnTo>
                <a:lnTo>
                  <a:pt x="929234" y="33204"/>
                </a:lnTo>
                <a:cubicBezTo>
                  <a:pt x="921194" y="36330"/>
                  <a:pt x="915982" y="38266"/>
                  <a:pt x="907792" y="40797"/>
                </a:cubicBezTo>
                <a:lnTo>
                  <a:pt x="907792" y="43180"/>
                </a:lnTo>
                <a:cubicBezTo>
                  <a:pt x="909132" y="43030"/>
                  <a:pt x="910025" y="43030"/>
                  <a:pt x="911516" y="43030"/>
                </a:cubicBezTo>
                <a:cubicBezTo>
                  <a:pt x="916577" y="43030"/>
                  <a:pt x="917620" y="44520"/>
                  <a:pt x="917620" y="51518"/>
                </a:cubicBezTo>
                <a:lnTo>
                  <a:pt x="917620" y="121200"/>
                </a:lnTo>
                <a:cubicBezTo>
                  <a:pt x="917620" y="129090"/>
                  <a:pt x="915982" y="130581"/>
                  <a:pt x="907197" y="131473"/>
                </a:cubicBezTo>
                <a:lnTo>
                  <a:pt x="907197" y="134004"/>
                </a:lnTo>
                <a:moveTo>
                  <a:pt x="930127" y="51963"/>
                </a:moveTo>
                <a:cubicBezTo>
                  <a:pt x="930127" y="47497"/>
                  <a:pt x="938465" y="42137"/>
                  <a:pt x="945313" y="42137"/>
                </a:cubicBezTo>
                <a:cubicBezTo>
                  <a:pt x="956331" y="42137"/>
                  <a:pt x="963626" y="53454"/>
                  <a:pt x="963626" y="70875"/>
                </a:cubicBezTo>
                <a:cubicBezTo>
                  <a:pt x="963626" y="87251"/>
                  <a:pt x="956331" y="98419"/>
                  <a:pt x="945612" y="98419"/>
                </a:cubicBezTo>
                <a:cubicBezTo>
                  <a:pt x="938613" y="98419"/>
                  <a:pt x="930127" y="93058"/>
                  <a:pt x="930127" y="88591"/>
                </a:cubicBezTo>
                <a:lnTo>
                  <a:pt x="930127" y="51963"/>
                </a:lnTo>
                <a:close/>
                <a:moveTo>
                  <a:pt x="984471" y="101693"/>
                </a:moveTo>
                <a:lnTo>
                  <a:pt x="1019608" y="101693"/>
                </a:lnTo>
                <a:lnTo>
                  <a:pt x="1019608" y="99460"/>
                </a:lnTo>
                <a:cubicBezTo>
                  <a:pt x="1010230" y="99015"/>
                  <a:pt x="1008592" y="97524"/>
                  <a:pt x="1008442" y="89186"/>
                </a:cubicBezTo>
                <a:lnTo>
                  <a:pt x="1008442" y="298"/>
                </a:lnTo>
                <a:lnTo>
                  <a:pt x="1007847" y="0"/>
                </a:lnTo>
                <a:cubicBezTo>
                  <a:pt x="1000254" y="2383"/>
                  <a:pt x="994745" y="4021"/>
                  <a:pt x="984173" y="6552"/>
                </a:cubicBezTo>
                <a:lnTo>
                  <a:pt x="984173" y="8933"/>
                </a:lnTo>
                <a:lnTo>
                  <a:pt x="985066" y="8933"/>
                </a:lnTo>
                <a:cubicBezTo>
                  <a:pt x="986704" y="8785"/>
                  <a:pt x="988490" y="8636"/>
                  <a:pt x="989683" y="8636"/>
                </a:cubicBezTo>
                <a:cubicBezTo>
                  <a:pt x="994447" y="8636"/>
                  <a:pt x="995935" y="10721"/>
                  <a:pt x="995935" y="17719"/>
                </a:cubicBezTo>
                <a:lnTo>
                  <a:pt x="995935" y="88741"/>
                </a:lnTo>
                <a:cubicBezTo>
                  <a:pt x="995787" y="96781"/>
                  <a:pt x="993702" y="98865"/>
                  <a:pt x="984471" y="99460"/>
                </a:cubicBezTo>
                <a:lnTo>
                  <a:pt x="984471" y="101693"/>
                </a:lnTo>
                <a:close/>
                <a:moveTo>
                  <a:pt x="1025119" y="101693"/>
                </a:moveTo>
                <a:lnTo>
                  <a:pt x="1060406" y="101693"/>
                </a:lnTo>
                <a:lnTo>
                  <a:pt x="1060406" y="99460"/>
                </a:lnTo>
                <a:cubicBezTo>
                  <a:pt x="1050580" y="98717"/>
                  <a:pt x="1049537" y="97377"/>
                  <a:pt x="1049387" y="86508"/>
                </a:cubicBezTo>
                <a:lnTo>
                  <a:pt x="1049387" y="33649"/>
                </a:lnTo>
                <a:lnTo>
                  <a:pt x="1048792" y="33204"/>
                </a:lnTo>
                <a:lnTo>
                  <a:pt x="1025714" y="41392"/>
                </a:lnTo>
                <a:lnTo>
                  <a:pt x="1025714" y="43625"/>
                </a:lnTo>
                <a:lnTo>
                  <a:pt x="1026907" y="43478"/>
                </a:lnTo>
                <a:cubicBezTo>
                  <a:pt x="1028692" y="43180"/>
                  <a:pt x="1030478" y="43030"/>
                  <a:pt x="1031969" y="43030"/>
                </a:cubicBezTo>
                <a:cubicBezTo>
                  <a:pt x="1035542" y="43030"/>
                  <a:pt x="1036880" y="45413"/>
                  <a:pt x="1036880" y="51963"/>
                </a:cubicBezTo>
                <a:lnTo>
                  <a:pt x="1036880" y="86508"/>
                </a:lnTo>
                <a:cubicBezTo>
                  <a:pt x="1036583" y="97524"/>
                  <a:pt x="1035245" y="99015"/>
                  <a:pt x="1025119" y="99460"/>
                </a:cubicBezTo>
                <a:lnTo>
                  <a:pt x="1025119" y="101693"/>
                </a:lnTo>
                <a:moveTo>
                  <a:pt x="1041795" y="0"/>
                </a:moveTo>
                <a:cubicBezTo>
                  <a:pt x="1037776" y="0"/>
                  <a:pt x="1034349" y="3426"/>
                  <a:pt x="1034349" y="7595"/>
                </a:cubicBezTo>
                <a:cubicBezTo>
                  <a:pt x="1034349" y="11912"/>
                  <a:pt x="1037626" y="15188"/>
                  <a:pt x="1041795" y="15188"/>
                </a:cubicBezTo>
                <a:cubicBezTo>
                  <a:pt x="1046261" y="15188"/>
                  <a:pt x="1049537" y="11912"/>
                  <a:pt x="1049537" y="7595"/>
                </a:cubicBezTo>
                <a:cubicBezTo>
                  <a:pt x="1049537" y="3276"/>
                  <a:pt x="1046113" y="0"/>
                  <a:pt x="1041795" y="0"/>
                </a:cubicBezTo>
                <a:close/>
                <a:moveTo>
                  <a:pt x="1130980" y="91867"/>
                </a:moveTo>
                <a:cubicBezTo>
                  <a:pt x="1128450" y="93953"/>
                  <a:pt x="1126664" y="94696"/>
                  <a:pt x="1124431" y="94696"/>
                </a:cubicBezTo>
                <a:cubicBezTo>
                  <a:pt x="1121007" y="94696"/>
                  <a:pt x="1119964" y="92612"/>
                  <a:pt x="1119964" y="86060"/>
                </a:cubicBezTo>
                <a:lnTo>
                  <a:pt x="1119964" y="57027"/>
                </a:lnTo>
                <a:cubicBezTo>
                  <a:pt x="1119964" y="49285"/>
                  <a:pt x="1119219" y="44966"/>
                  <a:pt x="1116985" y="41392"/>
                </a:cubicBezTo>
                <a:cubicBezTo>
                  <a:pt x="1113709" y="36033"/>
                  <a:pt x="1107307" y="33204"/>
                  <a:pt x="1098524" y="33204"/>
                </a:cubicBezTo>
                <a:cubicBezTo>
                  <a:pt x="1084527" y="33204"/>
                  <a:pt x="1073510" y="40499"/>
                  <a:pt x="1073510" y="49880"/>
                </a:cubicBezTo>
                <a:cubicBezTo>
                  <a:pt x="1073510" y="53304"/>
                  <a:pt x="1076339" y="56282"/>
                  <a:pt x="1079912" y="56282"/>
                </a:cubicBezTo>
                <a:cubicBezTo>
                  <a:pt x="1083484" y="56282"/>
                  <a:pt x="1086612" y="53304"/>
                  <a:pt x="1086612" y="50028"/>
                </a:cubicBezTo>
                <a:cubicBezTo>
                  <a:pt x="1086612" y="49432"/>
                  <a:pt x="1086462" y="48689"/>
                  <a:pt x="1086315" y="47647"/>
                </a:cubicBezTo>
                <a:cubicBezTo>
                  <a:pt x="1086017" y="46306"/>
                  <a:pt x="1085867" y="45116"/>
                  <a:pt x="1085867" y="44073"/>
                </a:cubicBezTo>
                <a:cubicBezTo>
                  <a:pt x="1085867" y="40054"/>
                  <a:pt x="1090631" y="36778"/>
                  <a:pt x="1096588" y="36778"/>
                </a:cubicBezTo>
                <a:cubicBezTo>
                  <a:pt x="1103883" y="36778"/>
                  <a:pt x="1107902" y="41094"/>
                  <a:pt x="1107902" y="49135"/>
                </a:cubicBezTo>
                <a:lnTo>
                  <a:pt x="1107902" y="58218"/>
                </a:lnTo>
                <a:cubicBezTo>
                  <a:pt x="1085122" y="67301"/>
                  <a:pt x="1082443" y="68639"/>
                  <a:pt x="1076041" y="74298"/>
                </a:cubicBezTo>
                <a:cubicBezTo>
                  <a:pt x="1072765" y="77277"/>
                  <a:pt x="1070679" y="82339"/>
                  <a:pt x="1070679" y="87251"/>
                </a:cubicBezTo>
                <a:cubicBezTo>
                  <a:pt x="1070679" y="96631"/>
                  <a:pt x="1077231" y="103184"/>
                  <a:pt x="1086315" y="103184"/>
                </a:cubicBezTo>
                <a:cubicBezTo>
                  <a:pt x="1092865" y="103184"/>
                  <a:pt x="1098969" y="100057"/>
                  <a:pt x="1108052" y="92315"/>
                </a:cubicBezTo>
                <a:cubicBezTo>
                  <a:pt x="1108797" y="100205"/>
                  <a:pt x="1111476" y="103184"/>
                  <a:pt x="1117581" y="103184"/>
                </a:cubicBezTo>
                <a:cubicBezTo>
                  <a:pt x="1122643" y="103184"/>
                  <a:pt x="1125771" y="101396"/>
                  <a:pt x="1130980" y="95738"/>
                </a:cubicBezTo>
                <a:lnTo>
                  <a:pt x="1130980" y="91867"/>
                </a:lnTo>
                <a:moveTo>
                  <a:pt x="1107902" y="83382"/>
                </a:moveTo>
                <a:cubicBezTo>
                  <a:pt x="1107902" y="87848"/>
                  <a:pt x="1107159" y="89486"/>
                  <a:pt x="1104031" y="91272"/>
                </a:cubicBezTo>
                <a:cubicBezTo>
                  <a:pt x="1100310" y="93355"/>
                  <a:pt x="1096291" y="94548"/>
                  <a:pt x="1093162" y="94548"/>
                </a:cubicBezTo>
                <a:cubicBezTo>
                  <a:pt x="1087953" y="94548"/>
                  <a:pt x="1083784" y="89486"/>
                  <a:pt x="1083784" y="83082"/>
                </a:cubicBezTo>
                <a:lnTo>
                  <a:pt x="1083784" y="82486"/>
                </a:lnTo>
                <a:cubicBezTo>
                  <a:pt x="1083931" y="73553"/>
                  <a:pt x="1090484" y="67896"/>
                  <a:pt x="1107902" y="61792"/>
                </a:cubicBezTo>
                <a:lnTo>
                  <a:pt x="1107902" y="83382"/>
                </a:lnTo>
                <a:close/>
                <a:moveTo>
                  <a:pt x="1133959" y="101693"/>
                </a:moveTo>
                <a:lnTo>
                  <a:pt x="1165525" y="101693"/>
                </a:lnTo>
                <a:lnTo>
                  <a:pt x="1165525" y="99460"/>
                </a:lnTo>
                <a:cubicBezTo>
                  <a:pt x="1158080" y="99015"/>
                  <a:pt x="1155697" y="97079"/>
                  <a:pt x="1155697" y="91719"/>
                </a:cubicBezTo>
                <a:lnTo>
                  <a:pt x="1155697" y="49880"/>
                </a:lnTo>
                <a:cubicBezTo>
                  <a:pt x="1162844" y="43180"/>
                  <a:pt x="1166120" y="41392"/>
                  <a:pt x="1171034" y="41392"/>
                </a:cubicBezTo>
                <a:cubicBezTo>
                  <a:pt x="1178330" y="41392"/>
                  <a:pt x="1181903" y="46009"/>
                  <a:pt x="1181903" y="55835"/>
                </a:cubicBezTo>
                <a:lnTo>
                  <a:pt x="1181903" y="86953"/>
                </a:lnTo>
                <a:cubicBezTo>
                  <a:pt x="1181606" y="96631"/>
                  <a:pt x="1179818" y="99015"/>
                  <a:pt x="1172522" y="99460"/>
                </a:cubicBezTo>
                <a:lnTo>
                  <a:pt x="1172522" y="101693"/>
                </a:lnTo>
                <a:lnTo>
                  <a:pt x="1203493" y="101693"/>
                </a:lnTo>
                <a:lnTo>
                  <a:pt x="1203493" y="99460"/>
                </a:lnTo>
                <a:cubicBezTo>
                  <a:pt x="1196196" y="98717"/>
                  <a:pt x="1194558" y="96929"/>
                  <a:pt x="1194410" y="89634"/>
                </a:cubicBezTo>
                <a:lnTo>
                  <a:pt x="1194410" y="55537"/>
                </a:lnTo>
                <a:cubicBezTo>
                  <a:pt x="1194410" y="41542"/>
                  <a:pt x="1187858" y="33204"/>
                  <a:pt x="1176841" y="33204"/>
                </a:cubicBezTo>
                <a:cubicBezTo>
                  <a:pt x="1169992" y="33204"/>
                  <a:pt x="1165375" y="35735"/>
                  <a:pt x="1155251" y="45263"/>
                </a:cubicBezTo>
                <a:lnTo>
                  <a:pt x="1155251" y="33502"/>
                </a:lnTo>
                <a:lnTo>
                  <a:pt x="1154209" y="33204"/>
                </a:lnTo>
                <a:cubicBezTo>
                  <a:pt x="1146466" y="36033"/>
                  <a:pt x="1141404" y="37671"/>
                  <a:pt x="1133661" y="39904"/>
                </a:cubicBezTo>
                <a:lnTo>
                  <a:pt x="1133661" y="42435"/>
                </a:lnTo>
                <a:cubicBezTo>
                  <a:pt x="1134704" y="41990"/>
                  <a:pt x="1136045" y="41840"/>
                  <a:pt x="1137683" y="41840"/>
                </a:cubicBezTo>
                <a:cubicBezTo>
                  <a:pt x="1141852" y="41840"/>
                  <a:pt x="1143190" y="44073"/>
                  <a:pt x="1143190" y="51368"/>
                </a:cubicBezTo>
                <a:lnTo>
                  <a:pt x="1143190" y="88293"/>
                </a:lnTo>
                <a:cubicBezTo>
                  <a:pt x="1143042" y="97079"/>
                  <a:pt x="1141404" y="99015"/>
                  <a:pt x="1133959" y="99460"/>
                </a:cubicBezTo>
                <a:lnTo>
                  <a:pt x="1133959" y="101693"/>
                </a:lnTo>
                <a:close/>
                <a:moveTo>
                  <a:pt x="1243990" y="34692"/>
                </a:moveTo>
                <a:lnTo>
                  <a:pt x="1228952" y="34692"/>
                </a:lnTo>
                <a:lnTo>
                  <a:pt x="1228952" y="17421"/>
                </a:lnTo>
                <a:cubicBezTo>
                  <a:pt x="1228952" y="15933"/>
                  <a:pt x="1228655" y="15485"/>
                  <a:pt x="1227909" y="15485"/>
                </a:cubicBezTo>
                <a:cubicBezTo>
                  <a:pt x="1219274" y="27992"/>
                  <a:pt x="1214807" y="33054"/>
                  <a:pt x="1210491" y="35585"/>
                </a:cubicBezTo>
                <a:cubicBezTo>
                  <a:pt x="1208853" y="36628"/>
                  <a:pt x="1207957" y="37521"/>
                  <a:pt x="1207957" y="38416"/>
                </a:cubicBezTo>
                <a:cubicBezTo>
                  <a:pt x="1207957" y="38861"/>
                  <a:pt x="1208107" y="39159"/>
                  <a:pt x="1208555" y="39456"/>
                </a:cubicBezTo>
                <a:lnTo>
                  <a:pt x="1216445" y="39456"/>
                </a:lnTo>
                <a:lnTo>
                  <a:pt x="1216445" y="84274"/>
                </a:lnTo>
                <a:cubicBezTo>
                  <a:pt x="1216445" y="96781"/>
                  <a:pt x="1220912" y="103184"/>
                  <a:pt x="1229697" y="103184"/>
                </a:cubicBezTo>
                <a:cubicBezTo>
                  <a:pt x="1236993" y="103184"/>
                  <a:pt x="1242650" y="99610"/>
                  <a:pt x="1247564" y="91867"/>
                </a:cubicBezTo>
                <a:lnTo>
                  <a:pt x="1245628" y="90229"/>
                </a:lnTo>
                <a:cubicBezTo>
                  <a:pt x="1242352" y="94100"/>
                  <a:pt x="1239971" y="95441"/>
                  <a:pt x="1236695" y="95441"/>
                </a:cubicBezTo>
                <a:cubicBezTo>
                  <a:pt x="1231186" y="95441"/>
                  <a:pt x="1228952" y="91422"/>
                  <a:pt x="1228952" y="82041"/>
                </a:cubicBezTo>
                <a:lnTo>
                  <a:pt x="1228952" y="39456"/>
                </a:lnTo>
                <a:lnTo>
                  <a:pt x="1243990" y="39456"/>
                </a:lnTo>
                <a:lnTo>
                  <a:pt x="1243990" y="3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1ADC2B58-EA8E-4684-BFC2-C5DAEDC1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186" y="2820889"/>
            <a:ext cx="518443" cy="100800"/>
          </a:xfrm>
          <a:custGeom xmlns:a="http://schemas.openxmlformats.org/drawingml/2006/main">
            <a:pathLst>
              <a:path w="518443" h="100800">
                <a:moveTo>
                  <a:pt x="0" y="68489"/>
                </a:moveTo>
                <a:lnTo>
                  <a:pt x="35735" y="68489"/>
                </a:lnTo>
                <a:lnTo>
                  <a:pt x="35735" y="66256"/>
                </a:lnTo>
                <a:cubicBezTo>
                  <a:pt x="25759" y="65958"/>
                  <a:pt x="23376" y="63875"/>
                  <a:pt x="23078" y="55089"/>
                </a:cubicBezTo>
                <a:lnTo>
                  <a:pt x="23078" y="21590"/>
                </a:lnTo>
                <a:cubicBezTo>
                  <a:pt x="23078" y="16824"/>
                  <a:pt x="29333" y="9381"/>
                  <a:pt x="33502" y="9381"/>
                </a:cubicBezTo>
                <a:cubicBezTo>
                  <a:pt x="34395" y="9381"/>
                  <a:pt x="35735" y="10124"/>
                  <a:pt x="37373" y="11614"/>
                </a:cubicBezTo>
                <a:cubicBezTo>
                  <a:pt x="39606" y="13847"/>
                  <a:pt x="41392" y="14590"/>
                  <a:pt x="43328" y="14590"/>
                </a:cubicBezTo>
                <a:cubicBezTo>
                  <a:pt x="46901" y="14590"/>
                  <a:pt x="49135" y="12059"/>
                  <a:pt x="49135" y="7890"/>
                </a:cubicBezTo>
                <a:cubicBezTo>
                  <a:pt x="49135" y="2978"/>
                  <a:pt x="46009" y="0"/>
                  <a:pt x="40947" y="0"/>
                </a:cubicBezTo>
                <a:cubicBezTo>
                  <a:pt x="34692" y="0"/>
                  <a:pt x="30523" y="3276"/>
                  <a:pt x="23078" y="13995"/>
                </a:cubicBezTo>
                <a:lnTo>
                  <a:pt x="23078" y="298"/>
                </a:lnTo>
                <a:lnTo>
                  <a:pt x="22335" y="0"/>
                </a:lnTo>
                <a:cubicBezTo>
                  <a:pt x="13997" y="3276"/>
                  <a:pt x="8636" y="5359"/>
                  <a:pt x="298" y="8040"/>
                </a:cubicBezTo>
                <a:lnTo>
                  <a:pt x="298" y="10421"/>
                </a:lnTo>
                <a:cubicBezTo>
                  <a:pt x="2383" y="9976"/>
                  <a:pt x="3724" y="9826"/>
                  <a:pt x="5509" y="9826"/>
                </a:cubicBezTo>
                <a:cubicBezTo>
                  <a:pt x="9231" y="9826"/>
                  <a:pt x="10571" y="12209"/>
                  <a:pt x="10571" y="18759"/>
                </a:cubicBezTo>
                <a:lnTo>
                  <a:pt x="10571" y="55982"/>
                </a:lnTo>
                <a:cubicBezTo>
                  <a:pt x="10274" y="63725"/>
                  <a:pt x="9381" y="64620"/>
                  <a:pt x="0" y="66256"/>
                </a:cubicBezTo>
                <a:lnTo>
                  <a:pt x="0" y="68489"/>
                </a:lnTo>
                <a:close/>
                <a:moveTo>
                  <a:pt x="109584" y="44073"/>
                </a:moveTo>
                <a:cubicBezTo>
                  <a:pt x="102439" y="55387"/>
                  <a:pt x="96034" y="59706"/>
                  <a:pt x="86506" y="59706"/>
                </a:cubicBezTo>
                <a:cubicBezTo>
                  <a:pt x="78020" y="59706"/>
                  <a:pt x="71618" y="55387"/>
                  <a:pt x="67299" y="46901"/>
                </a:cubicBezTo>
                <a:cubicBezTo>
                  <a:pt x="64618" y="41242"/>
                  <a:pt x="63578" y="36478"/>
                  <a:pt x="63280" y="27247"/>
                </a:cubicBezTo>
                <a:lnTo>
                  <a:pt x="109139" y="27247"/>
                </a:lnTo>
                <a:cubicBezTo>
                  <a:pt x="107946" y="17569"/>
                  <a:pt x="106458" y="13252"/>
                  <a:pt x="102736" y="8486"/>
                </a:cubicBezTo>
                <a:cubicBezTo>
                  <a:pt x="98268" y="3126"/>
                  <a:pt x="91420" y="0"/>
                  <a:pt x="83677" y="0"/>
                </a:cubicBezTo>
                <a:cubicBezTo>
                  <a:pt x="76232" y="0"/>
                  <a:pt x="69235" y="2681"/>
                  <a:pt x="63578" y="7743"/>
                </a:cubicBezTo>
                <a:cubicBezTo>
                  <a:pt x="56578" y="13847"/>
                  <a:pt x="52559" y="24419"/>
                  <a:pt x="52559" y="36628"/>
                </a:cubicBezTo>
                <a:cubicBezTo>
                  <a:pt x="52559" y="57175"/>
                  <a:pt x="63280" y="69980"/>
                  <a:pt x="80401" y="69980"/>
                </a:cubicBezTo>
                <a:cubicBezTo>
                  <a:pt x="94546" y="69980"/>
                  <a:pt x="105713" y="61194"/>
                  <a:pt x="111967" y="45113"/>
                </a:cubicBezTo>
                <a:lnTo>
                  <a:pt x="109584" y="44073"/>
                </a:lnTo>
                <a:moveTo>
                  <a:pt x="63578" y="22483"/>
                </a:moveTo>
                <a:cubicBezTo>
                  <a:pt x="65214" y="10869"/>
                  <a:pt x="70278" y="5359"/>
                  <a:pt x="79358" y="5359"/>
                </a:cubicBezTo>
                <a:cubicBezTo>
                  <a:pt x="88442" y="5359"/>
                  <a:pt x="92015" y="9528"/>
                  <a:pt x="93951" y="22483"/>
                </a:cubicBezTo>
                <a:lnTo>
                  <a:pt x="63578" y="22483"/>
                </a:lnTo>
                <a:close/>
                <a:moveTo>
                  <a:pt x="161846" y="21738"/>
                </a:moveTo>
                <a:lnTo>
                  <a:pt x="161251" y="1340"/>
                </a:lnTo>
                <a:lnTo>
                  <a:pt x="159613" y="1340"/>
                </a:lnTo>
                <a:cubicBezTo>
                  <a:pt x="158870" y="2531"/>
                  <a:pt x="158124" y="2978"/>
                  <a:pt x="157232" y="2978"/>
                </a:cubicBezTo>
                <a:cubicBezTo>
                  <a:pt x="156339" y="2978"/>
                  <a:pt x="154848" y="2681"/>
                  <a:pt x="153210" y="1936"/>
                </a:cubicBezTo>
                <a:cubicBezTo>
                  <a:pt x="149786" y="745"/>
                  <a:pt x="146363" y="0"/>
                  <a:pt x="142789" y="0"/>
                </a:cubicBezTo>
                <a:cubicBezTo>
                  <a:pt x="131025" y="0"/>
                  <a:pt x="122539" y="7743"/>
                  <a:pt x="122539" y="18462"/>
                </a:cubicBezTo>
                <a:cubicBezTo>
                  <a:pt x="122539" y="26800"/>
                  <a:pt x="127304" y="32756"/>
                  <a:pt x="139960" y="39904"/>
                </a:cubicBezTo>
                <a:lnTo>
                  <a:pt x="148596" y="44816"/>
                </a:lnTo>
                <a:cubicBezTo>
                  <a:pt x="153806" y="47794"/>
                  <a:pt x="156339" y="51368"/>
                  <a:pt x="156339" y="55982"/>
                </a:cubicBezTo>
                <a:cubicBezTo>
                  <a:pt x="156339" y="62534"/>
                  <a:pt x="151572" y="66703"/>
                  <a:pt x="143979" y="66703"/>
                </a:cubicBezTo>
                <a:cubicBezTo>
                  <a:pt x="133706" y="66703"/>
                  <a:pt x="128494" y="61046"/>
                  <a:pt x="125070" y="45859"/>
                </a:cubicBezTo>
                <a:lnTo>
                  <a:pt x="122687" y="45859"/>
                </a:lnTo>
                <a:lnTo>
                  <a:pt x="122687" y="69087"/>
                </a:lnTo>
                <a:lnTo>
                  <a:pt x="124623" y="69087"/>
                </a:lnTo>
                <a:cubicBezTo>
                  <a:pt x="125666" y="67596"/>
                  <a:pt x="126261" y="67299"/>
                  <a:pt x="128049" y="67299"/>
                </a:cubicBezTo>
                <a:cubicBezTo>
                  <a:pt x="129687" y="67299"/>
                  <a:pt x="131473" y="67596"/>
                  <a:pt x="134896" y="68489"/>
                </a:cubicBezTo>
                <a:cubicBezTo>
                  <a:pt x="138918" y="69384"/>
                  <a:pt x="142789" y="69980"/>
                  <a:pt x="145765" y="69980"/>
                </a:cubicBezTo>
                <a:cubicBezTo>
                  <a:pt x="157379" y="69980"/>
                  <a:pt x="166760" y="61344"/>
                  <a:pt x="166760" y="50920"/>
                </a:cubicBezTo>
                <a:cubicBezTo>
                  <a:pt x="166760" y="43475"/>
                  <a:pt x="163186" y="38563"/>
                  <a:pt x="154253" y="33202"/>
                </a:cubicBezTo>
                <a:lnTo>
                  <a:pt x="138172" y="23673"/>
                </a:lnTo>
                <a:cubicBezTo>
                  <a:pt x="134004" y="21142"/>
                  <a:pt x="131770" y="17569"/>
                  <a:pt x="131770" y="13550"/>
                </a:cubicBezTo>
                <a:cubicBezTo>
                  <a:pt x="131770" y="7445"/>
                  <a:pt x="136387" y="3424"/>
                  <a:pt x="143234" y="3424"/>
                </a:cubicBezTo>
                <a:cubicBezTo>
                  <a:pt x="151722" y="3424"/>
                  <a:pt x="156189" y="8338"/>
                  <a:pt x="159613" y="21738"/>
                </a:cubicBezTo>
                <a:lnTo>
                  <a:pt x="161846" y="21738"/>
                </a:lnTo>
                <a:close/>
                <a:moveTo>
                  <a:pt x="173609" y="100800"/>
                </a:moveTo>
                <a:lnTo>
                  <a:pt x="209641" y="100800"/>
                </a:lnTo>
                <a:lnTo>
                  <a:pt x="209641" y="98119"/>
                </a:lnTo>
                <a:cubicBezTo>
                  <a:pt x="198475" y="97972"/>
                  <a:pt x="196687" y="96481"/>
                  <a:pt x="196539" y="86953"/>
                </a:cubicBezTo>
                <a:lnTo>
                  <a:pt x="196539" y="63577"/>
                </a:lnTo>
                <a:cubicBezTo>
                  <a:pt x="201898" y="68489"/>
                  <a:pt x="205322" y="69980"/>
                  <a:pt x="211577" y="69980"/>
                </a:cubicBezTo>
                <a:cubicBezTo>
                  <a:pt x="229295" y="69980"/>
                  <a:pt x="242843" y="53304"/>
                  <a:pt x="242843" y="31714"/>
                </a:cubicBezTo>
                <a:cubicBezTo>
                  <a:pt x="242843" y="13252"/>
                  <a:pt x="232422" y="0"/>
                  <a:pt x="217979" y="0"/>
                </a:cubicBezTo>
                <a:cubicBezTo>
                  <a:pt x="209641" y="0"/>
                  <a:pt x="203089" y="3574"/>
                  <a:pt x="196539" y="11762"/>
                </a:cubicBezTo>
                <a:lnTo>
                  <a:pt x="196539" y="298"/>
                </a:lnTo>
                <a:lnTo>
                  <a:pt x="195646" y="0"/>
                </a:lnTo>
                <a:cubicBezTo>
                  <a:pt x="187606" y="3126"/>
                  <a:pt x="182394" y="5062"/>
                  <a:pt x="174204" y="7593"/>
                </a:cubicBezTo>
                <a:lnTo>
                  <a:pt x="174204" y="9976"/>
                </a:lnTo>
                <a:cubicBezTo>
                  <a:pt x="175544" y="9826"/>
                  <a:pt x="176437" y="9826"/>
                  <a:pt x="177927" y="9826"/>
                </a:cubicBezTo>
                <a:cubicBezTo>
                  <a:pt x="182989" y="9826"/>
                  <a:pt x="184032" y="11316"/>
                  <a:pt x="184032" y="18314"/>
                </a:cubicBezTo>
                <a:lnTo>
                  <a:pt x="184032" y="87996"/>
                </a:lnTo>
                <a:cubicBezTo>
                  <a:pt x="184032" y="95886"/>
                  <a:pt x="182394" y="97377"/>
                  <a:pt x="173609" y="98269"/>
                </a:cubicBezTo>
                <a:lnTo>
                  <a:pt x="173609" y="100800"/>
                </a:lnTo>
                <a:moveTo>
                  <a:pt x="196539" y="18759"/>
                </a:moveTo>
                <a:cubicBezTo>
                  <a:pt x="196539" y="14293"/>
                  <a:pt x="204877" y="8933"/>
                  <a:pt x="211724" y="8933"/>
                </a:cubicBezTo>
                <a:cubicBezTo>
                  <a:pt x="222743" y="8933"/>
                  <a:pt x="230038" y="20250"/>
                  <a:pt x="230038" y="37671"/>
                </a:cubicBezTo>
                <a:cubicBezTo>
                  <a:pt x="230038" y="54047"/>
                  <a:pt x="222743" y="65215"/>
                  <a:pt x="212024" y="65215"/>
                </a:cubicBezTo>
                <a:cubicBezTo>
                  <a:pt x="205025" y="65215"/>
                  <a:pt x="196539" y="59854"/>
                  <a:pt x="196539" y="55387"/>
                </a:cubicBezTo>
                <a:lnTo>
                  <a:pt x="196539" y="18759"/>
                </a:lnTo>
                <a:close/>
                <a:moveTo>
                  <a:pt x="284832" y="0"/>
                </a:moveTo>
                <a:cubicBezTo>
                  <a:pt x="265325" y="0"/>
                  <a:pt x="251926" y="14293"/>
                  <a:pt x="251926" y="34840"/>
                </a:cubicBezTo>
                <a:cubicBezTo>
                  <a:pt x="251926" y="55089"/>
                  <a:pt x="265773" y="69980"/>
                  <a:pt x="284532" y="69980"/>
                </a:cubicBezTo>
                <a:cubicBezTo>
                  <a:pt x="303294" y="69980"/>
                  <a:pt x="317586" y="54346"/>
                  <a:pt x="317586" y="33649"/>
                </a:cubicBezTo>
                <a:cubicBezTo>
                  <a:pt x="317586" y="13995"/>
                  <a:pt x="303889" y="0"/>
                  <a:pt x="284832" y="0"/>
                </a:cubicBezTo>
                <a:moveTo>
                  <a:pt x="282896" y="4169"/>
                </a:moveTo>
                <a:cubicBezTo>
                  <a:pt x="295403" y="4169"/>
                  <a:pt x="304186" y="18462"/>
                  <a:pt x="304186" y="38861"/>
                </a:cubicBezTo>
                <a:cubicBezTo>
                  <a:pt x="304186" y="55835"/>
                  <a:pt x="297487" y="65811"/>
                  <a:pt x="286320" y="65811"/>
                </a:cubicBezTo>
                <a:cubicBezTo>
                  <a:pt x="280513" y="65811"/>
                  <a:pt x="275004" y="62237"/>
                  <a:pt x="271878" y="56282"/>
                </a:cubicBezTo>
                <a:cubicBezTo>
                  <a:pt x="267709" y="48539"/>
                  <a:pt x="265325" y="38116"/>
                  <a:pt x="265325" y="27545"/>
                </a:cubicBezTo>
                <a:cubicBezTo>
                  <a:pt x="265325" y="13400"/>
                  <a:pt x="272175" y="4169"/>
                  <a:pt x="282896" y="4169"/>
                </a:cubicBezTo>
                <a:close/>
                <a:moveTo>
                  <a:pt x="325180" y="68489"/>
                </a:moveTo>
                <a:lnTo>
                  <a:pt x="356746" y="68489"/>
                </a:lnTo>
                <a:lnTo>
                  <a:pt x="356746" y="66256"/>
                </a:lnTo>
                <a:cubicBezTo>
                  <a:pt x="349301" y="65811"/>
                  <a:pt x="346918" y="63875"/>
                  <a:pt x="346918" y="58515"/>
                </a:cubicBezTo>
                <a:lnTo>
                  <a:pt x="346918" y="16676"/>
                </a:lnTo>
                <a:cubicBezTo>
                  <a:pt x="354065" y="9976"/>
                  <a:pt x="357342" y="8188"/>
                  <a:pt x="362256" y="8188"/>
                </a:cubicBezTo>
                <a:cubicBezTo>
                  <a:pt x="369551" y="8188"/>
                  <a:pt x="373125" y="12805"/>
                  <a:pt x="373125" y="22631"/>
                </a:cubicBezTo>
                <a:lnTo>
                  <a:pt x="373125" y="53749"/>
                </a:lnTo>
                <a:cubicBezTo>
                  <a:pt x="372827" y="63427"/>
                  <a:pt x="371039" y="65811"/>
                  <a:pt x="363744" y="66256"/>
                </a:cubicBezTo>
                <a:lnTo>
                  <a:pt x="363744" y="68489"/>
                </a:lnTo>
                <a:lnTo>
                  <a:pt x="394715" y="68489"/>
                </a:lnTo>
                <a:lnTo>
                  <a:pt x="394715" y="66256"/>
                </a:lnTo>
                <a:cubicBezTo>
                  <a:pt x="387417" y="65513"/>
                  <a:pt x="385779" y="63725"/>
                  <a:pt x="385631" y="56430"/>
                </a:cubicBezTo>
                <a:lnTo>
                  <a:pt x="385631" y="22333"/>
                </a:lnTo>
                <a:cubicBezTo>
                  <a:pt x="385631" y="8338"/>
                  <a:pt x="379079" y="0"/>
                  <a:pt x="368063" y="0"/>
                </a:cubicBezTo>
                <a:cubicBezTo>
                  <a:pt x="361213" y="0"/>
                  <a:pt x="356596" y="2531"/>
                  <a:pt x="346473" y="12059"/>
                </a:cubicBezTo>
                <a:lnTo>
                  <a:pt x="346473" y="298"/>
                </a:lnTo>
                <a:lnTo>
                  <a:pt x="345430" y="0"/>
                </a:lnTo>
                <a:cubicBezTo>
                  <a:pt x="337687" y="2829"/>
                  <a:pt x="332625" y="4467"/>
                  <a:pt x="324883" y="6700"/>
                </a:cubicBezTo>
                <a:lnTo>
                  <a:pt x="324883" y="9231"/>
                </a:lnTo>
                <a:cubicBezTo>
                  <a:pt x="325926" y="8785"/>
                  <a:pt x="327266" y="8636"/>
                  <a:pt x="328904" y="8636"/>
                </a:cubicBezTo>
                <a:cubicBezTo>
                  <a:pt x="333073" y="8636"/>
                  <a:pt x="334411" y="10869"/>
                  <a:pt x="334411" y="18164"/>
                </a:cubicBezTo>
                <a:lnTo>
                  <a:pt x="334411" y="55089"/>
                </a:lnTo>
                <a:cubicBezTo>
                  <a:pt x="334263" y="63875"/>
                  <a:pt x="332625" y="65811"/>
                  <a:pt x="325180" y="66256"/>
                </a:cubicBezTo>
                <a:lnTo>
                  <a:pt x="325180" y="68489"/>
                </a:lnTo>
                <a:close/>
                <a:moveTo>
                  <a:pt x="444293" y="21738"/>
                </a:moveTo>
                <a:lnTo>
                  <a:pt x="443698" y="1340"/>
                </a:lnTo>
                <a:lnTo>
                  <a:pt x="442060" y="1340"/>
                </a:lnTo>
                <a:cubicBezTo>
                  <a:pt x="441317" y="2531"/>
                  <a:pt x="440572" y="2978"/>
                  <a:pt x="439679" y="2978"/>
                </a:cubicBezTo>
                <a:cubicBezTo>
                  <a:pt x="438786" y="2978"/>
                  <a:pt x="437296" y="2681"/>
                  <a:pt x="435658" y="1936"/>
                </a:cubicBezTo>
                <a:cubicBezTo>
                  <a:pt x="432234" y="745"/>
                  <a:pt x="428810" y="0"/>
                  <a:pt x="425237" y="0"/>
                </a:cubicBezTo>
                <a:cubicBezTo>
                  <a:pt x="413473" y="0"/>
                  <a:pt x="404987" y="7743"/>
                  <a:pt x="404987" y="18462"/>
                </a:cubicBezTo>
                <a:cubicBezTo>
                  <a:pt x="404987" y="26800"/>
                  <a:pt x="409751" y="32756"/>
                  <a:pt x="422408" y="39904"/>
                </a:cubicBezTo>
                <a:lnTo>
                  <a:pt x="431044" y="44816"/>
                </a:lnTo>
                <a:cubicBezTo>
                  <a:pt x="436253" y="47794"/>
                  <a:pt x="438786" y="51368"/>
                  <a:pt x="438786" y="55982"/>
                </a:cubicBezTo>
                <a:cubicBezTo>
                  <a:pt x="438786" y="62534"/>
                  <a:pt x="434020" y="66703"/>
                  <a:pt x="426427" y="66703"/>
                </a:cubicBezTo>
                <a:cubicBezTo>
                  <a:pt x="416153" y="66703"/>
                  <a:pt x="410942" y="61046"/>
                  <a:pt x="407518" y="45859"/>
                </a:cubicBezTo>
                <a:lnTo>
                  <a:pt x="405135" y="45859"/>
                </a:lnTo>
                <a:lnTo>
                  <a:pt x="405135" y="69087"/>
                </a:lnTo>
                <a:lnTo>
                  <a:pt x="407070" y="69087"/>
                </a:lnTo>
                <a:cubicBezTo>
                  <a:pt x="408113" y="67596"/>
                  <a:pt x="408708" y="67299"/>
                  <a:pt x="410496" y="67299"/>
                </a:cubicBezTo>
                <a:cubicBezTo>
                  <a:pt x="412134" y="67299"/>
                  <a:pt x="413920" y="67596"/>
                  <a:pt x="417344" y="68489"/>
                </a:cubicBezTo>
                <a:cubicBezTo>
                  <a:pt x="421365" y="69384"/>
                  <a:pt x="425237" y="69980"/>
                  <a:pt x="428213" y="69980"/>
                </a:cubicBezTo>
                <a:cubicBezTo>
                  <a:pt x="439827" y="69980"/>
                  <a:pt x="449208" y="61344"/>
                  <a:pt x="449208" y="50920"/>
                </a:cubicBezTo>
                <a:cubicBezTo>
                  <a:pt x="449208" y="43475"/>
                  <a:pt x="445634" y="38563"/>
                  <a:pt x="436701" y="33202"/>
                </a:cubicBezTo>
                <a:lnTo>
                  <a:pt x="420620" y="23673"/>
                </a:lnTo>
                <a:cubicBezTo>
                  <a:pt x="416451" y="21142"/>
                  <a:pt x="414218" y="17569"/>
                  <a:pt x="414218" y="13550"/>
                </a:cubicBezTo>
                <a:cubicBezTo>
                  <a:pt x="414218" y="7445"/>
                  <a:pt x="418834" y="3424"/>
                  <a:pt x="425682" y="3424"/>
                </a:cubicBezTo>
                <a:cubicBezTo>
                  <a:pt x="434170" y="3424"/>
                  <a:pt x="438636" y="8338"/>
                  <a:pt x="442060" y="21738"/>
                </a:cubicBezTo>
                <a:lnTo>
                  <a:pt x="444293" y="21738"/>
                </a:lnTo>
                <a:close/>
                <a:moveTo>
                  <a:pt x="516060" y="44073"/>
                </a:moveTo>
                <a:cubicBezTo>
                  <a:pt x="508914" y="55387"/>
                  <a:pt x="502510" y="59706"/>
                  <a:pt x="492982" y="59706"/>
                </a:cubicBezTo>
                <a:cubicBezTo>
                  <a:pt x="484496" y="59706"/>
                  <a:pt x="478094" y="55387"/>
                  <a:pt x="473775" y="46901"/>
                </a:cubicBezTo>
                <a:cubicBezTo>
                  <a:pt x="471094" y="41242"/>
                  <a:pt x="470053" y="36478"/>
                  <a:pt x="469756" y="27247"/>
                </a:cubicBezTo>
                <a:lnTo>
                  <a:pt x="515614" y="27247"/>
                </a:lnTo>
                <a:cubicBezTo>
                  <a:pt x="514422" y="17569"/>
                  <a:pt x="512934" y="13252"/>
                  <a:pt x="509212" y="8486"/>
                </a:cubicBezTo>
                <a:cubicBezTo>
                  <a:pt x="504743" y="3126"/>
                  <a:pt x="497896" y="0"/>
                  <a:pt x="490153" y="0"/>
                </a:cubicBezTo>
                <a:cubicBezTo>
                  <a:pt x="482708" y="0"/>
                  <a:pt x="475710" y="2681"/>
                  <a:pt x="470053" y="7743"/>
                </a:cubicBezTo>
                <a:cubicBezTo>
                  <a:pt x="463054" y="13847"/>
                  <a:pt x="459035" y="24419"/>
                  <a:pt x="459035" y="36628"/>
                </a:cubicBezTo>
                <a:cubicBezTo>
                  <a:pt x="459035" y="57175"/>
                  <a:pt x="469756" y="69980"/>
                  <a:pt x="486877" y="69980"/>
                </a:cubicBezTo>
                <a:cubicBezTo>
                  <a:pt x="501022" y="69980"/>
                  <a:pt x="512188" y="61194"/>
                  <a:pt x="518443" y="45113"/>
                </a:cubicBezTo>
                <a:lnTo>
                  <a:pt x="516060" y="44073"/>
                </a:lnTo>
                <a:moveTo>
                  <a:pt x="470053" y="22483"/>
                </a:moveTo>
                <a:cubicBezTo>
                  <a:pt x="471689" y="10869"/>
                  <a:pt x="476753" y="5359"/>
                  <a:pt x="485834" y="5359"/>
                </a:cubicBezTo>
                <a:cubicBezTo>
                  <a:pt x="494917" y="5359"/>
                  <a:pt x="498491" y="9528"/>
                  <a:pt x="500427" y="22483"/>
                </a:cubicBezTo>
                <a:lnTo>
                  <a:pt x="470053" y="22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AAC90-6C8E-4F58-90B4-0A4D6CC1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9" y="2818290"/>
            <a:ext cx="1560569" cy="274275"/>
          </a:xfrm>
          <a:custGeom xmlns:a="http://schemas.openxmlformats.org/drawingml/2006/main">
            <a:pathLst>
              <a:path w="1560569" h="274275" fill="none">
                <a:moveTo>
                  <a:pt x="0" y="45713"/>
                </a:moveTo>
                <a:cubicBezTo>
                  <a:pt x="0" y="20468"/>
                  <a:pt x="20468" y="0"/>
                  <a:pt x="45713" y="0"/>
                </a:cubicBezTo>
                <a:lnTo>
                  <a:pt x="1514857" y="0"/>
                </a:lnTo>
                <a:cubicBezTo>
                  <a:pt x="1540138" y="0"/>
                  <a:pt x="1560569" y="20468"/>
                  <a:pt x="1560569" y="45713"/>
                </a:cubicBezTo>
                <a:lnTo>
                  <a:pt x="1560569" y="228563"/>
                </a:lnTo>
                <a:cubicBezTo>
                  <a:pt x="1560569" y="253807"/>
                  <a:pt x="1540138" y="274275"/>
                  <a:pt x="1514857" y="274275"/>
                </a:cubicBezTo>
                <a:lnTo>
                  <a:pt x="45713" y="274275"/>
                </a:lnTo>
                <a:cubicBezTo>
                  <a:pt x="20468" y="274275"/>
                  <a:pt x="0" y="253807"/>
                  <a:pt x="0" y="228563"/>
                </a:cubicBezTo>
                <a:lnTo>
                  <a:pt x="0" y="457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58" name="Text TestIEtype&amp;value">
            <a:extLst xmlns:a="http://schemas.openxmlformats.org/drawingml/2006/main">
              <a:ext uri="{FF2B5EF4-FFF2-40B4-BE49-F238E27FC236}">
                <a16:creationId xmlns:a16="http://schemas.microsoft.com/office/drawing/2014/main" id="{8BE05050-7DFB-4F07-9B1F-3FEEFF2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25" y="2907918"/>
            <a:ext cx="1229253" cy="134152"/>
          </a:xfrm>
          <a:custGeom xmlns:a="http://schemas.openxmlformats.org/drawingml/2006/main">
            <a:pathLst>
              <a:path w="1229253" h="134152">
                <a:moveTo>
                  <a:pt x="64768" y="98865"/>
                </a:moveTo>
                <a:cubicBezTo>
                  <a:pt x="52558" y="98269"/>
                  <a:pt x="50623" y="96484"/>
                  <a:pt x="50473" y="85465"/>
                </a:cubicBezTo>
                <a:lnTo>
                  <a:pt x="50473" y="9381"/>
                </a:lnTo>
                <a:lnTo>
                  <a:pt x="58513" y="9381"/>
                </a:lnTo>
                <a:cubicBezTo>
                  <a:pt x="75787" y="9678"/>
                  <a:pt x="78913" y="12209"/>
                  <a:pt x="82189" y="28440"/>
                </a:cubicBezTo>
                <a:lnTo>
                  <a:pt x="85760" y="28440"/>
                </a:lnTo>
                <a:lnTo>
                  <a:pt x="84867" y="3128"/>
                </a:lnTo>
                <a:lnTo>
                  <a:pt x="893" y="3128"/>
                </a:lnTo>
                <a:lnTo>
                  <a:pt x="0" y="28440"/>
                </a:lnTo>
                <a:lnTo>
                  <a:pt x="3571" y="28440"/>
                </a:lnTo>
                <a:cubicBezTo>
                  <a:pt x="6997" y="12209"/>
                  <a:pt x="10124" y="9678"/>
                  <a:pt x="27247" y="9381"/>
                </a:cubicBezTo>
                <a:lnTo>
                  <a:pt x="35287" y="9381"/>
                </a:lnTo>
                <a:lnTo>
                  <a:pt x="35287" y="83827"/>
                </a:lnTo>
                <a:cubicBezTo>
                  <a:pt x="35137" y="96631"/>
                  <a:pt x="33797" y="98122"/>
                  <a:pt x="21290" y="98865"/>
                </a:cubicBezTo>
                <a:lnTo>
                  <a:pt x="21290" y="101693"/>
                </a:lnTo>
                <a:lnTo>
                  <a:pt x="64768" y="101693"/>
                </a:lnTo>
                <a:lnTo>
                  <a:pt x="64768" y="98865"/>
                </a:lnTo>
                <a:close/>
                <a:moveTo>
                  <a:pt x="138766" y="77277"/>
                </a:moveTo>
                <a:cubicBezTo>
                  <a:pt x="131621" y="88591"/>
                  <a:pt x="125217" y="92910"/>
                  <a:pt x="115688" y="92910"/>
                </a:cubicBezTo>
                <a:cubicBezTo>
                  <a:pt x="107202" y="92910"/>
                  <a:pt x="100800" y="88591"/>
                  <a:pt x="96481" y="80105"/>
                </a:cubicBezTo>
                <a:cubicBezTo>
                  <a:pt x="93800" y="74446"/>
                  <a:pt x="92760" y="69682"/>
                  <a:pt x="92462" y="60451"/>
                </a:cubicBezTo>
                <a:lnTo>
                  <a:pt x="138321" y="60451"/>
                </a:lnTo>
                <a:cubicBezTo>
                  <a:pt x="137128" y="50773"/>
                  <a:pt x="135640" y="46456"/>
                  <a:pt x="131919" y="41690"/>
                </a:cubicBezTo>
                <a:cubicBezTo>
                  <a:pt x="127450" y="36330"/>
                  <a:pt x="120602" y="33204"/>
                  <a:pt x="112860" y="33204"/>
                </a:cubicBezTo>
                <a:cubicBezTo>
                  <a:pt x="105414" y="33204"/>
                  <a:pt x="98417" y="35885"/>
                  <a:pt x="92760" y="40947"/>
                </a:cubicBezTo>
                <a:cubicBezTo>
                  <a:pt x="85760" y="47051"/>
                  <a:pt x="81741" y="57623"/>
                  <a:pt x="81741" y="69832"/>
                </a:cubicBezTo>
                <a:cubicBezTo>
                  <a:pt x="81741" y="90379"/>
                  <a:pt x="92462" y="103184"/>
                  <a:pt x="109583" y="103184"/>
                </a:cubicBezTo>
                <a:cubicBezTo>
                  <a:pt x="123728" y="103184"/>
                  <a:pt x="134895" y="94398"/>
                  <a:pt x="141149" y="78317"/>
                </a:cubicBezTo>
                <a:lnTo>
                  <a:pt x="138766" y="77277"/>
                </a:lnTo>
                <a:moveTo>
                  <a:pt x="92760" y="55687"/>
                </a:moveTo>
                <a:cubicBezTo>
                  <a:pt x="94396" y="44073"/>
                  <a:pt x="99460" y="38563"/>
                  <a:pt x="108541" y="38563"/>
                </a:cubicBezTo>
                <a:cubicBezTo>
                  <a:pt x="117624" y="38563"/>
                  <a:pt x="121197" y="42732"/>
                  <a:pt x="123133" y="55687"/>
                </a:cubicBezTo>
                <a:lnTo>
                  <a:pt x="92760" y="55687"/>
                </a:lnTo>
                <a:close/>
                <a:moveTo>
                  <a:pt x="191027" y="54942"/>
                </a:moveTo>
                <a:lnTo>
                  <a:pt x="190432" y="34544"/>
                </a:lnTo>
                <a:lnTo>
                  <a:pt x="188794" y="34544"/>
                </a:lnTo>
                <a:cubicBezTo>
                  <a:pt x="188051" y="35735"/>
                  <a:pt x="187306" y="36183"/>
                  <a:pt x="186413" y="36183"/>
                </a:cubicBezTo>
                <a:cubicBezTo>
                  <a:pt x="185520" y="36183"/>
                  <a:pt x="184030" y="35885"/>
                  <a:pt x="182391" y="35140"/>
                </a:cubicBezTo>
                <a:cubicBezTo>
                  <a:pt x="178968" y="33949"/>
                  <a:pt x="175544" y="33204"/>
                  <a:pt x="171970" y="33204"/>
                </a:cubicBezTo>
                <a:cubicBezTo>
                  <a:pt x="160206" y="33204"/>
                  <a:pt x="151721" y="40947"/>
                  <a:pt x="151721" y="51666"/>
                </a:cubicBezTo>
                <a:cubicBezTo>
                  <a:pt x="151721" y="60004"/>
                  <a:pt x="156485" y="65960"/>
                  <a:pt x="169142" y="73108"/>
                </a:cubicBezTo>
                <a:lnTo>
                  <a:pt x="177777" y="78020"/>
                </a:lnTo>
                <a:cubicBezTo>
                  <a:pt x="182987" y="80998"/>
                  <a:pt x="185520" y="84572"/>
                  <a:pt x="185520" y="89186"/>
                </a:cubicBezTo>
                <a:cubicBezTo>
                  <a:pt x="185520" y="95738"/>
                  <a:pt x="180753" y="99907"/>
                  <a:pt x="173161" y="99907"/>
                </a:cubicBezTo>
                <a:cubicBezTo>
                  <a:pt x="162887" y="99907"/>
                  <a:pt x="157675" y="94250"/>
                  <a:pt x="154252" y="79063"/>
                </a:cubicBezTo>
                <a:lnTo>
                  <a:pt x="151868" y="79063"/>
                </a:lnTo>
                <a:lnTo>
                  <a:pt x="151868" y="102291"/>
                </a:lnTo>
                <a:lnTo>
                  <a:pt x="153804" y="102291"/>
                </a:lnTo>
                <a:cubicBezTo>
                  <a:pt x="154847" y="100800"/>
                  <a:pt x="155442" y="100503"/>
                  <a:pt x="157230" y="100503"/>
                </a:cubicBezTo>
                <a:cubicBezTo>
                  <a:pt x="158868" y="100503"/>
                  <a:pt x="160654" y="100800"/>
                  <a:pt x="164078" y="101693"/>
                </a:cubicBezTo>
                <a:cubicBezTo>
                  <a:pt x="168099" y="102588"/>
                  <a:pt x="171970" y="103184"/>
                  <a:pt x="174946" y="103184"/>
                </a:cubicBezTo>
                <a:cubicBezTo>
                  <a:pt x="186560" y="103184"/>
                  <a:pt x="195941" y="94548"/>
                  <a:pt x="195941" y="84124"/>
                </a:cubicBezTo>
                <a:cubicBezTo>
                  <a:pt x="195941" y="76679"/>
                  <a:pt x="192367" y="71768"/>
                  <a:pt x="183434" y="66406"/>
                </a:cubicBezTo>
                <a:lnTo>
                  <a:pt x="167354" y="56877"/>
                </a:lnTo>
                <a:cubicBezTo>
                  <a:pt x="163185" y="54346"/>
                  <a:pt x="160951" y="50773"/>
                  <a:pt x="160951" y="46754"/>
                </a:cubicBezTo>
                <a:cubicBezTo>
                  <a:pt x="160951" y="40649"/>
                  <a:pt x="165568" y="36628"/>
                  <a:pt x="172416" y="36628"/>
                </a:cubicBezTo>
                <a:cubicBezTo>
                  <a:pt x="180903" y="36628"/>
                  <a:pt x="185370" y="41542"/>
                  <a:pt x="188794" y="54942"/>
                </a:cubicBezTo>
                <a:lnTo>
                  <a:pt x="191027" y="54942"/>
                </a:lnTo>
                <a:close/>
                <a:moveTo>
                  <a:pt x="240013" y="34692"/>
                </a:moveTo>
                <a:lnTo>
                  <a:pt x="224975" y="34692"/>
                </a:lnTo>
                <a:lnTo>
                  <a:pt x="224975" y="17421"/>
                </a:lnTo>
                <a:cubicBezTo>
                  <a:pt x="224975" y="15933"/>
                  <a:pt x="224677" y="15485"/>
                  <a:pt x="223932" y="15485"/>
                </a:cubicBezTo>
                <a:cubicBezTo>
                  <a:pt x="215297" y="27992"/>
                  <a:pt x="210830" y="33054"/>
                  <a:pt x="206514" y="35585"/>
                </a:cubicBezTo>
                <a:cubicBezTo>
                  <a:pt x="204875" y="36628"/>
                  <a:pt x="203980" y="37521"/>
                  <a:pt x="203980" y="38416"/>
                </a:cubicBezTo>
                <a:cubicBezTo>
                  <a:pt x="203980" y="38861"/>
                  <a:pt x="204130" y="39159"/>
                  <a:pt x="204578" y="39456"/>
                </a:cubicBezTo>
                <a:lnTo>
                  <a:pt x="212468" y="39456"/>
                </a:lnTo>
                <a:lnTo>
                  <a:pt x="212468" y="84274"/>
                </a:lnTo>
                <a:cubicBezTo>
                  <a:pt x="212468" y="96781"/>
                  <a:pt x="216935" y="103184"/>
                  <a:pt x="225720" y="103184"/>
                </a:cubicBezTo>
                <a:cubicBezTo>
                  <a:pt x="233015" y="103184"/>
                  <a:pt x="238672" y="99610"/>
                  <a:pt x="243587" y="91867"/>
                </a:cubicBezTo>
                <a:lnTo>
                  <a:pt x="241651" y="90229"/>
                </a:lnTo>
                <a:cubicBezTo>
                  <a:pt x="238375" y="94100"/>
                  <a:pt x="235994" y="95441"/>
                  <a:pt x="232718" y="95441"/>
                </a:cubicBezTo>
                <a:cubicBezTo>
                  <a:pt x="227208" y="95441"/>
                  <a:pt x="224975" y="91422"/>
                  <a:pt x="224975" y="82041"/>
                </a:cubicBezTo>
                <a:lnTo>
                  <a:pt x="224975" y="39456"/>
                </a:lnTo>
                <a:lnTo>
                  <a:pt x="240013" y="39456"/>
                </a:lnTo>
                <a:lnTo>
                  <a:pt x="240013" y="34692"/>
                </a:lnTo>
                <a:close/>
                <a:moveTo>
                  <a:pt x="284234" y="101693"/>
                </a:moveTo>
                <a:lnTo>
                  <a:pt x="328454" y="101693"/>
                </a:lnTo>
                <a:lnTo>
                  <a:pt x="328454" y="98865"/>
                </a:lnTo>
                <a:cubicBezTo>
                  <a:pt x="316245" y="98567"/>
                  <a:pt x="314162" y="96484"/>
                  <a:pt x="313864" y="85465"/>
                </a:cubicBezTo>
                <a:lnTo>
                  <a:pt x="313864" y="19357"/>
                </a:lnTo>
                <a:cubicBezTo>
                  <a:pt x="314162" y="8190"/>
                  <a:pt x="316098" y="6402"/>
                  <a:pt x="328454" y="5957"/>
                </a:cubicBezTo>
                <a:lnTo>
                  <a:pt x="328454" y="3128"/>
                </a:lnTo>
                <a:lnTo>
                  <a:pt x="284234" y="3128"/>
                </a:lnTo>
                <a:lnTo>
                  <a:pt x="284234" y="5957"/>
                </a:lnTo>
                <a:cubicBezTo>
                  <a:pt x="296891" y="6700"/>
                  <a:pt x="298529" y="8190"/>
                  <a:pt x="298676" y="19357"/>
                </a:cubicBezTo>
                <a:lnTo>
                  <a:pt x="298676" y="85465"/>
                </a:lnTo>
                <a:cubicBezTo>
                  <a:pt x="298529" y="96781"/>
                  <a:pt x="296741" y="98419"/>
                  <a:pt x="284234" y="98865"/>
                </a:cubicBezTo>
                <a:lnTo>
                  <a:pt x="284234" y="101693"/>
                </a:lnTo>
                <a:close/>
                <a:moveTo>
                  <a:pt x="420025" y="76532"/>
                </a:moveTo>
                <a:lnTo>
                  <a:pt x="415856" y="76532"/>
                </a:lnTo>
                <a:cubicBezTo>
                  <a:pt x="408709" y="92315"/>
                  <a:pt x="402009" y="96036"/>
                  <a:pt x="380716" y="96186"/>
                </a:cubicBezTo>
                <a:lnTo>
                  <a:pt x="376697" y="96186"/>
                </a:lnTo>
                <a:cubicBezTo>
                  <a:pt x="361212" y="95738"/>
                  <a:pt x="361062" y="95591"/>
                  <a:pt x="361062" y="89784"/>
                </a:cubicBezTo>
                <a:lnTo>
                  <a:pt x="361062" y="53006"/>
                </a:lnTo>
                <a:lnTo>
                  <a:pt x="383993" y="53006"/>
                </a:lnTo>
                <a:cubicBezTo>
                  <a:pt x="396499" y="53304"/>
                  <a:pt x="398435" y="55092"/>
                  <a:pt x="400371" y="67301"/>
                </a:cubicBezTo>
                <a:lnTo>
                  <a:pt x="403795" y="67301"/>
                </a:lnTo>
                <a:lnTo>
                  <a:pt x="403795" y="32756"/>
                </a:lnTo>
                <a:lnTo>
                  <a:pt x="400371" y="32756"/>
                </a:lnTo>
                <a:cubicBezTo>
                  <a:pt x="398583" y="44818"/>
                  <a:pt x="396499" y="46604"/>
                  <a:pt x="383993" y="46901"/>
                </a:cubicBezTo>
                <a:lnTo>
                  <a:pt x="361062" y="46901"/>
                </a:lnTo>
                <a:lnTo>
                  <a:pt x="361062" y="13847"/>
                </a:lnTo>
                <a:cubicBezTo>
                  <a:pt x="361212" y="9381"/>
                  <a:pt x="361807" y="8785"/>
                  <a:pt x="365976" y="8785"/>
                </a:cubicBezTo>
                <a:lnTo>
                  <a:pt x="386076" y="8785"/>
                </a:lnTo>
                <a:cubicBezTo>
                  <a:pt x="403349" y="9083"/>
                  <a:pt x="406325" y="11169"/>
                  <a:pt x="408709" y="24419"/>
                </a:cubicBezTo>
                <a:lnTo>
                  <a:pt x="412430" y="24419"/>
                </a:lnTo>
                <a:lnTo>
                  <a:pt x="411985" y="3128"/>
                </a:lnTo>
                <a:lnTo>
                  <a:pt x="332922" y="3128"/>
                </a:lnTo>
                <a:lnTo>
                  <a:pt x="332922" y="5957"/>
                </a:lnTo>
                <a:cubicBezTo>
                  <a:pt x="343791" y="6700"/>
                  <a:pt x="345579" y="8636"/>
                  <a:pt x="345877" y="19357"/>
                </a:cubicBezTo>
                <a:lnTo>
                  <a:pt x="345877" y="85465"/>
                </a:lnTo>
                <a:cubicBezTo>
                  <a:pt x="345579" y="96186"/>
                  <a:pt x="343643" y="98269"/>
                  <a:pt x="332922" y="98865"/>
                </a:cubicBezTo>
                <a:lnTo>
                  <a:pt x="332922" y="101693"/>
                </a:lnTo>
                <a:lnTo>
                  <a:pt x="413323" y="101693"/>
                </a:lnTo>
                <a:lnTo>
                  <a:pt x="420025" y="76532"/>
                </a:lnTo>
                <a:close/>
                <a:moveTo>
                  <a:pt x="498490" y="34692"/>
                </a:moveTo>
                <a:lnTo>
                  <a:pt x="483452" y="34692"/>
                </a:lnTo>
                <a:lnTo>
                  <a:pt x="483452" y="17421"/>
                </a:lnTo>
                <a:cubicBezTo>
                  <a:pt x="483452" y="15933"/>
                  <a:pt x="483154" y="15485"/>
                  <a:pt x="482409" y="15485"/>
                </a:cubicBezTo>
                <a:cubicBezTo>
                  <a:pt x="473773" y="27992"/>
                  <a:pt x="469307" y="33054"/>
                  <a:pt x="464990" y="35585"/>
                </a:cubicBezTo>
                <a:cubicBezTo>
                  <a:pt x="463352" y="36628"/>
                  <a:pt x="462457" y="37521"/>
                  <a:pt x="462457" y="38416"/>
                </a:cubicBezTo>
                <a:cubicBezTo>
                  <a:pt x="462457" y="38861"/>
                  <a:pt x="462607" y="39159"/>
                  <a:pt x="463055" y="39456"/>
                </a:cubicBezTo>
                <a:lnTo>
                  <a:pt x="470945" y="39456"/>
                </a:lnTo>
                <a:lnTo>
                  <a:pt x="470945" y="84274"/>
                </a:lnTo>
                <a:cubicBezTo>
                  <a:pt x="470945" y="96781"/>
                  <a:pt x="475412" y="103184"/>
                  <a:pt x="484197" y="103184"/>
                </a:cubicBezTo>
                <a:cubicBezTo>
                  <a:pt x="491492" y="103184"/>
                  <a:pt x="497149" y="99610"/>
                  <a:pt x="502063" y="91867"/>
                </a:cubicBezTo>
                <a:lnTo>
                  <a:pt x="500128" y="90229"/>
                </a:lnTo>
                <a:cubicBezTo>
                  <a:pt x="496852" y="94100"/>
                  <a:pt x="494471" y="95441"/>
                  <a:pt x="491195" y="95441"/>
                </a:cubicBezTo>
                <a:cubicBezTo>
                  <a:pt x="485685" y="95441"/>
                  <a:pt x="483452" y="91422"/>
                  <a:pt x="483452" y="82041"/>
                </a:cubicBezTo>
                <a:lnTo>
                  <a:pt x="483452" y="39456"/>
                </a:lnTo>
                <a:lnTo>
                  <a:pt x="498490" y="39456"/>
                </a:lnTo>
                <a:lnTo>
                  <a:pt x="498490" y="34692"/>
                </a:lnTo>
                <a:close/>
                <a:moveTo>
                  <a:pt x="572638" y="34692"/>
                </a:moveTo>
                <a:lnTo>
                  <a:pt x="552539" y="34692"/>
                </a:lnTo>
                <a:lnTo>
                  <a:pt x="552539" y="36925"/>
                </a:lnTo>
                <a:cubicBezTo>
                  <a:pt x="557303" y="36925"/>
                  <a:pt x="559686" y="38266"/>
                  <a:pt x="559686" y="40649"/>
                </a:cubicBezTo>
                <a:cubicBezTo>
                  <a:pt x="559686" y="41244"/>
                  <a:pt x="559536" y="42137"/>
                  <a:pt x="559088" y="43180"/>
                </a:cubicBezTo>
                <a:lnTo>
                  <a:pt x="544646" y="84274"/>
                </a:lnTo>
                <a:lnTo>
                  <a:pt x="527525" y="46604"/>
                </a:lnTo>
                <a:cubicBezTo>
                  <a:pt x="526630" y="44520"/>
                  <a:pt x="526034" y="42435"/>
                  <a:pt x="526034" y="40947"/>
                </a:cubicBezTo>
                <a:cubicBezTo>
                  <a:pt x="526034" y="38266"/>
                  <a:pt x="528268" y="37223"/>
                  <a:pt x="534670" y="36925"/>
                </a:cubicBezTo>
                <a:lnTo>
                  <a:pt x="534670" y="34692"/>
                </a:lnTo>
                <a:lnTo>
                  <a:pt x="503999" y="34692"/>
                </a:lnTo>
                <a:lnTo>
                  <a:pt x="503999" y="36778"/>
                </a:lnTo>
                <a:cubicBezTo>
                  <a:pt x="507870" y="37373"/>
                  <a:pt x="510401" y="39011"/>
                  <a:pt x="511592" y="41542"/>
                </a:cubicBezTo>
                <a:lnTo>
                  <a:pt x="528565" y="78170"/>
                </a:lnTo>
                <a:cubicBezTo>
                  <a:pt x="530353" y="82189"/>
                  <a:pt x="530501" y="82339"/>
                  <a:pt x="531246" y="83827"/>
                </a:cubicBezTo>
                <a:cubicBezTo>
                  <a:pt x="535415" y="91272"/>
                  <a:pt x="537798" y="96781"/>
                  <a:pt x="537798" y="99015"/>
                </a:cubicBezTo>
                <a:cubicBezTo>
                  <a:pt x="537798" y="101396"/>
                  <a:pt x="534372" y="110479"/>
                  <a:pt x="531841" y="115095"/>
                </a:cubicBezTo>
                <a:cubicBezTo>
                  <a:pt x="529608" y="118817"/>
                  <a:pt x="526482" y="121645"/>
                  <a:pt x="524396" y="121645"/>
                </a:cubicBezTo>
                <a:cubicBezTo>
                  <a:pt x="523503" y="121645"/>
                  <a:pt x="522163" y="121347"/>
                  <a:pt x="520527" y="120605"/>
                </a:cubicBezTo>
                <a:cubicBezTo>
                  <a:pt x="517846" y="119562"/>
                  <a:pt x="515166" y="118967"/>
                  <a:pt x="512785" y="118967"/>
                </a:cubicBezTo>
                <a:cubicBezTo>
                  <a:pt x="509211" y="118967"/>
                  <a:pt x="506382" y="121795"/>
                  <a:pt x="506382" y="125516"/>
                </a:cubicBezTo>
                <a:cubicBezTo>
                  <a:pt x="506382" y="130431"/>
                  <a:pt x="510997" y="134152"/>
                  <a:pt x="517399" y="134152"/>
                </a:cubicBezTo>
                <a:cubicBezTo>
                  <a:pt x="527525" y="134152"/>
                  <a:pt x="534372" y="125964"/>
                  <a:pt x="542563" y="104374"/>
                </a:cubicBezTo>
                <a:lnTo>
                  <a:pt x="565491" y="43625"/>
                </a:lnTo>
                <a:cubicBezTo>
                  <a:pt x="567426" y="38861"/>
                  <a:pt x="569064" y="37373"/>
                  <a:pt x="572638" y="36925"/>
                </a:cubicBezTo>
                <a:lnTo>
                  <a:pt x="572638" y="34692"/>
                </a:lnTo>
                <a:close/>
                <a:moveTo>
                  <a:pt x="576509" y="134004"/>
                </a:moveTo>
                <a:lnTo>
                  <a:pt x="612542" y="134004"/>
                </a:lnTo>
                <a:lnTo>
                  <a:pt x="612542" y="131323"/>
                </a:lnTo>
                <a:cubicBezTo>
                  <a:pt x="601375" y="131176"/>
                  <a:pt x="599587" y="129685"/>
                  <a:pt x="599440" y="120157"/>
                </a:cubicBezTo>
                <a:lnTo>
                  <a:pt x="599440" y="96781"/>
                </a:lnTo>
                <a:cubicBezTo>
                  <a:pt x="604799" y="101693"/>
                  <a:pt x="608223" y="103184"/>
                  <a:pt x="614477" y="103184"/>
                </a:cubicBezTo>
                <a:cubicBezTo>
                  <a:pt x="632196" y="103184"/>
                  <a:pt x="645744" y="86508"/>
                  <a:pt x="645744" y="64918"/>
                </a:cubicBezTo>
                <a:cubicBezTo>
                  <a:pt x="645744" y="46456"/>
                  <a:pt x="635322" y="33204"/>
                  <a:pt x="620880" y="33204"/>
                </a:cubicBezTo>
                <a:cubicBezTo>
                  <a:pt x="612542" y="33204"/>
                  <a:pt x="605990" y="36778"/>
                  <a:pt x="599440" y="44966"/>
                </a:cubicBezTo>
                <a:lnTo>
                  <a:pt x="599440" y="33502"/>
                </a:lnTo>
                <a:lnTo>
                  <a:pt x="598547" y="33204"/>
                </a:lnTo>
                <a:cubicBezTo>
                  <a:pt x="590506" y="36330"/>
                  <a:pt x="585295" y="38266"/>
                  <a:pt x="577104" y="40797"/>
                </a:cubicBezTo>
                <a:lnTo>
                  <a:pt x="577104" y="43180"/>
                </a:lnTo>
                <a:cubicBezTo>
                  <a:pt x="578445" y="43030"/>
                  <a:pt x="579338" y="43030"/>
                  <a:pt x="580828" y="43030"/>
                </a:cubicBezTo>
                <a:cubicBezTo>
                  <a:pt x="585890" y="43030"/>
                  <a:pt x="586933" y="44520"/>
                  <a:pt x="586933" y="51518"/>
                </a:cubicBezTo>
                <a:lnTo>
                  <a:pt x="586933" y="121200"/>
                </a:lnTo>
                <a:cubicBezTo>
                  <a:pt x="586933" y="129090"/>
                  <a:pt x="585295" y="130581"/>
                  <a:pt x="576509" y="131473"/>
                </a:cubicBezTo>
                <a:lnTo>
                  <a:pt x="576509" y="134004"/>
                </a:lnTo>
                <a:moveTo>
                  <a:pt x="599440" y="51963"/>
                </a:moveTo>
                <a:cubicBezTo>
                  <a:pt x="599440" y="47497"/>
                  <a:pt x="607778" y="42137"/>
                  <a:pt x="614625" y="42137"/>
                </a:cubicBezTo>
                <a:cubicBezTo>
                  <a:pt x="625644" y="42137"/>
                  <a:pt x="632939" y="53454"/>
                  <a:pt x="632939" y="70875"/>
                </a:cubicBezTo>
                <a:cubicBezTo>
                  <a:pt x="632939" y="87251"/>
                  <a:pt x="625644" y="98419"/>
                  <a:pt x="614925" y="98419"/>
                </a:cubicBezTo>
                <a:cubicBezTo>
                  <a:pt x="607925" y="98419"/>
                  <a:pt x="599440" y="93058"/>
                  <a:pt x="599440" y="88591"/>
                </a:cubicBezTo>
                <a:lnTo>
                  <a:pt x="599440" y="51963"/>
                </a:lnTo>
                <a:close/>
                <a:moveTo>
                  <a:pt x="711406" y="77277"/>
                </a:moveTo>
                <a:cubicBezTo>
                  <a:pt x="704260" y="88591"/>
                  <a:pt x="697856" y="92910"/>
                  <a:pt x="688327" y="92910"/>
                </a:cubicBezTo>
                <a:cubicBezTo>
                  <a:pt x="679842" y="92910"/>
                  <a:pt x="673440" y="88591"/>
                  <a:pt x="669121" y="80105"/>
                </a:cubicBezTo>
                <a:cubicBezTo>
                  <a:pt x="666440" y="74446"/>
                  <a:pt x="665399" y="69682"/>
                  <a:pt x="665102" y="60451"/>
                </a:cubicBezTo>
                <a:lnTo>
                  <a:pt x="710960" y="60451"/>
                </a:lnTo>
                <a:cubicBezTo>
                  <a:pt x="709767" y="50773"/>
                  <a:pt x="708279" y="46456"/>
                  <a:pt x="704558" y="41690"/>
                </a:cubicBezTo>
                <a:cubicBezTo>
                  <a:pt x="700089" y="36330"/>
                  <a:pt x="693242" y="33204"/>
                  <a:pt x="685499" y="33204"/>
                </a:cubicBezTo>
                <a:cubicBezTo>
                  <a:pt x="678054" y="33204"/>
                  <a:pt x="671056" y="35885"/>
                  <a:pt x="665399" y="40947"/>
                </a:cubicBezTo>
                <a:cubicBezTo>
                  <a:pt x="658399" y="47051"/>
                  <a:pt x="654380" y="57623"/>
                  <a:pt x="654380" y="69832"/>
                </a:cubicBezTo>
                <a:cubicBezTo>
                  <a:pt x="654380" y="90379"/>
                  <a:pt x="665102" y="103184"/>
                  <a:pt x="682223" y="103184"/>
                </a:cubicBezTo>
                <a:cubicBezTo>
                  <a:pt x="696368" y="103184"/>
                  <a:pt x="707534" y="94398"/>
                  <a:pt x="713789" y="78317"/>
                </a:cubicBezTo>
                <a:lnTo>
                  <a:pt x="711406" y="77277"/>
                </a:lnTo>
                <a:moveTo>
                  <a:pt x="665399" y="55687"/>
                </a:moveTo>
                <a:cubicBezTo>
                  <a:pt x="667035" y="44073"/>
                  <a:pt x="672099" y="38563"/>
                  <a:pt x="681180" y="38563"/>
                </a:cubicBezTo>
                <a:cubicBezTo>
                  <a:pt x="690263" y="38563"/>
                  <a:pt x="693837" y="42732"/>
                  <a:pt x="695772" y="55687"/>
                </a:cubicBezTo>
                <a:lnTo>
                  <a:pt x="665399" y="55687"/>
                </a:lnTo>
                <a:close/>
                <a:moveTo>
                  <a:pt x="860448" y="38266"/>
                </a:moveTo>
                <a:lnTo>
                  <a:pt x="828287" y="38266"/>
                </a:lnTo>
                <a:lnTo>
                  <a:pt x="828287" y="41392"/>
                </a:lnTo>
                <a:cubicBezTo>
                  <a:pt x="835732" y="42137"/>
                  <a:pt x="837815" y="43625"/>
                  <a:pt x="837815" y="48092"/>
                </a:cubicBezTo>
                <a:cubicBezTo>
                  <a:pt x="837815" y="54644"/>
                  <a:pt x="833944" y="62387"/>
                  <a:pt x="824265" y="75191"/>
                </a:cubicBezTo>
                <a:cubicBezTo>
                  <a:pt x="816077" y="64918"/>
                  <a:pt x="811163" y="57325"/>
                  <a:pt x="804613" y="44520"/>
                </a:cubicBezTo>
                <a:cubicBezTo>
                  <a:pt x="821587" y="36480"/>
                  <a:pt x="827691" y="29780"/>
                  <a:pt x="827691" y="19059"/>
                </a:cubicBezTo>
                <a:cubicBezTo>
                  <a:pt x="827691" y="8488"/>
                  <a:pt x="819354" y="1043"/>
                  <a:pt x="807590" y="1043"/>
                </a:cubicBezTo>
                <a:cubicBezTo>
                  <a:pt x="794785" y="1043"/>
                  <a:pt x="784661" y="11169"/>
                  <a:pt x="784661" y="23973"/>
                </a:cubicBezTo>
                <a:cubicBezTo>
                  <a:pt x="784661" y="29630"/>
                  <a:pt x="785852" y="34395"/>
                  <a:pt x="789873" y="45561"/>
                </a:cubicBezTo>
                <a:lnTo>
                  <a:pt x="784214" y="48837"/>
                </a:lnTo>
                <a:cubicBezTo>
                  <a:pt x="768431" y="57920"/>
                  <a:pt x="760838" y="68491"/>
                  <a:pt x="760838" y="80998"/>
                </a:cubicBezTo>
                <a:cubicBezTo>
                  <a:pt x="760838" y="95143"/>
                  <a:pt x="770367" y="103629"/>
                  <a:pt x="786299" y="103629"/>
                </a:cubicBezTo>
                <a:cubicBezTo>
                  <a:pt x="798359" y="103629"/>
                  <a:pt x="807292" y="99907"/>
                  <a:pt x="818461" y="90081"/>
                </a:cubicBezTo>
                <a:cubicBezTo>
                  <a:pt x="827839" y="99760"/>
                  <a:pt x="835137" y="103629"/>
                  <a:pt x="843772" y="103629"/>
                </a:cubicBezTo>
                <a:cubicBezTo>
                  <a:pt x="853301" y="103629"/>
                  <a:pt x="861788" y="97377"/>
                  <a:pt x="866255" y="86805"/>
                </a:cubicBezTo>
                <a:lnTo>
                  <a:pt x="864022" y="85167"/>
                </a:lnTo>
                <a:cubicBezTo>
                  <a:pt x="859255" y="91122"/>
                  <a:pt x="855981" y="93058"/>
                  <a:pt x="850620" y="93058"/>
                </a:cubicBezTo>
                <a:cubicBezTo>
                  <a:pt x="842282" y="93058"/>
                  <a:pt x="834689" y="88443"/>
                  <a:pt x="827691" y="79360"/>
                </a:cubicBezTo>
                <a:cubicBezTo>
                  <a:pt x="834241" y="70575"/>
                  <a:pt x="837965" y="65068"/>
                  <a:pt x="842579" y="57027"/>
                </a:cubicBezTo>
                <a:lnTo>
                  <a:pt x="846451" y="50178"/>
                </a:lnTo>
                <a:cubicBezTo>
                  <a:pt x="850024" y="44073"/>
                  <a:pt x="853003" y="42287"/>
                  <a:pt x="860448" y="41392"/>
                </a:cubicBezTo>
                <a:lnTo>
                  <a:pt x="860448" y="38266"/>
                </a:lnTo>
                <a:moveTo>
                  <a:pt x="802380" y="39754"/>
                </a:moveTo>
                <a:cubicBezTo>
                  <a:pt x="797914" y="30375"/>
                  <a:pt x="796423" y="24716"/>
                  <a:pt x="796423" y="18016"/>
                </a:cubicBezTo>
                <a:cubicBezTo>
                  <a:pt x="796423" y="10869"/>
                  <a:pt x="801040" y="5807"/>
                  <a:pt x="807887" y="5807"/>
                </a:cubicBezTo>
                <a:cubicBezTo>
                  <a:pt x="814737" y="5807"/>
                  <a:pt x="819799" y="11169"/>
                  <a:pt x="819799" y="18464"/>
                </a:cubicBezTo>
                <a:cubicBezTo>
                  <a:pt x="819799" y="26652"/>
                  <a:pt x="814142" y="33502"/>
                  <a:pt x="802380" y="39754"/>
                </a:cubicBezTo>
                <a:moveTo>
                  <a:pt x="792106" y="50625"/>
                </a:moveTo>
                <a:cubicBezTo>
                  <a:pt x="801040" y="67599"/>
                  <a:pt x="806251" y="75787"/>
                  <a:pt x="814737" y="86210"/>
                </a:cubicBezTo>
                <a:cubicBezTo>
                  <a:pt x="805804" y="93208"/>
                  <a:pt x="800147" y="95888"/>
                  <a:pt x="793745" y="95888"/>
                </a:cubicBezTo>
                <a:cubicBezTo>
                  <a:pt x="783171" y="95888"/>
                  <a:pt x="774536" y="86508"/>
                  <a:pt x="774536" y="74894"/>
                </a:cubicBezTo>
                <a:cubicBezTo>
                  <a:pt x="774536" y="65365"/>
                  <a:pt x="779152" y="58963"/>
                  <a:pt x="792106" y="50625"/>
                </a:cubicBezTo>
                <a:close/>
                <a:moveTo>
                  <a:pt x="979858" y="34692"/>
                </a:moveTo>
                <a:lnTo>
                  <a:pt x="959163" y="34692"/>
                </a:lnTo>
                <a:lnTo>
                  <a:pt x="959163" y="36925"/>
                </a:lnTo>
                <a:cubicBezTo>
                  <a:pt x="963927" y="37373"/>
                  <a:pt x="966161" y="38861"/>
                  <a:pt x="966161" y="41690"/>
                </a:cubicBezTo>
                <a:cubicBezTo>
                  <a:pt x="966161" y="43180"/>
                  <a:pt x="965863" y="44668"/>
                  <a:pt x="965268" y="46158"/>
                </a:cubicBezTo>
                <a:lnTo>
                  <a:pt x="950528" y="84720"/>
                </a:lnTo>
                <a:lnTo>
                  <a:pt x="935340" y="46604"/>
                </a:lnTo>
                <a:cubicBezTo>
                  <a:pt x="934447" y="44520"/>
                  <a:pt x="934000" y="42435"/>
                  <a:pt x="934000" y="41094"/>
                </a:cubicBezTo>
                <a:cubicBezTo>
                  <a:pt x="934000" y="38416"/>
                  <a:pt x="935638" y="37373"/>
                  <a:pt x="940849" y="36925"/>
                </a:cubicBezTo>
                <a:lnTo>
                  <a:pt x="940849" y="34692"/>
                </a:lnTo>
                <a:lnTo>
                  <a:pt x="911667" y="34692"/>
                </a:lnTo>
                <a:lnTo>
                  <a:pt x="911667" y="36925"/>
                </a:lnTo>
                <a:cubicBezTo>
                  <a:pt x="917324" y="37223"/>
                  <a:pt x="918366" y="38713"/>
                  <a:pt x="925214" y="54049"/>
                </a:cubicBezTo>
                <a:lnTo>
                  <a:pt x="943083" y="96781"/>
                </a:lnTo>
                <a:cubicBezTo>
                  <a:pt x="943380" y="97674"/>
                  <a:pt x="943826" y="98717"/>
                  <a:pt x="944273" y="99907"/>
                </a:cubicBezTo>
                <a:cubicBezTo>
                  <a:pt x="944721" y="101098"/>
                  <a:pt x="945166" y="102141"/>
                  <a:pt x="945614" y="102886"/>
                </a:cubicBezTo>
                <a:cubicBezTo>
                  <a:pt x="945911" y="103481"/>
                  <a:pt x="946506" y="103779"/>
                  <a:pt x="946954" y="103779"/>
                </a:cubicBezTo>
                <a:cubicBezTo>
                  <a:pt x="947847" y="103779"/>
                  <a:pt x="948890" y="101843"/>
                  <a:pt x="951123" y="96334"/>
                </a:cubicBezTo>
                <a:lnTo>
                  <a:pt x="970180" y="48539"/>
                </a:lnTo>
                <a:cubicBezTo>
                  <a:pt x="974499" y="38416"/>
                  <a:pt x="975392" y="37373"/>
                  <a:pt x="979858" y="36925"/>
                </a:cubicBezTo>
                <a:lnTo>
                  <a:pt x="979858" y="34692"/>
                </a:lnTo>
                <a:close/>
                <a:moveTo>
                  <a:pt x="1049539" y="91867"/>
                </a:moveTo>
                <a:cubicBezTo>
                  <a:pt x="1047008" y="93953"/>
                  <a:pt x="1045222" y="94696"/>
                  <a:pt x="1042989" y="94696"/>
                </a:cubicBezTo>
                <a:cubicBezTo>
                  <a:pt x="1039565" y="94696"/>
                  <a:pt x="1038523" y="92612"/>
                  <a:pt x="1038523" y="86060"/>
                </a:cubicBezTo>
                <a:lnTo>
                  <a:pt x="1038523" y="57027"/>
                </a:lnTo>
                <a:cubicBezTo>
                  <a:pt x="1038523" y="49285"/>
                  <a:pt x="1037777" y="44966"/>
                  <a:pt x="1035544" y="41392"/>
                </a:cubicBezTo>
                <a:cubicBezTo>
                  <a:pt x="1032268" y="36033"/>
                  <a:pt x="1025866" y="33204"/>
                  <a:pt x="1017083" y="33204"/>
                </a:cubicBezTo>
                <a:cubicBezTo>
                  <a:pt x="1003085" y="33204"/>
                  <a:pt x="992069" y="40499"/>
                  <a:pt x="992069" y="49880"/>
                </a:cubicBezTo>
                <a:cubicBezTo>
                  <a:pt x="992069" y="53304"/>
                  <a:pt x="994897" y="56282"/>
                  <a:pt x="998471" y="56282"/>
                </a:cubicBezTo>
                <a:cubicBezTo>
                  <a:pt x="1002042" y="56282"/>
                  <a:pt x="1005171" y="53304"/>
                  <a:pt x="1005171" y="50028"/>
                </a:cubicBezTo>
                <a:cubicBezTo>
                  <a:pt x="1005171" y="49432"/>
                  <a:pt x="1005021" y="48689"/>
                  <a:pt x="1004873" y="47647"/>
                </a:cubicBezTo>
                <a:cubicBezTo>
                  <a:pt x="1004576" y="46306"/>
                  <a:pt x="1004426" y="45116"/>
                  <a:pt x="1004426" y="44073"/>
                </a:cubicBezTo>
                <a:cubicBezTo>
                  <a:pt x="1004426" y="40054"/>
                  <a:pt x="1009190" y="36778"/>
                  <a:pt x="1015147" y="36778"/>
                </a:cubicBezTo>
                <a:cubicBezTo>
                  <a:pt x="1022442" y="36778"/>
                  <a:pt x="1026461" y="41094"/>
                  <a:pt x="1026461" y="49135"/>
                </a:cubicBezTo>
                <a:lnTo>
                  <a:pt x="1026461" y="58218"/>
                </a:lnTo>
                <a:cubicBezTo>
                  <a:pt x="1003681" y="67301"/>
                  <a:pt x="1001002" y="68639"/>
                  <a:pt x="994600" y="74298"/>
                </a:cubicBezTo>
                <a:cubicBezTo>
                  <a:pt x="991324" y="77277"/>
                  <a:pt x="989238" y="82339"/>
                  <a:pt x="989238" y="87251"/>
                </a:cubicBezTo>
                <a:cubicBezTo>
                  <a:pt x="989238" y="96631"/>
                  <a:pt x="995790" y="103184"/>
                  <a:pt x="1004873" y="103184"/>
                </a:cubicBezTo>
                <a:cubicBezTo>
                  <a:pt x="1011423" y="103184"/>
                  <a:pt x="1017528" y="100057"/>
                  <a:pt x="1026611" y="92315"/>
                </a:cubicBezTo>
                <a:cubicBezTo>
                  <a:pt x="1027356" y="100205"/>
                  <a:pt x="1030035" y="103184"/>
                  <a:pt x="1036139" y="103184"/>
                </a:cubicBezTo>
                <a:cubicBezTo>
                  <a:pt x="1041201" y="103184"/>
                  <a:pt x="1044330" y="101396"/>
                  <a:pt x="1049539" y="95738"/>
                </a:cubicBezTo>
                <a:lnTo>
                  <a:pt x="1049539" y="91867"/>
                </a:lnTo>
                <a:moveTo>
                  <a:pt x="1026461" y="83382"/>
                </a:moveTo>
                <a:cubicBezTo>
                  <a:pt x="1026461" y="87848"/>
                  <a:pt x="1025718" y="89486"/>
                  <a:pt x="1022590" y="91272"/>
                </a:cubicBezTo>
                <a:cubicBezTo>
                  <a:pt x="1018868" y="93355"/>
                  <a:pt x="1014849" y="94548"/>
                  <a:pt x="1011721" y="94548"/>
                </a:cubicBezTo>
                <a:cubicBezTo>
                  <a:pt x="1006511" y="94548"/>
                  <a:pt x="1002342" y="89486"/>
                  <a:pt x="1002342" y="83082"/>
                </a:cubicBezTo>
                <a:lnTo>
                  <a:pt x="1002342" y="82486"/>
                </a:lnTo>
                <a:cubicBezTo>
                  <a:pt x="1002490" y="73553"/>
                  <a:pt x="1009042" y="67896"/>
                  <a:pt x="1026461" y="61792"/>
                </a:cubicBezTo>
                <a:lnTo>
                  <a:pt x="1026461" y="83382"/>
                </a:lnTo>
                <a:close/>
                <a:moveTo>
                  <a:pt x="1052965" y="101693"/>
                </a:moveTo>
                <a:lnTo>
                  <a:pt x="1088103" y="101693"/>
                </a:lnTo>
                <a:lnTo>
                  <a:pt x="1088103" y="99460"/>
                </a:lnTo>
                <a:cubicBezTo>
                  <a:pt x="1078724" y="99015"/>
                  <a:pt x="1077086" y="97524"/>
                  <a:pt x="1076936" y="89186"/>
                </a:cubicBezTo>
                <a:lnTo>
                  <a:pt x="1076936" y="298"/>
                </a:lnTo>
                <a:lnTo>
                  <a:pt x="1076341" y="0"/>
                </a:lnTo>
                <a:cubicBezTo>
                  <a:pt x="1068748" y="2383"/>
                  <a:pt x="1063239" y="4021"/>
                  <a:pt x="1052668" y="6552"/>
                </a:cubicBezTo>
                <a:lnTo>
                  <a:pt x="1052668" y="8933"/>
                </a:lnTo>
                <a:lnTo>
                  <a:pt x="1053560" y="8933"/>
                </a:lnTo>
                <a:cubicBezTo>
                  <a:pt x="1055199" y="8785"/>
                  <a:pt x="1056984" y="8636"/>
                  <a:pt x="1058177" y="8636"/>
                </a:cubicBezTo>
                <a:cubicBezTo>
                  <a:pt x="1062941" y="8636"/>
                  <a:pt x="1064429" y="10721"/>
                  <a:pt x="1064429" y="17719"/>
                </a:cubicBezTo>
                <a:lnTo>
                  <a:pt x="1064429" y="88741"/>
                </a:lnTo>
                <a:cubicBezTo>
                  <a:pt x="1064282" y="96781"/>
                  <a:pt x="1062196" y="98865"/>
                  <a:pt x="1052965" y="99460"/>
                </a:cubicBezTo>
                <a:lnTo>
                  <a:pt x="1052965" y="101693"/>
                </a:lnTo>
                <a:close/>
                <a:moveTo>
                  <a:pt x="1162549" y="94250"/>
                </a:moveTo>
                <a:lnTo>
                  <a:pt x="1161806" y="94250"/>
                </a:lnTo>
                <a:cubicBezTo>
                  <a:pt x="1154508" y="93953"/>
                  <a:pt x="1153468" y="92760"/>
                  <a:pt x="1153318" y="85762"/>
                </a:cubicBezTo>
                <a:lnTo>
                  <a:pt x="1153318" y="34692"/>
                </a:lnTo>
                <a:lnTo>
                  <a:pt x="1129792" y="34692"/>
                </a:lnTo>
                <a:lnTo>
                  <a:pt x="1129792" y="37223"/>
                </a:lnTo>
                <a:cubicBezTo>
                  <a:pt x="1139025" y="37671"/>
                  <a:pt x="1140811" y="39159"/>
                  <a:pt x="1140811" y="46604"/>
                </a:cubicBezTo>
                <a:lnTo>
                  <a:pt x="1140811" y="81594"/>
                </a:lnTo>
                <a:cubicBezTo>
                  <a:pt x="1140811" y="85762"/>
                  <a:pt x="1140066" y="87848"/>
                  <a:pt x="1137982" y="89486"/>
                </a:cubicBezTo>
                <a:cubicBezTo>
                  <a:pt x="1133961" y="92760"/>
                  <a:pt x="1129347" y="94548"/>
                  <a:pt x="1124880" y="94548"/>
                </a:cubicBezTo>
                <a:cubicBezTo>
                  <a:pt x="1119073" y="94548"/>
                  <a:pt x="1114309" y="89486"/>
                  <a:pt x="1114309" y="83232"/>
                </a:cubicBezTo>
                <a:lnTo>
                  <a:pt x="1114309" y="34692"/>
                </a:lnTo>
                <a:lnTo>
                  <a:pt x="1092569" y="34692"/>
                </a:lnTo>
                <a:lnTo>
                  <a:pt x="1092569" y="36778"/>
                </a:lnTo>
                <a:cubicBezTo>
                  <a:pt x="1099569" y="37075"/>
                  <a:pt x="1101652" y="39159"/>
                  <a:pt x="1101802" y="46306"/>
                </a:cubicBezTo>
                <a:lnTo>
                  <a:pt x="1101802" y="83827"/>
                </a:lnTo>
                <a:cubicBezTo>
                  <a:pt x="1101802" y="95591"/>
                  <a:pt x="1108947" y="103184"/>
                  <a:pt x="1119816" y="103184"/>
                </a:cubicBezTo>
                <a:cubicBezTo>
                  <a:pt x="1125326" y="103184"/>
                  <a:pt x="1131133" y="100800"/>
                  <a:pt x="1135154" y="96781"/>
                </a:cubicBezTo>
                <a:lnTo>
                  <a:pt x="1141556" y="90379"/>
                </a:lnTo>
                <a:lnTo>
                  <a:pt x="1141556" y="102736"/>
                </a:lnTo>
                <a:lnTo>
                  <a:pt x="1142151" y="103034"/>
                </a:lnTo>
                <a:cubicBezTo>
                  <a:pt x="1149596" y="100057"/>
                  <a:pt x="1154956" y="98419"/>
                  <a:pt x="1162549" y="96334"/>
                </a:cubicBezTo>
                <a:lnTo>
                  <a:pt x="1162549" y="94250"/>
                </a:lnTo>
                <a:close/>
                <a:moveTo>
                  <a:pt x="1226870" y="77277"/>
                </a:moveTo>
                <a:cubicBezTo>
                  <a:pt x="1219725" y="88591"/>
                  <a:pt x="1213320" y="92910"/>
                  <a:pt x="1203792" y="92910"/>
                </a:cubicBezTo>
                <a:cubicBezTo>
                  <a:pt x="1195306" y="92910"/>
                  <a:pt x="1188904" y="88591"/>
                  <a:pt x="1184585" y="80105"/>
                </a:cubicBezTo>
                <a:cubicBezTo>
                  <a:pt x="1181904" y="74446"/>
                  <a:pt x="1180864" y="69682"/>
                  <a:pt x="1180566" y="60451"/>
                </a:cubicBezTo>
                <a:lnTo>
                  <a:pt x="1226425" y="60451"/>
                </a:lnTo>
                <a:cubicBezTo>
                  <a:pt x="1225232" y="50773"/>
                  <a:pt x="1223744" y="46456"/>
                  <a:pt x="1220023" y="41690"/>
                </a:cubicBezTo>
                <a:cubicBezTo>
                  <a:pt x="1215554" y="36330"/>
                  <a:pt x="1208706" y="33204"/>
                  <a:pt x="1200963" y="33204"/>
                </a:cubicBezTo>
                <a:cubicBezTo>
                  <a:pt x="1193518" y="33204"/>
                  <a:pt x="1186521" y="35885"/>
                  <a:pt x="1180864" y="40947"/>
                </a:cubicBezTo>
                <a:cubicBezTo>
                  <a:pt x="1173864" y="47051"/>
                  <a:pt x="1169845" y="57623"/>
                  <a:pt x="1169845" y="69832"/>
                </a:cubicBezTo>
                <a:cubicBezTo>
                  <a:pt x="1169845" y="90379"/>
                  <a:pt x="1180566" y="103184"/>
                  <a:pt x="1197687" y="103184"/>
                </a:cubicBezTo>
                <a:cubicBezTo>
                  <a:pt x="1211832" y="103184"/>
                  <a:pt x="1222999" y="94398"/>
                  <a:pt x="1229253" y="78317"/>
                </a:cubicBezTo>
                <a:lnTo>
                  <a:pt x="1226870" y="77277"/>
                </a:lnTo>
                <a:moveTo>
                  <a:pt x="1180864" y="55687"/>
                </a:moveTo>
                <a:cubicBezTo>
                  <a:pt x="1182500" y="44073"/>
                  <a:pt x="1187564" y="38563"/>
                  <a:pt x="1196645" y="38563"/>
                </a:cubicBezTo>
                <a:cubicBezTo>
                  <a:pt x="1205728" y="38563"/>
                  <a:pt x="1209301" y="42732"/>
                  <a:pt x="1211237" y="55687"/>
                </a:cubicBezTo>
                <a:lnTo>
                  <a:pt x="1180864" y="55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Manualanalysis">
            <a:extLst xmlns:a="http://schemas.openxmlformats.org/drawingml/2006/main">
              <a:ext uri="{FF2B5EF4-FFF2-40B4-BE49-F238E27FC236}">
                <a16:creationId xmlns:a16="http://schemas.microsoft.com/office/drawing/2014/main" id="{CB46D46C-798C-41DF-A1F3-6F11F1B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66" y="1489076"/>
            <a:ext cx="966012" cy="134152"/>
          </a:xfrm>
          <a:custGeom xmlns:a="http://schemas.openxmlformats.org/drawingml/2006/main">
            <a:pathLst>
              <a:path w="966012" h="134152">
                <a:moveTo>
                  <a:pt x="126707" y="3128"/>
                </a:moveTo>
                <a:lnTo>
                  <a:pt x="97077" y="3128"/>
                </a:lnTo>
                <a:lnTo>
                  <a:pt x="64172" y="78317"/>
                </a:lnTo>
                <a:lnTo>
                  <a:pt x="29778" y="3128"/>
                </a:lnTo>
                <a:lnTo>
                  <a:pt x="298" y="3128"/>
                </a:lnTo>
                <a:lnTo>
                  <a:pt x="298" y="5957"/>
                </a:lnTo>
                <a:cubicBezTo>
                  <a:pt x="12507" y="6552"/>
                  <a:pt x="14145" y="8190"/>
                  <a:pt x="14443" y="19357"/>
                </a:cubicBezTo>
                <a:lnTo>
                  <a:pt x="14443" y="79808"/>
                </a:lnTo>
                <a:cubicBezTo>
                  <a:pt x="14145" y="95591"/>
                  <a:pt x="12209" y="98122"/>
                  <a:pt x="0" y="98865"/>
                </a:cubicBezTo>
                <a:lnTo>
                  <a:pt x="0" y="101693"/>
                </a:lnTo>
                <a:lnTo>
                  <a:pt x="34990" y="101693"/>
                </a:lnTo>
                <a:lnTo>
                  <a:pt x="34990" y="98865"/>
                </a:lnTo>
                <a:cubicBezTo>
                  <a:pt x="23526" y="98269"/>
                  <a:pt x="21292" y="95143"/>
                  <a:pt x="20995" y="79808"/>
                </a:cubicBezTo>
                <a:lnTo>
                  <a:pt x="20995" y="19804"/>
                </a:lnTo>
                <a:lnTo>
                  <a:pt x="58365" y="101693"/>
                </a:lnTo>
                <a:lnTo>
                  <a:pt x="60451" y="101693"/>
                </a:lnTo>
                <a:lnTo>
                  <a:pt x="98567" y="16378"/>
                </a:lnTo>
                <a:lnTo>
                  <a:pt x="98567" y="83827"/>
                </a:lnTo>
                <a:cubicBezTo>
                  <a:pt x="98417" y="96484"/>
                  <a:pt x="96779" y="98122"/>
                  <a:pt x="85017" y="98865"/>
                </a:cubicBezTo>
                <a:lnTo>
                  <a:pt x="85017" y="101693"/>
                </a:lnTo>
                <a:lnTo>
                  <a:pt x="126707" y="101693"/>
                </a:lnTo>
                <a:lnTo>
                  <a:pt x="126707" y="98865"/>
                </a:lnTo>
                <a:cubicBezTo>
                  <a:pt x="115988" y="98269"/>
                  <a:pt x="114052" y="96186"/>
                  <a:pt x="113755" y="85465"/>
                </a:cubicBezTo>
                <a:lnTo>
                  <a:pt x="113755" y="19357"/>
                </a:lnTo>
                <a:cubicBezTo>
                  <a:pt x="114052" y="8636"/>
                  <a:pt x="115838" y="6700"/>
                  <a:pt x="126707" y="5957"/>
                </a:cubicBezTo>
                <a:lnTo>
                  <a:pt x="126707" y="3128"/>
                </a:lnTo>
                <a:close/>
                <a:moveTo>
                  <a:pt x="196388" y="91867"/>
                </a:moveTo>
                <a:cubicBezTo>
                  <a:pt x="193857" y="93953"/>
                  <a:pt x="192071" y="94696"/>
                  <a:pt x="189838" y="94696"/>
                </a:cubicBezTo>
                <a:cubicBezTo>
                  <a:pt x="186414" y="94696"/>
                  <a:pt x="185371" y="92612"/>
                  <a:pt x="185371" y="86060"/>
                </a:cubicBezTo>
                <a:lnTo>
                  <a:pt x="185371" y="57027"/>
                </a:lnTo>
                <a:cubicBezTo>
                  <a:pt x="185371" y="49285"/>
                  <a:pt x="184626" y="44966"/>
                  <a:pt x="182393" y="41392"/>
                </a:cubicBezTo>
                <a:cubicBezTo>
                  <a:pt x="179117" y="36033"/>
                  <a:pt x="172714" y="33204"/>
                  <a:pt x="163931" y="33204"/>
                </a:cubicBezTo>
                <a:cubicBezTo>
                  <a:pt x="149934" y="33204"/>
                  <a:pt x="138917" y="40499"/>
                  <a:pt x="138917" y="49880"/>
                </a:cubicBezTo>
                <a:cubicBezTo>
                  <a:pt x="138917" y="53304"/>
                  <a:pt x="141746" y="56282"/>
                  <a:pt x="145320" y="56282"/>
                </a:cubicBezTo>
                <a:cubicBezTo>
                  <a:pt x="148891" y="56282"/>
                  <a:pt x="152019" y="53304"/>
                  <a:pt x="152019" y="50028"/>
                </a:cubicBezTo>
                <a:cubicBezTo>
                  <a:pt x="152019" y="49432"/>
                  <a:pt x="151869" y="48689"/>
                  <a:pt x="151722" y="47647"/>
                </a:cubicBezTo>
                <a:cubicBezTo>
                  <a:pt x="151424" y="46306"/>
                  <a:pt x="151274" y="45116"/>
                  <a:pt x="151274" y="44073"/>
                </a:cubicBezTo>
                <a:cubicBezTo>
                  <a:pt x="151274" y="40054"/>
                  <a:pt x="156038" y="36778"/>
                  <a:pt x="161995" y="36778"/>
                </a:cubicBezTo>
                <a:cubicBezTo>
                  <a:pt x="169291" y="36778"/>
                  <a:pt x="173310" y="41094"/>
                  <a:pt x="173310" y="49135"/>
                </a:cubicBezTo>
                <a:lnTo>
                  <a:pt x="173310" y="58218"/>
                </a:lnTo>
                <a:cubicBezTo>
                  <a:pt x="150529" y="67301"/>
                  <a:pt x="147850" y="68639"/>
                  <a:pt x="141448" y="74298"/>
                </a:cubicBezTo>
                <a:cubicBezTo>
                  <a:pt x="138172" y="77277"/>
                  <a:pt x="136087" y="82339"/>
                  <a:pt x="136087" y="87251"/>
                </a:cubicBezTo>
                <a:cubicBezTo>
                  <a:pt x="136087" y="96631"/>
                  <a:pt x="142639" y="103184"/>
                  <a:pt x="151722" y="103184"/>
                </a:cubicBezTo>
                <a:cubicBezTo>
                  <a:pt x="158272" y="103184"/>
                  <a:pt x="164376" y="100057"/>
                  <a:pt x="173460" y="92315"/>
                </a:cubicBezTo>
                <a:cubicBezTo>
                  <a:pt x="174205" y="100205"/>
                  <a:pt x="176883" y="103184"/>
                  <a:pt x="182988" y="103184"/>
                </a:cubicBezTo>
                <a:cubicBezTo>
                  <a:pt x="188050" y="103184"/>
                  <a:pt x="191178" y="101396"/>
                  <a:pt x="196388" y="95738"/>
                </a:cubicBezTo>
                <a:lnTo>
                  <a:pt x="196388" y="91867"/>
                </a:lnTo>
                <a:moveTo>
                  <a:pt x="173310" y="83382"/>
                </a:moveTo>
                <a:cubicBezTo>
                  <a:pt x="173310" y="87848"/>
                  <a:pt x="172567" y="89486"/>
                  <a:pt x="169438" y="91272"/>
                </a:cubicBezTo>
                <a:cubicBezTo>
                  <a:pt x="165717" y="93355"/>
                  <a:pt x="161698" y="94548"/>
                  <a:pt x="158569" y="94548"/>
                </a:cubicBezTo>
                <a:cubicBezTo>
                  <a:pt x="153360" y="94548"/>
                  <a:pt x="149191" y="89486"/>
                  <a:pt x="149191" y="83082"/>
                </a:cubicBezTo>
                <a:lnTo>
                  <a:pt x="149191" y="82486"/>
                </a:lnTo>
                <a:cubicBezTo>
                  <a:pt x="149339" y="73553"/>
                  <a:pt x="155891" y="67896"/>
                  <a:pt x="173310" y="61792"/>
                </a:cubicBezTo>
                <a:lnTo>
                  <a:pt x="173310" y="83382"/>
                </a:lnTo>
                <a:close/>
                <a:moveTo>
                  <a:pt x="199366" y="101693"/>
                </a:moveTo>
                <a:lnTo>
                  <a:pt x="230932" y="101693"/>
                </a:lnTo>
                <a:lnTo>
                  <a:pt x="230932" y="99460"/>
                </a:lnTo>
                <a:cubicBezTo>
                  <a:pt x="223487" y="99015"/>
                  <a:pt x="221104" y="97079"/>
                  <a:pt x="221104" y="91719"/>
                </a:cubicBezTo>
                <a:lnTo>
                  <a:pt x="221104" y="49880"/>
                </a:lnTo>
                <a:cubicBezTo>
                  <a:pt x="228251" y="43180"/>
                  <a:pt x="231527" y="41392"/>
                  <a:pt x="236442" y="41392"/>
                </a:cubicBezTo>
                <a:cubicBezTo>
                  <a:pt x="243737" y="41392"/>
                  <a:pt x="247310" y="46009"/>
                  <a:pt x="247310" y="55835"/>
                </a:cubicBezTo>
                <a:lnTo>
                  <a:pt x="247310" y="86953"/>
                </a:lnTo>
                <a:cubicBezTo>
                  <a:pt x="247013" y="96631"/>
                  <a:pt x="245225" y="99015"/>
                  <a:pt x="237930" y="99460"/>
                </a:cubicBezTo>
                <a:lnTo>
                  <a:pt x="237930" y="101693"/>
                </a:lnTo>
                <a:lnTo>
                  <a:pt x="268900" y="101693"/>
                </a:lnTo>
                <a:lnTo>
                  <a:pt x="268900" y="99460"/>
                </a:lnTo>
                <a:cubicBezTo>
                  <a:pt x="261603" y="98717"/>
                  <a:pt x="259965" y="96929"/>
                  <a:pt x="259817" y="89634"/>
                </a:cubicBezTo>
                <a:lnTo>
                  <a:pt x="259817" y="55537"/>
                </a:lnTo>
                <a:cubicBezTo>
                  <a:pt x="259817" y="41542"/>
                  <a:pt x="253265" y="33204"/>
                  <a:pt x="242249" y="33204"/>
                </a:cubicBezTo>
                <a:cubicBezTo>
                  <a:pt x="235399" y="33204"/>
                  <a:pt x="230782" y="35735"/>
                  <a:pt x="220659" y="45263"/>
                </a:cubicBezTo>
                <a:lnTo>
                  <a:pt x="220659" y="33502"/>
                </a:lnTo>
                <a:lnTo>
                  <a:pt x="219616" y="33204"/>
                </a:lnTo>
                <a:cubicBezTo>
                  <a:pt x="211873" y="36033"/>
                  <a:pt x="206811" y="37671"/>
                  <a:pt x="199069" y="39904"/>
                </a:cubicBezTo>
                <a:lnTo>
                  <a:pt x="199069" y="42435"/>
                </a:lnTo>
                <a:cubicBezTo>
                  <a:pt x="200111" y="41990"/>
                  <a:pt x="201452" y="41840"/>
                  <a:pt x="203090" y="41840"/>
                </a:cubicBezTo>
                <a:cubicBezTo>
                  <a:pt x="207259" y="41840"/>
                  <a:pt x="208597" y="44073"/>
                  <a:pt x="208597" y="51368"/>
                </a:cubicBezTo>
                <a:lnTo>
                  <a:pt x="208597" y="88293"/>
                </a:lnTo>
                <a:cubicBezTo>
                  <a:pt x="208449" y="97079"/>
                  <a:pt x="206811" y="99015"/>
                  <a:pt x="199366" y="99460"/>
                </a:cubicBezTo>
                <a:lnTo>
                  <a:pt x="199366" y="101693"/>
                </a:lnTo>
                <a:close/>
                <a:moveTo>
                  <a:pt x="342451" y="94250"/>
                </a:moveTo>
                <a:lnTo>
                  <a:pt x="341708" y="94250"/>
                </a:lnTo>
                <a:cubicBezTo>
                  <a:pt x="334411" y="93953"/>
                  <a:pt x="333370" y="92760"/>
                  <a:pt x="333221" y="85762"/>
                </a:cubicBezTo>
                <a:lnTo>
                  <a:pt x="333221" y="34692"/>
                </a:lnTo>
                <a:lnTo>
                  <a:pt x="309695" y="34692"/>
                </a:lnTo>
                <a:lnTo>
                  <a:pt x="309695" y="37223"/>
                </a:lnTo>
                <a:cubicBezTo>
                  <a:pt x="318928" y="37671"/>
                  <a:pt x="320714" y="39159"/>
                  <a:pt x="320714" y="46604"/>
                </a:cubicBezTo>
                <a:lnTo>
                  <a:pt x="320714" y="81594"/>
                </a:lnTo>
                <a:cubicBezTo>
                  <a:pt x="320714" y="85762"/>
                  <a:pt x="319968" y="87848"/>
                  <a:pt x="317885" y="89486"/>
                </a:cubicBezTo>
                <a:cubicBezTo>
                  <a:pt x="313864" y="92760"/>
                  <a:pt x="309250" y="94548"/>
                  <a:pt x="304783" y="94548"/>
                </a:cubicBezTo>
                <a:cubicBezTo>
                  <a:pt x="298976" y="94548"/>
                  <a:pt x="294212" y="89486"/>
                  <a:pt x="294212" y="83232"/>
                </a:cubicBezTo>
                <a:lnTo>
                  <a:pt x="294212" y="34692"/>
                </a:lnTo>
                <a:lnTo>
                  <a:pt x="272472" y="34692"/>
                </a:lnTo>
                <a:lnTo>
                  <a:pt x="272472" y="36778"/>
                </a:lnTo>
                <a:cubicBezTo>
                  <a:pt x="279472" y="37075"/>
                  <a:pt x="281555" y="39159"/>
                  <a:pt x="281705" y="46306"/>
                </a:cubicBezTo>
                <a:lnTo>
                  <a:pt x="281705" y="83827"/>
                </a:lnTo>
                <a:cubicBezTo>
                  <a:pt x="281705" y="95591"/>
                  <a:pt x="288850" y="103184"/>
                  <a:pt x="299719" y="103184"/>
                </a:cubicBezTo>
                <a:cubicBezTo>
                  <a:pt x="305228" y="103184"/>
                  <a:pt x="311035" y="100800"/>
                  <a:pt x="315057" y="96781"/>
                </a:cubicBezTo>
                <a:lnTo>
                  <a:pt x="321459" y="90379"/>
                </a:lnTo>
                <a:lnTo>
                  <a:pt x="321459" y="102736"/>
                </a:lnTo>
                <a:lnTo>
                  <a:pt x="322054" y="103034"/>
                </a:lnTo>
                <a:cubicBezTo>
                  <a:pt x="329499" y="100057"/>
                  <a:pt x="334859" y="98419"/>
                  <a:pt x="342451" y="96334"/>
                </a:cubicBezTo>
                <a:lnTo>
                  <a:pt x="342451" y="94250"/>
                </a:lnTo>
                <a:close/>
                <a:moveTo>
                  <a:pt x="411984" y="91867"/>
                </a:moveTo>
                <a:cubicBezTo>
                  <a:pt x="409453" y="93953"/>
                  <a:pt x="407667" y="94696"/>
                  <a:pt x="405434" y="94696"/>
                </a:cubicBezTo>
                <a:cubicBezTo>
                  <a:pt x="402010" y="94696"/>
                  <a:pt x="400967" y="92612"/>
                  <a:pt x="400967" y="86060"/>
                </a:cubicBezTo>
                <a:lnTo>
                  <a:pt x="400967" y="57027"/>
                </a:lnTo>
                <a:cubicBezTo>
                  <a:pt x="400967" y="49285"/>
                  <a:pt x="400222" y="44966"/>
                  <a:pt x="397989" y="41392"/>
                </a:cubicBezTo>
                <a:cubicBezTo>
                  <a:pt x="394712" y="36033"/>
                  <a:pt x="388310" y="33204"/>
                  <a:pt x="379527" y="33204"/>
                </a:cubicBezTo>
                <a:cubicBezTo>
                  <a:pt x="365530" y="33204"/>
                  <a:pt x="354513" y="40499"/>
                  <a:pt x="354513" y="49880"/>
                </a:cubicBezTo>
                <a:cubicBezTo>
                  <a:pt x="354513" y="53304"/>
                  <a:pt x="357342" y="56282"/>
                  <a:pt x="360915" y="56282"/>
                </a:cubicBezTo>
                <a:cubicBezTo>
                  <a:pt x="364487" y="56282"/>
                  <a:pt x="367615" y="53304"/>
                  <a:pt x="367615" y="50028"/>
                </a:cubicBezTo>
                <a:cubicBezTo>
                  <a:pt x="367615" y="49432"/>
                  <a:pt x="367465" y="48689"/>
                  <a:pt x="367318" y="47647"/>
                </a:cubicBezTo>
                <a:cubicBezTo>
                  <a:pt x="367020" y="46306"/>
                  <a:pt x="366870" y="45116"/>
                  <a:pt x="366870" y="44073"/>
                </a:cubicBezTo>
                <a:cubicBezTo>
                  <a:pt x="366870" y="40054"/>
                  <a:pt x="371634" y="36778"/>
                  <a:pt x="377591" y="36778"/>
                </a:cubicBezTo>
                <a:cubicBezTo>
                  <a:pt x="384886" y="36778"/>
                  <a:pt x="388905" y="41094"/>
                  <a:pt x="388905" y="49135"/>
                </a:cubicBezTo>
                <a:lnTo>
                  <a:pt x="388905" y="58218"/>
                </a:lnTo>
                <a:cubicBezTo>
                  <a:pt x="366125" y="67301"/>
                  <a:pt x="363446" y="68639"/>
                  <a:pt x="357044" y="74298"/>
                </a:cubicBezTo>
                <a:cubicBezTo>
                  <a:pt x="353768" y="77277"/>
                  <a:pt x="351682" y="82339"/>
                  <a:pt x="351682" y="87251"/>
                </a:cubicBezTo>
                <a:cubicBezTo>
                  <a:pt x="351682" y="96631"/>
                  <a:pt x="358235" y="103184"/>
                  <a:pt x="367318" y="103184"/>
                </a:cubicBezTo>
                <a:cubicBezTo>
                  <a:pt x="373868" y="103184"/>
                  <a:pt x="379972" y="100057"/>
                  <a:pt x="389055" y="92315"/>
                </a:cubicBezTo>
                <a:cubicBezTo>
                  <a:pt x="389801" y="100205"/>
                  <a:pt x="392479" y="103184"/>
                  <a:pt x="398584" y="103184"/>
                </a:cubicBezTo>
                <a:cubicBezTo>
                  <a:pt x="403646" y="103184"/>
                  <a:pt x="406774" y="101396"/>
                  <a:pt x="411984" y="95738"/>
                </a:cubicBezTo>
                <a:lnTo>
                  <a:pt x="411984" y="91867"/>
                </a:lnTo>
                <a:moveTo>
                  <a:pt x="388905" y="83382"/>
                </a:moveTo>
                <a:cubicBezTo>
                  <a:pt x="388905" y="87848"/>
                  <a:pt x="388163" y="89486"/>
                  <a:pt x="385034" y="91272"/>
                </a:cubicBezTo>
                <a:cubicBezTo>
                  <a:pt x="381313" y="93355"/>
                  <a:pt x="377294" y="94548"/>
                  <a:pt x="374165" y="94548"/>
                </a:cubicBezTo>
                <a:cubicBezTo>
                  <a:pt x="368956" y="94548"/>
                  <a:pt x="364787" y="89486"/>
                  <a:pt x="364787" y="83082"/>
                </a:cubicBezTo>
                <a:lnTo>
                  <a:pt x="364787" y="82486"/>
                </a:lnTo>
                <a:cubicBezTo>
                  <a:pt x="364935" y="73553"/>
                  <a:pt x="371487" y="67896"/>
                  <a:pt x="388905" y="61792"/>
                </a:cubicBezTo>
                <a:lnTo>
                  <a:pt x="388905" y="83382"/>
                </a:lnTo>
                <a:close/>
                <a:moveTo>
                  <a:pt x="415410" y="101693"/>
                </a:moveTo>
                <a:lnTo>
                  <a:pt x="450547" y="101693"/>
                </a:lnTo>
                <a:lnTo>
                  <a:pt x="450547" y="99460"/>
                </a:lnTo>
                <a:cubicBezTo>
                  <a:pt x="441169" y="99015"/>
                  <a:pt x="439530" y="97524"/>
                  <a:pt x="439381" y="89186"/>
                </a:cubicBezTo>
                <a:lnTo>
                  <a:pt x="439381" y="298"/>
                </a:lnTo>
                <a:lnTo>
                  <a:pt x="438785" y="0"/>
                </a:lnTo>
                <a:cubicBezTo>
                  <a:pt x="431193" y="2383"/>
                  <a:pt x="425683" y="4021"/>
                  <a:pt x="415112" y="6552"/>
                </a:cubicBezTo>
                <a:lnTo>
                  <a:pt x="415112" y="8933"/>
                </a:lnTo>
                <a:lnTo>
                  <a:pt x="416005" y="8933"/>
                </a:lnTo>
                <a:cubicBezTo>
                  <a:pt x="417643" y="8785"/>
                  <a:pt x="419429" y="8636"/>
                  <a:pt x="420621" y="8636"/>
                </a:cubicBezTo>
                <a:cubicBezTo>
                  <a:pt x="425386" y="8636"/>
                  <a:pt x="426874" y="10721"/>
                  <a:pt x="426874" y="17719"/>
                </a:cubicBezTo>
                <a:lnTo>
                  <a:pt x="426874" y="88741"/>
                </a:lnTo>
                <a:cubicBezTo>
                  <a:pt x="426726" y="96781"/>
                  <a:pt x="424640" y="98865"/>
                  <a:pt x="415410" y="99460"/>
                </a:cubicBezTo>
                <a:lnTo>
                  <a:pt x="415410" y="101693"/>
                </a:lnTo>
                <a:close/>
                <a:moveTo>
                  <a:pt x="558493" y="91867"/>
                </a:moveTo>
                <a:cubicBezTo>
                  <a:pt x="555963" y="93953"/>
                  <a:pt x="554177" y="94696"/>
                  <a:pt x="551944" y="94696"/>
                </a:cubicBezTo>
                <a:cubicBezTo>
                  <a:pt x="548520" y="94696"/>
                  <a:pt x="547477" y="92612"/>
                  <a:pt x="547477" y="86060"/>
                </a:cubicBezTo>
                <a:lnTo>
                  <a:pt x="547477" y="57027"/>
                </a:lnTo>
                <a:cubicBezTo>
                  <a:pt x="547477" y="49285"/>
                  <a:pt x="546732" y="44966"/>
                  <a:pt x="544498" y="41392"/>
                </a:cubicBezTo>
                <a:cubicBezTo>
                  <a:pt x="541222" y="36033"/>
                  <a:pt x="534820" y="33204"/>
                  <a:pt x="526037" y="33204"/>
                </a:cubicBezTo>
                <a:cubicBezTo>
                  <a:pt x="512040" y="33204"/>
                  <a:pt x="501023" y="40499"/>
                  <a:pt x="501023" y="49880"/>
                </a:cubicBezTo>
                <a:cubicBezTo>
                  <a:pt x="501023" y="53304"/>
                  <a:pt x="503852" y="56282"/>
                  <a:pt x="507425" y="56282"/>
                </a:cubicBezTo>
                <a:cubicBezTo>
                  <a:pt x="510997" y="56282"/>
                  <a:pt x="514125" y="53304"/>
                  <a:pt x="514125" y="50028"/>
                </a:cubicBezTo>
                <a:cubicBezTo>
                  <a:pt x="514125" y="49432"/>
                  <a:pt x="513975" y="48689"/>
                  <a:pt x="513828" y="47647"/>
                </a:cubicBezTo>
                <a:cubicBezTo>
                  <a:pt x="513530" y="46306"/>
                  <a:pt x="513380" y="45116"/>
                  <a:pt x="513380" y="44073"/>
                </a:cubicBezTo>
                <a:cubicBezTo>
                  <a:pt x="513380" y="40054"/>
                  <a:pt x="518144" y="36778"/>
                  <a:pt x="524101" y="36778"/>
                </a:cubicBezTo>
                <a:cubicBezTo>
                  <a:pt x="531396" y="36778"/>
                  <a:pt x="535415" y="41094"/>
                  <a:pt x="535415" y="49135"/>
                </a:cubicBezTo>
                <a:lnTo>
                  <a:pt x="535415" y="58218"/>
                </a:lnTo>
                <a:cubicBezTo>
                  <a:pt x="512635" y="67301"/>
                  <a:pt x="509956" y="68639"/>
                  <a:pt x="503554" y="74298"/>
                </a:cubicBezTo>
                <a:cubicBezTo>
                  <a:pt x="500278" y="77277"/>
                  <a:pt x="498192" y="82339"/>
                  <a:pt x="498192" y="87251"/>
                </a:cubicBezTo>
                <a:cubicBezTo>
                  <a:pt x="498192" y="96631"/>
                  <a:pt x="504744" y="103184"/>
                  <a:pt x="513828" y="103184"/>
                </a:cubicBezTo>
                <a:cubicBezTo>
                  <a:pt x="520378" y="103184"/>
                  <a:pt x="526482" y="100057"/>
                  <a:pt x="535565" y="92315"/>
                </a:cubicBezTo>
                <a:cubicBezTo>
                  <a:pt x="536310" y="100205"/>
                  <a:pt x="538989" y="103184"/>
                  <a:pt x="545094" y="103184"/>
                </a:cubicBezTo>
                <a:cubicBezTo>
                  <a:pt x="550156" y="103184"/>
                  <a:pt x="553284" y="101396"/>
                  <a:pt x="558493" y="95738"/>
                </a:cubicBezTo>
                <a:lnTo>
                  <a:pt x="558493" y="91867"/>
                </a:lnTo>
                <a:moveTo>
                  <a:pt x="535415" y="83382"/>
                </a:moveTo>
                <a:cubicBezTo>
                  <a:pt x="535415" y="87848"/>
                  <a:pt x="534672" y="89486"/>
                  <a:pt x="531544" y="91272"/>
                </a:cubicBezTo>
                <a:cubicBezTo>
                  <a:pt x="527823" y="93355"/>
                  <a:pt x="523804" y="94548"/>
                  <a:pt x="520675" y="94548"/>
                </a:cubicBezTo>
                <a:cubicBezTo>
                  <a:pt x="515466" y="94548"/>
                  <a:pt x="511297" y="89486"/>
                  <a:pt x="511297" y="83082"/>
                </a:cubicBezTo>
                <a:lnTo>
                  <a:pt x="511297" y="82486"/>
                </a:lnTo>
                <a:cubicBezTo>
                  <a:pt x="511444" y="73553"/>
                  <a:pt x="517997" y="67896"/>
                  <a:pt x="535415" y="61792"/>
                </a:cubicBezTo>
                <a:lnTo>
                  <a:pt x="535415" y="83382"/>
                </a:lnTo>
                <a:close/>
                <a:moveTo>
                  <a:pt x="561472" y="101693"/>
                </a:moveTo>
                <a:lnTo>
                  <a:pt x="593038" y="101693"/>
                </a:lnTo>
                <a:lnTo>
                  <a:pt x="593038" y="99460"/>
                </a:lnTo>
                <a:cubicBezTo>
                  <a:pt x="585593" y="99015"/>
                  <a:pt x="583210" y="97079"/>
                  <a:pt x="583210" y="91719"/>
                </a:cubicBezTo>
                <a:lnTo>
                  <a:pt x="583210" y="49880"/>
                </a:lnTo>
                <a:cubicBezTo>
                  <a:pt x="590357" y="43180"/>
                  <a:pt x="593633" y="41392"/>
                  <a:pt x="598547" y="41392"/>
                </a:cubicBezTo>
                <a:cubicBezTo>
                  <a:pt x="605842" y="41392"/>
                  <a:pt x="609416" y="46009"/>
                  <a:pt x="609416" y="55835"/>
                </a:cubicBezTo>
                <a:lnTo>
                  <a:pt x="609416" y="86953"/>
                </a:lnTo>
                <a:cubicBezTo>
                  <a:pt x="609118" y="96631"/>
                  <a:pt x="607330" y="99015"/>
                  <a:pt x="600035" y="99460"/>
                </a:cubicBezTo>
                <a:lnTo>
                  <a:pt x="600035" y="101693"/>
                </a:lnTo>
                <a:lnTo>
                  <a:pt x="631006" y="101693"/>
                </a:lnTo>
                <a:lnTo>
                  <a:pt x="631006" y="99460"/>
                </a:lnTo>
                <a:cubicBezTo>
                  <a:pt x="623709" y="98717"/>
                  <a:pt x="622071" y="96929"/>
                  <a:pt x="621923" y="89634"/>
                </a:cubicBezTo>
                <a:lnTo>
                  <a:pt x="621923" y="55537"/>
                </a:lnTo>
                <a:cubicBezTo>
                  <a:pt x="621923" y="41542"/>
                  <a:pt x="615371" y="33204"/>
                  <a:pt x="604354" y="33204"/>
                </a:cubicBezTo>
                <a:cubicBezTo>
                  <a:pt x="597504" y="33204"/>
                  <a:pt x="592888" y="35735"/>
                  <a:pt x="582764" y="45263"/>
                </a:cubicBezTo>
                <a:lnTo>
                  <a:pt x="582764" y="33502"/>
                </a:lnTo>
                <a:lnTo>
                  <a:pt x="581721" y="33204"/>
                </a:lnTo>
                <a:cubicBezTo>
                  <a:pt x="573979" y="36033"/>
                  <a:pt x="568917" y="37671"/>
                  <a:pt x="561174" y="39904"/>
                </a:cubicBezTo>
                <a:lnTo>
                  <a:pt x="561174" y="42435"/>
                </a:lnTo>
                <a:cubicBezTo>
                  <a:pt x="562217" y="41990"/>
                  <a:pt x="563558" y="41840"/>
                  <a:pt x="565196" y="41840"/>
                </a:cubicBezTo>
                <a:cubicBezTo>
                  <a:pt x="569365" y="41840"/>
                  <a:pt x="570703" y="44073"/>
                  <a:pt x="570703" y="51368"/>
                </a:cubicBezTo>
                <a:lnTo>
                  <a:pt x="570703" y="88293"/>
                </a:lnTo>
                <a:cubicBezTo>
                  <a:pt x="570555" y="97079"/>
                  <a:pt x="568917" y="99015"/>
                  <a:pt x="561472" y="99460"/>
                </a:cubicBezTo>
                <a:lnTo>
                  <a:pt x="561472" y="101693"/>
                </a:lnTo>
                <a:close/>
                <a:moveTo>
                  <a:pt x="699345" y="91867"/>
                </a:moveTo>
                <a:cubicBezTo>
                  <a:pt x="696814" y="93953"/>
                  <a:pt x="695029" y="94696"/>
                  <a:pt x="692795" y="94696"/>
                </a:cubicBezTo>
                <a:cubicBezTo>
                  <a:pt x="689372" y="94696"/>
                  <a:pt x="688329" y="92612"/>
                  <a:pt x="688329" y="86060"/>
                </a:cubicBezTo>
                <a:lnTo>
                  <a:pt x="688329" y="57027"/>
                </a:lnTo>
                <a:cubicBezTo>
                  <a:pt x="688329" y="49285"/>
                  <a:pt x="687584" y="44966"/>
                  <a:pt x="685350" y="41392"/>
                </a:cubicBezTo>
                <a:cubicBezTo>
                  <a:pt x="682074" y="36033"/>
                  <a:pt x="675672" y="33204"/>
                  <a:pt x="666889" y="33204"/>
                </a:cubicBezTo>
                <a:cubicBezTo>
                  <a:pt x="652892" y="33204"/>
                  <a:pt x="641875" y="40499"/>
                  <a:pt x="641875" y="49880"/>
                </a:cubicBezTo>
                <a:cubicBezTo>
                  <a:pt x="641875" y="53304"/>
                  <a:pt x="644704" y="56282"/>
                  <a:pt x="648277" y="56282"/>
                </a:cubicBezTo>
                <a:cubicBezTo>
                  <a:pt x="651849" y="56282"/>
                  <a:pt x="654977" y="53304"/>
                  <a:pt x="654977" y="50028"/>
                </a:cubicBezTo>
                <a:cubicBezTo>
                  <a:pt x="654977" y="49432"/>
                  <a:pt x="654827" y="48689"/>
                  <a:pt x="654680" y="47647"/>
                </a:cubicBezTo>
                <a:cubicBezTo>
                  <a:pt x="654382" y="46306"/>
                  <a:pt x="654232" y="45116"/>
                  <a:pt x="654232" y="44073"/>
                </a:cubicBezTo>
                <a:cubicBezTo>
                  <a:pt x="654232" y="40054"/>
                  <a:pt x="658996" y="36778"/>
                  <a:pt x="664953" y="36778"/>
                </a:cubicBezTo>
                <a:cubicBezTo>
                  <a:pt x="672248" y="36778"/>
                  <a:pt x="676267" y="41094"/>
                  <a:pt x="676267" y="49135"/>
                </a:cubicBezTo>
                <a:lnTo>
                  <a:pt x="676267" y="58218"/>
                </a:lnTo>
                <a:cubicBezTo>
                  <a:pt x="653487" y="67301"/>
                  <a:pt x="650808" y="68639"/>
                  <a:pt x="644406" y="74298"/>
                </a:cubicBezTo>
                <a:cubicBezTo>
                  <a:pt x="641130" y="77277"/>
                  <a:pt x="639044" y="82339"/>
                  <a:pt x="639044" y="87251"/>
                </a:cubicBezTo>
                <a:cubicBezTo>
                  <a:pt x="639044" y="96631"/>
                  <a:pt x="645596" y="103184"/>
                  <a:pt x="654680" y="103184"/>
                </a:cubicBezTo>
                <a:cubicBezTo>
                  <a:pt x="661229" y="103184"/>
                  <a:pt x="667334" y="100057"/>
                  <a:pt x="676417" y="92315"/>
                </a:cubicBezTo>
                <a:cubicBezTo>
                  <a:pt x="677162" y="100205"/>
                  <a:pt x="679841" y="103184"/>
                  <a:pt x="685946" y="103184"/>
                </a:cubicBezTo>
                <a:cubicBezTo>
                  <a:pt x="691007" y="103184"/>
                  <a:pt x="694136" y="101396"/>
                  <a:pt x="699345" y="95738"/>
                </a:cubicBezTo>
                <a:lnTo>
                  <a:pt x="699345" y="91867"/>
                </a:lnTo>
                <a:moveTo>
                  <a:pt x="676267" y="83382"/>
                </a:moveTo>
                <a:cubicBezTo>
                  <a:pt x="676267" y="87848"/>
                  <a:pt x="675524" y="89486"/>
                  <a:pt x="672396" y="91272"/>
                </a:cubicBezTo>
                <a:cubicBezTo>
                  <a:pt x="668675" y="93355"/>
                  <a:pt x="664656" y="94548"/>
                  <a:pt x="661527" y="94548"/>
                </a:cubicBezTo>
                <a:cubicBezTo>
                  <a:pt x="656318" y="94548"/>
                  <a:pt x="652149" y="89486"/>
                  <a:pt x="652149" y="83082"/>
                </a:cubicBezTo>
                <a:lnTo>
                  <a:pt x="652149" y="82486"/>
                </a:lnTo>
                <a:cubicBezTo>
                  <a:pt x="652296" y="73553"/>
                  <a:pt x="658849" y="67896"/>
                  <a:pt x="676267" y="61792"/>
                </a:cubicBezTo>
                <a:lnTo>
                  <a:pt x="676267" y="83382"/>
                </a:lnTo>
                <a:close/>
                <a:moveTo>
                  <a:pt x="702771" y="101693"/>
                </a:moveTo>
                <a:lnTo>
                  <a:pt x="737909" y="101693"/>
                </a:lnTo>
                <a:lnTo>
                  <a:pt x="737909" y="99460"/>
                </a:lnTo>
                <a:cubicBezTo>
                  <a:pt x="728530" y="99015"/>
                  <a:pt x="726892" y="97524"/>
                  <a:pt x="726742" y="89186"/>
                </a:cubicBezTo>
                <a:lnTo>
                  <a:pt x="726742" y="298"/>
                </a:lnTo>
                <a:lnTo>
                  <a:pt x="726147" y="0"/>
                </a:lnTo>
                <a:cubicBezTo>
                  <a:pt x="718554" y="2383"/>
                  <a:pt x="713045" y="4021"/>
                  <a:pt x="702474" y="6552"/>
                </a:cubicBezTo>
                <a:lnTo>
                  <a:pt x="702474" y="8933"/>
                </a:lnTo>
                <a:lnTo>
                  <a:pt x="703367" y="8933"/>
                </a:lnTo>
                <a:cubicBezTo>
                  <a:pt x="705005" y="8785"/>
                  <a:pt x="706790" y="8636"/>
                  <a:pt x="707983" y="8636"/>
                </a:cubicBezTo>
                <a:cubicBezTo>
                  <a:pt x="712747" y="8636"/>
                  <a:pt x="714236" y="10721"/>
                  <a:pt x="714236" y="17719"/>
                </a:cubicBezTo>
                <a:lnTo>
                  <a:pt x="714236" y="88741"/>
                </a:lnTo>
                <a:cubicBezTo>
                  <a:pt x="714088" y="96781"/>
                  <a:pt x="712002" y="98865"/>
                  <a:pt x="702771" y="99460"/>
                </a:cubicBezTo>
                <a:lnTo>
                  <a:pt x="702771" y="101693"/>
                </a:lnTo>
                <a:close/>
                <a:moveTo>
                  <a:pt x="811760" y="34692"/>
                </a:moveTo>
                <a:lnTo>
                  <a:pt x="791660" y="34692"/>
                </a:lnTo>
                <a:lnTo>
                  <a:pt x="791660" y="36925"/>
                </a:lnTo>
                <a:cubicBezTo>
                  <a:pt x="796424" y="36925"/>
                  <a:pt x="798807" y="38266"/>
                  <a:pt x="798807" y="40649"/>
                </a:cubicBezTo>
                <a:cubicBezTo>
                  <a:pt x="798807" y="41244"/>
                  <a:pt x="798657" y="42137"/>
                  <a:pt x="798210" y="43180"/>
                </a:cubicBezTo>
                <a:lnTo>
                  <a:pt x="783767" y="84274"/>
                </a:lnTo>
                <a:lnTo>
                  <a:pt x="766646" y="46604"/>
                </a:lnTo>
                <a:cubicBezTo>
                  <a:pt x="765751" y="44520"/>
                  <a:pt x="765156" y="42435"/>
                  <a:pt x="765156" y="40947"/>
                </a:cubicBezTo>
                <a:cubicBezTo>
                  <a:pt x="765156" y="38266"/>
                  <a:pt x="767389" y="37223"/>
                  <a:pt x="773791" y="36925"/>
                </a:cubicBezTo>
                <a:lnTo>
                  <a:pt x="773791" y="34692"/>
                </a:lnTo>
                <a:lnTo>
                  <a:pt x="743120" y="34692"/>
                </a:lnTo>
                <a:lnTo>
                  <a:pt x="743120" y="36778"/>
                </a:lnTo>
                <a:cubicBezTo>
                  <a:pt x="746992" y="37373"/>
                  <a:pt x="749523" y="39011"/>
                  <a:pt x="750713" y="41542"/>
                </a:cubicBezTo>
                <a:lnTo>
                  <a:pt x="767687" y="78170"/>
                </a:lnTo>
                <a:cubicBezTo>
                  <a:pt x="769475" y="82189"/>
                  <a:pt x="769622" y="82339"/>
                  <a:pt x="770368" y="83827"/>
                </a:cubicBezTo>
                <a:cubicBezTo>
                  <a:pt x="774536" y="91272"/>
                  <a:pt x="776920" y="96781"/>
                  <a:pt x="776920" y="99015"/>
                </a:cubicBezTo>
                <a:cubicBezTo>
                  <a:pt x="776920" y="101396"/>
                  <a:pt x="773494" y="110479"/>
                  <a:pt x="770963" y="115095"/>
                </a:cubicBezTo>
                <a:cubicBezTo>
                  <a:pt x="768729" y="118817"/>
                  <a:pt x="765603" y="121645"/>
                  <a:pt x="763518" y="121645"/>
                </a:cubicBezTo>
                <a:cubicBezTo>
                  <a:pt x="762625" y="121645"/>
                  <a:pt x="761284" y="121347"/>
                  <a:pt x="759649" y="120605"/>
                </a:cubicBezTo>
                <a:cubicBezTo>
                  <a:pt x="756968" y="119562"/>
                  <a:pt x="754287" y="118967"/>
                  <a:pt x="751906" y="118967"/>
                </a:cubicBezTo>
                <a:cubicBezTo>
                  <a:pt x="748332" y="118967"/>
                  <a:pt x="745504" y="121795"/>
                  <a:pt x="745504" y="125516"/>
                </a:cubicBezTo>
                <a:cubicBezTo>
                  <a:pt x="745504" y="130431"/>
                  <a:pt x="750118" y="134152"/>
                  <a:pt x="756520" y="134152"/>
                </a:cubicBezTo>
                <a:cubicBezTo>
                  <a:pt x="766646" y="134152"/>
                  <a:pt x="773494" y="125964"/>
                  <a:pt x="781684" y="104374"/>
                </a:cubicBezTo>
                <a:lnTo>
                  <a:pt x="804612" y="43625"/>
                </a:lnTo>
                <a:cubicBezTo>
                  <a:pt x="806548" y="38861"/>
                  <a:pt x="808186" y="37373"/>
                  <a:pt x="811760" y="36925"/>
                </a:cubicBezTo>
                <a:lnTo>
                  <a:pt x="811760" y="34692"/>
                </a:lnTo>
                <a:close/>
                <a:moveTo>
                  <a:pt x="861787" y="54942"/>
                </a:moveTo>
                <a:lnTo>
                  <a:pt x="861191" y="34544"/>
                </a:lnTo>
                <a:lnTo>
                  <a:pt x="859553" y="34544"/>
                </a:lnTo>
                <a:cubicBezTo>
                  <a:pt x="858810" y="35735"/>
                  <a:pt x="858065" y="36183"/>
                  <a:pt x="857172" y="36183"/>
                </a:cubicBezTo>
                <a:cubicBezTo>
                  <a:pt x="856279" y="36183"/>
                  <a:pt x="854789" y="35885"/>
                  <a:pt x="853151" y="35140"/>
                </a:cubicBezTo>
                <a:cubicBezTo>
                  <a:pt x="849727" y="33949"/>
                  <a:pt x="846304" y="33204"/>
                  <a:pt x="842730" y="33204"/>
                </a:cubicBezTo>
                <a:cubicBezTo>
                  <a:pt x="830966" y="33204"/>
                  <a:pt x="822480" y="40947"/>
                  <a:pt x="822480" y="51666"/>
                </a:cubicBezTo>
                <a:cubicBezTo>
                  <a:pt x="822480" y="60004"/>
                  <a:pt x="827244" y="65960"/>
                  <a:pt x="839901" y="73108"/>
                </a:cubicBezTo>
                <a:lnTo>
                  <a:pt x="848537" y="78020"/>
                </a:lnTo>
                <a:cubicBezTo>
                  <a:pt x="853746" y="80998"/>
                  <a:pt x="856279" y="84572"/>
                  <a:pt x="856279" y="89186"/>
                </a:cubicBezTo>
                <a:cubicBezTo>
                  <a:pt x="856279" y="95738"/>
                  <a:pt x="851513" y="99907"/>
                  <a:pt x="843920" y="99907"/>
                </a:cubicBezTo>
                <a:cubicBezTo>
                  <a:pt x="833647" y="99907"/>
                  <a:pt x="828435" y="94250"/>
                  <a:pt x="825011" y="79063"/>
                </a:cubicBezTo>
                <a:lnTo>
                  <a:pt x="822628" y="79063"/>
                </a:lnTo>
                <a:lnTo>
                  <a:pt x="822628" y="102291"/>
                </a:lnTo>
                <a:lnTo>
                  <a:pt x="824564" y="102291"/>
                </a:lnTo>
                <a:cubicBezTo>
                  <a:pt x="825606" y="100800"/>
                  <a:pt x="826202" y="100503"/>
                  <a:pt x="827990" y="100503"/>
                </a:cubicBezTo>
                <a:cubicBezTo>
                  <a:pt x="829628" y="100503"/>
                  <a:pt x="831413" y="100800"/>
                  <a:pt x="834837" y="101693"/>
                </a:cubicBezTo>
                <a:cubicBezTo>
                  <a:pt x="838858" y="102588"/>
                  <a:pt x="842730" y="103184"/>
                  <a:pt x="845706" y="103184"/>
                </a:cubicBezTo>
                <a:cubicBezTo>
                  <a:pt x="857320" y="103184"/>
                  <a:pt x="866701" y="94548"/>
                  <a:pt x="866701" y="84124"/>
                </a:cubicBezTo>
                <a:cubicBezTo>
                  <a:pt x="866701" y="76679"/>
                  <a:pt x="863127" y="71768"/>
                  <a:pt x="854194" y="66406"/>
                </a:cubicBezTo>
                <a:lnTo>
                  <a:pt x="838113" y="56877"/>
                </a:lnTo>
                <a:cubicBezTo>
                  <a:pt x="833944" y="54346"/>
                  <a:pt x="831711" y="50773"/>
                  <a:pt x="831711" y="46754"/>
                </a:cubicBezTo>
                <a:cubicBezTo>
                  <a:pt x="831711" y="40649"/>
                  <a:pt x="836328" y="36628"/>
                  <a:pt x="843175" y="36628"/>
                </a:cubicBezTo>
                <a:cubicBezTo>
                  <a:pt x="851663" y="36628"/>
                  <a:pt x="856130" y="41542"/>
                  <a:pt x="859553" y="54942"/>
                </a:cubicBezTo>
                <a:lnTo>
                  <a:pt x="861787" y="54942"/>
                </a:lnTo>
                <a:close/>
                <a:moveTo>
                  <a:pt x="875188" y="101693"/>
                </a:moveTo>
                <a:lnTo>
                  <a:pt x="910475" y="101693"/>
                </a:lnTo>
                <a:lnTo>
                  <a:pt x="910475" y="99460"/>
                </a:lnTo>
                <a:cubicBezTo>
                  <a:pt x="900649" y="98717"/>
                  <a:pt x="899606" y="97377"/>
                  <a:pt x="899456" y="86508"/>
                </a:cubicBezTo>
                <a:lnTo>
                  <a:pt x="899456" y="33649"/>
                </a:lnTo>
                <a:lnTo>
                  <a:pt x="898861" y="33204"/>
                </a:lnTo>
                <a:lnTo>
                  <a:pt x="875783" y="41392"/>
                </a:lnTo>
                <a:lnTo>
                  <a:pt x="875783" y="43625"/>
                </a:lnTo>
                <a:lnTo>
                  <a:pt x="876976" y="43478"/>
                </a:lnTo>
                <a:cubicBezTo>
                  <a:pt x="878761" y="43180"/>
                  <a:pt x="880547" y="43030"/>
                  <a:pt x="882038" y="43030"/>
                </a:cubicBezTo>
                <a:cubicBezTo>
                  <a:pt x="885611" y="43030"/>
                  <a:pt x="886949" y="45413"/>
                  <a:pt x="886949" y="51963"/>
                </a:cubicBezTo>
                <a:lnTo>
                  <a:pt x="886949" y="86508"/>
                </a:lnTo>
                <a:cubicBezTo>
                  <a:pt x="886652" y="97524"/>
                  <a:pt x="885314" y="99015"/>
                  <a:pt x="875188" y="99460"/>
                </a:cubicBezTo>
                <a:lnTo>
                  <a:pt x="875188" y="101693"/>
                </a:lnTo>
                <a:moveTo>
                  <a:pt x="891864" y="0"/>
                </a:moveTo>
                <a:cubicBezTo>
                  <a:pt x="887845" y="0"/>
                  <a:pt x="884418" y="3426"/>
                  <a:pt x="884418" y="7595"/>
                </a:cubicBezTo>
                <a:cubicBezTo>
                  <a:pt x="884418" y="11912"/>
                  <a:pt x="887695" y="15188"/>
                  <a:pt x="891864" y="15188"/>
                </a:cubicBezTo>
                <a:cubicBezTo>
                  <a:pt x="896330" y="15188"/>
                  <a:pt x="899606" y="11912"/>
                  <a:pt x="899606" y="7595"/>
                </a:cubicBezTo>
                <a:cubicBezTo>
                  <a:pt x="899606" y="3276"/>
                  <a:pt x="896182" y="0"/>
                  <a:pt x="891864" y="0"/>
                </a:cubicBezTo>
                <a:close/>
                <a:moveTo>
                  <a:pt x="961098" y="54942"/>
                </a:moveTo>
                <a:lnTo>
                  <a:pt x="960503" y="34544"/>
                </a:lnTo>
                <a:lnTo>
                  <a:pt x="958865" y="34544"/>
                </a:lnTo>
                <a:cubicBezTo>
                  <a:pt x="958122" y="35735"/>
                  <a:pt x="957376" y="36183"/>
                  <a:pt x="956484" y="36183"/>
                </a:cubicBezTo>
                <a:cubicBezTo>
                  <a:pt x="955591" y="36183"/>
                  <a:pt x="954100" y="35885"/>
                  <a:pt x="952462" y="35140"/>
                </a:cubicBezTo>
                <a:cubicBezTo>
                  <a:pt x="949039" y="33949"/>
                  <a:pt x="945615" y="33204"/>
                  <a:pt x="942041" y="33204"/>
                </a:cubicBezTo>
                <a:cubicBezTo>
                  <a:pt x="930277" y="33204"/>
                  <a:pt x="921791" y="40947"/>
                  <a:pt x="921791" y="51666"/>
                </a:cubicBezTo>
                <a:cubicBezTo>
                  <a:pt x="921791" y="60004"/>
                  <a:pt x="926556" y="65960"/>
                  <a:pt x="939213" y="73108"/>
                </a:cubicBezTo>
                <a:lnTo>
                  <a:pt x="947848" y="78020"/>
                </a:lnTo>
                <a:cubicBezTo>
                  <a:pt x="953058" y="80998"/>
                  <a:pt x="955591" y="84572"/>
                  <a:pt x="955591" y="89186"/>
                </a:cubicBezTo>
                <a:cubicBezTo>
                  <a:pt x="955591" y="95738"/>
                  <a:pt x="950824" y="99907"/>
                  <a:pt x="943232" y="99907"/>
                </a:cubicBezTo>
                <a:cubicBezTo>
                  <a:pt x="932958" y="99907"/>
                  <a:pt x="927746" y="94250"/>
                  <a:pt x="924322" y="79063"/>
                </a:cubicBezTo>
                <a:lnTo>
                  <a:pt x="921939" y="79063"/>
                </a:lnTo>
                <a:lnTo>
                  <a:pt x="921939" y="102291"/>
                </a:lnTo>
                <a:lnTo>
                  <a:pt x="923875" y="102291"/>
                </a:lnTo>
                <a:cubicBezTo>
                  <a:pt x="924918" y="100800"/>
                  <a:pt x="925513" y="100503"/>
                  <a:pt x="927301" y="100503"/>
                </a:cubicBezTo>
                <a:cubicBezTo>
                  <a:pt x="928939" y="100503"/>
                  <a:pt x="930725" y="100800"/>
                  <a:pt x="934148" y="101693"/>
                </a:cubicBezTo>
                <a:cubicBezTo>
                  <a:pt x="938170" y="102588"/>
                  <a:pt x="942041" y="103184"/>
                  <a:pt x="945017" y="103184"/>
                </a:cubicBezTo>
                <a:cubicBezTo>
                  <a:pt x="956631" y="103184"/>
                  <a:pt x="966012" y="94548"/>
                  <a:pt x="966012" y="84124"/>
                </a:cubicBezTo>
                <a:cubicBezTo>
                  <a:pt x="966012" y="76679"/>
                  <a:pt x="962438" y="71768"/>
                  <a:pt x="953505" y="66406"/>
                </a:cubicBezTo>
                <a:lnTo>
                  <a:pt x="937425" y="56877"/>
                </a:lnTo>
                <a:cubicBezTo>
                  <a:pt x="933256" y="54346"/>
                  <a:pt x="931022" y="50773"/>
                  <a:pt x="931022" y="46754"/>
                </a:cubicBezTo>
                <a:cubicBezTo>
                  <a:pt x="931022" y="40649"/>
                  <a:pt x="935639" y="36628"/>
                  <a:pt x="942486" y="36628"/>
                </a:cubicBezTo>
                <a:cubicBezTo>
                  <a:pt x="950974" y="36628"/>
                  <a:pt x="955441" y="41542"/>
                  <a:pt x="958865" y="54942"/>
                </a:cubicBezTo>
                <a:lnTo>
                  <a:pt x="961098" y="54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D9064-0CE8-49B1-8707-6C422FE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475" y="1381425"/>
            <a:ext cx="2088968" cy="238451"/>
          </a:xfrm>
          <a:custGeom xmlns:a="http://schemas.openxmlformats.org/drawingml/2006/main">
            <a:pathLst>
              <a:path w="2088968" h="238451">
                <a:moveTo>
                  <a:pt x="0" y="39742"/>
                </a:moveTo>
                <a:cubicBezTo>
                  <a:pt x="0" y="17819"/>
                  <a:pt x="17819" y="0"/>
                  <a:pt x="39742" y="0"/>
                </a:cubicBezTo>
                <a:lnTo>
                  <a:pt x="2049226" y="0"/>
                </a:lnTo>
                <a:cubicBezTo>
                  <a:pt x="2071150" y="0"/>
                  <a:pt x="2088968" y="17819"/>
                  <a:pt x="2088968" y="39742"/>
                </a:cubicBezTo>
                <a:lnTo>
                  <a:pt x="2088968" y="198709"/>
                </a:lnTo>
                <a:cubicBezTo>
                  <a:pt x="2088968" y="220633"/>
                  <a:pt x="2071150" y="238451"/>
                  <a:pt x="2049226" y="238451"/>
                </a:cubicBezTo>
                <a:lnTo>
                  <a:pt x="39742" y="238451"/>
                </a:lnTo>
                <a:cubicBezTo>
                  <a:pt x="17819" y="238451"/>
                  <a:pt x="0" y="220633"/>
                  <a:pt x="0" y="198709"/>
                </a:cubicBezTo>
                <a:lnTo>
                  <a:pt x="0" y="3974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Connectionstateestablishment">
            <a:extLst xmlns:a="http://schemas.openxmlformats.org/drawingml/2006/main">
              <a:ext uri="{FF2B5EF4-FFF2-40B4-BE49-F238E27FC236}">
                <a16:creationId xmlns:a16="http://schemas.microsoft.com/office/drawing/2014/main" id="{C3C0B94C-ED39-4E2F-9844-56E16B3A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144" y="1454033"/>
            <a:ext cx="1853065" cy="103935"/>
          </a:xfrm>
          <a:custGeom xmlns:a="http://schemas.openxmlformats.org/drawingml/2006/main">
            <a:pathLst>
              <a:path w="1853065" h="103935">
                <a:moveTo>
                  <a:pt x="88276" y="34596"/>
                </a:moveTo>
                <a:lnTo>
                  <a:pt x="86934" y="1044"/>
                </a:lnTo>
                <a:lnTo>
                  <a:pt x="83803" y="1044"/>
                </a:lnTo>
                <a:cubicBezTo>
                  <a:pt x="82909" y="4175"/>
                  <a:pt x="80522" y="5966"/>
                  <a:pt x="77539" y="5966"/>
                </a:cubicBezTo>
                <a:cubicBezTo>
                  <a:pt x="76196" y="5966"/>
                  <a:pt x="73960" y="5518"/>
                  <a:pt x="71723" y="4771"/>
                </a:cubicBezTo>
                <a:cubicBezTo>
                  <a:pt x="64417" y="2237"/>
                  <a:pt x="56961" y="1044"/>
                  <a:pt x="49953" y="1044"/>
                </a:cubicBezTo>
                <a:cubicBezTo>
                  <a:pt x="37725" y="1044"/>
                  <a:pt x="25349" y="5668"/>
                  <a:pt x="16103" y="13868"/>
                </a:cubicBezTo>
                <a:cubicBezTo>
                  <a:pt x="5666" y="23113"/>
                  <a:pt x="0" y="36833"/>
                  <a:pt x="0" y="53236"/>
                </a:cubicBezTo>
                <a:cubicBezTo>
                  <a:pt x="0" y="83655"/>
                  <a:pt x="19832" y="103935"/>
                  <a:pt x="49507" y="103935"/>
                </a:cubicBezTo>
                <a:cubicBezTo>
                  <a:pt x="66355" y="103935"/>
                  <a:pt x="81268" y="97075"/>
                  <a:pt x="90215" y="84997"/>
                </a:cubicBezTo>
                <a:lnTo>
                  <a:pt x="87530" y="82312"/>
                </a:lnTo>
                <a:cubicBezTo>
                  <a:pt x="76645" y="92899"/>
                  <a:pt x="66654" y="97373"/>
                  <a:pt x="54278" y="97373"/>
                </a:cubicBezTo>
                <a:cubicBezTo>
                  <a:pt x="44883" y="97373"/>
                  <a:pt x="36533" y="94392"/>
                  <a:pt x="30121" y="88724"/>
                </a:cubicBezTo>
                <a:cubicBezTo>
                  <a:pt x="21918" y="81418"/>
                  <a:pt x="17297" y="67998"/>
                  <a:pt x="17297" y="51297"/>
                </a:cubicBezTo>
                <a:cubicBezTo>
                  <a:pt x="17297" y="24307"/>
                  <a:pt x="31165" y="7010"/>
                  <a:pt x="52785" y="7010"/>
                </a:cubicBezTo>
                <a:cubicBezTo>
                  <a:pt x="61286" y="7010"/>
                  <a:pt x="69040" y="10141"/>
                  <a:pt x="75004" y="15957"/>
                </a:cubicBezTo>
                <a:cubicBezTo>
                  <a:pt x="79775" y="20728"/>
                  <a:pt x="82012" y="24903"/>
                  <a:pt x="84847" y="34596"/>
                </a:cubicBezTo>
                <a:lnTo>
                  <a:pt x="88276" y="34596"/>
                </a:lnTo>
                <a:close/>
                <a:moveTo>
                  <a:pt x="132564" y="33254"/>
                </a:moveTo>
                <a:cubicBezTo>
                  <a:pt x="113028" y="33254"/>
                  <a:pt x="99608" y="47568"/>
                  <a:pt x="99608" y="68146"/>
                </a:cubicBezTo>
                <a:cubicBezTo>
                  <a:pt x="99608" y="88426"/>
                  <a:pt x="113476" y="103339"/>
                  <a:pt x="132264" y="103339"/>
                </a:cubicBezTo>
                <a:cubicBezTo>
                  <a:pt x="151053" y="103339"/>
                  <a:pt x="165367" y="87682"/>
                  <a:pt x="165367" y="66954"/>
                </a:cubicBezTo>
                <a:cubicBezTo>
                  <a:pt x="165367" y="47270"/>
                  <a:pt x="151649" y="33254"/>
                  <a:pt x="132564" y="33254"/>
                </a:cubicBezTo>
                <a:moveTo>
                  <a:pt x="130625" y="37429"/>
                </a:moveTo>
                <a:cubicBezTo>
                  <a:pt x="143151" y="37429"/>
                  <a:pt x="151947" y="51743"/>
                  <a:pt x="151947" y="72173"/>
                </a:cubicBezTo>
                <a:cubicBezTo>
                  <a:pt x="151947" y="89172"/>
                  <a:pt x="145238" y="99163"/>
                  <a:pt x="134054" y="99163"/>
                </a:cubicBezTo>
                <a:cubicBezTo>
                  <a:pt x="128239" y="99163"/>
                  <a:pt x="122721" y="95584"/>
                  <a:pt x="119590" y="89621"/>
                </a:cubicBezTo>
                <a:cubicBezTo>
                  <a:pt x="115415" y="81866"/>
                  <a:pt x="113028" y="71427"/>
                  <a:pt x="113028" y="60840"/>
                </a:cubicBezTo>
                <a:cubicBezTo>
                  <a:pt x="113028" y="46674"/>
                  <a:pt x="119888" y="37429"/>
                  <a:pt x="130625" y="37429"/>
                </a:cubicBezTo>
                <a:close/>
                <a:moveTo>
                  <a:pt x="172973" y="101846"/>
                </a:moveTo>
                <a:lnTo>
                  <a:pt x="204586" y="101846"/>
                </a:lnTo>
                <a:lnTo>
                  <a:pt x="204586" y="99609"/>
                </a:lnTo>
                <a:cubicBezTo>
                  <a:pt x="197130" y="99163"/>
                  <a:pt x="194743" y="97225"/>
                  <a:pt x="194743" y="91857"/>
                </a:cubicBezTo>
                <a:lnTo>
                  <a:pt x="194743" y="49955"/>
                </a:lnTo>
                <a:cubicBezTo>
                  <a:pt x="201901" y="43245"/>
                  <a:pt x="205182" y="41454"/>
                  <a:pt x="210104" y="41454"/>
                </a:cubicBezTo>
                <a:cubicBezTo>
                  <a:pt x="217410" y="41454"/>
                  <a:pt x="220989" y="46078"/>
                  <a:pt x="220989" y="55919"/>
                </a:cubicBezTo>
                <a:lnTo>
                  <a:pt x="220989" y="87084"/>
                </a:lnTo>
                <a:cubicBezTo>
                  <a:pt x="220691" y="96777"/>
                  <a:pt x="218900" y="99163"/>
                  <a:pt x="211594" y="99609"/>
                </a:cubicBezTo>
                <a:lnTo>
                  <a:pt x="211594" y="101846"/>
                </a:lnTo>
                <a:lnTo>
                  <a:pt x="242612" y="101846"/>
                </a:lnTo>
                <a:lnTo>
                  <a:pt x="242612" y="99609"/>
                </a:lnTo>
                <a:cubicBezTo>
                  <a:pt x="235303" y="98865"/>
                  <a:pt x="233663" y="97075"/>
                  <a:pt x="233515" y="89769"/>
                </a:cubicBezTo>
                <a:lnTo>
                  <a:pt x="233515" y="55620"/>
                </a:lnTo>
                <a:cubicBezTo>
                  <a:pt x="233515" y="41604"/>
                  <a:pt x="226953" y="33254"/>
                  <a:pt x="215920" y="33254"/>
                </a:cubicBezTo>
                <a:cubicBezTo>
                  <a:pt x="209060" y="33254"/>
                  <a:pt x="204436" y="35789"/>
                  <a:pt x="194297" y="45331"/>
                </a:cubicBezTo>
                <a:lnTo>
                  <a:pt x="194297" y="33552"/>
                </a:lnTo>
                <a:lnTo>
                  <a:pt x="193253" y="33254"/>
                </a:lnTo>
                <a:cubicBezTo>
                  <a:pt x="185499" y="36087"/>
                  <a:pt x="180429" y="37727"/>
                  <a:pt x="172675" y="39964"/>
                </a:cubicBezTo>
                <a:lnTo>
                  <a:pt x="172675" y="42499"/>
                </a:lnTo>
                <a:cubicBezTo>
                  <a:pt x="173719" y="42053"/>
                  <a:pt x="175062" y="41902"/>
                  <a:pt x="176702" y="41902"/>
                </a:cubicBezTo>
                <a:cubicBezTo>
                  <a:pt x="180877" y="41902"/>
                  <a:pt x="182218" y="44139"/>
                  <a:pt x="182218" y="51445"/>
                </a:cubicBezTo>
                <a:lnTo>
                  <a:pt x="182218" y="88426"/>
                </a:lnTo>
                <a:cubicBezTo>
                  <a:pt x="182070" y="97225"/>
                  <a:pt x="180429" y="99163"/>
                  <a:pt x="172973" y="99609"/>
                </a:cubicBezTo>
                <a:lnTo>
                  <a:pt x="172973" y="101846"/>
                </a:lnTo>
                <a:close/>
                <a:moveTo>
                  <a:pt x="247829" y="101846"/>
                </a:moveTo>
                <a:lnTo>
                  <a:pt x="279443" y="101846"/>
                </a:lnTo>
                <a:lnTo>
                  <a:pt x="279443" y="99609"/>
                </a:lnTo>
                <a:cubicBezTo>
                  <a:pt x="271987" y="99163"/>
                  <a:pt x="269600" y="97225"/>
                  <a:pt x="269600" y="91857"/>
                </a:cubicBezTo>
                <a:lnTo>
                  <a:pt x="269600" y="49955"/>
                </a:lnTo>
                <a:cubicBezTo>
                  <a:pt x="276758" y="43245"/>
                  <a:pt x="280039" y="41454"/>
                  <a:pt x="284961" y="41454"/>
                </a:cubicBezTo>
                <a:cubicBezTo>
                  <a:pt x="292267" y="41454"/>
                  <a:pt x="295846" y="46078"/>
                  <a:pt x="295846" y="55919"/>
                </a:cubicBezTo>
                <a:lnTo>
                  <a:pt x="295846" y="87084"/>
                </a:lnTo>
                <a:cubicBezTo>
                  <a:pt x="295548" y="96777"/>
                  <a:pt x="293757" y="99163"/>
                  <a:pt x="286451" y="99609"/>
                </a:cubicBezTo>
                <a:lnTo>
                  <a:pt x="286451" y="101846"/>
                </a:lnTo>
                <a:lnTo>
                  <a:pt x="317468" y="101846"/>
                </a:lnTo>
                <a:lnTo>
                  <a:pt x="317468" y="99609"/>
                </a:lnTo>
                <a:cubicBezTo>
                  <a:pt x="310160" y="98865"/>
                  <a:pt x="308519" y="97075"/>
                  <a:pt x="308371" y="89769"/>
                </a:cubicBezTo>
                <a:lnTo>
                  <a:pt x="308371" y="55620"/>
                </a:lnTo>
                <a:cubicBezTo>
                  <a:pt x="308371" y="41604"/>
                  <a:pt x="301809" y="33254"/>
                  <a:pt x="290776" y="33254"/>
                </a:cubicBezTo>
                <a:cubicBezTo>
                  <a:pt x="283916" y="33254"/>
                  <a:pt x="279293" y="35789"/>
                  <a:pt x="269154" y="45331"/>
                </a:cubicBezTo>
                <a:lnTo>
                  <a:pt x="269154" y="33552"/>
                </a:lnTo>
                <a:lnTo>
                  <a:pt x="268109" y="33254"/>
                </a:lnTo>
                <a:cubicBezTo>
                  <a:pt x="260355" y="36087"/>
                  <a:pt x="255286" y="37727"/>
                  <a:pt x="247531" y="39964"/>
                </a:cubicBezTo>
                <a:lnTo>
                  <a:pt x="247531" y="42499"/>
                </a:lnTo>
                <a:cubicBezTo>
                  <a:pt x="248576" y="42053"/>
                  <a:pt x="249918" y="41902"/>
                  <a:pt x="251559" y="41902"/>
                </a:cubicBezTo>
                <a:cubicBezTo>
                  <a:pt x="255734" y="41902"/>
                  <a:pt x="257074" y="44139"/>
                  <a:pt x="257074" y="51445"/>
                </a:cubicBezTo>
                <a:lnTo>
                  <a:pt x="257074" y="88426"/>
                </a:lnTo>
                <a:cubicBezTo>
                  <a:pt x="256926" y="97225"/>
                  <a:pt x="255286" y="99163"/>
                  <a:pt x="247829" y="99609"/>
                </a:cubicBezTo>
                <a:lnTo>
                  <a:pt x="247829" y="101846"/>
                </a:lnTo>
                <a:close/>
                <a:moveTo>
                  <a:pt x="380841" y="77393"/>
                </a:moveTo>
                <a:cubicBezTo>
                  <a:pt x="373685" y="88724"/>
                  <a:pt x="367271" y="93050"/>
                  <a:pt x="357729" y="93050"/>
                </a:cubicBezTo>
                <a:cubicBezTo>
                  <a:pt x="349230" y="93050"/>
                  <a:pt x="342818" y="88724"/>
                  <a:pt x="338493" y="80226"/>
                </a:cubicBezTo>
                <a:cubicBezTo>
                  <a:pt x="335808" y="74558"/>
                  <a:pt x="334766" y="69787"/>
                  <a:pt x="334468" y="60542"/>
                </a:cubicBezTo>
                <a:lnTo>
                  <a:pt x="380395" y="60542"/>
                </a:lnTo>
                <a:cubicBezTo>
                  <a:pt x="379201" y="50849"/>
                  <a:pt x="377711" y="46526"/>
                  <a:pt x="373984" y="41752"/>
                </a:cubicBezTo>
                <a:cubicBezTo>
                  <a:pt x="369508" y="36385"/>
                  <a:pt x="362650" y="33254"/>
                  <a:pt x="354896" y="33254"/>
                </a:cubicBezTo>
                <a:cubicBezTo>
                  <a:pt x="347440" y="33254"/>
                  <a:pt x="340431" y="35939"/>
                  <a:pt x="334766" y="41008"/>
                </a:cubicBezTo>
                <a:cubicBezTo>
                  <a:pt x="327756" y="47122"/>
                  <a:pt x="323731" y="57709"/>
                  <a:pt x="323731" y="69937"/>
                </a:cubicBezTo>
                <a:cubicBezTo>
                  <a:pt x="323731" y="90515"/>
                  <a:pt x="334468" y="103339"/>
                  <a:pt x="351615" y="103339"/>
                </a:cubicBezTo>
                <a:cubicBezTo>
                  <a:pt x="365781" y="103339"/>
                  <a:pt x="376964" y="94540"/>
                  <a:pt x="383228" y="78435"/>
                </a:cubicBezTo>
                <a:lnTo>
                  <a:pt x="380841" y="77393"/>
                </a:lnTo>
                <a:moveTo>
                  <a:pt x="334766" y="55771"/>
                </a:moveTo>
                <a:cubicBezTo>
                  <a:pt x="336404" y="44139"/>
                  <a:pt x="341476" y="38621"/>
                  <a:pt x="350570" y="38621"/>
                </a:cubicBezTo>
                <a:cubicBezTo>
                  <a:pt x="359667" y="38621"/>
                  <a:pt x="363246" y="42797"/>
                  <a:pt x="365185" y="55771"/>
                </a:cubicBezTo>
                <a:lnTo>
                  <a:pt x="334766" y="55771"/>
                </a:lnTo>
                <a:close/>
                <a:moveTo>
                  <a:pt x="445558" y="78585"/>
                </a:moveTo>
                <a:cubicBezTo>
                  <a:pt x="438400" y="89022"/>
                  <a:pt x="433033" y="92601"/>
                  <a:pt x="424532" y="92601"/>
                </a:cubicBezTo>
                <a:cubicBezTo>
                  <a:pt x="410814" y="92601"/>
                  <a:pt x="401419" y="80672"/>
                  <a:pt x="401419" y="63525"/>
                </a:cubicBezTo>
                <a:cubicBezTo>
                  <a:pt x="401419" y="48016"/>
                  <a:pt x="409622" y="37577"/>
                  <a:pt x="421699" y="37577"/>
                </a:cubicBezTo>
                <a:cubicBezTo>
                  <a:pt x="427067" y="37577"/>
                  <a:pt x="429005" y="39070"/>
                  <a:pt x="430498" y="44735"/>
                </a:cubicBezTo>
                <a:lnTo>
                  <a:pt x="431392" y="48016"/>
                </a:lnTo>
                <a:cubicBezTo>
                  <a:pt x="432585" y="52342"/>
                  <a:pt x="435269" y="54876"/>
                  <a:pt x="438550" y="54876"/>
                </a:cubicBezTo>
                <a:cubicBezTo>
                  <a:pt x="442428" y="54876"/>
                  <a:pt x="445558" y="52041"/>
                  <a:pt x="445558" y="48612"/>
                </a:cubicBezTo>
                <a:cubicBezTo>
                  <a:pt x="445558" y="40262"/>
                  <a:pt x="435119" y="33254"/>
                  <a:pt x="422594" y="33254"/>
                </a:cubicBezTo>
                <a:cubicBezTo>
                  <a:pt x="415287" y="33254"/>
                  <a:pt x="407683" y="36237"/>
                  <a:pt x="401569" y="41604"/>
                </a:cubicBezTo>
                <a:cubicBezTo>
                  <a:pt x="394113" y="48164"/>
                  <a:pt x="389938" y="58305"/>
                  <a:pt x="389938" y="70235"/>
                </a:cubicBezTo>
                <a:cubicBezTo>
                  <a:pt x="389938" y="89471"/>
                  <a:pt x="401717" y="103339"/>
                  <a:pt x="418270" y="103339"/>
                </a:cubicBezTo>
                <a:cubicBezTo>
                  <a:pt x="424980" y="103339"/>
                  <a:pt x="430944" y="100952"/>
                  <a:pt x="436314" y="96331"/>
                </a:cubicBezTo>
                <a:cubicBezTo>
                  <a:pt x="440339" y="92899"/>
                  <a:pt x="443172" y="88724"/>
                  <a:pt x="447645" y="79928"/>
                </a:cubicBezTo>
                <a:lnTo>
                  <a:pt x="445558" y="78585"/>
                </a:lnTo>
                <a:close/>
                <a:moveTo>
                  <a:pt x="490441" y="34744"/>
                </a:moveTo>
                <a:lnTo>
                  <a:pt x="475381" y="34744"/>
                </a:lnTo>
                <a:lnTo>
                  <a:pt x="475381" y="17447"/>
                </a:lnTo>
                <a:cubicBezTo>
                  <a:pt x="475381" y="15957"/>
                  <a:pt x="475083" y="15509"/>
                  <a:pt x="474337" y="15509"/>
                </a:cubicBezTo>
                <a:cubicBezTo>
                  <a:pt x="465688" y="28034"/>
                  <a:pt x="461215" y="33104"/>
                  <a:pt x="456892" y="35639"/>
                </a:cubicBezTo>
                <a:cubicBezTo>
                  <a:pt x="455251" y="36683"/>
                  <a:pt x="454355" y="37577"/>
                  <a:pt x="454355" y="38474"/>
                </a:cubicBezTo>
                <a:cubicBezTo>
                  <a:pt x="454355" y="38920"/>
                  <a:pt x="454505" y="39218"/>
                  <a:pt x="454953" y="39516"/>
                </a:cubicBezTo>
                <a:lnTo>
                  <a:pt x="462855" y="39516"/>
                </a:lnTo>
                <a:lnTo>
                  <a:pt x="462855" y="84401"/>
                </a:lnTo>
                <a:cubicBezTo>
                  <a:pt x="462855" y="96927"/>
                  <a:pt x="467329" y="103339"/>
                  <a:pt x="476127" y="103339"/>
                </a:cubicBezTo>
                <a:cubicBezTo>
                  <a:pt x="483433" y="103339"/>
                  <a:pt x="489099" y="99760"/>
                  <a:pt x="494021" y="92005"/>
                </a:cubicBezTo>
                <a:lnTo>
                  <a:pt x="492082" y="90365"/>
                </a:lnTo>
                <a:cubicBezTo>
                  <a:pt x="488801" y="94242"/>
                  <a:pt x="486416" y="95584"/>
                  <a:pt x="483135" y="95584"/>
                </a:cubicBezTo>
                <a:cubicBezTo>
                  <a:pt x="477618" y="95584"/>
                  <a:pt x="475381" y="91559"/>
                  <a:pt x="475381" y="82164"/>
                </a:cubicBezTo>
                <a:lnTo>
                  <a:pt x="475381" y="39516"/>
                </a:lnTo>
                <a:lnTo>
                  <a:pt x="490441" y="39516"/>
                </a:lnTo>
                <a:lnTo>
                  <a:pt x="490441" y="34744"/>
                </a:lnTo>
                <a:close/>
                <a:moveTo>
                  <a:pt x="496257" y="101846"/>
                </a:moveTo>
                <a:lnTo>
                  <a:pt x="531597" y="101846"/>
                </a:lnTo>
                <a:lnTo>
                  <a:pt x="531597" y="99609"/>
                </a:lnTo>
                <a:cubicBezTo>
                  <a:pt x="521757" y="98865"/>
                  <a:pt x="520712" y="97523"/>
                  <a:pt x="520562" y="86638"/>
                </a:cubicBezTo>
                <a:lnTo>
                  <a:pt x="520562" y="33700"/>
                </a:lnTo>
                <a:lnTo>
                  <a:pt x="519966" y="33254"/>
                </a:lnTo>
                <a:lnTo>
                  <a:pt x="496853" y="41454"/>
                </a:lnTo>
                <a:lnTo>
                  <a:pt x="496853" y="43691"/>
                </a:lnTo>
                <a:lnTo>
                  <a:pt x="498048" y="43543"/>
                </a:lnTo>
                <a:cubicBezTo>
                  <a:pt x="499836" y="43245"/>
                  <a:pt x="501624" y="43095"/>
                  <a:pt x="503117" y="43095"/>
                </a:cubicBezTo>
                <a:cubicBezTo>
                  <a:pt x="506696" y="43095"/>
                  <a:pt x="508036" y="45482"/>
                  <a:pt x="508036" y="52041"/>
                </a:cubicBezTo>
                <a:lnTo>
                  <a:pt x="508036" y="86638"/>
                </a:lnTo>
                <a:cubicBezTo>
                  <a:pt x="507738" y="97671"/>
                  <a:pt x="506398" y="99163"/>
                  <a:pt x="496257" y="99609"/>
                </a:cubicBezTo>
                <a:lnTo>
                  <a:pt x="496257" y="101846"/>
                </a:lnTo>
                <a:moveTo>
                  <a:pt x="512958" y="0"/>
                </a:moveTo>
                <a:cubicBezTo>
                  <a:pt x="508933" y="0"/>
                  <a:pt x="505502" y="3431"/>
                  <a:pt x="505502" y="7606"/>
                </a:cubicBezTo>
                <a:cubicBezTo>
                  <a:pt x="505502" y="11930"/>
                  <a:pt x="508783" y="15211"/>
                  <a:pt x="512958" y="15211"/>
                </a:cubicBezTo>
                <a:cubicBezTo>
                  <a:pt x="517431" y="15211"/>
                  <a:pt x="520712" y="11930"/>
                  <a:pt x="520712" y="7606"/>
                </a:cubicBezTo>
                <a:cubicBezTo>
                  <a:pt x="520712" y="3281"/>
                  <a:pt x="517283" y="0"/>
                  <a:pt x="512958" y="0"/>
                </a:cubicBezTo>
                <a:close/>
                <a:moveTo>
                  <a:pt x="572606" y="33254"/>
                </a:moveTo>
                <a:cubicBezTo>
                  <a:pt x="553070" y="33254"/>
                  <a:pt x="539650" y="47568"/>
                  <a:pt x="539650" y="68146"/>
                </a:cubicBezTo>
                <a:cubicBezTo>
                  <a:pt x="539650" y="88426"/>
                  <a:pt x="553518" y="103339"/>
                  <a:pt x="572305" y="103339"/>
                </a:cubicBezTo>
                <a:cubicBezTo>
                  <a:pt x="591095" y="103339"/>
                  <a:pt x="605409" y="87682"/>
                  <a:pt x="605409" y="66954"/>
                </a:cubicBezTo>
                <a:cubicBezTo>
                  <a:pt x="605409" y="47270"/>
                  <a:pt x="591691" y="33254"/>
                  <a:pt x="572606" y="33254"/>
                </a:cubicBezTo>
                <a:moveTo>
                  <a:pt x="570667" y="37429"/>
                </a:moveTo>
                <a:cubicBezTo>
                  <a:pt x="583193" y="37429"/>
                  <a:pt x="591989" y="51743"/>
                  <a:pt x="591989" y="72173"/>
                </a:cubicBezTo>
                <a:cubicBezTo>
                  <a:pt x="591989" y="89172"/>
                  <a:pt x="585279" y="99163"/>
                  <a:pt x="574096" y="99163"/>
                </a:cubicBezTo>
                <a:cubicBezTo>
                  <a:pt x="568280" y="99163"/>
                  <a:pt x="562763" y="95584"/>
                  <a:pt x="559632" y="89621"/>
                </a:cubicBezTo>
                <a:cubicBezTo>
                  <a:pt x="555457" y="81866"/>
                  <a:pt x="553070" y="71427"/>
                  <a:pt x="553070" y="60840"/>
                </a:cubicBezTo>
                <a:cubicBezTo>
                  <a:pt x="553070" y="46674"/>
                  <a:pt x="559930" y="37429"/>
                  <a:pt x="570667" y="37429"/>
                </a:cubicBezTo>
                <a:close/>
                <a:moveTo>
                  <a:pt x="612567" y="101846"/>
                </a:moveTo>
                <a:lnTo>
                  <a:pt x="644181" y="101846"/>
                </a:lnTo>
                <a:lnTo>
                  <a:pt x="644181" y="99609"/>
                </a:lnTo>
                <a:cubicBezTo>
                  <a:pt x="636724" y="99163"/>
                  <a:pt x="634338" y="97225"/>
                  <a:pt x="634338" y="91857"/>
                </a:cubicBezTo>
                <a:lnTo>
                  <a:pt x="634338" y="49955"/>
                </a:lnTo>
                <a:cubicBezTo>
                  <a:pt x="641496" y="43245"/>
                  <a:pt x="644777" y="41454"/>
                  <a:pt x="649698" y="41454"/>
                </a:cubicBezTo>
                <a:cubicBezTo>
                  <a:pt x="657004" y="41454"/>
                  <a:pt x="660584" y="46078"/>
                  <a:pt x="660584" y="55919"/>
                </a:cubicBezTo>
                <a:lnTo>
                  <a:pt x="660584" y="87084"/>
                </a:lnTo>
                <a:cubicBezTo>
                  <a:pt x="660286" y="96777"/>
                  <a:pt x="658495" y="99163"/>
                  <a:pt x="651189" y="99609"/>
                </a:cubicBezTo>
                <a:lnTo>
                  <a:pt x="651189" y="101846"/>
                </a:lnTo>
                <a:lnTo>
                  <a:pt x="682206" y="101846"/>
                </a:lnTo>
                <a:lnTo>
                  <a:pt x="682206" y="99609"/>
                </a:lnTo>
                <a:cubicBezTo>
                  <a:pt x="674898" y="98865"/>
                  <a:pt x="673257" y="97075"/>
                  <a:pt x="673109" y="89769"/>
                </a:cubicBezTo>
                <a:lnTo>
                  <a:pt x="673109" y="55620"/>
                </a:lnTo>
                <a:cubicBezTo>
                  <a:pt x="673109" y="41604"/>
                  <a:pt x="666547" y="33254"/>
                  <a:pt x="655514" y="33254"/>
                </a:cubicBezTo>
                <a:cubicBezTo>
                  <a:pt x="648654" y="33254"/>
                  <a:pt x="644031" y="35789"/>
                  <a:pt x="633892" y="45331"/>
                </a:cubicBezTo>
                <a:lnTo>
                  <a:pt x="633892" y="33552"/>
                </a:lnTo>
                <a:lnTo>
                  <a:pt x="632847" y="33254"/>
                </a:lnTo>
                <a:cubicBezTo>
                  <a:pt x="625093" y="36087"/>
                  <a:pt x="620024" y="37727"/>
                  <a:pt x="612269" y="39964"/>
                </a:cubicBezTo>
                <a:lnTo>
                  <a:pt x="612269" y="42499"/>
                </a:lnTo>
                <a:cubicBezTo>
                  <a:pt x="613314" y="42053"/>
                  <a:pt x="614656" y="41902"/>
                  <a:pt x="616297" y="41902"/>
                </a:cubicBezTo>
                <a:cubicBezTo>
                  <a:pt x="620472" y="41902"/>
                  <a:pt x="621812" y="44139"/>
                  <a:pt x="621812" y="51445"/>
                </a:cubicBezTo>
                <a:lnTo>
                  <a:pt x="621812" y="88426"/>
                </a:lnTo>
                <a:cubicBezTo>
                  <a:pt x="621664" y="97225"/>
                  <a:pt x="620024" y="99163"/>
                  <a:pt x="612567" y="99609"/>
                </a:cubicBezTo>
                <a:lnTo>
                  <a:pt x="612567" y="101846"/>
                </a:lnTo>
                <a:close/>
                <a:moveTo>
                  <a:pt x="768990" y="55024"/>
                </a:moveTo>
                <a:lnTo>
                  <a:pt x="768394" y="34596"/>
                </a:lnTo>
                <a:lnTo>
                  <a:pt x="766753" y="34596"/>
                </a:lnTo>
                <a:cubicBezTo>
                  <a:pt x="766009" y="35789"/>
                  <a:pt x="765263" y="36237"/>
                  <a:pt x="764369" y="36237"/>
                </a:cubicBezTo>
                <a:cubicBezTo>
                  <a:pt x="763475" y="36237"/>
                  <a:pt x="761982" y="35939"/>
                  <a:pt x="760342" y="35193"/>
                </a:cubicBezTo>
                <a:cubicBezTo>
                  <a:pt x="756913" y="34000"/>
                  <a:pt x="753484" y="33254"/>
                  <a:pt x="749905" y="33254"/>
                </a:cubicBezTo>
                <a:cubicBezTo>
                  <a:pt x="738123" y="33254"/>
                  <a:pt x="729625" y="41008"/>
                  <a:pt x="729625" y="51743"/>
                </a:cubicBezTo>
                <a:cubicBezTo>
                  <a:pt x="729625" y="60094"/>
                  <a:pt x="734396" y="66060"/>
                  <a:pt x="747072" y="73218"/>
                </a:cubicBezTo>
                <a:lnTo>
                  <a:pt x="755720" y="78137"/>
                </a:lnTo>
                <a:cubicBezTo>
                  <a:pt x="760938" y="81120"/>
                  <a:pt x="763475" y="84699"/>
                  <a:pt x="763475" y="89320"/>
                </a:cubicBezTo>
                <a:cubicBezTo>
                  <a:pt x="763475" y="95882"/>
                  <a:pt x="758701" y="100058"/>
                  <a:pt x="751097" y="100058"/>
                </a:cubicBezTo>
                <a:cubicBezTo>
                  <a:pt x="740808" y="100058"/>
                  <a:pt x="735588" y="94392"/>
                  <a:pt x="732159" y="79182"/>
                </a:cubicBezTo>
                <a:lnTo>
                  <a:pt x="729772" y="79182"/>
                </a:lnTo>
                <a:lnTo>
                  <a:pt x="729772" y="102444"/>
                </a:lnTo>
                <a:lnTo>
                  <a:pt x="731711" y="102444"/>
                </a:lnTo>
                <a:cubicBezTo>
                  <a:pt x="732755" y="100952"/>
                  <a:pt x="733352" y="100654"/>
                  <a:pt x="735142" y="100654"/>
                </a:cubicBezTo>
                <a:cubicBezTo>
                  <a:pt x="736783" y="100654"/>
                  <a:pt x="738571" y="100952"/>
                  <a:pt x="742000" y="101846"/>
                </a:cubicBezTo>
                <a:cubicBezTo>
                  <a:pt x="746027" y="102743"/>
                  <a:pt x="749905" y="103339"/>
                  <a:pt x="752885" y="103339"/>
                </a:cubicBezTo>
                <a:cubicBezTo>
                  <a:pt x="764517" y="103339"/>
                  <a:pt x="773912" y="94690"/>
                  <a:pt x="773912" y="84251"/>
                </a:cubicBezTo>
                <a:cubicBezTo>
                  <a:pt x="773912" y="76795"/>
                  <a:pt x="770332" y="71875"/>
                  <a:pt x="761386" y="66506"/>
                </a:cubicBezTo>
                <a:lnTo>
                  <a:pt x="745281" y="56963"/>
                </a:lnTo>
                <a:cubicBezTo>
                  <a:pt x="741106" y="54428"/>
                  <a:pt x="738869" y="50849"/>
                  <a:pt x="738869" y="46824"/>
                </a:cubicBezTo>
                <a:cubicBezTo>
                  <a:pt x="738869" y="40710"/>
                  <a:pt x="743493" y="36683"/>
                  <a:pt x="750351" y="36683"/>
                </a:cubicBezTo>
                <a:cubicBezTo>
                  <a:pt x="758851" y="36683"/>
                  <a:pt x="763324" y="41604"/>
                  <a:pt x="766753" y="55024"/>
                </a:cubicBezTo>
                <a:lnTo>
                  <a:pt x="768990" y="55024"/>
                </a:lnTo>
                <a:close/>
                <a:moveTo>
                  <a:pt x="818049" y="34744"/>
                </a:moveTo>
                <a:lnTo>
                  <a:pt x="802989" y="34744"/>
                </a:lnTo>
                <a:lnTo>
                  <a:pt x="802989" y="17447"/>
                </a:lnTo>
                <a:cubicBezTo>
                  <a:pt x="802989" y="15957"/>
                  <a:pt x="802691" y="15509"/>
                  <a:pt x="801944" y="15509"/>
                </a:cubicBezTo>
                <a:cubicBezTo>
                  <a:pt x="793296" y="28034"/>
                  <a:pt x="788823" y="33104"/>
                  <a:pt x="784500" y="35639"/>
                </a:cubicBezTo>
                <a:cubicBezTo>
                  <a:pt x="782859" y="36683"/>
                  <a:pt x="781963" y="37577"/>
                  <a:pt x="781963" y="38474"/>
                </a:cubicBezTo>
                <a:cubicBezTo>
                  <a:pt x="781963" y="38920"/>
                  <a:pt x="782113" y="39218"/>
                  <a:pt x="782561" y="39516"/>
                </a:cubicBezTo>
                <a:lnTo>
                  <a:pt x="790463" y="39516"/>
                </a:lnTo>
                <a:lnTo>
                  <a:pt x="790463" y="84401"/>
                </a:lnTo>
                <a:cubicBezTo>
                  <a:pt x="790463" y="96927"/>
                  <a:pt x="794936" y="103339"/>
                  <a:pt x="803735" y="103339"/>
                </a:cubicBezTo>
                <a:cubicBezTo>
                  <a:pt x="811041" y="103339"/>
                  <a:pt x="816707" y="99760"/>
                  <a:pt x="821628" y="92005"/>
                </a:cubicBezTo>
                <a:lnTo>
                  <a:pt x="819690" y="90365"/>
                </a:lnTo>
                <a:cubicBezTo>
                  <a:pt x="816409" y="94242"/>
                  <a:pt x="814024" y="95584"/>
                  <a:pt x="810743" y="95584"/>
                </a:cubicBezTo>
                <a:cubicBezTo>
                  <a:pt x="805225" y="95584"/>
                  <a:pt x="802989" y="91559"/>
                  <a:pt x="802989" y="82164"/>
                </a:cubicBezTo>
                <a:lnTo>
                  <a:pt x="802989" y="39516"/>
                </a:lnTo>
                <a:lnTo>
                  <a:pt x="818049" y="39516"/>
                </a:lnTo>
                <a:lnTo>
                  <a:pt x="818049" y="34744"/>
                </a:lnTo>
                <a:close/>
                <a:moveTo>
                  <a:pt x="887388" y="92005"/>
                </a:moveTo>
                <a:cubicBezTo>
                  <a:pt x="884853" y="94094"/>
                  <a:pt x="883065" y="94838"/>
                  <a:pt x="880828" y="94838"/>
                </a:cubicBezTo>
                <a:cubicBezTo>
                  <a:pt x="877399" y="94838"/>
                  <a:pt x="876355" y="92752"/>
                  <a:pt x="876355" y="86190"/>
                </a:cubicBezTo>
                <a:lnTo>
                  <a:pt x="876355" y="57113"/>
                </a:lnTo>
                <a:cubicBezTo>
                  <a:pt x="876355" y="49359"/>
                  <a:pt x="875608" y="45033"/>
                  <a:pt x="873372" y="41454"/>
                </a:cubicBezTo>
                <a:cubicBezTo>
                  <a:pt x="870091" y="36087"/>
                  <a:pt x="863679" y="33254"/>
                  <a:pt x="854882" y="33254"/>
                </a:cubicBezTo>
                <a:cubicBezTo>
                  <a:pt x="840864" y="33254"/>
                  <a:pt x="829831" y="40560"/>
                  <a:pt x="829831" y="49955"/>
                </a:cubicBezTo>
                <a:cubicBezTo>
                  <a:pt x="829831" y="53384"/>
                  <a:pt x="832664" y="56367"/>
                  <a:pt x="836243" y="56367"/>
                </a:cubicBezTo>
                <a:cubicBezTo>
                  <a:pt x="839820" y="56367"/>
                  <a:pt x="842953" y="53384"/>
                  <a:pt x="842953" y="50103"/>
                </a:cubicBezTo>
                <a:cubicBezTo>
                  <a:pt x="842953" y="49507"/>
                  <a:pt x="842803" y="48763"/>
                  <a:pt x="842655" y="47718"/>
                </a:cubicBezTo>
                <a:cubicBezTo>
                  <a:pt x="842357" y="46376"/>
                  <a:pt x="842207" y="45184"/>
                  <a:pt x="842207" y="44139"/>
                </a:cubicBezTo>
                <a:cubicBezTo>
                  <a:pt x="842207" y="40114"/>
                  <a:pt x="846978" y="36833"/>
                  <a:pt x="852944" y="36833"/>
                </a:cubicBezTo>
                <a:cubicBezTo>
                  <a:pt x="860250" y="36833"/>
                  <a:pt x="864275" y="41156"/>
                  <a:pt x="864275" y="49209"/>
                </a:cubicBezTo>
                <a:lnTo>
                  <a:pt x="864275" y="58305"/>
                </a:lnTo>
                <a:cubicBezTo>
                  <a:pt x="841460" y="67402"/>
                  <a:pt x="838778" y="68742"/>
                  <a:pt x="832366" y="74410"/>
                </a:cubicBezTo>
                <a:cubicBezTo>
                  <a:pt x="829085" y="77393"/>
                  <a:pt x="826996" y="82463"/>
                  <a:pt x="826996" y="87382"/>
                </a:cubicBezTo>
                <a:cubicBezTo>
                  <a:pt x="826996" y="96777"/>
                  <a:pt x="833558" y="103339"/>
                  <a:pt x="842655" y="103339"/>
                </a:cubicBezTo>
                <a:cubicBezTo>
                  <a:pt x="849215" y="103339"/>
                  <a:pt x="855328" y="100208"/>
                  <a:pt x="864425" y="92454"/>
                </a:cubicBezTo>
                <a:cubicBezTo>
                  <a:pt x="865171" y="100356"/>
                  <a:pt x="867854" y="103339"/>
                  <a:pt x="873968" y="103339"/>
                </a:cubicBezTo>
                <a:cubicBezTo>
                  <a:pt x="879037" y="103339"/>
                  <a:pt x="882170" y="101548"/>
                  <a:pt x="887388" y="95882"/>
                </a:cubicBezTo>
                <a:lnTo>
                  <a:pt x="887388" y="92005"/>
                </a:lnTo>
                <a:moveTo>
                  <a:pt x="864275" y="83507"/>
                </a:moveTo>
                <a:cubicBezTo>
                  <a:pt x="864275" y="87980"/>
                  <a:pt x="863531" y="89621"/>
                  <a:pt x="860398" y="91409"/>
                </a:cubicBezTo>
                <a:cubicBezTo>
                  <a:pt x="856671" y="93496"/>
                  <a:pt x="852646" y="94690"/>
                  <a:pt x="849513" y="94690"/>
                </a:cubicBezTo>
                <a:cubicBezTo>
                  <a:pt x="844295" y="94690"/>
                  <a:pt x="840120" y="89621"/>
                  <a:pt x="840120" y="83207"/>
                </a:cubicBezTo>
                <a:lnTo>
                  <a:pt x="840120" y="82610"/>
                </a:lnTo>
                <a:cubicBezTo>
                  <a:pt x="840268" y="73664"/>
                  <a:pt x="846830" y="67998"/>
                  <a:pt x="864275" y="61884"/>
                </a:cubicBezTo>
                <a:lnTo>
                  <a:pt x="864275" y="83507"/>
                </a:lnTo>
                <a:close/>
                <a:moveTo>
                  <a:pt x="925711" y="34744"/>
                </a:moveTo>
                <a:lnTo>
                  <a:pt x="910651" y="34744"/>
                </a:lnTo>
                <a:lnTo>
                  <a:pt x="910651" y="17447"/>
                </a:lnTo>
                <a:cubicBezTo>
                  <a:pt x="910651" y="15957"/>
                  <a:pt x="910353" y="15509"/>
                  <a:pt x="909606" y="15509"/>
                </a:cubicBezTo>
                <a:cubicBezTo>
                  <a:pt x="900958" y="28034"/>
                  <a:pt x="896484" y="33104"/>
                  <a:pt x="892161" y="35639"/>
                </a:cubicBezTo>
                <a:cubicBezTo>
                  <a:pt x="890521" y="36683"/>
                  <a:pt x="889624" y="37577"/>
                  <a:pt x="889624" y="38474"/>
                </a:cubicBezTo>
                <a:cubicBezTo>
                  <a:pt x="889624" y="38920"/>
                  <a:pt x="889774" y="39218"/>
                  <a:pt x="890223" y="39516"/>
                </a:cubicBezTo>
                <a:lnTo>
                  <a:pt x="898125" y="39516"/>
                </a:lnTo>
                <a:lnTo>
                  <a:pt x="898125" y="84401"/>
                </a:lnTo>
                <a:cubicBezTo>
                  <a:pt x="898125" y="96927"/>
                  <a:pt x="902598" y="103339"/>
                  <a:pt x="911397" y="103339"/>
                </a:cubicBezTo>
                <a:cubicBezTo>
                  <a:pt x="918703" y="103339"/>
                  <a:pt x="924369" y="99760"/>
                  <a:pt x="929290" y="92005"/>
                </a:cubicBezTo>
                <a:lnTo>
                  <a:pt x="927352" y="90365"/>
                </a:lnTo>
                <a:cubicBezTo>
                  <a:pt x="924070" y="94242"/>
                  <a:pt x="921686" y="95584"/>
                  <a:pt x="918405" y="95584"/>
                </a:cubicBezTo>
                <a:cubicBezTo>
                  <a:pt x="912887" y="95584"/>
                  <a:pt x="910651" y="91559"/>
                  <a:pt x="910651" y="82164"/>
                </a:cubicBezTo>
                <a:lnTo>
                  <a:pt x="910651" y="39516"/>
                </a:lnTo>
                <a:lnTo>
                  <a:pt x="925711" y="39516"/>
                </a:lnTo>
                <a:lnTo>
                  <a:pt x="925711" y="34744"/>
                </a:lnTo>
                <a:close/>
                <a:moveTo>
                  <a:pt x="989980" y="77393"/>
                </a:moveTo>
                <a:cubicBezTo>
                  <a:pt x="982824" y="88724"/>
                  <a:pt x="976410" y="93050"/>
                  <a:pt x="966868" y="93050"/>
                </a:cubicBezTo>
                <a:cubicBezTo>
                  <a:pt x="958369" y="93050"/>
                  <a:pt x="951957" y="88724"/>
                  <a:pt x="947632" y="80226"/>
                </a:cubicBezTo>
                <a:cubicBezTo>
                  <a:pt x="944947" y="74558"/>
                  <a:pt x="943905" y="69787"/>
                  <a:pt x="943607" y="60542"/>
                </a:cubicBezTo>
                <a:lnTo>
                  <a:pt x="989534" y="60542"/>
                </a:lnTo>
                <a:cubicBezTo>
                  <a:pt x="988340" y="50849"/>
                  <a:pt x="986849" y="46526"/>
                  <a:pt x="983123" y="41752"/>
                </a:cubicBezTo>
                <a:cubicBezTo>
                  <a:pt x="978647" y="36385"/>
                  <a:pt x="971789" y="33254"/>
                  <a:pt x="964035" y="33254"/>
                </a:cubicBezTo>
                <a:cubicBezTo>
                  <a:pt x="956578" y="33254"/>
                  <a:pt x="949570" y="35939"/>
                  <a:pt x="943905" y="41008"/>
                </a:cubicBezTo>
                <a:cubicBezTo>
                  <a:pt x="936895" y="47122"/>
                  <a:pt x="932870" y="57709"/>
                  <a:pt x="932870" y="69937"/>
                </a:cubicBezTo>
                <a:cubicBezTo>
                  <a:pt x="932870" y="90515"/>
                  <a:pt x="943607" y="103339"/>
                  <a:pt x="960754" y="103339"/>
                </a:cubicBezTo>
                <a:cubicBezTo>
                  <a:pt x="974920" y="103339"/>
                  <a:pt x="986103" y="94540"/>
                  <a:pt x="992367" y="78435"/>
                </a:cubicBezTo>
                <a:lnTo>
                  <a:pt x="989980" y="77393"/>
                </a:lnTo>
                <a:moveTo>
                  <a:pt x="943905" y="55771"/>
                </a:moveTo>
                <a:cubicBezTo>
                  <a:pt x="945543" y="44139"/>
                  <a:pt x="950615" y="38621"/>
                  <a:pt x="959709" y="38621"/>
                </a:cubicBezTo>
                <a:cubicBezTo>
                  <a:pt x="968806" y="38621"/>
                  <a:pt x="972385" y="42797"/>
                  <a:pt x="974324" y="55771"/>
                </a:cubicBezTo>
                <a:lnTo>
                  <a:pt x="943905" y="55771"/>
                </a:lnTo>
                <a:close/>
                <a:moveTo>
                  <a:pt x="1094809" y="77393"/>
                </a:moveTo>
                <a:cubicBezTo>
                  <a:pt x="1087653" y="88724"/>
                  <a:pt x="1081239" y="93050"/>
                  <a:pt x="1071696" y="93050"/>
                </a:cubicBezTo>
                <a:cubicBezTo>
                  <a:pt x="1063198" y="93050"/>
                  <a:pt x="1056786" y="88724"/>
                  <a:pt x="1052461" y="80226"/>
                </a:cubicBezTo>
                <a:cubicBezTo>
                  <a:pt x="1049776" y="74558"/>
                  <a:pt x="1048734" y="69787"/>
                  <a:pt x="1048436" y="60542"/>
                </a:cubicBezTo>
                <a:lnTo>
                  <a:pt x="1094363" y="60542"/>
                </a:lnTo>
                <a:cubicBezTo>
                  <a:pt x="1093169" y="50849"/>
                  <a:pt x="1091678" y="46526"/>
                  <a:pt x="1087951" y="41752"/>
                </a:cubicBezTo>
                <a:cubicBezTo>
                  <a:pt x="1083476" y="36385"/>
                  <a:pt x="1076618" y="33254"/>
                  <a:pt x="1068864" y="33254"/>
                </a:cubicBezTo>
                <a:cubicBezTo>
                  <a:pt x="1061407" y="33254"/>
                  <a:pt x="1054399" y="35939"/>
                  <a:pt x="1048734" y="41008"/>
                </a:cubicBezTo>
                <a:cubicBezTo>
                  <a:pt x="1041723" y="47122"/>
                  <a:pt x="1037698" y="57709"/>
                  <a:pt x="1037698" y="69937"/>
                </a:cubicBezTo>
                <a:cubicBezTo>
                  <a:pt x="1037698" y="90515"/>
                  <a:pt x="1048436" y="103339"/>
                  <a:pt x="1065583" y="103339"/>
                </a:cubicBezTo>
                <a:cubicBezTo>
                  <a:pt x="1079749" y="103339"/>
                  <a:pt x="1090932" y="94540"/>
                  <a:pt x="1097196" y="78435"/>
                </a:cubicBezTo>
                <a:lnTo>
                  <a:pt x="1094809" y="77393"/>
                </a:lnTo>
                <a:moveTo>
                  <a:pt x="1048734" y="55771"/>
                </a:moveTo>
                <a:cubicBezTo>
                  <a:pt x="1050372" y="44139"/>
                  <a:pt x="1055444" y="38621"/>
                  <a:pt x="1064538" y="38621"/>
                </a:cubicBezTo>
                <a:cubicBezTo>
                  <a:pt x="1073635" y="38621"/>
                  <a:pt x="1077214" y="42797"/>
                  <a:pt x="1079153" y="55771"/>
                </a:cubicBezTo>
                <a:lnTo>
                  <a:pt x="1048734" y="55771"/>
                </a:lnTo>
                <a:close/>
                <a:moveTo>
                  <a:pt x="1147149" y="55024"/>
                </a:moveTo>
                <a:lnTo>
                  <a:pt x="1146553" y="34596"/>
                </a:lnTo>
                <a:lnTo>
                  <a:pt x="1144912" y="34596"/>
                </a:lnTo>
                <a:cubicBezTo>
                  <a:pt x="1144168" y="35789"/>
                  <a:pt x="1143422" y="36237"/>
                  <a:pt x="1142528" y="36237"/>
                </a:cubicBezTo>
                <a:cubicBezTo>
                  <a:pt x="1141633" y="36237"/>
                  <a:pt x="1140141" y="35939"/>
                  <a:pt x="1138500" y="35193"/>
                </a:cubicBezTo>
                <a:cubicBezTo>
                  <a:pt x="1135071" y="34000"/>
                  <a:pt x="1131642" y="33254"/>
                  <a:pt x="1128063" y="33254"/>
                </a:cubicBezTo>
                <a:cubicBezTo>
                  <a:pt x="1116282" y="33254"/>
                  <a:pt x="1107783" y="41008"/>
                  <a:pt x="1107783" y="51743"/>
                </a:cubicBezTo>
                <a:cubicBezTo>
                  <a:pt x="1107783" y="60094"/>
                  <a:pt x="1112555" y="66060"/>
                  <a:pt x="1125230" y="73218"/>
                </a:cubicBezTo>
                <a:lnTo>
                  <a:pt x="1133879" y="78137"/>
                </a:lnTo>
                <a:cubicBezTo>
                  <a:pt x="1139096" y="81120"/>
                  <a:pt x="1141633" y="84699"/>
                  <a:pt x="1141633" y="89320"/>
                </a:cubicBezTo>
                <a:cubicBezTo>
                  <a:pt x="1141633" y="95882"/>
                  <a:pt x="1136860" y="100058"/>
                  <a:pt x="1129256" y="100058"/>
                </a:cubicBezTo>
                <a:cubicBezTo>
                  <a:pt x="1118966" y="100058"/>
                  <a:pt x="1113747" y="94392"/>
                  <a:pt x="1110318" y="79182"/>
                </a:cubicBezTo>
                <a:lnTo>
                  <a:pt x="1107931" y="79182"/>
                </a:lnTo>
                <a:lnTo>
                  <a:pt x="1107931" y="102444"/>
                </a:lnTo>
                <a:lnTo>
                  <a:pt x="1109870" y="102444"/>
                </a:lnTo>
                <a:cubicBezTo>
                  <a:pt x="1110914" y="100952"/>
                  <a:pt x="1111510" y="100654"/>
                  <a:pt x="1113301" y="100654"/>
                </a:cubicBezTo>
                <a:cubicBezTo>
                  <a:pt x="1114941" y="100654"/>
                  <a:pt x="1116730" y="100952"/>
                  <a:pt x="1120159" y="101846"/>
                </a:cubicBezTo>
                <a:cubicBezTo>
                  <a:pt x="1124186" y="102743"/>
                  <a:pt x="1128063" y="103339"/>
                  <a:pt x="1131044" y="103339"/>
                </a:cubicBezTo>
                <a:cubicBezTo>
                  <a:pt x="1142675" y="103339"/>
                  <a:pt x="1152070" y="94690"/>
                  <a:pt x="1152070" y="84251"/>
                </a:cubicBezTo>
                <a:cubicBezTo>
                  <a:pt x="1152070" y="76795"/>
                  <a:pt x="1148491" y="71875"/>
                  <a:pt x="1139545" y="66506"/>
                </a:cubicBezTo>
                <a:lnTo>
                  <a:pt x="1123440" y="56963"/>
                </a:lnTo>
                <a:cubicBezTo>
                  <a:pt x="1119265" y="54428"/>
                  <a:pt x="1117028" y="50849"/>
                  <a:pt x="1117028" y="46824"/>
                </a:cubicBezTo>
                <a:cubicBezTo>
                  <a:pt x="1117028" y="40710"/>
                  <a:pt x="1121651" y="36683"/>
                  <a:pt x="1128509" y="36683"/>
                </a:cubicBezTo>
                <a:cubicBezTo>
                  <a:pt x="1137010" y="36683"/>
                  <a:pt x="1141483" y="41604"/>
                  <a:pt x="1144912" y="55024"/>
                </a:cubicBezTo>
                <a:lnTo>
                  <a:pt x="1147149" y="55024"/>
                </a:lnTo>
                <a:close/>
                <a:moveTo>
                  <a:pt x="1196208" y="34744"/>
                </a:moveTo>
                <a:lnTo>
                  <a:pt x="1181148" y="34744"/>
                </a:lnTo>
                <a:lnTo>
                  <a:pt x="1181148" y="17447"/>
                </a:lnTo>
                <a:cubicBezTo>
                  <a:pt x="1181148" y="15957"/>
                  <a:pt x="1180849" y="15509"/>
                  <a:pt x="1180103" y="15509"/>
                </a:cubicBezTo>
                <a:cubicBezTo>
                  <a:pt x="1171455" y="28034"/>
                  <a:pt x="1166981" y="33104"/>
                  <a:pt x="1162658" y="35639"/>
                </a:cubicBezTo>
                <a:cubicBezTo>
                  <a:pt x="1161018" y="36683"/>
                  <a:pt x="1160121" y="37577"/>
                  <a:pt x="1160121" y="38474"/>
                </a:cubicBezTo>
                <a:cubicBezTo>
                  <a:pt x="1160121" y="38920"/>
                  <a:pt x="1160271" y="39218"/>
                  <a:pt x="1160720" y="39516"/>
                </a:cubicBezTo>
                <a:lnTo>
                  <a:pt x="1168622" y="39516"/>
                </a:lnTo>
                <a:lnTo>
                  <a:pt x="1168622" y="84401"/>
                </a:lnTo>
                <a:cubicBezTo>
                  <a:pt x="1168622" y="96927"/>
                  <a:pt x="1173095" y="103339"/>
                  <a:pt x="1181894" y="103339"/>
                </a:cubicBezTo>
                <a:cubicBezTo>
                  <a:pt x="1189200" y="103339"/>
                  <a:pt x="1194866" y="99760"/>
                  <a:pt x="1199787" y="92005"/>
                </a:cubicBezTo>
                <a:lnTo>
                  <a:pt x="1197848" y="90365"/>
                </a:lnTo>
                <a:cubicBezTo>
                  <a:pt x="1194567" y="94242"/>
                  <a:pt x="1192183" y="95584"/>
                  <a:pt x="1188902" y="95584"/>
                </a:cubicBezTo>
                <a:cubicBezTo>
                  <a:pt x="1183384" y="95584"/>
                  <a:pt x="1181148" y="91559"/>
                  <a:pt x="1181148" y="82164"/>
                </a:cubicBezTo>
                <a:lnTo>
                  <a:pt x="1181148" y="39516"/>
                </a:lnTo>
                <a:lnTo>
                  <a:pt x="1196208" y="39516"/>
                </a:lnTo>
                <a:lnTo>
                  <a:pt x="1196208" y="34744"/>
                </a:lnTo>
                <a:close/>
                <a:moveTo>
                  <a:pt x="1265546" y="92005"/>
                </a:moveTo>
                <a:cubicBezTo>
                  <a:pt x="1263012" y="94094"/>
                  <a:pt x="1261223" y="94838"/>
                  <a:pt x="1258987" y="94838"/>
                </a:cubicBezTo>
                <a:cubicBezTo>
                  <a:pt x="1255558" y="94838"/>
                  <a:pt x="1254513" y="92752"/>
                  <a:pt x="1254513" y="86190"/>
                </a:cubicBezTo>
                <a:lnTo>
                  <a:pt x="1254513" y="57113"/>
                </a:lnTo>
                <a:cubicBezTo>
                  <a:pt x="1254513" y="49359"/>
                  <a:pt x="1253767" y="45033"/>
                  <a:pt x="1251530" y="41454"/>
                </a:cubicBezTo>
                <a:cubicBezTo>
                  <a:pt x="1248249" y="36087"/>
                  <a:pt x="1241838" y="33254"/>
                  <a:pt x="1233041" y="33254"/>
                </a:cubicBezTo>
                <a:cubicBezTo>
                  <a:pt x="1219023" y="33254"/>
                  <a:pt x="1207990" y="40560"/>
                  <a:pt x="1207990" y="49955"/>
                </a:cubicBezTo>
                <a:cubicBezTo>
                  <a:pt x="1207990" y="53384"/>
                  <a:pt x="1210822" y="56367"/>
                  <a:pt x="1214402" y="56367"/>
                </a:cubicBezTo>
                <a:cubicBezTo>
                  <a:pt x="1217978" y="56367"/>
                  <a:pt x="1221112" y="53384"/>
                  <a:pt x="1221112" y="50103"/>
                </a:cubicBezTo>
                <a:cubicBezTo>
                  <a:pt x="1221112" y="49507"/>
                  <a:pt x="1220961" y="48763"/>
                  <a:pt x="1220813" y="47718"/>
                </a:cubicBezTo>
                <a:cubicBezTo>
                  <a:pt x="1220515" y="46376"/>
                  <a:pt x="1220365" y="45184"/>
                  <a:pt x="1220365" y="44139"/>
                </a:cubicBezTo>
                <a:cubicBezTo>
                  <a:pt x="1220365" y="40114"/>
                  <a:pt x="1225137" y="36833"/>
                  <a:pt x="1231102" y="36833"/>
                </a:cubicBezTo>
                <a:cubicBezTo>
                  <a:pt x="1238409" y="36833"/>
                  <a:pt x="1242434" y="41156"/>
                  <a:pt x="1242434" y="49209"/>
                </a:cubicBezTo>
                <a:lnTo>
                  <a:pt x="1242434" y="58305"/>
                </a:lnTo>
                <a:cubicBezTo>
                  <a:pt x="1219619" y="67402"/>
                  <a:pt x="1216936" y="68742"/>
                  <a:pt x="1210524" y="74410"/>
                </a:cubicBezTo>
                <a:cubicBezTo>
                  <a:pt x="1207243" y="77393"/>
                  <a:pt x="1205155" y="82463"/>
                  <a:pt x="1205155" y="87382"/>
                </a:cubicBezTo>
                <a:cubicBezTo>
                  <a:pt x="1205155" y="96777"/>
                  <a:pt x="1211717" y="103339"/>
                  <a:pt x="1220813" y="103339"/>
                </a:cubicBezTo>
                <a:cubicBezTo>
                  <a:pt x="1227373" y="103339"/>
                  <a:pt x="1233487" y="100208"/>
                  <a:pt x="1242584" y="92454"/>
                </a:cubicBezTo>
                <a:cubicBezTo>
                  <a:pt x="1243330" y="100356"/>
                  <a:pt x="1246013" y="103339"/>
                  <a:pt x="1252127" y="103339"/>
                </a:cubicBezTo>
                <a:cubicBezTo>
                  <a:pt x="1257196" y="103339"/>
                  <a:pt x="1260329" y="101548"/>
                  <a:pt x="1265546" y="95882"/>
                </a:cubicBezTo>
                <a:lnTo>
                  <a:pt x="1265546" y="92005"/>
                </a:lnTo>
                <a:moveTo>
                  <a:pt x="1242434" y="83507"/>
                </a:moveTo>
                <a:cubicBezTo>
                  <a:pt x="1242434" y="87980"/>
                  <a:pt x="1241690" y="89621"/>
                  <a:pt x="1238556" y="91409"/>
                </a:cubicBezTo>
                <a:cubicBezTo>
                  <a:pt x="1234829" y="93496"/>
                  <a:pt x="1230804" y="94690"/>
                  <a:pt x="1227671" y="94690"/>
                </a:cubicBezTo>
                <a:cubicBezTo>
                  <a:pt x="1222454" y="94690"/>
                  <a:pt x="1218279" y="89621"/>
                  <a:pt x="1218279" y="83207"/>
                </a:cubicBezTo>
                <a:lnTo>
                  <a:pt x="1218279" y="82610"/>
                </a:lnTo>
                <a:cubicBezTo>
                  <a:pt x="1218427" y="73664"/>
                  <a:pt x="1224989" y="67998"/>
                  <a:pt x="1242434" y="61884"/>
                </a:cubicBezTo>
                <a:lnTo>
                  <a:pt x="1242434" y="83507"/>
                </a:lnTo>
                <a:close/>
                <a:moveTo>
                  <a:pt x="1288662" y="298"/>
                </a:moveTo>
                <a:lnTo>
                  <a:pt x="1287915" y="0"/>
                </a:lnTo>
                <a:cubicBezTo>
                  <a:pt x="1281802" y="2089"/>
                  <a:pt x="1277774" y="3431"/>
                  <a:pt x="1270618" y="5370"/>
                </a:cubicBezTo>
                <a:lnTo>
                  <a:pt x="1266293" y="6562"/>
                </a:lnTo>
                <a:lnTo>
                  <a:pt x="1266293" y="8947"/>
                </a:lnTo>
                <a:cubicBezTo>
                  <a:pt x="1267187" y="8799"/>
                  <a:pt x="1267635" y="8799"/>
                  <a:pt x="1268828" y="8799"/>
                </a:cubicBezTo>
                <a:cubicBezTo>
                  <a:pt x="1274794" y="8799"/>
                  <a:pt x="1276134" y="10141"/>
                  <a:pt x="1276134" y="16403"/>
                </a:cubicBezTo>
                <a:lnTo>
                  <a:pt x="1276134" y="93796"/>
                </a:lnTo>
                <a:cubicBezTo>
                  <a:pt x="1276134" y="98417"/>
                  <a:pt x="1288662" y="103339"/>
                  <a:pt x="1300739" y="103339"/>
                </a:cubicBezTo>
                <a:cubicBezTo>
                  <a:pt x="1320423" y="103339"/>
                  <a:pt x="1335631" y="86936"/>
                  <a:pt x="1335631" y="65611"/>
                </a:cubicBezTo>
                <a:cubicBezTo>
                  <a:pt x="1335631" y="47122"/>
                  <a:pt x="1324300" y="33254"/>
                  <a:pt x="1309388" y="33254"/>
                </a:cubicBezTo>
                <a:cubicBezTo>
                  <a:pt x="1300291" y="33254"/>
                  <a:pt x="1291642" y="38474"/>
                  <a:pt x="1288662" y="45928"/>
                </a:cubicBezTo>
                <a:lnTo>
                  <a:pt x="1288662" y="298"/>
                </a:lnTo>
                <a:moveTo>
                  <a:pt x="1288662" y="53832"/>
                </a:moveTo>
                <a:cubicBezTo>
                  <a:pt x="1288662" y="48016"/>
                  <a:pt x="1295670" y="42649"/>
                  <a:pt x="1303424" y="42649"/>
                </a:cubicBezTo>
                <a:cubicBezTo>
                  <a:pt x="1307599" y="42649"/>
                  <a:pt x="1311326" y="44139"/>
                  <a:pt x="1314457" y="46972"/>
                </a:cubicBezTo>
                <a:cubicBezTo>
                  <a:pt x="1319228" y="51595"/>
                  <a:pt x="1322509" y="61734"/>
                  <a:pt x="1322509" y="72472"/>
                </a:cubicBezTo>
                <a:cubicBezTo>
                  <a:pt x="1322509" y="89022"/>
                  <a:pt x="1315351" y="98567"/>
                  <a:pt x="1303126" y="98567"/>
                </a:cubicBezTo>
                <a:cubicBezTo>
                  <a:pt x="1295372" y="98567"/>
                  <a:pt x="1288662" y="95286"/>
                  <a:pt x="1288662" y="91409"/>
                </a:cubicBezTo>
                <a:lnTo>
                  <a:pt x="1288662" y="53832"/>
                </a:lnTo>
                <a:close/>
                <a:moveTo>
                  <a:pt x="1343536" y="101846"/>
                </a:moveTo>
                <a:lnTo>
                  <a:pt x="1378726" y="101846"/>
                </a:lnTo>
                <a:lnTo>
                  <a:pt x="1378726" y="99609"/>
                </a:lnTo>
                <a:cubicBezTo>
                  <a:pt x="1369334" y="99163"/>
                  <a:pt x="1367693" y="97671"/>
                  <a:pt x="1367543" y="89320"/>
                </a:cubicBezTo>
                <a:lnTo>
                  <a:pt x="1367543" y="298"/>
                </a:lnTo>
                <a:lnTo>
                  <a:pt x="1366947" y="0"/>
                </a:lnTo>
                <a:cubicBezTo>
                  <a:pt x="1359343" y="2387"/>
                  <a:pt x="1353825" y="4027"/>
                  <a:pt x="1343238" y="6562"/>
                </a:cubicBezTo>
                <a:lnTo>
                  <a:pt x="1343238" y="8947"/>
                </a:lnTo>
                <a:lnTo>
                  <a:pt x="1344132" y="8947"/>
                </a:lnTo>
                <a:cubicBezTo>
                  <a:pt x="1345773" y="8799"/>
                  <a:pt x="1347561" y="8649"/>
                  <a:pt x="1348756" y="8649"/>
                </a:cubicBezTo>
                <a:cubicBezTo>
                  <a:pt x="1353527" y="8649"/>
                  <a:pt x="1355017" y="10737"/>
                  <a:pt x="1355017" y="17745"/>
                </a:cubicBezTo>
                <a:lnTo>
                  <a:pt x="1355017" y="88874"/>
                </a:lnTo>
                <a:cubicBezTo>
                  <a:pt x="1354869" y="96927"/>
                  <a:pt x="1352781" y="99013"/>
                  <a:pt x="1343536" y="99609"/>
                </a:cubicBezTo>
                <a:lnTo>
                  <a:pt x="1343536" y="101846"/>
                </a:lnTo>
                <a:close/>
                <a:moveTo>
                  <a:pt x="1384244" y="101846"/>
                </a:moveTo>
                <a:lnTo>
                  <a:pt x="1419584" y="101846"/>
                </a:lnTo>
                <a:lnTo>
                  <a:pt x="1419584" y="99609"/>
                </a:lnTo>
                <a:cubicBezTo>
                  <a:pt x="1409743" y="98865"/>
                  <a:pt x="1408699" y="97523"/>
                  <a:pt x="1408549" y="86638"/>
                </a:cubicBezTo>
                <a:lnTo>
                  <a:pt x="1408549" y="33700"/>
                </a:lnTo>
                <a:lnTo>
                  <a:pt x="1407953" y="33254"/>
                </a:lnTo>
                <a:lnTo>
                  <a:pt x="1384840" y="41454"/>
                </a:lnTo>
                <a:lnTo>
                  <a:pt x="1384840" y="43691"/>
                </a:lnTo>
                <a:lnTo>
                  <a:pt x="1386034" y="43543"/>
                </a:lnTo>
                <a:cubicBezTo>
                  <a:pt x="1387823" y="43245"/>
                  <a:pt x="1389611" y="43095"/>
                  <a:pt x="1391104" y="43095"/>
                </a:cubicBezTo>
                <a:cubicBezTo>
                  <a:pt x="1394683" y="43095"/>
                  <a:pt x="1396023" y="45482"/>
                  <a:pt x="1396023" y="52041"/>
                </a:cubicBezTo>
                <a:lnTo>
                  <a:pt x="1396023" y="86638"/>
                </a:lnTo>
                <a:cubicBezTo>
                  <a:pt x="1395725" y="97671"/>
                  <a:pt x="1394385" y="99163"/>
                  <a:pt x="1384244" y="99609"/>
                </a:cubicBezTo>
                <a:lnTo>
                  <a:pt x="1384244" y="101846"/>
                </a:lnTo>
                <a:moveTo>
                  <a:pt x="1400945" y="0"/>
                </a:moveTo>
                <a:cubicBezTo>
                  <a:pt x="1396920" y="0"/>
                  <a:pt x="1393488" y="3431"/>
                  <a:pt x="1393488" y="7606"/>
                </a:cubicBezTo>
                <a:cubicBezTo>
                  <a:pt x="1393488" y="11930"/>
                  <a:pt x="1396769" y="15211"/>
                  <a:pt x="1400945" y="15211"/>
                </a:cubicBezTo>
                <a:cubicBezTo>
                  <a:pt x="1405418" y="15211"/>
                  <a:pt x="1408699" y="11930"/>
                  <a:pt x="1408699" y="7606"/>
                </a:cubicBezTo>
                <a:cubicBezTo>
                  <a:pt x="1408699" y="3281"/>
                  <a:pt x="1405270" y="0"/>
                  <a:pt x="1400945" y="0"/>
                </a:cubicBezTo>
                <a:close/>
                <a:moveTo>
                  <a:pt x="1470283" y="55024"/>
                </a:moveTo>
                <a:lnTo>
                  <a:pt x="1469687" y="34596"/>
                </a:lnTo>
                <a:lnTo>
                  <a:pt x="1468046" y="34596"/>
                </a:lnTo>
                <a:cubicBezTo>
                  <a:pt x="1467302" y="35789"/>
                  <a:pt x="1466556" y="36237"/>
                  <a:pt x="1465662" y="36237"/>
                </a:cubicBezTo>
                <a:cubicBezTo>
                  <a:pt x="1464768" y="36237"/>
                  <a:pt x="1463275" y="35939"/>
                  <a:pt x="1461635" y="35193"/>
                </a:cubicBezTo>
                <a:cubicBezTo>
                  <a:pt x="1458206" y="34000"/>
                  <a:pt x="1454777" y="33254"/>
                  <a:pt x="1451198" y="33254"/>
                </a:cubicBezTo>
                <a:cubicBezTo>
                  <a:pt x="1439416" y="33254"/>
                  <a:pt x="1430918" y="41008"/>
                  <a:pt x="1430918" y="51743"/>
                </a:cubicBezTo>
                <a:cubicBezTo>
                  <a:pt x="1430918" y="60094"/>
                  <a:pt x="1435689" y="66060"/>
                  <a:pt x="1448365" y="73218"/>
                </a:cubicBezTo>
                <a:lnTo>
                  <a:pt x="1457013" y="78137"/>
                </a:lnTo>
                <a:cubicBezTo>
                  <a:pt x="1462231" y="81120"/>
                  <a:pt x="1464768" y="84699"/>
                  <a:pt x="1464768" y="89320"/>
                </a:cubicBezTo>
                <a:cubicBezTo>
                  <a:pt x="1464768" y="95882"/>
                  <a:pt x="1459994" y="100058"/>
                  <a:pt x="1452390" y="100058"/>
                </a:cubicBezTo>
                <a:cubicBezTo>
                  <a:pt x="1442101" y="100058"/>
                  <a:pt x="1436881" y="94392"/>
                  <a:pt x="1433452" y="79182"/>
                </a:cubicBezTo>
                <a:lnTo>
                  <a:pt x="1431066" y="79182"/>
                </a:lnTo>
                <a:lnTo>
                  <a:pt x="1431066" y="102444"/>
                </a:lnTo>
                <a:lnTo>
                  <a:pt x="1433004" y="102444"/>
                </a:lnTo>
                <a:cubicBezTo>
                  <a:pt x="1434048" y="100952"/>
                  <a:pt x="1434645" y="100654"/>
                  <a:pt x="1436435" y="100654"/>
                </a:cubicBezTo>
                <a:cubicBezTo>
                  <a:pt x="1438076" y="100654"/>
                  <a:pt x="1439864" y="100952"/>
                  <a:pt x="1443293" y="101846"/>
                </a:cubicBezTo>
                <a:cubicBezTo>
                  <a:pt x="1447320" y="102743"/>
                  <a:pt x="1451198" y="103339"/>
                  <a:pt x="1454178" y="103339"/>
                </a:cubicBezTo>
                <a:cubicBezTo>
                  <a:pt x="1465810" y="103339"/>
                  <a:pt x="1475205" y="94690"/>
                  <a:pt x="1475205" y="84251"/>
                </a:cubicBezTo>
                <a:cubicBezTo>
                  <a:pt x="1475205" y="76795"/>
                  <a:pt x="1471626" y="71875"/>
                  <a:pt x="1462679" y="66506"/>
                </a:cubicBezTo>
                <a:lnTo>
                  <a:pt x="1446574" y="56963"/>
                </a:lnTo>
                <a:cubicBezTo>
                  <a:pt x="1442399" y="54428"/>
                  <a:pt x="1440162" y="50849"/>
                  <a:pt x="1440162" y="46824"/>
                </a:cubicBezTo>
                <a:cubicBezTo>
                  <a:pt x="1440162" y="40710"/>
                  <a:pt x="1444786" y="36683"/>
                  <a:pt x="1451644" y="36683"/>
                </a:cubicBezTo>
                <a:cubicBezTo>
                  <a:pt x="1460144" y="36683"/>
                  <a:pt x="1464618" y="41604"/>
                  <a:pt x="1468046" y="55024"/>
                </a:cubicBezTo>
                <a:lnTo>
                  <a:pt x="1470283" y="55024"/>
                </a:lnTo>
                <a:close/>
                <a:moveTo>
                  <a:pt x="1554238" y="99609"/>
                </a:moveTo>
                <a:cubicBezTo>
                  <a:pt x="1546185" y="98269"/>
                  <a:pt x="1545439" y="97225"/>
                  <a:pt x="1545289" y="86638"/>
                </a:cubicBezTo>
                <a:lnTo>
                  <a:pt x="1545289" y="56963"/>
                </a:lnTo>
                <a:cubicBezTo>
                  <a:pt x="1545289" y="41306"/>
                  <a:pt x="1539175" y="33254"/>
                  <a:pt x="1526947" y="33254"/>
                </a:cubicBezTo>
                <a:cubicBezTo>
                  <a:pt x="1518151" y="33254"/>
                  <a:pt x="1511887" y="36833"/>
                  <a:pt x="1505029" y="45780"/>
                </a:cubicBezTo>
                <a:lnTo>
                  <a:pt x="1505029" y="448"/>
                </a:lnTo>
                <a:lnTo>
                  <a:pt x="1504283" y="0"/>
                </a:lnTo>
                <a:cubicBezTo>
                  <a:pt x="1499063" y="1791"/>
                  <a:pt x="1495336" y="2983"/>
                  <a:pt x="1487134" y="5370"/>
                </a:cubicBezTo>
                <a:lnTo>
                  <a:pt x="1483109" y="6562"/>
                </a:lnTo>
                <a:lnTo>
                  <a:pt x="1483109" y="8947"/>
                </a:lnTo>
                <a:cubicBezTo>
                  <a:pt x="1483705" y="8799"/>
                  <a:pt x="1484003" y="8799"/>
                  <a:pt x="1484897" y="8799"/>
                </a:cubicBezTo>
                <a:cubicBezTo>
                  <a:pt x="1491309" y="8799"/>
                  <a:pt x="1492503" y="9991"/>
                  <a:pt x="1492503" y="16403"/>
                </a:cubicBezTo>
                <a:lnTo>
                  <a:pt x="1492503" y="86638"/>
                </a:lnTo>
                <a:cubicBezTo>
                  <a:pt x="1492205" y="97373"/>
                  <a:pt x="1491459" y="98567"/>
                  <a:pt x="1482958" y="99609"/>
                </a:cubicBezTo>
                <a:lnTo>
                  <a:pt x="1482958" y="101846"/>
                </a:lnTo>
                <a:lnTo>
                  <a:pt x="1515168" y="101846"/>
                </a:lnTo>
                <a:lnTo>
                  <a:pt x="1515168" y="99609"/>
                </a:lnTo>
                <a:cubicBezTo>
                  <a:pt x="1506519" y="98865"/>
                  <a:pt x="1505327" y="97225"/>
                  <a:pt x="1505029" y="86638"/>
                </a:cubicBezTo>
                <a:lnTo>
                  <a:pt x="1505029" y="50701"/>
                </a:lnTo>
                <a:cubicBezTo>
                  <a:pt x="1511291" y="43841"/>
                  <a:pt x="1515764" y="41306"/>
                  <a:pt x="1521730" y="41306"/>
                </a:cubicBezTo>
                <a:cubicBezTo>
                  <a:pt x="1529036" y="41306"/>
                  <a:pt x="1532763" y="46674"/>
                  <a:pt x="1532763" y="57113"/>
                </a:cubicBezTo>
                <a:lnTo>
                  <a:pt x="1532763" y="86638"/>
                </a:lnTo>
                <a:cubicBezTo>
                  <a:pt x="1532465" y="97225"/>
                  <a:pt x="1531123" y="98865"/>
                  <a:pt x="1522624" y="99609"/>
                </a:cubicBezTo>
                <a:lnTo>
                  <a:pt x="1522624" y="101846"/>
                </a:lnTo>
                <a:lnTo>
                  <a:pt x="1554238" y="101846"/>
                </a:lnTo>
                <a:lnTo>
                  <a:pt x="1554238" y="99609"/>
                </a:lnTo>
                <a:close/>
                <a:moveTo>
                  <a:pt x="1558859" y="101846"/>
                </a:moveTo>
                <a:lnTo>
                  <a:pt x="1591963" y="101846"/>
                </a:lnTo>
                <a:lnTo>
                  <a:pt x="1591963" y="99609"/>
                </a:lnTo>
                <a:cubicBezTo>
                  <a:pt x="1584359" y="99462"/>
                  <a:pt x="1581972" y="97821"/>
                  <a:pt x="1581824" y="91857"/>
                </a:cubicBezTo>
                <a:lnTo>
                  <a:pt x="1581824" y="49805"/>
                </a:lnTo>
                <a:cubicBezTo>
                  <a:pt x="1581824" y="49507"/>
                  <a:pt x="1583016" y="48016"/>
                  <a:pt x="1584061" y="46972"/>
                </a:cubicBezTo>
                <a:cubicBezTo>
                  <a:pt x="1587787" y="43543"/>
                  <a:pt x="1594199" y="41008"/>
                  <a:pt x="1599419" y="41008"/>
                </a:cubicBezTo>
                <a:cubicBezTo>
                  <a:pt x="1605979" y="41008"/>
                  <a:pt x="1609260" y="46228"/>
                  <a:pt x="1609260" y="56665"/>
                </a:cubicBezTo>
                <a:lnTo>
                  <a:pt x="1609260" y="89022"/>
                </a:lnTo>
                <a:cubicBezTo>
                  <a:pt x="1608962" y="97523"/>
                  <a:pt x="1607471" y="99163"/>
                  <a:pt x="1599121" y="99609"/>
                </a:cubicBezTo>
                <a:lnTo>
                  <a:pt x="1599121" y="101846"/>
                </a:lnTo>
                <a:lnTo>
                  <a:pt x="1632523" y="101846"/>
                </a:lnTo>
                <a:lnTo>
                  <a:pt x="1632523" y="99609"/>
                </a:lnTo>
                <a:cubicBezTo>
                  <a:pt x="1624172" y="99609"/>
                  <a:pt x="1622084" y="97225"/>
                  <a:pt x="1621785" y="87682"/>
                </a:cubicBezTo>
                <a:lnTo>
                  <a:pt x="1621785" y="50103"/>
                </a:lnTo>
                <a:cubicBezTo>
                  <a:pt x="1626259" y="43691"/>
                  <a:pt x="1631032" y="41008"/>
                  <a:pt x="1638040" y="41008"/>
                </a:cubicBezTo>
                <a:cubicBezTo>
                  <a:pt x="1646539" y="41008"/>
                  <a:pt x="1649224" y="45033"/>
                  <a:pt x="1649224" y="57411"/>
                </a:cubicBezTo>
                <a:lnTo>
                  <a:pt x="1649224" y="88874"/>
                </a:lnTo>
                <a:cubicBezTo>
                  <a:pt x="1648926" y="97671"/>
                  <a:pt x="1648031" y="98715"/>
                  <a:pt x="1639383" y="99609"/>
                </a:cubicBezTo>
                <a:lnTo>
                  <a:pt x="1639383" y="101846"/>
                </a:lnTo>
                <a:lnTo>
                  <a:pt x="1672038" y="101846"/>
                </a:lnTo>
                <a:lnTo>
                  <a:pt x="1672038" y="99609"/>
                </a:lnTo>
                <a:lnTo>
                  <a:pt x="1668161" y="99311"/>
                </a:lnTo>
                <a:cubicBezTo>
                  <a:pt x="1663390" y="98567"/>
                  <a:pt x="1661749" y="96331"/>
                  <a:pt x="1661749" y="90515"/>
                </a:cubicBezTo>
                <a:lnTo>
                  <a:pt x="1661749" y="59796"/>
                </a:lnTo>
                <a:cubicBezTo>
                  <a:pt x="1661749" y="42201"/>
                  <a:pt x="1655934" y="33254"/>
                  <a:pt x="1644452" y="33254"/>
                </a:cubicBezTo>
                <a:cubicBezTo>
                  <a:pt x="1635804" y="33254"/>
                  <a:pt x="1628197" y="37131"/>
                  <a:pt x="1620145" y="45780"/>
                </a:cubicBezTo>
                <a:cubicBezTo>
                  <a:pt x="1617462" y="37279"/>
                  <a:pt x="1612393" y="33254"/>
                  <a:pt x="1604341" y="33254"/>
                </a:cubicBezTo>
                <a:cubicBezTo>
                  <a:pt x="1597628" y="33254"/>
                  <a:pt x="1593603" y="35193"/>
                  <a:pt x="1581225" y="44735"/>
                </a:cubicBezTo>
                <a:lnTo>
                  <a:pt x="1581225" y="33552"/>
                </a:lnTo>
                <a:lnTo>
                  <a:pt x="1580183" y="33254"/>
                </a:lnTo>
                <a:cubicBezTo>
                  <a:pt x="1572279" y="36087"/>
                  <a:pt x="1567209" y="37727"/>
                  <a:pt x="1559307" y="39964"/>
                </a:cubicBezTo>
                <a:lnTo>
                  <a:pt x="1559307" y="42499"/>
                </a:lnTo>
                <a:cubicBezTo>
                  <a:pt x="1561096" y="42053"/>
                  <a:pt x="1562438" y="41902"/>
                  <a:pt x="1564079" y="41902"/>
                </a:cubicBezTo>
                <a:cubicBezTo>
                  <a:pt x="1567956" y="41902"/>
                  <a:pt x="1569298" y="44289"/>
                  <a:pt x="1569298" y="51445"/>
                </a:cubicBezTo>
                <a:lnTo>
                  <a:pt x="1569298" y="89172"/>
                </a:lnTo>
                <a:cubicBezTo>
                  <a:pt x="1569000" y="97523"/>
                  <a:pt x="1567062" y="99609"/>
                  <a:pt x="1558859" y="99609"/>
                </a:cubicBezTo>
                <a:lnTo>
                  <a:pt x="1558859" y="101846"/>
                </a:lnTo>
                <a:close/>
                <a:moveTo>
                  <a:pt x="1730342" y="77393"/>
                </a:moveTo>
                <a:cubicBezTo>
                  <a:pt x="1723186" y="88724"/>
                  <a:pt x="1716772" y="93050"/>
                  <a:pt x="1707229" y="93050"/>
                </a:cubicBezTo>
                <a:cubicBezTo>
                  <a:pt x="1698731" y="93050"/>
                  <a:pt x="1692319" y="88724"/>
                  <a:pt x="1687994" y="80226"/>
                </a:cubicBezTo>
                <a:cubicBezTo>
                  <a:pt x="1685309" y="74558"/>
                  <a:pt x="1684267" y="69787"/>
                  <a:pt x="1683969" y="60542"/>
                </a:cubicBezTo>
                <a:lnTo>
                  <a:pt x="1729896" y="60542"/>
                </a:lnTo>
                <a:cubicBezTo>
                  <a:pt x="1728702" y="50849"/>
                  <a:pt x="1727211" y="46526"/>
                  <a:pt x="1723484" y="41752"/>
                </a:cubicBezTo>
                <a:cubicBezTo>
                  <a:pt x="1719009" y="36385"/>
                  <a:pt x="1712151" y="33254"/>
                  <a:pt x="1704396" y="33254"/>
                </a:cubicBezTo>
                <a:cubicBezTo>
                  <a:pt x="1696940" y="33254"/>
                  <a:pt x="1689932" y="35939"/>
                  <a:pt x="1684267" y="41008"/>
                </a:cubicBezTo>
                <a:cubicBezTo>
                  <a:pt x="1677256" y="47122"/>
                  <a:pt x="1673231" y="57709"/>
                  <a:pt x="1673231" y="69937"/>
                </a:cubicBezTo>
                <a:cubicBezTo>
                  <a:pt x="1673231" y="90515"/>
                  <a:pt x="1683969" y="103339"/>
                  <a:pt x="1701115" y="103339"/>
                </a:cubicBezTo>
                <a:cubicBezTo>
                  <a:pt x="1715282" y="103339"/>
                  <a:pt x="1726465" y="94540"/>
                  <a:pt x="1732729" y="78435"/>
                </a:cubicBezTo>
                <a:lnTo>
                  <a:pt x="1730342" y="77393"/>
                </a:lnTo>
                <a:moveTo>
                  <a:pt x="1684267" y="55771"/>
                </a:moveTo>
                <a:cubicBezTo>
                  <a:pt x="1685905" y="44139"/>
                  <a:pt x="1690977" y="38621"/>
                  <a:pt x="1700071" y="38621"/>
                </a:cubicBezTo>
                <a:cubicBezTo>
                  <a:pt x="1709168" y="38621"/>
                  <a:pt x="1712747" y="42797"/>
                  <a:pt x="1714685" y="55771"/>
                </a:cubicBezTo>
                <a:lnTo>
                  <a:pt x="1684267" y="55771"/>
                </a:lnTo>
                <a:close/>
                <a:moveTo>
                  <a:pt x="1738395" y="101846"/>
                </a:moveTo>
                <a:lnTo>
                  <a:pt x="1770008" y="101846"/>
                </a:lnTo>
                <a:lnTo>
                  <a:pt x="1770008" y="99609"/>
                </a:lnTo>
                <a:cubicBezTo>
                  <a:pt x="1762552" y="99163"/>
                  <a:pt x="1760165" y="97225"/>
                  <a:pt x="1760165" y="91857"/>
                </a:cubicBezTo>
                <a:lnTo>
                  <a:pt x="1760165" y="49955"/>
                </a:lnTo>
                <a:cubicBezTo>
                  <a:pt x="1767323" y="43245"/>
                  <a:pt x="1770604" y="41454"/>
                  <a:pt x="1775526" y="41454"/>
                </a:cubicBezTo>
                <a:cubicBezTo>
                  <a:pt x="1782832" y="41454"/>
                  <a:pt x="1786411" y="46078"/>
                  <a:pt x="1786411" y="55919"/>
                </a:cubicBezTo>
                <a:lnTo>
                  <a:pt x="1786411" y="87084"/>
                </a:lnTo>
                <a:cubicBezTo>
                  <a:pt x="1786113" y="96777"/>
                  <a:pt x="1784322" y="99163"/>
                  <a:pt x="1777016" y="99609"/>
                </a:cubicBezTo>
                <a:lnTo>
                  <a:pt x="1777016" y="101846"/>
                </a:lnTo>
                <a:lnTo>
                  <a:pt x="1808033" y="101846"/>
                </a:lnTo>
                <a:lnTo>
                  <a:pt x="1808033" y="99609"/>
                </a:lnTo>
                <a:cubicBezTo>
                  <a:pt x="1800725" y="98865"/>
                  <a:pt x="1799084" y="97075"/>
                  <a:pt x="1798937" y="89769"/>
                </a:cubicBezTo>
                <a:lnTo>
                  <a:pt x="1798937" y="55620"/>
                </a:lnTo>
                <a:cubicBezTo>
                  <a:pt x="1798937" y="41604"/>
                  <a:pt x="1792375" y="33254"/>
                  <a:pt x="1781341" y="33254"/>
                </a:cubicBezTo>
                <a:cubicBezTo>
                  <a:pt x="1774481" y="33254"/>
                  <a:pt x="1769858" y="35789"/>
                  <a:pt x="1759719" y="45331"/>
                </a:cubicBezTo>
                <a:lnTo>
                  <a:pt x="1759719" y="33552"/>
                </a:lnTo>
                <a:lnTo>
                  <a:pt x="1758675" y="33254"/>
                </a:lnTo>
                <a:cubicBezTo>
                  <a:pt x="1750920" y="36087"/>
                  <a:pt x="1745851" y="37727"/>
                  <a:pt x="1738096" y="39964"/>
                </a:cubicBezTo>
                <a:lnTo>
                  <a:pt x="1738096" y="42499"/>
                </a:lnTo>
                <a:cubicBezTo>
                  <a:pt x="1739141" y="42053"/>
                  <a:pt x="1740483" y="41902"/>
                  <a:pt x="1742124" y="41902"/>
                </a:cubicBezTo>
                <a:cubicBezTo>
                  <a:pt x="1746299" y="41902"/>
                  <a:pt x="1747639" y="44139"/>
                  <a:pt x="1747639" y="51445"/>
                </a:cubicBezTo>
                <a:lnTo>
                  <a:pt x="1747639" y="88426"/>
                </a:lnTo>
                <a:cubicBezTo>
                  <a:pt x="1747491" y="97225"/>
                  <a:pt x="1745851" y="99163"/>
                  <a:pt x="1738395" y="99609"/>
                </a:cubicBezTo>
                <a:lnTo>
                  <a:pt x="1738395" y="101846"/>
                </a:lnTo>
                <a:close/>
                <a:moveTo>
                  <a:pt x="1849486" y="34744"/>
                </a:moveTo>
                <a:lnTo>
                  <a:pt x="1834425" y="34744"/>
                </a:lnTo>
                <a:lnTo>
                  <a:pt x="1834425" y="17447"/>
                </a:lnTo>
                <a:cubicBezTo>
                  <a:pt x="1834425" y="15957"/>
                  <a:pt x="1834127" y="15509"/>
                  <a:pt x="1833381" y="15509"/>
                </a:cubicBezTo>
                <a:cubicBezTo>
                  <a:pt x="1824733" y="28034"/>
                  <a:pt x="1820259" y="33104"/>
                  <a:pt x="1815936" y="35639"/>
                </a:cubicBezTo>
                <a:cubicBezTo>
                  <a:pt x="1814296" y="36683"/>
                  <a:pt x="1813399" y="37577"/>
                  <a:pt x="1813399" y="38474"/>
                </a:cubicBezTo>
                <a:cubicBezTo>
                  <a:pt x="1813399" y="38920"/>
                  <a:pt x="1813549" y="39218"/>
                  <a:pt x="1813998" y="39516"/>
                </a:cubicBezTo>
                <a:lnTo>
                  <a:pt x="1821900" y="39516"/>
                </a:lnTo>
                <a:lnTo>
                  <a:pt x="1821900" y="84401"/>
                </a:lnTo>
                <a:cubicBezTo>
                  <a:pt x="1821900" y="96927"/>
                  <a:pt x="1826373" y="103339"/>
                  <a:pt x="1835172" y="103339"/>
                </a:cubicBezTo>
                <a:cubicBezTo>
                  <a:pt x="1842478" y="103339"/>
                  <a:pt x="1848143" y="99760"/>
                  <a:pt x="1853065" y="92005"/>
                </a:cubicBezTo>
                <a:lnTo>
                  <a:pt x="1851126" y="90365"/>
                </a:lnTo>
                <a:cubicBezTo>
                  <a:pt x="1847845" y="94242"/>
                  <a:pt x="1845461" y="95584"/>
                  <a:pt x="1842180" y="95584"/>
                </a:cubicBezTo>
                <a:cubicBezTo>
                  <a:pt x="1836662" y="95584"/>
                  <a:pt x="1834425" y="91559"/>
                  <a:pt x="1834425" y="82164"/>
                </a:cubicBezTo>
                <a:lnTo>
                  <a:pt x="1834425" y="39516"/>
                </a:lnTo>
                <a:lnTo>
                  <a:pt x="1849486" y="39516"/>
                </a:lnTo>
                <a:lnTo>
                  <a:pt x="1849486" y="34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CD423-0402-440B-A399-2F203B9C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50" y="808806"/>
            <a:ext cx="1080308" cy="10"/>
          </a:xfrm>
          <a:custGeom xmlns:a="http://schemas.openxmlformats.org/drawingml/2006/main">
            <a:pathLst>
              <a:path w="1080308" h="1" fill="none">
                <a:moveTo>
                  <a:pt x="0" y="0"/>
                </a:moveTo>
                <a:lnTo>
                  <a:pt x="10803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8FC13-8479-49EC-B335-E004C7E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478" y="1723989"/>
            <a:ext cx="1226961" cy="232854"/>
          </a:xfrm>
          <a:custGeom xmlns:a="http://schemas.openxmlformats.org/drawingml/2006/main">
            <a:pathLst>
              <a:path w="1226961" h="232854">
                <a:moveTo>
                  <a:pt x="0" y="232854"/>
                </a:moveTo>
                <a:lnTo>
                  <a:pt x="0" y="0"/>
                </a:lnTo>
                <a:lnTo>
                  <a:pt x="1226961" y="0"/>
                </a:lnTo>
                <a:lnTo>
                  <a:pt x="1226961" y="232854"/>
                </a:lnTo>
                <a:lnTo>
                  <a:pt x="0" y="2328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T">
            <a:extLst xmlns:a="http://schemas.openxmlformats.org/drawingml/2006/main">
              <a:ext uri="{FF2B5EF4-FFF2-40B4-BE49-F238E27FC236}">
                <a16:creationId xmlns:a16="http://schemas.microsoft.com/office/drawing/2014/main" id="{6DF908F6-DDF3-4EBE-BE8B-418ABA3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189" y="1789126"/>
            <a:ext cx="101593" cy="113515"/>
          </a:xfrm>
          <a:custGeom xmlns:a="http://schemas.openxmlformats.org/drawingml/2006/main">
            <a:pathLst>
              <a:path w="101593" h="113515">
                <a:moveTo>
                  <a:pt x="80941" y="109318"/>
                </a:moveTo>
                <a:cubicBezTo>
                  <a:pt x="66666" y="108647"/>
                  <a:pt x="64819" y="106800"/>
                  <a:pt x="64483" y="93870"/>
                </a:cubicBezTo>
                <a:lnTo>
                  <a:pt x="64483" y="5373"/>
                </a:lnTo>
                <a:cubicBezTo>
                  <a:pt x="85138" y="6044"/>
                  <a:pt x="93870" y="13770"/>
                  <a:pt x="96725" y="33753"/>
                </a:cubicBezTo>
                <a:lnTo>
                  <a:pt x="101593" y="33753"/>
                </a:lnTo>
                <a:lnTo>
                  <a:pt x="101257" y="0"/>
                </a:lnTo>
                <a:lnTo>
                  <a:pt x="505" y="0"/>
                </a:lnTo>
                <a:lnTo>
                  <a:pt x="0" y="33753"/>
                </a:lnTo>
                <a:lnTo>
                  <a:pt x="4871" y="33753"/>
                </a:lnTo>
                <a:cubicBezTo>
                  <a:pt x="7725" y="13770"/>
                  <a:pt x="16458" y="6044"/>
                  <a:pt x="37279" y="5373"/>
                </a:cubicBezTo>
                <a:lnTo>
                  <a:pt x="37279" y="93870"/>
                </a:lnTo>
                <a:cubicBezTo>
                  <a:pt x="36943" y="106633"/>
                  <a:pt x="35096" y="108311"/>
                  <a:pt x="20990" y="109318"/>
                </a:cubicBezTo>
                <a:lnTo>
                  <a:pt x="20990" y="113515"/>
                </a:lnTo>
                <a:lnTo>
                  <a:pt x="80941" y="113515"/>
                </a:lnTo>
                <a:lnTo>
                  <a:pt x="80941" y="109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estExecution">
            <a:extLst xmlns:a="http://schemas.openxmlformats.org/drawingml/2006/main">
              <a:ext uri="{FF2B5EF4-FFF2-40B4-BE49-F238E27FC236}">
                <a16:creationId xmlns:a16="http://schemas.microsoft.com/office/drawing/2014/main" id="{A8090E89-0278-4CD2-A571-C0B7AC32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403" y="1786607"/>
            <a:ext cx="950279" cy="118386"/>
          </a:xfrm>
          <a:custGeom xmlns:a="http://schemas.openxmlformats.org/drawingml/2006/main">
            <a:pathLst>
              <a:path w="950279" h="118386">
                <a:moveTo>
                  <a:pt x="63307" y="95044"/>
                </a:moveTo>
                <a:cubicBezTo>
                  <a:pt x="56422" y="103274"/>
                  <a:pt x="51385" y="106295"/>
                  <a:pt x="44164" y="106295"/>
                </a:cubicBezTo>
                <a:cubicBezTo>
                  <a:pt x="37615" y="106295"/>
                  <a:pt x="32744" y="103274"/>
                  <a:pt x="29218" y="97396"/>
                </a:cubicBezTo>
                <a:cubicBezTo>
                  <a:pt x="26197" y="92023"/>
                  <a:pt x="24852" y="86481"/>
                  <a:pt x="24181" y="74894"/>
                </a:cubicBezTo>
                <a:lnTo>
                  <a:pt x="66497" y="74894"/>
                </a:lnTo>
                <a:cubicBezTo>
                  <a:pt x="65490" y="60788"/>
                  <a:pt x="62971" y="52896"/>
                  <a:pt x="57598" y="46516"/>
                </a:cubicBezTo>
                <a:cubicBezTo>
                  <a:pt x="52225" y="39967"/>
                  <a:pt x="44331" y="36608"/>
                  <a:pt x="34927" y="36608"/>
                </a:cubicBezTo>
                <a:cubicBezTo>
                  <a:pt x="14106" y="36608"/>
                  <a:pt x="0" y="53232"/>
                  <a:pt x="0" y="77748"/>
                </a:cubicBezTo>
                <a:cubicBezTo>
                  <a:pt x="0" y="102267"/>
                  <a:pt x="13770" y="118386"/>
                  <a:pt x="34591" y="118386"/>
                </a:cubicBezTo>
                <a:cubicBezTo>
                  <a:pt x="48194" y="118386"/>
                  <a:pt x="56422" y="113180"/>
                  <a:pt x="67337" y="97396"/>
                </a:cubicBezTo>
                <a:lnTo>
                  <a:pt x="63307" y="95044"/>
                </a:lnTo>
                <a:moveTo>
                  <a:pt x="23340" y="68680"/>
                </a:moveTo>
                <a:cubicBezTo>
                  <a:pt x="23845" y="48530"/>
                  <a:pt x="26868" y="41814"/>
                  <a:pt x="35096" y="41814"/>
                </a:cubicBezTo>
                <a:cubicBezTo>
                  <a:pt x="42988" y="41814"/>
                  <a:pt x="45507" y="47523"/>
                  <a:pt x="45842" y="66161"/>
                </a:cubicBezTo>
                <a:lnTo>
                  <a:pt x="45842" y="68680"/>
                </a:lnTo>
                <a:lnTo>
                  <a:pt x="23340" y="68680"/>
                </a:lnTo>
                <a:close/>
                <a:moveTo>
                  <a:pt x="127454" y="61293"/>
                </a:moveTo>
                <a:lnTo>
                  <a:pt x="127454" y="36943"/>
                </a:lnTo>
                <a:lnTo>
                  <a:pt x="123760" y="36943"/>
                </a:lnTo>
                <a:cubicBezTo>
                  <a:pt x="122753" y="39462"/>
                  <a:pt x="121746" y="40303"/>
                  <a:pt x="119563" y="40303"/>
                </a:cubicBezTo>
                <a:cubicBezTo>
                  <a:pt x="118553" y="40303"/>
                  <a:pt x="117044" y="39967"/>
                  <a:pt x="114356" y="39126"/>
                </a:cubicBezTo>
                <a:cubicBezTo>
                  <a:pt x="108983" y="37279"/>
                  <a:pt x="105119" y="36608"/>
                  <a:pt x="101257" y="36608"/>
                </a:cubicBezTo>
                <a:cubicBezTo>
                  <a:pt x="85976" y="36608"/>
                  <a:pt x="74894" y="47018"/>
                  <a:pt x="74894" y="61124"/>
                </a:cubicBezTo>
                <a:cubicBezTo>
                  <a:pt x="74894" y="72208"/>
                  <a:pt x="81779" y="79931"/>
                  <a:pt x="98739" y="87152"/>
                </a:cubicBezTo>
                <a:cubicBezTo>
                  <a:pt x="110325" y="92189"/>
                  <a:pt x="114861" y="96389"/>
                  <a:pt x="114861" y="101762"/>
                </a:cubicBezTo>
                <a:cubicBezTo>
                  <a:pt x="114861" y="108311"/>
                  <a:pt x="109821" y="112678"/>
                  <a:pt x="102264" y="112678"/>
                </a:cubicBezTo>
                <a:cubicBezTo>
                  <a:pt x="90511" y="112678"/>
                  <a:pt x="82786" y="105121"/>
                  <a:pt x="79260" y="90511"/>
                </a:cubicBezTo>
                <a:lnTo>
                  <a:pt x="74558" y="90511"/>
                </a:lnTo>
                <a:lnTo>
                  <a:pt x="74558" y="118217"/>
                </a:lnTo>
                <a:lnTo>
                  <a:pt x="78755" y="118217"/>
                </a:lnTo>
                <a:cubicBezTo>
                  <a:pt x="80603" y="114525"/>
                  <a:pt x="81610" y="113515"/>
                  <a:pt x="83121" y="113515"/>
                </a:cubicBezTo>
                <a:cubicBezTo>
                  <a:pt x="83962" y="113515"/>
                  <a:pt x="85305" y="113854"/>
                  <a:pt x="86985" y="114525"/>
                </a:cubicBezTo>
                <a:cubicBezTo>
                  <a:pt x="91854" y="116539"/>
                  <a:pt x="100250" y="118386"/>
                  <a:pt x="105119" y="118386"/>
                </a:cubicBezTo>
                <a:cubicBezTo>
                  <a:pt x="120400" y="118386"/>
                  <a:pt x="130980" y="107976"/>
                  <a:pt x="130980" y="92863"/>
                </a:cubicBezTo>
                <a:cubicBezTo>
                  <a:pt x="130980" y="80938"/>
                  <a:pt x="124600" y="73718"/>
                  <a:pt x="107807" y="66666"/>
                </a:cubicBezTo>
                <a:cubicBezTo>
                  <a:pt x="96389" y="61795"/>
                  <a:pt x="91687" y="57598"/>
                  <a:pt x="91687" y="51889"/>
                </a:cubicBezTo>
                <a:cubicBezTo>
                  <a:pt x="91687" y="46347"/>
                  <a:pt x="96389" y="42150"/>
                  <a:pt x="102769" y="42150"/>
                </a:cubicBezTo>
                <a:cubicBezTo>
                  <a:pt x="107302" y="42150"/>
                  <a:pt x="111668" y="43995"/>
                  <a:pt x="115363" y="47523"/>
                </a:cubicBezTo>
                <a:cubicBezTo>
                  <a:pt x="118889" y="50880"/>
                  <a:pt x="120736" y="53903"/>
                  <a:pt x="123255" y="61293"/>
                </a:cubicBezTo>
                <a:lnTo>
                  <a:pt x="127454" y="61293"/>
                </a:lnTo>
                <a:close/>
                <a:moveTo>
                  <a:pt x="186899" y="38622"/>
                </a:moveTo>
                <a:lnTo>
                  <a:pt x="171115" y="38622"/>
                </a:lnTo>
                <a:lnTo>
                  <a:pt x="171115" y="10244"/>
                </a:lnTo>
                <a:lnTo>
                  <a:pt x="166916" y="10244"/>
                </a:lnTo>
                <a:cubicBezTo>
                  <a:pt x="156674" y="24685"/>
                  <a:pt x="149956" y="32242"/>
                  <a:pt x="139040" y="41476"/>
                </a:cubicBezTo>
                <a:lnTo>
                  <a:pt x="139040" y="46011"/>
                </a:lnTo>
                <a:lnTo>
                  <a:pt x="147773" y="46011"/>
                </a:lnTo>
                <a:lnTo>
                  <a:pt x="147773" y="100419"/>
                </a:lnTo>
                <a:cubicBezTo>
                  <a:pt x="147773" y="111332"/>
                  <a:pt x="154993" y="118051"/>
                  <a:pt x="166580" y="118051"/>
                </a:cubicBezTo>
                <a:cubicBezTo>
                  <a:pt x="177831" y="118051"/>
                  <a:pt x="184549" y="113013"/>
                  <a:pt x="191432" y="99243"/>
                </a:cubicBezTo>
                <a:lnTo>
                  <a:pt x="187235" y="97396"/>
                </a:lnTo>
                <a:cubicBezTo>
                  <a:pt x="183875" y="103776"/>
                  <a:pt x="181190" y="106128"/>
                  <a:pt x="177664" y="106128"/>
                </a:cubicBezTo>
                <a:cubicBezTo>
                  <a:pt x="172963" y="106128"/>
                  <a:pt x="171115" y="103274"/>
                  <a:pt x="171115" y="96556"/>
                </a:cubicBezTo>
                <a:lnTo>
                  <a:pt x="171115" y="46011"/>
                </a:lnTo>
                <a:lnTo>
                  <a:pt x="186899" y="46011"/>
                </a:lnTo>
                <a:lnTo>
                  <a:pt x="186899" y="38622"/>
                </a:lnTo>
                <a:close/>
                <a:moveTo>
                  <a:pt x="236772" y="6716"/>
                </a:moveTo>
                <a:cubicBezTo>
                  <a:pt x="248023" y="7221"/>
                  <a:pt x="251213" y="9908"/>
                  <a:pt x="251549" y="18641"/>
                </a:cubicBezTo>
                <a:lnTo>
                  <a:pt x="251549" y="99915"/>
                </a:lnTo>
                <a:cubicBezTo>
                  <a:pt x="251213" y="108814"/>
                  <a:pt x="248864" y="110830"/>
                  <a:pt x="236772" y="111837"/>
                </a:cubicBezTo>
                <a:lnTo>
                  <a:pt x="236772" y="116034"/>
                </a:lnTo>
                <a:lnTo>
                  <a:pt x="335008" y="116034"/>
                </a:lnTo>
                <a:lnTo>
                  <a:pt x="341724" y="81107"/>
                </a:lnTo>
                <a:lnTo>
                  <a:pt x="337022" y="81107"/>
                </a:lnTo>
                <a:cubicBezTo>
                  <a:pt x="331818" y="92358"/>
                  <a:pt x="328459" y="97060"/>
                  <a:pt x="322415" y="101929"/>
                </a:cubicBezTo>
                <a:cubicBezTo>
                  <a:pt x="314689" y="108142"/>
                  <a:pt x="305621" y="110830"/>
                  <a:pt x="292692" y="110830"/>
                </a:cubicBezTo>
                <a:cubicBezTo>
                  <a:pt x="281776" y="110830"/>
                  <a:pt x="278753" y="108647"/>
                  <a:pt x="278753" y="101426"/>
                </a:cubicBezTo>
                <a:lnTo>
                  <a:pt x="278753" y="60788"/>
                </a:lnTo>
                <a:cubicBezTo>
                  <a:pt x="297058" y="60788"/>
                  <a:pt x="303943" y="67337"/>
                  <a:pt x="305957" y="86816"/>
                </a:cubicBezTo>
                <a:lnTo>
                  <a:pt x="310323" y="86816"/>
                </a:lnTo>
                <a:lnTo>
                  <a:pt x="310323" y="30058"/>
                </a:lnTo>
                <a:lnTo>
                  <a:pt x="305957" y="30058"/>
                </a:lnTo>
                <a:cubicBezTo>
                  <a:pt x="303438" y="49201"/>
                  <a:pt x="296889" y="55246"/>
                  <a:pt x="278753" y="55079"/>
                </a:cubicBezTo>
                <a:lnTo>
                  <a:pt x="278753" y="16122"/>
                </a:lnTo>
                <a:cubicBezTo>
                  <a:pt x="278753" y="9739"/>
                  <a:pt x="280936" y="8228"/>
                  <a:pt x="289668" y="8228"/>
                </a:cubicBezTo>
                <a:cubicBezTo>
                  <a:pt x="317039" y="8228"/>
                  <a:pt x="325269" y="13939"/>
                  <a:pt x="329466" y="36272"/>
                </a:cubicBezTo>
                <a:lnTo>
                  <a:pt x="333663" y="36272"/>
                </a:lnTo>
                <a:lnTo>
                  <a:pt x="333663" y="2519"/>
                </a:lnTo>
                <a:lnTo>
                  <a:pt x="236772" y="2519"/>
                </a:lnTo>
                <a:lnTo>
                  <a:pt x="236772" y="6716"/>
                </a:lnTo>
                <a:close/>
                <a:moveTo>
                  <a:pt x="427366" y="112006"/>
                </a:moveTo>
                <a:cubicBezTo>
                  <a:pt x="424678" y="111166"/>
                  <a:pt x="423504" y="110494"/>
                  <a:pt x="422328" y="108647"/>
                </a:cubicBezTo>
                <a:lnTo>
                  <a:pt x="397476" y="70361"/>
                </a:lnTo>
                <a:lnTo>
                  <a:pt x="414436" y="49201"/>
                </a:lnTo>
                <a:cubicBezTo>
                  <a:pt x="417626" y="45340"/>
                  <a:pt x="420986" y="43493"/>
                  <a:pt x="426190" y="42652"/>
                </a:cubicBezTo>
                <a:lnTo>
                  <a:pt x="426190" y="38622"/>
                </a:lnTo>
                <a:lnTo>
                  <a:pt x="397979" y="38622"/>
                </a:lnTo>
                <a:lnTo>
                  <a:pt x="397979" y="42652"/>
                </a:lnTo>
                <a:cubicBezTo>
                  <a:pt x="406040" y="43493"/>
                  <a:pt x="406544" y="43659"/>
                  <a:pt x="406544" y="46683"/>
                </a:cubicBezTo>
                <a:cubicBezTo>
                  <a:pt x="406544" y="49201"/>
                  <a:pt x="404864" y="52056"/>
                  <a:pt x="400162" y="57429"/>
                </a:cubicBezTo>
                <a:cubicBezTo>
                  <a:pt x="399155" y="58439"/>
                  <a:pt x="396636" y="61629"/>
                  <a:pt x="394117" y="65154"/>
                </a:cubicBezTo>
                <a:cubicBezTo>
                  <a:pt x="390591" y="60453"/>
                  <a:pt x="388408" y="57429"/>
                  <a:pt x="387735" y="56422"/>
                </a:cubicBezTo>
                <a:cubicBezTo>
                  <a:pt x="384209" y="51049"/>
                  <a:pt x="382195" y="47354"/>
                  <a:pt x="382195" y="46011"/>
                </a:cubicBezTo>
                <a:cubicBezTo>
                  <a:pt x="382195" y="43828"/>
                  <a:pt x="384378" y="42821"/>
                  <a:pt x="390087" y="42652"/>
                </a:cubicBezTo>
                <a:lnTo>
                  <a:pt x="390087" y="38622"/>
                </a:lnTo>
                <a:lnTo>
                  <a:pt x="348106" y="38622"/>
                </a:lnTo>
                <a:lnTo>
                  <a:pt x="348106" y="42652"/>
                </a:lnTo>
                <a:cubicBezTo>
                  <a:pt x="352472" y="43493"/>
                  <a:pt x="353479" y="44164"/>
                  <a:pt x="356838" y="49201"/>
                </a:cubicBezTo>
                <a:lnTo>
                  <a:pt x="378331" y="82283"/>
                </a:lnTo>
                <a:cubicBezTo>
                  <a:pt x="373462" y="88497"/>
                  <a:pt x="368927" y="94037"/>
                  <a:pt x="367418" y="96389"/>
                </a:cubicBezTo>
                <a:cubicBezTo>
                  <a:pt x="362716" y="102938"/>
                  <a:pt x="358014" y="108142"/>
                  <a:pt x="354822" y="110159"/>
                </a:cubicBezTo>
                <a:cubicBezTo>
                  <a:pt x="353312" y="111166"/>
                  <a:pt x="351465" y="111671"/>
                  <a:pt x="348441" y="112006"/>
                </a:cubicBezTo>
                <a:lnTo>
                  <a:pt x="348441" y="116034"/>
                </a:lnTo>
                <a:lnTo>
                  <a:pt x="376822" y="116034"/>
                </a:lnTo>
                <a:lnTo>
                  <a:pt x="376822" y="112006"/>
                </a:lnTo>
                <a:cubicBezTo>
                  <a:pt x="370608" y="111671"/>
                  <a:pt x="368425" y="110494"/>
                  <a:pt x="368425" y="107976"/>
                </a:cubicBezTo>
                <a:cubicBezTo>
                  <a:pt x="368425" y="105288"/>
                  <a:pt x="372791" y="98403"/>
                  <a:pt x="379171" y="90680"/>
                </a:cubicBezTo>
                <a:cubicBezTo>
                  <a:pt x="379676" y="90175"/>
                  <a:pt x="380683" y="88833"/>
                  <a:pt x="381859" y="87321"/>
                </a:cubicBezTo>
                <a:cubicBezTo>
                  <a:pt x="384880" y="92023"/>
                  <a:pt x="387232" y="95549"/>
                  <a:pt x="388911" y="97901"/>
                </a:cubicBezTo>
                <a:lnTo>
                  <a:pt x="391429" y="101593"/>
                </a:lnTo>
                <a:cubicBezTo>
                  <a:pt x="393110" y="104112"/>
                  <a:pt x="394453" y="107304"/>
                  <a:pt x="394453" y="108647"/>
                </a:cubicBezTo>
                <a:cubicBezTo>
                  <a:pt x="394453" y="110661"/>
                  <a:pt x="392270" y="111671"/>
                  <a:pt x="386897" y="112006"/>
                </a:cubicBezTo>
                <a:lnTo>
                  <a:pt x="386897" y="116034"/>
                </a:lnTo>
                <a:lnTo>
                  <a:pt x="427366" y="116034"/>
                </a:lnTo>
                <a:lnTo>
                  <a:pt x="427366" y="112006"/>
                </a:lnTo>
                <a:close/>
                <a:moveTo>
                  <a:pt x="497558" y="95044"/>
                </a:moveTo>
                <a:cubicBezTo>
                  <a:pt x="490673" y="103274"/>
                  <a:pt x="485635" y="106295"/>
                  <a:pt x="478415" y="106295"/>
                </a:cubicBezTo>
                <a:cubicBezTo>
                  <a:pt x="471865" y="106295"/>
                  <a:pt x="466994" y="103274"/>
                  <a:pt x="463469" y="97396"/>
                </a:cubicBezTo>
                <a:cubicBezTo>
                  <a:pt x="460448" y="92023"/>
                  <a:pt x="459102" y="86481"/>
                  <a:pt x="458431" y="74894"/>
                </a:cubicBezTo>
                <a:lnTo>
                  <a:pt x="500748" y="74894"/>
                </a:lnTo>
                <a:cubicBezTo>
                  <a:pt x="499741" y="60788"/>
                  <a:pt x="497222" y="52896"/>
                  <a:pt x="491849" y="46516"/>
                </a:cubicBezTo>
                <a:cubicBezTo>
                  <a:pt x="486476" y="39967"/>
                  <a:pt x="478581" y="36608"/>
                  <a:pt x="469177" y="36608"/>
                </a:cubicBezTo>
                <a:cubicBezTo>
                  <a:pt x="448356" y="36608"/>
                  <a:pt x="434251" y="53232"/>
                  <a:pt x="434251" y="77748"/>
                </a:cubicBezTo>
                <a:cubicBezTo>
                  <a:pt x="434251" y="102267"/>
                  <a:pt x="448020" y="118386"/>
                  <a:pt x="468842" y="118386"/>
                </a:cubicBezTo>
                <a:cubicBezTo>
                  <a:pt x="482445" y="118386"/>
                  <a:pt x="490673" y="113180"/>
                  <a:pt x="501588" y="97396"/>
                </a:cubicBezTo>
                <a:lnTo>
                  <a:pt x="497558" y="95044"/>
                </a:lnTo>
                <a:moveTo>
                  <a:pt x="457591" y="68680"/>
                </a:moveTo>
                <a:cubicBezTo>
                  <a:pt x="458095" y="48530"/>
                  <a:pt x="461119" y="41814"/>
                  <a:pt x="469347" y="41814"/>
                </a:cubicBezTo>
                <a:cubicBezTo>
                  <a:pt x="477238" y="41814"/>
                  <a:pt x="479757" y="47523"/>
                  <a:pt x="480093" y="66161"/>
                </a:cubicBezTo>
                <a:lnTo>
                  <a:pt x="480093" y="68680"/>
                </a:lnTo>
                <a:lnTo>
                  <a:pt x="457591" y="68680"/>
                </a:lnTo>
                <a:close/>
                <a:moveTo>
                  <a:pt x="573794" y="97732"/>
                </a:moveTo>
                <a:cubicBezTo>
                  <a:pt x="567583" y="104786"/>
                  <a:pt x="563217" y="107135"/>
                  <a:pt x="556332" y="107135"/>
                </a:cubicBezTo>
                <a:cubicBezTo>
                  <a:pt x="541722" y="107135"/>
                  <a:pt x="532484" y="92525"/>
                  <a:pt x="532484" y="69690"/>
                </a:cubicBezTo>
                <a:cubicBezTo>
                  <a:pt x="532484" y="52392"/>
                  <a:pt x="537860" y="41814"/>
                  <a:pt x="546593" y="41814"/>
                </a:cubicBezTo>
                <a:cubicBezTo>
                  <a:pt x="549278" y="41814"/>
                  <a:pt x="551797" y="43157"/>
                  <a:pt x="552804" y="45004"/>
                </a:cubicBezTo>
                <a:cubicBezTo>
                  <a:pt x="553644" y="46516"/>
                  <a:pt x="553644" y="46516"/>
                  <a:pt x="553644" y="53568"/>
                </a:cubicBezTo>
                <a:cubicBezTo>
                  <a:pt x="553813" y="61964"/>
                  <a:pt x="556668" y="65659"/>
                  <a:pt x="563048" y="65659"/>
                </a:cubicBezTo>
                <a:cubicBezTo>
                  <a:pt x="570102" y="65659"/>
                  <a:pt x="574468" y="61629"/>
                  <a:pt x="574468" y="55079"/>
                </a:cubicBezTo>
                <a:cubicBezTo>
                  <a:pt x="574468" y="44669"/>
                  <a:pt x="563217" y="36608"/>
                  <a:pt x="548437" y="36608"/>
                </a:cubicBezTo>
                <a:cubicBezTo>
                  <a:pt x="525602" y="36608"/>
                  <a:pt x="508809" y="54408"/>
                  <a:pt x="508809" y="78589"/>
                </a:cubicBezTo>
                <a:cubicBezTo>
                  <a:pt x="508809" y="101929"/>
                  <a:pt x="523755" y="118386"/>
                  <a:pt x="544745" y="118386"/>
                </a:cubicBezTo>
                <a:cubicBezTo>
                  <a:pt x="557675" y="118386"/>
                  <a:pt x="567078" y="113180"/>
                  <a:pt x="576818" y="100755"/>
                </a:cubicBezTo>
                <a:lnTo>
                  <a:pt x="573794" y="97732"/>
                </a:lnTo>
                <a:close/>
                <a:moveTo>
                  <a:pt x="670014" y="108814"/>
                </a:moveTo>
                <a:cubicBezTo>
                  <a:pt x="662794" y="108478"/>
                  <a:pt x="660780" y="106295"/>
                  <a:pt x="660610" y="99074"/>
                </a:cubicBezTo>
                <a:lnTo>
                  <a:pt x="660610" y="38622"/>
                </a:lnTo>
                <a:lnTo>
                  <a:pt x="626860" y="38622"/>
                </a:lnTo>
                <a:lnTo>
                  <a:pt x="626860" y="42652"/>
                </a:lnTo>
                <a:cubicBezTo>
                  <a:pt x="635087" y="43157"/>
                  <a:pt x="637101" y="45171"/>
                  <a:pt x="637270" y="52561"/>
                </a:cubicBezTo>
                <a:lnTo>
                  <a:pt x="637270" y="100084"/>
                </a:lnTo>
                <a:cubicBezTo>
                  <a:pt x="631728" y="105624"/>
                  <a:pt x="628369" y="107471"/>
                  <a:pt x="623501" y="107471"/>
                </a:cubicBezTo>
                <a:cubicBezTo>
                  <a:pt x="616616" y="107471"/>
                  <a:pt x="614097" y="104112"/>
                  <a:pt x="614097" y="95549"/>
                </a:cubicBezTo>
                <a:lnTo>
                  <a:pt x="614097" y="38622"/>
                </a:lnTo>
                <a:lnTo>
                  <a:pt x="582527" y="38622"/>
                </a:lnTo>
                <a:lnTo>
                  <a:pt x="582527" y="42652"/>
                </a:lnTo>
                <a:cubicBezTo>
                  <a:pt x="589412" y="43995"/>
                  <a:pt x="590588" y="45507"/>
                  <a:pt x="590754" y="52561"/>
                </a:cubicBezTo>
                <a:lnTo>
                  <a:pt x="590754" y="94877"/>
                </a:lnTo>
                <a:cubicBezTo>
                  <a:pt x="590754" y="109654"/>
                  <a:pt x="599151" y="118386"/>
                  <a:pt x="613090" y="118386"/>
                </a:cubicBezTo>
                <a:cubicBezTo>
                  <a:pt x="621822" y="118386"/>
                  <a:pt x="627698" y="115699"/>
                  <a:pt x="637437" y="107304"/>
                </a:cubicBezTo>
                <a:lnTo>
                  <a:pt x="637437" y="118217"/>
                </a:lnTo>
                <a:cubicBezTo>
                  <a:pt x="644658" y="115699"/>
                  <a:pt x="648688" y="115027"/>
                  <a:pt x="659603" y="113854"/>
                </a:cubicBezTo>
                <a:lnTo>
                  <a:pt x="670014" y="112678"/>
                </a:lnTo>
                <a:lnTo>
                  <a:pt x="670014" y="108814"/>
                </a:lnTo>
                <a:close/>
                <a:moveTo>
                  <a:pt x="724422" y="38622"/>
                </a:moveTo>
                <a:lnTo>
                  <a:pt x="708638" y="38622"/>
                </a:lnTo>
                <a:lnTo>
                  <a:pt x="708638" y="10244"/>
                </a:lnTo>
                <a:lnTo>
                  <a:pt x="704439" y="10244"/>
                </a:lnTo>
                <a:cubicBezTo>
                  <a:pt x="694197" y="24685"/>
                  <a:pt x="687479" y="32242"/>
                  <a:pt x="676563" y="41476"/>
                </a:cubicBezTo>
                <a:lnTo>
                  <a:pt x="676563" y="46011"/>
                </a:lnTo>
                <a:lnTo>
                  <a:pt x="685296" y="46011"/>
                </a:lnTo>
                <a:lnTo>
                  <a:pt x="685296" y="100419"/>
                </a:lnTo>
                <a:cubicBezTo>
                  <a:pt x="685296" y="111332"/>
                  <a:pt x="692516" y="118051"/>
                  <a:pt x="704103" y="118051"/>
                </a:cubicBezTo>
                <a:cubicBezTo>
                  <a:pt x="715354" y="118051"/>
                  <a:pt x="722073" y="113013"/>
                  <a:pt x="728955" y="99243"/>
                </a:cubicBezTo>
                <a:lnTo>
                  <a:pt x="724758" y="97396"/>
                </a:lnTo>
                <a:cubicBezTo>
                  <a:pt x="721399" y="103776"/>
                  <a:pt x="718713" y="106128"/>
                  <a:pt x="715188" y="106128"/>
                </a:cubicBezTo>
                <a:cubicBezTo>
                  <a:pt x="710486" y="106128"/>
                  <a:pt x="708638" y="103274"/>
                  <a:pt x="708638" y="96556"/>
                </a:cubicBezTo>
                <a:lnTo>
                  <a:pt x="708638" y="46011"/>
                </a:lnTo>
                <a:lnTo>
                  <a:pt x="724422" y="46011"/>
                </a:lnTo>
                <a:lnTo>
                  <a:pt x="724422" y="38622"/>
                </a:lnTo>
                <a:close/>
                <a:moveTo>
                  <a:pt x="771944" y="112006"/>
                </a:moveTo>
                <a:cubicBezTo>
                  <a:pt x="766235" y="111332"/>
                  <a:pt x="764052" y="108814"/>
                  <a:pt x="764052" y="102433"/>
                </a:cubicBezTo>
                <a:lnTo>
                  <a:pt x="764052" y="38622"/>
                </a:lnTo>
                <a:lnTo>
                  <a:pt x="731810" y="38622"/>
                </a:lnTo>
                <a:lnTo>
                  <a:pt x="731810" y="42652"/>
                </a:lnTo>
                <a:cubicBezTo>
                  <a:pt x="739200" y="43995"/>
                  <a:pt x="740543" y="45507"/>
                  <a:pt x="740709" y="52561"/>
                </a:cubicBezTo>
                <a:lnTo>
                  <a:pt x="740709" y="101929"/>
                </a:lnTo>
                <a:cubicBezTo>
                  <a:pt x="740543" y="108983"/>
                  <a:pt x="739367" y="110325"/>
                  <a:pt x="731810" y="112006"/>
                </a:cubicBezTo>
                <a:lnTo>
                  <a:pt x="731810" y="116034"/>
                </a:lnTo>
                <a:lnTo>
                  <a:pt x="771944" y="116034"/>
                </a:lnTo>
                <a:lnTo>
                  <a:pt x="771944" y="112006"/>
                </a:lnTo>
                <a:moveTo>
                  <a:pt x="752296" y="0"/>
                </a:moveTo>
                <a:cubicBezTo>
                  <a:pt x="745076" y="0"/>
                  <a:pt x="739200" y="5878"/>
                  <a:pt x="739200" y="12929"/>
                </a:cubicBezTo>
                <a:cubicBezTo>
                  <a:pt x="739200" y="20486"/>
                  <a:pt x="744740" y="26028"/>
                  <a:pt x="752130" y="26028"/>
                </a:cubicBezTo>
                <a:cubicBezTo>
                  <a:pt x="759519" y="26028"/>
                  <a:pt x="765228" y="20486"/>
                  <a:pt x="765228" y="13099"/>
                </a:cubicBezTo>
                <a:cubicBezTo>
                  <a:pt x="765228" y="5709"/>
                  <a:pt x="759519" y="0"/>
                  <a:pt x="752296" y="0"/>
                </a:cubicBezTo>
                <a:close/>
                <a:moveTo>
                  <a:pt x="817956" y="36608"/>
                </a:moveTo>
                <a:cubicBezTo>
                  <a:pt x="796460" y="36608"/>
                  <a:pt x="780005" y="54239"/>
                  <a:pt x="780005" y="77077"/>
                </a:cubicBezTo>
                <a:cubicBezTo>
                  <a:pt x="780005" y="101091"/>
                  <a:pt x="795789" y="118386"/>
                  <a:pt x="817956" y="118386"/>
                </a:cubicBezTo>
                <a:cubicBezTo>
                  <a:pt x="839786" y="118386"/>
                  <a:pt x="855739" y="101091"/>
                  <a:pt x="855739" y="77582"/>
                </a:cubicBezTo>
                <a:cubicBezTo>
                  <a:pt x="855739" y="53903"/>
                  <a:pt x="839617" y="36608"/>
                  <a:pt x="817956" y="36608"/>
                </a:cubicBezTo>
                <a:moveTo>
                  <a:pt x="818125" y="41814"/>
                </a:moveTo>
                <a:cubicBezTo>
                  <a:pt x="827864" y="41814"/>
                  <a:pt x="831054" y="51049"/>
                  <a:pt x="831054" y="78589"/>
                </a:cubicBezTo>
                <a:cubicBezTo>
                  <a:pt x="831054" y="104450"/>
                  <a:pt x="827695" y="113180"/>
                  <a:pt x="817956" y="113180"/>
                </a:cubicBezTo>
                <a:cubicBezTo>
                  <a:pt x="808047" y="113180"/>
                  <a:pt x="804690" y="104617"/>
                  <a:pt x="804690" y="79931"/>
                </a:cubicBezTo>
                <a:cubicBezTo>
                  <a:pt x="804690" y="50544"/>
                  <a:pt x="807711" y="41814"/>
                  <a:pt x="818125" y="41814"/>
                </a:cubicBezTo>
                <a:close/>
                <a:moveTo>
                  <a:pt x="950279" y="112006"/>
                </a:moveTo>
                <a:cubicBezTo>
                  <a:pt x="944067" y="111671"/>
                  <a:pt x="941884" y="109152"/>
                  <a:pt x="942051" y="102433"/>
                </a:cubicBezTo>
                <a:lnTo>
                  <a:pt x="942051" y="60286"/>
                </a:lnTo>
                <a:cubicBezTo>
                  <a:pt x="942051" y="45842"/>
                  <a:pt x="933152" y="36608"/>
                  <a:pt x="919382" y="36608"/>
                </a:cubicBezTo>
                <a:cubicBezTo>
                  <a:pt x="909307" y="36608"/>
                  <a:pt x="901582" y="41310"/>
                  <a:pt x="895368" y="51218"/>
                </a:cubicBezTo>
                <a:lnTo>
                  <a:pt x="895368" y="38622"/>
                </a:lnTo>
                <a:lnTo>
                  <a:pt x="863296" y="38622"/>
                </a:lnTo>
                <a:lnTo>
                  <a:pt x="863296" y="42652"/>
                </a:lnTo>
                <a:cubicBezTo>
                  <a:pt x="870683" y="43828"/>
                  <a:pt x="872028" y="45340"/>
                  <a:pt x="872195" y="52561"/>
                </a:cubicBezTo>
                <a:lnTo>
                  <a:pt x="872195" y="101929"/>
                </a:lnTo>
                <a:cubicBezTo>
                  <a:pt x="872028" y="109152"/>
                  <a:pt x="870683" y="110661"/>
                  <a:pt x="863296" y="112006"/>
                </a:cubicBezTo>
                <a:lnTo>
                  <a:pt x="863296" y="116034"/>
                </a:lnTo>
                <a:lnTo>
                  <a:pt x="903765" y="116034"/>
                </a:lnTo>
                <a:lnTo>
                  <a:pt x="903765" y="112006"/>
                </a:lnTo>
                <a:cubicBezTo>
                  <a:pt x="897720" y="111332"/>
                  <a:pt x="895537" y="108647"/>
                  <a:pt x="895537" y="102433"/>
                </a:cubicBezTo>
                <a:lnTo>
                  <a:pt x="895537" y="57598"/>
                </a:lnTo>
                <a:cubicBezTo>
                  <a:pt x="895537" y="57093"/>
                  <a:pt x="896711" y="55246"/>
                  <a:pt x="898392" y="53568"/>
                </a:cubicBezTo>
                <a:cubicBezTo>
                  <a:pt x="902087" y="49873"/>
                  <a:pt x="906115" y="47859"/>
                  <a:pt x="909979" y="47859"/>
                </a:cubicBezTo>
                <a:cubicBezTo>
                  <a:pt x="915856" y="47859"/>
                  <a:pt x="918711" y="52392"/>
                  <a:pt x="918711" y="61795"/>
                </a:cubicBezTo>
                <a:lnTo>
                  <a:pt x="918711" y="102433"/>
                </a:lnTo>
                <a:cubicBezTo>
                  <a:pt x="918542" y="108814"/>
                  <a:pt x="916359" y="111501"/>
                  <a:pt x="910816" y="112006"/>
                </a:cubicBezTo>
                <a:lnTo>
                  <a:pt x="910816" y="116034"/>
                </a:lnTo>
                <a:lnTo>
                  <a:pt x="950279" y="116034"/>
                </a:lnTo>
                <a:lnTo>
                  <a:pt x="950279" y="1120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F208F-C75E-4AC9-A514-9EB1FBC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044" y="1421726"/>
            <a:ext cx="2088968" cy="238451"/>
          </a:xfrm>
          <a:custGeom xmlns:a="http://schemas.openxmlformats.org/drawingml/2006/main">
            <a:pathLst>
              <a:path w="2088968" h="238451">
                <a:moveTo>
                  <a:pt x="0" y="39742"/>
                </a:moveTo>
                <a:cubicBezTo>
                  <a:pt x="0" y="17819"/>
                  <a:pt x="17819" y="0"/>
                  <a:pt x="39742" y="0"/>
                </a:cubicBezTo>
                <a:lnTo>
                  <a:pt x="2049226" y="0"/>
                </a:lnTo>
                <a:cubicBezTo>
                  <a:pt x="2071150" y="0"/>
                  <a:pt x="2088968" y="17819"/>
                  <a:pt x="2088968" y="39742"/>
                </a:cubicBezTo>
                <a:lnTo>
                  <a:pt x="2088968" y="198709"/>
                </a:lnTo>
                <a:cubicBezTo>
                  <a:pt x="2088968" y="220633"/>
                  <a:pt x="2071150" y="238451"/>
                  <a:pt x="2049226" y="238451"/>
                </a:cubicBezTo>
                <a:lnTo>
                  <a:pt x="39742" y="238451"/>
                </a:lnTo>
                <a:cubicBezTo>
                  <a:pt x="17819" y="238451"/>
                  <a:pt x="0" y="220633"/>
                  <a:pt x="0" y="198709"/>
                </a:cubicBezTo>
                <a:lnTo>
                  <a:pt x="0" y="39742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ontextdiscrepancydetection">
            <a:extLst xmlns:a="http://schemas.openxmlformats.org/drawingml/2006/main">
              <a:ext uri="{FF2B5EF4-FFF2-40B4-BE49-F238E27FC236}">
                <a16:creationId xmlns:a16="http://schemas.microsoft.com/office/drawing/2014/main" id="{807025CF-CE88-4D97-A138-FCABAF5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617" y="1494487"/>
            <a:ext cx="1802185" cy="134152"/>
          </a:xfrm>
          <a:custGeom xmlns:a="http://schemas.openxmlformats.org/drawingml/2006/main">
            <a:pathLst>
              <a:path w="1802185" h="134152">
                <a:moveTo>
                  <a:pt x="88143" y="34544"/>
                </a:moveTo>
                <a:lnTo>
                  <a:pt x="86803" y="1043"/>
                </a:lnTo>
                <a:lnTo>
                  <a:pt x="83677" y="1043"/>
                </a:lnTo>
                <a:cubicBezTo>
                  <a:pt x="82784" y="4169"/>
                  <a:pt x="80401" y="5957"/>
                  <a:pt x="77422" y="5957"/>
                </a:cubicBezTo>
                <a:cubicBezTo>
                  <a:pt x="76082" y="5957"/>
                  <a:pt x="73849" y="5509"/>
                  <a:pt x="71615" y="4764"/>
                </a:cubicBezTo>
                <a:cubicBezTo>
                  <a:pt x="64320" y="2233"/>
                  <a:pt x="56875" y="1043"/>
                  <a:pt x="49878" y="1043"/>
                </a:cubicBezTo>
                <a:cubicBezTo>
                  <a:pt x="37668" y="1043"/>
                  <a:pt x="25311" y="5659"/>
                  <a:pt x="16078" y="13847"/>
                </a:cubicBezTo>
                <a:cubicBezTo>
                  <a:pt x="5657" y="23078"/>
                  <a:pt x="0" y="36778"/>
                  <a:pt x="0" y="53156"/>
                </a:cubicBezTo>
                <a:cubicBezTo>
                  <a:pt x="0" y="83529"/>
                  <a:pt x="19802" y="103779"/>
                  <a:pt x="49432" y="103779"/>
                </a:cubicBezTo>
                <a:cubicBezTo>
                  <a:pt x="66256" y="103779"/>
                  <a:pt x="81146" y="96929"/>
                  <a:pt x="90079" y="84870"/>
                </a:cubicBezTo>
                <a:lnTo>
                  <a:pt x="87398" y="82189"/>
                </a:lnTo>
                <a:cubicBezTo>
                  <a:pt x="76529" y="92760"/>
                  <a:pt x="66553" y="97227"/>
                  <a:pt x="54197" y="97227"/>
                </a:cubicBezTo>
                <a:cubicBezTo>
                  <a:pt x="44816" y="97227"/>
                  <a:pt x="36478" y="94250"/>
                  <a:pt x="30076" y="88591"/>
                </a:cubicBezTo>
                <a:cubicBezTo>
                  <a:pt x="21885" y="81296"/>
                  <a:pt x="17271" y="67896"/>
                  <a:pt x="17271" y="51220"/>
                </a:cubicBezTo>
                <a:cubicBezTo>
                  <a:pt x="17271" y="24271"/>
                  <a:pt x="31118" y="7000"/>
                  <a:pt x="52706" y="7000"/>
                </a:cubicBezTo>
                <a:cubicBezTo>
                  <a:pt x="61194" y="7000"/>
                  <a:pt x="68937" y="10126"/>
                  <a:pt x="74891" y="15933"/>
                </a:cubicBezTo>
                <a:cubicBezTo>
                  <a:pt x="79656" y="20697"/>
                  <a:pt x="81889" y="24866"/>
                  <a:pt x="84720" y="34544"/>
                </a:cubicBezTo>
                <a:lnTo>
                  <a:pt x="88143" y="34544"/>
                </a:lnTo>
                <a:close/>
                <a:moveTo>
                  <a:pt x="132364" y="33204"/>
                </a:moveTo>
                <a:cubicBezTo>
                  <a:pt x="112858" y="33204"/>
                  <a:pt x="99458" y="47497"/>
                  <a:pt x="99458" y="68044"/>
                </a:cubicBezTo>
                <a:cubicBezTo>
                  <a:pt x="99458" y="88293"/>
                  <a:pt x="113305" y="103184"/>
                  <a:pt x="132065" y="103184"/>
                </a:cubicBezTo>
                <a:cubicBezTo>
                  <a:pt x="150826" y="103184"/>
                  <a:pt x="165119" y="87550"/>
                  <a:pt x="165119" y="66853"/>
                </a:cubicBezTo>
                <a:cubicBezTo>
                  <a:pt x="165119" y="47199"/>
                  <a:pt x="151421" y="33204"/>
                  <a:pt x="132364" y="33204"/>
                </a:cubicBezTo>
                <a:moveTo>
                  <a:pt x="130429" y="37373"/>
                </a:moveTo>
                <a:cubicBezTo>
                  <a:pt x="142936" y="37373"/>
                  <a:pt x="151719" y="51666"/>
                  <a:pt x="151719" y="72065"/>
                </a:cubicBezTo>
                <a:cubicBezTo>
                  <a:pt x="151719" y="89039"/>
                  <a:pt x="145019" y="99015"/>
                  <a:pt x="133853" y="99015"/>
                </a:cubicBezTo>
                <a:cubicBezTo>
                  <a:pt x="128046" y="99015"/>
                  <a:pt x="122536" y="95441"/>
                  <a:pt x="119410" y="89486"/>
                </a:cubicBezTo>
                <a:cubicBezTo>
                  <a:pt x="115241" y="81743"/>
                  <a:pt x="112858" y="71320"/>
                  <a:pt x="112858" y="60749"/>
                </a:cubicBezTo>
                <a:cubicBezTo>
                  <a:pt x="112858" y="46604"/>
                  <a:pt x="119708" y="37373"/>
                  <a:pt x="130429" y="37373"/>
                </a:cubicBezTo>
                <a:close/>
                <a:moveTo>
                  <a:pt x="173010" y="101693"/>
                </a:moveTo>
                <a:lnTo>
                  <a:pt x="204576" y="101693"/>
                </a:lnTo>
                <a:lnTo>
                  <a:pt x="204576" y="99460"/>
                </a:lnTo>
                <a:cubicBezTo>
                  <a:pt x="197131" y="99015"/>
                  <a:pt x="194748" y="97079"/>
                  <a:pt x="194748" y="91719"/>
                </a:cubicBezTo>
                <a:lnTo>
                  <a:pt x="194748" y="49880"/>
                </a:lnTo>
                <a:cubicBezTo>
                  <a:pt x="201895" y="43180"/>
                  <a:pt x="205172" y="41392"/>
                  <a:pt x="210086" y="41392"/>
                </a:cubicBezTo>
                <a:cubicBezTo>
                  <a:pt x="217381" y="41392"/>
                  <a:pt x="220955" y="46009"/>
                  <a:pt x="220955" y="55835"/>
                </a:cubicBezTo>
                <a:lnTo>
                  <a:pt x="220955" y="86953"/>
                </a:lnTo>
                <a:cubicBezTo>
                  <a:pt x="220657" y="96631"/>
                  <a:pt x="218869" y="99015"/>
                  <a:pt x="211574" y="99460"/>
                </a:cubicBezTo>
                <a:lnTo>
                  <a:pt x="211574" y="101693"/>
                </a:lnTo>
                <a:lnTo>
                  <a:pt x="242544" y="101693"/>
                </a:lnTo>
                <a:lnTo>
                  <a:pt x="242544" y="99460"/>
                </a:lnTo>
                <a:cubicBezTo>
                  <a:pt x="235247" y="98717"/>
                  <a:pt x="233609" y="96929"/>
                  <a:pt x="233461" y="89634"/>
                </a:cubicBezTo>
                <a:lnTo>
                  <a:pt x="233461" y="55537"/>
                </a:lnTo>
                <a:cubicBezTo>
                  <a:pt x="233461" y="41542"/>
                  <a:pt x="226909" y="33204"/>
                  <a:pt x="215893" y="33204"/>
                </a:cubicBezTo>
                <a:cubicBezTo>
                  <a:pt x="209043" y="33204"/>
                  <a:pt x="204426" y="35735"/>
                  <a:pt x="194303" y="45263"/>
                </a:cubicBezTo>
                <a:lnTo>
                  <a:pt x="194303" y="33502"/>
                </a:lnTo>
                <a:lnTo>
                  <a:pt x="193260" y="33204"/>
                </a:lnTo>
                <a:cubicBezTo>
                  <a:pt x="185517" y="36033"/>
                  <a:pt x="180455" y="37671"/>
                  <a:pt x="172713" y="39904"/>
                </a:cubicBezTo>
                <a:lnTo>
                  <a:pt x="172713" y="42435"/>
                </a:lnTo>
                <a:cubicBezTo>
                  <a:pt x="173755" y="41990"/>
                  <a:pt x="175096" y="41840"/>
                  <a:pt x="176734" y="41840"/>
                </a:cubicBezTo>
                <a:cubicBezTo>
                  <a:pt x="180903" y="41840"/>
                  <a:pt x="182241" y="44073"/>
                  <a:pt x="182241" y="51368"/>
                </a:cubicBezTo>
                <a:lnTo>
                  <a:pt x="182241" y="88293"/>
                </a:lnTo>
                <a:cubicBezTo>
                  <a:pt x="182093" y="97079"/>
                  <a:pt x="180455" y="99015"/>
                  <a:pt x="173010" y="99460"/>
                </a:cubicBezTo>
                <a:lnTo>
                  <a:pt x="173010" y="101693"/>
                </a:lnTo>
                <a:close/>
                <a:moveTo>
                  <a:pt x="283190" y="34692"/>
                </a:moveTo>
                <a:lnTo>
                  <a:pt x="268152" y="34692"/>
                </a:lnTo>
                <a:lnTo>
                  <a:pt x="268152" y="17421"/>
                </a:lnTo>
                <a:cubicBezTo>
                  <a:pt x="268152" y="15933"/>
                  <a:pt x="267854" y="15485"/>
                  <a:pt x="267109" y="15485"/>
                </a:cubicBezTo>
                <a:cubicBezTo>
                  <a:pt x="258474" y="27992"/>
                  <a:pt x="254007" y="33054"/>
                  <a:pt x="249691" y="35585"/>
                </a:cubicBezTo>
                <a:cubicBezTo>
                  <a:pt x="248052" y="36628"/>
                  <a:pt x="247157" y="37521"/>
                  <a:pt x="247157" y="38416"/>
                </a:cubicBezTo>
                <a:cubicBezTo>
                  <a:pt x="247157" y="38861"/>
                  <a:pt x="247307" y="39159"/>
                  <a:pt x="247755" y="39456"/>
                </a:cubicBezTo>
                <a:lnTo>
                  <a:pt x="255645" y="39456"/>
                </a:lnTo>
                <a:lnTo>
                  <a:pt x="255645" y="84274"/>
                </a:lnTo>
                <a:cubicBezTo>
                  <a:pt x="255645" y="96781"/>
                  <a:pt x="260112" y="103184"/>
                  <a:pt x="268897" y="103184"/>
                </a:cubicBezTo>
                <a:cubicBezTo>
                  <a:pt x="276192" y="103184"/>
                  <a:pt x="281849" y="99610"/>
                  <a:pt x="286764" y="91867"/>
                </a:cubicBezTo>
                <a:lnTo>
                  <a:pt x="284828" y="90229"/>
                </a:lnTo>
                <a:cubicBezTo>
                  <a:pt x="281552" y="94100"/>
                  <a:pt x="279171" y="95441"/>
                  <a:pt x="275895" y="95441"/>
                </a:cubicBezTo>
                <a:cubicBezTo>
                  <a:pt x="270385" y="95441"/>
                  <a:pt x="268152" y="91422"/>
                  <a:pt x="268152" y="82041"/>
                </a:cubicBezTo>
                <a:lnTo>
                  <a:pt x="268152" y="39456"/>
                </a:lnTo>
                <a:lnTo>
                  <a:pt x="283190" y="39456"/>
                </a:lnTo>
                <a:lnTo>
                  <a:pt x="283190" y="34692"/>
                </a:lnTo>
                <a:close/>
                <a:moveTo>
                  <a:pt x="347363" y="77277"/>
                </a:moveTo>
                <a:cubicBezTo>
                  <a:pt x="340218" y="88591"/>
                  <a:pt x="333813" y="92910"/>
                  <a:pt x="324285" y="92910"/>
                </a:cubicBezTo>
                <a:cubicBezTo>
                  <a:pt x="315799" y="92910"/>
                  <a:pt x="309397" y="88591"/>
                  <a:pt x="305078" y="80105"/>
                </a:cubicBezTo>
                <a:cubicBezTo>
                  <a:pt x="302397" y="74446"/>
                  <a:pt x="301356" y="69682"/>
                  <a:pt x="301059" y="60451"/>
                </a:cubicBezTo>
                <a:lnTo>
                  <a:pt x="346917" y="60451"/>
                </a:lnTo>
                <a:cubicBezTo>
                  <a:pt x="345725" y="50773"/>
                  <a:pt x="344237" y="46456"/>
                  <a:pt x="340515" y="41690"/>
                </a:cubicBezTo>
                <a:cubicBezTo>
                  <a:pt x="336046" y="36330"/>
                  <a:pt x="329199" y="33204"/>
                  <a:pt x="321456" y="33204"/>
                </a:cubicBezTo>
                <a:cubicBezTo>
                  <a:pt x="314011" y="33204"/>
                  <a:pt x="307013" y="35885"/>
                  <a:pt x="301356" y="40947"/>
                </a:cubicBezTo>
                <a:cubicBezTo>
                  <a:pt x="294357" y="47051"/>
                  <a:pt x="290338" y="57623"/>
                  <a:pt x="290338" y="69832"/>
                </a:cubicBezTo>
                <a:cubicBezTo>
                  <a:pt x="290338" y="90379"/>
                  <a:pt x="301059" y="103184"/>
                  <a:pt x="318180" y="103184"/>
                </a:cubicBezTo>
                <a:cubicBezTo>
                  <a:pt x="332325" y="103184"/>
                  <a:pt x="343491" y="94398"/>
                  <a:pt x="349746" y="78317"/>
                </a:cubicBezTo>
                <a:lnTo>
                  <a:pt x="347363" y="77277"/>
                </a:lnTo>
                <a:moveTo>
                  <a:pt x="301356" y="55687"/>
                </a:moveTo>
                <a:cubicBezTo>
                  <a:pt x="302992" y="44073"/>
                  <a:pt x="308056" y="38563"/>
                  <a:pt x="317137" y="38563"/>
                </a:cubicBezTo>
                <a:cubicBezTo>
                  <a:pt x="326220" y="38563"/>
                  <a:pt x="329794" y="42732"/>
                  <a:pt x="331730" y="55687"/>
                </a:cubicBezTo>
                <a:lnTo>
                  <a:pt x="301356" y="55687"/>
                </a:lnTo>
                <a:close/>
                <a:moveTo>
                  <a:pt x="394117" y="101693"/>
                </a:moveTo>
                <a:lnTo>
                  <a:pt x="424042" y="101693"/>
                </a:lnTo>
                <a:lnTo>
                  <a:pt x="424042" y="99460"/>
                </a:lnTo>
                <a:cubicBezTo>
                  <a:pt x="419428" y="99460"/>
                  <a:pt x="416449" y="97079"/>
                  <a:pt x="411833" y="90527"/>
                </a:cubicBezTo>
                <a:lnTo>
                  <a:pt x="392776" y="61344"/>
                </a:lnTo>
                <a:lnTo>
                  <a:pt x="405133" y="43478"/>
                </a:lnTo>
                <a:cubicBezTo>
                  <a:pt x="407962" y="39456"/>
                  <a:pt x="412280" y="37223"/>
                  <a:pt x="417195" y="36925"/>
                </a:cubicBezTo>
                <a:lnTo>
                  <a:pt x="417195" y="34692"/>
                </a:lnTo>
                <a:lnTo>
                  <a:pt x="393669" y="34692"/>
                </a:lnTo>
                <a:lnTo>
                  <a:pt x="393669" y="36925"/>
                </a:lnTo>
                <a:cubicBezTo>
                  <a:pt x="398136" y="37223"/>
                  <a:pt x="399624" y="38118"/>
                  <a:pt x="399624" y="40202"/>
                </a:cubicBezTo>
                <a:cubicBezTo>
                  <a:pt x="399624" y="41990"/>
                  <a:pt x="397838" y="45263"/>
                  <a:pt x="394117" y="49880"/>
                </a:cubicBezTo>
                <a:cubicBezTo>
                  <a:pt x="393371" y="50773"/>
                  <a:pt x="391583" y="53454"/>
                  <a:pt x="389648" y="56432"/>
                </a:cubicBezTo>
                <a:lnTo>
                  <a:pt x="388457" y="54644"/>
                </a:lnTo>
                <a:cubicBezTo>
                  <a:pt x="386224" y="51220"/>
                  <a:pt x="384883" y="49285"/>
                  <a:pt x="384586" y="48689"/>
                </a:cubicBezTo>
                <a:cubicBezTo>
                  <a:pt x="381757" y="44073"/>
                  <a:pt x="380714" y="41690"/>
                  <a:pt x="380714" y="40202"/>
                </a:cubicBezTo>
                <a:cubicBezTo>
                  <a:pt x="380714" y="37968"/>
                  <a:pt x="382650" y="37075"/>
                  <a:pt x="387117" y="36925"/>
                </a:cubicBezTo>
                <a:lnTo>
                  <a:pt x="387117" y="34692"/>
                </a:lnTo>
                <a:lnTo>
                  <a:pt x="356296" y="34692"/>
                </a:lnTo>
                <a:lnTo>
                  <a:pt x="356296" y="36925"/>
                </a:lnTo>
                <a:lnTo>
                  <a:pt x="357636" y="36925"/>
                </a:lnTo>
                <a:cubicBezTo>
                  <a:pt x="362103" y="36925"/>
                  <a:pt x="364486" y="38861"/>
                  <a:pt x="369100" y="45859"/>
                </a:cubicBezTo>
                <a:lnTo>
                  <a:pt x="383098" y="67301"/>
                </a:lnTo>
                <a:lnTo>
                  <a:pt x="366124" y="91867"/>
                </a:lnTo>
                <a:cubicBezTo>
                  <a:pt x="361658" y="97972"/>
                  <a:pt x="360167" y="99015"/>
                  <a:pt x="355255" y="99460"/>
                </a:cubicBezTo>
                <a:lnTo>
                  <a:pt x="355255" y="101693"/>
                </a:lnTo>
                <a:lnTo>
                  <a:pt x="376843" y="101693"/>
                </a:lnTo>
                <a:lnTo>
                  <a:pt x="376843" y="99460"/>
                </a:lnTo>
                <a:cubicBezTo>
                  <a:pt x="372527" y="99460"/>
                  <a:pt x="370888" y="98717"/>
                  <a:pt x="370888" y="96781"/>
                </a:cubicBezTo>
                <a:cubicBezTo>
                  <a:pt x="370888" y="95738"/>
                  <a:pt x="371781" y="93803"/>
                  <a:pt x="373867" y="90677"/>
                </a:cubicBezTo>
                <a:lnTo>
                  <a:pt x="385629" y="72363"/>
                </a:lnTo>
                <a:lnTo>
                  <a:pt x="399178" y="93208"/>
                </a:lnTo>
                <a:cubicBezTo>
                  <a:pt x="399774" y="94100"/>
                  <a:pt x="400071" y="94846"/>
                  <a:pt x="400071" y="95888"/>
                </a:cubicBezTo>
                <a:cubicBezTo>
                  <a:pt x="400071" y="98567"/>
                  <a:pt x="399028" y="99162"/>
                  <a:pt x="394117" y="99460"/>
                </a:cubicBezTo>
                <a:lnTo>
                  <a:pt x="394117" y="101693"/>
                </a:lnTo>
                <a:close/>
                <a:moveTo>
                  <a:pt x="465583" y="34692"/>
                </a:moveTo>
                <a:lnTo>
                  <a:pt x="450545" y="34692"/>
                </a:lnTo>
                <a:lnTo>
                  <a:pt x="450545" y="17421"/>
                </a:lnTo>
                <a:cubicBezTo>
                  <a:pt x="450545" y="15933"/>
                  <a:pt x="450248" y="15485"/>
                  <a:pt x="449502" y="15485"/>
                </a:cubicBezTo>
                <a:cubicBezTo>
                  <a:pt x="440867" y="27992"/>
                  <a:pt x="436400" y="33054"/>
                  <a:pt x="432084" y="35585"/>
                </a:cubicBezTo>
                <a:cubicBezTo>
                  <a:pt x="430446" y="36628"/>
                  <a:pt x="429550" y="37521"/>
                  <a:pt x="429550" y="38416"/>
                </a:cubicBezTo>
                <a:cubicBezTo>
                  <a:pt x="429550" y="38861"/>
                  <a:pt x="429700" y="39159"/>
                  <a:pt x="430148" y="39456"/>
                </a:cubicBezTo>
                <a:lnTo>
                  <a:pt x="438038" y="39456"/>
                </a:lnTo>
                <a:lnTo>
                  <a:pt x="438038" y="84274"/>
                </a:lnTo>
                <a:cubicBezTo>
                  <a:pt x="438038" y="96781"/>
                  <a:pt x="442505" y="103184"/>
                  <a:pt x="451290" y="103184"/>
                </a:cubicBezTo>
                <a:cubicBezTo>
                  <a:pt x="458585" y="103184"/>
                  <a:pt x="464243" y="99610"/>
                  <a:pt x="469157" y="91867"/>
                </a:cubicBezTo>
                <a:lnTo>
                  <a:pt x="467221" y="90229"/>
                </a:lnTo>
                <a:cubicBezTo>
                  <a:pt x="463945" y="94100"/>
                  <a:pt x="461564" y="95441"/>
                  <a:pt x="458288" y="95441"/>
                </a:cubicBezTo>
                <a:cubicBezTo>
                  <a:pt x="452778" y="95441"/>
                  <a:pt x="450545" y="91422"/>
                  <a:pt x="450545" y="82041"/>
                </a:cubicBezTo>
                <a:lnTo>
                  <a:pt x="450545" y="39456"/>
                </a:lnTo>
                <a:lnTo>
                  <a:pt x="465583" y="39456"/>
                </a:lnTo>
                <a:lnTo>
                  <a:pt x="465583" y="34692"/>
                </a:lnTo>
                <a:close/>
                <a:moveTo>
                  <a:pt x="579336" y="93058"/>
                </a:moveTo>
                <a:cubicBezTo>
                  <a:pt x="577401" y="93208"/>
                  <a:pt x="576508" y="93208"/>
                  <a:pt x="575910" y="93208"/>
                </a:cubicBezTo>
                <a:cubicBezTo>
                  <a:pt x="570701" y="93208"/>
                  <a:pt x="569361" y="91570"/>
                  <a:pt x="569361" y="84720"/>
                </a:cubicBezTo>
                <a:lnTo>
                  <a:pt x="569361" y="298"/>
                </a:lnTo>
                <a:lnTo>
                  <a:pt x="568615" y="0"/>
                </a:lnTo>
                <a:cubicBezTo>
                  <a:pt x="561618" y="2383"/>
                  <a:pt x="556556" y="4021"/>
                  <a:pt x="546728" y="6552"/>
                </a:cubicBezTo>
                <a:lnTo>
                  <a:pt x="546728" y="8933"/>
                </a:lnTo>
                <a:cubicBezTo>
                  <a:pt x="547920" y="8785"/>
                  <a:pt x="548663" y="8785"/>
                  <a:pt x="550004" y="8785"/>
                </a:cubicBezTo>
                <a:cubicBezTo>
                  <a:pt x="555513" y="8785"/>
                  <a:pt x="556854" y="10274"/>
                  <a:pt x="556854" y="16378"/>
                </a:cubicBezTo>
                <a:lnTo>
                  <a:pt x="556854" y="39606"/>
                </a:lnTo>
                <a:cubicBezTo>
                  <a:pt x="551194" y="34842"/>
                  <a:pt x="547175" y="33204"/>
                  <a:pt x="541218" y="33204"/>
                </a:cubicBezTo>
                <a:cubicBezTo>
                  <a:pt x="524097" y="33204"/>
                  <a:pt x="510250" y="50028"/>
                  <a:pt x="510250" y="71172"/>
                </a:cubicBezTo>
                <a:cubicBezTo>
                  <a:pt x="510250" y="90229"/>
                  <a:pt x="521269" y="103184"/>
                  <a:pt x="537795" y="103184"/>
                </a:cubicBezTo>
                <a:cubicBezTo>
                  <a:pt x="546132" y="103184"/>
                  <a:pt x="551792" y="100205"/>
                  <a:pt x="556854" y="93208"/>
                </a:cubicBezTo>
                <a:lnTo>
                  <a:pt x="556854" y="102736"/>
                </a:lnTo>
                <a:lnTo>
                  <a:pt x="557449" y="103184"/>
                </a:lnTo>
                <a:lnTo>
                  <a:pt x="579336" y="95441"/>
                </a:lnTo>
                <a:lnTo>
                  <a:pt x="579336" y="93058"/>
                </a:lnTo>
                <a:moveTo>
                  <a:pt x="556854" y="86508"/>
                </a:moveTo>
                <a:cubicBezTo>
                  <a:pt x="556854" y="87550"/>
                  <a:pt x="555811" y="89336"/>
                  <a:pt x="554323" y="90974"/>
                </a:cubicBezTo>
                <a:cubicBezTo>
                  <a:pt x="551792" y="93953"/>
                  <a:pt x="547920" y="95441"/>
                  <a:pt x="543602" y="95441"/>
                </a:cubicBezTo>
                <a:cubicBezTo>
                  <a:pt x="531095" y="95441"/>
                  <a:pt x="523054" y="83529"/>
                  <a:pt x="523054" y="65068"/>
                </a:cubicBezTo>
                <a:cubicBezTo>
                  <a:pt x="523054" y="48392"/>
                  <a:pt x="530349" y="37373"/>
                  <a:pt x="541666" y="37373"/>
                </a:cubicBezTo>
                <a:cubicBezTo>
                  <a:pt x="549706" y="37373"/>
                  <a:pt x="556854" y="44370"/>
                  <a:pt x="556854" y="52263"/>
                </a:cubicBezTo>
                <a:lnTo>
                  <a:pt x="556854" y="86508"/>
                </a:lnTo>
                <a:close/>
                <a:moveTo>
                  <a:pt x="583058" y="101693"/>
                </a:moveTo>
                <a:lnTo>
                  <a:pt x="618346" y="101693"/>
                </a:lnTo>
                <a:lnTo>
                  <a:pt x="618346" y="99460"/>
                </a:lnTo>
                <a:cubicBezTo>
                  <a:pt x="608520" y="98717"/>
                  <a:pt x="607477" y="97377"/>
                  <a:pt x="607327" y="86508"/>
                </a:cubicBezTo>
                <a:lnTo>
                  <a:pt x="607327" y="33649"/>
                </a:lnTo>
                <a:lnTo>
                  <a:pt x="606732" y="33204"/>
                </a:lnTo>
                <a:lnTo>
                  <a:pt x="583653" y="41392"/>
                </a:lnTo>
                <a:lnTo>
                  <a:pt x="583653" y="43625"/>
                </a:lnTo>
                <a:lnTo>
                  <a:pt x="584846" y="43478"/>
                </a:lnTo>
                <a:cubicBezTo>
                  <a:pt x="586632" y="43180"/>
                  <a:pt x="588418" y="43030"/>
                  <a:pt x="589908" y="43030"/>
                </a:cubicBezTo>
                <a:cubicBezTo>
                  <a:pt x="593482" y="43030"/>
                  <a:pt x="594820" y="45413"/>
                  <a:pt x="594820" y="51963"/>
                </a:cubicBezTo>
                <a:lnTo>
                  <a:pt x="594820" y="86508"/>
                </a:lnTo>
                <a:cubicBezTo>
                  <a:pt x="594522" y="97524"/>
                  <a:pt x="593184" y="99015"/>
                  <a:pt x="583058" y="99460"/>
                </a:cubicBezTo>
                <a:lnTo>
                  <a:pt x="583058" y="101693"/>
                </a:lnTo>
                <a:moveTo>
                  <a:pt x="599734" y="0"/>
                </a:moveTo>
                <a:cubicBezTo>
                  <a:pt x="595715" y="0"/>
                  <a:pt x="592289" y="3426"/>
                  <a:pt x="592289" y="7595"/>
                </a:cubicBezTo>
                <a:cubicBezTo>
                  <a:pt x="592289" y="11912"/>
                  <a:pt x="595565" y="15188"/>
                  <a:pt x="599734" y="15188"/>
                </a:cubicBezTo>
                <a:cubicBezTo>
                  <a:pt x="604201" y="15188"/>
                  <a:pt x="607477" y="11912"/>
                  <a:pt x="607477" y="7595"/>
                </a:cubicBezTo>
                <a:cubicBezTo>
                  <a:pt x="607477" y="3276"/>
                  <a:pt x="604053" y="0"/>
                  <a:pt x="599734" y="0"/>
                </a:cubicBezTo>
                <a:close/>
                <a:moveTo>
                  <a:pt x="668969" y="54942"/>
                </a:moveTo>
                <a:lnTo>
                  <a:pt x="668374" y="34544"/>
                </a:lnTo>
                <a:lnTo>
                  <a:pt x="666736" y="34544"/>
                </a:lnTo>
                <a:cubicBezTo>
                  <a:pt x="665993" y="35735"/>
                  <a:pt x="665248" y="36183"/>
                  <a:pt x="664355" y="36183"/>
                </a:cubicBezTo>
                <a:cubicBezTo>
                  <a:pt x="663462" y="36183"/>
                  <a:pt x="661972" y="35885"/>
                  <a:pt x="660333" y="35140"/>
                </a:cubicBezTo>
                <a:cubicBezTo>
                  <a:pt x="656910" y="33949"/>
                  <a:pt x="653486" y="33204"/>
                  <a:pt x="649912" y="33204"/>
                </a:cubicBezTo>
                <a:cubicBezTo>
                  <a:pt x="638148" y="33204"/>
                  <a:pt x="629663" y="40947"/>
                  <a:pt x="629663" y="51666"/>
                </a:cubicBezTo>
                <a:cubicBezTo>
                  <a:pt x="629663" y="60004"/>
                  <a:pt x="634427" y="65960"/>
                  <a:pt x="647084" y="73108"/>
                </a:cubicBezTo>
                <a:lnTo>
                  <a:pt x="655719" y="78020"/>
                </a:lnTo>
                <a:cubicBezTo>
                  <a:pt x="660929" y="80998"/>
                  <a:pt x="663462" y="84572"/>
                  <a:pt x="663462" y="89186"/>
                </a:cubicBezTo>
                <a:cubicBezTo>
                  <a:pt x="663462" y="95738"/>
                  <a:pt x="658695" y="99907"/>
                  <a:pt x="651103" y="99907"/>
                </a:cubicBezTo>
                <a:cubicBezTo>
                  <a:pt x="640829" y="99907"/>
                  <a:pt x="635617" y="94250"/>
                  <a:pt x="632194" y="79063"/>
                </a:cubicBezTo>
                <a:lnTo>
                  <a:pt x="629810" y="79063"/>
                </a:lnTo>
                <a:lnTo>
                  <a:pt x="629810" y="102291"/>
                </a:lnTo>
                <a:lnTo>
                  <a:pt x="631746" y="102291"/>
                </a:lnTo>
                <a:cubicBezTo>
                  <a:pt x="632789" y="100800"/>
                  <a:pt x="633384" y="100503"/>
                  <a:pt x="635172" y="100503"/>
                </a:cubicBezTo>
                <a:cubicBezTo>
                  <a:pt x="636810" y="100503"/>
                  <a:pt x="638596" y="100800"/>
                  <a:pt x="642020" y="101693"/>
                </a:cubicBezTo>
                <a:cubicBezTo>
                  <a:pt x="646041" y="102588"/>
                  <a:pt x="649912" y="103184"/>
                  <a:pt x="652888" y="103184"/>
                </a:cubicBezTo>
                <a:cubicBezTo>
                  <a:pt x="664502" y="103184"/>
                  <a:pt x="673883" y="94548"/>
                  <a:pt x="673883" y="84124"/>
                </a:cubicBezTo>
                <a:cubicBezTo>
                  <a:pt x="673883" y="76679"/>
                  <a:pt x="670309" y="71768"/>
                  <a:pt x="661376" y="66406"/>
                </a:cubicBezTo>
                <a:lnTo>
                  <a:pt x="645296" y="56877"/>
                </a:lnTo>
                <a:cubicBezTo>
                  <a:pt x="641127" y="54346"/>
                  <a:pt x="638893" y="50773"/>
                  <a:pt x="638893" y="46754"/>
                </a:cubicBezTo>
                <a:cubicBezTo>
                  <a:pt x="638893" y="40649"/>
                  <a:pt x="643510" y="36628"/>
                  <a:pt x="650357" y="36628"/>
                </a:cubicBezTo>
                <a:cubicBezTo>
                  <a:pt x="658845" y="36628"/>
                  <a:pt x="663312" y="41542"/>
                  <a:pt x="666736" y="54942"/>
                </a:cubicBezTo>
                <a:lnTo>
                  <a:pt x="668969" y="54942"/>
                </a:lnTo>
                <a:close/>
                <a:moveTo>
                  <a:pt x="739694" y="78467"/>
                </a:moveTo>
                <a:cubicBezTo>
                  <a:pt x="732546" y="88889"/>
                  <a:pt x="727187" y="92462"/>
                  <a:pt x="718699" y="92462"/>
                </a:cubicBezTo>
                <a:cubicBezTo>
                  <a:pt x="705002" y="92462"/>
                  <a:pt x="695621" y="80551"/>
                  <a:pt x="695621" y="63430"/>
                </a:cubicBezTo>
                <a:cubicBezTo>
                  <a:pt x="695621" y="47944"/>
                  <a:pt x="703811" y="37521"/>
                  <a:pt x="715871" y="37521"/>
                </a:cubicBezTo>
                <a:cubicBezTo>
                  <a:pt x="721230" y="37521"/>
                  <a:pt x="723166" y="39011"/>
                  <a:pt x="724656" y="44668"/>
                </a:cubicBezTo>
                <a:lnTo>
                  <a:pt x="725549" y="47944"/>
                </a:lnTo>
                <a:cubicBezTo>
                  <a:pt x="726739" y="52263"/>
                  <a:pt x="729420" y="54794"/>
                  <a:pt x="732696" y="54794"/>
                </a:cubicBezTo>
                <a:cubicBezTo>
                  <a:pt x="736568" y="54794"/>
                  <a:pt x="739694" y="51963"/>
                  <a:pt x="739694" y="48539"/>
                </a:cubicBezTo>
                <a:cubicBezTo>
                  <a:pt x="739694" y="40202"/>
                  <a:pt x="729270" y="33204"/>
                  <a:pt x="716763" y="33204"/>
                </a:cubicBezTo>
                <a:cubicBezTo>
                  <a:pt x="709468" y="33204"/>
                  <a:pt x="701876" y="36183"/>
                  <a:pt x="695771" y="41542"/>
                </a:cubicBezTo>
                <a:cubicBezTo>
                  <a:pt x="688326" y="48092"/>
                  <a:pt x="684157" y="58218"/>
                  <a:pt x="684157" y="70129"/>
                </a:cubicBezTo>
                <a:cubicBezTo>
                  <a:pt x="684157" y="89336"/>
                  <a:pt x="695919" y="103184"/>
                  <a:pt x="712447" y="103184"/>
                </a:cubicBezTo>
                <a:cubicBezTo>
                  <a:pt x="719147" y="103184"/>
                  <a:pt x="725101" y="100800"/>
                  <a:pt x="730463" y="96186"/>
                </a:cubicBezTo>
                <a:cubicBezTo>
                  <a:pt x="734482" y="92760"/>
                  <a:pt x="737311" y="88591"/>
                  <a:pt x="741777" y="79808"/>
                </a:cubicBezTo>
                <a:lnTo>
                  <a:pt x="739694" y="78467"/>
                </a:lnTo>
                <a:close/>
                <a:moveTo>
                  <a:pt x="747286" y="101693"/>
                </a:moveTo>
                <a:lnTo>
                  <a:pt x="783021" y="101693"/>
                </a:lnTo>
                <a:lnTo>
                  <a:pt x="783021" y="99460"/>
                </a:lnTo>
                <a:cubicBezTo>
                  <a:pt x="773045" y="99162"/>
                  <a:pt x="770662" y="97079"/>
                  <a:pt x="770364" y="88293"/>
                </a:cubicBezTo>
                <a:lnTo>
                  <a:pt x="770364" y="54794"/>
                </a:lnTo>
                <a:cubicBezTo>
                  <a:pt x="770364" y="50028"/>
                  <a:pt x="776619" y="42585"/>
                  <a:pt x="780788" y="42585"/>
                </a:cubicBezTo>
                <a:cubicBezTo>
                  <a:pt x="781681" y="42585"/>
                  <a:pt x="783021" y="43328"/>
                  <a:pt x="784659" y="44818"/>
                </a:cubicBezTo>
                <a:cubicBezTo>
                  <a:pt x="786892" y="47051"/>
                  <a:pt x="788678" y="47794"/>
                  <a:pt x="790614" y="47794"/>
                </a:cubicBezTo>
                <a:cubicBezTo>
                  <a:pt x="794187" y="47794"/>
                  <a:pt x="796421" y="45263"/>
                  <a:pt x="796421" y="41094"/>
                </a:cubicBezTo>
                <a:cubicBezTo>
                  <a:pt x="796421" y="36183"/>
                  <a:pt x="793295" y="33204"/>
                  <a:pt x="788233" y="33204"/>
                </a:cubicBezTo>
                <a:cubicBezTo>
                  <a:pt x="781978" y="33204"/>
                  <a:pt x="777809" y="36480"/>
                  <a:pt x="770364" y="47199"/>
                </a:cubicBezTo>
                <a:lnTo>
                  <a:pt x="770364" y="33502"/>
                </a:lnTo>
                <a:lnTo>
                  <a:pt x="769621" y="33204"/>
                </a:lnTo>
                <a:cubicBezTo>
                  <a:pt x="761283" y="36480"/>
                  <a:pt x="755922" y="38563"/>
                  <a:pt x="747584" y="41244"/>
                </a:cubicBezTo>
                <a:lnTo>
                  <a:pt x="747584" y="43625"/>
                </a:lnTo>
                <a:cubicBezTo>
                  <a:pt x="749669" y="43180"/>
                  <a:pt x="751010" y="43030"/>
                  <a:pt x="752795" y="43030"/>
                </a:cubicBezTo>
                <a:cubicBezTo>
                  <a:pt x="756517" y="43030"/>
                  <a:pt x="757857" y="45413"/>
                  <a:pt x="757857" y="51963"/>
                </a:cubicBezTo>
                <a:lnTo>
                  <a:pt x="757857" y="89186"/>
                </a:lnTo>
                <a:cubicBezTo>
                  <a:pt x="757560" y="96929"/>
                  <a:pt x="756667" y="97824"/>
                  <a:pt x="747286" y="99460"/>
                </a:cubicBezTo>
                <a:lnTo>
                  <a:pt x="747286" y="101693"/>
                </a:lnTo>
                <a:close/>
                <a:moveTo>
                  <a:pt x="856871" y="77277"/>
                </a:moveTo>
                <a:cubicBezTo>
                  <a:pt x="849725" y="88591"/>
                  <a:pt x="843321" y="92910"/>
                  <a:pt x="833793" y="92910"/>
                </a:cubicBezTo>
                <a:cubicBezTo>
                  <a:pt x="825307" y="92910"/>
                  <a:pt x="818905" y="88591"/>
                  <a:pt x="814586" y="80105"/>
                </a:cubicBezTo>
                <a:cubicBezTo>
                  <a:pt x="811905" y="74446"/>
                  <a:pt x="810864" y="69682"/>
                  <a:pt x="810567" y="60451"/>
                </a:cubicBezTo>
                <a:lnTo>
                  <a:pt x="856425" y="60451"/>
                </a:lnTo>
                <a:cubicBezTo>
                  <a:pt x="855233" y="50773"/>
                  <a:pt x="853744" y="46456"/>
                  <a:pt x="850023" y="41690"/>
                </a:cubicBezTo>
                <a:cubicBezTo>
                  <a:pt x="845554" y="36330"/>
                  <a:pt x="838707" y="33204"/>
                  <a:pt x="830964" y="33204"/>
                </a:cubicBezTo>
                <a:cubicBezTo>
                  <a:pt x="823519" y="33204"/>
                  <a:pt x="816521" y="35885"/>
                  <a:pt x="810864" y="40947"/>
                </a:cubicBezTo>
                <a:cubicBezTo>
                  <a:pt x="803865" y="47051"/>
                  <a:pt x="799846" y="57623"/>
                  <a:pt x="799846" y="69832"/>
                </a:cubicBezTo>
                <a:cubicBezTo>
                  <a:pt x="799846" y="90379"/>
                  <a:pt x="810567" y="103184"/>
                  <a:pt x="827688" y="103184"/>
                </a:cubicBezTo>
                <a:cubicBezTo>
                  <a:pt x="841833" y="103184"/>
                  <a:pt x="852999" y="94398"/>
                  <a:pt x="859254" y="78317"/>
                </a:cubicBezTo>
                <a:lnTo>
                  <a:pt x="856871" y="77277"/>
                </a:lnTo>
                <a:moveTo>
                  <a:pt x="810864" y="55687"/>
                </a:moveTo>
                <a:cubicBezTo>
                  <a:pt x="812500" y="44073"/>
                  <a:pt x="817564" y="38563"/>
                  <a:pt x="826645" y="38563"/>
                </a:cubicBezTo>
                <a:cubicBezTo>
                  <a:pt x="835728" y="38563"/>
                  <a:pt x="839302" y="42732"/>
                  <a:pt x="841238" y="55687"/>
                </a:cubicBezTo>
                <a:lnTo>
                  <a:pt x="810864" y="55687"/>
                </a:lnTo>
                <a:close/>
                <a:moveTo>
                  <a:pt x="862975" y="134004"/>
                </a:moveTo>
                <a:lnTo>
                  <a:pt x="899008" y="134004"/>
                </a:lnTo>
                <a:lnTo>
                  <a:pt x="899008" y="131323"/>
                </a:lnTo>
                <a:cubicBezTo>
                  <a:pt x="887841" y="131176"/>
                  <a:pt x="886053" y="129685"/>
                  <a:pt x="885906" y="120157"/>
                </a:cubicBezTo>
                <a:lnTo>
                  <a:pt x="885906" y="96781"/>
                </a:lnTo>
                <a:cubicBezTo>
                  <a:pt x="891265" y="101693"/>
                  <a:pt x="894689" y="103184"/>
                  <a:pt x="900944" y="103184"/>
                </a:cubicBezTo>
                <a:cubicBezTo>
                  <a:pt x="918662" y="103184"/>
                  <a:pt x="932210" y="86508"/>
                  <a:pt x="932210" y="64918"/>
                </a:cubicBezTo>
                <a:cubicBezTo>
                  <a:pt x="932210" y="46456"/>
                  <a:pt x="921788" y="33204"/>
                  <a:pt x="907346" y="33204"/>
                </a:cubicBezTo>
                <a:cubicBezTo>
                  <a:pt x="899008" y="33204"/>
                  <a:pt x="892456" y="36778"/>
                  <a:pt x="885906" y="44966"/>
                </a:cubicBezTo>
                <a:lnTo>
                  <a:pt x="885906" y="33502"/>
                </a:lnTo>
                <a:lnTo>
                  <a:pt x="885013" y="33204"/>
                </a:lnTo>
                <a:cubicBezTo>
                  <a:pt x="876973" y="36330"/>
                  <a:pt x="871761" y="38266"/>
                  <a:pt x="863571" y="40797"/>
                </a:cubicBezTo>
                <a:lnTo>
                  <a:pt x="863571" y="43180"/>
                </a:lnTo>
                <a:cubicBezTo>
                  <a:pt x="864911" y="43030"/>
                  <a:pt x="865804" y="43030"/>
                  <a:pt x="867294" y="43030"/>
                </a:cubicBezTo>
                <a:cubicBezTo>
                  <a:pt x="872356" y="43030"/>
                  <a:pt x="873399" y="44520"/>
                  <a:pt x="873399" y="51518"/>
                </a:cubicBezTo>
                <a:lnTo>
                  <a:pt x="873399" y="121200"/>
                </a:lnTo>
                <a:cubicBezTo>
                  <a:pt x="873399" y="129090"/>
                  <a:pt x="871761" y="130581"/>
                  <a:pt x="862975" y="131473"/>
                </a:cubicBezTo>
                <a:lnTo>
                  <a:pt x="862975" y="134004"/>
                </a:lnTo>
                <a:moveTo>
                  <a:pt x="885906" y="51963"/>
                </a:moveTo>
                <a:cubicBezTo>
                  <a:pt x="885906" y="47497"/>
                  <a:pt x="894244" y="42137"/>
                  <a:pt x="901091" y="42137"/>
                </a:cubicBezTo>
                <a:cubicBezTo>
                  <a:pt x="912110" y="42137"/>
                  <a:pt x="919405" y="53454"/>
                  <a:pt x="919405" y="70875"/>
                </a:cubicBezTo>
                <a:cubicBezTo>
                  <a:pt x="919405" y="87251"/>
                  <a:pt x="912110" y="98419"/>
                  <a:pt x="901391" y="98419"/>
                </a:cubicBezTo>
                <a:cubicBezTo>
                  <a:pt x="894391" y="98419"/>
                  <a:pt x="885906" y="93058"/>
                  <a:pt x="885906" y="88591"/>
                </a:cubicBezTo>
                <a:lnTo>
                  <a:pt x="885906" y="51963"/>
                </a:lnTo>
                <a:close/>
                <a:moveTo>
                  <a:pt x="1002487" y="91867"/>
                </a:moveTo>
                <a:cubicBezTo>
                  <a:pt x="999956" y="93953"/>
                  <a:pt x="998171" y="94696"/>
                  <a:pt x="995937" y="94696"/>
                </a:cubicBezTo>
                <a:cubicBezTo>
                  <a:pt x="992513" y="94696"/>
                  <a:pt x="991471" y="92612"/>
                  <a:pt x="991471" y="86060"/>
                </a:cubicBezTo>
                <a:lnTo>
                  <a:pt x="991471" y="57027"/>
                </a:lnTo>
                <a:cubicBezTo>
                  <a:pt x="991471" y="49285"/>
                  <a:pt x="990725" y="44966"/>
                  <a:pt x="988492" y="41392"/>
                </a:cubicBezTo>
                <a:cubicBezTo>
                  <a:pt x="985216" y="36033"/>
                  <a:pt x="978814" y="33204"/>
                  <a:pt x="970031" y="33204"/>
                </a:cubicBezTo>
                <a:cubicBezTo>
                  <a:pt x="956033" y="33204"/>
                  <a:pt x="945017" y="40499"/>
                  <a:pt x="945017" y="49880"/>
                </a:cubicBezTo>
                <a:cubicBezTo>
                  <a:pt x="945017" y="53304"/>
                  <a:pt x="947845" y="56282"/>
                  <a:pt x="951419" y="56282"/>
                </a:cubicBezTo>
                <a:cubicBezTo>
                  <a:pt x="954991" y="56282"/>
                  <a:pt x="958119" y="53304"/>
                  <a:pt x="958119" y="50028"/>
                </a:cubicBezTo>
                <a:cubicBezTo>
                  <a:pt x="958119" y="49432"/>
                  <a:pt x="957969" y="48689"/>
                  <a:pt x="957821" y="47647"/>
                </a:cubicBezTo>
                <a:cubicBezTo>
                  <a:pt x="957524" y="46306"/>
                  <a:pt x="957374" y="45116"/>
                  <a:pt x="957374" y="44073"/>
                </a:cubicBezTo>
                <a:cubicBezTo>
                  <a:pt x="957374" y="40054"/>
                  <a:pt x="962138" y="36778"/>
                  <a:pt x="968095" y="36778"/>
                </a:cubicBezTo>
                <a:cubicBezTo>
                  <a:pt x="975390" y="36778"/>
                  <a:pt x="979409" y="41094"/>
                  <a:pt x="979409" y="49135"/>
                </a:cubicBezTo>
                <a:lnTo>
                  <a:pt x="979409" y="58218"/>
                </a:lnTo>
                <a:cubicBezTo>
                  <a:pt x="956629" y="67301"/>
                  <a:pt x="953950" y="68639"/>
                  <a:pt x="947548" y="74298"/>
                </a:cubicBezTo>
                <a:cubicBezTo>
                  <a:pt x="944272" y="77277"/>
                  <a:pt x="942186" y="82339"/>
                  <a:pt x="942186" y="87251"/>
                </a:cubicBezTo>
                <a:cubicBezTo>
                  <a:pt x="942186" y="96631"/>
                  <a:pt x="948738" y="103184"/>
                  <a:pt x="957821" y="103184"/>
                </a:cubicBezTo>
                <a:cubicBezTo>
                  <a:pt x="964371" y="103184"/>
                  <a:pt x="970476" y="100057"/>
                  <a:pt x="979559" y="92315"/>
                </a:cubicBezTo>
                <a:cubicBezTo>
                  <a:pt x="980304" y="100205"/>
                  <a:pt x="982983" y="103184"/>
                  <a:pt x="989087" y="103184"/>
                </a:cubicBezTo>
                <a:cubicBezTo>
                  <a:pt x="994149" y="103184"/>
                  <a:pt x="997278" y="101396"/>
                  <a:pt x="1002487" y="95738"/>
                </a:cubicBezTo>
                <a:lnTo>
                  <a:pt x="1002487" y="91867"/>
                </a:lnTo>
                <a:moveTo>
                  <a:pt x="979409" y="83382"/>
                </a:moveTo>
                <a:cubicBezTo>
                  <a:pt x="979409" y="87848"/>
                  <a:pt x="978666" y="89486"/>
                  <a:pt x="975538" y="91272"/>
                </a:cubicBezTo>
                <a:cubicBezTo>
                  <a:pt x="971816" y="93355"/>
                  <a:pt x="967797" y="94548"/>
                  <a:pt x="964669" y="94548"/>
                </a:cubicBezTo>
                <a:cubicBezTo>
                  <a:pt x="959459" y="94548"/>
                  <a:pt x="955290" y="89486"/>
                  <a:pt x="955290" y="83082"/>
                </a:cubicBezTo>
                <a:lnTo>
                  <a:pt x="955290" y="82486"/>
                </a:lnTo>
                <a:cubicBezTo>
                  <a:pt x="955438" y="73553"/>
                  <a:pt x="961990" y="67896"/>
                  <a:pt x="979409" y="61792"/>
                </a:cubicBezTo>
                <a:lnTo>
                  <a:pt x="979409" y="83382"/>
                </a:lnTo>
                <a:close/>
                <a:moveTo>
                  <a:pt x="1005465" y="101693"/>
                </a:moveTo>
                <a:lnTo>
                  <a:pt x="1037031" y="101693"/>
                </a:lnTo>
                <a:lnTo>
                  <a:pt x="1037031" y="99460"/>
                </a:lnTo>
                <a:cubicBezTo>
                  <a:pt x="1029586" y="99015"/>
                  <a:pt x="1027203" y="97079"/>
                  <a:pt x="1027203" y="91719"/>
                </a:cubicBezTo>
                <a:lnTo>
                  <a:pt x="1027203" y="49880"/>
                </a:lnTo>
                <a:cubicBezTo>
                  <a:pt x="1034350" y="43180"/>
                  <a:pt x="1037626" y="41392"/>
                  <a:pt x="1042541" y="41392"/>
                </a:cubicBezTo>
                <a:cubicBezTo>
                  <a:pt x="1049836" y="41392"/>
                  <a:pt x="1053409" y="46009"/>
                  <a:pt x="1053409" y="55835"/>
                </a:cubicBezTo>
                <a:lnTo>
                  <a:pt x="1053409" y="86953"/>
                </a:lnTo>
                <a:cubicBezTo>
                  <a:pt x="1053112" y="96631"/>
                  <a:pt x="1051324" y="99015"/>
                  <a:pt x="1044029" y="99460"/>
                </a:cubicBezTo>
                <a:lnTo>
                  <a:pt x="1044029" y="101693"/>
                </a:lnTo>
                <a:lnTo>
                  <a:pt x="1074999" y="101693"/>
                </a:lnTo>
                <a:lnTo>
                  <a:pt x="1074999" y="99460"/>
                </a:lnTo>
                <a:cubicBezTo>
                  <a:pt x="1067702" y="98717"/>
                  <a:pt x="1066064" y="96929"/>
                  <a:pt x="1065916" y="89634"/>
                </a:cubicBezTo>
                <a:lnTo>
                  <a:pt x="1065916" y="55537"/>
                </a:lnTo>
                <a:cubicBezTo>
                  <a:pt x="1065916" y="41542"/>
                  <a:pt x="1059364" y="33204"/>
                  <a:pt x="1048348" y="33204"/>
                </a:cubicBezTo>
                <a:cubicBezTo>
                  <a:pt x="1041498" y="33204"/>
                  <a:pt x="1036881" y="35735"/>
                  <a:pt x="1026758" y="45263"/>
                </a:cubicBezTo>
                <a:lnTo>
                  <a:pt x="1026758" y="33502"/>
                </a:lnTo>
                <a:lnTo>
                  <a:pt x="1025715" y="33204"/>
                </a:lnTo>
                <a:cubicBezTo>
                  <a:pt x="1017972" y="36033"/>
                  <a:pt x="1012910" y="37671"/>
                  <a:pt x="1005168" y="39904"/>
                </a:cubicBezTo>
                <a:lnTo>
                  <a:pt x="1005168" y="42435"/>
                </a:lnTo>
                <a:cubicBezTo>
                  <a:pt x="1006210" y="41990"/>
                  <a:pt x="1007551" y="41840"/>
                  <a:pt x="1009189" y="41840"/>
                </a:cubicBezTo>
                <a:cubicBezTo>
                  <a:pt x="1013358" y="41840"/>
                  <a:pt x="1014696" y="44073"/>
                  <a:pt x="1014696" y="51368"/>
                </a:cubicBezTo>
                <a:lnTo>
                  <a:pt x="1014696" y="88293"/>
                </a:lnTo>
                <a:cubicBezTo>
                  <a:pt x="1014548" y="97079"/>
                  <a:pt x="1012910" y="99015"/>
                  <a:pt x="1005465" y="99460"/>
                </a:cubicBezTo>
                <a:lnTo>
                  <a:pt x="1005465" y="101693"/>
                </a:lnTo>
                <a:close/>
                <a:moveTo>
                  <a:pt x="1136937" y="78467"/>
                </a:moveTo>
                <a:cubicBezTo>
                  <a:pt x="1129790" y="88889"/>
                  <a:pt x="1124431" y="92462"/>
                  <a:pt x="1115943" y="92462"/>
                </a:cubicBezTo>
                <a:cubicBezTo>
                  <a:pt x="1102245" y="92462"/>
                  <a:pt x="1092865" y="80551"/>
                  <a:pt x="1092865" y="63430"/>
                </a:cubicBezTo>
                <a:cubicBezTo>
                  <a:pt x="1092865" y="47944"/>
                  <a:pt x="1101055" y="37521"/>
                  <a:pt x="1113114" y="37521"/>
                </a:cubicBezTo>
                <a:cubicBezTo>
                  <a:pt x="1118474" y="37521"/>
                  <a:pt x="1120409" y="39011"/>
                  <a:pt x="1121900" y="44668"/>
                </a:cubicBezTo>
                <a:lnTo>
                  <a:pt x="1122793" y="47944"/>
                </a:lnTo>
                <a:cubicBezTo>
                  <a:pt x="1123983" y="52263"/>
                  <a:pt x="1126664" y="54794"/>
                  <a:pt x="1129940" y="54794"/>
                </a:cubicBezTo>
                <a:cubicBezTo>
                  <a:pt x="1133811" y="54794"/>
                  <a:pt x="1136937" y="51963"/>
                  <a:pt x="1136937" y="48539"/>
                </a:cubicBezTo>
                <a:cubicBezTo>
                  <a:pt x="1136937" y="40202"/>
                  <a:pt x="1126514" y="33204"/>
                  <a:pt x="1114007" y="33204"/>
                </a:cubicBezTo>
                <a:cubicBezTo>
                  <a:pt x="1106712" y="33204"/>
                  <a:pt x="1099119" y="36183"/>
                  <a:pt x="1093015" y="41542"/>
                </a:cubicBezTo>
                <a:cubicBezTo>
                  <a:pt x="1085569" y="48092"/>
                  <a:pt x="1081401" y="58218"/>
                  <a:pt x="1081401" y="70129"/>
                </a:cubicBezTo>
                <a:cubicBezTo>
                  <a:pt x="1081401" y="89336"/>
                  <a:pt x="1093162" y="103184"/>
                  <a:pt x="1109690" y="103184"/>
                </a:cubicBezTo>
                <a:cubicBezTo>
                  <a:pt x="1116390" y="103184"/>
                  <a:pt x="1122345" y="100800"/>
                  <a:pt x="1127707" y="96186"/>
                </a:cubicBezTo>
                <a:cubicBezTo>
                  <a:pt x="1131726" y="92760"/>
                  <a:pt x="1134554" y="88591"/>
                  <a:pt x="1139021" y="79808"/>
                </a:cubicBezTo>
                <a:lnTo>
                  <a:pt x="1136937" y="78467"/>
                </a:lnTo>
                <a:close/>
                <a:moveTo>
                  <a:pt x="1214509" y="34692"/>
                </a:moveTo>
                <a:lnTo>
                  <a:pt x="1194410" y="34692"/>
                </a:lnTo>
                <a:lnTo>
                  <a:pt x="1194410" y="36925"/>
                </a:lnTo>
                <a:cubicBezTo>
                  <a:pt x="1199174" y="36925"/>
                  <a:pt x="1201557" y="38266"/>
                  <a:pt x="1201557" y="40649"/>
                </a:cubicBezTo>
                <a:cubicBezTo>
                  <a:pt x="1201557" y="41244"/>
                  <a:pt x="1201407" y="42137"/>
                  <a:pt x="1200960" y="43180"/>
                </a:cubicBezTo>
                <a:lnTo>
                  <a:pt x="1186517" y="84274"/>
                </a:lnTo>
                <a:lnTo>
                  <a:pt x="1169396" y="46604"/>
                </a:lnTo>
                <a:cubicBezTo>
                  <a:pt x="1168501" y="44520"/>
                  <a:pt x="1167905" y="42435"/>
                  <a:pt x="1167905" y="40947"/>
                </a:cubicBezTo>
                <a:cubicBezTo>
                  <a:pt x="1167905" y="38266"/>
                  <a:pt x="1170139" y="37223"/>
                  <a:pt x="1176541" y="36925"/>
                </a:cubicBezTo>
                <a:lnTo>
                  <a:pt x="1176541" y="34692"/>
                </a:lnTo>
                <a:lnTo>
                  <a:pt x="1145870" y="34692"/>
                </a:lnTo>
                <a:lnTo>
                  <a:pt x="1145870" y="36778"/>
                </a:lnTo>
                <a:cubicBezTo>
                  <a:pt x="1149741" y="37373"/>
                  <a:pt x="1152272" y="39011"/>
                  <a:pt x="1153463" y="41542"/>
                </a:cubicBezTo>
                <a:lnTo>
                  <a:pt x="1170436" y="78170"/>
                </a:lnTo>
                <a:cubicBezTo>
                  <a:pt x="1172224" y="82189"/>
                  <a:pt x="1172372" y="82339"/>
                  <a:pt x="1173117" y="83827"/>
                </a:cubicBezTo>
                <a:cubicBezTo>
                  <a:pt x="1177286" y="91272"/>
                  <a:pt x="1179669" y="96781"/>
                  <a:pt x="1179669" y="99015"/>
                </a:cubicBezTo>
                <a:cubicBezTo>
                  <a:pt x="1179669" y="101396"/>
                  <a:pt x="1176243" y="110479"/>
                  <a:pt x="1173712" y="115095"/>
                </a:cubicBezTo>
                <a:cubicBezTo>
                  <a:pt x="1171479" y="118817"/>
                  <a:pt x="1168353" y="121645"/>
                  <a:pt x="1166267" y="121645"/>
                </a:cubicBezTo>
                <a:cubicBezTo>
                  <a:pt x="1165375" y="121645"/>
                  <a:pt x="1164034" y="121347"/>
                  <a:pt x="1162398" y="120605"/>
                </a:cubicBezTo>
                <a:cubicBezTo>
                  <a:pt x="1159717" y="119562"/>
                  <a:pt x="1157037" y="118967"/>
                  <a:pt x="1154656" y="118967"/>
                </a:cubicBezTo>
                <a:cubicBezTo>
                  <a:pt x="1151082" y="118967"/>
                  <a:pt x="1148253" y="121795"/>
                  <a:pt x="1148253" y="125516"/>
                </a:cubicBezTo>
                <a:cubicBezTo>
                  <a:pt x="1148253" y="130431"/>
                  <a:pt x="1152868" y="134152"/>
                  <a:pt x="1159270" y="134152"/>
                </a:cubicBezTo>
                <a:cubicBezTo>
                  <a:pt x="1169396" y="134152"/>
                  <a:pt x="1176243" y="125964"/>
                  <a:pt x="1184434" y="104374"/>
                </a:cubicBezTo>
                <a:lnTo>
                  <a:pt x="1207362" y="43625"/>
                </a:lnTo>
                <a:cubicBezTo>
                  <a:pt x="1209297" y="38861"/>
                  <a:pt x="1210935" y="37373"/>
                  <a:pt x="1214509" y="36925"/>
                </a:cubicBezTo>
                <a:lnTo>
                  <a:pt x="1214509" y="34692"/>
                </a:lnTo>
                <a:close/>
                <a:moveTo>
                  <a:pt x="1330944" y="93058"/>
                </a:moveTo>
                <a:cubicBezTo>
                  <a:pt x="1329008" y="93208"/>
                  <a:pt x="1328115" y="93208"/>
                  <a:pt x="1327518" y="93208"/>
                </a:cubicBezTo>
                <a:cubicBezTo>
                  <a:pt x="1322308" y="93208"/>
                  <a:pt x="1320968" y="91570"/>
                  <a:pt x="1320968" y="84720"/>
                </a:cubicBezTo>
                <a:lnTo>
                  <a:pt x="1320968" y="298"/>
                </a:lnTo>
                <a:lnTo>
                  <a:pt x="1320223" y="0"/>
                </a:lnTo>
                <a:cubicBezTo>
                  <a:pt x="1313225" y="2383"/>
                  <a:pt x="1308163" y="4021"/>
                  <a:pt x="1298335" y="6552"/>
                </a:cubicBezTo>
                <a:lnTo>
                  <a:pt x="1298335" y="8933"/>
                </a:lnTo>
                <a:cubicBezTo>
                  <a:pt x="1299528" y="8785"/>
                  <a:pt x="1300271" y="8785"/>
                  <a:pt x="1301611" y="8785"/>
                </a:cubicBezTo>
                <a:cubicBezTo>
                  <a:pt x="1307121" y="8785"/>
                  <a:pt x="1308461" y="10274"/>
                  <a:pt x="1308461" y="16378"/>
                </a:cubicBezTo>
                <a:lnTo>
                  <a:pt x="1308461" y="39606"/>
                </a:lnTo>
                <a:cubicBezTo>
                  <a:pt x="1302802" y="34842"/>
                  <a:pt x="1298783" y="33204"/>
                  <a:pt x="1292826" y="33204"/>
                </a:cubicBezTo>
                <a:cubicBezTo>
                  <a:pt x="1275705" y="33204"/>
                  <a:pt x="1261857" y="50028"/>
                  <a:pt x="1261857" y="71172"/>
                </a:cubicBezTo>
                <a:cubicBezTo>
                  <a:pt x="1261857" y="90229"/>
                  <a:pt x="1272876" y="103184"/>
                  <a:pt x="1289402" y="103184"/>
                </a:cubicBezTo>
                <a:cubicBezTo>
                  <a:pt x="1297740" y="103184"/>
                  <a:pt x="1303399" y="100205"/>
                  <a:pt x="1308461" y="93208"/>
                </a:cubicBezTo>
                <a:lnTo>
                  <a:pt x="1308461" y="102736"/>
                </a:lnTo>
                <a:lnTo>
                  <a:pt x="1309056" y="103184"/>
                </a:lnTo>
                <a:lnTo>
                  <a:pt x="1330944" y="95441"/>
                </a:lnTo>
                <a:lnTo>
                  <a:pt x="1330944" y="93058"/>
                </a:lnTo>
                <a:moveTo>
                  <a:pt x="1308461" y="86508"/>
                </a:moveTo>
                <a:cubicBezTo>
                  <a:pt x="1308461" y="87550"/>
                  <a:pt x="1307418" y="89336"/>
                  <a:pt x="1305930" y="90974"/>
                </a:cubicBezTo>
                <a:cubicBezTo>
                  <a:pt x="1303399" y="93953"/>
                  <a:pt x="1299528" y="95441"/>
                  <a:pt x="1295209" y="95441"/>
                </a:cubicBezTo>
                <a:cubicBezTo>
                  <a:pt x="1282702" y="95441"/>
                  <a:pt x="1274662" y="83529"/>
                  <a:pt x="1274662" y="65068"/>
                </a:cubicBezTo>
                <a:cubicBezTo>
                  <a:pt x="1274662" y="48392"/>
                  <a:pt x="1281957" y="37373"/>
                  <a:pt x="1293273" y="37373"/>
                </a:cubicBezTo>
                <a:cubicBezTo>
                  <a:pt x="1301314" y="37373"/>
                  <a:pt x="1308461" y="44370"/>
                  <a:pt x="1308461" y="52263"/>
                </a:cubicBezTo>
                <a:lnTo>
                  <a:pt x="1308461" y="86508"/>
                </a:lnTo>
                <a:close/>
                <a:moveTo>
                  <a:pt x="1393476" y="77277"/>
                </a:moveTo>
                <a:cubicBezTo>
                  <a:pt x="1386331" y="88591"/>
                  <a:pt x="1379927" y="92910"/>
                  <a:pt x="1370398" y="92910"/>
                </a:cubicBezTo>
                <a:cubicBezTo>
                  <a:pt x="1361913" y="92910"/>
                  <a:pt x="1355510" y="88591"/>
                  <a:pt x="1351191" y="80105"/>
                </a:cubicBezTo>
                <a:cubicBezTo>
                  <a:pt x="1348511" y="74446"/>
                  <a:pt x="1347470" y="69682"/>
                  <a:pt x="1347172" y="60451"/>
                </a:cubicBezTo>
                <a:lnTo>
                  <a:pt x="1393031" y="60451"/>
                </a:lnTo>
                <a:cubicBezTo>
                  <a:pt x="1391838" y="50773"/>
                  <a:pt x="1390350" y="46456"/>
                  <a:pt x="1386629" y="41690"/>
                </a:cubicBezTo>
                <a:cubicBezTo>
                  <a:pt x="1382160" y="36330"/>
                  <a:pt x="1375312" y="33204"/>
                  <a:pt x="1367570" y="33204"/>
                </a:cubicBezTo>
                <a:cubicBezTo>
                  <a:pt x="1360125" y="33204"/>
                  <a:pt x="1353127" y="35885"/>
                  <a:pt x="1347470" y="40947"/>
                </a:cubicBezTo>
                <a:cubicBezTo>
                  <a:pt x="1340470" y="47051"/>
                  <a:pt x="1336451" y="57623"/>
                  <a:pt x="1336451" y="69832"/>
                </a:cubicBezTo>
                <a:cubicBezTo>
                  <a:pt x="1336451" y="90379"/>
                  <a:pt x="1347172" y="103184"/>
                  <a:pt x="1364294" y="103184"/>
                </a:cubicBezTo>
                <a:cubicBezTo>
                  <a:pt x="1378438" y="103184"/>
                  <a:pt x="1389605" y="94398"/>
                  <a:pt x="1395860" y="78317"/>
                </a:cubicBezTo>
                <a:lnTo>
                  <a:pt x="1393476" y="77277"/>
                </a:lnTo>
                <a:moveTo>
                  <a:pt x="1347470" y="55687"/>
                </a:moveTo>
                <a:cubicBezTo>
                  <a:pt x="1349106" y="44073"/>
                  <a:pt x="1354170" y="38563"/>
                  <a:pt x="1363251" y="38563"/>
                </a:cubicBezTo>
                <a:cubicBezTo>
                  <a:pt x="1372334" y="38563"/>
                  <a:pt x="1375908" y="42732"/>
                  <a:pt x="1377843" y="55687"/>
                </a:cubicBezTo>
                <a:lnTo>
                  <a:pt x="1347470" y="55687"/>
                </a:lnTo>
                <a:close/>
                <a:moveTo>
                  <a:pt x="1436803" y="34692"/>
                </a:moveTo>
                <a:lnTo>
                  <a:pt x="1421766" y="34692"/>
                </a:lnTo>
                <a:lnTo>
                  <a:pt x="1421766" y="17421"/>
                </a:lnTo>
                <a:cubicBezTo>
                  <a:pt x="1421766" y="15933"/>
                  <a:pt x="1421468" y="15485"/>
                  <a:pt x="1420723" y="15485"/>
                </a:cubicBezTo>
                <a:cubicBezTo>
                  <a:pt x="1412087" y="27992"/>
                  <a:pt x="1407621" y="33054"/>
                  <a:pt x="1403304" y="35585"/>
                </a:cubicBezTo>
                <a:cubicBezTo>
                  <a:pt x="1401666" y="36628"/>
                  <a:pt x="1400771" y="37521"/>
                  <a:pt x="1400771" y="38416"/>
                </a:cubicBezTo>
                <a:cubicBezTo>
                  <a:pt x="1400771" y="38861"/>
                  <a:pt x="1400921" y="39159"/>
                  <a:pt x="1401368" y="39456"/>
                </a:cubicBezTo>
                <a:lnTo>
                  <a:pt x="1409259" y="39456"/>
                </a:lnTo>
                <a:lnTo>
                  <a:pt x="1409259" y="84274"/>
                </a:lnTo>
                <a:cubicBezTo>
                  <a:pt x="1409259" y="96781"/>
                  <a:pt x="1413725" y="103184"/>
                  <a:pt x="1422511" y="103184"/>
                </a:cubicBezTo>
                <a:cubicBezTo>
                  <a:pt x="1429806" y="103184"/>
                  <a:pt x="1435463" y="99610"/>
                  <a:pt x="1440377" y="91867"/>
                </a:cubicBezTo>
                <a:lnTo>
                  <a:pt x="1438442" y="90229"/>
                </a:lnTo>
                <a:cubicBezTo>
                  <a:pt x="1435165" y="94100"/>
                  <a:pt x="1432784" y="95441"/>
                  <a:pt x="1429508" y="95441"/>
                </a:cubicBezTo>
                <a:cubicBezTo>
                  <a:pt x="1423999" y="95441"/>
                  <a:pt x="1421766" y="91422"/>
                  <a:pt x="1421766" y="82041"/>
                </a:cubicBezTo>
                <a:lnTo>
                  <a:pt x="1421766" y="39456"/>
                </a:lnTo>
                <a:lnTo>
                  <a:pt x="1436803" y="39456"/>
                </a:lnTo>
                <a:lnTo>
                  <a:pt x="1436803" y="34692"/>
                </a:lnTo>
                <a:close/>
                <a:moveTo>
                  <a:pt x="1500976" y="77277"/>
                </a:moveTo>
                <a:cubicBezTo>
                  <a:pt x="1493831" y="88591"/>
                  <a:pt x="1487427" y="92910"/>
                  <a:pt x="1477898" y="92910"/>
                </a:cubicBezTo>
                <a:cubicBezTo>
                  <a:pt x="1469413" y="92910"/>
                  <a:pt x="1463010" y="88591"/>
                  <a:pt x="1458691" y="80105"/>
                </a:cubicBezTo>
                <a:cubicBezTo>
                  <a:pt x="1456011" y="74446"/>
                  <a:pt x="1454970" y="69682"/>
                  <a:pt x="1454672" y="60451"/>
                </a:cubicBezTo>
                <a:lnTo>
                  <a:pt x="1500531" y="60451"/>
                </a:lnTo>
                <a:cubicBezTo>
                  <a:pt x="1499338" y="50773"/>
                  <a:pt x="1497850" y="46456"/>
                  <a:pt x="1494129" y="41690"/>
                </a:cubicBezTo>
                <a:cubicBezTo>
                  <a:pt x="1489660" y="36330"/>
                  <a:pt x="1482812" y="33204"/>
                  <a:pt x="1475070" y="33204"/>
                </a:cubicBezTo>
                <a:cubicBezTo>
                  <a:pt x="1467625" y="33204"/>
                  <a:pt x="1460627" y="35885"/>
                  <a:pt x="1454970" y="40947"/>
                </a:cubicBezTo>
                <a:cubicBezTo>
                  <a:pt x="1447970" y="47051"/>
                  <a:pt x="1443951" y="57623"/>
                  <a:pt x="1443951" y="69832"/>
                </a:cubicBezTo>
                <a:cubicBezTo>
                  <a:pt x="1443951" y="90379"/>
                  <a:pt x="1454672" y="103184"/>
                  <a:pt x="1471794" y="103184"/>
                </a:cubicBezTo>
                <a:cubicBezTo>
                  <a:pt x="1485938" y="103184"/>
                  <a:pt x="1497105" y="94398"/>
                  <a:pt x="1503360" y="78317"/>
                </a:cubicBezTo>
                <a:lnTo>
                  <a:pt x="1500976" y="77277"/>
                </a:lnTo>
                <a:moveTo>
                  <a:pt x="1454970" y="55687"/>
                </a:moveTo>
                <a:cubicBezTo>
                  <a:pt x="1456606" y="44073"/>
                  <a:pt x="1461670" y="38563"/>
                  <a:pt x="1470751" y="38563"/>
                </a:cubicBezTo>
                <a:cubicBezTo>
                  <a:pt x="1479834" y="38563"/>
                  <a:pt x="1483408" y="42732"/>
                  <a:pt x="1485343" y="55687"/>
                </a:cubicBezTo>
                <a:lnTo>
                  <a:pt x="1454970" y="55687"/>
                </a:lnTo>
                <a:close/>
                <a:moveTo>
                  <a:pt x="1565596" y="78467"/>
                </a:moveTo>
                <a:cubicBezTo>
                  <a:pt x="1558448" y="88889"/>
                  <a:pt x="1553089" y="92462"/>
                  <a:pt x="1544601" y="92462"/>
                </a:cubicBezTo>
                <a:cubicBezTo>
                  <a:pt x="1530903" y="92462"/>
                  <a:pt x="1521523" y="80551"/>
                  <a:pt x="1521523" y="63430"/>
                </a:cubicBezTo>
                <a:cubicBezTo>
                  <a:pt x="1521523" y="47944"/>
                  <a:pt x="1529713" y="37521"/>
                  <a:pt x="1541772" y="37521"/>
                </a:cubicBezTo>
                <a:cubicBezTo>
                  <a:pt x="1547132" y="37521"/>
                  <a:pt x="1549067" y="39011"/>
                  <a:pt x="1550558" y="44668"/>
                </a:cubicBezTo>
                <a:lnTo>
                  <a:pt x="1551451" y="47944"/>
                </a:lnTo>
                <a:cubicBezTo>
                  <a:pt x="1552641" y="52263"/>
                  <a:pt x="1555322" y="54794"/>
                  <a:pt x="1558598" y="54794"/>
                </a:cubicBezTo>
                <a:cubicBezTo>
                  <a:pt x="1562469" y="54794"/>
                  <a:pt x="1565596" y="51963"/>
                  <a:pt x="1565596" y="48539"/>
                </a:cubicBezTo>
                <a:cubicBezTo>
                  <a:pt x="1565596" y="40202"/>
                  <a:pt x="1555172" y="33204"/>
                  <a:pt x="1542665" y="33204"/>
                </a:cubicBezTo>
                <a:cubicBezTo>
                  <a:pt x="1535370" y="33204"/>
                  <a:pt x="1527777" y="36183"/>
                  <a:pt x="1521673" y="41542"/>
                </a:cubicBezTo>
                <a:cubicBezTo>
                  <a:pt x="1514228" y="48092"/>
                  <a:pt x="1510059" y="58218"/>
                  <a:pt x="1510059" y="70129"/>
                </a:cubicBezTo>
                <a:cubicBezTo>
                  <a:pt x="1510059" y="89336"/>
                  <a:pt x="1521820" y="103184"/>
                  <a:pt x="1538349" y="103184"/>
                </a:cubicBezTo>
                <a:cubicBezTo>
                  <a:pt x="1545048" y="103184"/>
                  <a:pt x="1551003" y="100800"/>
                  <a:pt x="1556365" y="96186"/>
                </a:cubicBezTo>
                <a:cubicBezTo>
                  <a:pt x="1560384" y="92760"/>
                  <a:pt x="1563212" y="88591"/>
                  <a:pt x="1567679" y="79808"/>
                </a:cubicBezTo>
                <a:lnTo>
                  <a:pt x="1565596" y="78467"/>
                </a:lnTo>
                <a:close/>
                <a:moveTo>
                  <a:pt x="1610411" y="34692"/>
                </a:moveTo>
                <a:lnTo>
                  <a:pt x="1595373" y="34692"/>
                </a:lnTo>
                <a:lnTo>
                  <a:pt x="1595373" y="17421"/>
                </a:lnTo>
                <a:cubicBezTo>
                  <a:pt x="1595373" y="15933"/>
                  <a:pt x="1595075" y="15485"/>
                  <a:pt x="1594330" y="15485"/>
                </a:cubicBezTo>
                <a:cubicBezTo>
                  <a:pt x="1585695" y="27992"/>
                  <a:pt x="1581228" y="33054"/>
                  <a:pt x="1576912" y="35585"/>
                </a:cubicBezTo>
                <a:cubicBezTo>
                  <a:pt x="1575273" y="36628"/>
                  <a:pt x="1574378" y="37521"/>
                  <a:pt x="1574378" y="38416"/>
                </a:cubicBezTo>
                <a:cubicBezTo>
                  <a:pt x="1574378" y="38861"/>
                  <a:pt x="1574528" y="39159"/>
                  <a:pt x="1574976" y="39456"/>
                </a:cubicBezTo>
                <a:lnTo>
                  <a:pt x="1582866" y="39456"/>
                </a:lnTo>
                <a:lnTo>
                  <a:pt x="1582866" y="84274"/>
                </a:lnTo>
                <a:cubicBezTo>
                  <a:pt x="1582866" y="96781"/>
                  <a:pt x="1587333" y="103184"/>
                  <a:pt x="1596118" y="103184"/>
                </a:cubicBezTo>
                <a:cubicBezTo>
                  <a:pt x="1603413" y="103184"/>
                  <a:pt x="1609070" y="99610"/>
                  <a:pt x="1613985" y="91867"/>
                </a:cubicBezTo>
                <a:lnTo>
                  <a:pt x="1612049" y="90229"/>
                </a:lnTo>
                <a:cubicBezTo>
                  <a:pt x="1608773" y="94100"/>
                  <a:pt x="1606392" y="95441"/>
                  <a:pt x="1603116" y="95441"/>
                </a:cubicBezTo>
                <a:cubicBezTo>
                  <a:pt x="1597606" y="95441"/>
                  <a:pt x="1595373" y="91422"/>
                  <a:pt x="1595373" y="82041"/>
                </a:cubicBezTo>
                <a:lnTo>
                  <a:pt x="1595373" y="39456"/>
                </a:lnTo>
                <a:lnTo>
                  <a:pt x="1610411" y="39456"/>
                </a:lnTo>
                <a:lnTo>
                  <a:pt x="1610411" y="34692"/>
                </a:lnTo>
                <a:close/>
                <a:moveTo>
                  <a:pt x="1616218" y="101693"/>
                </a:moveTo>
                <a:lnTo>
                  <a:pt x="1651506" y="101693"/>
                </a:lnTo>
                <a:lnTo>
                  <a:pt x="1651506" y="99460"/>
                </a:lnTo>
                <a:cubicBezTo>
                  <a:pt x="1641680" y="98717"/>
                  <a:pt x="1640637" y="97377"/>
                  <a:pt x="1640487" y="86508"/>
                </a:cubicBezTo>
                <a:lnTo>
                  <a:pt x="1640487" y="33649"/>
                </a:lnTo>
                <a:lnTo>
                  <a:pt x="1639892" y="33204"/>
                </a:lnTo>
                <a:lnTo>
                  <a:pt x="1616813" y="41392"/>
                </a:lnTo>
                <a:lnTo>
                  <a:pt x="1616813" y="43625"/>
                </a:lnTo>
                <a:lnTo>
                  <a:pt x="1618006" y="43478"/>
                </a:lnTo>
                <a:cubicBezTo>
                  <a:pt x="1619792" y="43180"/>
                  <a:pt x="1621578" y="43030"/>
                  <a:pt x="1623068" y="43030"/>
                </a:cubicBezTo>
                <a:cubicBezTo>
                  <a:pt x="1626642" y="43030"/>
                  <a:pt x="1627980" y="45413"/>
                  <a:pt x="1627980" y="51963"/>
                </a:cubicBezTo>
                <a:lnTo>
                  <a:pt x="1627980" y="86508"/>
                </a:lnTo>
                <a:cubicBezTo>
                  <a:pt x="1627682" y="97524"/>
                  <a:pt x="1626344" y="99015"/>
                  <a:pt x="1616218" y="99460"/>
                </a:cubicBezTo>
                <a:lnTo>
                  <a:pt x="1616218" y="101693"/>
                </a:lnTo>
                <a:moveTo>
                  <a:pt x="1632894" y="0"/>
                </a:moveTo>
                <a:cubicBezTo>
                  <a:pt x="1628875" y="0"/>
                  <a:pt x="1625449" y="3426"/>
                  <a:pt x="1625449" y="7595"/>
                </a:cubicBezTo>
                <a:cubicBezTo>
                  <a:pt x="1625449" y="11912"/>
                  <a:pt x="1628725" y="15188"/>
                  <a:pt x="1632894" y="15188"/>
                </a:cubicBezTo>
                <a:cubicBezTo>
                  <a:pt x="1637361" y="15188"/>
                  <a:pt x="1640637" y="11912"/>
                  <a:pt x="1640637" y="7595"/>
                </a:cubicBezTo>
                <a:cubicBezTo>
                  <a:pt x="1640637" y="3276"/>
                  <a:pt x="1637213" y="0"/>
                  <a:pt x="1632894" y="0"/>
                </a:cubicBezTo>
                <a:close/>
                <a:moveTo>
                  <a:pt x="1692452" y="33204"/>
                </a:moveTo>
                <a:cubicBezTo>
                  <a:pt x="1672945" y="33204"/>
                  <a:pt x="1659545" y="47497"/>
                  <a:pt x="1659545" y="68044"/>
                </a:cubicBezTo>
                <a:cubicBezTo>
                  <a:pt x="1659545" y="88293"/>
                  <a:pt x="1673393" y="103184"/>
                  <a:pt x="1692152" y="103184"/>
                </a:cubicBezTo>
                <a:cubicBezTo>
                  <a:pt x="1710913" y="103184"/>
                  <a:pt x="1725206" y="87550"/>
                  <a:pt x="1725206" y="66853"/>
                </a:cubicBezTo>
                <a:cubicBezTo>
                  <a:pt x="1725206" y="47199"/>
                  <a:pt x="1711509" y="33204"/>
                  <a:pt x="1692452" y="33204"/>
                </a:cubicBezTo>
                <a:moveTo>
                  <a:pt x="1690516" y="37373"/>
                </a:moveTo>
                <a:cubicBezTo>
                  <a:pt x="1703023" y="37373"/>
                  <a:pt x="1711806" y="51666"/>
                  <a:pt x="1711806" y="72065"/>
                </a:cubicBezTo>
                <a:cubicBezTo>
                  <a:pt x="1711806" y="89039"/>
                  <a:pt x="1705106" y="99015"/>
                  <a:pt x="1693940" y="99015"/>
                </a:cubicBezTo>
                <a:cubicBezTo>
                  <a:pt x="1688133" y="99015"/>
                  <a:pt x="1682623" y="95441"/>
                  <a:pt x="1679497" y="89486"/>
                </a:cubicBezTo>
                <a:cubicBezTo>
                  <a:pt x="1675328" y="81743"/>
                  <a:pt x="1672945" y="71320"/>
                  <a:pt x="1672945" y="60749"/>
                </a:cubicBezTo>
                <a:cubicBezTo>
                  <a:pt x="1672945" y="46604"/>
                  <a:pt x="1679795" y="37373"/>
                  <a:pt x="1690516" y="37373"/>
                </a:cubicBezTo>
                <a:close/>
                <a:moveTo>
                  <a:pt x="1732651" y="101693"/>
                </a:moveTo>
                <a:lnTo>
                  <a:pt x="1764217" y="101693"/>
                </a:lnTo>
                <a:lnTo>
                  <a:pt x="1764217" y="99460"/>
                </a:lnTo>
                <a:cubicBezTo>
                  <a:pt x="1756772" y="99015"/>
                  <a:pt x="1754389" y="97079"/>
                  <a:pt x="1754389" y="91719"/>
                </a:cubicBezTo>
                <a:lnTo>
                  <a:pt x="1754389" y="49880"/>
                </a:lnTo>
                <a:cubicBezTo>
                  <a:pt x="1761536" y="43180"/>
                  <a:pt x="1764812" y="41392"/>
                  <a:pt x="1769726" y="41392"/>
                </a:cubicBezTo>
                <a:cubicBezTo>
                  <a:pt x="1777021" y="41392"/>
                  <a:pt x="1780595" y="46009"/>
                  <a:pt x="1780595" y="55835"/>
                </a:cubicBezTo>
                <a:lnTo>
                  <a:pt x="1780595" y="86953"/>
                </a:lnTo>
                <a:cubicBezTo>
                  <a:pt x="1780298" y="96631"/>
                  <a:pt x="1778510" y="99015"/>
                  <a:pt x="1771214" y="99460"/>
                </a:cubicBezTo>
                <a:lnTo>
                  <a:pt x="1771214" y="101693"/>
                </a:lnTo>
                <a:lnTo>
                  <a:pt x="1802185" y="101693"/>
                </a:lnTo>
                <a:lnTo>
                  <a:pt x="1802185" y="99460"/>
                </a:lnTo>
                <a:cubicBezTo>
                  <a:pt x="1794888" y="98717"/>
                  <a:pt x="1793250" y="96929"/>
                  <a:pt x="1793102" y="89634"/>
                </a:cubicBezTo>
                <a:lnTo>
                  <a:pt x="1793102" y="55537"/>
                </a:lnTo>
                <a:cubicBezTo>
                  <a:pt x="1793102" y="41542"/>
                  <a:pt x="1786550" y="33204"/>
                  <a:pt x="1775533" y="33204"/>
                </a:cubicBezTo>
                <a:cubicBezTo>
                  <a:pt x="1768683" y="33204"/>
                  <a:pt x="1764067" y="35735"/>
                  <a:pt x="1753943" y="45263"/>
                </a:cubicBezTo>
                <a:lnTo>
                  <a:pt x="1753943" y="33502"/>
                </a:lnTo>
                <a:lnTo>
                  <a:pt x="1752901" y="33204"/>
                </a:lnTo>
                <a:cubicBezTo>
                  <a:pt x="1745158" y="36033"/>
                  <a:pt x="1740096" y="37671"/>
                  <a:pt x="1732353" y="39904"/>
                </a:cubicBezTo>
                <a:lnTo>
                  <a:pt x="1732353" y="42435"/>
                </a:lnTo>
                <a:cubicBezTo>
                  <a:pt x="1733396" y="41990"/>
                  <a:pt x="1734737" y="41840"/>
                  <a:pt x="1736375" y="41840"/>
                </a:cubicBezTo>
                <a:cubicBezTo>
                  <a:pt x="1740544" y="41840"/>
                  <a:pt x="1741882" y="44073"/>
                  <a:pt x="1741882" y="51368"/>
                </a:cubicBezTo>
                <a:lnTo>
                  <a:pt x="1741882" y="88293"/>
                </a:lnTo>
                <a:cubicBezTo>
                  <a:pt x="1741734" y="97079"/>
                  <a:pt x="1740096" y="99015"/>
                  <a:pt x="1732651" y="99460"/>
                </a:cubicBezTo>
                <a:lnTo>
                  <a:pt x="1732651" y="1016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A670F-2268-47F1-B24F-CDB6208F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362129"/>
            <a:ext cx="943730" cy="335847"/>
          </a:xfrm>
          <a:custGeom xmlns:a="http://schemas.openxmlformats.org/drawingml/2006/main">
            <a:pathLst>
              <a:path w="943730" h="335847">
                <a:moveTo>
                  <a:pt x="0" y="335847"/>
                </a:moveTo>
                <a:lnTo>
                  <a:pt x="0" y="0"/>
                </a:lnTo>
                <a:lnTo>
                  <a:pt x="943730" y="0"/>
                </a:lnTo>
                <a:lnTo>
                  <a:pt x="943730" y="335847"/>
                </a:lnTo>
                <a:lnTo>
                  <a:pt x="0" y="3358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37A47-054E-4CFF-8278-2E7BC2F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362129"/>
            <a:ext cx="943730" cy="335847"/>
          </a:xfrm>
          <a:custGeom xmlns:a="http://schemas.openxmlformats.org/drawingml/2006/main">
            <a:pathLst>
              <a:path w="943730" h="335847" fill="none">
                <a:moveTo>
                  <a:pt x="0" y="335847"/>
                </a:moveTo>
                <a:lnTo>
                  <a:pt x="943730" y="335847"/>
                </a:lnTo>
                <a:lnTo>
                  <a:pt x="943730" y="0"/>
                </a:lnTo>
                <a:lnTo>
                  <a:pt x="0" y="0"/>
                </a:lnTo>
                <a:lnTo>
                  <a:pt x="0" y="335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70" name="Text VictimUE">
            <a:extLst xmlns:a="http://schemas.openxmlformats.org/drawingml/2006/main">
              <a:ext uri="{FF2B5EF4-FFF2-40B4-BE49-F238E27FC236}">
                <a16:creationId xmlns:a16="http://schemas.microsoft.com/office/drawing/2014/main" id="{5BFC0AEF-2B9C-4E3D-A31C-73D2FE36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795" y="476840"/>
            <a:ext cx="716699" cy="117044"/>
          </a:xfrm>
          <a:custGeom xmlns:a="http://schemas.openxmlformats.org/drawingml/2006/main">
            <a:pathLst>
              <a:path w="716699" h="117044">
                <a:moveTo>
                  <a:pt x="114356" y="3528"/>
                </a:moveTo>
                <a:lnTo>
                  <a:pt x="79931" y="3528"/>
                </a:lnTo>
                <a:lnTo>
                  <a:pt x="79931" y="6718"/>
                </a:lnTo>
                <a:cubicBezTo>
                  <a:pt x="89168" y="7390"/>
                  <a:pt x="92189" y="9068"/>
                  <a:pt x="92189" y="13770"/>
                </a:cubicBezTo>
                <a:cubicBezTo>
                  <a:pt x="92189" y="16458"/>
                  <a:pt x="91016" y="20990"/>
                  <a:pt x="88999" y="26028"/>
                </a:cubicBezTo>
                <a:lnTo>
                  <a:pt x="64314" y="87657"/>
                </a:lnTo>
                <a:lnTo>
                  <a:pt x="38957" y="30899"/>
                </a:lnTo>
                <a:cubicBezTo>
                  <a:pt x="33418" y="18472"/>
                  <a:pt x="32072" y="14779"/>
                  <a:pt x="32072" y="12258"/>
                </a:cubicBezTo>
                <a:cubicBezTo>
                  <a:pt x="32072" y="8901"/>
                  <a:pt x="34425" y="7390"/>
                  <a:pt x="39798" y="7054"/>
                </a:cubicBezTo>
                <a:cubicBezTo>
                  <a:pt x="40638" y="7054"/>
                  <a:pt x="42486" y="6885"/>
                  <a:pt x="44669" y="6718"/>
                </a:cubicBezTo>
                <a:lnTo>
                  <a:pt x="44669" y="3528"/>
                </a:lnTo>
                <a:lnTo>
                  <a:pt x="0" y="3528"/>
                </a:lnTo>
                <a:lnTo>
                  <a:pt x="0" y="6718"/>
                </a:lnTo>
                <a:cubicBezTo>
                  <a:pt x="8228" y="7054"/>
                  <a:pt x="10580" y="9404"/>
                  <a:pt x="17800" y="24350"/>
                </a:cubicBezTo>
                <a:lnTo>
                  <a:pt x="59110" y="116539"/>
                </a:lnTo>
                <a:lnTo>
                  <a:pt x="61629" y="116539"/>
                </a:lnTo>
                <a:lnTo>
                  <a:pt x="98908" y="22336"/>
                </a:lnTo>
                <a:cubicBezTo>
                  <a:pt x="104450" y="9068"/>
                  <a:pt x="106295" y="7221"/>
                  <a:pt x="114356" y="6718"/>
                </a:cubicBezTo>
                <a:lnTo>
                  <a:pt x="114356" y="3528"/>
                </a:lnTo>
                <a:close/>
                <a:moveTo>
                  <a:pt x="110829" y="114692"/>
                </a:moveTo>
                <a:lnTo>
                  <a:pt x="150626" y="114692"/>
                </a:lnTo>
                <a:lnTo>
                  <a:pt x="150626" y="112173"/>
                </a:lnTo>
                <a:cubicBezTo>
                  <a:pt x="139545" y="111335"/>
                  <a:pt x="138368" y="109823"/>
                  <a:pt x="138199" y="97565"/>
                </a:cubicBezTo>
                <a:lnTo>
                  <a:pt x="138199" y="37950"/>
                </a:lnTo>
                <a:lnTo>
                  <a:pt x="137528" y="37448"/>
                </a:lnTo>
                <a:lnTo>
                  <a:pt x="111500" y="46683"/>
                </a:lnTo>
                <a:lnTo>
                  <a:pt x="111500" y="49201"/>
                </a:lnTo>
                <a:lnTo>
                  <a:pt x="112845" y="49035"/>
                </a:lnTo>
                <a:cubicBezTo>
                  <a:pt x="114859" y="48699"/>
                  <a:pt x="116873" y="48530"/>
                  <a:pt x="118554" y="48530"/>
                </a:cubicBezTo>
                <a:cubicBezTo>
                  <a:pt x="122585" y="48530"/>
                  <a:pt x="124094" y="51218"/>
                  <a:pt x="124094" y="58605"/>
                </a:cubicBezTo>
                <a:lnTo>
                  <a:pt x="124094" y="97565"/>
                </a:lnTo>
                <a:cubicBezTo>
                  <a:pt x="123758" y="109990"/>
                  <a:pt x="122249" y="111671"/>
                  <a:pt x="110829" y="112173"/>
                </a:cubicBezTo>
                <a:lnTo>
                  <a:pt x="110829" y="114692"/>
                </a:lnTo>
                <a:moveTo>
                  <a:pt x="129636" y="0"/>
                </a:moveTo>
                <a:cubicBezTo>
                  <a:pt x="125103" y="0"/>
                  <a:pt x="121239" y="3864"/>
                  <a:pt x="121239" y="8566"/>
                </a:cubicBezTo>
                <a:cubicBezTo>
                  <a:pt x="121239" y="13434"/>
                  <a:pt x="124934" y="17129"/>
                  <a:pt x="129636" y="17129"/>
                </a:cubicBezTo>
                <a:cubicBezTo>
                  <a:pt x="134674" y="17129"/>
                  <a:pt x="138368" y="13434"/>
                  <a:pt x="138368" y="8566"/>
                </a:cubicBezTo>
                <a:cubicBezTo>
                  <a:pt x="138368" y="3695"/>
                  <a:pt x="134507" y="0"/>
                  <a:pt x="129636" y="0"/>
                </a:cubicBezTo>
                <a:close/>
                <a:moveTo>
                  <a:pt x="221659" y="88497"/>
                </a:moveTo>
                <a:cubicBezTo>
                  <a:pt x="213598" y="100250"/>
                  <a:pt x="207553" y="104281"/>
                  <a:pt x="197981" y="104281"/>
                </a:cubicBezTo>
                <a:cubicBezTo>
                  <a:pt x="182532" y="104281"/>
                  <a:pt x="171953" y="90847"/>
                  <a:pt x="171953" y="71537"/>
                </a:cubicBezTo>
                <a:cubicBezTo>
                  <a:pt x="171953" y="54072"/>
                  <a:pt x="181190" y="42317"/>
                  <a:pt x="194790" y="42317"/>
                </a:cubicBezTo>
                <a:cubicBezTo>
                  <a:pt x="200835" y="42317"/>
                  <a:pt x="203018" y="43997"/>
                  <a:pt x="204699" y="50378"/>
                </a:cubicBezTo>
                <a:lnTo>
                  <a:pt x="205706" y="54072"/>
                </a:lnTo>
                <a:cubicBezTo>
                  <a:pt x="207049" y="58943"/>
                  <a:pt x="210072" y="61798"/>
                  <a:pt x="213767" y="61798"/>
                </a:cubicBezTo>
                <a:cubicBezTo>
                  <a:pt x="218133" y="61798"/>
                  <a:pt x="221659" y="58605"/>
                  <a:pt x="221659" y="54744"/>
                </a:cubicBezTo>
                <a:cubicBezTo>
                  <a:pt x="221659" y="45340"/>
                  <a:pt x="209903" y="37448"/>
                  <a:pt x="195797" y="37448"/>
                </a:cubicBezTo>
                <a:cubicBezTo>
                  <a:pt x="187570" y="37448"/>
                  <a:pt x="179007" y="40807"/>
                  <a:pt x="172122" y="46852"/>
                </a:cubicBezTo>
                <a:cubicBezTo>
                  <a:pt x="163725" y="54239"/>
                  <a:pt x="159023" y="65659"/>
                  <a:pt x="159023" y="79093"/>
                </a:cubicBezTo>
                <a:cubicBezTo>
                  <a:pt x="159023" y="100755"/>
                  <a:pt x="172288" y="116372"/>
                  <a:pt x="190929" y="116372"/>
                </a:cubicBezTo>
                <a:cubicBezTo>
                  <a:pt x="198485" y="116372"/>
                  <a:pt x="205201" y="113685"/>
                  <a:pt x="211248" y="108480"/>
                </a:cubicBezTo>
                <a:cubicBezTo>
                  <a:pt x="215781" y="104617"/>
                  <a:pt x="218971" y="99915"/>
                  <a:pt x="224008" y="90009"/>
                </a:cubicBezTo>
                <a:lnTo>
                  <a:pt x="221659" y="88497"/>
                </a:lnTo>
                <a:close/>
                <a:moveTo>
                  <a:pt x="272875" y="39126"/>
                </a:moveTo>
                <a:lnTo>
                  <a:pt x="255915" y="39126"/>
                </a:lnTo>
                <a:lnTo>
                  <a:pt x="255915" y="19648"/>
                </a:lnTo>
                <a:cubicBezTo>
                  <a:pt x="255915" y="17969"/>
                  <a:pt x="255580" y="17465"/>
                  <a:pt x="254739" y="17465"/>
                </a:cubicBezTo>
                <a:cubicBezTo>
                  <a:pt x="245000" y="31570"/>
                  <a:pt x="239962" y="37279"/>
                  <a:pt x="235094" y="40133"/>
                </a:cubicBezTo>
                <a:cubicBezTo>
                  <a:pt x="233246" y="41310"/>
                  <a:pt x="232237" y="42317"/>
                  <a:pt x="232237" y="43326"/>
                </a:cubicBezTo>
                <a:cubicBezTo>
                  <a:pt x="232237" y="43828"/>
                  <a:pt x="232406" y="44164"/>
                  <a:pt x="232911" y="44500"/>
                </a:cubicBezTo>
                <a:lnTo>
                  <a:pt x="241810" y="44500"/>
                </a:lnTo>
                <a:lnTo>
                  <a:pt x="241810" y="95046"/>
                </a:lnTo>
                <a:cubicBezTo>
                  <a:pt x="241810" y="109152"/>
                  <a:pt x="246847" y="116372"/>
                  <a:pt x="256756" y="116372"/>
                </a:cubicBezTo>
                <a:cubicBezTo>
                  <a:pt x="264983" y="116372"/>
                  <a:pt x="271363" y="112342"/>
                  <a:pt x="276906" y="103610"/>
                </a:cubicBezTo>
                <a:lnTo>
                  <a:pt x="274723" y="101762"/>
                </a:lnTo>
                <a:cubicBezTo>
                  <a:pt x="271028" y="106128"/>
                  <a:pt x="268342" y="107640"/>
                  <a:pt x="264648" y="107640"/>
                </a:cubicBezTo>
                <a:cubicBezTo>
                  <a:pt x="258434" y="107640"/>
                  <a:pt x="255915" y="103107"/>
                  <a:pt x="255915" y="92528"/>
                </a:cubicBezTo>
                <a:lnTo>
                  <a:pt x="255915" y="44500"/>
                </a:lnTo>
                <a:lnTo>
                  <a:pt x="272875" y="44500"/>
                </a:lnTo>
                <a:lnTo>
                  <a:pt x="272875" y="39126"/>
                </a:lnTo>
                <a:close/>
                <a:moveTo>
                  <a:pt x="279425" y="114692"/>
                </a:moveTo>
                <a:lnTo>
                  <a:pt x="319223" y="114692"/>
                </a:lnTo>
                <a:lnTo>
                  <a:pt x="319223" y="112173"/>
                </a:lnTo>
                <a:cubicBezTo>
                  <a:pt x="308141" y="111335"/>
                  <a:pt x="306965" y="109823"/>
                  <a:pt x="306796" y="97565"/>
                </a:cubicBezTo>
                <a:lnTo>
                  <a:pt x="306796" y="37950"/>
                </a:lnTo>
                <a:lnTo>
                  <a:pt x="306124" y="37448"/>
                </a:lnTo>
                <a:lnTo>
                  <a:pt x="280096" y="46683"/>
                </a:lnTo>
                <a:lnTo>
                  <a:pt x="280096" y="49201"/>
                </a:lnTo>
                <a:lnTo>
                  <a:pt x="281441" y="49035"/>
                </a:lnTo>
                <a:cubicBezTo>
                  <a:pt x="283455" y="48699"/>
                  <a:pt x="285469" y="48530"/>
                  <a:pt x="287150" y="48530"/>
                </a:cubicBezTo>
                <a:cubicBezTo>
                  <a:pt x="291181" y="48530"/>
                  <a:pt x="292690" y="51218"/>
                  <a:pt x="292690" y="58605"/>
                </a:cubicBezTo>
                <a:lnTo>
                  <a:pt x="292690" y="97565"/>
                </a:lnTo>
                <a:cubicBezTo>
                  <a:pt x="292354" y="109990"/>
                  <a:pt x="290845" y="111671"/>
                  <a:pt x="279425" y="112173"/>
                </a:cubicBezTo>
                <a:lnTo>
                  <a:pt x="279425" y="114692"/>
                </a:lnTo>
                <a:moveTo>
                  <a:pt x="298232" y="0"/>
                </a:moveTo>
                <a:cubicBezTo>
                  <a:pt x="293700" y="0"/>
                  <a:pt x="289836" y="3864"/>
                  <a:pt x="289836" y="8566"/>
                </a:cubicBezTo>
                <a:cubicBezTo>
                  <a:pt x="289836" y="13434"/>
                  <a:pt x="293530" y="17129"/>
                  <a:pt x="298232" y="17129"/>
                </a:cubicBezTo>
                <a:cubicBezTo>
                  <a:pt x="303270" y="17129"/>
                  <a:pt x="306965" y="13434"/>
                  <a:pt x="306965" y="8566"/>
                </a:cubicBezTo>
                <a:cubicBezTo>
                  <a:pt x="306965" y="3695"/>
                  <a:pt x="303103" y="0"/>
                  <a:pt x="298232" y="0"/>
                </a:cubicBezTo>
                <a:close/>
                <a:moveTo>
                  <a:pt x="326612" y="114692"/>
                </a:moveTo>
                <a:lnTo>
                  <a:pt x="363891" y="114692"/>
                </a:lnTo>
                <a:lnTo>
                  <a:pt x="363891" y="112173"/>
                </a:lnTo>
                <a:cubicBezTo>
                  <a:pt x="355328" y="112006"/>
                  <a:pt x="352640" y="110159"/>
                  <a:pt x="352473" y="103443"/>
                </a:cubicBezTo>
                <a:lnTo>
                  <a:pt x="352473" y="56086"/>
                </a:lnTo>
                <a:cubicBezTo>
                  <a:pt x="352473" y="55751"/>
                  <a:pt x="353816" y="54072"/>
                  <a:pt x="354992" y="52896"/>
                </a:cubicBezTo>
                <a:cubicBezTo>
                  <a:pt x="359189" y="49035"/>
                  <a:pt x="366410" y="46181"/>
                  <a:pt x="372288" y="46181"/>
                </a:cubicBezTo>
                <a:cubicBezTo>
                  <a:pt x="379675" y="46181"/>
                  <a:pt x="383370" y="52058"/>
                  <a:pt x="383370" y="63812"/>
                </a:cubicBezTo>
                <a:lnTo>
                  <a:pt x="383370" y="100250"/>
                </a:lnTo>
                <a:cubicBezTo>
                  <a:pt x="383034" y="109823"/>
                  <a:pt x="381356" y="111671"/>
                  <a:pt x="371952" y="112173"/>
                </a:cubicBezTo>
                <a:lnTo>
                  <a:pt x="371952" y="114692"/>
                </a:lnTo>
                <a:lnTo>
                  <a:pt x="409567" y="114692"/>
                </a:lnTo>
                <a:lnTo>
                  <a:pt x="409567" y="112173"/>
                </a:lnTo>
                <a:cubicBezTo>
                  <a:pt x="400163" y="112173"/>
                  <a:pt x="397811" y="109487"/>
                  <a:pt x="397475" y="98741"/>
                </a:cubicBezTo>
                <a:lnTo>
                  <a:pt x="397475" y="56422"/>
                </a:lnTo>
                <a:cubicBezTo>
                  <a:pt x="402513" y="49201"/>
                  <a:pt x="407888" y="46181"/>
                  <a:pt x="415780" y="46181"/>
                </a:cubicBezTo>
                <a:cubicBezTo>
                  <a:pt x="425351" y="46181"/>
                  <a:pt x="428374" y="50713"/>
                  <a:pt x="428374" y="64652"/>
                </a:cubicBezTo>
                <a:lnTo>
                  <a:pt x="428374" y="100084"/>
                </a:lnTo>
                <a:cubicBezTo>
                  <a:pt x="428038" y="109990"/>
                  <a:pt x="427031" y="111166"/>
                  <a:pt x="417292" y="112173"/>
                </a:cubicBezTo>
                <a:lnTo>
                  <a:pt x="417292" y="114692"/>
                </a:lnTo>
                <a:lnTo>
                  <a:pt x="454066" y="114692"/>
                </a:lnTo>
                <a:lnTo>
                  <a:pt x="454066" y="112173"/>
                </a:lnTo>
                <a:lnTo>
                  <a:pt x="449700" y="111837"/>
                </a:lnTo>
                <a:cubicBezTo>
                  <a:pt x="444327" y="110999"/>
                  <a:pt x="442480" y="108480"/>
                  <a:pt x="442480" y="101931"/>
                </a:cubicBezTo>
                <a:lnTo>
                  <a:pt x="442480" y="67337"/>
                </a:lnTo>
                <a:cubicBezTo>
                  <a:pt x="442480" y="47523"/>
                  <a:pt x="435930" y="37448"/>
                  <a:pt x="423001" y="37448"/>
                </a:cubicBezTo>
                <a:cubicBezTo>
                  <a:pt x="413262" y="37448"/>
                  <a:pt x="404696" y="41814"/>
                  <a:pt x="395628" y="51554"/>
                </a:cubicBezTo>
                <a:cubicBezTo>
                  <a:pt x="392607" y="41981"/>
                  <a:pt x="386898" y="37448"/>
                  <a:pt x="377830" y="37448"/>
                </a:cubicBezTo>
                <a:cubicBezTo>
                  <a:pt x="370271" y="37448"/>
                  <a:pt x="365738" y="39631"/>
                  <a:pt x="351799" y="50378"/>
                </a:cubicBezTo>
                <a:lnTo>
                  <a:pt x="351799" y="37784"/>
                </a:lnTo>
                <a:lnTo>
                  <a:pt x="350626" y="37448"/>
                </a:lnTo>
                <a:cubicBezTo>
                  <a:pt x="341724" y="40638"/>
                  <a:pt x="336016" y="42486"/>
                  <a:pt x="327117" y="45004"/>
                </a:cubicBezTo>
                <a:lnTo>
                  <a:pt x="327117" y="47859"/>
                </a:lnTo>
                <a:cubicBezTo>
                  <a:pt x="329131" y="47357"/>
                  <a:pt x="330642" y="47187"/>
                  <a:pt x="332490" y="47187"/>
                </a:cubicBezTo>
                <a:cubicBezTo>
                  <a:pt x="336856" y="47187"/>
                  <a:pt x="338368" y="49875"/>
                  <a:pt x="338368" y="57934"/>
                </a:cubicBezTo>
                <a:lnTo>
                  <a:pt x="338368" y="100419"/>
                </a:lnTo>
                <a:cubicBezTo>
                  <a:pt x="338032" y="109823"/>
                  <a:pt x="335849" y="112173"/>
                  <a:pt x="326612" y="112173"/>
                </a:cubicBezTo>
                <a:lnTo>
                  <a:pt x="326612" y="114692"/>
                </a:lnTo>
                <a:close/>
                <a:moveTo>
                  <a:pt x="613592" y="3528"/>
                </a:moveTo>
                <a:lnTo>
                  <a:pt x="574635" y="3528"/>
                </a:lnTo>
                <a:lnTo>
                  <a:pt x="574635" y="6718"/>
                </a:lnTo>
                <a:cubicBezTo>
                  <a:pt x="587564" y="7556"/>
                  <a:pt x="590083" y="10915"/>
                  <a:pt x="590419" y="28211"/>
                </a:cubicBezTo>
                <a:lnTo>
                  <a:pt x="590419" y="73551"/>
                </a:lnTo>
                <a:cubicBezTo>
                  <a:pt x="590419" y="84971"/>
                  <a:pt x="589412" y="91351"/>
                  <a:pt x="586557" y="96389"/>
                </a:cubicBezTo>
                <a:cubicBezTo>
                  <a:pt x="582025" y="104450"/>
                  <a:pt x="571276" y="109654"/>
                  <a:pt x="558682" y="109654"/>
                </a:cubicBezTo>
                <a:cubicBezTo>
                  <a:pt x="546759" y="109654"/>
                  <a:pt x="538532" y="105626"/>
                  <a:pt x="533997" y="97732"/>
                </a:cubicBezTo>
                <a:cubicBezTo>
                  <a:pt x="530976" y="92358"/>
                  <a:pt x="529800" y="86145"/>
                  <a:pt x="529800" y="75568"/>
                </a:cubicBezTo>
                <a:lnTo>
                  <a:pt x="529800" y="21831"/>
                </a:lnTo>
                <a:cubicBezTo>
                  <a:pt x="529966" y="9573"/>
                  <a:pt x="531647" y="7894"/>
                  <a:pt x="545081" y="6718"/>
                </a:cubicBezTo>
                <a:lnTo>
                  <a:pt x="545081" y="3528"/>
                </a:lnTo>
                <a:lnTo>
                  <a:pt x="497558" y="3528"/>
                </a:lnTo>
                <a:lnTo>
                  <a:pt x="497558" y="6718"/>
                </a:lnTo>
                <a:cubicBezTo>
                  <a:pt x="510823" y="7725"/>
                  <a:pt x="512504" y="9404"/>
                  <a:pt x="512670" y="21831"/>
                </a:cubicBezTo>
                <a:lnTo>
                  <a:pt x="512670" y="74222"/>
                </a:lnTo>
                <a:cubicBezTo>
                  <a:pt x="512670" y="103274"/>
                  <a:pt x="526274" y="117044"/>
                  <a:pt x="554820" y="117044"/>
                </a:cubicBezTo>
                <a:cubicBezTo>
                  <a:pt x="573123" y="117044"/>
                  <a:pt x="585717" y="111166"/>
                  <a:pt x="592266" y="99748"/>
                </a:cubicBezTo>
                <a:cubicBezTo>
                  <a:pt x="596297" y="92694"/>
                  <a:pt x="597808" y="84971"/>
                  <a:pt x="597808" y="72039"/>
                </a:cubicBezTo>
                <a:lnTo>
                  <a:pt x="597808" y="28211"/>
                </a:lnTo>
                <a:cubicBezTo>
                  <a:pt x="598144" y="10580"/>
                  <a:pt x="599991" y="8230"/>
                  <a:pt x="613592" y="6718"/>
                </a:cubicBezTo>
                <a:lnTo>
                  <a:pt x="613592" y="3528"/>
                </a:lnTo>
                <a:close/>
                <a:moveTo>
                  <a:pt x="716699" y="86314"/>
                </a:moveTo>
                <a:lnTo>
                  <a:pt x="711997" y="86314"/>
                </a:lnTo>
                <a:cubicBezTo>
                  <a:pt x="703936" y="104114"/>
                  <a:pt x="696380" y="108311"/>
                  <a:pt x="672366" y="108480"/>
                </a:cubicBezTo>
                <a:lnTo>
                  <a:pt x="667833" y="108480"/>
                </a:lnTo>
                <a:cubicBezTo>
                  <a:pt x="650369" y="107976"/>
                  <a:pt x="650200" y="107809"/>
                  <a:pt x="650200" y="101260"/>
                </a:cubicBezTo>
                <a:lnTo>
                  <a:pt x="650200" y="59781"/>
                </a:lnTo>
                <a:lnTo>
                  <a:pt x="676061" y="59781"/>
                </a:lnTo>
                <a:cubicBezTo>
                  <a:pt x="690167" y="60117"/>
                  <a:pt x="692350" y="62133"/>
                  <a:pt x="694533" y="75903"/>
                </a:cubicBezTo>
                <a:lnTo>
                  <a:pt x="698394" y="75903"/>
                </a:lnTo>
                <a:lnTo>
                  <a:pt x="698394" y="36943"/>
                </a:lnTo>
                <a:lnTo>
                  <a:pt x="694533" y="36943"/>
                </a:lnTo>
                <a:cubicBezTo>
                  <a:pt x="692516" y="50547"/>
                  <a:pt x="690167" y="52561"/>
                  <a:pt x="676061" y="52896"/>
                </a:cubicBezTo>
                <a:lnTo>
                  <a:pt x="650200" y="52896"/>
                </a:lnTo>
                <a:lnTo>
                  <a:pt x="650200" y="15617"/>
                </a:lnTo>
                <a:cubicBezTo>
                  <a:pt x="650369" y="10580"/>
                  <a:pt x="651040" y="9908"/>
                  <a:pt x="655742" y="9908"/>
                </a:cubicBezTo>
                <a:lnTo>
                  <a:pt x="678411" y="9908"/>
                </a:lnTo>
                <a:cubicBezTo>
                  <a:pt x="697892" y="10244"/>
                  <a:pt x="701249" y="12596"/>
                  <a:pt x="703936" y="27540"/>
                </a:cubicBezTo>
                <a:lnTo>
                  <a:pt x="708133" y="27540"/>
                </a:lnTo>
                <a:lnTo>
                  <a:pt x="707631" y="3528"/>
                </a:lnTo>
                <a:lnTo>
                  <a:pt x="618463" y="3528"/>
                </a:lnTo>
                <a:lnTo>
                  <a:pt x="618463" y="6718"/>
                </a:lnTo>
                <a:cubicBezTo>
                  <a:pt x="630721" y="7556"/>
                  <a:pt x="632738" y="9739"/>
                  <a:pt x="633073" y="21831"/>
                </a:cubicBezTo>
                <a:lnTo>
                  <a:pt x="633073" y="96389"/>
                </a:lnTo>
                <a:cubicBezTo>
                  <a:pt x="632738" y="108480"/>
                  <a:pt x="630554" y="110830"/>
                  <a:pt x="618463" y="111501"/>
                </a:cubicBezTo>
                <a:lnTo>
                  <a:pt x="618463" y="114692"/>
                </a:lnTo>
                <a:lnTo>
                  <a:pt x="709140" y="114692"/>
                </a:lnTo>
                <a:lnTo>
                  <a:pt x="716699" y="86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28D39-CBBD-4729-91A2-848416E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822240"/>
            <a:ext cx="943730" cy="417570"/>
          </a:xfrm>
          <a:custGeom xmlns:a="http://schemas.openxmlformats.org/drawingml/2006/main">
            <a:pathLst>
              <a:path w="943730" h="417570">
                <a:moveTo>
                  <a:pt x="0" y="417570"/>
                </a:moveTo>
                <a:lnTo>
                  <a:pt x="0" y="0"/>
                </a:lnTo>
                <a:lnTo>
                  <a:pt x="943730" y="0"/>
                </a:lnTo>
                <a:lnTo>
                  <a:pt x="943730" y="417570"/>
                </a:lnTo>
                <a:lnTo>
                  <a:pt x="0" y="4175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5A85B-32C4-4FAF-B3C8-BFB9F180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822240"/>
            <a:ext cx="943730" cy="417570"/>
          </a:xfrm>
          <a:custGeom xmlns:a="http://schemas.openxmlformats.org/drawingml/2006/main">
            <a:pathLst>
              <a:path w="943730" h="417570" fill="none">
                <a:moveTo>
                  <a:pt x="0" y="417570"/>
                </a:moveTo>
                <a:lnTo>
                  <a:pt x="943730" y="417570"/>
                </a:lnTo>
                <a:lnTo>
                  <a:pt x="943730" y="0"/>
                </a:lnTo>
                <a:lnTo>
                  <a:pt x="0" y="0"/>
                </a:lnTo>
                <a:lnTo>
                  <a:pt x="0" y="4175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73" name="Text Core">
            <a:extLst xmlns:a="http://schemas.openxmlformats.org/drawingml/2006/main">
              <a:ext uri="{FF2B5EF4-FFF2-40B4-BE49-F238E27FC236}">
                <a16:creationId xmlns:a16="http://schemas.microsoft.com/office/drawing/2014/main" id="{096BB8D6-EA9E-4986-B22E-3341D5BE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967" y="877989"/>
            <a:ext cx="318808" cy="116022"/>
          </a:xfrm>
          <a:custGeom xmlns:a="http://schemas.openxmlformats.org/drawingml/2006/main">
            <a:pathLst>
              <a:path w="318808" h="116022">
                <a:moveTo>
                  <a:pt x="99542" y="37834"/>
                </a:moveTo>
                <a:lnTo>
                  <a:pt x="98029" y="0"/>
                </a:lnTo>
                <a:lnTo>
                  <a:pt x="94498" y="0"/>
                </a:lnTo>
                <a:cubicBezTo>
                  <a:pt x="93490" y="3530"/>
                  <a:pt x="90798" y="5550"/>
                  <a:pt x="87435" y="5550"/>
                </a:cubicBezTo>
                <a:cubicBezTo>
                  <a:pt x="85921" y="5550"/>
                  <a:pt x="83399" y="5044"/>
                  <a:pt x="80877" y="4203"/>
                </a:cubicBezTo>
                <a:cubicBezTo>
                  <a:pt x="72638" y="1344"/>
                  <a:pt x="64230" y="0"/>
                  <a:pt x="56328" y="0"/>
                </a:cubicBezTo>
                <a:cubicBezTo>
                  <a:pt x="42540" y="0"/>
                  <a:pt x="28585" y="5214"/>
                  <a:pt x="18158" y="14460"/>
                </a:cubicBezTo>
                <a:cubicBezTo>
                  <a:pt x="6389" y="24885"/>
                  <a:pt x="0" y="40356"/>
                  <a:pt x="0" y="58853"/>
                </a:cubicBezTo>
                <a:cubicBezTo>
                  <a:pt x="0" y="93154"/>
                  <a:pt x="22363" y="116022"/>
                  <a:pt x="55825" y="116022"/>
                </a:cubicBezTo>
                <a:cubicBezTo>
                  <a:pt x="74824" y="116022"/>
                  <a:pt x="91640" y="108286"/>
                  <a:pt x="101728" y="94668"/>
                </a:cubicBezTo>
                <a:lnTo>
                  <a:pt x="98701" y="91640"/>
                </a:lnTo>
                <a:cubicBezTo>
                  <a:pt x="86426" y="103578"/>
                  <a:pt x="75160" y="108623"/>
                  <a:pt x="61205" y="108623"/>
                </a:cubicBezTo>
                <a:cubicBezTo>
                  <a:pt x="50612" y="108623"/>
                  <a:pt x="41195" y="105261"/>
                  <a:pt x="33965" y="98870"/>
                </a:cubicBezTo>
                <a:cubicBezTo>
                  <a:pt x="24716" y="90632"/>
                  <a:pt x="19505" y="75499"/>
                  <a:pt x="19505" y="56667"/>
                </a:cubicBezTo>
                <a:cubicBezTo>
                  <a:pt x="19505" y="26232"/>
                  <a:pt x="35143" y="6727"/>
                  <a:pt x="59522" y="6727"/>
                </a:cubicBezTo>
                <a:cubicBezTo>
                  <a:pt x="69108" y="6727"/>
                  <a:pt x="77852" y="10258"/>
                  <a:pt x="84577" y="16816"/>
                </a:cubicBezTo>
                <a:cubicBezTo>
                  <a:pt x="89957" y="22196"/>
                  <a:pt x="92479" y="26904"/>
                  <a:pt x="95676" y="37834"/>
                </a:cubicBezTo>
                <a:lnTo>
                  <a:pt x="99542" y="37834"/>
                </a:lnTo>
                <a:close/>
                <a:moveTo>
                  <a:pt x="149483" y="36320"/>
                </a:moveTo>
                <a:cubicBezTo>
                  <a:pt x="127454" y="36320"/>
                  <a:pt x="112321" y="52461"/>
                  <a:pt x="112321" y="75666"/>
                </a:cubicBezTo>
                <a:cubicBezTo>
                  <a:pt x="112321" y="98534"/>
                  <a:pt x="127959" y="115350"/>
                  <a:pt x="149144" y="115350"/>
                </a:cubicBezTo>
                <a:cubicBezTo>
                  <a:pt x="170332" y="115350"/>
                  <a:pt x="186473" y="97695"/>
                  <a:pt x="186473" y="74321"/>
                </a:cubicBezTo>
                <a:cubicBezTo>
                  <a:pt x="186473" y="52125"/>
                  <a:pt x="171004" y="36320"/>
                  <a:pt x="149483" y="36320"/>
                </a:cubicBezTo>
                <a:moveTo>
                  <a:pt x="147297" y="41029"/>
                </a:moveTo>
                <a:cubicBezTo>
                  <a:pt x="161421" y="41029"/>
                  <a:pt x="171340" y="57170"/>
                  <a:pt x="171340" y="80207"/>
                </a:cubicBezTo>
                <a:cubicBezTo>
                  <a:pt x="171340" y="99376"/>
                  <a:pt x="163774" y="110642"/>
                  <a:pt x="151164" y="110642"/>
                </a:cubicBezTo>
                <a:cubicBezTo>
                  <a:pt x="144606" y="110642"/>
                  <a:pt x="138384" y="106606"/>
                  <a:pt x="134853" y="99881"/>
                </a:cubicBezTo>
                <a:cubicBezTo>
                  <a:pt x="130145" y="91137"/>
                  <a:pt x="127454" y="79366"/>
                  <a:pt x="127454" y="67427"/>
                </a:cubicBezTo>
                <a:cubicBezTo>
                  <a:pt x="127454" y="51453"/>
                  <a:pt x="135189" y="41029"/>
                  <a:pt x="147297" y="41029"/>
                </a:cubicBezTo>
                <a:close/>
                <a:moveTo>
                  <a:pt x="192359" y="113667"/>
                </a:moveTo>
                <a:lnTo>
                  <a:pt x="232716" y="113667"/>
                </a:lnTo>
                <a:lnTo>
                  <a:pt x="232716" y="111145"/>
                </a:lnTo>
                <a:cubicBezTo>
                  <a:pt x="221450" y="110809"/>
                  <a:pt x="218758" y="108456"/>
                  <a:pt x="218422" y="98534"/>
                </a:cubicBezTo>
                <a:lnTo>
                  <a:pt x="218422" y="60703"/>
                </a:lnTo>
                <a:cubicBezTo>
                  <a:pt x="218422" y="55320"/>
                  <a:pt x="225485" y="46914"/>
                  <a:pt x="230194" y="46914"/>
                </a:cubicBezTo>
                <a:cubicBezTo>
                  <a:pt x="231202" y="46914"/>
                  <a:pt x="232716" y="47753"/>
                  <a:pt x="234566" y="49436"/>
                </a:cubicBezTo>
                <a:cubicBezTo>
                  <a:pt x="237088" y="51959"/>
                  <a:pt x="239104" y="52798"/>
                  <a:pt x="241290" y="52798"/>
                </a:cubicBezTo>
                <a:cubicBezTo>
                  <a:pt x="245326" y="52798"/>
                  <a:pt x="247848" y="49939"/>
                  <a:pt x="247848" y="45231"/>
                </a:cubicBezTo>
                <a:cubicBezTo>
                  <a:pt x="247848" y="39684"/>
                  <a:pt x="244318" y="36320"/>
                  <a:pt x="238601" y="36320"/>
                </a:cubicBezTo>
                <a:cubicBezTo>
                  <a:pt x="231538" y="36320"/>
                  <a:pt x="226830" y="40020"/>
                  <a:pt x="218422" y="52125"/>
                </a:cubicBezTo>
                <a:lnTo>
                  <a:pt x="218422" y="36657"/>
                </a:lnTo>
                <a:lnTo>
                  <a:pt x="217583" y="36320"/>
                </a:lnTo>
                <a:cubicBezTo>
                  <a:pt x="208167" y="40020"/>
                  <a:pt x="202112" y="42373"/>
                  <a:pt x="192696" y="45401"/>
                </a:cubicBezTo>
                <a:lnTo>
                  <a:pt x="192696" y="48089"/>
                </a:lnTo>
                <a:cubicBezTo>
                  <a:pt x="195051" y="47587"/>
                  <a:pt x="196565" y="47417"/>
                  <a:pt x="198581" y="47417"/>
                </a:cubicBezTo>
                <a:cubicBezTo>
                  <a:pt x="202784" y="47417"/>
                  <a:pt x="204298" y="50109"/>
                  <a:pt x="204298" y="57506"/>
                </a:cubicBezTo>
                <a:lnTo>
                  <a:pt x="204298" y="99542"/>
                </a:lnTo>
                <a:cubicBezTo>
                  <a:pt x="203962" y="108286"/>
                  <a:pt x="202953" y="109297"/>
                  <a:pt x="192359" y="111145"/>
                </a:cubicBezTo>
                <a:lnTo>
                  <a:pt x="192359" y="113667"/>
                </a:lnTo>
                <a:close/>
                <a:moveTo>
                  <a:pt x="316116" y="86093"/>
                </a:moveTo>
                <a:cubicBezTo>
                  <a:pt x="308047" y="98870"/>
                  <a:pt x="300814" y="103748"/>
                  <a:pt x="290053" y="103748"/>
                </a:cubicBezTo>
                <a:cubicBezTo>
                  <a:pt x="280470" y="103748"/>
                  <a:pt x="273240" y="98870"/>
                  <a:pt x="268363" y="89287"/>
                </a:cubicBezTo>
                <a:cubicBezTo>
                  <a:pt x="265335" y="82896"/>
                  <a:pt x="264160" y="77516"/>
                  <a:pt x="263824" y="67091"/>
                </a:cubicBezTo>
                <a:lnTo>
                  <a:pt x="315613" y="67091"/>
                </a:lnTo>
                <a:cubicBezTo>
                  <a:pt x="314266" y="56161"/>
                  <a:pt x="312586" y="51286"/>
                  <a:pt x="308383" y="45903"/>
                </a:cubicBezTo>
                <a:cubicBezTo>
                  <a:pt x="303336" y="39851"/>
                  <a:pt x="295603" y="36320"/>
                  <a:pt x="286859" y="36320"/>
                </a:cubicBezTo>
                <a:cubicBezTo>
                  <a:pt x="278451" y="36320"/>
                  <a:pt x="270549" y="39348"/>
                  <a:pt x="264160" y="45064"/>
                </a:cubicBezTo>
                <a:cubicBezTo>
                  <a:pt x="256255" y="51959"/>
                  <a:pt x="251716" y="63897"/>
                  <a:pt x="251716" y="77685"/>
                </a:cubicBezTo>
                <a:cubicBezTo>
                  <a:pt x="251716" y="100889"/>
                  <a:pt x="263824" y="115350"/>
                  <a:pt x="283159" y="115350"/>
                </a:cubicBezTo>
                <a:cubicBezTo>
                  <a:pt x="299134" y="115350"/>
                  <a:pt x="311744" y="105428"/>
                  <a:pt x="318808" y="87268"/>
                </a:cubicBezTo>
                <a:lnTo>
                  <a:pt x="316116" y="86093"/>
                </a:lnTo>
                <a:moveTo>
                  <a:pt x="264160" y="61711"/>
                </a:moveTo>
                <a:cubicBezTo>
                  <a:pt x="266007" y="48595"/>
                  <a:pt x="271726" y="42373"/>
                  <a:pt x="281982" y="42373"/>
                </a:cubicBezTo>
                <a:cubicBezTo>
                  <a:pt x="292239" y="42373"/>
                  <a:pt x="296275" y="47081"/>
                  <a:pt x="298461" y="61711"/>
                </a:cubicBezTo>
                <a:lnTo>
                  <a:pt x="264160" y="61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Network">
            <a:extLst xmlns:a="http://schemas.openxmlformats.org/drawingml/2006/main">
              <a:ext uri="{FF2B5EF4-FFF2-40B4-BE49-F238E27FC236}">
                <a16:creationId xmlns:a16="http://schemas.microsoft.com/office/drawing/2014/main" id="{5F543BE9-3382-4869-BE19-050F940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93" y="1038357"/>
            <a:ext cx="586388" cy="117044"/>
          </a:xfrm>
          <a:custGeom xmlns:a="http://schemas.openxmlformats.org/drawingml/2006/main">
            <a:pathLst>
              <a:path w="586388" h="117044">
                <a:moveTo>
                  <a:pt x="116708" y="3528"/>
                </a:moveTo>
                <a:lnTo>
                  <a:pt x="77246" y="3528"/>
                </a:lnTo>
                <a:lnTo>
                  <a:pt x="77246" y="6718"/>
                </a:lnTo>
                <a:cubicBezTo>
                  <a:pt x="90678" y="7556"/>
                  <a:pt x="92861" y="10413"/>
                  <a:pt x="93365" y="28211"/>
                </a:cubicBezTo>
                <a:lnTo>
                  <a:pt x="93365" y="84802"/>
                </a:lnTo>
                <a:lnTo>
                  <a:pt x="28716" y="3528"/>
                </a:lnTo>
                <a:lnTo>
                  <a:pt x="0" y="3528"/>
                </a:lnTo>
                <a:lnTo>
                  <a:pt x="0" y="6718"/>
                </a:lnTo>
                <a:cubicBezTo>
                  <a:pt x="7221" y="6718"/>
                  <a:pt x="9570" y="8061"/>
                  <a:pt x="16289" y="15953"/>
                </a:cubicBezTo>
                <a:lnTo>
                  <a:pt x="16289" y="90009"/>
                </a:lnTo>
                <a:cubicBezTo>
                  <a:pt x="15953" y="107809"/>
                  <a:pt x="13770" y="110664"/>
                  <a:pt x="0" y="111501"/>
                </a:cubicBezTo>
                <a:lnTo>
                  <a:pt x="0" y="114692"/>
                </a:lnTo>
                <a:lnTo>
                  <a:pt x="39462" y="114692"/>
                </a:lnTo>
                <a:lnTo>
                  <a:pt x="39462" y="111501"/>
                </a:lnTo>
                <a:cubicBezTo>
                  <a:pt x="26533" y="110830"/>
                  <a:pt x="24014" y="107304"/>
                  <a:pt x="23678" y="90009"/>
                </a:cubicBezTo>
                <a:lnTo>
                  <a:pt x="23678" y="24183"/>
                </a:lnTo>
                <a:lnTo>
                  <a:pt x="97898" y="116539"/>
                </a:lnTo>
                <a:lnTo>
                  <a:pt x="100755" y="116539"/>
                </a:lnTo>
                <a:lnTo>
                  <a:pt x="100755" y="28211"/>
                </a:lnTo>
                <a:cubicBezTo>
                  <a:pt x="101257" y="10749"/>
                  <a:pt x="103440" y="7894"/>
                  <a:pt x="116708" y="6718"/>
                </a:cubicBezTo>
                <a:lnTo>
                  <a:pt x="116708" y="3528"/>
                </a:lnTo>
                <a:close/>
                <a:moveTo>
                  <a:pt x="187737" y="87154"/>
                </a:moveTo>
                <a:cubicBezTo>
                  <a:pt x="179679" y="99915"/>
                  <a:pt x="172456" y="104786"/>
                  <a:pt x="161709" y="104786"/>
                </a:cubicBezTo>
                <a:cubicBezTo>
                  <a:pt x="152139" y="104786"/>
                  <a:pt x="144919" y="99915"/>
                  <a:pt x="140048" y="90344"/>
                </a:cubicBezTo>
                <a:cubicBezTo>
                  <a:pt x="137024" y="83962"/>
                  <a:pt x="135851" y="78589"/>
                  <a:pt x="135515" y="68178"/>
                </a:cubicBezTo>
                <a:lnTo>
                  <a:pt x="187235" y="68178"/>
                </a:lnTo>
                <a:cubicBezTo>
                  <a:pt x="185890" y="57262"/>
                  <a:pt x="184212" y="52394"/>
                  <a:pt x="180015" y="47018"/>
                </a:cubicBezTo>
                <a:cubicBezTo>
                  <a:pt x="174974" y="40974"/>
                  <a:pt x="167252" y="37448"/>
                  <a:pt x="158519" y="37448"/>
                </a:cubicBezTo>
                <a:cubicBezTo>
                  <a:pt x="150123" y="37448"/>
                  <a:pt x="142231" y="40472"/>
                  <a:pt x="135851" y="46181"/>
                </a:cubicBezTo>
                <a:cubicBezTo>
                  <a:pt x="127956" y="53065"/>
                  <a:pt x="123423" y="64988"/>
                  <a:pt x="123423" y="78758"/>
                </a:cubicBezTo>
                <a:cubicBezTo>
                  <a:pt x="123423" y="101931"/>
                  <a:pt x="135515" y="116372"/>
                  <a:pt x="154824" y="116372"/>
                </a:cubicBezTo>
                <a:cubicBezTo>
                  <a:pt x="170777" y="116372"/>
                  <a:pt x="183371" y="106464"/>
                  <a:pt x="190425" y="88328"/>
                </a:cubicBezTo>
                <a:lnTo>
                  <a:pt x="187737" y="87154"/>
                </a:lnTo>
                <a:moveTo>
                  <a:pt x="135851" y="62805"/>
                </a:moveTo>
                <a:cubicBezTo>
                  <a:pt x="137695" y="49706"/>
                  <a:pt x="143407" y="43493"/>
                  <a:pt x="153648" y="43493"/>
                </a:cubicBezTo>
                <a:cubicBezTo>
                  <a:pt x="163892" y="43493"/>
                  <a:pt x="167923" y="48194"/>
                  <a:pt x="170106" y="62805"/>
                </a:cubicBezTo>
                <a:lnTo>
                  <a:pt x="135851" y="62805"/>
                </a:lnTo>
                <a:close/>
                <a:moveTo>
                  <a:pt x="236603" y="39126"/>
                </a:moveTo>
                <a:lnTo>
                  <a:pt x="219643" y="39126"/>
                </a:lnTo>
                <a:lnTo>
                  <a:pt x="219643" y="19648"/>
                </a:lnTo>
                <a:cubicBezTo>
                  <a:pt x="219643" y="17969"/>
                  <a:pt x="219308" y="17465"/>
                  <a:pt x="218467" y="17465"/>
                </a:cubicBezTo>
                <a:cubicBezTo>
                  <a:pt x="208728" y="31570"/>
                  <a:pt x="203690" y="37279"/>
                  <a:pt x="198822" y="40133"/>
                </a:cubicBezTo>
                <a:cubicBezTo>
                  <a:pt x="196975" y="41310"/>
                  <a:pt x="195965" y="42317"/>
                  <a:pt x="195965" y="43326"/>
                </a:cubicBezTo>
                <a:cubicBezTo>
                  <a:pt x="195965" y="43828"/>
                  <a:pt x="196134" y="44164"/>
                  <a:pt x="196639" y="44500"/>
                </a:cubicBezTo>
                <a:lnTo>
                  <a:pt x="205538" y="44500"/>
                </a:lnTo>
                <a:lnTo>
                  <a:pt x="205538" y="95046"/>
                </a:lnTo>
                <a:cubicBezTo>
                  <a:pt x="205538" y="109152"/>
                  <a:pt x="210575" y="116372"/>
                  <a:pt x="220484" y="116372"/>
                </a:cubicBezTo>
                <a:cubicBezTo>
                  <a:pt x="228711" y="116372"/>
                  <a:pt x="235091" y="112342"/>
                  <a:pt x="240634" y="103610"/>
                </a:cubicBezTo>
                <a:lnTo>
                  <a:pt x="238451" y="101762"/>
                </a:lnTo>
                <a:cubicBezTo>
                  <a:pt x="234756" y="106128"/>
                  <a:pt x="232071" y="107640"/>
                  <a:pt x="228376" y="107640"/>
                </a:cubicBezTo>
                <a:cubicBezTo>
                  <a:pt x="222162" y="107640"/>
                  <a:pt x="219643" y="103107"/>
                  <a:pt x="219643" y="92528"/>
                </a:cubicBezTo>
                <a:lnTo>
                  <a:pt x="219643" y="44500"/>
                </a:lnTo>
                <a:lnTo>
                  <a:pt x="236603" y="44500"/>
                </a:lnTo>
                <a:lnTo>
                  <a:pt x="236603" y="39126"/>
                </a:lnTo>
                <a:close/>
                <a:moveTo>
                  <a:pt x="336352" y="39126"/>
                </a:moveTo>
                <a:lnTo>
                  <a:pt x="336352" y="41645"/>
                </a:lnTo>
                <a:cubicBezTo>
                  <a:pt x="342060" y="42821"/>
                  <a:pt x="343739" y="43997"/>
                  <a:pt x="343739" y="46852"/>
                </a:cubicBezTo>
                <a:cubicBezTo>
                  <a:pt x="343739" y="49371"/>
                  <a:pt x="342732" y="53401"/>
                  <a:pt x="340884" y="57934"/>
                </a:cubicBezTo>
                <a:lnTo>
                  <a:pt x="325772" y="95213"/>
                </a:lnTo>
                <a:lnTo>
                  <a:pt x="311666" y="57598"/>
                </a:lnTo>
                <a:cubicBezTo>
                  <a:pt x="308812" y="49875"/>
                  <a:pt x="308812" y="49875"/>
                  <a:pt x="308812" y="47692"/>
                </a:cubicBezTo>
                <a:cubicBezTo>
                  <a:pt x="308812" y="43997"/>
                  <a:pt x="310659" y="42821"/>
                  <a:pt x="318551" y="41645"/>
                </a:cubicBezTo>
                <a:lnTo>
                  <a:pt x="318551" y="39126"/>
                </a:lnTo>
                <a:lnTo>
                  <a:pt x="284462" y="39126"/>
                </a:lnTo>
                <a:lnTo>
                  <a:pt x="284462" y="41645"/>
                </a:lnTo>
                <a:cubicBezTo>
                  <a:pt x="290676" y="42317"/>
                  <a:pt x="292690" y="44333"/>
                  <a:pt x="296049" y="53232"/>
                </a:cubicBezTo>
                <a:cubicBezTo>
                  <a:pt x="296890" y="55584"/>
                  <a:pt x="298399" y="59781"/>
                  <a:pt x="299408" y="62636"/>
                </a:cubicBezTo>
                <a:lnTo>
                  <a:pt x="284127" y="96053"/>
                </a:lnTo>
                <a:lnTo>
                  <a:pt x="267502" y="52225"/>
                </a:lnTo>
                <a:cubicBezTo>
                  <a:pt x="266831" y="50547"/>
                  <a:pt x="266495" y="48866"/>
                  <a:pt x="266495" y="47187"/>
                </a:cubicBezTo>
                <a:cubicBezTo>
                  <a:pt x="266495" y="43662"/>
                  <a:pt x="268340" y="42317"/>
                  <a:pt x="274218" y="41645"/>
                </a:cubicBezTo>
                <a:lnTo>
                  <a:pt x="274218" y="39126"/>
                </a:lnTo>
                <a:lnTo>
                  <a:pt x="243993" y="39126"/>
                </a:lnTo>
                <a:lnTo>
                  <a:pt x="243993" y="41645"/>
                </a:lnTo>
                <a:cubicBezTo>
                  <a:pt x="247855" y="41981"/>
                  <a:pt x="249197" y="43662"/>
                  <a:pt x="252892" y="52225"/>
                </a:cubicBezTo>
                <a:lnTo>
                  <a:pt x="275563" y="109654"/>
                </a:lnTo>
                <a:cubicBezTo>
                  <a:pt x="277577" y="114861"/>
                  <a:pt x="278920" y="117044"/>
                  <a:pt x="279927" y="117044"/>
                </a:cubicBezTo>
                <a:cubicBezTo>
                  <a:pt x="280767" y="117044"/>
                  <a:pt x="282110" y="115030"/>
                  <a:pt x="284127" y="110494"/>
                </a:cubicBezTo>
                <a:lnTo>
                  <a:pt x="302934" y="70192"/>
                </a:lnTo>
                <a:lnTo>
                  <a:pt x="318216" y="109823"/>
                </a:lnTo>
                <a:cubicBezTo>
                  <a:pt x="320734" y="116203"/>
                  <a:pt x="321070" y="117044"/>
                  <a:pt x="322246" y="117044"/>
                </a:cubicBezTo>
                <a:cubicBezTo>
                  <a:pt x="323420" y="117044"/>
                  <a:pt x="324260" y="115532"/>
                  <a:pt x="326948" y="108816"/>
                </a:cubicBezTo>
                <a:lnTo>
                  <a:pt x="350122" y="50713"/>
                </a:lnTo>
                <a:cubicBezTo>
                  <a:pt x="353142" y="43662"/>
                  <a:pt x="353647" y="42821"/>
                  <a:pt x="357006" y="41645"/>
                </a:cubicBezTo>
                <a:lnTo>
                  <a:pt x="357006" y="39126"/>
                </a:lnTo>
                <a:lnTo>
                  <a:pt x="336352" y="39126"/>
                </a:lnTo>
                <a:close/>
                <a:moveTo>
                  <a:pt x="403689" y="37448"/>
                </a:moveTo>
                <a:cubicBezTo>
                  <a:pt x="381689" y="37448"/>
                  <a:pt x="366576" y="53568"/>
                  <a:pt x="366576" y="76741"/>
                </a:cubicBezTo>
                <a:cubicBezTo>
                  <a:pt x="366576" y="99579"/>
                  <a:pt x="382194" y="116372"/>
                  <a:pt x="403351" y="116372"/>
                </a:cubicBezTo>
                <a:cubicBezTo>
                  <a:pt x="424510" y="116372"/>
                  <a:pt x="440630" y="98741"/>
                  <a:pt x="440630" y="75399"/>
                </a:cubicBezTo>
                <a:cubicBezTo>
                  <a:pt x="440630" y="53232"/>
                  <a:pt x="425182" y="37448"/>
                  <a:pt x="403689" y="37448"/>
                </a:cubicBezTo>
                <a:moveTo>
                  <a:pt x="401506" y="42150"/>
                </a:moveTo>
                <a:cubicBezTo>
                  <a:pt x="415611" y="42150"/>
                  <a:pt x="425517" y="58269"/>
                  <a:pt x="425517" y="81276"/>
                </a:cubicBezTo>
                <a:cubicBezTo>
                  <a:pt x="425517" y="100419"/>
                  <a:pt x="417961" y="111671"/>
                  <a:pt x="405367" y="111671"/>
                </a:cubicBezTo>
                <a:cubicBezTo>
                  <a:pt x="398818" y="111671"/>
                  <a:pt x="392604" y="107640"/>
                  <a:pt x="389079" y="100924"/>
                </a:cubicBezTo>
                <a:cubicBezTo>
                  <a:pt x="384377" y="92192"/>
                  <a:pt x="381689" y="80436"/>
                  <a:pt x="381689" y="68514"/>
                </a:cubicBezTo>
                <a:cubicBezTo>
                  <a:pt x="381689" y="52561"/>
                  <a:pt x="389414" y="42150"/>
                  <a:pt x="401506" y="42150"/>
                </a:cubicBezTo>
                <a:close/>
                <a:moveTo>
                  <a:pt x="446508" y="114692"/>
                </a:moveTo>
                <a:lnTo>
                  <a:pt x="486810" y="114692"/>
                </a:lnTo>
                <a:lnTo>
                  <a:pt x="486810" y="112173"/>
                </a:lnTo>
                <a:cubicBezTo>
                  <a:pt x="475559" y="111837"/>
                  <a:pt x="472871" y="109487"/>
                  <a:pt x="472536" y="99579"/>
                </a:cubicBezTo>
                <a:lnTo>
                  <a:pt x="472536" y="61798"/>
                </a:lnTo>
                <a:cubicBezTo>
                  <a:pt x="472536" y="56422"/>
                  <a:pt x="479590" y="48028"/>
                  <a:pt x="484291" y="48028"/>
                </a:cubicBezTo>
                <a:cubicBezTo>
                  <a:pt x="485298" y="48028"/>
                  <a:pt x="486810" y="48866"/>
                  <a:pt x="488658" y="50547"/>
                </a:cubicBezTo>
                <a:cubicBezTo>
                  <a:pt x="491176" y="53065"/>
                  <a:pt x="493190" y="53903"/>
                  <a:pt x="495373" y="53903"/>
                </a:cubicBezTo>
                <a:cubicBezTo>
                  <a:pt x="499404" y="53903"/>
                  <a:pt x="501923" y="51049"/>
                  <a:pt x="501923" y="46347"/>
                </a:cubicBezTo>
                <a:cubicBezTo>
                  <a:pt x="501923" y="40807"/>
                  <a:pt x="498397" y="37448"/>
                  <a:pt x="492688" y="37448"/>
                </a:cubicBezTo>
                <a:cubicBezTo>
                  <a:pt x="485634" y="37448"/>
                  <a:pt x="480932" y="41143"/>
                  <a:pt x="472536" y="53232"/>
                </a:cubicBezTo>
                <a:lnTo>
                  <a:pt x="472536" y="37784"/>
                </a:lnTo>
                <a:lnTo>
                  <a:pt x="471698" y="37448"/>
                </a:lnTo>
                <a:cubicBezTo>
                  <a:pt x="462294" y="41143"/>
                  <a:pt x="456247" y="43493"/>
                  <a:pt x="446843" y="46516"/>
                </a:cubicBezTo>
                <a:lnTo>
                  <a:pt x="446843" y="49201"/>
                </a:lnTo>
                <a:cubicBezTo>
                  <a:pt x="449195" y="48699"/>
                  <a:pt x="450707" y="48530"/>
                  <a:pt x="452721" y="48530"/>
                </a:cubicBezTo>
                <a:cubicBezTo>
                  <a:pt x="456918" y="48530"/>
                  <a:pt x="458430" y="51218"/>
                  <a:pt x="458430" y="58605"/>
                </a:cubicBezTo>
                <a:lnTo>
                  <a:pt x="458430" y="100586"/>
                </a:lnTo>
                <a:cubicBezTo>
                  <a:pt x="458094" y="109318"/>
                  <a:pt x="457087" y="110328"/>
                  <a:pt x="446508" y="112173"/>
                </a:cubicBezTo>
                <a:lnTo>
                  <a:pt x="446508" y="114692"/>
                </a:lnTo>
                <a:close/>
                <a:moveTo>
                  <a:pt x="502762" y="114692"/>
                </a:moveTo>
                <a:lnTo>
                  <a:pt x="542058" y="114692"/>
                </a:lnTo>
                <a:lnTo>
                  <a:pt x="542058" y="112173"/>
                </a:lnTo>
                <a:lnTo>
                  <a:pt x="538698" y="112006"/>
                </a:lnTo>
                <a:cubicBezTo>
                  <a:pt x="531644" y="111501"/>
                  <a:pt x="529630" y="109654"/>
                  <a:pt x="529461" y="103443"/>
                </a:cubicBezTo>
                <a:lnTo>
                  <a:pt x="529461" y="72544"/>
                </a:lnTo>
                <a:lnTo>
                  <a:pt x="552973" y="103945"/>
                </a:lnTo>
                <a:cubicBezTo>
                  <a:pt x="553644" y="104786"/>
                  <a:pt x="554146" y="105626"/>
                  <a:pt x="554651" y="106128"/>
                </a:cubicBezTo>
                <a:cubicBezTo>
                  <a:pt x="555994" y="107809"/>
                  <a:pt x="556499" y="108816"/>
                  <a:pt x="556499" y="109654"/>
                </a:cubicBezTo>
                <a:cubicBezTo>
                  <a:pt x="556499" y="111166"/>
                  <a:pt x="554987" y="112173"/>
                  <a:pt x="552973" y="112173"/>
                </a:cubicBezTo>
                <a:lnTo>
                  <a:pt x="549780" y="112173"/>
                </a:lnTo>
                <a:lnTo>
                  <a:pt x="549780" y="114692"/>
                </a:lnTo>
                <a:lnTo>
                  <a:pt x="586388" y="114692"/>
                </a:lnTo>
                <a:lnTo>
                  <a:pt x="586388" y="112173"/>
                </a:lnTo>
                <a:cubicBezTo>
                  <a:pt x="579001" y="111671"/>
                  <a:pt x="573794" y="108480"/>
                  <a:pt x="566743" y="99915"/>
                </a:cubicBezTo>
                <a:lnTo>
                  <a:pt x="541048" y="67337"/>
                </a:lnTo>
                <a:lnTo>
                  <a:pt x="545919" y="62805"/>
                </a:lnTo>
                <a:cubicBezTo>
                  <a:pt x="566909" y="43997"/>
                  <a:pt x="571445" y="41310"/>
                  <a:pt x="582191" y="41645"/>
                </a:cubicBezTo>
                <a:lnTo>
                  <a:pt x="582191" y="39126"/>
                </a:lnTo>
                <a:lnTo>
                  <a:pt x="547933" y="39126"/>
                </a:lnTo>
                <a:lnTo>
                  <a:pt x="547933" y="41479"/>
                </a:lnTo>
                <a:cubicBezTo>
                  <a:pt x="554482" y="41645"/>
                  <a:pt x="556330" y="42317"/>
                  <a:pt x="556330" y="44500"/>
                </a:cubicBezTo>
                <a:cubicBezTo>
                  <a:pt x="556330" y="46011"/>
                  <a:pt x="554818" y="48194"/>
                  <a:pt x="552468" y="50378"/>
                </a:cubicBezTo>
                <a:lnTo>
                  <a:pt x="529461" y="70866"/>
                </a:lnTo>
                <a:lnTo>
                  <a:pt x="529461" y="336"/>
                </a:lnTo>
                <a:lnTo>
                  <a:pt x="528790" y="0"/>
                </a:lnTo>
                <a:cubicBezTo>
                  <a:pt x="522241" y="2017"/>
                  <a:pt x="517372" y="3528"/>
                  <a:pt x="507799" y="6047"/>
                </a:cubicBezTo>
                <a:lnTo>
                  <a:pt x="502762" y="7390"/>
                </a:lnTo>
                <a:lnTo>
                  <a:pt x="502762" y="10075"/>
                </a:lnTo>
                <a:cubicBezTo>
                  <a:pt x="504945" y="9908"/>
                  <a:pt x="506457" y="9739"/>
                  <a:pt x="508135" y="9739"/>
                </a:cubicBezTo>
                <a:cubicBezTo>
                  <a:pt x="513846" y="9739"/>
                  <a:pt x="515356" y="11922"/>
                  <a:pt x="515356" y="19983"/>
                </a:cubicBezTo>
                <a:lnTo>
                  <a:pt x="515356" y="100924"/>
                </a:lnTo>
                <a:cubicBezTo>
                  <a:pt x="515189" y="109823"/>
                  <a:pt x="514684" y="110328"/>
                  <a:pt x="502762" y="112173"/>
                </a:cubicBezTo>
                <a:lnTo>
                  <a:pt x="502762" y="11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9D609-B3D8-473E-8F06-FBE16E81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1364073"/>
            <a:ext cx="943730" cy="335847"/>
          </a:xfrm>
          <a:custGeom xmlns:a="http://schemas.openxmlformats.org/drawingml/2006/main">
            <a:pathLst>
              <a:path w="943730" h="335847">
                <a:moveTo>
                  <a:pt x="0" y="335847"/>
                </a:moveTo>
                <a:lnTo>
                  <a:pt x="0" y="0"/>
                </a:lnTo>
                <a:lnTo>
                  <a:pt x="943730" y="0"/>
                </a:lnTo>
                <a:lnTo>
                  <a:pt x="943730" y="335847"/>
                </a:lnTo>
                <a:lnTo>
                  <a:pt x="0" y="3358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95616-AD5A-4846-B559-958A81B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653" y="1364073"/>
            <a:ext cx="943730" cy="335847"/>
          </a:xfrm>
          <a:custGeom xmlns:a="http://schemas.openxmlformats.org/drawingml/2006/main">
            <a:pathLst>
              <a:path w="943730" h="335847" fill="none">
                <a:moveTo>
                  <a:pt x="0" y="335847"/>
                </a:moveTo>
                <a:lnTo>
                  <a:pt x="943730" y="335847"/>
                </a:lnTo>
                <a:lnTo>
                  <a:pt x="943730" y="0"/>
                </a:lnTo>
                <a:lnTo>
                  <a:pt x="0" y="0"/>
                </a:lnTo>
                <a:lnTo>
                  <a:pt x="0" y="335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77" name="Text TesterUE">
            <a:extLst xmlns:a="http://schemas.openxmlformats.org/drawingml/2006/main">
              <a:ext uri="{FF2B5EF4-FFF2-40B4-BE49-F238E27FC236}">
                <a16:creationId xmlns:a16="http://schemas.microsoft.com/office/drawing/2014/main" id="{F1998701-EFB7-45BD-8ECB-EEEEA0E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597" y="1482163"/>
            <a:ext cx="668891" cy="113667"/>
          </a:xfrm>
          <a:custGeom xmlns:a="http://schemas.openxmlformats.org/drawingml/2006/main">
            <a:pathLst>
              <a:path w="668891" h="113667">
                <a:moveTo>
                  <a:pt x="73144" y="108117"/>
                </a:moveTo>
                <a:cubicBezTo>
                  <a:pt x="59356" y="107445"/>
                  <a:pt x="57170" y="105428"/>
                  <a:pt x="57000" y="92984"/>
                </a:cubicBezTo>
                <a:lnTo>
                  <a:pt x="57000" y="7061"/>
                </a:lnTo>
                <a:lnTo>
                  <a:pt x="66080" y="7061"/>
                </a:lnTo>
                <a:cubicBezTo>
                  <a:pt x="85587" y="7397"/>
                  <a:pt x="89118" y="10255"/>
                  <a:pt x="92818" y="28585"/>
                </a:cubicBezTo>
                <a:lnTo>
                  <a:pt x="96851" y="28585"/>
                </a:lnTo>
                <a:lnTo>
                  <a:pt x="95843" y="0"/>
                </a:lnTo>
                <a:lnTo>
                  <a:pt x="1008" y="0"/>
                </a:lnTo>
                <a:lnTo>
                  <a:pt x="0" y="28585"/>
                </a:lnTo>
                <a:lnTo>
                  <a:pt x="4033" y="28585"/>
                </a:lnTo>
                <a:cubicBezTo>
                  <a:pt x="7902" y="10255"/>
                  <a:pt x="11433" y="7397"/>
                  <a:pt x="30771" y="7061"/>
                </a:cubicBezTo>
                <a:lnTo>
                  <a:pt x="39851" y="7061"/>
                </a:lnTo>
                <a:lnTo>
                  <a:pt x="39851" y="91135"/>
                </a:lnTo>
                <a:cubicBezTo>
                  <a:pt x="39682" y="105595"/>
                  <a:pt x="38168" y="107278"/>
                  <a:pt x="24043" y="108117"/>
                </a:cubicBezTo>
                <a:lnTo>
                  <a:pt x="24043" y="111311"/>
                </a:lnTo>
                <a:lnTo>
                  <a:pt x="73144" y="111311"/>
                </a:lnTo>
                <a:lnTo>
                  <a:pt x="73144" y="108117"/>
                </a:lnTo>
                <a:close/>
                <a:moveTo>
                  <a:pt x="157552" y="83738"/>
                </a:moveTo>
                <a:cubicBezTo>
                  <a:pt x="149483" y="96515"/>
                  <a:pt x="142250" y="101392"/>
                  <a:pt x="131490" y="101392"/>
                </a:cubicBezTo>
                <a:cubicBezTo>
                  <a:pt x="121907" y="101392"/>
                  <a:pt x="114676" y="96515"/>
                  <a:pt x="109799" y="86932"/>
                </a:cubicBezTo>
                <a:cubicBezTo>
                  <a:pt x="106771" y="80541"/>
                  <a:pt x="105596" y="75160"/>
                  <a:pt x="105260" y="64736"/>
                </a:cubicBezTo>
                <a:lnTo>
                  <a:pt x="157049" y="64736"/>
                </a:lnTo>
                <a:cubicBezTo>
                  <a:pt x="155702" y="53806"/>
                  <a:pt x="154022" y="48931"/>
                  <a:pt x="149819" y="43548"/>
                </a:cubicBezTo>
                <a:cubicBezTo>
                  <a:pt x="144772" y="37496"/>
                  <a:pt x="137039" y="33965"/>
                  <a:pt x="128295" y="33965"/>
                </a:cubicBezTo>
                <a:cubicBezTo>
                  <a:pt x="119887" y="33965"/>
                  <a:pt x="111985" y="36993"/>
                  <a:pt x="105596" y="42709"/>
                </a:cubicBezTo>
                <a:cubicBezTo>
                  <a:pt x="97691" y="49603"/>
                  <a:pt x="93152" y="61541"/>
                  <a:pt x="93152" y="75330"/>
                </a:cubicBezTo>
                <a:cubicBezTo>
                  <a:pt x="93152" y="98534"/>
                  <a:pt x="105260" y="112995"/>
                  <a:pt x="124595" y="112995"/>
                </a:cubicBezTo>
                <a:cubicBezTo>
                  <a:pt x="140570" y="112995"/>
                  <a:pt x="153180" y="103073"/>
                  <a:pt x="160244" y="84913"/>
                </a:cubicBezTo>
                <a:lnTo>
                  <a:pt x="157552" y="83738"/>
                </a:lnTo>
                <a:moveTo>
                  <a:pt x="105596" y="59355"/>
                </a:moveTo>
                <a:cubicBezTo>
                  <a:pt x="107444" y="46240"/>
                  <a:pt x="113163" y="40018"/>
                  <a:pt x="123418" y="40018"/>
                </a:cubicBezTo>
                <a:cubicBezTo>
                  <a:pt x="133676" y="40018"/>
                  <a:pt x="137711" y="44726"/>
                  <a:pt x="139897" y="59355"/>
                </a:cubicBezTo>
                <a:lnTo>
                  <a:pt x="105596" y="59355"/>
                </a:lnTo>
                <a:close/>
                <a:moveTo>
                  <a:pt x="216572" y="58514"/>
                </a:moveTo>
                <a:lnTo>
                  <a:pt x="215900" y="35479"/>
                </a:lnTo>
                <a:lnTo>
                  <a:pt x="214050" y="35479"/>
                </a:lnTo>
                <a:cubicBezTo>
                  <a:pt x="213211" y="36823"/>
                  <a:pt x="212369" y="37329"/>
                  <a:pt x="211361" y="37329"/>
                </a:cubicBezTo>
                <a:cubicBezTo>
                  <a:pt x="210353" y="37329"/>
                  <a:pt x="208670" y="36993"/>
                  <a:pt x="206820" y="36151"/>
                </a:cubicBezTo>
                <a:cubicBezTo>
                  <a:pt x="202953" y="34807"/>
                  <a:pt x="199087" y="33965"/>
                  <a:pt x="195051" y="33965"/>
                </a:cubicBezTo>
                <a:cubicBezTo>
                  <a:pt x="181765" y="33965"/>
                  <a:pt x="172182" y="42709"/>
                  <a:pt x="172182" y="54814"/>
                </a:cubicBezTo>
                <a:cubicBezTo>
                  <a:pt x="172182" y="64230"/>
                  <a:pt x="177563" y="70958"/>
                  <a:pt x="191856" y="79029"/>
                </a:cubicBezTo>
                <a:lnTo>
                  <a:pt x="201609" y="84577"/>
                </a:lnTo>
                <a:cubicBezTo>
                  <a:pt x="207492" y="87940"/>
                  <a:pt x="210353" y="91976"/>
                  <a:pt x="210353" y="97187"/>
                </a:cubicBezTo>
                <a:cubicBezTo>
                  <a:pt x="210353" y="104587"/>
                  <a:pt x="204970" y="109295"/>
                  <a:pt x="196395" y="109295"/>
                </a:cubicBezTo>
                <a:cubicBezTo>
                  <a:pt x="184793" y="109295"/>
                  <a:pt x="178907" y="102906"/>
                  <a:pt x="175041" y="85754"/>
                </a:cubicBezTo>
                <a:lnTo>
                  <a:pt x="172349" y="85754"/>
                </a:lnTo>
                <a:lnTo>
                  <a:pt x="172349" y="111986"/>
                </a:lnTo>
                <a:lnTo>
                  <a:pt x="174535" y="111986"/>
                </a:lnTo>
                <a:cubicBezTo>
                  <a:pt x="175713" y="110303"/>
                  <a:pt x="176385" y="109967"/>
                  <a:pt x="178404" y="109967"/>
                </a:cubicBezTo>
                <a:cubicBezTo>
                  <a:pt x="180254" y="109967"/>
                  <a:pt x="182271" y="110303"/>
                  <a:pt x="186137" y="111311"/>
                </a:cubicBezTo>
                <a:cubicBezTo>
                  <a:pt x="190679" y="112322"/>
                  <a:pt x="195051" y="112995"/>
                  <a:pt x="198412" y="112995"/>
                </a:cubicBezTo>
                <a:cubicBezTo>
                  <a:pt x="211528" y="112995"/>
                  <a:pt x="222122" y="103242"/>
                  <a:pt x="222122" y="91471"/>
                </a:cubicBezTo>
                <a:cubicBezTo>
                  <a:pt x="222122" y="83063"/>
                  <a:pt x="218086" y="77516"/>
                  <a:pt x="207997" y="71461"/>
                </a:cubicBezTo>
                <a:lnTo>
                  <a:pt x="189837" y="60700"/>
                </a:lnTo>
                <a:cubicBezTo>
                  <a:pt x="185129" y="57842"/>
                  <a:pt x="182607" y="53806"/>
                  <a:pt x="182607" y="49267"/>
                </a:cubicBezTo>
                <a:cubicBezTo>
                  <a:pt x="182607" y="42373"/>
                  <a:pt x="187820" y="37832"/>
                  <a:pt x="195554" y="37832"/>
                </a:cubicBezTo>
                <a:cubicBezTo>
                  <a:pt x="205139" y="37832"/>
                  <a:pt x="210183" y="43381"/>
                  <a:pt x="214050" y="58514"/>
                </a:cubicBezTo>
                <a:lnTo>
                  <a:pt x="216572" y="58514"/>
                </a:lnTo>
                <a:close/>
                <a:moveTo>
                  <a:pt x="271893" y="35646"/>
                </a:moveTo>
                <a:lnTo>
                  <a:pt x="254911" y="35646"/>
                </a:lnTo>
                <a:lnTo>
                  <a:pt x="254911" y="16141"/>
                </a:lnTo>
                <a:cubicBezTo>
                  <a:pt x="254911" y="14460"/>
                  <a:pt x="254575" y="13955"/>
                  <a:pt x="253733" y="13955"/>
                </a:cubicBezTo>
                <a:cubicBezTo>
                  <a:pt x="243981" y="28079"/>
                  <a:pt x="238936" y="33796"/>
                  <a:pt x="234062" y="36654"/>
                </a:cubicBezTo>
                <a:cubicBezTo>
                  <a:pt x="232212" y="37832"/>
                  <a:pt x="231201" y="38840"/>
                  <a:pt x="231201" y="39851"/>
                </a:cubicBezTo>
                <a:cubicBezTo>
                  <a:pt x="231201" y="40354"/>
                  <a:pt x="231370" y="40690"/>
                  <a:pt x="231876" y="41026"/>
                </a:cubicBezTo>
                <a:lnTo>
                  <a:pt x="240786" y="41026"/>
                </a:lnTo>
                <a:lnTo>
                  <a:pt x="240786" y="91640"/>
                </a:lnTo>
                <a:cubicBezTo>
                  <a:pt x="240786" y="105764"/>
                  <a:pt x="245831" y="112995"/>
                  <a:pt x="255752" y="112995"/>
                </a:cubicBezTo>
                <a:cubicBezTo>
                  <a:pt x="263991" y="112995"/>
                  <a:pt x="270379" y="108959"/>
                  <a:pt x="275929" y="100215"/>
                </a:cubicBezTo>
                <a:lnTo>
                  <a:pt x="273743" y="98365"/>
                </a:lnTo>
                <a:cubicBezTo>
                  <a:pt x="270043" y="102737"/>
                  <a:pt x="267354" y="104251"/>
                  <a:pt x="263655" y="104251"/>
                </a:cubicBezTo>
                <a:cubicBezTo>
                  <a:pt x="257433" y="104251"/>
                  <a:pt x="254911" y="99712"/>
                  <a:pt x="254911" y="89118"/>
                </a:cubicBezTo>
                <a:lnTo>
                  <a:pt x="254911" y="41026"/>
                </a:lnTo>
                <a:lnTo>
                  <a:pt x="271893" y="41026"/>
                </a:lnTo>
                <a:lnTo>
                  <a:pt x="271893" y="35646"/>
                </a:lnTo>
                <a:close/>
                <a:moveTo>
                  <a:pt x="344364" y="83738"/>
                </a:moveTo>
                <a:cubicBezTo>
                  <a:pt x="336295" y="96515"/>
                  <a:pt x="329062" y="101392"/>
                  <a:pt x="318302" y="101392"/>
                </a:cubicBezTo>
                <a:cubicBezTo>
                  <a:pt x="308719" y="101392"/>
                  <a:pt x="301489" y="96515"/>
                  <a:pt x="296611" y="86932"/>
                </a:cubicBezTo>
                <a:cubicBezTo>
                  <a:pt x="293584" y="80541"/>
                  <a:pt x="292408" y="75160"/>
                  <a:pt x="292072" y="64736"/>
                </a:cubicBezTo>
                <a:lnTo>
                  <a:pt x="343862" y="64736"/>
                </a:lnTo>
                <a:cubicBezTo>
                  <a:pt x="342515" y="53806"/>
                  <a:pt x="340834" y="48931"/>
                  <a:pt x="336631" y="43548"/>
                </a:cubicBezTo>
                <a:cubicBezTo>
                  <a:pt x="331585" y="37496"/>
                  <a:pt x="323851" y="33965"/>
                  <a:pt x="315107" y="33965"/>
                </a:cubicBezTo>
                <a:cubicBezTo>
                  <a:pt x="306700" y="33965"/>
                  <a:pt x="298797" y="36993"/>
                  <a:pt x="292408" y="42709"/>
                </a:cubicBezTo>
                <a:cubicBezTo>
                  <a:pt x="284503" y="49603"/>
                  <a:pt x="279965" y="61541"/>
                  <a:pt x="279965" y="75330"/>
                </a:cubicBezTo>
                <a:cubicBezTo>
                  <a:pt x="279965" y="98534"/>
                  <a:pt x="292072" y="112995"/>
                  <a:pt x="311408" y="112995"/>
                </a:cubicBezTo>
                <a:cubicBezTo>
                  <a:pt x="327382" y="112995"/>
                  <a:pt x="339992" y="103073"/>
                  <a:pt x="347056" y="84913"/>
                </a:cubicBezTo>
                <a:lnTo>
                  <a:pt x="344364" y="83738"/>
                </a:lnTo>
                <a:moveTo>
                  <a:pt x="292408" y="59355"/>
                </a:moveTo>
                <a:cubicBezTo>
                  <a:pt x="294256" y="46240"/>
                  <a:pt x="299975" y="40018"/>
                  <a:pt x="310230" y="40018"/>
                </a:cubicBezTo>
                <a:cubicBezTo>
                  <a:pt x="320488" y="40018"/>
                  <a:pt x="324524" y="44726"/>
                  <a:pt x="326710" y="59355"/>
                </a:cubicBezTo>
                <a:lnTo>
                  <a:pt x="292408" y="59355"/>
                </a:lnTo>
                <a:close/>
                <a:moveTo>
                  <a:pt x="351259" y="111311"/>
                </a:moveTo>
                <a:lnTo>
                  <a:pt x="391615" y="111311"/>
                </a:lnTo>
                <a:lnTo>
                  <a:pt x="391615" y="108789"/>
                </a:lnTo>
                <a:cubicBezTo>
                  <a:pt x="380349" y="108453"/>
                  <a:pt x="377658" y="106100"/>
                  <a:pt x="377322" y="96179"/>
                </a:cubicBezTo>
                <a:lnTo>
                  <a:pt x="377322" y="58347"/>
                </a:lnTo>
                <a:cubicBezTo>
                  <a:pt x="377322" y="52964"/>
                  <a:pt x="384385" y="44559"/>
                  <a:pt x="389093" y="44559"/>
                </a:cubicBezTo>
                <a:cubicBezTo>
                  <a:pt x="390101" y="44559"/>
                  <a:pt x="391615" y="45398"/>
                  <a:pt x="393465" y="47081"/>
                </a:cubicBezTo>
                <a:cubicBezTo>
                  <a:pt x="395987" y="49603"/>
                  <a:pt x="398004" y="50442"/>
                  <a:pt x="400190" y="50442"/>
                </a:cubicBezTo>
                <a:cubicBezTo>
                  <a:pt x="404226" y="50442"/>
                  <a:pt x="406748" y="47584"/>
                  <a:pt x="406748" y="42876"/>
                </a:cubicBezTo>
                <a:cubicBezTo>
                  <a:pt x="406748" y="37329"/>
                  <a:pt x="403217" y="33965"/>
                  <a:pt x="397501" y="33965"/>
                </a:cubicBezTo>
                <a:cubicBezTo>
                  <a:pt x="390438" y="33965"/>
                  <a:pt x="385729" y="37665"/>
                  <a:pt x="377322" y="49770"/>
                </a:cubicBezTo>
                <a:lnTo>
                  <a:pt x="377322" y="34301"/>
                </a:lnTo>
                <a:lnTo>
                  <a:pt x="376483" y="33965"/>
                </a:lnTo>
                <a:cubicBezTo>
                  <a:pt x="367066" y="37665"/>
                  <a:pt x="361011" y="40018"/>
                  <a:pt x="351595" y="43045"/>
                </a:cubicBezTo>
                <a:lnTo>
                  <a:pt x="351595" y="45734"/>
                </a:lnTo>
                <a:cubicBezTo>
                  <a:pt x="353950" y="45231"/>
                  <a:pt x="355464" y="45062"/>
                  <a:pt x="357481" y="45062"/>
                </a:cubicBezTo>
                <a:cubicBezTo>
                  <a:pt x="361683" y="45062"/>
                  <a:pt x="363197" y="47753"/>
                  <a:pt x="363197" y="55150"/>
                </a:cubicBezTo>
                <a:lnTo>
                  <a:pt x="363197" y="97187"/>
                </a:lnTo>
                <a:cubicBezTo>
                  <a:pt x="362861" y="105931"/>
                  <a:pt x="361853" y="106942"/>
                  <a:pt x="351259" y="108789"/>
                </a:cubicBezTo>
                <a:lnTo>
                  <a:pt x="351259" y="111311"/>
                </a:lnTo>
                <a:close/>
                <a:moveTo>
                  <a:pt x="565647" y="0"/>
                </a:moveTo>
                <a:lnTo>
                  <a:pt x="526637" y="0"/>
                </a:lnTo>
                <a:lnTo>
                  <a:pt x="526637" y="3194"/>
                </a:lnTo>
                <a:cubicBezTo>
                  <a:pt x="539584" y="4033"/>
                  <a:pt x="542106" y="7397"/>
                  <a:pt x="542442" y="24716"/>
                </a:cubicBezTo>
                <a:lnTo>
                  <a:pt x="542442" y="70116"/>
                </a:lnTo>
                <a:cubicBezTo>
                  <a:pt x="542442" y="81552"/>
                  <a:pt x="541434" y="87940"/>
                  <a:pt x="538576" y="92984"/>
                </a:cubicBezTo>
                <a:cubicBezTo>
                  <a:pt x="534037" y="101056"/>
                  <a:pt x="523274" y="106267"/>
                  <a:pt x="510663" y="106267"/>
                </a:cubicBezTo>
                <a:cubicBezTo>
                  <a:pt x="498725" y="106267"/>
                  <a:pt x="490486" y="102234"/>
                  <a:pt x="485945" y="94329"/>
                </a:cubicBezTo>
                <a:cubicBezTo>
                  <a:pt x="482920" y="88949"/>
                  <a:pt x="481742" y="82727"/>
                  <a:pt x="481742" y="72135"/>
                </a:cubicBezTo>
                <a:lnTo>
                  <a:pt x="481742" y="18327"/>
                </a:lnTo>
                <a:cubicBezTo>
                  <a:pt x="481909" y="6053"/>
                  <a:pt x="483592" y="4372"/>
                  <a:pt x="497044" y="3194"/>
                </a:cubicBezTo>
                <a:lnTo>
                  <a:pt x="497044" y="0"/>
                </a:lnTo>
                <a:lnTo>
                  <a:pt x="449458" y="0"/>
                </a:lnTo>
                <a:lnTo>
                  <a:pt x="449458" y="3194"/>
                </a:lnTo>
                <a:cubicBezTo>
                  <a:pt x="462740" y="4203"/>
                  <a:pt x="464424" y="5883"/>
                  <a:pt x="464590" y="18327"/>
                </a:cubicBezTo>
                <a:lnTo>
                  <a:pt x="464590" y="70788"/>
                </a:lnTo>
                <a:cubicBezTo>
                  <a:pt x="464590" y="99879"/>
                  <a:pt x="478212" y="113667"/>
                  <a:pt x="506796" y="113667"/>
                </a:cubicBezTo>
                <a:cubicBezTo>
                  <a:pt x="525123" y="113667"/>
                  <a:pt x="537734" y="107781"/>
                  <a:pt x="544292" y="96348"/>
                </a:cubicBezTo>
                <a:cubicBezTo>
                  <a:pt x="548328" y="89285"/>
                  <a:pt x="549842" y="81552"/>
                  <a:pt x="549842" y="68602"/>
                </a:cubicBezTo>
                <a:lnTo>
                  <a:pt x="549842" y="24716"/>
                </a:lnTo>
                <a:cubicBezTo>
                  <a:pt x="550178" y="7061"/>
                  <a:pt x="552028" y="4708"/>
                  <a:pt x="565647" y="3194"/>
                </a:cubicBezTo>
                <a:lnTo>
                  <a:pt x="565647" y="0"/>
                </a:lnTo>
                <a:close/>
                <a:moveTo>
                  <a:pt x="668891" y="82896"/>
                </a:moveTo>
                <a:lnTo>
                  <a:pt x="664183" y="82896"/>
                </a:lnTo>
                <a:cubicBezTo>
                  <a:pt x="656111" y="100720"/>
                  <a:pt x="648545" y="104923"/>
                  <a:pt x="624499" y="105092"/>
                </a:cubicBezTo>
                <a:lnTo>
                  <a:pt x="619960" y="105092"/>
                </a:lnTo>
                <a:cubicBezTo>
                  <a:pt x="602472" y="104587"/>
                  <a:pt x="602303" y="104420"/>
                  <a:pt x="602303" y="97862"/>
                </a:cubicBezTo>
                <a:lnTo>
                  <a:pt x="602303" y="56328"/>
                </a:lnTo>
                <a:lnTo>
                  <a:pt x="628199" y="56328"/>
                </a:lnTo>
                <a:cubicBezTo>
                  <a:pt x="642323" y="56664"/>
                  <a:pt x="644509" y="58683"/>
                  <a:pt x="646695" y="72471"/>
                </a:cubicBezTo>
                <a:lnTo>
                  <a:pt x="650562" y="72471"/>
                </a:lnTo>
                <a:lnTo>
                  <a:pt x="650562" y="33460"/>
                </a:lnTo>
                <a:lnTo>
                  <a:pt x="646695" y="33460"/>
                </a:lnTo>
                <a:cubicBezTo>
                  <a:pt x="644676" y="47081"/>
                  <a:pt x="642323" y="49098"/>
                  <a:pt x="628199" y="49434"/>
                </a:cubicBezTo>
                <a:lnTo>
                  <a:pt x="602303" y="49434"/>
                </a:lnTo>
                <a:lnTo>
                  <a:pt x="602303" y="12105"/>
                </a:lnTo>
                <a:cubicBezTo>
                  <a:pt x="602472" y="7061"/>
                  <a:pt x="603144" y="6389"/>
                  <a:pt x="607853" y="6389"/>
                </a:cubicBezTo>
                <a:lnTo>
                  <a:pt x="630552" y="6389"/>
                </a:lnTo>
                <a:cubicBezTo>
                  <a:pt x="650059" y="6725"/>
                  <a:pt x="653420" y="9080"/>
                  <a:pt x="656111" y="24043"/>
                </a:cubicBezTo>
                <a:lnTo>
                  <a:pt x="660314" y="24043"/>
                </a:lnTo>
                <a:lnTo>
                  <a:pt x="659811" y="0"/>
                </a:lnTo>
                <a:lnTo>
                  <a:pt x="570524" y="0"/>
                </a:lnTo>
                <a:lnTo>
                  <a:pt x="570524" y="3194"/>
                </a:lnTo>
                <a:cubicBezTo>
                  <a:pt x="582798" y="4033"/>
                  <a:pt x="584818" y="6219"/>
                  <a:pt x="585154" y="18327"/>
                </a:cubicBezTo>
                <a:lnTo>
                  <a:pt x="585154" y="92984"/>
                </a:lnTo>
                <a:cubicBezTo>
                  <a:pt x="584818" y="105092"/>
                  <a:pt x="582632" y="107445"/>
                  <a:pt x="570524" y="108117"/>
                </a:cubicBezTo>
                <a:lnTo>
                  <a:pt x="570524" y="111311"/>
                </a:lnTo>
                <a:lnTo>
                  <a:pt x="661322" y="111311"/>
                </a:lnTo>
                <a:lnTo>
                  <a:pt x="668891" y="82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39F7C-F5EB-4DDF-9122-5CCCEA3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022" y="1559144"/>
            <a:ext cx="380813" cy="380906"/>
          </a:xfrm>
          <a:custGeom xmlns:a="http://schemas.openxmlformats.org/drawingml/2006/main">
            <a:pathLst>
              <a:path w="380813" h="380906">
                <a:moveTo>
                  <a:pt x="0" y="283791"/>
                </a:moveTo>
                <a:lnTo>
                  <a:pt x="152157" y="131540"/>
                </a:lnTo>
                <a:lnTo>
                  <a:pt x="58027" y="37316"/>
                </a:lnTo>
                <a:lnTo>
                  <a:pt x="380813" y="0"/>
                </a:lnTo>
                <a:lnTo>
                  <a:pt x="343497" y="322880"/>
                </a:lnTo>
                <a:lnTo>
                  <a:pt x="249273" y="228656"/>
                </a:lnTo>
                <a:lnTo>
                  <a:pt x="97116" y="380906"/>
                </a:lnTo>
                <a:lnTo>
                  <a:pt x="0" y="28379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01412-8447-42EA-93F7-9FB646C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05" y="425940"/>
            <a:ext cx="2575946" cy="1271741"/>
          </a:xfrm>
          <a:custGeom xmlns:a="http://schemas.openxmlformats.org/drawingml/2006/main">
            <a:pathLst>
              <a:path w="2575946" h="1271741" fill="none">
                <a:moveTo>
                  <a:pt x="0" y="211957"/>
                </a:moveTo>
                <a:cubicBezTo>
                  <a:pt x="0" y="94877"/>
                  <a:pt x="94877" y="0"/>
                  <a:pt x="211957" y="0"/>
                </a:cubicBezTo>
                <a:lnTo>
                  <a:pt x="2363990" y="0"/>
                </a:lnTo>
                <a:cubicBezTo>
                  <a:pt x="2481070" y="0"/>
                  <a:pt x="2575946" y="94877"/>
                  <a:pt x="2575946" y="211957"/>
                </a:cubicBezTo>
                <a:lnTo>
                  <a:pt x="2575946" y="1059784"/>
                </a:lnTo>
                <a:cubicBezTo>
                  <a:pt x="2575946" y="1176864"/>
                  <a:pt x="2481070" y="1271741"/>
                  <a:pt x="2363990" y="1271741"/>
                </a:cubicBezTo>
                <a:lnTo>
                  <a:pt x="211957" y="1271741"/>
                </a:lnTo>
                <a:cubicBezTo>
                  <a:pt x="94877" y="1271741"/>
                  <a:pt x="0" y="1176864"/>
                  <a:pt x="0" y="1059784"/>
                </a:cubicBezTo>
                <a:lnTo>
                  <a:pt x="0" y="2119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D612C-F897-4B66-A691-388F488D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437" y="316790"/>
            <a:ext cx="1922164" cy="253005"/>
          </a:xfrm>
          <a:custGeom xmlns:a="http://schemas.openxmlformats.org/drawingml/2006/main">
            <a:pathLst>
              <a:path w="1922164" h="253005">
                <a:moveTo>
                  <a:pt x="0" y="253005"/>
                </a:moveTo>
                <a:lnTo>
                  <a:pt x="0" y="0"/>
                </a:lnTo>
                <a:lnTo>
                  <a:pt x="1922164" y="0"/>
                </a:lnTo>
                <a:lnTo>
                  <a:pt x="1922164" y="253005"/>
                </a:lnTo>
                <a:lnTo>
                  <a:pt x="0" y="2530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VictimUEInitialization">
            <a:extLst xmlns:a="http://schemas.openxmlformats.org/drawingml/2006/main">
              <a:ext uri="{FF2B5EF4-FFF2-40B4-BE49-F238E27FC236}">
                <a16:creationId xmlns:a16="http://schemas.microsoft.com/office/drawing/2014/main" id="{AE00D17C-DAD0-4C35-85BE-5F274A5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182" y="389296"/>
            <a:ext cx="1712317" cy="119227"/>
          </a:xfrm>
          <a:custGeom xmlns:a="http://schemas.openxmlformats.org/drawingml/2006/main">
            <a:pathLst>
              <a:path w="1712317" h="119227">
                <a:moveTo>
                  <a:pt x="115027" y="2519"/>
                </a:moveTo>
                <a:lnTo>
                  <a:pt x="79260" y="2519"/>
                </a:lnTo>
                <a:lnTo>
                  <a:pt x="79260" y="6716"/>
                </a:lnTo>
                <a:cubicBezTo>
                  <a:pt x="91016" y="7390"/>
                  <a:pt x="93701" y="8732"/>
                  <a:pt x="93701" y="14106"/>
                </a:cubicBezTo>
                <a:cubicBezTo>
                  <a:pt x="93701" y="16793"/>
                  <a:pt x="93199" y="18807"/>
                  <a:pt x="90344" y="26028"/>
                </a:cubicBezTo>
                <a:lnTo>
                  <a:pt x="69016" y="81276"/>
                </a:lnTo>
                <a:lnTo>
                  <a:pt x="45842" y="25188"/>
                </a:lnTo>
                <a:cubicBezTo>
                  <a:pt x="42652" y="17465"/>
                  <a:pt x="41981" y="15617"/>
                  <a:pt x="41981" y="13099"/>
                </a:cubicBezTo>
                <a:cubicBezTo>
                  <a:pt x="41981" y="9237"/>
                  <a:pt x="44500" y="7390"/>
                  <a:pt x="50882" y="7054"/>
                </a:cubicBezTo>
                <a:cubicBezTo>
                  <a:pt x="51720" y="7054"/>
                  <a:pt x="53903" y="6885"/>
                  <a:pt x="56422" y="6716"/>
                </a:cubicBezTo>
                <a:lnTo>
                  <a:pt x="56422" y="2519"/>
                </a:lnTo>
                <a:lnTo>
                  <a:pt x="0" y="2519"/>
                </a:lnTo>
                <a:lnTo>
                  <a:pt x="0" y="6716"/>
                </a:lnTo>
                <a:cubicBezTo>
                  <a:pt x="8397" y="7892"/>
                  <a:pt x="9908" y="9237"/>
                  <a:pt x="14106" y="18472"/>
                </a:cubicBezTo>
                <a:lnTo>
                  <a:pt x="57093" y="119058"/>
                </a:lnTo>
                <a:lnTo>
                  <a:pt x="61629" y="119058"/>
                </a:lnTo>
                <a:lnTo>
                  <a:pt x="99915" y="20486"/>
                </a:lnTo>
                <a:cubicBezTo>
                  <a:pt x="103945" y="10075"/>
                  <a:pt x="106295" y="7892"/>
                  <a:pt x="115027" y="6716"/>
                </a:cubicBezTo>
                <a:lnTo>
                  <a:pt x="115027" y="2519"/>
                </a:lnTo>
                <a:close/>
                <a:moveTo>
                  <a:pt x="154321" y="112006"/>
                </a:moveTo>
                <a:cubicBezTo>
                  <a:pt x="148613" y="111332"/>
                  <a:pt x="146430" y="108814"/>
                  <a:pt x="146430" y="102433"/>
                </a:cubicBezTo>
                <a:lnTo>
                  <a:pt x="146430" y="38622"/>
                </a:lnTo>
                <a:lnTo>
                  <a:pt x="114188" y="38622"/>
                </a:lnTo>
                <a:lnTo>
                  <a:pt x="114188" y="42652"/>
                </a:lnTo>
                <a:cubicBezTo>
                  <a:pt x="121578" y="43995"/>
                  <a:pt x="122920" y="45507"/>
                  <a:pt x="123087" y="52561"/>
                </a:cubicBezTo>
                <a:lnTo>
                  <a:pt x="123087" y="101929"/>
                </a:lnTo>
                <a:cubicBezTo>
                  <a:pt x="122920" y="108983"/>
                  <a:pt x="121744" y="110325"/>
                  <a:pt x="114188" y="112006"/>
                </a:cubicBezTo>
                <a:lnTo>
                  <a:pt x="114188" y="116034"/>
                </a:lnTo>
                <a:lnTo>
                  <a:pt x="154321" y="116034"/>
                </a:lnTo>
                <a:lnTo>
                  <a:pt x="154321" y="112006"/>
                </a:lnTo>
                <a:moveTo>
                  <a:pt x="134674" y="0"/>
                </a:moveTo>
                <a:cubicBezTo>
                  <a:pt x="127453" y="0"/>
                  <a:pt x="121578" y="5878"/>
                  <a:pt x="121578" y="12929"/>
                </a:cubicBezTo>
                <a:cubicBezTo>
                  <a:pt x="121578" y="20486"/>
                  <a:pt x="127117" y="26028"/>
                  <a:pt x="134507" y="26028"/>
                </a:cubicBezTo>
                <a:cubicBezTo>
                  <a:pt x="141897" y="26028"/>
                  <a:pt x="147606" y="20486"/>
                  <a:pt x="147606" y="13099"/>
                </a:cubicBezTo>
                <a:cubicBezTo>
                  <a:pt x="147606" y="5709"/>
                  <a:pt x="141897" y="0"/>
                  <a:pt x="134674" y="0"/>
                </a:cubicBezTo>
                <a:close/>
                <a:moveTo>
                  <a:pt x="227368" y="97732"/>
                </a:moveTo>
                <a:cubicBezTo>
                  <a:pt x="221157" y="104786"/>
                  <a:pt x="216791" y="107135"/>
                  <a:pt x="209906" y="107135"/>
                </a:cubicBezTo>
                <a:cubicBezTo>
                  <a:pt x="195295" y="107135"/>
                  <a:pt x="186058" y="92525"/>
                  <a:pt x="186058" y="69690"/>
                </a:cubicBezTo>
                <a:cubicBezTo>
                  <a:pt x="186058" y="52392"/>
                  <a:pt x="191434" y="41814"/>
                  <a:pt x="200166" y="41814"/>
                </a:cubicBezTo>
                <a:cubicBezTo>
                  <a:pt x="202852" y="41814"/>
                  <a:pt x="205370" y="43157"/>
                  <a:pt x="206377" y="45004"/>
                </a:cubicBezTo>
                <a:cubicBezTo>
                  <a:pt x="207218" y="46516"/>
                  <a:pt x="207218" y="46516"/>
                  <a:pt x="207218" y="53568"/>
                </a:cubicBezTo>
                <a:cubicBezTo>
                  <a:pt x="207387" y="61964"/>
                  <a:pt x="210241" y="65659"/>
                  <a:pt x="216621" y="65659"/>
                </a:cubicBezTo>
                <a:cubicBezTo>
                  <a:pt x="223675" y="65659"/>
                  <a:pt x="228042" y="61629"/>
                  <a:pt x="228042" y="55079"/>
                </a:cubicBezTo>
                <a:cubicBezTo>
                  <a:pt x="228042" y="44669"/>
                  <a:pt x="216791" y="36608"/>
                  <a:pt x="202011" y="36608"/>
                </a:cubicBezTo>
                <a:cubicBezTo>
                  <a:pt x="179176" y="36608"/>
                  <a:pt x="162382" y="54408"/>
                  <a:pt x="162382" y="78589"/>
                </a:cubicBezTo>
                <a:cubicBezTo>
                  <a:pt x="162382" y="101929"/>
                  <a:pt x="177328" y="118386"/>
                  <a:pt x="198319" y="118386"/>
                </a:cubicBezTo>
                <a:cubicBezTo>
                  <a:pt x="211248" y="118386"/>
                  <a:pt x="220652" y="113180"/>
                  <a:pt x="230391" y="100755"/>
                </a:cubicBezTo>
                <a:lnTo>
                  <a:pt x="227368" y="97732"/>
                </a:lnTo>
                <a:close/>
                <a:moveTo>
                  <a:pt x="284631" y="38622"/>
                </a:moveTo>
                <a:lnTo>
                  <a:pt x="268847" y="38622"/>
                </a:lnTo>
                <a:lnTo>
                  <a:pt x="268847" y="10244"/>
                </a:lnTo>
                <a:lnTo>
                  <a:pt x="264647" y="10244"/>
                </a:lnTo>
                <a:cubicBezTo>
                  <a:pt x="254406" y="24685"/>
                  <a:pt x="247687" y="32242"/>
                  <a:pt x="236772" y="41476"/>
                </a:cubicBezTo>
                <a:lnTo>
                  <a:pt x="236772" y="46011"/>
                </a:lnTo>
                <a:lnTo>
                  <a:pt x="245504" y="46011"/>
                </a:lnTo>
                <a:lnTo>
                  <a:pt x="245504" y="100419"/>
                </a:lnTo>
                <a:cubicBezTo>
                  <a:pt x="245504" y="111332"/>
                  <a:pt x="252725" y="118051"/>
                  <a:pt x="264312" y="118051"/>
                </a:cubicBezTo>
                <a:cubicBezTo>
                  <a:pt x="275563" y="118051"/>
                  <a:pt x="282281" y="113013"/>
                  <a:pt x="289164" y="99243"/>
                </a:cubicBezTo>
                <a:lnTo>
                  <a:pt x="284966" y="97396"/>
                </a:lnTo>
                <a:cubicBezTo>
                  <a:pt x="281607" y="103776"/>
                  <a:pt x="278922" y="106128"/>
                  <a:pt x="275396" y="106128"/>
                </a:cubicBezTo>
                <a:cubicBezTo>
                  <a:pt x="270694" y="106128"/>
                  <a:pt x="268847" y="103274"/>
                  <a:pt x="268847" y="96556"/>
                </a:cubicBezTo>
                <a:lnTo>
                  <a:pt x="268847" y="46011"/>
                </a:lnTo>
                <a:lnTo>
                  <a:pt x="284631" y="46011"/>
                </a:lnTo>
                <a:lnTo>
                  <a:pt x="284631" y="38622"/>
                </a:lnTo>
                <a:close/>
                <a:moveTo>
                  <a:pt x="332152" y="112006"/>
                </a:moveTo>
                <a:cubicBezTo>
                  <a:pt x="326443" y="111332"/>
                  <a:pt x="324260" y="108814"/>
                  <a:pt x="324260" y="102433"/>
                </a:cubicBezTo>
                <a:lnTo>
                  <a:pt x="324260" y="38622"/>
                </a:lnTo>
                <a:lnTo>
                  <a:pt x="292018" y="38622"/>
                </a:lnTo>
                <a:lnTo>
                  <a:pt x="292018" y="42652"/>
                </a:lnTo>
                <a:cubicBezTo>
                  <a:pt x="299408" y="43995"/>
                  <a:pt x="300751" y="45507"/>
                  <a:pt x="300917" y="52561"/>
                </a:cubicBezTo>
                <a:lnTo>
                  <a:pt x="300917" y="101929"/>
                </a:lnTo>
                <a:cubicBezTo>
                  <a:pt x="300751" y="108983"/>
                  <a:pt x="299575" y="110325"/>
                  <a:pt x="292018" y="112006"/>
                </a:cubicBezTo>
                <a:lnTo>
                  <a:pt x="292018" y="116034"/>
                </a:lnTo>
                <a:lnTo>
                  <a:pt x="332152" y="116034"/>
                </a:lnTo>
                <a:lnTo>
                  <a:pt x="332152" y="112006"/>
                </a:lnTo>
                <a:moveTo>
                  <a:pt x="312504" y="0"/>
                </a:moveTo>
                <a:cubicBezTo>
                  <a:pt x="305284" y="0"/>
                  <a:pt x="299408" y="5878"/>
                  <a:pt x="299408" y="12929"/>
                </a:cubicBezTo>
                <a:cubicBezTo>
                  <a:pt x="299408" y="20486"/>
                  <a:pt x="304948" y="26028"/>
                  <a:pt x="312338" y="26028"/>
                </a:cubicBezTo>
                <a:cubicBezTo>
                  <a:pt x="319727" y="26028"/>
                  <a:pt x="325436" y="20486"/>
                  <a:pt x="325436" y="13099"/>
                </a:cubicBezTo>
                <a:cubicBezTo>
                  <a:pt x="325436" y="5709"/>
                  <a:pt x="319727" y="0"/>
                  <a:pt x="312504" y="0"/>
                </a:cubicBezTo>
                <a:close/>
                <a:moveTo>
                  <a:pt x="472705" y="112006"/>
                </a:moveTo>
                <a:cubicBezTo>
                  <a:pt x="466325" y="111837"/>
                  <a:pt x="464142" y="109318"/>
                  <a:pt x="464308" y="102433"/>
                </a:cubicBezTo>
                <a:lnTo>
                  <a:pt x="464308" y="60286"/>
                </a:lnTo>
                <a:cubicBezTo>
                  <a:pt x="464308" y="45842"/>
                  <a:pt x="455410" y="36608"/>
                  <a:pt x="441640" y="36608"/>
                </a:cubicBezTo>
                <a:cubicBezTo>
                  <a:pt x="432067" y="36608"/>
                  <a:pt x="425518" y="40469"/>
                  <a:pt x="416954" y="51218"/>
                </a:cubicBezTo>
                <a:cubicBezTo>
                  <a:pt x="411917" y="40638"/>
                  <a:pt x="406039" y="36608"/>
                  <a:pt x="395459" y="36608"/>
                </a:cubicBezTo>
                <a:cubicBezTo>
                  <a:pt x="384713" y="36608"/>
                  <a:pt x="377157" y="41140"/>
                  <a:pt x="370774" y="51218"/>
                </a:cubicBezTo>
                <a:lnTo>
                  <a:pt x="370774" y="38622"/>
                </a:lnTo>
                <a:lnTo>
                  <a:pt x="338701" y="38622"/>
                </a:lnTo>
                <a:lnTo>
                  <a:pt x="338701" y="42652"/>
                </a:lnTo>
                <a:cubicBezTo>
                  <a:pt x="345756" y="43493"/>
                  <a:pt x="347769" y="45507"/>
                  <a:pt x="347939" y="52561"/>
                </a:cubicBezTo>
                <a:lnTo>
                  <a:pt x="347939" y="101929"/>
                </a:lnTo>
                <a:cubicBezTo>
                  <a:pt x="347769" y="108983"/>
                  <a:pt x="346091" y="110830"/>
                  <a:pt x="338701" y="112006"/>
                </a:cubicBezTo>
                <a:lnTo>
                  <a:pt x="338701" y="116034"/>
                </a:lnTo>
                <a:lnTo>
                  <a:pt x="379004" y="116034"/>
                </a:lnTo>
                <a:lnTo>
                  <a:pt x="379004" y="112006"/>
                </a:lnTo>
                <a:cubicBezTo>
                  <a:pt x="373295" y="111332"/>
                  <a:pt x="371279" y="108983"/>
                  <a:pt x="371279" y="102433"/>
                </a:cubicBezTo>
                <a:lnTo>
                  <a:pt x="371279" y="57598"/>
                </a:lnTo>
                <a:cubicBezTo>
                  <a:pt x="371279" y="56591"/>
                  <a:pt x="373967" y="53568"/>
                  <a:pt x="376150" y="51720"/>
                </a:cubicBezTo>
                <a:cubicBezTo>
                  <a:pt x="379675" y="49035"/>
                  <a:pt x="382361" y="47859"/>
                  <a:pt x="385384" y="47859"/>
                </a:cubicBezTo>
                <a:cubicBezTo>
                  <a:pt x="391933" y="47859"/>
                  <a:pt x="394452" y="51720"/>
                  <a:pt x="394452" y="61795"/>
                </a:cubicBezTo>
                <a:lnTo>
                  <a:pt x="394452" y="102433"/>
                </a:lnTo>
                <a:cubicBezTo>
                  <a:pt x="394621" y="108983"/>
                  <a:pt x="392438" y="111501"/>
                  <a:pt x="386391" y="112006"/>
                </a:cubicBezTo>
                <a:lnTo>
                  <a:pt x="386391" y="116034"/>
                </a:lnTo>
                <a:lnTo>
                  <a:pt x="425687" y="116034"/>
                </a:lnTo>
                <a:lnTo>
                  <a:pt x="425687" y="112006"/>
                </a:lnTo>
                <a:cubicBezTo>
                  <a:pt x="419978" y="111501"/>
                  <a:pt x="417795" y="108814"/>
                  <a:pt x="417795" y="102433"/>
                </a:cubicBezTo>
                <a:lnTo>
                  <a:pt x="417795" y="57598"/>
                </a:lnTo>
                <a:cubicBezTo>
                  <a:pt x="417795" y="56758"/>
                  <a:pt x="420480" y="53568"/>
                  <a:pt x="422663" y="51889"/>
                </a:cubicBezTo>
                <a:cubicBezTo>
                  <a:pt x="426358" y="49035"/>
                  <a:pt x="429046" y="47859"/>
                  <a:pt x="432067" y="47859"/>
                </a:cubicBezTo>
                <a:cubicBezTo>
                  <a:pt x="438450" y="47859"/>
                  <a:pt x="440968" y="51889"/>
                  <a:pt x="440968" y="61795"/>
                </a:cubicBezTo>
                <a:lnTo>
                  <a:pt x="440968" y="102433"/>
                </a:lnTo>
                <a:cubicBezTo>
                  <a:pt x="441135" y="109152"/>
                  <a:pt x="438952" y="111671"/>
                  <a:pt x="432738" y="112006"/>
                </a:cubicBezTo>
                <a:lnTo>
                  <a:pt x="432738" y="116034"/>
                </a:lnTo>
                <a:lnTo>
                  <a:pt x="472705" y="116034"/>
                </a:lnTo>
                <a:lnTo>
                  <a:pt x="472705" y="112006"/>
                </a:lnTo>
                <a:close/>
                <a:moveTo>
                  <a:pt x="635590" y="2519"/>
                </a:moveTo>
                <a:lnTo>
                  <a:pt x="598646" y="2519"/>
                </a:lnTo>
                <a:lnTo>
                  <a:pt x="598646" y="6716"/>
                </a:lnTo>
                <a:cubicBezTo>
                  <a:pt x="611578" y="7556"/>
                  <a:pt x="615104" y="11082"/>
                  <a:pt x="615104" y="23343"/>
                </a:cubicBezTo>
                <a:lnTo>
                  <a:pt x="615104" y="74558"/>
                </a:lnTo>
                <a:cubicBezTo>
                  <a:pt x="615104" y="99410"/>
                  <a:pt x="605700" y="110997"/>
                  <a:pt x="585717" y="110997"/>
                </a:cubicBezTo>
                <a:cubicBezTo>
                  <a:pt x="568421" y="110997"/>
                  <a:pt x="561032" y="101091"/>
                  <a:pt x="561032" y="78253"/>
                </a:cubicBezTo>
                <a:lnTo>
                  <a:pt x="561032" y="22167"/>
                </a:lnTo>
                <a:cubicBezTo>
                  <a:pt x="561367" y="9237"/>
                  <a:pt x="563719" y="7054"/>
                  <a:pt x="577320" y="6716"/>
                </a:cubicBezTo>
                <a:lnTo>
                  <a:pt x="577320" y="2519"/>
                </a:lnTo>
                <a:lnTo>
                  <a:pt x="520562" y="2519"/>
                </a:lnTo>
                <a:lnTo>
                  <a:pt x="520562" y="6716"/>
                </a:lnTo>
                <a:cubicBezTo>
                  <a:pt x="532149" y="7725"/>
                  <a:pt x="533997" y="9908"/>
                  <a:pt x="534332" y="22167"/>
                </a:cubicBezTo>
                <a:lnTo>
                  <a:pt x="534332" y="78253"/>
                </a:lnTo>
                <a:cubicBezTo>
                  <a:pt x="534332" y="94708"/>
                  <a:pt x="537858" y="102938"/>
                  <a:pt x="548102" y="110325"/>
                </a:cubicBezTo>
                <a:cubicBezTo>
                  <a:pt x="556163" y="116203"/>
                  <a:pt x="566910" y="119227"/>
                  <a:pt x="579168" y="119227"/>
                </a:cubicBezTo>
                <a:cubicBezTo>
                  <a:pt x="591595" y="119227"/>
                  <a:pt x="603348" y="115532"/>
                  <a:pt x="610569" y="109318"/>
                </a:cubicBezTo>
                <a:cubicBezTo>
                  <a:pt x="618128" y="102938"/>
                  <a:pt x="622494" y="90175"/>
                  <a:pt x="622494" y="74558"/>
                </a:cubicBezTo>
                <a:lnTo>
                  <a:pt x="622494" y="20990"/>
                </a:lnTo>
                <a:cubicBezTo>
                  <a:pt x="622660" y="10915"/>
                  <a:pt x="625012" y="8228"/>
                  <a:pt x="635590" y="6716"/>
                </a:cubicBezTo>
                <a:lnTo>
                  <a:pt x="635590" y="2519"/>
                </a:lnTo>
                <a:close/>
                <a:moveTo>
                  <a:pt x="641804" y="6716"/>
                </a:moveTo>
                <a:cubicBezTo>
                  <a:pt x="653055" y="7221"/>
                  <a:pt x="656245" y="9908"/>
                  <a:pt x="656580" y="18641"/>
                </a:cubicBezTo>
                <a:lnTo>
                  <a:pt x="656580" y="99915"/>
                </a:lnTo>
                <a:cubicBezTo>
                  <a:pt x="656245" y="108814"/>
                  <a:pt x="653895" y="110830"/>
                  <a:pt x="641804" y="111837"/>
                </a:cubicBezTo>
                <a:lnTo>
                  <a:pt x="641804" y="116034"/>
                </a:lnTo>
                <a:lnTo>
                  <a:pt x="740040" y="116034"/>
                </a:lnTo>
                <a:lnTo>
                  <a:pt x="746756" y="81107"/>
                </a:lnTo>
                <a:lnTo>
                  <a:pt x="742054" y="81107"/>
                </a:lnTo>
                <a:cubicBezTo>
                  <a:pt x="736850" y="92358"/>
                  <a:pt x="733491" y="97060"/>
                  <a:pt x="727446" y="101929"/>
                </a:cubicBezTo>
                <a:cubicBezTo>
                  <a:pt x="719721" y="108142"/>
                  <a:pt x="710653" y="110830"/>
                  <a:pt x="697723" y="110830"/>
                </a:cubicBezTo>
                <a:cubicBezTo>
                  <a:pt x="686808" y="110830"/>
                  <a:pt x="683785" y="108647"/>
                  <a:pt x="683785" y="101426"/>
                </a:cubicBezTo>
                <a:lnTo>
                  <a:pt x="683785" y="60788"/>
                </a:lnTo>
                <a:cubicBezTo>
                  <a:pt x="702090" y="60788"/>
                  <a:pt x="708975" y="67337"/>
                  <a:pt x="710989" y="86816"/>
                </a:cubicBezTo>
                <a:lnTo>
                  <a:pt x="715355" y="86816"/>
                </a:lnTo>
                <a:lnTo>
                  <a:pt x="715355" y="30058"/>
                </a:lnTo>
                <a:lnTo>
                  <a:pt x="710989" y="30058"/>
                </a:lnTo>
                <a:cubicBezTo>
                  <a:pt x="708470" y="49201"/>
                  <a:pt x="701921" y="55246"/>
                  <a:pt x="683785" y="55079"/>
                </a:cubicBezTo>
                <a:lnTo>
                  <a:pt x="683785" y="16122"/>
                </a:lnTo>
                <a:cubicBezTo>
                  <a:pt x="683785" y="9739"/>
                  <a:pt x="685968" y="8228"/>
                  <a:pt x="694700" y="8228"/>
                </a:cubicBezTo>
                <a:cubicBezTo>
                  <a:pt x="722071" y="8228"/>
                  <a:pt x="730301" y="13939"/>
                  <a:pt x="734498" y="36272"/>
                </a:cubicBezTo>
                <a:lnTo>
                  <a:pt x="738695" y="36272"/>
                </a:lnTo>
                <a:lnTo>
                  <a:pt x="738695" y="2519"/>
                </a:lnTo>
                <a:lnTo>
                  <a:pt x="641804" y="2519"/>
                </a:lnTo>
                <a:lnTo>
                  <a:pt x="641804" y="6716"/>
                </a:lnTo>
                <a:close/>
                <a:moveTo>
                  <a:pt x="855235" y="111837"/>
                </a:moveTo>
                <a:cubicBezTo>
                  <a:pt x="842808" y="111166"/>
                  <a:pt x="839449" y="108814"/>
                  <a:pt x="839282" y="99915"/>
                </a:cubicBezTo>
                <a:lnTo>
                  <a:pt x="839282" y="18641"/>
                </a:lnTo>
                <a:cubicBezTo>
                  <a:pt x="839449" y="9739"/>
                  <a:pt x="843144" y="7054"/>
                  <a:pt x="855235" y="6716"/>
                </a:cubicBezTo>
                <a:lnTo>
                  <a:pt x="855235" y="2519"/>
                </a:lnTo>
                <a:lnTo>
                  <a:pt x="796461" y="2519"/>
                </a:lnTo>
                <a:lnTo>
                  <a:pt x="796461" y="6716"/>
                </a:lnTo>
                <a:cubicBezTo>
                  <a:pt x="808217" y="7221"/>
                  <a:pt x="811743" y="9908"/>
                  <a:pt x="812078" y="18641"/>
                </a:cubicBezTo>
                <a:lnTo>
                  <a:pt x="812078" y="99915"/>
                </a:lnTo>
                <a:cubicBezTo>
                  <a:pt x="811743" y="108478"/>
                  <a:pt x="808719" y="110997"/>
                  <a:pt x="796461" y="111837"/>
                </a:cubicBezTo>
                <a:lnTo>
                  <a:pt x="796461" y="116034"/>
                </a:lnTo>
                <a:lnTo>
                  <a:pt x="855235" y="116034"/>
                </a:lnTo>
                <a:lnTo>
                  <a:pt x="855235" y="111837"/>
                </a:lnTo>
                <a:close/>
                <a:moveTo>
                  <a:pt x="948935" y="112006"/>
                </a:moveTo>
                <a:cubicBezTo>
                  <a:pt x="942724" y="111671"/>
                  <a:pt x="940541" y="109152"/>
                  <a:pt x="940707" y="102433"/>
                </a:cubicBezTo>
                <a:lnTo>
                  <a:pt x="940707" y="60286"/>
                </a:lnTo>
                <a:cubicBezTo>
                  <a:pt x="940707" y="45842"/>
                  <a:pt x="931809" y="36608"/>
                  <a:pt x="918039" y="36608"/>
                </a:cubicBezTo>
                <a:cubicBezTo>
                  <a:pt x="907964" y="36608"/>
                  <a:pt x="900238" y="41310"/>
                  <a:pt x="894025" y="51218"/>
                </a:cubicBezTo>
                <a:lnTo>
                  <a:pt x="894025" y="38622"/>
                </a:lnTo>
                <a:lnTo>
                  <a:pt x="861952" y="38622"/>
                </a:lnTo>
                <a:lnTo>
                  <a:pt x="861952" y="42652"/>
                </a:lnTo>
                <a:cubicBezTo>
                  <a:pt x="869339" y="43828"/>
                  <a:pt x="870685" y="45340"/>
                  <a:pt x="870851" y="52561"/>
                </a:cubicBezTo>
                <a:lnTo>
                  <a:pt x="870851" y="101929"/>
                </a:lnTo>
                <a:cubicBezTo>
                  <a:pt x="870685" y="109152"/>
                  <a:pt x="869339" y="110661"/>
                  <a:pt x="861952" y="112006"/>
                </a:cubicBezTo>
                <a:lnTo>
                  <a:pt x="861952" y="116034"/>
                </a:lnTo>
                <a:lnTo>
                  <a:pt x="902421" y="116034"/>
                </a:lnTo>
                <a:lnTo>
                  <a:pt x="902421" y="112006"/>
                </a:lnTo>
                <a:cubicBezTo>
                  <a:pt x="896377" y="111332"/>
                  <a:pt x="894194" y="108647"/>
                  <a:pt x="894194" y="102433"/>
                </a:cubicBezTo>
                <a:lnTo>
                  <a:pt x="894194" y="57598"/>
                </a:lnTo>
                <a:cubicBezTo>
                  <a:pt x="894194" y="57093"/>
                  <a:pt x="895367" y="55246"/>
                  <a:pt x="897048" y="53568"/>
                </a:cubicBezTo>
                <a:cubicBezTo>
                  <a:pt x="900743" y="49873"/>
                  <a:pt x="904771" y="47859"/>
                  <a:pt x="908635" y="47859"/>
                </a:cubicBezTo>
                <a:cubicBezTo>
                  <a:pt x="914513" y="47859"/>
                  <a:pt x="917367" y="52392"/>
                  <a:pt x="917367" y="61795"/>
                </a:cubicBezTo>
                <a:lnTo>
                  <a:pt x="917367" y="102433"/>
                </a:lnTo>
                <a:cubicBezTo>
                  <a:pt x="917198" y="108814"/>
                  <a:pt x="915015" y="111501"/>
                  <a:pt x="909473" y="112006"/>
                </a:cubicBezTo>
                <a:lnTo>
                  <a:pt x="909473" y="116034"/>
                </a:lnTo>
                <a:lnTo>
                  <a:pt x="948935" y="116034"/>
                </a:lnTo>
                <a:lnTo>
                  <a:pt x="948935" y="112006"/>
                </a:lnTo>
                <a:close/>
                <a:moveTo>
                  <a:pt x="993771" y="112006"/>
                </a:moveTo>
                <a:cubicBezTo>
                  <a:pt x="988062" y="111332"/>
                  <a:pt x="985879" y="108814"/>
                  <a:pt x="985879" y="102433"/>
                </a:cubicBezTo>
                <a:lnTo>
                  <a:pt x="985879" y="38622"/>
                </a:lnTo>
                <a:lnTo>
                  <a:pt x="953637" y="38622"/>
                </a:lnTo>
                <a:lnTo>
                  <a:pt x="953637" y="42652"/>
                </a:lnTo>
                <a:cubicBezTo>
                  <a:pt x="961027" y="43995"/>
                  <a:pt x="962370" y="45507"/>
                  <a:pt x="962536" y="52561"/>
                </a:cubicBezTo>
                <a:lnTo>
                  <a:pt x="962536" y="101929"/>
                </a:lnTo>
                <a:cubicBezTo>
                  <a:pt x="962370" y="108983"/>
                  <a:pt x="961194" y="110325"/>
                  <a:pt x="953637" y="112006"/>
                </a:cubicBezTo>
                <a:lnTo>
                  <a:pt x="953637" y="116034"/>
                </a:lnTo>
                <a:lnTo>
                  <a:pt x="993771" y="116034"/>
                </a:lnTo>
                <a:lnTo>
                  <a:pt x="993771" y="112006"/>
                </a:lnTo>
                <a:moveTo>
                  <a:pt x="974123" y="0"/>
                </a:moveTo>
                <a:cubicBezTo>
                  <a:pt x="966903" y="0"/>
                  <a:pt x="961027" y="5878"/>
                  <a:pt x="961027" y="12929"/>
                </a:cubicBezTo>
                <a:cubicBezTo>
                  <a:pt x="961027" y="20486"/>
                  <a:pt x="966567" y="26028"/>
                  <a:pt x="973957" y="26028"/>
                </a:cubicBezTo>
                <a:cubicBezTo>
                  <a:pt x="981346" y="26028"/>
                  <a:pt x="987055" y="20486"/>
                  <a:pt x="987055" y="13099"/>
                </a:cubicBezTo>
                <a:cubicBezTo>
                  <a:pt x="987055" y="5709"/>
                  <a:pt x="981346" y="0"/>
                  <a:pt x="974123" y="0"/>
                </a:cubicBezTo>
                <a:close/>
                <a:moveTo>
                  <a:pt x="1048851" y="38622"/>
                </a:moveTo>
                <a:lnTo>
                  <a:pt x="1033067" y="38622"/>
                </a:lnTo>
                <a:lnTo>
                  <a:pt x="1033067" y="10244"/>
                </a:lnTo>
                <a:lnTo>
                  <a:pt x="1028867" y="10244"/>
                </a:lnTo>
                <a:cubicBezTo>
                  <a:pt x="1018626" y="24685"/>
                  <a:pt x="1011907" y="32242"/>
                  <a:pt x="1000992" y="41476"/>
                </a:cubicBezTo>
                <a:lnTo>
                  <a:pt x="1000992" y="46011"/>
                </a:lnTo>
                <a:lnTo>
                  <a:pt x="1009724" y="46011"/>
                </a:lnTo>
                <a:lnTo>
                  <a:pt x="1009724" y="100419"/>
                </a:lnTo>
                <a:cubicBezTo>
                  <a:pt x="1009724" y="111332"/>
                  <a:pt x="1016945" y="118051"/>
                  <a:pt x="1028531" y="118051"/>
                </a:cubicBezTo>
                <a:cubicBezTo>
                  <a:pt x="1039783" y="118051"/>
                  <a:pt x="1046501" y="113013"/>
                  <a:pt x="1053383" y="99243"/>
                </a:cubicBezTo>
                <a:lnTo>
                  <a:pt x="1049186" y="97396"/>
                </a:lnTo>
                <a:cubicBezTo>
                  <a:pt x="1045827" y="103776"/>
                  <a:pt x="1043142" y="106128"/>
                  <a:pt x="1039616" y="106128"/>
                </a:cubicBezTo>
                <a:cubicBezTo>
                  <a:pt x="1034914" y="106128"/>
                  <a:pt x="1033067" y="103274"/>
                  <a:pt x="1033067" y="96556"/>
                </a:cubicBezTo>
                <a:lnTo>
                  <a:pt x="1033067" y="46011"/>
                </a:lnTo>
                <a:lnTo>
                  <a:pt x="1048851" y="46011"/>
                </a:lnTo>
                <a:lnTo>
                  <a:pt x="1048851" y="38622"/>
                </a:lnTo>
                <a:close/>
                <a:moveTo>
                  <a:pt x="1096373" y="112006"/>
                </a:moveTo>
                <a:cubicBezTo>
                  <a:pt x="1090664" y="111332"/>
                  <a:pt x="1088481" y="108814"/>
                  <a:pt x="1088481" y="102433"/>
                </a:cubicBezTo>
                <a:lnTo>
                  <a:pt x="1088481" y="38622"/>
                </a:lnTo>
                <a:lnTo>
                  <a:pt x="1056239" y="38622"/>
                </a:lnTo>
                <a:lnTo>
                  <a:pt x="1056239" y="42652"/>
                </a:lnTo>
                <a:cubicBezTo>
                  <a:pt x="1063629" y="43995"/>
                  <a:pt x="1064972" y="45507"/>
                  <a:pt x="1065138" y="52561"/>
                </a:cubicBezTo>
                <a:lnTo>
                  <a:pt x="1065138" y="101929"/>
                </a:lnTo>
                <a:cubicBezTo>
                  <a:pt x="1064972" y="108983"/>
                  <a:pt x="1063795" y="110325"/>
                  <a:pt x="1056239" y="112006"/>
                </a:cubicBezTo>
                <a:lnTo>
                  <a:pt x="1056239" y="116034"/>
                </a:lnTo>
                <a:lnTo>
                  <a:pt x="1096373" y="116034"/>
                </a:lnTo>
                <a:lnTo>
                  <a:pt x="1096373" y="112006"/>
                </a:lnTo>
                <a:moveTo>
                  <a:pt x="1076725" y="0"/>
                </a:moveTo>
                <a:cubicBezTo>
                  <a:pt x="1069504" y="0"/>
                  <a:pt x="1063629" y="5878"/>
                  <a:pt x="1063629" y="12929"/>
                </a:cubicBezTo>
                <a:cubicBezTo>
                  <a:pt x="1063629" y="20486"/>
                  <a:pt x="1069169" y="26028"/>
                  <a:pt x="1076558" y="26028"/>
                </a:cubicBezTo>
                <a:cubicBezTo>
                  <a:pt x="1083948" y="26028"/>
                  <a:pt x="1089657" y="20486"/>
                  <a:pt x="1089657" y="13099"/>
                </a:cubicBezTo>
                <a:cubicBezTo>
                  <a:pt x="1089657" y="5709"/>
                  <a:pt x="1083948" y="0"/>
                  <a:pt x="1076725" y="0"/>
                </a:cubicBezTo>
                <a:close/>
                <a:moveTo>
                  <a:pt x="1180167" y="105288"/>
                </a:moveTo>
                <a:lnTo>
                  <a:pt x="1178489" y="106969"/>
                </a:lnTo>
                <a:cubicBezTo>
                  <a:pt x="1177984" y="107471"/>
                  <a:pt x="1177482" y="107640"/>
                  <a:pt x="1176642" y="107640"/>
                </a:cubicBezTo>
                <a:cubicBezTo>
                  <a:pt x="1174289" y="107640"/>
                  <a:pt x="1173116" y="106295"/>
                  <a:pt x="1173116" y="103440"/>
                </a:cubicBezTo>
                <a:lnTo>
                  <a:pt x="1173116" y="59612"/>
                </a:lnTo>
                <a:cubicBezTo>
                  <a:pt x="1173116" y="45340"/>
                  <a:pt x="1160353" y="36608"/>
                  <a:pt x="1139865" y="36608"/>
                </a:cubicBezTo>
                <a:cubicBezTo>
                  <a:pt x="1120891" y="36608"/>
                  <a:pt x="1108128" y="45171"/>
                  <a:pt x="1108128" y="57765"/>
                </a:cubicBezTo>
                <a:cubicBezTo>
                  <a:pt x="1108128" y="64819"/>
                  <a:pt x="1112159" y="68849"/>
                  <a:pt x="1119043" y="68849"/>
                </a:cubicBezTo>
                <a:cubicBezTo>
                  <a:pt x="1125759" y="68849"/>
                  <a:pt x="1130461" y="64819"/>
                  <a:pt x="1130461" y="59110"/>
                </a:cubicBezTo>
                <a:cubicBezTo>
                  <a:pt x="1130461" y="56758"/>
                  <a:pt x="1129623" y="54575"/>
                  <a:pt x="1127440" y="51889"/>
                </a:cubicBezTo>
                <a:cubicBezTo>
                  <a:pt x="1125928" y="50208"/>
                  <a:pt x="1125424" y="49201"/>
                  <a:pt x="1125424" y="48194"/>
                </a:cubicBezTo>
                <a:cubicBezTo>
                  <a:pt x="1125424" y="44669"/>
                  <a:pt x="1129959" y="41981"/>
                  <a:pt x="1136003" y="41981"/>
                </a:cubicBezTo>
                <a:cubicBezTo>
                  <a:pt x="1145912" y="41981"/>
                  <a:pt x="1150109" y="46516"/>
                  <a:pt x="1150109" y="56758"/>
                </a:cubicBezTo>
                <a:lnTo>
                  <a:pt x="1150109" y="69016"/>
                </a:lnTo>
                <a:cubicBezTo>
                  <a:pt x="1130125" y="75063"/>
                  <a:pt x="1121898" y="78253"/>
                  <a:pt x="1115684" y="82619"/>
                </a:cubicBezTo>
                <a:cubicBezTo>
                  <a:pt x="1108297" y="87657"/>
                  <a:pt x="1104938" y="93365"/>
                  <a:pt x="1104938" y="100586"/>
                </a:cubicBezTo>
                <a:cubicBezTo>
                  <a:pt x="1104938" y="110830"/>
                  <a:pt x="1112663" y="118386"/>
                  <a:pt x="1123576" y="118386"/>
                </a:cubicBezTo>
                <a:cubicBezTo>
                  <a:pt x="1133149" y="118386"/>
                  <a:pt x="1140874" y="115027"/>
                  <a:pt x="1150109" y="106631"/>
                </a:cubicBezTo>
                <a:cubicBezTo>
                  <a:pt x="1151956" y="115196"/>
                  <a:pt x="1155651" y="118386"/>
                  <a:pt x="1163879" y="118386"/>
                </a:cubicBezTo>
                <a:cubicBezTo>
                  <a:pt x="1171099" y="118386"/>
                  <a:pt x="1176306" y="115699"/>
                  <a:pt x="1182686" y="108814"/>
                </a:cubicBezTo>
                <a:lnTo>
                  <a:pt x="1180167" y="105288"/>
                </a:lnTo>
                <a:moveTo>
                  <a:pt x="1149942" y="99243"/>
                </a:moveTo>
                <a:cubicBezTo>
                  <a:pt x="1145407" y="104450"/>
                  <a:pt x="1142048" y="106464"/>
                  <a:pt x="1138020" y="106464"/>
                </a:cubicBezTo>
                <a:cubicBezTo>
                  <a:pt x="1132980" y="106464"/>
                  <a:pt x="1129454" y="101929"/>
                  <a:pt x="1129454" y="95213"/>
                </a:cubicBezTo>
                <a:cubicBezTo>
                  <a:pt x="1129454" y="85474"/>
                  <a:pt x="1136508" y="78419"/>
                  <a:pt x="1149942" y="74894"/>
                </a:cubicBezTo>
                <a:lnTo>
                  <a:pt x="1149942" y="99243"/>
                </a:lnTo>
                <a:close/>
                <a:moveTo>
                  <a:pt x="1227521" y="112006"/>
                </a:moveTo>
                <a:cubicBezTo>
                  <a:pt x="1222148" y="112006"/>
                  <a:pt x="1219460" y="108647"/>
                  <a:pt x="1219293" y="101929"/>
                </a:cubicBezTo>
                <a:lnTo>
                  <a:pt x="1219293" y="2519"/>
                </a:lnTo>
                <a:lnTo>
                  <a:pt x="1187388" y="2519"/>
                </a:lnTo>
                <a:lnTo>
                  <a:pt x="1187388" y="6549"/>
                </a:lnTo>
                <a:cubicBezTo>
                  <a:pt x="1192930" y="6716"/>
                  <a:pt x="1195784" y="9908"/>
                  <a:pt x="1195951" y="16289"/>
                </a:cubicBezTo>
                <a:lnTo>
                  <a:pt x="1195951" y="101929"/>
                </a:lnTo>
                <a:cubicBezTo>
                  <a:pt x="1195784" y="108311"/>
                  <a:pt x="1192761" y="111837"/>
                  <a:pt x="1187388" y="112006"/>
                </a:cubicBezTo>
                <a:lnTo>
                  <a:pt x="1187388" y="116034"/>
                </a:lnTo>
                <a:lnTo>
                  <a:pt x="1227521" y="116034"/>
                </a:lnTo>
                <a:lnTo>
                  <a:pt x="1227521" y="112006"/>
                </a:lnTo>
                <a:close/>
                <a:moveTo>
                  <a:pt x="1274204" y="112006"/>
                </a:moveTo>
                <a:cubicBezTo>
                  <a:pt x="1268495" y="111332"/>
                  <a:pt x="1266312" y="108814"/>
                  <a:pt x="1266312" y="102433"/>
                </a:cubicBezTo>
                <a:lnTo>
                  <a:pt x="1266312" y="38622"/>
                </a:lnTo>
                <a:lnTo>
                  <a:pt x="1234071" y="38622"/>
                </a:lnTo>
                <a:lnTo>
                  <a:pt x="1234071" y="42652"/>
                </a:lnTo>
                <a:cubicBezTo>
                  <a:pt x="1241460" y="43995"/>
                  <a:pt x="1242803" y="45507"/>
                  <a:pt x="1242969" y="52561"/>
                </a:cubicBezTo>
                <a:lnTo>
                  <a:pt x="1242969" y="101929"/>
                </a:lnTo>
                <a:cubicBezTo>
                  <a:pt x="1242803" y="108983"/>
                  <a:pt x="1241627" y="110325"/>
                  <a:pt x="1234071" y="112006"/>
                </a:cubicBezTo>
                <a:lnTo>
                  <a:pt x="1234071" y="116034"/>
                </a:lnTo>
                <a:lnTo>
                  <a:pt x="1274204" y="116034"/>
                </a:lnTo>
                <a:lnTo>
                  <a:pt x="1274204" y="112006"/>
                </a:lnTo>
                <a:moveTo>
                  <a:pt x="1254556" y="0"/>
                </a:moveTo>
                <a:cubicBezTo>
                  <a:pt x="1247336" y="0"/>
                  <a:pt x="1241460" y="5878"/>
                  <a:pt x="1241460" y="12929"/>
                </a:cubicBezTo>
                <a:cubicBezTo>
                  <a:pt x="1241460" y="20486"/>
                  <a:pt x="1247000" y="26028"/>
                  <a:pt x="1254390" y="26028"/>
                </a:cubicBezTo>
                <a:cubicBezTo>
                  <a:pt x="1261779" y="26028"/>
                  <a:pt x="1267488" y="20486"/>
                  <a:pt x="1267488" y="13099"/>
                </a:cubicBezTo>
                <a:cubicBezTo>
                  <a:pt x="1267488" y="5709"/>
                  <a:pt x="1261779" y="0"/>
                  <a:pt x="1254556" y="0"/>
                </a:cubicBezTo>
                <a:close/>
                <a:moveTo>
                  <a:pt x="1349100" y="89168"/>
                </a:moveTo>
                <a:lnTo>
                  <a:pt x="1344398" y="89168"/>
                </a:lnTo>
                <a:cubicBezTo>
                  <a:pt x="1343053" y="94206"/>
                  <a:pt x="1341544" y="97227"/>
                  <a:pt x="1338856" y="101091"/>
                </a:cubicBezTo>
                <a:cubicBezTo>
                  <a:pt x="1332978" y="108814"/>
                  <a:pt x="1328947" y="110494"/>
                  <a:pt x="1314506" y="110661"/>
                </a:cubicBezTo>
                <a:lnTo>
                  <a:pt x="1309638" y="110661"/>
                </a:lnTo>
                <a:lnTo>
                  <a:pt x="1348429" y="42988"/>
                </a:lnTo>
                <a:lnTo>
                  <a:pt x="1348429" y="38622"/>
                </a:lnTo>
                <a:lnTo>
                  <a:pt x="1286129" y="38622"/>
                </a:lnTo>
                <a:lnTo>
                  <a:pt x="1284952" y="62467"/>
                </a:lnTo>
                <a:lnTo>
                  <a:pt x="1289319" y="62467"/>
                </a:lnTo>
                <a:cubicBezTo>
                  <a:pt x="1293516" y="46516"/>
                  <a:pt x="1297882" y="43828"/>
                  <a:pt x="1321391" y="43995"/>
                </a:cubicBezTo>
                <a:lnTo>
                  <a:pt x="1282098" y="111837"/>
                </a:lnTo>
                <a:lnTo>
                  <a:pt x="1282098" y="116034"/>
                </a:lnTo>
                <a:lnTo>
                  <a:pt x="1346412" y="116034"/>
                </a:lnTo>
                <a:lnTo>
                  <a:pt x="1349100" y="89168"/>
                </a:lnTo>
                <a:close/>
                <a:moveTo>
                  <a:pt x="1430710" y="105288"/>
                </a:moveTo>
                <a:lnTo>
                  <a:pt x="1429032" y="106969"/>
                </a:lnTo>
                <a:cubicBezTo>
                  <a:pt x="1428527" y="107471"/>
                  <a:pt x="1428025" y="107640"/>
                  <a:pt x="1427184" y="107640"/>
                </a:cubicBezTo>
                <a:cubicBezTo>
                  <a:pt x="1424832" y="107640"/>
                  <a:pt x="1423658" y="106295"/>
                  <a:pt x="1423658" y="103440"/>
                </a:cubicBezTo>
                <a:lnTo>
                  <a:pt x="1423658" y="59612"/>
                </a:lnTo>
                <a:cubicBezTo>
                  <a:pt x="1423658" y="45340"/>
                  <a:pt x="1410895" y="36608"/>
                  <a:pt x="1390407" y="36608"/>
                </a:cubicBezTo>
                <a:cubicBezTo>
                  <a:pt x="1371433" y="36608"/>
                  <a:pt x="1358670" y="45171"/>
                  <a:pt x="1358670" y="57765"/>
                </a:cubicBezTo>
                <a:cubicBezTo>
                  <a:pt x="1358670" y="64819"/>
                  <a:pt x="1362701" y="68849"/>
                  <a:pt x="1369586" y="68849"/>
                </a:cubicBezTo>
                <a:cubicBezTo>
                  <a:pt x="1376302" y="68849"/>
                  <a:pt x="1381004" y="64819"/>
                  <a:pt x="1381004" y="59110"/>
                </a:cubicBezTo>
                <a:cubicBezTo>
                  <a:pt x="1381004" y="56758"/>
                  <a:pt x="1380166" y="54575"/>
                  <a:pt x="1377983" y="51889"/>
                </a:cubicBezTo>
                <a:cubicBezTo>
                  <a:pt x="1376471" y="50208"/>
                  <a:pt x="1375966" y="49201"/>
                  <a:pt x="1375966" y="48194"/>
                </a:cubicBezTo>
                <a:cubicBezTo>
                  <a:pt x="1375966" y="44669"/>
                  <a:pt x="1380501" y="41981"/>
                  <a:pt x="1386546" y="41981"/>
                </a:cubicBezTo>
                <a:cubicBezTo>
                  <a:pt x="1396454" y="41981"/>
                  <a:pt x="1400651" y="46516"/>
                  <a:pt x="1400651" y="56758"/>
                </a:cubicBezTo>
                <a:lnTo>
                  <a:pt x="1400651" y="69016"/>
                </a:lnTo>
                <a:cubicBezTo>
                  <a:pt x="1380668" y="75063"/>
                  <a:pt x="1372440" y="78253"/>
                  <a:pt x="1366227" y="82619"/>
                </a:cubicBezTo>
                <a:cubicBezTo>
                  <a:pt x="1358840" y="87657"/>
                  <a:pt x="1355480" y="93365"/>
                  <a:pt x="1355480" y="100586"/>
                </a:cubicBezTo>
                <a:cubicBezTo>
                  <a:pt x="1355480" y="110830"/>
                  <a:pt x="1363206" y="118386"/>
                  <a:pt x="1374119" y="118386"/>
                </a:cubicBezTo>
                <a:cubicBezTo>
                  <a:pt x="1383691" y="118386"/>
                  <a:pt x="1391417" y="115027"/>
                  <a:pt x="1400651" y="106631"/>
                </a:cubicBezTo>
                <a:cubicBezTo>
                  <a:pt x="1402499" y="115196"/>
                  <a:pt x="1406194" y="118386"/>
                  <a:pt x="1414421" y="118386"/>
                </a:cubicBezTo>
                <a:cubicBezTo>
                  <a:pt x="1421642" y="118386"/>
                  <a:pt x="1426848" y="115699"/>
                  <a:pt x="1433229" y="108814"/>
                </a:cubicBezTo>
                <a:lnTo>
                  <a:pt x="1430710" y="105288"/>
                </a:lnTo>
                <a:moveTo>
                  <a:pt x="1400485" y="99243"/>
                </a:moveTo>
                <a:cubicBezTo>
                  <a:pt x="1395950" y="104450"/>
                  <a:pt x="1392590" y="106464"/>
                  <a:pt x="1388562" y="106464"/>
                </a:cubicBezTo>
                <a:cubicBezTo>
                  <a:pt x="1383522" y="106464"/>
                  <a:pt x="1379997" y="101929"/>
                  <a:pt x="1379997" y="95213"/>
                </a:cubicBezTo>
                <a:cubicBezTo>
                  <a:pt x="1379997" y="85474"/>
                  <a:pt x="1387051" y="78419"/>
                  <a:pt x="1400485" y="74894"/>
                </a:cubicBezTo>
                <a:lnTo>
                  <a:pt x="1400485" y="99243"/>
                </a:lnTo>
                <a:close/>
                <a:moveTo>
                  <a:pt x="1486460" y="38622"/>
                </a:moveTo>
                <a:lnTo>
                  <a:pt x="1470677" y="38622"/>
                </a:lnTo>
                <a:lnTo>
                  <a:pt x="1470677" y="10244"/>
                </a:lnTo>
                <a:lnTo>
                  <a:pt x="1466477" y="10244"/>
                </a:lnTo>
                <a:cubicBezTo>
                  <a:pt x="1456235" y="24685"/>
                  <a:pt x="1449517" y="32242"/>
                  <a:pt x="1438602" y="41476"/>
                </a:cubicBezTo>
                <a:lnTo>
                  <a:pt x="1438602" y="46011"/>
                </a:lnTo>
                <a:lnTo>
                  <a:pt x="1447334" y="46011"/>
                </a:lnTo>
                <a:lnTo>
                  <a:pt x="1447334" y="100419"/>
                </a:lnTo>
                <a:cubicBezTo>
                  <a:pt x="1447334" y="111332"/>
                  <a:pt x="1454555" y="118051"/>
                  <a:pt x="1466141" y="118051"/>
                </a:cubicBezTo>
                <a:cubicBezTo>
                  <a:pt x="1477392" y="118051"/>
                  <a:pt x="1484111" y="113013"/>
                  <a:pt x="1490993" y="99243"/>
                </a:cubicBezTo>
                <a:lnTo>
                  <a:pt x="1486796" y="97396"/>
                </a:lnTo>
                <a:cubicBezTo>
                  <a:pt x="1483437" y="103776"/>
                  <a:pt x="1480752" y="106128"/>
                  <a:pt x="1477226" y="106128"/>
                </a:cubicBezTo>
                <a:cubicBezTo>
                  <a:pt x="1472524" y="106128"/>
                  <a:pt x="1470677" y="103274"/>
                  <a:pt x="1470677" y="96556"/>
                </a:cubicBezTo>
                <a:lnTo>
                  <a:pt x="1470677" y="46011"/>
                </a:lnTo>
                <a:lnTo>
                  <a:pt x="1486460" y="46011"/>
                </a:lnTo>
                <a:lnTo>
                  <a:pt x="1486460" y="38622"/>
                </a:lnTo>
                <a:close/>
                <a:moveTo>
                  <a:pt x="1533983" y="112006"/>
                </a:moveTo>
                <a:cubicBezTo>
                  <a:pt x="1528274" y="111332"/>
                  <a:pt x="1526091" y="108814"/>
                  <a:pt x="1526091" y="102433"/>
                </a:cubicBezTo>
                <a:lnTo>
                  <a:pt x="1526091" y="38622"/>
                </a:lnTo>
                <a:lnTo>
                  <a:pt x="1493849" y="38622"/>
                </a:lnTo>
                <a:lnTo>
                  <a:pt x="1493849" y="42652"/>
                </a:lnTo>
                <a:cubicBezTo>
                  <a:pt x="1501239" y="43995"/>
                  <a:pt x="1502582" y="45507"/>
                  <a:pt x="1502748" y="52561"/>
                </a:cubicBezTo>
                <a:lnTo>
                  <a:pt x="1502748" y="101929"/>
                </a:lnTo>
                <a:cubicBezTo>
                  <a:pt x="1502582" y="108983"/>
                  <a:pt x="1501406" y="110325"/>
                  <a:pt x="1493849" y="112006"/>
                </a:cubicBezTo>
                <a:lnTo>
                  <a:pt x="1493849" y="116034"/>
                </a:lnTo>
                <a:lnTo>
                  <a:pt x="1533983" y="116034"/>
                </a:lnTo>
                <a:lnTo>
                  <a:pt x="1533983" y="112006"/>
                </a:lnTo>
                <a:moveTo>
                  <a:pt x="1514335" y="0"/>
                </a:moveTo>
                <a:cubicBezTo>
                  <a:pt x="1507114" y="0"/>
                  <a:pt x="1501239" y="5878"/>
                  <a:pt x="1501239" y="12929"/>
                </a:cubicBezTo>
                <a:cubicBezTo>
                  <a:pt x="1501239" y="20486"/>
                  <a:pt x="1506779" y="26028"/>
                  <a:pt x="1514168" y="26028"/>
                </a:cubicBezTo>
                <a:cubicBezTo>
                  <a:pt x="1521558" y="26028"/>
                  <a:pt x="1527267" y="20486"/>
                  <a:pt x="1527267" y="13099"/>
                </a:cubicBezTo>
                <a:cubicBezTo>
                  <a:pt x="1527267" y="5709"/>
                  <a:pt x="1521558" y="0"/>
                  <a:pt x="1514335" y="0"/>
                </a:cubicBezTo>
                <a:close/>
                <a:moveTo>
                  <a:pt x="1579994" y="36608"/>
                </a:moveTo>
                <a:cubicBezTo>
                  <a:pt x="1558499" y="36608"/>
                  <a:pt x="1542044" y="54239"/>
                  <a:pt x="1542044" y="77077"/>
                </a:cubicBezTo>
                <a:cubicBezTo>
                  <a:pt x="1542044" y="101091"/>
                  <a:pt x="1557828" y="118386"/>
                  <a:pt x="1579994" y="118386"/>
                </a:cubicBezTo>
                <a:cubicBezTo>
                  <a:pt x="1601825" y="118386"/>
                  <a:pt x="1617778" y="101091"/>
                  <a:pt x="1617778" y="77582"/>
                </a:cubicBezTo>
                <a:cubicBezTo>
                  <a:pt x="1617778" y="53903"/>
                  <a:pt x="1601656" y="36608"/>
                  <a:pt x="1579994" y="36608"/>
                </a:cubicBezTo>
                <a:moveTo>
                  <a:pt x="1580163" y="41814"/>
                </a:moveTo>
                <a:cubicBezTo>
                  <a:pt x="1589903" y="41814"/>
                  <a:pt x="1593093" y="51049"/>
                  <a:pt x="1593093" y="78589"/>
                </a:cubicBezTo>
                <a:cubicBezTo>
                  <a:pt x="1593093" y="104450"/>
                  <a:pt x="1589733" y="113180"/>
                  <a:pt x="1579994" y="113180"/>
                </a:cubicBezTo>
                <a:cubicBezTo>
                  <a:pt x="1570086" y="113180"/>
                  <a:pt x="1566729" y="104617"/>
                  <a:pt x="1566729" y="79931"/>
                </a:cubicBezTo>
                <a:cubicBezTo>
                  <a:pt x="1566729" y="50544"/>
                  <a:pt x="1569750" y="41814"/>
                  <a:pt x="1580163" y="41814"/>
                </a:cubicBezTo>
                <a:close/>
                <a:moveTo>
                  <a:pt x="1712317" y="112006"/>
                </a:moveTo>
                <a:cubicBezTo>
                  <a:pt x="1706106" y="111671"/>
                  <a:pt x="1703923" y="109152"/>
                  <a:pt x="1704089" y="102433"/>
                </a:cubicBezTo>
                <a:lnTo>
                  <a:pt x="1704089" y="60286"/>
                </a:lnTo>
                <a:cubicBezTo>
                  <a:pt x="1704089" y="45842"/>
                  <a:pt x="1695190" y="36608"/>
                  <a:pt x="1681420" y="36608"/>
                </a:cubicBezTo>
                <a:cubicBezTo>
                  <a:pt x="1671345" y="36608"/>
                  <a:pt x="1663620" y="41310"/>
                  <a:pt x="1657406" y="51218"/>
                </a:cubicBezTo>
                <a:lnTo>
                  <a:pt x="1657406" y="38622"/>
                </a:lnTo>
                <a:lnTo>
                  <a:pt x="1625334" y="38622"/>
                </a:lnTo>
                <a:lnTo>
                  <a:pt x="1625334" y="42652"/>
                </a:lnTo>
                <a:cubicBezTo>
                  <a:pt x="1632721" y="43828"/>
                  <a:pt x="1634066" y="45340"/>
                  <a:pt x="1634233" y="52561"/>
                </a:cubicBezTo>
                <a:lnTo>
                  <a:pt x="1634233" y="101929"/>
                </a:lnTo>
                <a:cubicBezTo>
                  <a:pt x="1634066" y="109152"/>
                  <a:pt x="1632721" y="110661"/>
                  <a:pt x="1625334" y="112006"/>
                </a:cubicBezTo>
                <a:lnTo>
                  <a:pt x="1625334" y="116034"/>
                </a:lnTo>
                <a:lnTo>
                  <a:pt x="1665803" y="116034"/>
                </a:lnTo>
                <a:lnTo>
                  <a:pt x="1665803" y="112006"/>
                </a:lnTo>
                <a:cubicBezTo>
                  <a:pt x="1659759" y="111332"/>
                  <a:pt x="1657576" y="108647"/>
                  <a:pt x="1657576" y="102433"/>
                </a:cubicBezTo>
                <a:lnTo>
                  <a:pt x="1657576" y="57598"/>
                </a:lnTo>
                <a:cubicBezTo>
                  <a:pt x="1657576" y="57093"/>
                  <a:pt x="1658749" y="55246"/>
                  <a:pt x="1660430" y="53568"/>
                </a:cubicBezTo>
                <a:cubicBezTo>
                  <a:pt x="1664125" y="49873"/>
                  <a:pt x="1668153" y="47859"/>
                  <a:pt x="1672017" y="47859"/>
                </a:cubicBezTo>
                <a:cubicBezTo>
                  <a:pt x="1677895" y="47859"/>
                  <a:pt x="1680749" y="52392"/>
                  <a:pt x="1680749" y="61795"/>
                </a:cubicBezTo>
                <a:lnTo>
                  <a:pt x="1680749" y="102433"/>
                </a:lnTo>
                <a:cubicBezTo>
                  <a:pt x="1680580" y="108814"/>
                  <a:pt x="1678397" y="111501"/>
                  <a:pt x="1672855" y="112006"/>
                </a:cubicBezTo>
                <a:lnTo>
                  <a:pt x="1672855" y="116034"/>
                </a:lnTo>
                <a:lnTo>
                  <a:pt x="1712317" y="116034"/>
                </a:lnTo>
                <a:lnTo>
                  <a:pt x="1712317" y="1120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074C7-079E-45DA-841A-F47D18E3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260" y="2483749"/>
            <a:ext cx="783363" cy="442124"/>
          </a:xfrm>
          <a:custGeom xmlns:a="http://schemas.openxmlformats.org/drawingml/2006/main">
            <a:pathLst>
              <a:path w="783363" h="442124">
                <a:moveTo>
                  <a:pt x="0" y="260916"/>
                </a:moveTo>
                <a:lnTo>
                  <a:pt x="173801" y="63139"/>
                </a:lnTo>
                <a:lnTo>
                  <a:pt x="173801" y="165731"/>
                </a:lnTo>
                <a:cubicBezTo>
                  <a:pt x="397885" y="144022"/>
                  <a:pt x="578403" y="81900"/>
                  <a:pt x="655461" y="0"/>
                </a:cubicBezTo>
                <a:cubicBezTo>
                  <a:pt x="783363" y="135878"/>
                  <a:pt x="593610" y="284929"/>
                  <a:pt x="231548" y="332918"/>
                </a:cubicBezTo>
                <a:cubicBezTo>
                  <a:pt x="212610" y="335437"/>
                  <a:pt x="193299" y="337648"/>
                  <a:pt x="173801" y="339532"/>
                </a:cubicBezTo>
                <a:lnTo>
                  <a:pt x="173801" y="442124"/>
                </a:lnTo>
                <a:lnTo>
                  <a:pt x="0" y="260916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C4B19-EBF3-40B0-A9A0-0749007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260" y="2135961"/>
            <a:ext cx="695203" cy="434698"/>
          </a:xfrm>
          <a:custGeom xmlns:a="http://schemas.openxmlformats.org/drawingml/2006/main">
            <a:pathLst>
              <a:path w="695203" h="434698">
                <a:moveTo>
                  <a:pt x="695203" y="434698"/>
                </a:moveTo>
                <a:cubicBezTo>
                  <a:pt x="695203" y="290601"/>
                  <a:pt x="383985" y="173801"/>
                  <a:pt x="0" y="173801"/>
                </a:cubicBezTo>
                <a:lnTo>
                  <a:pt x="0" y="0"/>
                </a:lnTo>
                <a:cubicBezTo>
                  <a:pt x="383985" y="0"/>
                  <a:pt x="695203" y="116800"/>
                  <a:pt x="695203" y="260934"/>
                </a:cubicBezTo>
                <a:lnTo>
                  <a:pt x="695203" y="434698"/>
                </a:lnTo>
                <a:close/>
              </a:path>
            </a:pathLst>
          </a:custGeom>
          <a:solidFill xmlns:a="http://schemas.openxmlformats.org/drawingml/2006/main">
            <a:srgbClr val="C48E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FD908-2E4A-4B12-9F4F-8A88453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909" y="2176822"/>
            <a:ext cx="889995" cy="429884"/>
          </a:xfrm>
          <a:custGeom xmlns:a="http://schemas.openxmlformats.org/drawingml/2006/main">
            <a:pathLst>
              <a:path w="889995" h="429884">
                <a:moveTo>
                  <a:pt x="0" y="429884"/>
                </a:moveTo>
                <a:lnTo>
                  <a:pt x="0" y="0"/>
                </a:lnTo>
                <a:lnTo>
                  <a:pt x="889995" y="0"/>
                </a:lnTo>
                <a:lnTo>
                  <a:pt x="889995" y="429884"/>
                </a:lnTo>
                <a:lnTo>
                  <a:pt x="0" y="429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73080-3242-4A0D-A59B-37E470CD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909" y="2176822"/>
            <a:ext cx="889995" cy="429884"/>
          </a:xfrm>
          <a:custGeom xmlns:a="http://schemas.openxmlformats.org/drawingml/2006/main">
            <a:pathLst>
              <a:path w="889995" h="429884" fill="none">
                <a:moveTo>
                  <a:pt x="0" y="429884"/>
                </a:moveTo>
                <a:lnTo>
                  <a:pt x="889995" y="429884"/>
                </a:lnTo>
                <a:lnTo>
                  <a:pt x="889995" y="0"/>
                </a:lnTo>
                <a:lnTo>
                  <a:pt x="0" y="0"/>
                </a:lnTo>
                <a:lnTo>
                  <a:pt x="0" y="429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86" name="Text Procedure">
            <a:extLst xmlns:a="http://schemas.openxmlformats.org/drawingml/2006/main">
              <a:ext uri="{FF2B5EF4-FFF2-40B4-BE49-F238E27FC236}">
                <a16:creationId xmlns:a16="http://schemas.microsoft.com/office/drawing/2014/main" id="{976608F8-112D-4237-992F-8AD3D6A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093" y="2253688"/>
            <a:ext cx="599291" cy="103184"/>
          </a:xfrm>
          <a:custGeom xmlns:a="http://schemas.openxmlformats.org/drawingml/2006/main">
            <a:pathLst>
              <a:path w="599291" h="103184">
                <a:moveTo>
                  <a:pt x="0" y="5957"/>
                </a:moveTo>
                <a:cubicBezTo>
                  <a:pt x="11019" y="7147"/>
                  <a:pt x="12359" y="8488"/>
                  <a:pt x="12507" y="19357"/>
                </a:cubicBezTo>
                <a:lnTo>
                  <a:pt x="12507" y="83827"/>
                </a:lnTo>
                <a:cubicBezTo>
                  <a:pt x="12359" y="96484"/>
                  <a:pt x="11316" y="97824"/>
                  <a:pt x="0" y="98865"/>
                </a:cubicBezTo>
                <a:lnTo>
                  <a:pt x="0" y="101693"/>
                </a:lnTo>
                <a:lnTo>
                  <a:pt x="41690" y="101693"/>
                </a:lnTo>
                <a:lnTo>
                  <a:pt x="41690" y="98865"/>
                </a:lnTo>
                <a:cubicBezTo>
                  <a:pt x="29928" y="98567"/>
                  <a:pt x="27842" y="96484"/>
                  <a:pt x="27695" y="85465"/>
                </a:cubicBezTo>
                <a:lnTo>
                  <a:pt x="27695" y="58365"/>
                </a:lnTo>
                <a:cubicBezTo>
                  <a:pt x="31566" y="58665"/>
                  <a:pt x="34097" y="58813"/>
                  <a:pt x="37968" y="58813"/>
                </a:cubicBezTo>
                <a:cubicBezTo>
                  <a:pt x="49730" y="58813"/>
                  <a:pt x="57623" y="57325"/>
                  <a:pt x="64025" y="53751"/>
                </a:cubicBezTo>
                <a:cubicBezTo>
                  <a:pt x="72958" y="48987"/>
                  <a:pt x="78317" y="39904"/>
                  <a:pt x="78317" y="30078"/>
                </a:cubicBezTo>
                <a:cubicBezTo>
                  <a:pt x="78317" y="23823"/>
                  <a:pt x="76234" y="18166"/>
                  <a:pt x="72213" y="13847"/>
                </a:cubicBezTo>
                <a:cubicBezTo>
                  <a:pt x="66258" y="7297"/>
                  <a:pt x="53304" y="3128"/>
                  <a:pt x="39309" y="3128"/>
                </a:cubicBezTo>
                <a:lnTo>
                  <a:pt x="0" y="3128"/>
                </a:lnTo>
                <a:lnTo>
                  <a:pt x="0" y="5957"/>
                </a:lnTo>
                <a:moveTo>
                  <a:pt x="27695" y="13700"/>
                </a:moveTo>
                <a:cubicBezTo>
                  <a:pt x="27695" y="9678"/>
                  <a:pt x="28737" y="8636"/>
                  <a:pt x="32756" y="8636"/>
                </a:cubicBezTo>
                <a:cubicBezTo>
                  <a:pt x="52856" y="8636"/>
                  <a:pt x="62089" y="15635"/>
                  <a:pt x="62089" y="30971"/>
                </a:cubicBezTo>
                <a:cubicBezTo>
                  <a:pt x="62089" y="45413"/>
                  <a:pt x="53304" y="52858"/>
                  <a:pt x="36180" y="52858"/>
                </a:cubicBezTo>
                <a:cubicBezTo>
                  <a:pt x="33204" y="52858"/>
                  <a:pt x="31118" y="52708"/>
                  <a:pt x="27695" y="52411"/>
                </a:cubicBezTo>
                <a:lnTo>
                  <a:pt x="27695" y="13700"/>
                </a:lnTo>
                <a:close/>
                <a:moveTo>
                  <a:pt x="81146" y="101693"/>
                </a:moveTo>
                <a:lnTo>
                  <a:pt x="116881" y="101693"/>
                </a:lnTo>
                <a:lnTo>
                  <a:pt x="116881" y="99460"/>
                </a:lnTo>
                <a:cubicBezTo>
                  <a:pt x="106905" y="99162"/>
                  <a:pt x="104522" y="97079"/>
                  <a:pt x="104224" y="88293"/>
                </a:cubicBezTo>
                <a:lnTo>
                  <a:pt x="104224" y="54794"/>
                </a:lnTo>
                <a:cubicBezTo>
                  <a:pt x="104224" y="50028"/>
                  <a:pt x="110479" y="42585"/>
                  <a:pt x="114648" y="42585"/>
                </a:cubicBezTo>
                <a:cubicBezTo>
                  <a:pt x="115541" y="42585"/>
                  <a:pt x="116881" y="43328"/>
                  <a:pt x="118519" y="44818"/>
                </a:cubicBezTo>
                <a:cubicBezTo>
                  <a:pt x="120753" y="47051"/>
                  <a:pt x="122538" y="47794"/>
                  <a:pt x="124474" y="47794"/>
                </a:cubicBezTo>
                <a:cubicBezTo>
                  <a:pt x="128048" y="47794"/>
                  <a:pt x="130281" y="45263"/>
                  <a:pt x="130281" y="41094"/>
                </a:cubicBezTo>
                <a:cubicBezTo>
                  <a:pt x="130281" y="36183"/>
                  <a:pt x="127155" y="33204"/>
                  <a:pt x="122093" y="33204"/>
                </a:cubicBezTo>
                <a:cubicBezTo>
                  <a:pt x="115838" y="33204"/>
                  <a:pt x="111669" y="36480"/>
                  <a:pt x="104224" y="47199"/>
                </a:cubicBezTo>
                <a:lnTo>
                  <a:pt x="104224" y="33502"/>
                </a:lnTo>
                <a:lnTo>
                  <a:pt x="103481" y="33204"/>
                </a:lnTo>
                <a:cubicBezTo>
                  <a:pt x="95144" y="36480"/>
                  <a:pt x="89782" y="38563"/>
                  <a:pt x="81444" y="41244"/>
                </a:cubicBezTo>
                <a:lnTo>
                  <a:pt x="81444" y="43625"/>
                </a:lnTo>
                <a:cubicBezTo>
                  <a:pt x="83530" y="43180"/>
                  <a:pt x="84870" y="43030"/>
                  <a:pt x="86656" y="43030"/>
                </a:cubicBezTo>
                <a:cubicBezTo>
                  <a:pt x="90377" y="43030"/>
                  <a:pt x="91718" y="45413"/>
                  <a:pt x="91718" y="51963"/>
                </a:cubicBezTo>
                <a:lnTo>
                  <a:pt x="91718" y="89186"/>
                </a:lnTo>
                <a:cubicBezTo>
                  <a:pt x="91420" y="96929"/>
                  <a:pt x="90527" y="97824"/>
                  <a:pt x="81146" y="99460"/>
                </a:cubicBezTo>
                <a:lnTo>
                  <a:pt x="81146" y="101693"/>
                </a:lnTo>
                <a:close/>
                <a:moveTo>
                  <a:pt x="167207" y="33204"/>
                </a:moveTo>
                <a:cubicBezTo>
                  <a:pt x="147701" y="33204"/>
                  <a:pt x="134301" y="47497"/>
                  <a:pt x="134301" y="68044"/>
                </a:cubicBezTo>
                <a:cubicBezTo>
                  <a:pt x="134301" y="88293"/>
                  <a:pt x="148148" y="103184"/>
                  <a:pt x="166908" y="103184"/>
                </a:cubicBezTo>
                <a:cubicBezTo>
                  <a:pt x="185669" y="103184"/>
                  <a:pt x="199962" y="87550"/>
                  <a:pt x="199962" y="66853"/>
                </a:cubicBezTo>
                <a:cubicBezTo>
                  <a:pt x="199962" y="47199"/>
                  <a:pt x="186264" y="33204"/>
                  <a:pt x="167207" y="33204"/>
                </a:cubicBezTo>
                <a:moveTo>
                  <a:pt x="165272" y="37373"/>
                </a:moveTo>
                <a:cubicBezTo>
                  <a:pt x="177779" y="37373"/>
                  <a:pt x="186562" y="51666"/>
                  <a:pt x="186562" y="72065"/>
                </a:cubicBezTo>
                <a:cubicBezTo>
                  <a:pt x="186562" y="89039"/>
                  <a:pt x="179862" y="99015"/>
                  <a:pt x="168696" y="99015"/>
                </a:cubicBezTo>
                <a:cubicBezTo>
                  <a:pt x="162889" y="99015"/>
                  <a:pt x="157379" y="95441"/>
                  <a:pt x="154253" y="89486"/>
                </a:cubicBezTo>
                <a:cubicBezTo>
                  <a:pt x="150084" y="81743"/>
                  <a:pt x="147701" y="71320"/>
                  <a:pt x="147701" y="60749"/>
                </a:cubicBezTo>
                <a:cubicBezTo>
                  <a:pt x="147701" y="46604"/>
                  <a:pt x="154551" y="37373"/>
                  <a:pt x="165272" y="37373"/>
                </a:cubicBezTo>
                <a:close/>
                <a:moveTo>
                  <a:pt x="263689" y="78467"/>
                </a:moveTo>
                <a:cubicBezTo>
                  <a:pt x="256542" y="88889"/>
                  <a:pt x="251182" y="92462"/>
                  <a:pt x="242694" y="92462"/>
                </a:cubicBezTo>
                <a:cubicBezTo>
                  <a:pt x="228997" y="92462"/>
                  <a:pt x="219616" y="80551"/>
                  <a:pt x="219616" y="63430"/>
                </a:cubicBezTo>
                <a:cubicBezTo>
                  <a:pt x="219616" y="47944"/>
                  <a:pt x="227807" y="37521"/>
                  <a:pt x="239866" y="37521"/>
                </a:cubicBezTo>
                <a:cubicBezTo>
                  <a:pt x="245225" y="37521"/>
                  <a:pt x="247161" y="39011"/>
                  <a:pt x="248651" y="44668"/>
                </a:cubicBezTo>
                <a:lnTo>
                  <a:pt x="249544" y="47944"/>
                </a:lnTo>
                <a:cubicBezTo>
                  <a:pt x="250735" y="52263"/>
                  <a:pt x="253416" y="54794"/>
                  <a:pt x="256692" y="54794"/>
                </a:cubicBezTo>
                <a:cubicBezTo>
                  <a:pt x="260563" y="54794"/>
                  <a:pt x="263689" y="51963"/>
                  <a:pt x="263689" y="48539"/>
                </a:cubicBezTo>
                <a:cubicBezTo>
                  <a:pt x="263689" y="40202"/>
                  <a:pt x="253266" y="33204"/>
                  <a:pt x="240759" y="33204"/>
                </a:cubicBezTo>
                <a:cubicBezTo>
                  <a:pt x="233464" y="33204"/>
                  <a:pt x="225871" y="36183"/>
                  <a:pt x="219766" y="41542"/>
                </a:cubicBezTo>
                <a:cubicBezTo>
                  <a:pt x="212321" y="48092"/>
                  <a:pt x="208152" y="58218"/>
                  <a:pt x="208152" y="70129"/>
                </a:cubicBezTo>
                <a:cubicBezTo>
                  <a:pt x="208152" y="89336"/>
                  <a:pt x="219914" y="103184"/>
                  <a:pt x="236442" y="103184"/>
                </a:cubicBezTo>
                <a:cubicBezTo>
                  <a:pt x="243142" y="103184"/>
                  <a:pt x="249097" y="100800"/>
                  <a:pt x="254458" y="96186"/>
                </a:cubicBezTo>
                <a:cubicBezTo>
                  <a:pt x="258477" y="92760"/>
                  <a:pt x="261306" y="88591"/>
                  <a:pt x="265773" y="79808"/>
                </a:cubicBezTo>
                <a:lnTo>
                  <a:pt x="263689" y="78467"/>
                </a:lnTo>
                <a:close/>
                <a:moveTo>
                  <a:pt x="331285" y="77277"/>
                </a:moveTo>
                <a:cubicBezTo>
                  <a:pt x="324140" y="88591"/>
                  <a:pt x="317735" y="92910"/>
                  <a:pt x="308207" y="92910"/>
                </a:cubicBezTo>
                <a:cubicBezTo>
                  <a:pt x="299721" y="92910"/>
                  <a:pt x="293319" y="88591"/>
                  <a:pt x="289000" y="80105"/>
                </a:cubicBezTo>
                <a:cubicBezTo>
                  <a:pt x="286319" y="74446"/>
                  <a:pt x="285279" y="69682"/>
                  <a:pt x="284981" y="60451"/>
                </a:cubicBezTo>
                <a:lnTo>
                  <a:pt x="330840" y="60451"/>
                </a:lnTo>
                <a:cubicBezTo>
                  <a:pt x="329647" y="50773"/>
                  <a:pt x="328159" y="46456"/>
                  <a:pt x="324437" y="41690"/>
                </a:cubicBezTo>
                <a:cubicBezTo>
                  <a:pt x="319969" y="36330"/>
                  <a:pt x="313121" y="33204"/>
                  <a:pt x="305378" y="33204"/>
                </a:cubicBezTo>
                <a:cubicBezTo>
                  <a:pt x="297933" y="33204"/>
                  <a:pt x="290936" y="35885"/>
                  <a:pt x="285279" y="40947"/>
                </a:cubicBezTo>
                <a:cubicBezTo>
                  <a:pt x="278279" y="47051"/>
                  <a:pt x="274260" y="57623"/>
                  <a:pt x="274260" y="69832"/>
                </a:cubicBezTo>
                <a:cubicBezTo>
                  <a:pt x="274260" y="90379"/>
                  <a:pt x="284981" y="103184"/>
                  <a:pt x="302102" y="103184"/>
                </a:cubicBezTo>
                <a:cubicBezTo>
                  <a:pt x="316247" y="103184"/>
                  <a:pt x="327414" y="94398"/>
                  <a:pt x="333668" y="78317"/>
                </a:cubicBezTo>
                <a:lnTo>
                  <a:pt x="331285" y="77277"/>
                </a:lnTo>
                <a:moveTo>
                  <a:pt x="285279" y="55687"/>
                </a:moveTo>
                <a:cubicBezTo>
                  <a:pt x="286915" y="44073"/>
                  <a:pt x="291979" y="38563"/>
                  <a:pt x="301059" y="38563"/>
                </a:cubicBezTo>
                <a:cubicBezTo>
                  <a:pt x="310143" y="38563"/>
                  <a:pt x="313716" y="42732"/>
                  <a:pt x="315652" y="55687"/>
                </a:cubicBezTo>
                <a:lnTo>
                  <a:pt x="285279" y="55687"/>
                </a:lnTo>
                <a:close/>
                <a:moveTo>
                  <a:pt x="409752" y="93058"/>
                </a:moveTo>
                <a:cubicBezTo>
                  <a:pt x="407816" y="93208"/>
                  <a:pt x="406923" y="93208"/>
                  <a:pt x="406326" y="93208"/>
                </a:cubicBezTo>
                <a:cubicBezTo>
                  <a:pt x="401116" y="93208"/>
                  <a:pt x="399776" y="91570"/>
                  <a:pt x="399776" y="84720"/>
                </a:cubicBezTo>
                <a:lnTo>
                  <a:pt x="399776" y="298"/>
                </a:lnTo>
                <a:lnTo>
                  <a:pt x="399031" y="0"/>
                </a:lnTo>
                <a:cubicBezTo>
                  <a:pt x="392033" y="2383"/>
                  <a:pt x="386971" y="4021"/>
                  <a:pt x="377143" y="6552"/>
                </a:cubicBezTo>
                <a:lnTo>
                  <a:pt x="377143" y="8933"/>
                </a:lnTo>
                <a:cubicBezTo>
                  <a:pt x="378336" y="8785"/>
                  <a:pt x="379079" y="8785"/>
                  <a:pt x="380419" y="8785"/>
                </a:cubicBezTo>
                <a:cubicBezTo>
                  <a:pt x="385929" y="8785"/>
                  <a:pt x="387269" y="10274"/>
                  <a:pt x="387269" y="16378"/>
                </a:cubicBezTo>
                <a:lnTo>
                  <a:pt x="387269" y="39606"/>
                </a:lnTo>
                <a:cubicBezTo>
                  <a:pt x="381610" y="34842"/>
                  <a:pt x="377591" y="33204"/>
                  <a:pt x="371634" y="33204"/>
                </a:cubicBezTo>
                <a:cubicBezTo>
                  <a:pt x="354513" y="33204"/>
                  <a:pt x="340665" y="50028"/>
                  <a:pt x="340665" y="71172"/>
                </a:cubicBezTo>
                <a:cubicBezTo>
                  <a:pt x="340665" y="90229"/>
                  <a:pt x="351684" y="103184"/>
                  <a:pt x="368210" y="103184"/>
                </a:cubicBezTo>
                <a:cubicBezTo>
                  <a:pt x="376548" y="103184"/>
                  <a:pt x="382207" y="100205"/>
                  <a:pt x="387269" y="93208"/>
                </a:cubicBezTo>
                <a:lnTo>
                  <a:pt x="387269" y="102736"/>
                </a:lnTo>
                <a:lnTo>
                  <a:pt x="387864" y="103184"/>
                </a:lnTo>
                <a:lnTo>
                  <a:pt x="409752" y="95441"/>
                </a:lnTo>
                <a:lnTo>
                  <a:pt x="409752" y="93058"/>
                </a:lnTo>
                <a:moveTo>
                  <a:pt x="387269" y="86508"/>
                </a:moveTo>
                <a:cubicBezTo>
                  <a:pt x="387269" y="87550"/>
                  <a:pt x="386226" y="89336"/>
                  <a:pt x="384738" y="90974"/>
                </a:cubicBezTo>
                <a:cubicBezTo>
                  <a:pt x="382207" y="93953"/>
                  <a:pt x="378336" y="95441"/>
                  <a:pt x="374017" y="95441"/>
                </a:cubicBezTo>
                <a:cubicBezTo>
                  <a:pt x="361510" y="95441"/>
                  <a:pt x="353470" y="83529"/>
                  <a:pt x="353470" y="65068"/>
                </a:cubicBezTo>
                <a:cubicBezTo>
                  <a:pt x="353470" y="48392"/>
                  <a:pt x="360765" y="37373"/>
                  <a:pt x="372081" y="37373"/>
                </a:cubicBezTo>
                <a:cubicBezTo>
                  <a:pt x="380122" y="37373"/>
                  <a:pt x="387269" y="44370"/>
                  <a:pt x="387269" y="52263"/>
                </a:cubicBezTo>
                <a:lnTo>
                  <a:pt x="387269" y="86508"/>
                </a:lnTo>
                <a:close/>
                <a:moveTo>
                  <a:pt x="483005" y="94250"/>
                </a:moveTo>
                <a:lnTo>
                  <a:pt x="482262" y="94250"/>
                </a:lnTo>
                <a:cubicBezTo>
                  <a:pt x="474964" y="93953"/>
                  <a:pt x="473924" y="92760"/>
                  <a:pt x="473774" y="85762"/>
                </a:cubicBezTo>
                <a:lnTo>
                  <a:pt x="473774" y="34692"/>
                </a:lnTo>
                <a:lnTo>
                  <a:pt x="450248" y="34692"/>
                </a:lnTo>
                <a:lnTo>
                  <a:pt x="450248" y="37223"/>
                </a:lnTo>
                <a:cubicBezTo>
                  <a:pt x="459481" y="37671"/>
                  <a:pt x="461267" y="39159"/>
                  <a:pt x="461267" y="46604"/>
                </a:cubicBezTo>
                <a:lnTo>
                  <a:pt x="461267" y="81594"/>
                </a:lnTo>
                <a:cubicBezTo>
                  <a:pt x="461267" y="85762"/>
                  <a:pt x="460522" y="87848"/>
                  <a:pt x="458439" y="89486"/>
                </a:cubicBezTo>
                <a:cubicBezTo>
                  <a:pt x="454417" y="92760"/>
                  <a:pt x="449803" y="94548"/>
                  <a:pt x="445336" y="94548"/>
                </a:cubicBezTo>
                <a:cubicBezTo>
                  <a:pt x="439529" y="94548"/>
                  <a:pt x="434765" y="89486"/>
                  <a:pt x="434765" y="83232"/>
                </a:cubicBezTo>
                <a:lnTo>
                  <a:pt x="434765" y="34692"/>
                </a:lnTo>
                <a:lnTo>
                  <a:pt x="413025" y="34692"/>
                </a:lnTo>
                <a:lnTo>
                  <a:pt x="413025" y="36778"/>
                </a:lnTo>
                <a:cubicBezTo>
                  <a:pt x="420025" y="37075"/>
                  <a:pt x="422108" y="39159"/>
                  <a:pt x="422258" y="46306"/>
                </a:cubicBezTo>
                <a:lnTo>
                  <a:pt x="422258" y="83827"/>
                </a:lnTo>
                <a:cubicBezTo>
                  <a:pt x="422258" y="95591"/>
                  <a:pt x="429403" y="103184"/>
                  <a:pt x="440272" y="103184"/>
                </a:cubicBezTo>
                <a:cubicBezTo>
                  <a:pt x="445782" y="103184"/>
                  <a:pt x="451589" y="100800"/>
                  <a:pt x="455610" y="96781"/>
                </a:cubicBezTo>
                <a:lnTo>
                  <a:pt x="462012" y="90379"/>
                </a:lnTo>
                <a:lnTo>
                  <a:pt x="462012" y="102736"/>
                </a:lnTo>
                <a:lnTo>
                  <a:pt x="462607" y="103034"/>
                </a:lnTo>
                <a:cubicBezTo>
                  <a:pt x="470053" y="100057"/>
                  <a:pt x="475412" y="98419"/>
                  <a:pt x="483005" y="96334"/>
                </a:cubicBezTo>
                <a:lnTo>
                  <a:pt x="483005" y="94250"/>
                </a:lnTo>
                <a:close/>
                <a:moveTo>
                  <a:pt x="487322" y="101693"/>
                </a:moveTo>
                <a:lnTo>
                  <a:pt x="523057" y="101693"/>
                </a:lnTo>
                <a:lnTo>
                  <a:pt x="523057" y="99460"/>
                </a:lnTo>
                <a:cubicBezTo>
                  <a:pt x="513081" y="99162"/>
                  <a:pt x="510698" y="97079"/>
                  <a:pt x="510401" y="88293"/>
                </a:cubicBezTo>
                <a:lnTo>
                  <a:pt x="510401" y="54794"/>
                </a:lnTo>
                <a:cubicBezTo>
                  <a:pt x="510401" y="50028"/>
                  <a:pt x="516655" y="42585"/>
                  <a:pt x="520824" y="42585"/>
                </a:cubicBezTo>
                <a:cubicBezTo>
                  <a:pt x="521717" y="42585"/>
                  <a:pt x="523057" y="43328"/>
                  <a:pt x="524695" y="44818"/>
                </a:cubicBezTo>
                <a:cubicBezTo>
                  <a:pt x="526929" y="47051"/>
                  <a:pt x="528714" y="47794"/>
                  <a:pt x="530650" y="47794"/>
                </a:cubicBezTo>
                <a:cubicBezTo>
                  <a:pt x="534224" y="47794"/>
                  <a:pt x="536457" y="45263"/>
                  <a:pt x="536457" y="41094"/>
                </a:cubicBezTo>
                <a:cubicBezTo>
                  <a:pt x="536457" y="36183"/>
                  <a:pt x="533331" y="33204"/>
                  <a:pt x="528269" y="33204"/>
                </a:cubicBezTo>
                <a:cubicBezTo>
                  <a:pt x="522015" y="33204"/>
                  <a:pt x="517846" y="36480"/>
                  <a:pt x="510401" y="47199"/>
                </a:cubicBezTo>
                <a:lnTo>
                  <a:pt x="510401" y="33502"/>
                </a:lnTo>
                <a:lnTo>
                  <a:pt x="509658" y="33204"/>
                </a:lnTo>
                <a:cubicBezTo>
                  <a:pt x="501320" y="36480"/>
                  <a:pt x="495958" y="38563"/>
                  <a:pt x="487620" y="41244"/>
                </a:cubicBezTo>
                <a:lnTo>
                  <a:pt x="487620" y="43625"/>
                </a:lnTo>
                <a:cubicBezTo>
                  <a:pt x="489706" y="43180"/>
                  <a:pt x="491046" y="43030"/>
                  <a:pt x="492832" y="43030"/>
                </a:cubicBezTo>
                <a:cubicBezTo>
                  <a:pt x="496553" y="43030"/>
                  <a:pt x="497894" y="45413"/>
                  <a:pt x="497894" y="51963"/>
                </a:cubicBezTo>
                <a:lnTo>
                  <a:pt x="497894" y="89186"/>
                </a:lnTo>
                <a:cubicBezTo>
                  <a:pt x="497596" y="96929"/>
                  <a:pt x="496703" y="97824"/>
                  <a:pt x="487322" y="99460"/>
                </a:cubicBezTo>
                <a:lnTo>
                  <a:pt x="487322" y="101693"/>
                </a:lnTo>
                <a:close/>
                <a:moveTo>
                  <a:pt x="596907" y="77277"/>
                </a:moveTo>
                <a:cubicBezTo>
                  <a:pt x="589762" y="88591"/>
                  <a:pt x="583358" y="92910"/>
                  <a:pt x="573829" y="92910"/>
                </a:cubicBezTo>
                <a:cubicBezTo>
                  <a:pt x="565344" y="92910"/>
                  <a:pt x="558941" y="88591"/>
                  <a:pt x="554622" y="80105"/>
                </a:cubicBezTo>
                <a:cubicBezTo>
                  <a:pt x="551942" y="74446"/>
                  <a:pt x="550901" y="69682"/>
                  <a:pt x="550603" y="60451"/>
                </a:cubicBezTo>
                <a:lnTo>
                  <a:pt x="596462" y="60451"/>
                </a:lnTo>
                <a:cubicBezTo>
                  <a:pt x="595269" y="50773"/>
                  <a:pt x="593781" y="46456"/>
                  <a:pt x="590060" y="41690"/>
                </a:cubicBezTo>
                <a:cubicBezTo>
                  <a:pt x="585591" y="36330"/>
                  <a:pt x="578743" y="33204"/>
                  <a:pt x="571001" y="33204"/>
                </a:cubicBezTo>
                <a:cubicBezTo>
                  <a:pt x="563556" y="33204"/>
                  <a:pt x="556558" y="35885"/>
                  <a:pt x="550901" y="40947"/>
                </a:cubicBezTo>
                <a:cubicBezTo>
                  <a:pt x="543901" y="47051"/>
                  <a:pt x="539882" y="57623"/>
                  <a:pt x="539882" y="69832"/>
                </a:cubicBezTo>
                <a:cubicBezTo>
                  <a:pt x="539882" y="90379"/>
                  <a:pt x="550603" y="103184"/>
                  <a:pt x="567725" y="103184"/>
                </a:cubicBezTo>
                <a:cubicBezTo>
                  <a:pt x="581870" y="103184"/>
                  <a:pt x="593036" y="94398"/>
                  <a:pt x="599291" y="78317"/>
                </a:cubicBezTo>
                <a:lnTo>
                  <a:pt x="596907" y="77277"/>
                </a:lnTo>
                <a:moveTo>
                  <a:pt x="550901" y="55687"/>
                </a:moveTo>
                <a:cubicBezTo>
                  <a:pt x="552537" y="44073"/>
                  <a:pt x="557601" y="38563"/>
                  <a:pt x="566682" y="38563"/>
                </a:cubicBezTo>
                <a:cubicBezTo>
                  <a:pt x="575765" y="38563"/>
                  <a:pt x="579339" y="42732"/>
                  <a:pt x="581274" y="55687"/>
                </a:cubicBezTo>
                <a:lnTo>
                  <a:pt x="550901" y="55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pruning">
            <a:extLst xmlns:a="http://schemas.openxmlformats.org/drawingml/2006/main">
              <a:ext uri="{FF2B5EF4-FFF2-40B4-BE49-F238E27FC236}">
                <a16:creationId xmlns:a16="http://schemas.microsoft.com/office/drawing/2014/main" id="{D73F53E3-3B01-477D-B448-EAC0B673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863" y="2432806"/>
            <a:ext cx="459480" cy="134152"/>
          </a:xfrm>
          <a:custGeom xmlns:a="http://schemas.openxmlformats.org/drawingml/2006/main">
            <a:pathLst>
              <a:path w="459480" h="134152">
                <a:moveTo>
                  <a:pt x="0" y="134004"/>
                </a:moveTo>
                <a:lnTo>
                  <a:pt x="36033" y="134004"/>
                </a:lnTo>
                <a:lnTo>
                  <a:pt x="36033" y="131323"/>
                </a:lnTo>
                <a:cubicBezTo>
                  <a:pt x="24866" y="131176"/>
                  <a:pt x="23078" y="129685"/>
                  <a:pt x="22930" y="120157"/>
                </a:cubicBezTo>
                <a:lnTo>
                  <a:pt x="22930" y="96781"/>
                </a:lnTo>
                <a:cubicBezTo>
                  <a:pt x="28290" y="101693"/>
                  <a:pt x="31714" y="103184"/>
                  <a:pt x="37968" y="103184"/>
                </a:cubicBezTo>
                <a:cubicBezTo>
                  <a:pt x="55687" y="103184"/>
                  <a:pt x="69234" y="86508"/>
                  <a:pt x="69234" y="64918"/>
                </a:cubicBezTo>
                <a:cubicBezTo>
                  <a:pt x="69234" y="46456"/>
                  <a:pt x="58813" y="33204"/>
                  <a:pt x="44370" y="33204"/>
                </a:cubicBezTo>
                <a:cubicBezTo>
                  <a:pt x="36033" y="33204"/>
                  <a:pt x="29480" y="36778"/>
                  <a:pt x="22930" y="44966"/>
                </a:cubicBezTo>
                <a:lnTo>
                  <a:pt x="22930" y="33502"/>
                </a:lnTo>
                <a:lnTo>
                  <a:pt x="22038" y="33204"/>
                </a:lnTo>
                <a:cubicBezTo>
                  <a:pt x="13997" y="36330"/>
                  <a:pt x="8785" y="38266"/>
                  <a:pt x="595" y="40797"/>
                </a:cubicBezTo>
                <a:lnTo>
                  <a:pt x="595" y="43180"/>
                </a:lnTo>
                <a:cubicBezTo>
                  <a:pt x="1936" y="43030"/>
                  <a:pt x="2829" y="43030"/>
                  <a:pt x="4319" y="43030"/>
                </a:cubicBezTo>
                <a:cubicBezTo>
                  <a:pt x="9381" y="43030"/>
                  <a:pt x="10424" y="44520"/>
                  <a:pt x="10424" y="51518"/>
                </a:cubicBezTo>
                <a:lnTo>
                  <a:pt x="10424" y="121200"/>
                </a:lnTo>
                <a:cubicBezTo>
                  <a:pt x="10424" y="129090"/>
                  <a:pt x="8785" y="130581"/>
                  <a:pt x="0" y="131473"/>
                </a:cubicBezTo>
                <a:lnTo>
                  <a:pt x="0" y="134004"/>
                </a:lnTo>
                <a:moveTo>
                  <a:pt x="22930" y="51963"/>
                </a:moveTo>
                <a:cubicBezTo>
                  <a:pt x="22930" y="47497"/>
                  <a:pt x="31268" y="42137"/>
                  <a:pt x="38116" y="42137"/>
                </a:cubicBezTo>
                <a:cubicBezTo>
                  <a:pt x="49135" y="42137"/>
                  <a:pt x="56430" y="53454"/>
                  <a:pt x="56430" y="70875"/>
                </a:cubicBezTo>
                <a:cubicBezTo>
                  <a:pt x="56430" y="87251"/>
                  <a:pt x="49135" y="98419"/>
                  <a:pt x="38416" y="98419"/>
                </a:cubicBezTo>
                <a:cubicBezTo>
                  <a:pt x="31416" y="98419"/>
                  <a:pt x="22930" y="93058"/>
                  <a:pt x="22930" y="88591"/>
                </a:cubicBezTo>
                <a:lnTo>
                  <a:pt x="22930" y="51963"/>
                </a:lnTo>
                <a:close/>
                <a:moveTo>
                  <a:pt x="74893" y="101693"/>
                </a:moveTo>
                <a:lnTo>
                  <a:pt x="110627" y="101693"/>
                </a:lnTo>
                <a:lnTo>
                  <a:pt x="110627" y="99460"/>
                </a:lnTo>
                <a:cubicBezTo>
                  <a:pt x="100651" y="99162"/>
                  <a:pt x="98268" y="97079"/>
                  <a:pt x="97971" y="88293"/>
                </a:cubicBezTo>
                <a:lnTo>
                  <a:pt x="97971" y="54794"/>
                </a:lnTo>
                <a:cubicBezTo>
                  <a:pt x="97971" y="50028"/>
                  <a:pt x="104225" y="42585"/>
                  <a:pt x="108394" y="42585"/>
                </a:cubicBezTo>
                <a:cubicBezTo>
                  <a:pt x="109287" y="42585"/>
                  <a:pt x="110627" y="43328"/>
                  <a:pt x="112265" y="44818"/>
                </a:cubicBezTo>
                <a:cubicBezTo>
                  <a:pt x="114499" y="47051"/>
                  <a:pt x="116285" y="47794"/>
                  <a:pt x="118220" y="47794"/>
                </a:cubicBezTo>
                <a:cubicBezTo>
                  <a:pt x="121794" y="47794"/>
                  <a:pt x="124027" y="45263"/>
                  <a:pt x="124027" y="41094"/>
                </a:cubicBezTo>
                <a:cubicBezTo>
                  <a:pt x="124027" y="36183"/>
                  <a:pt x="120901" y="33204"/>
                  <a:pt x="115839" y="33204"/>
                </a:cubicBezTo>
                <a:cubicBezTo>
                  <a:pt x="109585" y="33204"/>
                  <a:pt x="105416" y="36480"/>
                  <a:pt x="97971" y="47199"/>
                </a:cubicBezTo>
                <a:lnTo>
                  <a:pt x="97971" y="33502"/>
                </a:lnTo>
                <a:lnTo>
                  <a:pt x="97228" y="33204"/>
                </a:lnTo>
                <a:cubicBezTo>
                  <a:pt x="88890" y="36480"/>
                  <a:pt x="83528" y="38563"/>
                  <a:pt x="75190" y="41244"/>
                </a:cubicBezTo>
                <a:lnTo>
                  <a:pt x="75190" y="43625"/>
                </a:lnTo>
                <a:cubicBezTo>
                  <a:pt x="77276" y="43180"/>
                  <a:pt x="78616" y="43030"/>
                  <a:pt x="80402" y="43030"/>
                </a:cubicBezTo>
                <a:cubicBezTo>
                  <a:pt x="84123" y="43030"/>
                  <a:pt x="85464" y="45413"/>
                  <a:pt x="85464" y="51963"/>
                </a:cubicBezTo>
                <a:lnTo>
                  <a:pt x="85464" y="89186"/>
                </a:lnTo>
                <a:cubicBezTo>
                  <a:pt x="85166" y="96929"/>
                  <a:pt x="84273" y="97824"/>
                  <a:pt x="74893" y="99460"/>
                </a:cubicBezTo>
                <a:lnTo>
                  <a:pt x="74893" y="101693"/>
                </a:lnTo>
                <a:close/>
                <a:moveTo>
                  <a:pt x="195048" y="94250"/>
                </a:moveTo>
                <a:lnTo>
                  <a:pt x="194305" y="94250"/>
                </a:lnTo>
                <a:cubicBezTo>
                  <a:pt x="187008" y="93953"/>
                  <a:pt x="185967" y="92760"/>
                  <a:pt x="185817" y="85762"/>
                </a:cubicBezTo>
                <a:lnTo>
                  <a:pt x="185817" y="34692"/>
                </a:lnTo>
                <a:lnTo>
                  <a:pt x="162292" y="34692"/>
                </a:lnTo>
                <a:lnTo>
                  <a:pt x="162292" y="37223"/>
                </a:lnTo>
                <a:cubicBezTo>
                  <a:pt x="171525" y="37671"/>
                  <a:pt x="173310" y="39159"/>
                  <a:pt x="173310" y="46604"/>
                </a:cubicBezTo>
                <a:lnTo>
                  <a:pt x="173310" y="81594"/>
                </a:lnTo>
                <a:cubicBezTo>
                  <a:pt x="173310" y="85762"/>
                  <a:pt x="172565" y="87848"/>
                  <a:pt x="170482" y="89486"/>
                </a:cubicBezTo>
                <a:cubicBezTo>
                  <a:pt x="166461" y="92760"/>
                  <a:pt x="161846" y="94548"/>
                  <a:pt x="157380" y="94548"/>
                </a:cubicBezTo>
                <a:cubicBezTo>
                  <a:pt x="151573" y="94548"/>
                  <a:pt x="146808" y="89486"/>
                  <a:pt x="146808" y="83232"/>
                </a:cubicBezTo>
                <a:lnTo>
                  <a:pt x="146808" y="34692"/>
                </a:lnTo>
                <a:lnTo>
                  <a:pt x="125069" y="34692"/>
                </a:lnTo>
                <a:lnTo>
                  <a:pt x="125069" y="36778"/>
                </a:lnTo>
                <a:cubicBezTo>
                  <a:pt x="132068" y="37075"/>
                  <a:pt x="134152" y="39159"/>
                  <a:pt x="134302" y="46306"/>
                </a:cubicBezTo>
                <a:lnTo>
                  <a:pt x="134302" y="83827"/>
                </a:lnTo>
                <a:cubicBezTo>
                  <a:pt x="134302" y="95591"/>
                  <a:pt x="141447" y="103184"/>
                  <a:pt x="152316" y="103184"/>
                </a:cubicBezTo>
                <a:cubicBezTo>
                  <a:pt x="157825" y="103184"/>
                  <a:pt x="163632" y="100800"/>
                  <a:pt x="167653" y="96781"/>
                </a:cubicBezTo>
                <a:lnTo>
                  <a:pt x="174056" y="90379"/>
                </a:lnTo>
                <a:lnTo>
                  <a:pt x="174056" y="102736"/>
                </a:lnTo>
                <a:lnTo>
                  <a:pt x="174651" y="103034"/>
                </a:lnTo>
                <a:cubicBezTo>
                  <a:pt x="182096" y="100057"/>
                  <a:pt x="187455" y="98419"/>
                  <a:pt x="195048" y="96334"/>
                </a:cubicBezTo>
                <a:lnTo>
                  <a:pt x="195048" y="94250"/>
                </a:lnTo>
                <a:close/>
                <a:moveTo>
                  <a:pt x="200855" y="101693"/>
                </a:moveTo>
                <a:lnTo>
                  <a:pt x="232421" y="101693"/>
                </a:lnTo>
                <a:lnTo>
                  <a:pt x="232421" y="99460"/>
                </a:lnTo>
                <a:cubicBezTo>
                  <a:pt x="224976" y="99015"/>
                  <a:pt x="222592" y="97079"/>
                  <a:pt x="222592" y="91719"/>
                </a:cubicBezTo>
                <a:lnTo>
                  <a:pt x="222592" y="49880"/>
                </a:lnTo>
                <a:cubicBezTo>
                  <a:pt x="229740" y="43180"/>
                  <a:pt x="233016" y="41392"/>
                  <a:pt x="237930" y="41392"/>
                </a:cubicBezTo>
                <a:cubicBezTo>
                  <a:pt x="245225" y="41392"/>
                  <a:pt x="248799" y="46009"/>
                  <a:pt x="248799" y="55835"/>
                </a:cubicBezTo>
                <a:lnTo>
                  <a:pt x="248799" y="86953"/>
                </a:lnTo>
                <a:cubicBezTo>
                  <a:pt x="248501" y="96631"/>
                  <a:pt x="246713" y="99015"/>
                  <a:pt x="239418" y="99460"/>
                </a:cubicBezTo>
                <a:lnTo>
                  <a:pt x="239418" y="101693"/>
                </a:lnTo>
                <a:lnTo>
                  <a:pt x="270389" y="101693"/>
                </a:lnTo>
                <a:lnTo>
                  <a:pt x="270389" y="99460"/>
                </a:lnTo>
                <a:cubicBezTo>
                  <a:pt x="263092" y="98717"/>
                  <a:pt x="261454" y="96929"/>
                  <a:pt x="261306" y="89634"/>
                </a:cubicBezTo>
                <a:lnTo>
                  <a:pt x="261306" y="55537"/>
                </a:lnTo>
                <a:cubicBezTo>
                  <a:pt x="261306" y="41542"/>
                  <a:pt x="254754" y="33204"/>
                  <a:pt x="243737" y="33204"/>
                </a:cubicBezTo>
                <a:cubicBezTo>
                  <a:pt x="236887" y="33204"/>
                  <a:pt x="232271" y="35735"/>
                  <a:pt x="222147" y="45263"/>
                </a:cubicBezTo>
                <a:lnTo>
                  <a:pt x="222147" y="33502"/>
                </a:lnTo>
                <a:lnTo>
                  <a:pt x="221104" y="33204"/>
                </a:lnTo>
                <a:cubicBezTo>
                  <a:pt x="213362" y="36033"/>
                  <a:pt x="208300" y="37671"/>
                  <a:pt x="200557" y="39904"/>
                </a:cubicBezTo>
                <a:lnTo>
                  <a:pt x="200557" y="42435"/>
                </a:lnTo>
                <a:cubicBezTo>
                  <a:pt x="201600" y="41990"/>
                  <a:pt x="202940" y="41840"/>
                  <a:pt x="204578" y="41840"/>
                </a:cubicBezTo>
                <a:cubicBezTo>
                  <a:pt x="208747" y="41840"/>
                  <a:pt x="210086" y="44073"/>
                  <a:pt x="210086" y="51368"/>
                </a:cubicBezTo>
                <a:lnTo>
                  <a:pt x="210086" y="88293"/>
                </a:lnTo>
                <a:cubicBezTo>
                  <a:pt x="209938" y="97079"/>
                  <a:pt x="208300" y="99015"/>
                  <a:pt x="200855" y="99460"/>
                </a:cubicBezTo>
                <a:lnTo>
                  <a:pt x="200855" y="101693"/>
                </a:lnTo>
                <a:close/>
                <a:moveTo>
                  <a:pt x="275599" y="101693"/>
                </a:moveTo>
                <a:lnTo>
                  <a:pt x="310886" y="101693"/>
                </a:lnTo>
                <a:lnTo>
                  <a:pt x="310886" y="99460"/>
                </a:lnTo>
                <a:cubicBezTo>
                  <a:pt x="301060" y="98717"/>
                  <a:pt x="300017" y="97377"/>
                  <a:pt x="299867" y="86508"/>
                </a:cubicBezTo>
                <a:lnTo>
                  <a:pt x="299867" y="33649"/>
                </a:lnTo>
                <a:lnTo>
                  <a:pt x="299272" y="33204"/>
                </a:lnTo>
                <a:lnTo>
                  <a:pt x="276194" y="41392"/>
                </a:lnTo>
                <a:lnTo>
                  <a:pt x="276194" y="43625"/>
                </a:lnTo>
                <a:lnTo>
                  <a:pt x="277387" y="43478"/>
                </a:lnTo>
                <a:cubicBezTo>
                  <a:pt x="279173" y="43180"/>
                  <a:pt x="280958" y="43030"/>
                  <a:pt x="282449" y="43030"/>
                </a:cubicBezTo>
                <a:cubicBezTo>
                  <a:pt x="286022" y="43030"/>
                  <a:pt x="287361" y="45413"/>
                  <a:pt x="287361" y="51963"/>
                </a:cubicBezTo>
                <a:lnTo>
                  <a:pt x="287361" y="86508"/>
                </a:lnTo>
                <a:cubicBezTo>
                  <a:pt x="287063" y="97524"/>
                  <a:pt x="285725" y="99015"/>
                  <a:pt x="275599" y="99460"/>
                </a:cubicBezTo>
                <a:lnTo>
                  <a:pt x="275599" y="101693"/>
                </a:lnTo>
                <a:moveTo>
                  <a:pt x="292275" y="0"/>
                </a:moveTo>
                <a:cubicBezTo>
                  <a:pt x="288256" y="0"/>
                  <a:pt x="284830" y="3426"/>
                  <a:pt x="284830" y="7595"/>
                </a:cubicBezTo>
                <a:cubicBezTo>
                  <a:pt x="284830" y="11912"/>
                  <a:pt x="288106" y="15188"/>
                  <a:pt x="292275" y="15188"/>
                </a:cubicBezTo>
                <a:cubicBezTo>
                  <a:pt x="296741" y="15188"/>
                  <a:pt x="300017" y="11912"/>
                  <a:pt x="300017" y="7595"/>
                </a:cubicBezTo>
                <a:cubicBezTo>
                  <a:pt x="300017" y="3276"/>
                  <a:pt x="296594" y="0"/>
                  <a:pt x="292275" y="0"/>
                </a:cubicBezTo>
                <a:close/>
                <a:moveTo>
                  <a:pt x="317289" y="101693"/>
                </a:moveTo>
                <a:lnTo>
                  <a:pt x="348855" y="101693"/>
                </a:lnTo>
                <a:lnTo>
                  <a:pt x="348855" y="99460"/>
                </a:lnTo>
                <a:cubicBezTo>
                  <a:pt x="341410" y="99015"/>
                  <a:pt x="339026" y="97079"/>
                  <a:pt x="339026" y="91719"/>
                </a:cubicBezTo>
                <a:lnTo>
                  <a:pt x="339026" y="49880"/>
                </a:lnTo>
                <a:cubicBezTo>
                  <a:pt x="346174" y="43180"/>
                  <a:pt x="349450" y="41392"/>
                  <a:pt x="354364" y="41392"/>
                </a:cubicBezTo>
                <a:cubicBezTo>
                  <a:pt x="361659" y="41392"/>
                  <a:pt x="365233" y="46009"/>
                  <a:pt x="365233" y="55835"/>
                </a:cubicBezTo>
                <a:lnTo>
                  <a:pt x="365233" y="86953"/>
                </a:lnTo>
                <a:cubicBezTo>
                  <a:pt x="364935" y="96631"/>
                  <a:pt x="363147" y="99015"/>
                  <a:pt x="355852" y="99460"/>
                </a:cubicBezTo>
                <a:lnTo>
                  <a:pt x="355852" y="101693"/>
                </a:lnTo>
                <a:lnTo>
                  <a:pt x="386823" y="101693"/>
                </a:lnTo>
                <a:lnTo>
                  <a:pt x="386823" y="99460"/>
                </a:lnTo>
                <a:cubicBezTo>
                  <a:pt x="379526" y="98717"/>
                  <a:pt x="377888" y="96929"/>
                  <a:pt x="377740" y="89634"/>
                </a:cubicBezTo>
                <a:lnTo>
                  <a:pt x="377740" y="55537"/>
                </a:lnTo>
                <a:cubicBezTo>
                  <a:pt x="377740" y="41542"/>
                  <a:pt x="371188" y="33204"/>
                  <a:pt x="360171" y="33204"/>
                </a:cubicBezTo>
                <a:cubicBezTo>
                  <a:pt x="353321" y="33204"/>
                  <a:pt x="348705" y="35735"/>
                  <a:pt x="338581" y="45263"/>
                </a:cubicBezTo>
                <a:lnTo>
                  <a:pt x="338581" y="33502"/>
                </a:lnTo>
                <a:lnTo>
                  <a:pt x="337538" y="33204"/>
                </a:lnTo>
                <a:cubicBezTo>
                  <a:pt x="329796" y="36033"/>
                  <a:pt x="324734" y="37671"/>
                  <a:pt x="316991" y="39904"/>
                </a:cubicBezTo>
                <a:lnTo>
                  <a:pt x="316991" y="42435"/>
                </a:lnTo>
                <a:cubicBezTo>
                  <a:pt x="318034" y="41990"/>
                  <a:pt x="319374" y="41840"/>
                  <a:pt x="321012" y="41840"/>
                </a:cubicBezTo>
                <a:cubicBezTo>
                  <a:pt x="325181" y="41840"/>
                  <a:pt x="326520" y="44073"/>
                  <a:pt x="326520" y="51368"/>
                </a:cubicBezTo>
                <a:lnTo>
                  <a:pt x="326520" y="88293"/>
                </a:lnTo>
                <a:cubicBezTo>
                  <a:pt x="326372" y="97079"/>
                  <a:pt x="324734" y="99015"/>
                  <a:pt x="317289" y="99460"/>
                </a:cubicBezTo>
                <a:lnTo>
                  <a:pt x="317289" y="101693"/>
                </a:lnTo>
                <a:close/>
                <a:moveTo>
                  <a:pt x="459480" y="43923"/>
                </a:moveTo>
                <a:lnTo>
                  <a:pt x="459480" y="38118"/>
                </a:lnTo>
                <a:lnTo>
                  <a:pt x="448016" y="38118"/>
                </a:lnTo>
                <a:cubicBezTo>
                  <a:pt x="444890" y="38118"/>
                  <a:pt x="442804" y="37671"/>
                  <a:pt x="439828" y="36628"/>
                </a:cubicBezTo>
                <a:lnTo>
                  <a:pt x="436552" y="35437"/>
                </a:lnTo>
                <a:cubicBezTo>
                  <a:pt x="432680" y="33949"/>
                  <a:pt x="428511" y="33204"/>
                  <a:pt x="424640" y="33204"/>
                </a:cubicBezTo>
                <a:cubicBezTo>
                  <a:pt x="410793" y="33204"/>
                  <a:pt x="399774" y="43775"/>
                  <a:pt x="399774" y="57473"/>
                </a:cubicBezTo>
                <a:cubicBezTo>
                  <a:pt x="399774" y="66853"/>
                  <a:pt x="403645" y="72510"/>
                  <a:pt x="413621" y="77425"/>
                </a:cubicBezTo>
                <a:lnTo>
                  <a:pt x="409750" y="80998"/>
                </a:lnTo>
                <a:cubicBezTo>
                  <a:pt x="406624" y="83977"/>
                  <a:pt x="404838" y="85615"/>
                  <a:pt x="404391" y="86210"/>
                </a:cubicBezTo>
                <a:cubicBezTo>
                  <a:pt x="401264" y="89486"/>
                  <a:pt x="400372" y="91122"/>
                  <a:pt x="400372" y="93655"/>
                </a:cubicBezTo>
                <a:cubicBezTo>
                  <a:pt x="400372" y="96929"/>
                  <a:pt x="402010" y="98567"/>
                  <a:pt x="408262" y="101545"/>
                </a:cubicBezTo>
                <a:cubicBezTo>
                  <a:pt x="397541" y="109288"/>
                  <a:pt x="393672" y="114202"/>
                  <a:pt x="393672" y="119709"/>
                </a:cubicBezTo>
                <a:cubicBezTo>
                  <a:pt x="393672" y="127602"/>
                  <a:pt x="405136" y="134152"/>
                  <a:pt x="419428" y="134152"/>
                </a:cubicBezTo>
                <a:cubicBezTo>
                  <a:pt x="430595" y="134152"/>
                  <a:pt x="442209" y="130281"/>
                  <a:pt x="449952" y="124028"/>
                </a:cubicBezTo>
                <a:cubicBezTo>
                  <a:pt x="455611" y="119412"/>
                  <a:pt x="458142" y="114648"/>
                  <a:pt x="458142" y="108991"/>
                </a:cubicBezTo>
                <a:cubicBezTo>
                  <a:pt x="458142" y="99760"/>
                  <a:pt x="451142" y="93655"/>
                  <a:pt x="440126" y="93058"/>
                </a:cubicBezTo>
                <a:lnTo>
                  <a:pt x="420919" y="92165"/>
                </a:lnTo>
                <a:cubicBezTo>
                  <a:pt x="412878" y="91867"/>
                  <a:pt x="409305" y="90527"/>
                  <a:pt x="409305" y="88146"/>
                </a:cubicBezTo>
                <a:cubicBezTo>
                  <a:pt x="409305" y="85167"/>
                  <a:pt x="414217" y="79955"/>
                  <a:pt x="418238" y="78765"/>
                </a:cubicBezTo>
                <a:cubicBezTo>
                  <a:pt x="423597" y="79213"/>
                  <a:pt x="426426" y="79510"/>
                  <a:pt x="426726" y="79510"/>
                </a:cubicBezTo>
                <a:cubicBezTo>
                  <a:pt x="432233" y="79510"/>
                  <a:pt x="438190" y="77277"/>
                  <a:pt x="442804" y="73256"/>
                </a:cubicBezTo>
                <a:cubicBezTo>
                  <a:pt x="447718" y="69087"/>
                  <a:pt x="449952" y="63875"/>
                  <a:pt x="449952" y="56432"/>
                </a:cubicBezTo>
                <a:cubicBezTo>
                  <a:pt x="449952" y="52113"/>
                  <a:pt x="449206" y="48689"/>
                  <a:pt x="447123" y="43923"/>
                </a:cubicBezTo>
                <a:lnTo>
                  <a:pt x="459480" y="43923"/>
                </a:lnTo>
                <a:moveTo>
                  <a:pt x="411388" y="101993"/>
                </a:moveTo>
                <a:cubicBezTo>
                  <a:pt x="416452" y="103034"/>
                  <a:pt x="428064" y="103929"/>
                  <a:pt x="435659" y="103929"/>
                </a:cubicBezTo>
                <a:cubicBezTo>
                  <a:pt x="449059" y="103929"/>
                  <a:pt x="453973" y="105864"/>
                  <a:pt x="453973" y="111224"/>
                </a:cubicBezTo>
                <a:cubicBezTo>
                  <a:pt x="453973" y="119859"/>
                  <a:pt x="442656" y="125666"/>
                  <a:pt x="425831" y="125666"/>
                </a:cubicBezTo>
                <a:cubicBezTo>
                  <a:pt x="412581" y="125666"/>
                  <a:pt x="404093" y="121347"/>
                  <a:pt x="404093" y="114798"/>
                </a:cubicBezTo>
                <a:cubicBezTo>
                  <a:pt x="404093" y="111372"/>
                  <a:pt x="405433" y="109138"/>
                  <a:pt x="411388" y="101993"/>
                </a:cubicBezTo>
                <a:moveTo>
                  <a:pt x="412133" y="51368"/>
                </a:moveTo>
                <a:cubicBezTo>
                  <a:pt x="412133" y="42585"/>
                  <a:pt x="416302" y="37373"/>
                  <a:pt x="423152" y="37373"/>
                </a:cubicBezTo>
                <a:cubicBezTo>
                  <a:pt x="427766" y="37373"/>
                  <a:pt x="431638" y="39904"/>
                  <a:pt x="434021" y="44370"/>
                </a:cubicBezTo>
                <a:cubicBezTo>
                  <a:pt x="436849" y="49582"/>
                  <a:pt x="438487" y="56282"/>
                  <a:pt x="438487" y="62237"/>
                </a:cubicBezTo>
                <a:cubicBezTo>
                  <a:pt x="438487" y="70575"/>
                  <a:pt x="434318" y="75787"/>
                  <a:pt x="427469" y="75787"/>
                </a:cubicBezTo>
                <a:cubicBezTo>
                  <a:pt x="418238" y="75787"/>
                  <a:pt x="412133" y="66108"/>
                  <a:pt x="412133" y="51816"/>
                </a:cubicBezTo>
                <a:lnTo>
                  <a:pt x="412133" y="513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1B310-2D59-4DC3-A43C-858EC3D9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441" y="1510633"/>
            <a:ext cx="380906" cy="380813"/>
          </a:xfrm>
          <a:custGeom xmlns:a="http://schemas.openxmlformats.org/drawingml/2006/main">
            <a:pathLst>
              <a:path w="380906" h="380813">
                <a:moveTo>
                  <a:pt x="97116" y="0"/>
                </a:moveTo>
                <a:lnTo>
                  <a:pt x="249366" y="152157"/>
                </a:lnTo>
                <a:lnTo>
                  <a:pt x="343590" y="58027"/>
                </a:lnTo>
                <a:lnTo>
                  <a:pt x="380906" y="380813"/>
                </a:lnTo>
                <a:lnTo>
                  <a:pt x="58027" y="343497"/>
                </a:lnTo>
                <a:lnTo>
                  <a:pt x="152251" y="249366"/>
                </a:lnTo>
                <a:lnTo>
                  <a:pt x="0" y="97116"/>
                </a:lnTo>
                <a:lnTo>
                  <a:pt x="97116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4AD13-1BD4-4A06-9015-E33FD082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97" y="1661857"/>
            <a:ext cx="606204" cy="227910"/>
          </a:xfrm>
          <a:custGeom xmlns:a="http://schemas.openxmlformats.org/drawingml/2006/main">
            <a:pathLst>
              <a:path w="606204" h="227910">
                <a:moveTo>
                  <a:pt x="606204" y="0"/>
                </a:moveTo>
                <a:lnTo>
                  <a:pt x="591650" y="0"/>
                </a:lnTo>
                <a:lnTo>
                  <a:pt x="591650" y="106631"/>
                </a:lnTo>
                <a:lnTo>
                  <a:pt x="20711" y="106631"/>
                </a:lnTo>
                <a:lnTo>
                  <a:pt x="20711" y="171935"/>
                </a:lnTo>
                <a:lnTo>
                  <a:pt x="0" y="171935"/>
                </a:lnTo>
                <a:lnTo>
                  <a:pt x="27987" y="227910"/>
                </a:lnTo>
                <a:lnTo>
                  <a:pt x="55974" y="171935"/>
                </a:lnTo>
                <a:lnTo>
                  <a:pt x="35264" y="171935"/>
                </a:lnTo>
                <a:lnTo>
                  <a:pt x="35264" y="121185"/>
                </a:lnTo>
                <a:lnTo>
                  <a:pt x="606204" y="121185"/>
                </a:lnTo>
                <a:lnTo>
                  <a:pt x="6062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66B7E-B082-4F44-A39D-2338509A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52" y="2060302"/>
            <a:ext cx="783363" cy="442087"/>
          </a:xfrm>
          <a:custGeom xmlns:a="http://schemas.openxmlformats.org/drawingml/2006/main">
            <a:pathLst>
              <a:path w="783363" h="442087">
                <a:moveTo>
                  <a:pt x="783363" y="181171"/>
                </a:moveTo>
                <a:lnTo>
                  <a:pt x="609562" y="378947"/>
                </a:lnTo>
                <a:lnTo>
                  <a:pt x="609562" y="276327"/>
                </a:lnTo>
                <a:cubicBezTo>
                  <a:pt x="385478" y="298064"/>
                  <a:pt x="204960" y="360196"/>
                  <a:pt x="127902" y="442087"/>
                </a:cubicBezTo>
                <a:cubicBezTo>
                  <a:pt x="0" y="306181"/>
                  <a:pt x="189754" y="157195"/>
                  <a:pt x="551815" y="109150"/>
                </a:cubicBezTo>
                <a:cubicBezTo>
                  <a:pt x="570753" y="106631"/>
                  <a:pt x="590065" y="104486"/>
                  <a:pt x="609562" y="102527"/>
                </a:cubicBezTo>
                <a:lnTo>
                  <a:pt x="609562" y="0"/>
                </a:lnTo>
                <a:lnTo>
                  <a:pt x="783363" y="181171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DD4A1-B579-4CC6-8480-EED5692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312" y="2415460"/>
            <a:ext cx="695203" cy="434735"/>
          </a:xfrm>
          <a:custGeom xmlns:a="http://schemas.openxmlformats.org/drawingml/2006/main">
            <a:pathLst>
              <a:path w="695203" h="434735">
                <a:moveTo>
                  <a:pt x="0" y="0"/>
                </a:moveTo>
                <a:cubicBezTo>
                  <a:pt x="0" y="144125"/>
                  <a:pt x="311218" y="260934"/>
                  <a:pt x="695203" y="260934"/>
                </a:cubicBezTo>
                <a:lnTo>
                  <a:pt x="695203" y="434735"/>
                </a:lnTo>
                <a:cubicBezTo>
                  <a:pt x="311218" y="434735"/>
                  <a:pt x="0" y="317926"/>
                  <a:pt x="0" y="17382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48E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3419C-14AB-4776-98A3-162680F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890" y="933069"/>
            <a:ext cx="461230" cy="258602"/>
          </a:xfrm>
          <a:custGeom xmlns:a="http://schemas.openxmlformats.org/drawingml/2006/main">
            <a:pathLst>
              <a:path w="461230" h="258602">
                <a:moveTo>
                  <a:pt x="0" y="85268"/>
                </a:moveTo>
                <a:lnTo>
                  <a:pt x="296012" y="85268"/>
                </a:lnTo>
                <a:lnTo>
                  <a:pt x="296012" y="0"/>
                </a:lnTo>
                <a:lnTo>
                  <a:pt x="461230" y="129301"/>
                </a:lnTo>
                <a:lnTo>
                  <a:pt x="296012" y="258602"/>
                </a:lnTo>
                <a:lnTo>
                  <a:pt x="296012" y="173334"/>
                </a:lnTo>
                <a:lnTo>
                  <a:pt x="0" y="173334"/>
                </a:lnTo>
                <a:lnTo>
                  <a:pt x="0" y="852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EC562-F27E-4E23-9DD5-FF74CBB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890" y="933069"/>
            <a:ext cx="461230" cy="258602"/>
          </a:xfrm>
          <a:custGeom xmlns:a="http://schemas.openxmlformats.org/drawingml/2006/main">
            <a:pathLst>
              <a:path w="461230" h="258602" fill="none">
                <a:moveTo>
                  <a:pt x="0" y="85268"/>
                </a:moveTo>
                <a:lnTo>
                  <a:pt x="296012" y="85268"/>
                </a:lnTo>
                <a:lnTo>
                  <a:pt x="296012" y="0"/>
                </a:lnTo>
                <a:lnTo>
                  <a:pt x="461230" y="129301"/>
                </a:lnTo>
                <a:lnTo>
                  <a:pt x="296012" y="258602"/>
                </a:lnTo>
                <a:lnTo>
                  <a:pt x="296012" y="173334"/>
                </a:lnTo>
                <a:lnTo>
                  <a:pt x="0" y="173334"/>
                </a:lnTo>
                <a:lnTo>
                  <a:pt x="0" y="852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270" cap="flat">
            <a:solidFill>
              <a:srgbClr val="000000"/>
            </a:solidFill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0cff6b32e470a"/>
          <a:stretch xmlns:a="http://schemas.openxmlformats.org/drawingml/2006/main"/>
        </p:blipFill>
        <p:spPr>
          <a:xfrm xmlns:a="http://schemas.openxmlformats.org/drawingml/2006/main">
            <a:off x="9817732" y="1887434"/>
            <a:ext cx="638109" cy="251885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c6cc0c6004093"/>
          <a:stretch xmlns:a="http://schemas.openxmlformats.org/drawingml/2006/main"/>
        </p:blipFill>
        <p:spPr>
          <a:xfrm xmlns:a="http://schemas.openxmlformats.org/drawingml/2006/main">
            <a:off x="9817732" y="2643090"/>
            <a:ext cx="638109" cy="255244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0FC39-BB3D-48D5-8777-C8EEBF11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897" y="714769"/>
            <a:ext cx="63811" cy="95063"/>
          </a:xfrm>
          <a:custGeom xmlns:a="http://schemas.openxmlformats.org/drawingml/2006/main">
            <a:pathLst>
              <a:path w="63811" h="95063">
                <a:moveTo>
                  <a:pt x="42541" y="0"/>
                </a:moveTo>
                <a:lnTo>
                  <a:pt x="21270" y="0"/>
                </a:lnTo>
                <a:lnTo>
                  <a:pt x="21270" y="31252"/>
                </a:lnTo>
                <a:lnTo>
                  <a:pt x="0" y="31252"/>
                </a:lnTo>
                <a:lnTo>
                  <a:pt x="31905" y="95063"/>
                </a:lnTo>
                <a:lnTo>
                  <a:pt x="63811" y="31252"/>
                </a:lnTo>
                <a:lnTo>
                  <a:pt x="42541" y="31252"/>
                </a:lnTo>
                <a:lnTo>
                  <a:pt x="42541" y="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2E43A-6A1B-4850-88B2-2C9B1431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682" y="714769"/>
            <a:ext cx="63811" cy="95063"/>
          </a:xfrm>
          <a:custGeom xmlns:a="http://schemas.openxmlformats.org/drawingml/2006/main">
            <a:pathLst>
              <a:path w="63811" h="95063">
                <a:moveTo>
                  <a:pt x="63811" y="63811"/>
                </a:moveTo>
                <a:lnTo>
                  <a:pt x="31905" y="0"/>
                </a:lnTo>
                <a:lnTo>
                  <a:pt x="0" y="63811"/>
                </a:lnTo>
                <a:lnTo>
                  <a:pt x="21270" y="63811"/>
                </a:lnTo>
                <a:lnTo>
                  <a:pt x="21270" y="95063"/>
                </a:lnTo>
                <a:lnTo>
                  <a:pt x="42541" y="95063"/>
                </a:lnTo>
                <a:lnTo>
                  <a:pt x="42541" y="63811"/>
                </a:lnTo>
                <a:lnTo>
                  <a:pt x="63811" y="6381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C0F99-6024-44E0-A707-5045430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618" y="714769"/>
            <a:ext cx="63811" cy="95063"/>
          </a:xfrm>
          <a:custGeom xmlns:a="http://schemas.openxmlformats.org/drawingml/2006/main">
            <a:pathLst>
              <a:path w="63811" h="95063">
                <a:moveTo>
                  <a:pt x="42541" y="0"/>
                </a:moveTo>
                <a:lnTo>
                  <a:pt x="21270" y="0"/>
                </a:lnTo>
                <a:lnTo>
                  <a:pt x="21270" y="31252"/>
                </a:lnTo>
                <a:lnTo>
                  <a:pt x="0" y="31252"/>
                </a:lnTo>
                <a:lnTo>
                  <a:pt x="31905" y="95063"/>
                </a:lnTo>
                <a:lnTo>
                  <a:pt x="63811" y="31252"/>
                </a:lnTo>
                <a:lnTo>
                  <a:pt x="42541" y="31252"/>
                </a:lnTo>
                <a:lnTo>
                  <a:pt x="42541" y="0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03F1B-2945-441C-9C66-FFFEFBA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403" y="714769"/>
            <a:ext cx="63811" cy="95063"/>
          </a:xfrm>
          <a:custGeom xmlns:a="http://schemas.openxmlformats.org/drawingml/2006/main">
            <a:pathLst>
              <a:path w="63811" h="95063">
                <a:moveTo>
                  <a:pt x="63811" y="63811"/>
                </a:moveTo>
                <a:lnTo>
                  <a:pt x="31905" y="0"/>
                </a:lnTo>
                <a:lnTo>
                  <a:pt x="0" y="63811"/>
                </a:lnTo>
                <a:lnTo>
                  <a:pt x="21270" y="63811"/>
                </a:lnTo>
                <a:lnTo>
                  <a:pt x="21270" y="95063"/>
                </a:lnTo>
                <a:lnTo>
                  <a:pt x="42541" y="95063"/>
                </a:lnTo>
                <a:lnTo>
                  <a:pt x="42541" y="63811"/>
                </a:lnTo>
                <a:lnTo>
                  <a:pt x="63811" y="63811"/>
                </a:ln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E44DE-EB04-4011-97FC-391FEDBF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720" y="1253243"/>
            <a:ext cx="63811" cy="95063"/>
          </a:xfrm>
          <a:custGeom xmlns:a="http://schemas.openxmlformats.org/drawingml/2006/main">
            <a:pathLst>
              <a:path w="63811" h="95063">
                <a:moveTo>
                  <a:pt x="42541" y="0"/>
                </a:moveTo>
                <a:lnTo>
                  <a:pt x="21270" y="0"/>
                </a:lnTo>
                <a:lnTo>
                  <a:pt x="21270" y="31252"/>
                </a:lnTo>
                <a:lnTo>
                  <a:pt x="0" y="31252"/>
                </a:lnTo>
                <a:lnTo>
                  <a:pt x="31905" y="95063"/>
                </a:lnTo>
                <a:lnTo>
                  <a:pt x="63811" y="31252"/>
                </a:lnTo>
                <a:lnTo>
                  <a:pt x="42541" y="31252"/>
                </a:lnTo>
                <a:lnTo>
                  <a:pt x="42541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A12D4-B0E9-489E-9310-689FDC5B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505" y="1253243"/>
            <a:ext cx="63811" cy="95063"/>
          </a:xfrm>
          <a:custGeom xmlns:a="http://schemas.openxmlformats.org/drawingml/2006/main">
            <a:pathLst>
              <a:path w="63811" h="95063">
                <a:moveTo>
                  <a:pt x="63811" y="63811"/>
                </a:moveTo>
                <a:lnTo>
                  <a:pt x="31905" y="0"/>
                </a:lnTo>
                <a:lnTo>
                  <a:pt x="0" y="63811"/>
                </a:lnTo>
                <a:lnTo>
                  <a:pt x="21270" y="63811"/>
                </a:lnTo>
                <a:lnTo>
                  <a:pt x="21270" y="95063"/>
                </a:lnTo>
                <a:lnTo>
                  <a:pt x="42541" y="95063"/>
                </a:lnTo>
                <a:lnTo>
                  <a:pt x="42541" y="63811"/>
                </a:lnTo>
                <a:lnTo>
                  <a:pt x="63811" y="6381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0791F-A68B-473C-ADBA-3AF93BA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337" y="1295784"/>
            <a:ext cx="55974" cy="117546"/>
          </a:xfrm>
          <a:custGeom xmlns:a="http://schemas.openxmlformats.org/drawingml/2006/main">
            <a:pathLst>
              <a:path w="55974" h="117546">
                <a:moveTo>
                  <a:pt x="20711" y="61572"/>
                </a:moveTo>
                <a:lnTo>
                  <a:pt x="0" y="61572"/>
                </a:lnTo>
                <a:lnTo>
                  <a:pt x="27987" y="117546"/>
                </a:lnTo>
                <a:lnTo>
                  <a:pt x="55974" y="61572"/>
                </a:lnTo>
                <a:lnTo>
                  <a:pt x="35264" y="61572"/>
                </a:lnTo>
                <a:lnTo>
                  <a:pt x="35264" y="0"/>
                </a:lnTo>
                <a:lnTo>
                  <a:pt x="20711" y="0"/>
                </a:lnTo>
                <a:lnTo>
                  <a:pt x="20711" y="6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96709-C6F7-4567-AEA5-803E330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890" y="2535059"/>
            <a:ext cx="463469" cy="258602"/>
          </a:xfrm>
          <a:custGeom xmlns:a="http://schemas.openxmlformats.org/drawingml/2006/main">
            <a:pathLst>
              <a:path w="463469" h="258602">
                <a:moveTo>
                  <a:pt x="0" y="85314"/>
                </a:moveTo>
                <a:lnTo>
                  <a:pt x="298251" y="85314"/>
                </a:lnTo>
                <a:lnTo>
                  <a:pt x="298251" y="0"/>
                </a:lnTo>
                <a:lnTo>
                  <a:pt x="463469" y="129301"/>
                </a:lnTo>
                <a:lnTo>
                  <a:pt x="298251" y="258602"/>
                </a:lnTo>
                <a:lnTo>
                  <a:pt x="298251" y="173288"/>
                </a:lnTo>
                <a:lnTo>
                  <a:pt x="0" y="173288"/>
                </a:lnTo>
                <a:lnTo>
                  <a:pt x="0" y="853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6580B-BA0A-4C86-9194-3FF31194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890" y="2535059"/>
            <a:ext cx="463469" cy="258602"/>
          </a:xfrm>
          <a:custGeom xmlns:a="http://schemas.openxmlformats.org/drawingml/2006/main">
            <a:pathLst>
              <a:path w="463469" h="258602" fill="none">
                <a:moveTo>
                  <a:pt x="0" y="85314"/>
                </a:moveTo>
                <a:lnTo>
                  <a:pt x="298251" y="85314"/>
                </a:lnTo>
                <a:lnTo>
                  <a:pt x="298251" y="0"/>
                </a:lnTo>
                <a:lnTo>
                  <a:pt x="463469" y="129301"/>
                </a:lnTo>
                <a:lnTo>
                  <a:pt x="298251" y="258602"/>
                </a:lnTo>
                <a:lnTo>
                  <a:pt x="298251" y="173288"/>
                </a:lnTo>
                <a:lnTo>
                  <a:pt x="0" y="173288"/>
                </a:lnTo>
                <a:lnTo>
                  <a:pt x="0" y="853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270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0827F-1760-4BA9-BE1D-6F873AF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120" y="1397098"/>
            <a:ext cx="2275923" cy="275395"/>
          </a:xfrm>
          <a:custGeom xmlns:a="http://schemas.openxmlformats.org/drawingml/2006/main">
            <a:pathLst>
              <a:path w="2275923" h="275395">
                <a:moveTo>
                  <a:pt x="0" y="275395"/>
                </a:moveTo>
                <a:lnTo>
                  <a:pt x="0" y="0"/>
                </a:lnTo>
                <a:lnTo>
                  <a:pt x="2275923" y="0"/>
                </a:lnTo>
                <a:lnTo>
                  <a:pt x="2275923" y="275395"/>
                </a:lnTo>
                <a:lnTo>
                  <a:pt x="0" y="275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Implicationanalysis">
            <a:extLst xmlns:a="http://schemas.openxmlformats.org/drawingml/2006/main">
              <a:ext uri="{FF2B5EF4-FFF2-40B4-BE49-F238E27FC236}">
                <a16:creationId xmlns:a16="http://schemas.microsoft.com/office/drawing/2014/main" id="{4546080D-7747-41A9-BFAA-2703E8AB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7330" y="1398864"/>
            <a:ext cx="1198726" cy="134152"/>
          </a:xfrm>
          <a:custGeom xmlns:a="http://schemas.openxmlformats.org/drawingml/2006/main">
            <a:pathLst>
              <a:path w="1198726" h="134152">
                <a:moveTo>
                  <a:pt x="0" y="101693"/>
                </a:moveTo>
                <a:lnTo>
                  <a:pt x="44221" y="101693"/>
                </a:lnTo>
                <a:lnTo>
                  <a:pt x="44221" y="98865"/>
                </a:lnTo>
                <a:cubicBezTo>
                  <a:pt x="32011" y="98567"/>
                  <a:pt x="29928" y="96484"/>
                  <a:pt x="29630" y="85465"/>
                </a:cubicBezTo>
                <a:lnTo>
                  <a:pt x="29630" y="19357"/>
                </a:lnTo>
                <a:cubicBezTo>
                  <a:pt x="29928" y="8190"/>
                  <a:pt x="31864" y="6402"/>
                  <a:pt x="44221" y="5957"/>
                </a:cubicBezTo>
                <a:lnTo>
                  <a:pt x="44221" y="3128"/>
                </a:lnTo>
                <a:lnTo>
                  <a:pt x="0" y="3128"/>
                </a:lnTo>
                <a:lnTo>
                  <a:pt x="0" y="5957"/>
                </a:lnTo>
                <a:cubicBezTo>
                  <a:pt x="12657" y="6700"/>
                  <a:pt x="14295" y="8190"/>
                  <a:pt x="14443" y="19357"/>
                </a:cubicBezTo>
                <a:lnTo>
                  <a:pt x="14443" y="85465"/>
                </a:lnTo>
                <a:cubicBezTo>
                  <a:pt x="14295" y="96781"/>
                  <a:pt x="12507" y="98419"/>
                  <a:pt x="0" y="98865"/>
                </a:cubicBezTo>
                <a:lnTo>
                  <a:pt x="0" y="101693"/>
                </a:lnTo>
                <a:close/>
                <a:moveTo>
                  <a:pt x="49284" y="101693"/>
                </a:moveTo>
                <a:lnTo>
                  <a:pt x="82338" y="101693"/>
                </a:lnTo>
                <a:lnTo>
                  <a:pt x="82338" y="99460"/>
                </a:lnTo>
                <a:cubicBezTo>
                  <a:pt x="74745" y="99312"/>
                  <a:pt x="72362" y="97674"/>
                  <a:pt x="72214" y="91719"/>
                </a:cubicBezTo>
                <a:lnTo>
                  <a:pt x="72214" y="49730"/>
                </a:lnTo>
                <a:cubicBezTo>
                  <a:pt x="72214" y="49432"/>
                  <a:pt x="73405" y="47944"/>
                  <a:pt x="74448" y="46901"/>
                </a:cubicBezTo>
                <a:cubicBezTo>
                  <a:pt x="78169" y="43478"/>
                  <a:pt x="84571" y="40947"/>
                  <a:pt x="89783" y="40947"/>
                </a:cubicBezTo>
                <a:cubicBezTo>
                  <a:pt x="96333" y="40947"/>
                  <a:pt x="99609" y="46158"/>
                  <a:pt x="99609" y="56580"/>
                </a:cubicBezTo>
                <a:lnTo>
                  <a:pt x="99609" y="88889"/>
                </a:lnTo>
                <a:cubicBezTo>
                  <a:pt x="99312" y="97377"/>
                  <a:pt x="97823" y="99015"/>
                  <a:pt x="89486" y="99460"/>
                </a:cubicBezTo>
                <a:lnTo>
                  <a:pt x="89486" y="101693"/>
                </a:lnTo>
                <a:lnTo>
                  <a:pt x="122837" y="101693"/>
                </a:lnTo>
                <a:lnTo>
                  <a:pt x="122837" y="99460"/>
                </a:lnTo>
                <a:cubicBezTo>
                  <a:pt x="114499" y="99460"/>
                  <a:pt x="112414" y="97079"/>
                  <a:pt x="112116" y="87550"/>
                </a:cubicBezTo>
                <a:lnTo>
                  <a:pt x="112116" y="50028"/>
                </a:lnTo>
                <a:cubicBezTo>
                  <a:pt x="116583" y="43625"/>
                  <a:pt x="121349" y="40947"/>
                  <a:pt x="128347" y="40947"/>
                </a:cubicBezTo>
                <a:cubicBezTo>
                  <a:pt x="136832" y="40947"/>
                  <a:pt x="139513" y="44966"/>
                  <a:pt x="139513" y="57325"/>
                </a:cubicBezTo>
                <a:lnTo>
                  <a:pt x="139513" y="88741"/>
                </a:lnTo>
                <a:cubicBezTo>
                  <a:pt x="139215" y="97524"/>
                  <a:pt x="138323" y="98567"/>
                  <a:pt x="129687" y="99460"/>
                </a:cubicBezTo>
                <a:lnTo>
                  <a:pt x="129687" y="101693"/>
                </a:lnTo>
                <a:lnTo>
                  <a:pt x="162294" y="101693"/>
                </a:lnTo>
                <a:lnTo>
                  <a:pt x="162294" y="99460"/>
                </a:lnTo>
                <a:lnTo>
                  <a:pt x="158422" y="99162"/>
                </a:lnTo>
                <a:cubicBezTo>
                  <a:pt x="153658" y="98419"/>
                  <a:pt x="152020" y="96186"/>
                  <a:pt x="152020" y="90379"/>
                </a:cubicBezTo>
                <a:lnTo>
                  <a:pt x="152020" y="59706"/>
                </a:lnTo>
                <a:cubicBezTo>
                  <a:pt x="152020" y="42137"/>
                  <a:pt x="146213" y="33204"/>
                  <a:pt x="134749" y="33204"/>
                </a:cubicBezTo>
                <a:cubicBezTo>
                  <a:pt x="126113" y="33204"/>
                  <a:pt x="118518" y="37075"/>
                  <a:pt x="110478" y="45711"/>
                </a:cubicBezTo>
                <a:cubicBezTo>
                  <a:pt x="107799" y="37223"/>
                  <a:pt x="102738" y="33204"/>
                  <a:pt x="94697" y="33204"/>
                </a:cubicBezTo>
                <a:cubicBezTo>
                  <a:pt x="87995" y="33204"/>
                  <a:pt x="83976" y="35140"/>
                  <a:pt x="71617" y="44668"/>
                </a:cubicBezTo>
                <a:lnTo>
                  <a:pt x="71617" y="33502"/>
                </a:lnTo>
                <a:lnTo>
                  <a:pt x="70576" y="33204"/>
                </a:lnTo>
                <a:cubicBezTo>
                  <a:pt x="62684" y="36033"/>
                  <a:pt x="57622" y="37671"/>
                  <a:pt x="49732" y="39904"/>
                </a:cubicBezTo>
                <a:lnTo>
                  <a:pt x="49732" y="42435"/>
                </a:lnTo>
                <a:cubicBezTo>
                  <a:pt x="51517" y="41990"/>
                  <a:pt x="52858" y="41840"/>
                  <a:pt x="54496" y="41840"/>
                </a:cubicBezTo>
                <a:cubicBezTo>
                  <a:pt x="58367" y="41840"/>
                  <a:pt x="59708" y="44223"/>
                  <a:pt x="59708" y="51368"/>
                </a:cubicBezTo>
                <a:lnTo>
                  <a:pt x="59708" y="89039"/>
                </a:lnTo>
                <a:cubicBezTo>
                  <a:pt x="59410" y="97377"/>
                  <a:pt x="57474" y="99460"/>
                  <a:pt x="49284" y="99460"/>
                </a:cubicBezTo>
                <a:lnTo>
                  <a:pt x="49284" y="101693"/>
                </a:lnTo>
                <a:close/>
                <a:moveTo>
                  <a:pt x="160356" y="134004"/>
                </a:moveTo>
                <a:lnTo>
                  <a:pt x="196389" y="134004"/>
                </a:lnTo>
                <a:lnTo>
                  <a:pt x="196389" y="131323"/>
                </a:lnTo>
                <a:cubicBezTo>
                  <a:pt x="185222" y="131176"/>
                  <a:pt x="183434" y="129685"/>
                  <a:pt x="183286" y="120157"/>
                </a:cubicBezTo>
                <a:lnTo>
                  <a:pt x="183286" y="96781"/>
                </a:lnTo>
                <a:cubicBezTo>
                  <a:pt x="188646" y="101693"/>
                  <a:pt x="192070" y="103184"/>
                  <a:pt x="198324" y="103184"/>
                </a:cubicBezTo>
                <a:cubicBezTo>
                  <a:pt x="216043" y="103184"/>
                  <a:pt x="229590" y="86508"/>
                  <a:pt x="229590" y="64918"/>
                </a:cubicBezTo>
                <a:cubicBezTo>
                  <a:pt x="229590" y="46456"/>
                  <a:pt x="219169" y="33204"/>
                  <a:pt x="204727" y="33204"/>
                </a:cubicBezTo>
                <a:cubicBezTo>
                  <a:pt x="196389" y="33204"/>
                  <a:pt x="189836" y="36778"/>
                  <a:pt x="183286" y="44966"/>
                </a:cubicBezTo>
                <a:lnTo>
                  <a:pt x="183286" y="33502"/>
                </a:lnTo>
                <a:lnTo>
                  <a:pt x="182394" y="33204"/>
                </a:lnTo>
                <a:cubicBezTo>
                  <a:pt x="174353" y="36330"/>
                  <a:pt x="169142" y="38266"/>
                  <a:pt x="160951" y="40797"/>
                </a:cubicBezTo>
                <a:lnTo>
                  <a:pt x="160951" y="43180"/>
                </a:lnTo>
                <a:cubicBezTo>
                  <a:pt x="162292" y="43030"/>
                  <a:pt x="163185" y="43030"/>
                  <a:pt x="164675" y="43030"/>
                </a:cubicBezTo>
                <a:cubicBezTo>
                  <a:pt x="169737" y="43030"/>
                  <a:pt x="170780" y="44520"/>
                  <a:pt x="170780" y="51518"/>
                </a:cubicBezTo>
                <a:lnTo>
                  <a:pt x="170780" y="121200"/>
                </a:lnTo>
                <a:cubicBezTo>
                  <a:pt x="170780" y="129090"/>
                  <a:pt x="169142" y="130581"/>
                  <a:pt x="160356" y="131473"/>
                </a:cubicBezTo>
                <a:lnTo>
                  <a:pt x="160356" y="134004"/>
                </a:lnTo>
                <a:moveTo>
                  <a:pt x="183286" y="51963"/>
                </a:moveTo>
                <a:cubicBezTo>
                  <a:pt x="183286" y="47497"/>
                  <a:pt x="191624" y="42137"/>
                  <a:pt x="198472" y="42137"/>
                </a:cubicBezTo>
                <a:cubicBezTo>
                  <a:pt x="209491" y="42137"/>
                  <a:pt x="216786" y="53454"/>
                  <a:pt x="216786" y="70875"/>
                </a:cubicBezTo>
                <a:cubicBezTo>
                  <a:pt x="216786" y="87251"/>
                  <a:pt x="209491" y="98419"/>
                  <a:pt x="198772" y="98419"/>
                </a:cubicBezTo>
                <a:cubicBezTo>
                  <a:pt x="191772" y="98419"/>
                  <a:pt x="183286" y="93058"/>
                  <a:pt x="183286" y="88591"/>
                </a:cubicBezTo>
                <a:lnTo>
                  <a:pt x="183286" y="51963"/>
                </a:lnTo>
                <a:close/>
                <a:moveTo>
                  <a:pt x="237632" y="101693"/>
                </a:moveTo>
                <a:lnTo>
                  <a:pt x="272769" y="101693"/>
                </a:lnTo>
                <a:lnTo>
                  <a:pt x="272769" y="99460"/>
                </a:lnTo>
                <a:cubicBezTo>
                  <a:pt x="263391" y="99015"/>
                  <a:pt x="261753" y="97524"/>
                  <a:pt x="261603" y="89186"/>
                </a:cubicBezTo>
                <a:lnTo>
                  <a:pt x="261603" y="298"/>
                </a:lnTo>
                <a:lnTo>
                  <a:pt x="261008" y="0"/>
                </a:lnTo>
                <a:cubicBezTo>
                  <a:pt x="253415" y="2383"/>
                  <a:pt x="247905" y="4021"/>
                  <a:pt x="237334" y="6552"/>
                </a:cubicBezTo>
                <a:lnTo>
                  <a:pt x="237334" y="8933"/>
                </a:lnTo>
                <a:lnTo>
                  <a:pt x="238227" y="8933"/>
                </a:lnTo>
                <a:cubicBezTo>
                  <a:pt x="239865" y="8785"/>
                  <a:pt x="241651" y="8636"/>
                  <a:pt x="242844" y="8636"/>
                </a:cubicBezTo>
                <a:cubicBezTo>
                  <a:pt x="247608" y="8636"/>
                  <a:pt x="249096" y="10721"/>
                  <a:pt x="249096" y="17719"/>
                </a:cubicBezTo>
                <a:lnTo>
                  <a:pt x="249096" y="88741"/>
                </a:lnTo>
                <a:cubicBezTo>
                  <a:pt x="248948" y="96781"/>
                  <a:pt x="246863" y="98865"/>
                  <a:pt x="237632" y="99460"/>
                </a:cubicBezTo>
                <a:lnTo>
                  <a:pt x="237632" y="101693"/>
                </a:lnTo>
                <a:close/>
                <a:moveTo>
                  <a:pt x="278279" y="101693"/>
                </a:moveTo>
                <a:lnTo>
                  <a:pt x="313566" y="101693"/>
                </a:lnTo>
                <a:lnTo>
                  <a:pt x="313566" y="99460"/>
                </a:lnTo>
                <a:cubicBezTo>
                  <a:pt x="303740" y="98717"/>
                  <a:pt x="302697" y="97377"/>
                  <a:pt x="302548" y="86508"/>
                </a:cubicBezTo>
                <a:lnTo>
                  <a:pt x="302548" y="33649"/>
                </a:lnTo>
                <a:lnTo>
                  <a:pt x="301952" y="33204"/>
                </a:lnTo>
                <a:lnTo>
                  <a:pt x="278874" y="41392"/>
                </a:lnTo>
                <a:lnTo>
                  <a:pt x="278874" y="43625"/>
                </a:lnTo>
                <a:lnTo>
                  <a:pt x="280067" y="43478"/>
                </a:lnTo>
                <a:cubicBezTo>
                  <a:pt x="281853" y="43180"/>
                  <a:pt x="283638" y="43030"/>
                  <a:pt x="285129" y="43030"/>
                </a:cubicBezTo>
                <a:cubicBezTo>
                  <a:pt x="288702" y="43030"/>
                  <a:pt x="290041" y="45413"/>
                  <a:pt x="290041" y="51963"/>
                </a:cubicBezTo>
                <a:lnTo>
                  <a:pt x="290041" y="86508"/>
                </a:lnTo>
                <a:cubicBezTo>
                  <a:pt x="289743" y="97524"/>
                  <a:pt x="288405" y="99015"/>
                  <a:pt x="278279" y="99460"/>
                </a:cubicBezTo>
                <a:lnTo>
                  <a:pt x="278279" y="101693"/>
                </a:lnTo>
                <a:moveTo>
                  <a:pt x="294955" y="0"/>
                </a:moveTo>
                <a:cubicBezTo>
                  <a:pt x="290936" y="0"/>
                  <a:pt x="287510" y="3426"/>
                  <a:pt x="287510" y="7595"/>
                </a:cubicBezTo>
                <a:cubicBezTo>
                  <a:pt x="287510" y="11912"/>
                  <a:pt x="290786" y="15188"/>
                  <a:pt x="294955" y="15188"/>
                </a:cubicBezTo>
                <a:cubicBezTo>
                  <a:pt x="299421" y="15188"/>
                  <a:pt x="302697" y="11912"/>
                  <a:pt x="302697" y="7595"/>
                </a:cubicBezTo>
                <a:cubicBezTo>
                  <a:pt x="302697" y="3276"/>
                  <a:pt x="299274" y="0"/>
                  <a:pt x="294955" y="0"/>
                </a:cubicBezTo>
                <a:close/>
                <a:moveTo>
                  <a:pt x="376549" y="78467"/>
                </a:moveTo>
                <a:cubicBezTo>
                  <a:pt x="369401" y="88889"/>
                  <a:pt x="364042" y="92462"/>
                  <a:pt x="355554" y="92462"/>
                </a:cubicBezTo>
                <a:cubicBezTo>
                  <a:pt x="341856" y="92462"/>
                  <a:pt x="332476" y="80551"/>
                  <a:pt x="332476" y="63430"/>
                </a:cubicBezTo>
                <a:cubicBezTo>
                  <a:pt x="332476" y="47944"/>
                  <a:pt x="340666" y="37521"/>
                  <a:pt x="352725" y="37521"/>
                </a:cubicBezTo>
                <a:cubicBezTo>
                  <a:pt x="358085" y="37521"/>
                  <a:pt x="360020" y="39011"/>
                  <a:pt x="361511" y="44668"/>
                </a:cubicBezTo>
                <a:lnTo>
                  <a:pt x="362404" y="47944"/>
                </a:lnTo>
                <a:cubicBezTo>
                  <a:pt x="363594" y="52263"/>
                  <a:pt x="366275" y="54794"/>
                  <a:pt x="369551" y="54794"/>
                </a:cubicBezTo>
                <a:cubicBezTo>
                  <a:pt x="373422" y="54794"/>
                  <a:pt x="376549" y="51963"/>
                  <a:pt x="376549" y="48539"/>
                </a:cubicBezTo>
                <a:cubicBezTo>
                  <a:pt x="376549" y="40202"/>
                  <a:pt x="366125" y="33204"/>
                  <a:pt x="353618" y="33204"/>
                </a:cubicBezTo>
                <a:cubicBezTo>
                  <a:pt x="346323" y="33204"/>
                  <a:pt x="338730" y="36183"/>
                  <a:pt x="332626" y="41542"/>
                </a:cubicBezTo>
                <a:cubicBezTo>
                  <a:pt x="325181" y="48092"/>
                  <a:pt x="321012" y="58218"/>
                  <a:pt x="321012" y="70129"/>
                </a:cubicBezTo>
                <a:cubicBezTo>
                  <a:pt x="321012" y="89336"/>
                  <a:pt x="332773" y="103184"/>
                  <a:pt x="349302" y="103184"/>
                </a:cubicBezTo>
                <a:cubicBezTo>
                  <a:pt x="356001" y="103184"/>
                  <a:pt x="361956" y="100800"/>
                  <a:pt x="367318" y="96186"/>
                </a:cubicBezTo>
                <a:cubicBezTo>
                  <a:pt x="371337" y="92760"/>
                  <a:pt x="374165" y="88591"/>
                  <a:pt x="378632" y="79808"/>
                </a:cubicBezTo>
                <a:lnTo>
                  <a:pt x="376549" y="78467"/>
                </a:lnTo>
                <a:close/>
                <a:moveTo>
                  <a:pt x="449205" y="91867"/>
                </a:moveTo>
                <a:cubicBezTo>
                  <a:pt x="446674" y="93953"/>
                  <a:pt x="444889" y="94696"/>
                  <a:pt x="442655" y="94696"/>
                </a:cubicBezTo>
                <a:cubicBezTo>
                  <a:pt x="439232" y="94696"/>
                  <a:pt x="438189" y="92612"/>
                  <a:pt x="438189" y="86060"/>
                </a:cubicBezTo>
                <a:lnTo>
                  <a:pt x="438189" y="57027"/>
                </a:lnTo>
                <a:cubicBezTo>
                  <a:pt x="438189" y="49285"/>
                  <a:pt x="437444" y="44966"/>
                  <a:pt x="435210" y="41392"/>
                </a:cubicBezTo>
                <a:cubicBezTo>
                  <a:pt x="431934" y="36033"/>
                  <a:pt x="425532" y="33204"/>
                  <a:pt x="416749" y="33204"/>
                </a:cubicBezTo>
                <a:cubicBezTo>
                  <a:pt x="402752" y="33204"/>
                  <a:pt x="391735" y="40499"/>
                  <a:pt x="391735" y="49880"/>
                </a:cubicBezTo>
                <a:cubicBezTo>
                  <a:pt x="391735" y="53304"/>
                  <a:pt x="394564" y="56282"/>
                  <a:pt x="398137" y="56282"/>
                </a:cubicBezTo>
                <a:cubicBezTo>
                  <a:pt x="401709" y="56282"/>
                  <a:pt x="404837" y="53304"/>
                  <a:pt x="404837" y="50028"/>
                </a:cubicBezTo>
                <a:cubicBezTo>
                  <a:pt x="404837" y="49432"/>
                  <a:pt x="404687" y="48689"/>
                  <a:pt x="404540" y="47647"/>
                </a:cubicBezTo>
                <a:cubicBezTo>
                  <a:pt x="404242" y="46306"/>
                  <a:pt x="404092" y="45116"/>
                  <a:pt x="404092" y="44073"/>
                </a:cubicBezTo>
                <a:cubicBezTo>
                  <a:pt x="404092" y="40054"/>
                  <a:pt x="408856" y="36778"/>
                  <a:pt x="414813" y="36778"/>
                </a:cubicBezTo>
                <a:cubicBezTo>
                  <a:pt x="422108" y="36778"/>
                  <a:pt x="426127" y="41094"/>
                  <a:pt x="426127" y="49135"/>
                </a:cubicBezTo>
                <a:lnTo>
                  <a:pt x="426127" y="58218"/>
                </a:lnTo>
                <a:cubicBezTo>
                  <a:pt x="403347" y="67301"/>
                  <a:pt x="400668" y="68639"/>
                  <a:pt x="394266" y="74298"/>
                </a:cubicBezTo>
                <a:cubicBezTo>
                  <a:pt x="390990" y="77277"/>
                  <a:pt x="388904" y="82339"/>
                  <a:pt x="388904" y="87251"/>
                </a:cubicBezTo>
                <a:cubicBezTo>
                  <a:pt x="388904" y="96631"/>
                  <a:pt x="395456" y="103184"/>
                  <a:pt x="404540" y="103184"/>
                </a:cubicBezTo>
                <a:cubicBezTo>
                  <a:pt x="411089" y="103184"/>
                  <a:pt x="417194" y="100057"/>
                  <a:pt x="426277" y="92315"/>
                </a:cubicBezTo>
                <a:cubicBezTo>
                  <a:pt x="427022" y="100205"/>
                  <a:pt x="429701" y="103184"/>
                  <a:pt x="435806" y="103184"/>
                </a:cubicBezTo>
                <a:cubicBezTo>
                  <a:pt x="440867" y="103184"/>
                  <a:pt x="443996" y="101396"/>
                  <a:pt x="449205" y="95738"/>
                </a:cubicBezTo>
                <a:lnTo>
                  <a:pt x="449205" y="91867"/>
                </a:lnTo>
                <a:moveTo>
                  <a:pt x="426127" y="83382"/>
                </a:moveTo>
                <a:cubicBezTo>
                  <a:pt x="426127" y="87848"/>
                  <a:pt x="425384" y="89486"/>
                  <a:pt x="422256" y="91272"/>
                </a:cubicBezTo>
                <a:cubicBezTo>
                  <a:pt x="418535" y="93355"/>
                  <a:pt x="414516" y="94548"/>
                  <a:pt x="411387" y="94548"/>
                </a:cubicBezTo>
                <a:cubicBezTo>
                  <a:pt x="406178" y="94548"/>
                  <a:pt x="402009" y="89486"/>
                  <a:pt x="402009" y="83082"/>
                </a:cubicBezTo>
                <a:lnTo>
                  <a:pt x="402009" y="82486"/>
                </a:lnTo>
                <a:cubicBezTo>
                  <a:pt x="402156" y="73553"/>
                  <a:pt x="408708" y="67896"/>
                  <a:pt x="426127" y="61792"/>
                </a:cubicBezTo>
                <a:lnTo>
                  <a:pt x="426127" y="83382"/>
                </a:lnTo>
                <a:close/>
                <a:moveTo>
                  <a:pt x="488364" y="34692"/>
                </a:moveTo>
                <a:lnTo>
                  <a:pt x="473326" y="34692"/>
                </a:lnTo>
                <a:lnTo>
                  <a:pt x="473326" y="17421"/>
                </a:lnTo>
                <a:cubicBezTo>
                  <a:pt x="473326" y="15933"/>
                  <a:pt x="473029" y="15485"/>
                  <a:pt x="472284" y="15485"/>
                </a:cubicBezTo>
                <a:cubicBezTo>
                  <a:pt x="463648" y="27992"/>
                  <a:pt x="459182" y="33054"/>
                  <a:pt x="454865" y="35585"/>
                </a:cubicBezTo>
                <a:cubicBezTo>
                  <a:pt x="453227" y="36628"/>
                  <a:pt x="452332" y="37521"/>
                  <a:pt x="452332" y="38416"/>
                </a:cubicBezTo>
                <a:cubicBezTo>
                  <a:pt x="452332" y="38861"/>
                  <a:pt x="452482" y="39159"/>
                  <a:pt x="452929" y="39456"/>
                </a:cubicBezTo>
                <a:lnTo>
                  <a:pt x="460820" y="39456"/>
                </a:lnTo>
                <a:lnTo>
                  <a:pt x="460820" y="84274"/>
                </a:lnTo>
                <a:cubicBezTo>
                  <a:pt x="460820" y="96781"/>
                  <a:pt x="465286" y="103184"/>
                  <a:pt x="474072" y="103184"/>
                </a:cubicBezTo>
                <a:cubicBezTo>
                  <a:pt x="481367" y="103184"/>
                  <a:pt x="487024" y="99610"/>
                  <a:pt x="491938" y="91867"/>
                </a:cubicBezTo>
                <a:lnTo>
                  <a:pt x="490002" y="90229"/>
                </a:lnTo>
                <a:cubicBezTo>
                  <a:pt x="486726" y="94100"/>
                  <a:pt x="484345" y="95441"/>
                  <a:pt x="481069" y="95441"/>
                </a:cubicBezTo>
                <a:cubicBezTo>
                  <a:pt x="475560" y="95441"/>
                  <a:pt x="473326" y="91422"/>
                  <a:pt x="473326" y="82041"/>
                </a:cubicBezTo>
                <a:lnTo>
                  <a:pt x="473326" y="39456"/>
                </a:lnTo>
                <a:lnTo>
                  <a:pt x="488364" y="39456"/>
                </a:lnTo>
                <a:lnTo>
                  <a:pt x="488364" y="34692"/>
                </a:lnTo>
                <a:close/>
                <a:moveTo>
                  <a:pt x="494171" y="101693"/>
                </a:moveTo>
                <a:lnTo>
                  <a:pt x="529458" y="101693"/>
                </a:lnTo>
                <a:lnTo>
                  <a:pt x="529458" y="99460"/>
                </a:lnTo>
                <a:cubicBezTo>
                  <a:pt x="519632" y="98717"/>
                  <a:pt x="518589" y="97377"/>
                  <a:pt x="518439" y="86508"/>
                </a:cubicBezTo>
                <a:lnTo>
                  <a:pt x="518439" y="33649"/>
                </a:lnTo>
                <a:lnTo>
                  <a:pt x="517844" y="33204"/>
                </a:lnTo>
                <a:lnTo>
                  <a:pt x="494766" y="41392"/>
                </a:lnTo>
                <a:lnTo>
                  <a:pt x="494766" y="43625"/>
                </a:lnTo>
                <a:lnTo>
                  <a:pt x="495959" y="43478"/>
                </a:lnTo>
                <a:cubicBezTo>
                  <a:pt x="497744" y="43180"/>
                  <a:pt x="499530" y="43030"/>
                  <a:pt x="501021" y="43030"/>
                </a:cubicBezTo>
                <a:cubicBezTo>
                  <a:pt x="504594" y="43030"/>
                  <a:pt x="505932" y="45413"/>
                  <a:pt x="505932" y="51963"/>
                </a:cubicBezTo>
                <a:lnTo>
                  <a:pt x="505932" y="86508"/>
                </a:lnTo>
                <a:cubicBezTo>
                  <a:pt x="505635" y="97524"/>
                  <a:pt x="504297" y="99015"/>
                  <a:pt x="494171" y="99460"/>
                </a:cubicBezTo>
                <a:lnTo>
                  <a:pt x="494171" y="101693"/>
                </a:lnTo>
                <a:moveTo>
                  <a:pt x="510847" y="0"/>
                </a:moveTo>
                <a:cubicBezTo>
                  <a:pt x="506828" y="0"/>
                  <a:pt x="503402" y="3426"/>
                  <a:pt x="503402" y="7595"/>
                </a:cubicBezTo>
                <a:cubicBezTo>
                  <a:pt x="503402" y="11912"/>
                  <a:pt x="506678" y="15188"/>
                  <a:pt x="510847" y="15188"/>
                </a:cubicBezTo>
                <a:cubicBezTo>
                  <a:pt x="515313" y="15188"/>
                  <a:pt x="518589" y="11912"/>
                  <a:pt x="518589" y="7595"/>
                </a:cubicBezTo>
                <a:cubicBezTo>
                  <a:pt x="518589" y="3276"/>
                  <a:pt x="515166" y="0"/>
                  <a:pt x="510847" y="0"/>
                </a:cubicBezTo>
                <a:close/>
                <a:moveTo>
                  <a:pt x="570405" y="33204"/>
                </a:moveTo>
                <a:cubicBezTo>
                  <a:pt x="550898" y="33204"/>
                  <a:pt x="537498" y="47497"/>
                  <a:pt x="537498" y="68044"/>
                </a:cubicBezTo>
                <a:cubicBezTo>
                  <a:pt x="537498" y="88293"/>
                  <a:pt x="551345" y="103184"/>
                  <a:pt x="570105" y="103184"/>
                </a:cubicBezTo>
                <a:cubicBezTo>
                  <a:pt x="588866" y="103184"/>
                  <a:pt x="603159" y="87550"/>
                  <a:pt x="603159" y="66853"/>
                </a:cubicBezTo>
                <a:cubicBezTo>
                  <a:pt x="603159" y="47199"/>
                  <a:pt x="589461" y="33204"/>
                  <a:pt x="570405" y="33204"/>
                </a:cubicBezTo>
                <a:moveTo>
                  <a:pt x="568469" y="37373"/>
                </a:moveTo>
                <a:cubicBezTo>
                  <a:pt x="580976" y="37373"/>
                  <a:pt x="589759" y="51666"/>
                  <a:pt x="589759" y="72065"/>
                </a:cubicBezTo>
                <a:cubicBezTo>
                  <a:pt x="589759" y="89039"/>
                  <a:pt x="583059" y="99015"/>
                  <a:pt x="571893" y="99015"/>
                </a:cubicBezTo>
                <a:cubicBezTo>
                  <a:pt x="566086" y="99015"/>
                  <a:pt x="560576" y="95441"/>
                  <a:pt x="557450" y="89486"/>
                </a:cubicBezTo>
                <a:cubicBezTo>
                  <a:pt x="553281" y="81743"/>
                  <a:pt x="550898" y="71320"/>
                  <a:pt x="550898" y="60749"/>
                </a:cubicBezTo>
                <a:cubicBezTo>
                  <a:pt x="550898" y="46604"/>
                  <a:pt x="557748" y="37373"/>
                  <a:pt x="568469" y="37373"/>
                </a:cubicBezTo>
                <a:close/>
                <a:moveTo>
                  <a:pt x="610752" y="101693"/>
                </a:moveTo>
                <a:lnTo>
                  <a:pt x="642318" y="101693"/>
                </a:lnTo>
                <a:lnTo>
                  <a:pt x="642318" y="99460"/>
                </a:lnTo>
                <a:cubicBezTo>
                  <a:pt x="634873" y="99015"/>
                  <a:pt x="632490" y="97079"/>
                  <a:pt x="632490" y="91719"/>
                </a:cubicBezTo>
                <a:lnTo>
                  <a:pt x="632490" y="49880"/>
                </a:lnTo>
                <a:cubicBezTo>
                  <a:pt x="639637" y="43180"/>
                  <a:pt x="642914" y="41392"/>
                  <a:pt x="647828" y="41392"/>
                </a:cubicBezTo>
                <a:cubicBezTo>
                  <a:pt x="655123" y="41392"/>
                  <a:pt x="658697" y="46009"/>
                  <a:pt x="658697" y="55835"/>
                </a:cubicBezTo>
                <a:lnTo>
                  <a:pt x="658697" y="86953"/>
                </a:lnTo>
                <a:cubicBezTo>
                  <a:pt x="658399" y="96631"/>
                  <a:pt x="656611" y="99015"/>
                  <a:pt x="649316" y="99460"/>
                </a:cubicBezTo>
                <a:lnTo>
                  <a:pt x="649316" y="101693"/>
                </a:lnTo>
                <a:lnTo>
                  <a:pt x="680287" y="101693"/>
                </a:lnTo>
                <a:lnTo>
                  <a:pt x="680287" y="99460"/>
                </a:lnTo>
                <a:cubicBezTo>
                  <a:pt x="672989" y="98717"/>
                  <a:pt x="671351" y="96929"/>
                  <a:pt x="671203" y="89634"/>
                </a:cubicBezTo>
                <a:lnTo>
                  <a:pt x="671203" y="55537"/>
                </a:lnTo>
                <a:cubicBezTo>
                  <a:pt x="671203" y="41542"/>
                  <a:pt x="664651" y="33204"/>
                  <a:pt x="653635" y="33204"/>
                </a:cubicBezTo>
                <a:cubicBezTo>
                  <a:pt x="646785" y="33204"/>
                  <a:pt x="642168" y="35735"/>
                  <a:pt x="632045" y="45263"/>
                </a:cubicBezTo>
                <a:lnTo>
                  <a:pt x="632045" y="33502"/>
                </a:lnTo>
                <a:lnTo>
                  <a:pt x="631002" y="33204"/>
                </a:lnTo>
                <a:cubicBezTo>
                  <a:pt x="623259" y="36033"/>
                  <a:pt x="618197" y="37671"/>
                  <a:pt x="610455" y="39904"/>
                </a:cubicBezTo>
                <a:lnTo>
                  <a:pt x="610455" y="42435"/>
                </a:lnTo>
                <a:cubicBezTo>
                  <a:pt x="611498" y="41990"/>
                  <a:pt x="612838" y="41840"/>
                  <a:pt x="614476" y="41840"/>
                </a:cubicBezTo>
                <a:cubicBezTo>
                  <a:pt x="618645" y="41840"/>
                  <a:pt x="619983" y="44073"/>
                  <a:pt x="619983" y="51368"/>
                </a:cubicBezTo>
                <a:lnTo>
                  <a:pt x="619983" y="88293"/>
                </a:lnTo>
                <a:cubicBezTo>
                  <a:pt x="619835" y="97079"/>
                  <a:pt x="618197" y="99015"/>
                  <a:pt x="610752" y="99460"/>
                </a:cubicBezTo>
                <a:lnTo>
                  <a:pt x="610752" y="101693"/>
                </a:lnTo>
                <a:close/>
                <a:moveTo>
                  <a:pt x="791210" y="91867"/>
                </a:moveTo>
                <a:cubicBezTo>
                  <a:pt x="788679" y="93953"/>
                  <a:pt x="786893" y="94696"/>
                  <a:pt x="784660" y="94696"/>
                </a:cubicBezTo>
                <a:cubicBezTo>
                  <a:pt x="781236" y="94696"/>
                  <a:pt x="780193" y="92612"/>
                  <a:pt x="780193" y="86060"/>
                </a:cubicBezTo>
                <a:lnTo>
                  <a:pt x="780193" y="57027"/>
                </a:lnTo>
                <a:cubicBezTo>
                  <a:pt x="780193" y="49285"/>
                  <a:pt x="779448" y="44966"/>
                  <a:pt x="777215" y="41392"/>
                </a:cubicBezTo>
                <a:cubicBezTo>
                  <a:pt x="773938" y="36033"/>
                  <a:pt x="767536" y="33204"/>
                  <a:pt x="758753" y="33204"/>
                </a:cubicBezTo>
                <a:cubicBezTo>
                  <a:pt x="744756" y="33204"/>
                  <a:pt x="733739" y="40499"/>
                  <a:pt x="733739" y="49880"/>
                </a:cubicBezTo>
                <a:cubicBezTo>
                  <a:pt x="733739" y="53304"/>
                  <a:pt x="736568" y="56282"/>
                  <a:pt x="740141" y="56282"/>
                </a:cubicBezTo>
                <a:cubicBezTo>
                  <a:pt x="743713" y="56282"/>
                  <a:pt x="746841" y="53304"/>
                  <a:pt x="746841" y="50028"/>
                </a:cubicBezTo>
                <a:cubicBezTo>
                  <a:pt x="746841" y="49432"/>
                  <a:pt x="746691" y="48689"/>
                  <a:pt x="746544" y="47647"/>
                </a:cubicBezTo>
                <a:cubicBezTo>
                  <a:pt x="746246" y="46306"/>
                  <a:pt x="746096" y="45116"/>
                  <a:pt x="746096" y="44073"/>
                </a:cubicBezTo>
                <a:cubicBezTo>
                  <a:pt x="746096" y="40054"/>
                  <a:pt x="750860" y="36778"/>
                  <a:pt x="756817" y="36778"/>
                </a:cubicBezTo>
                <a:cubicBezTo>
                  <a:pt x="764112" y="36778"/>
                  <a:pt x="768131" y="41094"/>
                  <a:pt x="768131" y="49135"/>
                </a:cubicBezTo>
                <a:lnTo>
                  <a:pt x="768131" y="58218"/>
                </a:lnTo>
                <a:cubicBezTo>
                  <a:pt x="745351" y="67301"/>
                  <a:pt x="742672" y="68639"/>
                  <a:pt x="736270" y="74298"/>
                </a:cubicBezTo>
                <a:cubicBezTo>
                  <a:pt x="732994" y="77277"/>
                  <a:pt x="730908" y="82339"/>
                  <a:pt x="730908" y="87251"/>
                </a:cubicBezTo>
                <a:cubicBezTo>
                  <a:pt x="730908" y="96631"/>
                  <a:pt x="737461" y="103184"/>
                  <a:pt x="746544" y="103184"/>
                </a:cubicBezTo>
                <a:cubicBezTo>
                  <a:pt x="753094" y="103184"/>
                  <a:pt x="759198" y="100057"/>
                  <a:pt x="768281" y="92315"/>
                </a:cubicBezTo>
                <a:cubicBezTo>
                  <a:pt x="769027" y="100205"/>
                  <a:pt x="771705" y="103184"/>
                  <a:pt x="777810" y="103184"/>
                </a:cubicBezTo>
                <a:cubicBezTo>
                  <a:pt x="782872" y="103184"/>
                  <a:pt x="786000" y="101396"/>
                  <a:pt x="791210" y="95738"/>
                </a:cubicBezTo>
                <a:lnTo>
                  <a:pt x="791210" y="91867"/>
                </a:lnTo>
                <a:moveTo>
                  <a:pt x="768131" y="83382"/>
                </a:moveTo>
                <a:cubicBezTo>
                  <a:pt x="768131" y="87848"/>
                  <a:pt x="767389" y="89486"/>
                  <a:pt x="764260" y="91272"/>
                </a:cubicBezTo>
                <a:cubicBezTo>
                  <a:pt x="760539" y="93355"/>
                  <a:pt x="756520" y="94548"/>
                  <a:pt x="753391" y="94548"/>
                </a:cubicBezTo>
                <a:cubicBezTo>
                  <a:pt x="748182" y="94548"/>
                  <a:pt x="744013" y="89486"/>
                  <a:pt x="744013" y="83082"/>
                </a:cubicBezTo>
                <a:lnTo>
                  <a:pt x="744013" y="82486"/>
                </a:lnTo>
                <a:cubicBezTo>
                  <a:pt x="744160" y="73553"/>
                  <a:pt x="750713" y="67896"/>
                  <a:pt x="768131" y="61792"/>
                </a:cubicBezTo>
                <a:lnTo>
                  <a:pt x="768131" y="83382"/>
                </a:lnTo>
                <a:close/>
                <a:moveTo>
                  <a:pt x="794188" y="101693"/>
                </a:moveTo>
                <a:lnTo>
                  <a:pt x="825754" y="101693"/>
                </a:lnTo>
                <a:lnTo>
                  <a:pt x="825754" y="99460"/>
                </a:lnTo>
                <a:cubicBezTo>
                  <a:pt x="818308" y="99015"/>
                  <a:pt x="815925" y="97079"/>
                  <a:pt x="815925" y="91719"/>
                </a:cubicBezTo>
                <a:lnTo>
                  <a:pt x="815925" y="49880"/>
                </a:lnTo>
                <a:cubicBezTo>
                  <a:pt x="823073" y="43180"/>
                  <a:pt x="826349" y="41392"/>
                  <a:pt x="831263" y="41392"/>
                </a:cubicBezTo>
                <a:cubicBezTo>
                  <a:pt x="838558" y="41392"/>
                  <a:pt x="842132" y="46009"/>
                  <a:pt x="842132" y="55835"/>
                </a:cubicBezTo>
                <a:lnTo>
                  <a:pt x="842132" y="86953"/>
                </a:lnTo>
                <a:cubicBezTo>
                  <a:pt x="841834" y="96631"/>
                  <a:pt x="840046" y="99015"/>
                  <a:pt x="832751" y="99460"/>
                </a:cubicBezTo>
                <a:lnTo>
                  <a:pt x="832751" y="101693"/>
                </a:lnTo>
                <a:lnTo>
                  <a:pt x="863722" y="101693"/>
                </a:lnTo>
                <a:lnTo>
                  <a:pt x="863722" y="99460"/>
                </a:lnTo>
                <a:cubicBezTo>
                  <a:pt x="856424" y="98717"/>
                  <a:pt x="854786" y="96929"/>
                  <a:pt x="854639" y="89634"/>
                </a:cubicBezTo>
                <a:lnTo>
                  <a:pt x="854639" y="55537"/>
                </a:lnTo>
                <a:cubicBezTo>
                  <a:pt x="854639" y="41542"/>
                  <a:pt x="848086" y="33204"/>
                  <a:pt x="837070" y="33204"/>
                </a:cubicBezTo>
                <a:cubicBezTo>
                  <a:pt x="830220" y="33204"/>
                  <a:pt x="825604" y="35735"/>
                  <a:pt x="815480" y="45263"/>
                </a:cubicBezTo>
                <a:lnTo>
                  <a:pt x="815480" y="33502"/>
                </a:lnTo>
                <a:lnTo>
                  <a:pt x="814437" y="33204"/>
                </a:lnTo>
                <a:cubicBezTo>
                  <a:pt x="806694" y="36033"/>
                  <a:pt x="801633" y="37671"/>
                  <a:pt x="793890" y="39904"/>
                </a:cubicBezTo>
                <a:lnTo>
                  <a:pt x="793890" y="42435"/>
                </a:lnTo>
                <a:cubicBezTo>
                  <a:pt x="794933" y="41990"/>
                  <a:pt x="796273" y="41840"/>
                  <a:pt x="797911" y="41840"/>
                </a:cubicBezTo>
                <a:cubicBezTo>
                  <a:pt x="802080" y="41840"/>
                  <a:pt x="803418" y="44073"/>
                  <a:pt x="803418" y="51368"/>
                </a:cubicBezTo>
                <a:lnTo>
                  <a:pt x="803418" y="88293"/>
                </a:lnTo>
                <a:cubicBezTo>
                  <a:pt x="803271" y="97079"/>
                  <a:pt x="801633" y="99015"/>
                  <a:pt x="794188" y="99460"/>
                </a:cubicBezTo>
                <a:lnTo>
                  <a:pt x="794188" y="101693"/>
                </a:lnTo>
                <a:close/>
                <a:moveTo>
                  <a:pt x="932060" y="91867"/>
                </a:moveTo>
                <a:cubicBezTo>
                  <a:pt x="929529" y="93953"/>
                  <a:pt x="927743" y="94696"/>
                  <a:pt x="925510" y="94696"/>
                </a:cubicBezTo>
                <a:cubicBezTo>
                  <a:pt x="922086" y="94696"/>
                  <a:pt x="921043" y="92612"/>
                  <a:pt x="921043" y="86060"/>
                </a:cubicBezTo>
                <a:lnTo>
                  <a:pt x="921043" y="57027"/>
                </a:lnTo>
                <a:cubicBezTo>
                  <a:pt x="921043" y="49285"/>
                  <a:pt x="920298" y="44966"/>
                  <a:pt x="918065" y="41392"/>
                </a:cubicBezTo>
                <a:cubicBezTo>
                  <a:pt x="914789" y="36033"/>
                  <a:pt x="908386" y="33204"/>
                  <a:pt x="899603" y="33204"/>
                </a:cubicBezTo>
                <a:cubicBezTo>
                  <a:pt x="885606" y="33204"/>
                  <a:pt x="874589" y="40499"/>
                  <a:pt x="874589" y="49880"/>
                </a:cubicBezTo>
                <a:cubicBezTo>
                  <a:pt x="874589" y="53304"/>
                  <a:pt x="877418" y="56282"/>
                  <a:pt x="880992" y="56282"/>
                </a:cubicBezTo>
                <a:cubicBezTo>
                  <a:pt x="884563" y="56282"/>
                  <a:pt x="887691" y="53304"/>
                  <a:pt x="887691" y="50028"/>
                </a:cubicBezTo>
                <a:cubicBezTo>
                  <a:pt x="887691" y="49432"/>
                  <a:pt x="887542" y="48689"/>
                  <a:pt x="887394" y="47647"/>
                </a:cubicBezTo>
                <a:cubicBezTo>
                  <a:pt x="887096" y="46306"/>
                  <a:pt x="886946" y="45116"/>
                  <a:pt x="886946" y="44073"/>
                </a:cubicBezTo>
                <a:cubicBezTo>
                  <a:pt x="886946" y="40054"/>
                  <a:pt x="891711" y="36778"/>
                  <a:pt x="897667" y="36778"/>
                </a:cubicBezTo>
                <a:cubicBezTo>
                  <a:pt x="904963" y="36778"/>
                  <a:pt x="908982" y="41094"/>
                  <a:pt x="908982" y="49135"/>
                </a:cubicBezTo>
                <a:lnTo>
                  <a:pt x="908982" y="58218"/>
                </a:lnTo>
                <a:cubicBezTo>
                  <a:pt x="886201" y="67301"/>
                  <a:pt x="883523" y="68639"/>
                  <a:pt x="877120" y="74298"/>
                </a:cubicBezTo>
                <a:cubicBezTo>
                  <a:pt x="873844" y="77277"/>
                  <a:pt x="871759" y="82339"/>
                  <a:pt x="871759" y="87251"/>
                </a:cubicBezTo>
                <a:cubicBezTo>
                  <a:pt x="871759" y="96631"/>
                  <a:pt x="878311" y="103184"/>
                  <a:pt x="887394" y="103184"/>
                </a:cubicBezTo>
                <a:cubicBezTo>
                  <a:pt x="893944" y="103184"/>
                  <a:pt x="900048" y="100057"/>
                  <a:pt x="909132" y="92315"/>
                </a:cubicBezTo>
                <a:cubicBezTo>
                  <a:pt x="909877" y="100205"/>
                  <a:pt x="912555" y="103184"/>
                  <a:pt x="918660" y="103184"/>
                </a:cubicBezTo>
                <a:cubicBezTo>
                  <a:pt x="923722" y="103184"/>
                  <a:pt x="926850" y="101396"/>
                  <a:pt x="932060" y="95738"/>
                </a:cubicBezTo>
                <a:lnTo>
                  <a:pt x="932060" y="91867"/>
                </a:lnTo>
                <a:moveTo>
                  <a:pt x="908982" y="83382"/>
                </a:moveTo>
                <a:cubicBezTo>
                  <a:pt x="908982" y="87848"/>
                  <a:pt x="908239" y="89486"/>
                  <a:pt x="905110" y="91272"/>
                </a:cubicBezTo>
                <a:cubicBezTo>
                  <a:pt x="901389" y="93355"/>
                  <a:pt x="897370" y="94548"/>
                  <a:pt x="894241" y="94548"/>
                </a:cubicBezTo>
                <a:cubicBezTo>
                  <a:pt x="889032" y="94548"/>
                  <a:pt x="884863" y="89486"/>
                  <a:pt x="884863" y="83082"/>
                </a:cubicBezTo>
                <a:lnTo>
                  <a:pt x="884863" y="82486"/>
                </a:lnTo>
                <a:cubicBezTo>
                  <a:pt x="885011" y="73553"/>
                  <a:pt x="891563" y="67896"/>
                  <a:pt x="908982" y="61792"/>
                </a:cubicBezTo>
                <a:lnTo>
                  <a:pt x="908982" y="83382"/>
                </a:lnTo>
                <a:close/>
                <a:moveTo>
                  <a:pt x="935485" y="101693"/>
                </a:moveTo>
                <a:lnTo>
                  <a:pt x="970623" y="101693"/>
                </a:lnTo>
                <a:lnTo>
                  <a:pt x="970623" y="99460"/>
                </a:lnTo>
                <a:cubicBezTo>
                  <a:pt x="961244" y="99015"/>
                  <a:pt x="959606" y="97524"/>
                  <a:pt x="959456" y="89186"/>
                </a:cubicBezTo>
                <a:lnTo>
                  <a:pt x="959456" y="298"/>
                </a:lnTo>
                <a:lnTo>
                  <a:pt x="958861" y="0"/>
                </a:lnTo>
                <a:cubicBezTo>
                  <a:pt x="951268" y="2383"/>
                  <a:pt x="945759" y="4021"/>
                  <a:pt x="935188" y="6552"/>
                </a:cubicBezTo>
                <a:lnTo>
                  <a:pt x="935188" y="8933"/>
                </a:lnTo>
                <a:lnTo>
                  <a:pt x="936081" y="8933"/>
                </a:lnTo>
                <a:cubicBezTo>
                  <a:pt x="937719" y="8785"/>
                  <a:pt x="939504" y="8636"/>
                  <a:pt x="940697" y="8636"/>
                </a:cubicBezTo>
                <a:cubicBezTo>
                  <a:pt x="945461" y="8636"/>
                  <a:pt x="946949" y="10721"/>
                  <a:pt x="946949" y="17719"/>
                </a:cubicBezTo>
                <a:lnTo>
                  <a:pt x="946949" y="88741"/>
                </a:lnTo>
                <a:cubicBezTo>
                  <a:pt x="946802" y="96781"/>
                  <a:pt x="944716" y="98865"/>
                  <a:pt x="935485" y="99460"/>
                </a:cubicBezTo>
                <a:lnTo>
                  <a:pt x="935485" y="101693"/>
                </a:lnTo>
                <a:close/>
                <a:moveTo>
                  <a:pt x="1044473" y="34692"/>
                </a:moveTo>
                <a:lnTo>
                  <a:pt x="1024374" y="34692"/>
                </a:lnTo>
                <a:lnTo>
                  <a:pt x="1024374" y="36925"/>
                </a:lnTo>
                <a:cubicBezTo>
                  <a:pt x="1029138" y="36925"/>
                  <a:pt x="1031521" y="38266"/>
                  <a:pt x="1031521" y="40649"/>
                </a:cubicBezTo>
                <a:cubicBezTo>
                  <a:pt x="1031521" y="41244"/>
                  <a:pt x="1031371" y="42137"/>
                  <a:pt x="1030924" y="43180"/>
                </a:cubicBezTo>
                <a:lnTo>
                  <a:pt x="1016481" y="84274"/>
                </a:lnTo>
                <a:lnTo>
                  <a:pt x="999360" y="46604"/>
                </a:lnTo>
                <a:cubicBezTo>
                  <a:pt x="998465" y="44520"/>
                  <a:pt x="997870" y="42435"/>
                  <a:pt x="997870" y="40947"/>
                </a:cubicBezTo>
                <a:cubicBezTo>
                  <a:pt x="997870" y="38266"/>
                  <a:pt x="1000103" y="37223"/>
                  <a:pt x="1006505" y="36925"/>
                </a:cubicBezTo>
                <a:lnTo>
                  <a:pt x="1006505" y="34692"/>
                </a:lnTo>
                <a:lnTo>
                  <a:pt x="975834" y="34692"/>
                </a:lnTo>
                <a:lnTo>
                  <a:pt x="975834" y="36778"/>
                </a:lnTo>
                <a:cubicBezTo>
                  <a:pt x="979706" y="37373"/>
                  <a:pt x="982236" y="39011"/>
                  <a:pt x="983427" y="41542"/>
                </a:cubicBezTo>
                <a:lnTo>
                  <a:pt x="1000400" y="78170"/>
                </a:lnTo>
                <a:cubicBezTo>
                  <a:pt x="1002188" y="82189"/>
                  <a:pt x="1002336" y="82339"/>
                  <a:pt x="1003081" y="83827"/>
                </a:cubicBezTo>
                <a:cubicBezTo>
                  <a:pt x="1007250" y="91272"/>
                  <a:pt x="1009633" y="96781"/>
                  <a:pt x="1009633" y="99015"/>
                </a:cubicBezTo>
                <a:cubicBezTo>
                  <a:pt x="1009633" y="101396"/>
                  <a:pt x="1006207" y="110479"/>
                  <a:pt x="1003677" y="115095"/>
                </a:cubicBezTo>
                <a:cubicBezTo>
                  <a:pt x="1001443" y="118817"/>
                  <a:pt x="998317" y="121645"/>
                  <a:pt x="996231" y="121645"/>
                </a:cubicBezTo>
                <a:cubicBezTo>
                  <a:pt x="995339" y="121645"/>
                  <a:pt x="993998" y="121347"/>
                  <a:pt x="992362" y="120605"/>
                </a:cubicBezTo>
                <a:cubicBezTo>
                  <a:pt x="989682" y="119562"/>
                  <a:pt x="987001" y="118967"/>
                  <a:pt x="984620" y="118967"/>
                </a:cubicBezTo>
                <a:cubicBezTo>
                  <a:pt x="981046" y="118967"/>
                  <a:pt x="978217" y="121795"/>
                  <a:pt x="978217" y="125516"/>
                </a:cubicBezTo>
                <a:cubicBezTo>
                  <a:pt x="978217" y="130431"/>
                  <a:pt x="982832" y="134152"/>
                  <a:pt x="989234" y="134152"/>
                </a:cubicBezTo>
                <a:cubicBezTo>
                  <a:pt x="999360" y="134152"/>
                  <a:pt x="1006207" y="125964"/>
                  <a:pt x="1014398" y="104374"/>
                </a:cubicBezTo>
                <a:lnTo>
                  <a:pt x="1037326" y="43625"/>
                </a:lnTo>
                <a:cubicBezTo>
                  <a:pt x="1039262" y="38861"/>
                  <a:pt x="1040900" y="37373"/>
                  <a:pt x="1044473" y="36925"/>
                </a:cubicBezTo>
                <a:lnTo>
                  <a:pt x="1044473" y="34692"/>
                </a:lnTo>
                <a:close/>
                <a:moveTo>
                  <a:pt x="1094501" y="54942"/>
                </a:moveTo>
                <a:lnTo>
                  <a:pt x="1093906" y="34544"/>
                </a:lnTo>
                <a:lnTo>
                  <a:pt x="1092268" y="34544"/>
                </a:lnTo>
                <a:cubicBezTo>
                  <a:pt x="1091525" y="35735"/>
                  <a:pt x="1090780" y="36183"/>
                  <a:pt x="1089887" y="36183"/>
                </a:cubicBezTo>
                <a:cubicBezTo>
                  <a:pt x="1088994" y="36183"/>
                  <a:pt x="1087503" y="35885"/>
                  <a:pt x="1085865" y="35140"/>
                </a:cubicBezTo>
                <a:cubicBezTo>
                  <a:pt x="1082442" y="33949"/>
                  <a:pt x="1079018" y="33204"/>
                  <a:pt x="1075444" y="33204"/>
                </a:cubicBezTo>
                <a:cubicBezTo>
                  <a:pt x="1063680" y="33204"/>
                  <a:pt x="1055195" y="40947"/>
                  <a:pt x="1055195" y="51666"/>
                </a:cubicBezTo>
                <a:cubicBezTo>
                  <a:pt x="1055195" y="60004"/>
                  <a:pt x="1059959" y="65960"/>
                  <a:pt x="1072616" y="73108"/>
                </a:cubicBezTo>
                <a:lnTo>
                  <a:pt x="1081251" y="78020"/>
                </a:lnTo>
                <a:cubicBezTo>
                  <a:pt x="1086461" y="80998"/>
                  <a:pt x="1088994" y="84572"/>
                  <a:pt x="1088994" y="89186"/>
                </a:cubicBezTo>
                <a:cubicBezTo>
                  <a:pt x="1088994" y="95738"/>
                  <a:pt x="1084227" y="99907"/>
                  <a:pt x="1076635" y="99907"/>
                </a:cubicBezTo>
                <a:cubicBezTo>
                  <a:pt x="1066361" y="99907"/>
                  <a:pt x="1061149" y="94250"/>
                  <a:pt x="1057725" y="79063"/>
                </a:cubicBezTo>
                <a:lnTo>
                  <a:pt x="1055342" y="79063"/>
                </a:lnTo>
                <a:lnTo>
                  <a:pt x="1055342" y="102291"/>
                </a:lnTo>
                <a:lnTo>
                  <a:pt x="1057278" y="102291"/>
                </a:lnTo>
                <a:cubicBezTo>
                  <a:pt x="1058321" y="100800"/>
                  <a:pt x="1058916" y="100503"/>
                  <a:pt x="1060704" y="100503"/>
                </a:cubicBezTo>
                <a:cubicBezTo>
                  <a:pt x="1062342" y="100503"/>
                  <a:pt x="1064128" y="100800"/>
                  <a:pt x="1067552" y="101693"/>
                </a:cubicBezTo>
                <a:cubicBezTo>
                  <a:pt x="1071573" y="102588"/>
                  <a:pt x="1075444" y="103184"/>
                  <a:pt x="1078420" y="103184"/>
                </a:cubicBezTo>
                <a:cubicBezTo>
                  <a:pt x="1090034" y="103184"/>
                  <a:pt x="1099415" y="94548"/>
                  <a:pt x="1099415" y="84124"/>
                </a:cubicBezTo>
                <a:cubicBezTo>
                  <a:pt x="1099415" y="76679"/>
                  <a:pt x="1095841" y="71768"/>
                  <a:pt x="1086908" y="66406"/>
                </a:cubicBezTo>
                <a:lnTo>
                  <a:pt x="1070828" y="56877"/>
                </a:lnTo>
                <a:cubicBezTo>
                  <a:pt x="1066659" y="54346"/>
                  <a:pt x="1064425" y="50773"/>
                  <a:pt x="1064425" y="46754"/>
                </a:cubicBezTo>
                <a:cubicBezTo>
                  <a:pt x="1064425" y="40649"/>
                  <a:pt x="1069042" y="36628"/>
                  <a:pt x="1075889" y="36628"/>
                </a:cubicBezTo>
                <a:cubicBezTo>
                  <a:pt x="1084377" y="36628"/>
                  <a:pt x="1088844" y="41542"/>
                  <a:pt x="1092268" y="54942"/>
                </a:cubicBezTo>
                <a:lnTo>
                  <a:pt x="1094501" y="54942"/>
                </a:lnTo>
                <a:close/>
                <a:moveTo>
                  <a:pt x="1107902" y="101693"/>
                </a:moveTo>
                <a:lnTo>
                  <a:pt x="1143189" y="101693"/>
                </a:lnTo>
                <a:lnTo>
                  <a:pt x="1143189" y="99460"/>
                </a:lnTo>
                <a:cubicBezTo>
                  <a:pt x="1133363" y="98717"/>
                  <a:pt x="1132320" y="97377"/>
                  <a:pt x="1132170" y="86508"/>
                </a:cubicBezTo>
                <a:lnTo>
                  <a:pt x="1132170" y="33649"/>
                </a:lnTo>
                <a:lnTo>
                  <a:pt x="1131575" y="33204"/>
                </a:lnTo>
                <a:lnTo>
                  <a:pt x="1108497" y="41392"/>
                </a:lnTo>
                <a:lnTo>
                  <a:pt x="1108497" y="43625"/>
                </a:lnTo>
                <a:lnTo>
                  <a:pt x="1109690" y="43478"/>
                </a:lnTo>
                <a:cubicBezTo>
                  <a:pt x="1111475" y="43180"/>
                  <a:pt x="1113261" y="43030"/>
                  <a:pt x="1114752" y="43030"/>
                </a:cubicBezTo>
                <a:cubicBezTo>
                  <a:pt x="1118325" y="43030"/>
                  <a:pt x="1119663" y="45413"/>
                  <a:pt x="1119663" y="51963"/>
                </a:cubicBezTo>
                <a:lnTo>
                  <a:pt x="1119663" y="86508"/>
                </a:lnTo>
                <a:cubicBezTo>
                  <a:pt x="1119366" y="97524"/>
                  <a:pt x="1118028" y="99015"/>
                  <a:pt x="1107902" y="99460"/>
                </a:cubicBezTo>
                <a:lnTo>
                  <a:pt x="1107902" y="101693"/>
                </a:lnTo>
                <a:moveTo>
                  <a:pt x="1124578" y="0"/>
                </a:moveTo>
                <a:cubicBezTo>
                  <a:pt x="1120559" y="0"/>
                  <a:pt x="1117133" y="3426"/>
                  <a:pt x="1117133" y="7595"/>
                </a:cubicBezTo>
                <a:cubicBezTo>
                  <a:pt x="1117133" y="11912"/>
                  <a:pt x="1120409" y="15188"/>
                  <a:pt x="1124578" y="15188"/>
                </a:cubicBezTo>
                <a:cubicBezTo>
                  <a:pt x="1129044" y="15188"/>
                  <a:pt x="1132320" y="11912"/>
                  <a:pt x="1132320" y="7595"/>
                </a:cubicBezTo>
                <a:cubicBezTo>
                  <a:pt x="1132320" y="3276"/>
                  <a:pt x="1128897" y="0"/>
                  <a:pt x="1124578" y="0"/>
                </a:cubicBezTo>
                <a:close/>
                <a:moveTo>
                  <a:pt x="1193812" y="54942"/>
                </a:moveTo>
                <a:lnTo>
                  <a:pt x="1193216" y="34544"/>
                </a:lnTo>
                <a:lnTo>
                  <a:pt x="1191578" y="34544"/>
                </a:lnTo>
                <a:cubicBezTo>
                  <a:pt x="1190835" y="35735"/>
                  <a:pt x="1190090" y="36183"/>
                  <a:pt x="1189197" y="36183"/>
                </a:cubicBezTo>
                <a:cubicBezTo>
                  <a:pt x="1188305" y="36183"/>
                  <a:pt x="1186814" y="35885"/>
                  <a:pt x="1185176" y="35140"/>
                </a:cubicBezTo>
                <a:cubicBezTo>
                  <a:pt x="1181752" y="33949"/>
                  <a:pt x="1178329" y="33204"/>
                  <a:pt x="1174755" y="33204"/>
                </a:cubicBezTo>
                <a:cubicBezTo>
                  <a:pt x="1162991" y="33204"/>
                  <a:pt x="1154505" y="40947"/>
                  <a:pt x="1154505" y="51666"/>
                </a:cubicBezTo>
                <a:cubicBezTo>
                  <a:pt x="1154505" y="60004"/>
                  <a:pt x="1159269" y="65960"/>
                  <a:pt x="1171926" y="73108"/>
                </a:cubicBezTo>
                <a:lnTo>
                  <a:pt x="1180562" y="78020"/>
                </a:lnTo>
                <a:cubicBezTo>
                  <a:pt x="1185771" y="80998"/>
                  <a:pt x="1188305" y="84572"/>
                  <a:pt x="1188305" y="89186"/>
                </a:cubicBezTo>
                <a:cubicBezTo>
                  <a:pt x="1188305" y="95738"/>
                  <a:pt x="1183538" y="99907"/>
                  <a:pt x="1175945" y="99907"/>
                </a:cubicBezTo>
                <a:cubicBezTo>
                  <a:pt x="1165672" y="99907"/>
                  <a:pt x="1160460" y="94250"/>
                  <a:pt x="1157036" y="79063"/>
                </a:cubicBezTo>
                <a:lnTo>
                  <a:pt x="1154653" y="79063"/>
                </a:lnTo>
                <a:lnTo>
                  <a:pt x="1154653" y="102291"/>
                </a:lnTo>
                <a:lnTo>
                  <a:pt x="1156589" y="102291"/>
                </a:lnTo>
                <a:cubicBezTo>
                  <a:pt x="1157631" y="100800"/>
                  <a:pt x="1158227" y="100503"/>
                  <a:pt x="1160015" y="100503"/>
                </a:cubicBezTo>
                <a:cubicBezTo>
                  <a:pt x="1161653" y="100503"/>
                  <a:pt x="1163438" y="100800"/>
                  <a:pt x="1166862" y="101693"/>
                </a:cubicBezTo>
                <a:cubicBezTo>
                  <a:pt x="1170883" y="102588"/>
                  <a:pt x="1174755" y="103184"/>
                  <a:pt x="1177731" y="103184"/>
                </a:cubicBezTo>
                <a:cubicBezTo>
                  <a:pt x="1189345" y="103184"/>
                  <a:pt x="1198726" y="94548"/>
                  <a:pt x="1198726" y="84124"/>
                </a:cubicBezTo>
                <a:cubicBezTo>
                  <a:pt x="1198726" y="76679"/>
                  <a:pt x="1195152" y="71768"/>
                  <a:pt x="1186219" y="66406"/>
                </a:cubicBezTo>
                <a:lnTo>
                  <a:pt x="1170138" y="56877"/>
                </a:lnTo>
                <a:cubicBezTo>
                  <a:pt x="1165969" y="54346"/>
                  <a:pt x="1163736" y="50773"/>
                  <a:pt x="1163736" y="46754"/>
                </a:cubicBezTo>
                <a:cubicBezTo>
                  <a:pt x="1163736" y="40649"/>
                  <a:pt x="1168353" y="36628"/>
                  <a:pt x="1175200" y="36628"/>
                </a:cubicBezTo>
                <a:cubicBezTo>
                  <a:pt x="1183688" y="36628"/>
                  <a:pt x="1188155" y="41542"/>
                  <a:pt x="1191578" y="54942"/>
                </a:cubicBezTo>
                <a:lnTo>
                  <a:pt x="1193812" y="54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(Manual)">
            <a:extLst xmlns:a="http://schemas.openxmlformats.org/drawingml/2006/main">
              <a:ext uri="{FF2B5EF4-FFF2-40B4-BE49-F238E27FC236}">
                <a16:creationId xmlns:a16="http://schemas.microsoft.com/office/drawing/2014/main" id="{84CC9B03-2BF1-4711-824F-3953E4DF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807" y="1577983"/>
            <a:ext cx="539881" cy="128047"/>
          </a:xfrm>
          <a:custGeom xmlns:a="http://schemas.openxmlformats.org/drawingml/2006/main">
            <a:pathLst>
              <a:path w="539881" h="128047">
                <a:moveTo>
                  <a:pt x="36778" y="1043"/>
                </a:moveTo>
                <a:cubicBezTo>
                  <a:pt x="25759" y="8338"/>
                  <a:pt x="21292" y="12062"/>
                  <a:pt x="15783" y="18909"/>
                </a:cubicBezTo>
                <a:cubicBezTo>
                  <a:pt x="5212" y="31864"/>
                  <a:pt x="0" y="46754"/>
                  <a:pt x="0" y="64172"/>
                </a:cubicBezTo>
                <a:cubicBezTo>
                  <a:pt x="0" y="83232"/>
                  <a:pt x="5509" y="97674"/>
                  <a:pt x="18612" y="112862"/>
                </a:cubicBezTo>
                <a:cubicBezTo>
                  <a:pt x="24716" y="120007"/>
                  <a:pt x="28587" y="123283"/>
                  <a:pt x="36330" y="128047"/>
                </a:cubicBezTo>
                <a:lnTo>
                  <a:pt x="38116" y="125666"/>
                </a:lnTo>
                <a:cubicBezTo>
                  <a:pt x="26207" y="116286"/>
                  <a:pt x="22038" y="110926"/>
                  <a:pt x="18016" y="99907"/>
                </a:cubicBezTo>
                <a:cubicBezTo>
                  <a:pt x="14443" y="89931"/>
                  <a:pt x="12805" y="78765"/>
                  <a:pt x="12805" y="63727"/>
                </a:cubicBezTo>
                <a:cubicBezTo>
                  <a:pt x="12805" y="48092"/>
                  <a:pt x="14740" y="35735"/>
                  <a:pt x="18761" y="26652"/>
                </a:cubicBezTo>
                <a:cubicBezTo>
                  <a:pt x="22930" y="17421"/>
                  <a:pt x="27397" y="12062"/>
                  <a:pt x="38116" y="3426"/>
                </a:cubicBezTo>
                <a:lnTo>
                  <a:pt x="36778" y="1043"/>
                </a:lnTo>
                <a:close/>
                <a:moveTo>
                  <a:pt x="170929" y="3128"/>
                </a:moveTo>
                <a:lnTo>
                  <a:pt x="141298" y="3128"/>
                </a:lnTo>
                <a:lnTo>
                  <a:pt x="108394" y="78317"/>
                </a:lnTo>
                <a:lnTo>
                  <a:pt x="74000" y="3128"/>
                </a:lnTo>
                <a:lnTo>
                  <a:pt x="44519" y="3128"/>
                </a:lnTo>
                <a:lnTo>
                  <a:pt x="44519" y="5957"/>
                </a:lnTo>
                <a:cubicBezTo>
                  <a:pt x="56728" y="6552"/>
                  <a:pt x="58367" y="8190"/>
                  <a:pt x="58664" y="19357"/>
                </a:cubicBezTo>
                <a:lnTo>
                  <a:pt x="58664" y="79808"/>
                </a:lnTo>
                <a:cubicBezTo>
                  <a:pt x="58367" y="95591"/>
                  <a:pt x="56431" y="98122"/>
                  <a:pt x="44222" y="98865"/>
                </a:cubicBezTo>
                <a:lnTo>
                  <a:pt x="44222" y="101693"/>
                </a:lnTo>
                <a:lnTo>
                  <a:pt x="79211" y="101693"/>
                </a:lnTo>
                <a:lnTo>
                  <a:pt x="79211" y="98865"/>
                </a:lnTo>
                <a:cubicBezTo>
                  <a:pt x="67747" y="98269"/>
                  <a:pt x="65514" y="95143"/>
                  <a:pt x="65216" y="79808"/>
                </a:cubicBezTo>
                <a:lnTo>
                  <a:pt x="65216" y="19804"/>
                </a:lnTo>
                <a:lnTo>
                  <a:pt x="102587" y="101693"/>
                </a:lnTo>
                <a:lnTo>
                  <a:pt x="104673" y="101693"/>
                </a:lnTo>
                <a:lnTo>
                  <a:pt x="142789" y="16378"/>
                </a:lnTo>
                <a:lnTo>
                  <a:pt x="142789" y="83827"/>
                </a:lnTo>
                <a:cubicBezTo>
                  <a:pt x="142639" y="96484"/>
                  <a:pt x="141001" y="98122"/>
                  <a:pt x="129239" y="98865"/>
                </a:cubicBezTo>
                <a:lnTo>
                  <a:pt x="129239" y="101693"/>
                </a:lnTo>
                <a:lnTo>
                  <a:pt x="170929" y="101693"/>
                </a:lnTo>
                <a:lnTo>
                  <a:pt x="170929" y="98865"/>
                </a:lnTo>
                <a:cubicBezTo>
                  <a:pt x="160210" y="98269"/>
                  <a:pt x="158274" y="96186"/>
                  <a:pt x="157976" y="85465"/>
                </a:cubicBezTo>
                <a:lnTo>
                  <a:pt x="157976" y="19357"/>
                </a:lnTo>
                <a:cubicBezTo>
                  <a:pt x="158274" y="8636"/>
                  <a:pt x="160060" y="6700"/>
                  <a:pt x="170929" y="5957"/>
                </a:cubicBezTo>
                <a:lnTo>
                  <a:pt x="170929" y="3128"/>
                </a:lnTo>
                <a:close/>
                <a:moveTo>
                  <a:pt x="240014" y="91867"/>
                </a:moveTo>
                <a:cubicBezTo>
                  <a:pt x="237483" y="93953"/>
                  <a:pt x="235698" y="94696"/>
                  <a:pt x="233464" y="94696"/>
                </a:cubicBezTo>
                <a:cubicBezTo>
                  <a:pt x="230041" y="94696"/>
                  <a:pt x="228998" y="92612"/>
                  <a:pt x="228998" y="86060"/>
                </a:cubicBezTo>
                <a:lnTo>
                  <a:pt x="228998" y="57027"/>
                </a:lnTo>
                <a:cubicBezTo>
                  <a:pt x="228998" y="49285"/>
                  <a:pt x="228253" y="44966"/>
                  <a:pt x="226019" y="41392"/>
                </a:cubicBezTo>
                <a:cubicBezTo>
                  <a:pt x="222743" y="36033"/>
                  <a:pt x="216341" y="33204"/>
                  <a:pt x="207558" y="33204"/>
                </a:cubicBezTo>
                <a:cubicBezTo>
                  <a:pt x="193561" y="33204"/>
                  <a:pt x="182544" y="40499"/>
                  <a:pt x="182544" y="49880"/>
                </a:cubicBezTo>
                <a:cubicBezTo>
                  <a:pt x="182544" y="53304"/>
                  <a:pt x="185373" y="56282"/>
                  <a:pt x="188946" y="56282"/>
                </a:cubicBezTo>
                <a:cubicBezTo>
                  <a:pt x="192518" y="56282"/>
                  <a:pt x="195646" y="53304"/>
                  <a:pt x="195646" y="50028"/>
                </a:cubicBezTo>
                <a:cubicBezTo>
                  <a:pt x="195646" y="49432"/>
                  <a:pt x="195496" y="48689"/>
                  <a:pt x="195349" y="47647"/>
                </a:cubicBezTo>
                <a:cubicBezTo>
                  <a:pt x="195051" y="46306"/>
                  <a:pt x="194901" y="45116"/>
                  <a:pt x="194901" y="44073"/>
                </a:cubicBezTo>
                <a:cubicBezTo>
                  <a:pt x="194901" y="40054"/>
                  <a:pt x="199665" y="36778"/>
                  <a:pt x="205622" y="36778"/>
                </a:cubicBezTo>
                <a:cubicBezTo>
                  <a:pt x="212917" y="36778"/>
                  <a:pt x="216936" y="41094"/>
                  <a:pt x="216936" y="49135"/>
                </a:cubicBezTo>
                <a:lnTo>
                  <a:pt x="216936" y="58218"/>
                </a:lnTo>
                <a:cubicBezTo>
                  <a:pt x="194156" y="67301"/>
                  <a:pt x="191477" y="68639"/>
                  <a:pt x="185075" y="74298"/>
                </a:cubicBezTo>
                <a:cubicBezTo>
                  <a:pt x="181799" y="77277"/>
                  <a:pt x="179713" y="82339"/>
                  <a:pt x="179713" y="87251"/>
                </a:cubicBezTo>
                <a:cubicBezTo>
                  <a:pt x="179713" y="96631"/>
                  <a:pt x="186265" y="103184"/>
                  <a:pt x="195349" y="103184"/>
                </a:cubicBezTo>
                <a:cubicBezTo>
                  <a:pt x="201898" y="103184"/>
                  <a:pt x="208003" y="100057"/>
                  <a:pt x="217086" y="92315"/>
                </a:cubicBezTo>
                <a:cubicBezTo>
                  <a:pt x="217831" y="100205"/>
                  <a:pt x="220510" y="103184"/>
                  <a:pt x="226615" y="103184"/>
                </a:cubicBezTo>
                <a:cubicBezTo>
                  <a:pt x="231676" y="103184"/>
                  <a:pt x="234805" y="101396"/>
                  <a:pt x="240014" y="95738"/>
                </a:cubicBezTo>
                <a:lnTo>
                  <a:pt x="240014" y="91867"/>
                </a:lnTo>
                <a:moveTo>
                  <a:pt x="216936" y="83382"/>
                </a:moveTo>
                <a:cubicBezTo>
                  <a:pt x="216936" y="87848"/>
                  <a:pt x="216193" y="89486"/>
                  <a:pt x="213065" y="91272"/>
                </a:cubicBezTo>
                <a:cubicBezTo>
                  <a:pt x="209343" y="93355"/>
                  <a:pt x="205324" y="94548"/>
                  <a:pt x="202196" y="94548"/>
                </a:cubicBezTo>
                <a:cubicBezTo>
                  <a:pt x="196987" y="94548"/>
                  <a:pt x="192818" y="89486"/>
                  <a:pt x="192818" y="83082"/>
                </a:cubicBezTo>
                <a:lnTo>
                  <a:pt x="192818" y="82486"/>
                </a:lnTo>
                <a:cubicBezTo>
                  <a:pt x="192965" y="73553"/>
                  <a:pt x="199517" y="67896"/>
                  <a:pt x="216936" y="61792"/>
                </a:cubicBezTo>
                <a:lnTo>
                  <a:pt x="216936" y="83382"/>
                </a:lnTo>
                <a:close/>
                <a:moveTo>
                  <a:pt x="242992" y="101693"/>
                </a:moveTo>
                <a:lnTo>
                  <a:pt x="274558" y="101693"/>
                </a:lnTo>
                <a:lnTo>
                  <a:pt x="274558" y="99460"/>
                </a:lnTo>
                <a:cubicBezTo>
                  <a:pt x="267113" y="99015"/>
                  <a:pt x="264730" y="97079"/>
                  <a:pt x="264730" y="91719"/>
                </a:cubicBezTo>
                <a:lnTo>
                  <a:pt x="264730" y="49880"/>
                </a:lnTo>
                <a:cubicBezTo>
                  <a:pt x="271877" y="43180"/>
                  <a:pt x="275153" y="41392"/>
                  <a:pt x="280067" y="41392"/>
                </a:cubicBezTo>
                <a:cubicBezTo>
                  <a:pt x="287363" y="41392"/>
                  <a:pt x="290936" y="46009"/>
                  <a:pt x="290936" y="55835"/>
                </a:cubicBezTo>
                <a:lnTo>
                  <a:pt x="290936" y="86953"/>
                </a:lnTo>
                <a:cubicBezTo>
                  <a:pt x="290639" y="96631"/>
                  <a:pt x="288851" y="99015"/>
                  <a:pt x="281556" y="99460"/>
                </a:cubicBezTo>
                <a:lnTo>
                  <a:pt x="281556" y="101693"/>
                </a:lnTo>
                <a:lnTo>
                  <a:pt x="312526" y="101693"/>
                </a:lnTo>
                <a:lnTo>
                  <a:pt x="312526" y="99460"/>
                </a:lnTo>
                <a:cubicBezTo>
                  <a:pt x="305229" y="98717"/>
                  <a:pt x="303591" y="96929"/>
                  <a:pt x="303443" y="89634"/>
                </a:cubicBezTo>
                <a:lnTo>
                  <a:pt x="303443" y="55537"/>
                </a:lnTo>
                <a:cubicBezTo>
                  <a:pt x="303443" y="41542"/>
                  <a:pt x="296891" y="33204"/>
                  <a:pt x="285874" y="33204"/>
                </a:cubicBezTo>
                <a:cubicBezTo>
                  <a:pt x="279025" y="33204"/>
                  <a:pt x="274408" y="35735"/>
                  <a:pt x="264284" y="45263"/>
                </a:cubicBezTo>
                <a:lnTo>
                  <a:pt x="264284" y="33502"/>
                </a:lnTo>
                <a:lnTo>
                  <a:pt x="263242" y="33204"/>
                </a:lnTo>
                <a:cubicBezTo>
                  <a:pt x="255499" y="36033"/>
                  <a:pt x="250437" y="37671"/>
                  <a:pt x="242694" y="39904"/>
                </a:cubicBezTo>
                <a:lnTo>
                  <a:pt x="242694" y="42435"/>
                </a:lnTo>
                <a:cubicBezTo>
                  <a:pt x="243737" y="41990"/>
                  <a:pt x="245078" y="41840"/>
                  <a:pt x="246716" y="41840"/>
                </a:cubicBezTo>
                <a:cubicBezTo>
                  <a:pt x="250885" y="41840"/>
                  <a:pt x="252223" y="44073"/>
                  <a:pt x="252223" y="51368"/>
                </a:cubicBezTo>
                <a:lnTo>
                  <a:pt x="252223" y="88293"/>
                </a:lnTo>
                <a:cubicBezTo>
                  <a:pt x="252075" y="97079"/>
                  <a:pt x="250437" y="99015"/>
                  <a:pt x="242992" y="99460"/>
                </a:cubicBezTo>
                <a:lnTo>
                  <a:pt x="242992" y="101693"/>
                </a:lnTo>
                <a:close/>
                <a:moveTo>
                  <a:pt x="386375" y="94250"/>
                </a:moveTo>
                <a:lnTo>
                  <a:pt x="385632" y="94250"/>
                </a:lnTo>
                <a:cubicBezTo>
                  <a:pt x="378334" y="93953"/>
                  <a:pt x="377294" y="92760"/>
                  <a:pt x="377144" y="85762"/>
                </a:cubicBezTo>
                <a:lnTo>
                  <a:pt x="377144" y="34692"/>
                </a:lnTo>
                <a:lnTo>
                  <a:pt x="353618" y="34692"/>
                </a:lnTo>
                <a:lnTo>
                  <a:pt x="353618" y="37223"/>
                </a:lnTo>
                <a:cubicBezTo>
                  <a:pt x="362851" y="37671"/>
                  <a:pt x="364637" y="39159"/>
                  <a:pt x="364637" y="46604"/>
                </a:cubicBezTo>
                <a:lnTo>
                  <a:pt x="364637" y="81594"/>
                </a:lnTo>
                <a:cubicBezTo>
                  <a:pt x="364637" y="85762"/>
                  <a:pt x="363892" y="87848"/>
                  <a:pt x="361809" y="89486"/>
                </a:cubicBezTo>
                <a:cubicBezTo>
                  <a:pt x="357787" y="92760"/>
                  <a:pt x="353173" y="94548"/>
                  <a:pt x="348706" y="94548"/>
                </a:cubicBezTo>
                <a:cubicBezTo>
                  <a:pt x="342899" y="94548"/>
                  <a:pt x="338135" y="89486"/>
                  <a:pt x="338135" y="83232"/>
                </a:cubicBezTo>
                <a:lnTo>
                  <a:pt x="338135" y="34692"/>
                </a:lnTo>
                <a:lnTo>
                  <a:pt x="316395" y="34692"/>
                </a:lnTo>
                <a:lnTo>
                  <a:pt x="316395" y="36778"/>
                </a:lnTo>
                <a:cubicBezTo>
                  <a:pt x="323395" y="37075"/>
                  <a:pt x="325478" y="39159"/>
                  <a:pt x="325628" y="46306"/>
                </a:cubicBezTo>
                <a:lnTo>
                  <a:pt x="325628" y="83827"/>
                </a:lnTo>
                <a:cubicBezTo>
                  <a:pt x="325628" y="95591"/>
                  <a:pt x="332773" y="103184"/>
                  <a:pt x="343642" y="103184"/>
                </a:cubicBezTo>
                <a:cubicBezTo>
                  <a:pt x="349152" y="103184"/>
                  <a:pt x="354959" y="100800"/>
                  <a:pt x="358980" y="96781"/>
                </a:cubicBezTo>
                <a:lnTo>
                  <a:pt x="365382" y="90379"/>
                </a:lnTo>
                <a:lnTo>
                  <a:pt x="365382" y="102736"/>
                </a:lnTo>
                <a:lnTo>
                  <a:pt x="365978" y="103034"/>
                </a:lnTo>
                <a:cubicBezTo>
                  <a:pt x="373423" y="100057"/>
                  <a:pt x="378782" y="98419"/>
                  <a:pt x="386375" y="96334"/>
                </a:cubicBezTo>
                <a:lnTo>
                  <a:pt x="386375" y="94250"/>
                </a:lnTo>
                <a:close/>
                <a:moveTo>
                  <a:pt x="455758" y="91867"/>
                </a:moveTo>
                <a:cubicBezTo>
                  <a:pt x="453227" y="93953"/>
                  <a:pt x="451441" y="94696"/>
                  <a:pt x="449208" y="94696"/>
                </a:cubicBezTo>
                <a:cubicBezTo>
                  <a:pt x="445784" y="94696"/>
                  <a:pt x="444741" y="92612"/>
                  <a:pt x="444741" y="86060"/>
                </a:cubicBezTo>
                <a:lnTo>
                  <a:pt x="444741" y="57027"/>
                </a:lnTo>
                <a:cubicBezTo>
                  <a:pt x="444741" y="49285"/>
                  <a:pt x="443996" y="44966"/>
                  <a:pt x="441763" y="41392"/>
                </a:cubicBezTo>
                <a:cubicBezTo>
                  <a:pt x="438487" y="36033"/>
                  <a:pt x="432085" y="33204"/>
                  <a:pt x="423301" y="33204"/>
                </a:cubicBezTo>
                <a:cubicBezTo>
                  <a:pt x="409304" y="33204"/>
                  <a:pt x="398288" y="40499"/>
                  <a:pt x="398288" y="49880"/>
                </a:cubicBezTo>
                <a:cubicBezTo>
                  <a:pt x="398288" y="53304"/>
                  <a:pt x="401116" y="56282"/>
                  <a:pt x="404690" y="56282"/>
                </a:cubicBezTo>
                <a:cubicBezTo>
                  <a:pt x="408261" y="56282"/>
                  <a:pt x="411390" y="53304"/>
                  <a:pt x="411390" y="50028"/>
                </a:cubicBezTo>
                <a:cubicBezTo>
                  <a:pt x="411390" y="49432"/>
                  <a:pt x="411240" y="48689"/>
                  <a:pt x="411092" y="47647"/>
                </a:cubicBezTo>
                <a:cubicBezTo>
                  <a:pt x="410794" y="46306"/>
                  <a:pt x="410644" y="45116"/>
                  <a:pt x="410644" y="44073"/>
                </a:cubicBezTo>
                <a:cubicBezTo>
                  <a:pt x="410644" y="40054"/>
                  <a:pt x="415409" y="36778"/>
                  <a:pt x="421366" y="36778"/>
                </a:cubicBezTo>
                <a:cubicBezTo>
                  <a:pt x="428661" y="36778"/>
                  <a:pt x="432680" y="41094"/>
                  <a:pt x="432680" y="49135"/>
                </a:cubicBezTo>
                <a:lnTo>
                  <a:pt x="432680" y="58218"/>
                </a:lnTo>
                <a:cubicBezTo>
                  <a:pt x="409899" y="67301"/>
                  <a:pt x="407221" y="68639"/>
                  <a:pt x="400818" y="74298"/>
                </a:cubicBezTo>
                <a:cubicBezTo>
                  <a:pt x="397542" y="77277"/>
                  <a:pt x="395457" y="82339"/>
                  <a:pt x="395457" y="87251"/>
                </a:cubicBezTo>
                <a:cubicBezTo>
                  <a:pt x="395457" y="96631"/>
                  <a:pt x="402009" y="103184"/>
                  <a:pt x="411092" y="103184"/>
                </a:cubicBezTo>
                <a:cubicBezTo>
                  <a:pt x="417642" y="103184"/>
                  <a:pt x="423747" y="100057"/>
                  <a:pt x="432830" y="92315"/>
                </a:cubicBezTo>
                <a:cubicBezTo>
                  <a:pt x="433575" y="100205"/>
                  <a:pt x="436253" y="103184"/>
                  <a:pt x="442358" y="103184"/>
                </a:cubicBezTo>
                <a:cubicBezTo>
                  <a:pt x="447420" y="103184"/>
                  <a:pt x="450548" y="101396"/>
                  <a:pt x="455758" y="95738"/>
                </a:cubicBezTo>
                <a:lnTo>
                  <a:pt x="455758" y="91867"/>
                </a:lnTo>
                <a:moveTo>
                  <a:pt x="432680" y="83382"/>
                </a:moveTo>
                <a:cubicBezTo>
                  <a:pt x="432680" y="87848"/>
                  <a:pt x="431937" y="89486"/>
                  <a:pt x="428808" y="91272"/>
                </a:cubicBezTo>
                <a:cubicBezTo>
                  <a:pt x="425087" y="93355"/>
                  <a:pt x="421068" y="94548"/>
                  <a:pt x="417940" y="94548"/>
                </a:cubicBezTo>
                <a:cubicBezTo>
                  <a:pt x="412730" y="94548"/>
                  <a:pt x="408561" y="89486"/>
                  <a:pt x="408561" y="83082"/>
                </a:cubicBezTo>
                <a:lnTo>
                  <a:pt x="408561" y="82486"/>
                </a:lnTo>
                <a:cubicBezTo>
                  <a:pt x="408709" y="73553"/>
                  <a:pt x="415261" y="67896"/>
                  <a:pt x="432680" y="61792"/>
                </a:cubicBezTo>
                <a:lnTo>
                  <a:pt x="432680" y="83382"/>
                </a:lnTo>
                <a:close/>
                <a:moveTo>
                  <a:pt x="459182" y="101693"/>
                </a:moveTo>
                <a:lnTo>
                  <a:pt x="494320" y="101693"/>
                </a:lnTo>
                <a:lnTo>
                  <a:pt x="494320" y="99460"/>
                </a:lnTo>
                <a:cubicBezTo>
                  <a:pt x="484941" y="99015"/>
                  <a:pt x="483303" y="97524"/>
                  <a:pt x="483153" y="89186"/>
                </a:cubicBezTo>
                <a:lnTo>
                  <a:pt x="483153" y="298"/>
                </a:lnTo>
                <a:lnTo>
                  <a:pt x="482558" y="0"/>
                </a:lnTo>
                <a:cubicBezTo>
                  <a:pt x="474965" y="2383"/>
                  <a:pt x="469456" y="4021"/>
                  <a:pt x="458885" y="6552"/>
                </a:cubicBezTo>
                <a:lnTo>
                  <a:pt x="458885" y="8933"/>
                </a:lnTo>
                <a:lnTo>
                  <a:pt x="459778" y="8933"/>
                </a:lnTo>
                <a:cubicBezTo>
                  <a:pt x="461416" y="8785"/>
                  <a:pt x="463201" y="8636"/>
                  <a:pt x="464394" y="8636"/>
                </a:cubicBezTo>
                <a:cubicBezTo>
                  <a:pt x="469158" y="8636"/>
                  <a:pt x="470646" y="10721"/>
                  <a:pt x="470646" y="17719"/>
                </a:cubicBezTo>
                <a:lnTo>
                  <a:pt x="470646" y="88741"/>
                </a:lnTo>
                <a:cubicBezTo>
                  <a:pt x="470499" y="96781"/>
                  <a:pt x="468413" y="98865"/>
                  <a:pt x="459182" y="99460"/>
                </a:cubicBezTo>
                <a:lnTo>
                  <a:pt x="459182" y="101693"/>
                </a:lnTo>
                <a:close/>
                <a:moveTo>
                  <a:pt x="503106" y="128047"/>
                </a:moveTo>
                <a:cubicBezTo>
                  <a:pt x="514124" y="120752"/>
                  <a:pt x="518591" y="117031"/>
                  <a:pt x="524098" y="110181"/>
                </a:cubicBezTo>
                <a:cubicBezTo>
                  <a:pt x="534672" y="97227"/>
                  <a:pt x="539881" y="82339"/>
                  <a:pt x="539881" y="64918"/>
                </a:cubicBezTo>
                <a:cubicBezTo>
                  <a:pt x="539881" y="45859"/>
                  <a:pt x="534372" y="31416"/>
                  <a:pt x="521269" y="16231"/>
                </a:cubicBezTo>
                <a:cubicBezTo>
                  <a:pt x="515165" y="9083"/>
                  <a:pt x="511294" y="5807"/>
                  <a:pt x="503551" y="1043"/>
                </a:cubicBezTo>
                <a:lnTo>
                  <a:pt x="501765" y="3426"/>
                </a:lnTo>
                <a:cubicBezTo>
                  <a:pt x="513677" y="12805"/>
                  <a:pt x="517696" y="18016"/>
                  <a:pt x="521865" y="29183"/>
                </a:cubicBezTo>
                <a:cubicBezTo>
                  <a:pt x="525438" y="39159"/>
                  <a:pt x="527077" y="50327"/>
                  <a:pt x="527077" y="65365"/>
                </a:cubicBezTo>
                <a:cubicBezTo>
                  <a:pt x="527077" y="80998"/>
                  <a:pt x="525141" y="93208"/>
                  <a:pt x="521122" y="102291"/>
                </a:cubicBezTo>
                <a:cubicBezTo>
                  <a:pt x="517101" y="111521"/>
                  <a:pt x="512486" y="117031"/>
                  <a:pt x="501765" y="125666"/>
                </a:cubicBezTo>
                <a:lnTo>
                  <a:pt x="503106" y="128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cf5103d754db5"/>
          <a:stretch xmlns:a="http://schemas.openxmlformats.org/drawingml/2006/main"/>
        </p:blipFill>
        <p:spPr>
          <a:xfrm xmlns:a="http://schemas.openxmlformats.org/drawingml/2006/main">
            <a:off x="12808450" y="613455"/>
            <a:ext cx="574298" cy="574298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3a9bb41c1478e"/>
          <a:stretch xmlns:a="http://schemas.openxmlformats.org/drawingml/2006/main"/>
        </p:blipFill>
        <p:spPr>
          <a:xfrm xmlns:a="http://schemas.openxmlformats.org/drawingml/2006/main">
            <a:off x="11370465" y="563105"/>
            <a:ext cx="280992" cy="274221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2dbaded184e87"/>
          <a:stretch xmlns:a="http://schemas.openxmlformats.org/drawingml/2006/main"/>
        </p:blipFill>
        <p:spPr>
          <a:xfrm xmlns:a="http://schemas.openxmlformats.org/drawingml/2006/main">
            <a:off x="11295459" y="817943"/>
            <a:ext cx="431002" cy="418326"/>
          </a:xfrm>
          <a:prstGeom xmlns:a="http://schemas.openxmlformats.org/drawingml/2006/main" prst="rect">
            <a:avLst/>
          </a:prstGeom>
        </p:spPr>
      </p:pic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a76c609084a66"/>
          <a:stretch xmlns:a="http://schemas.openxmlformats.org/drawingml/2006/main"/>
        </p:blipFill>
        <p:spPr>
          <a:xfrm xmlns:a="http://schemas.openxmlformats.org/drawingml/2006/main">
            <a:off x="11952601" y="786976"/>
            <a:ext cx="445556" cy="445556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2CCD4-A01B-445B-88D9-18E0CFC8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284" y="690700"/>
            <a:ext cx="394060" cy="267558"/>
          </a:xfrm>
          <a:custGeom xmlns:a="http://schemas.openxmlformats.org/drawingml/2006/main">
            <a:pathLst>
              <a:path w="394060" h="267558">
                <a:moveTo>
                  <a:pt x="0" y="267558"/>
                </a:moveTo>
                <a:lnTo>
                  <a:pt x="0" y="0"/>
                </a:lnTo>
                <a:lnTo>
                  <a:pt x="394060" y="0"/>
                </a:lnTo>
                <a:lnTo>
                  <a:pt x="394060" y="267558"/>
                </a:lnTo>
                <a:lnTo>
                  <a:pt x="0" y="2675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0d45a9b4641fa"/>
          <a:stretch xmlns:a="http://schemas.openxmlformats.org/drawingml/2006/main"/>
        </p:blipFill>
        <p:spPr>
          <a:xfrm xmlns:a="http://schemas.openxmlformats.org/drawingml/2006/main">
            <a:off x="12118286" y="625210"/>
            <a:ext cx="396298" cy="396298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F7B2D-2A75-4467-98EF-1C719B4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447" y="568675"/>
            <a:ext cx="156730" cy="155609"/>
          </a:xfrm>
          <a:custGeom xmlns:a="http://schemas.openxmlformats.org/drawingml/2006/main">
            <a:pathLst>
              <a:path w="156730" h="155609">
                <a:moveTo>
                  <a:pt x="0" y="155609"/>
                </a:moveTo>
                <a:lnTo>
                  <a:pt x="0" y="0"/>
                </a:lnTo>
                <a:lnTo>
                  <a:pt x="156730" y="0"/>
                </a:lnTo>
                <a:lnTo>
                  <a:pt x="156730" y="155609"/>
                </a:lnTo>
                <a:lnTo>
                  <a:pt x="0" y="1556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ee3aa6a3148c3"/>
          <a:stretch xmlns:a="http://schemas.openxmlformats.org/drawingml/2006/main"/>
        </p:blipFill>
        <p:spPr>
          <a:xfrm xmlns:a="http://schemas.openxmlformats.org/drawingml/2006/main">
            <a:off x="12289007" y="568675"/>
            <a:ext cx="155609" cy="155609"/>
          </a:xfrm>
          <a:prstGeom xmlns:a="http://schemas.openxmlformats.org/drawingml/2006/main" prst="rect">
            <a:avLst/>
          </a:prstGeom>
        </p:spPr>
      </p:pic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5C3D8-F398-4A4E-9B2F-E00A9180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94" y="1876799"/>
            <a:ext cx="2250641" cy="10"/>
          </a:xfrm>
          <a:custGeom xmlns:a="http://schemas.openxmlformats.org/drawingml/2006/main">
            <a:pathLst>
              <a:path w="2250641" h="1" fill="none">
                <a:moveTo>
                  <a:pt x="0" y="0"/>
                </a:moveTo>
                <a:lnTo>
                  <a:pt x="2250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b12704ce04287"/>
          <a:stretch xmlns:a="http://schemas.openxmlformats.org/drawingml/2006/main"/>
        </p:blipFill>
        <p:spPr>
          <a:xfrm xmlns:a="http://schemas.openxmlformats.org/drawingml/2006/main">
            <a:off x="12703778" y="2168426"/>
            <a:ext cx="550789" cy="550789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CAB6C-289D-4DEE-8B80-ACD5CD33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723" y="2866988"/>
            <a:ext cx="1184419" cy="275395"/>
          </a:xfrm>
          <a:custGeom xmlns:a="http://schemas.openxmlformats.org/drawingml/2006/main">
            <a:pathLst>
              <a:path w="1184419" h="275395">
                <a:moveTo>
                  <a:pt x="0" y="275395"/>
                </a:moveTo>
                <a:lnTo>
                  <a:pt x="0" y="0"/>
                </a:lnTo>
                <a:lnTo>
                  <a:pt x="1184419" y="0"/>
                </a:lnTo>
                <a:lnTo>
                  <a:pt x="1184419" y="275395"/>
                </a:lnTo>
                <a:lnTo>
                  <a:pt x="0" y="275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ourcecode">
            <a:extLst xmlns:a="http://schemas.openxmlformats.org/drawingml/2006/main">
              <a:ext uri="{FF2B5EF4-FFF2-40B4-BE49-F238E27FC236}">
                <a16:creationId xmlns:a16="http://schemas.microsoft.com/office/drawing/2014/main" id="{F6A24D43-46AF-42E0-AB50-7307FE50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2746" y="2869184"/>
            <a:ext cx="724657" cy="103779"/>
          </a:xfrm>
          <a:custGeom xmlns:a="http://schemas.openxmlformats.org/drawingml/2006/main">
            <a:pathLst>
              <a:path w="724657" h="103779">
                <a:moveTo>
                  <a:pt x="60301" y="1043"/>
                </a:moveTo>
                <a:lnTo>
                  <a:pt x="57175" y="1043"/>
                </a:lnTo>
                <a:cubicBezTo>
                  <a:pt x="56580" y="4319"/>
                  <a:pt x="54942" y="6105"/>
                  <a:pt x="52411" y="6105"/>
                </a:cubicBezTo>
                <a:cubicBezTo>
                  <a:pt x="50920" y="6105"/>
                  <a:pt x="48390" y="5509"/>
                  <a:pt x="45859" y="4319"/>
                </a:cubicBezTo>
                <a:cubicBezTo>
                  <a:pt x="40349" y="2233"/>
                  <a:pt x="34840" y="1043"/>
                  <a:pt x="29928" y="1043"/>
                </a:cubicBezTo>
                <a:cubicBezTo>
                  <a:pt x="23673" y="1043"/>
                  <a:pt x="17123" y="3574"/>
                  <a:pt x="12209" y="7893"/>
                </a:cubicBezTo>
                <a:cubicBezTo>
                  <a:pt x="6997" y="12507"/>
                  <a:pt x="4319" y="18761"/>
                  <a:pt x="4319" y="26504"/>
                </a:cubicBezTo>
                <a:cubicBezTo>
                  <a:pt x="4319" y="38416"/>
                  <a:pt x="10869" y="46754"/>
                  <a:pt x="27545" y="55537"/>
                </a:cubicBezTo>
                <a:cubicBezTo>
                  <a:pt x="38266" y="61344"/>
                  <a:pt x="46009" y="67301"/>
                  <a:pt x="49730" y="72958"/>
                </a:cubicBezTo>
                <a:cubicBezTo>
                  <a:pt x="51070" y="74894"/>
                  <a:pt x="51816" y="78020"/>
                  <a:pt x="51816" y="81743"/>
                </a:cubicBezTo>
                <a:cubicBezTo>
                  <a:pt x="51816" y="91570"/>
                  <a:pt x="44370" y="98419"/>
                  <a:pt x="33502" y="98419"/>
                </a:cubicBezTo>
                <a:cubicBezTo>
                  <a:pt x="20100" y="98419"/>
                  <a:pt x="10869" y="90229"/>
                  <a:pt x="3424" y="72065"/>
                </a:cubicBezTo>
                <a:lnTo>
                  <a:pt x="0" y="72065"/>
                </a:lnTo>
                <a:lnTo>
                  <a:pt x="4467" y="103629"/>
                </a:lnTo>
                <a:lnTo>
                  <a:pt x="7743" y="103629"/>
                </a:lnTo>
                <a:cubicBezTo>
                  <a:pt x="7890" y="100800"/>
                  <a:pt x="9678" y="98717"/>
                  <a:pt x="11912" y="98717"/>
                </a:cubicBezTo>
                <a:cubicBezTo>
                  <a:pt x="13550" y="98717"/>
                  <a:pt x="16081" y="99312"/>
                  <a:pt x="18909" y="100355"/>
                </a:cubicBezTo>
                <a:cubicBezTo>
                  <a:pt x="24566" y="102588"/>
                  <a:pt x="30671" y="103779"/>
                  <a:pt x="36478" y="103779"/>
                </a:cubicBezTo>
                <a:cubicBezTo>
                  <a:pt x="53751" y="103779"/>
                  <a:pt x="66853" y="92017"/>
                  <a:pt x="66853" y="76532"/>
                </a:cubicBezTo>
                <a:cubicBezTo>
                  <a:pt x="66853" y="64322"/>
                  <a:pt x="58663" y="54794"/>
                  <a:pt x="39009" y="44073"/>
                </a:cubicBezTo>
                <a:cubicBezTo>
                  <a:pt x="23376" y="35585"/>
                  <a:pt x="17123" y="29035"/>
                  <a:pt x="17123" y="20845"/>
                </a:cubicBezTo>
                <a:cubicBezTo>
                  <a:pt x="17123" y="12657"/>
                  <a:pt x="23376" y="7147"/>
                  <a:pt x="32607" y="7147"/>
                </a:cubicBezTo>
                <a:cubicBezTo>
                  <a:pt x="39309" y="7147"/>
                  <a:pt x="45561" y="9976"/>
                  <a:pt x="50773" y="15338"/>
                </a:cubicBezTo>
                <a:cubicBezTo>
                  <a:pt x="55387" y="20102"/>
                  <a:pt x="57473" y="23973"/>
                  <a:pt x="59856" y="32756"/>
                </a:cubicBezTo>
                <a:lnTo>
                  <a:pt x="63577" y="32756"/>
                </a:lnTo>
                <a:lnTo>
                  <a:pt x="60301" y="1043"/>
                </a:lnTo>
                <a:close/>
                <a:moveTo>
                  <a:pt x="113755" y="33204"/>
                </a:moveTo>
                <a:cubicBezTo>
                  <a:pt x="94249" y="33204"/>
                  <a:pt x="80849" y="47497"/>
                  <a:pt x="80849" y="68044"/>
                </a:cubicBezTo>
                <a:cubicBezTo>
                  <a:pt x="80849" y="88293"/>
                  <a:pt x="94696" y="103184"/>
                  <a:pt x="113455" y="103184"/>
                </a:cubicBezTo>
                <a:cubicBezTo>
                  <a:pt x="132217" y="103184"/>
                  <a:pt x="146510" y="87550"/>
                  <a:pt x="146510" y="66853"/>
                </a:cubicBezTo>
                <a:cubicBezTo>
                  <a:pt x="146510" y="47199"/>
                  <a:pt x="132812" y="33204"/>
                  <a:pt x="113755" y="33204"/>
                </a:cubicBezTo>
                <a:moveTo>
                  <a:pt x="111820" y="37373"/>
                </a:moveTo>
                <a:cubicBezTo>
                  <a:pt x="124327" y="37373"/>
                  <a:pt x="133110" y="51666"/>
                  <a:pt x="133110" y="72065"/>
                </a:cubicBezTo>
                <a:cubicBezTo>
                  <a:pt x="133110" y="89039"/>
                  <a:pt x="126410" y="99015"/>
                  <a:pt x="115243" y="99015"/>
                </a:cubicBezTo>
                <a:cubicBezTo>
                  <a:pt x="109436" y="99015"/>
                  <a:pt x="103927" y="95441"/>
                  <a:pt x="100801" y="89486"/>
                </a:cubicBezTo>
                <a:cubicBezTo>
                  <a:pt x="96632" y="81743"/>
                  <a:pt x="94249" y="71320"/>
                  <a:pt x="94249" y="60749"/>
                </a:cubicBezTo>
                <a:cubicBezTo>
                  <a:pt x="94249" y="46604"/>
                  <a:pt x="101099" y="37373"/>
                  <a:pt x="111820" y="37373"/>
                </a:cubicBezTo>
                <a:close/>
                <a:moveTo>
                  <a:pt x="222742" y="94250"/>
                </a:moveTo>
                <a:lnTo>
                  <a:pt x="222000" y="94250"/>
                </a:lnTo>
                <a:cubicBezTo>
                  <a:pt x="214702" y="93953"/>
                  <a:pt x="213662" y="92760"/>
                  <a:pt x="213512" y="85762"/>
                </a:cubicBezTo>
                <a:lnTo>
                  <a:pt x="213512" y="34692"/>
                </a:lnTo>
                <a:lnTo>
                  <a:pt x="189986" y="34692"/>
                </a:lnTo>
                <a:lnTo>
                  <a:pt x="189986" y="37223"/>
                </a:lnTo>
                <a:cubicBezTo>
                  <a:pt x="199219" y="37671"/>
                  <a:pt x="201005" y="39159"/>
                  <a:pt x="201005" y="46604"/>
                </a:cubicBezTo>
                <a:lnTo>
                  <a:pt x="201005" y="81594"/>
                </a:lnTo>
                <a:cubicBezTo>
                  <a:pt x="201005" y="85762"/>
                  <a:pt x="200260" y="87848"/>
                  <a:pt x="198176" y="89486"/>
                </a:cubicBezTo>
                <a:cubicBezTo>
                  <a:pt x="194155" y="92760"/>
                  <a:pt x="189541" y="94548"/>
                  <a:pt x="185074" y="94548"/>
                </a:cubicBezTo>
                <a:cubicBezTo>
                  <a:pt x="179267" y="94548"/>
                  <a:pt x="174503" y="89486"/>
                  <a:pt x="174503" y="83232"/>
                </a:cubicBezTo>
                <a:lnTo>
                  <a:pt x="174503" y="34692"/>
                </a:lnTo>
                <a:lnTo>
                  <a:pt x="152763" y="34692"/>
                </a:lnTo>
                <a:lnTo>
                  <a:pt x="152763" y="36778"/>
                </a:lnTo>
                <a:cubicBezTo>
                  <a:pt x="159763" y="37075"/>
                  <a:pt x="161846" y="39159"/>
                  <a:pt x="161996" y="46306"/>
                </a:cubicBezTo>
                <a:lnTo>
                  <a:pt x="161996" y="83827"/>
                </a:lnTo>
                <a:cubicBezTo>
                  <a:pt x="161996" y="95591"/>
                  <a:pt x="169141" y="103184"/>
                  <a:pt x="180010" y="103184"/>
                </a:cubicBezTo>
                <a:cubicBezTo>
                  <a:pt x="185519" y="103184"/>
                  <a:pt x="191326" y="100800"/>
                  <a:pt x="195348" y="96781"/>
                </a:cubicBezTo>
                <a:lnTo>
                  <a:pt x="201750" y="90379"/>
                </a:lnTo>
                <a:lnTo>
                  <a:pt x="201750" y="102736"/>
                </a:lnTo>
                <a:lnTo>
                  <a:pt x="202345" y="103034"/>
                </a:lnTo>
                <a:cubicBezTo>
                  <a:pt x="209790" y="100057"/>
                  <a:pt x="215150" y="98419"/>
                  <a:pt x="222742" y="96334"/>
                </a:cubicBezTo>
                <a:lnTo>
                  <a:pt x="222742" y="94250"/>
                </a:lnTo>
                <a:close/>
                <a:moveTo>
                  <a:pt x="227060" y="101693"/>
                </a:moveTo>
                <a:lnTo>
                  <a:pt x="262795" y="101693"/>
                </a:lnTo>
                <a:lnTo>
                  <a:pt x="262795" y="99460"/>
                </a:lnTo>
                <a:cubicBezTo>
                  <a:pt x="252819" y="99162"/>
                  <a:pt x="250436" y="97079"/>
                  <a:pt x="250138" y="88293"/>
                </a:cubicBezTo>
                <a:lnTo>
                  <a:pt x="250138" y="54794"/>
                </a:lnTo>
                <a:cubicBezTo>
                  <a:pt x="250138" y="50028"/>
                  <a:pt x="256393" y="42585"/>
                  <a:pt x="260562" y="42585"/>
                </a:cubicBezTo>
                <a:cubicBezTo>
                  <a:pt x="261455" y="42585"/>
                  <a:pt x="262795" y="43328"/>
                  <a:pt x="264433" y="44818"/>
                </a:cubicBezTo>
                <a:cubicBezTo>
                  <a:pt x="266667" y="47051"/>
                  <a:pt x="268452" y="47794"/>
                  <a:pt x="270388" y="47794"/>
                </a:cubicBezTo>
                <a:cubicBezTo>
                  <a:pt x="273962" y="47794"/>
                  <a:pt x="276195" y="45263"/>
                  <a:pt x="276195" y="41094"/>
                </a:cubicBezTo>
                <a:cubicBezTo>
                  <a:pt x="276195" y="36183"/>
                  <a:pt x="273069" y="33204"/>
                  <a:pt x="268007" y="33204"/>
                </a:cubicBezTo>
                <a:cubicBezTo>
                  <a:pt x="261752" y="33204"/>
                  <a:pt x="257583" y="36480"/>
                  <a:pt x="250138" y="47199"/>
                </a:cubicBezTo>
                <a:lnTo>
                  <a:pt x="250138" y="33502"/>
                </a:lnTo>
                <a:lnTo>
                  <a:pt x="249395" y="33204"/>
                </a:lnTo>
                <a:cubicBezTo>
                  <a:pt x="241058" y="36480"/>
                  <a:pt x="235696" y="38563"/>
                  <a:pt x="227358" y="41244"/>
                </a:cubicBezTo>
                <a:lnTo>
                  <a:pt x="227358" y="43625"/>
                </a:lnTo>
                <a:cubicBezTo>
                  <a:pt x="229443" y="43180"/>
                  <a:pt x="230784" y="43030"/>
                  <a:pt x="232570" y="43030"/>
                </a:cubicBezTo>
                <a:cubicBezTo>
                  <a:pt x="236291" y="43030"/>
                  <a:pt x="237631" y="45413"/>
                  <a:pt x="237631" y="51963"/>
                </a:cubicBezTo>
                <a:lnTo>
                  <a:pt x="237631" y="89186"/>
                </a:lnTo>
                <a:cubicBezTo>
                  <a:pt x="237334" y="96929"/>
                  <a:pt x="236441" y="97824"/>
                  <a:pt x="227060" y="99460"/>
                </a:cubicBezTo>
                <a:lnTo>
                  <a:pt x="227060" y="101693"/>
                </a:lnTo>
                <a:close/>
                <a:moveTo>
                  <a:pt x="335156" y="78467"/>
                </a:moveTo>
                <a:cubicBezTo>
                  <a:pt x="328009" y="88889"/>
                  <a:pt x="322649" y="92462"/>
                  <a:pt x="314161" y="92462"/>
                </a:cubicBezTo>
                <a:cubicBezTo>
                  <a:pt x="300464" y="92462"/>
                  <a:pt x="291083" y="80551"/>
                  <a:pt x="291083" y="63430"/>
                </a:cubicBezTo>
                <a:cubicBezTo>
                  <a:pt x="291083" y="47944"/>
                  <a:pt x="299274" y="37521"/>
                  <a:pt x="311333" y="37521"/>
                </a:cubicBezTo>
                <a:cubicBezTo>
                  <a:pt x="316692" y="37521"/>
                  <a:pt x="318628" y="39011"/>
                  <a:pt x="320118" y="44668"/>
                </a:cubicBezTo>
                <a:lnTo>
                  <a:pt x="321011" y="47944"/>
                </a:lnTo>
                <a:cubicBezTo>
                  <a:pt x="322202" y="52263"/>
                  <a:pt x="324883" y="54794"/>
                  <a:pt x="328159" y="54794"/>
                </a:cubicBezTo>
                <a:cubicBezTo>
                  <a:pt x="332030" y="54794"/>
                  <a:pt x="335156" y="51963"/>
                  <a:pt x="335156" y="48539"/>
                </a:cubicBezTo>
                <a:cubicBezTo>
                  <a:pt x="335156" y="40202"/>
                  <a:pt x="324733" y="33204"/>
                  <a:pt x="312226" y="33204"/>
                </a:cubicBezTo>
                <a:cubicBezTo>
                  <a:pt x="304931" y="33204"/>
                  <a:pt x="297338" y="36183"/>
                  <a:pt x="291233" y="41542"/>
                </a:cubicBezTo>
                <a:cubicBezTo>
                  <a:pt x="283788" y="48092"/>
                  <a:pt x="279619" y="58218"/>
                  <a:pt x="279619" y="70129"/>
                </a:cubicBezTo>
                <a:cubicBezTo>
                  <a:pt x="279619" y="89336"/>
                  <a:pt x="291381" y="103184"/>
                  <a:pt x="307909" y="103184"/>
                </a:cubicBezTo>
                <a:cubicBezTo>
                  <a:pt x="314609" y="103184"/>
                  <a:pt x="320564" y="100800"/>
                  <a:pt x="325925" y="96186"/>
                </a:cubicBezTo>
                <a:cubicBezTo>
                  <a:pt x="329944" y="92760"/>
                  <a:pt x="332773" y="88591"/>
                  <a:pt x="337239" y="79808"/>
                </a:cubicBezTo>
                <a:lnTo>
                  <a:pt x="335156" y="78467"/>
                </a:lnTo>
                <a:close/>
                <a:moveTo>
                  <a:pt x="402752" y="77277"/>
                </a:moveTo>
                <a:cubicBezTo>
                  <a:pt x="395607" y="88591"/>
                  <a:pt x="389202" y="92910"/>
                  <a:pt x="379674" y="92910"/>
                </a:cubicBezTo>
                <a:cubicBezTo>
                  <a:pt x="371188" y="92910"/>
                  <a:pt x="364786" y="88591"/>
                  <a:pt x="360467" y="80105"/>
                </a:cubicBezTo>
                <a:cubicBezTo>
                  <a:pt x="357786" y="74446"/>
                  <a:pt x="356746" y="69682"/>
                  <a:pt x="356448" y="60451"/>
                </a:cubicBezTo>
                <a:lnTo>
                  <a:pt x="402307" y="60451"/>
                </a:lnTo>
                <a:cubicBezTo>
                  <a:pt x="401114" y="50773"/>
                  <a:pt x="399626" y="46456"/>
                  <a:pt x="395904" y="41690"/>
                </a:cubicBezTo>
                <a:cubicBezTo>
                  <a:pt x="391436" y="36330"/>
                  <a:pt x="384588" y="33204"/>
                  <a:pt x="376845" y="33204"/>
                </a:cubicBezTo>
                <a:cubicBezTo>
                  <a:pt x="369400" y="33204"/>
                  <a:pt x="362403" y="35885"/>
                  <a:pt x="356746" y="40947"/>
                </a:cubicBezTo>
                <a:cubicBezTo>
                  <a:pt x="349746" y="47051"/>
                  <a:pt x="345727" y="57623"/>
                  <a:pt x="345727" y="69832"/>
                </a:cubicBezTo>
                <a:cubicBezTo>
                  <a:pt x="345727" y="90379"/>
                  <a:pt x="356448" y="103184"/>
                  <a:pt x="373569" y="103184"/>
                </a:cubicBezTo>
                <a:cubicBezTo>
                  <a:pt x="387714" y="103184"/>
                  <a:pt x="398881" y="94398"/>
                  <a:pt x="405135" y="78317"/>
                </a:cubicBezTo>
                <a:lnTo>
                  <a:pt x="402752" y="77277"/>
                </a:lnTo>
                <a:moveTo>
                  <a:pt x="356746" y="55687"/>
                </a:moveTo>
                <a:cubicBezTo>
                  <a:pt x="358381" y="44073"/>
                  <a:pt x="363446" y="38563"/>
                  <a:pt x="372526" y="38563"/>
                </a:cubicBezTo>
                <a:cubicBezTo>
                  <a:pt x="381610" y="38563"/>
                  <a:pt x="385183" y="42732"/>
                  <a:pt x="387119" y="55687"/>
                </a:cubicBezTo>
                <a:lnTo>
                  <a:pt x="356746" y="55687"/>
                </a:lnTo>
                <a:close/>
                <a:moveTo>
                  <a:pt x="504594" y="78467"/>
                </a:moveTo>
                <a:cubicBezTo>
                  <a:pt x="497447" y="88889"/>
                  <a:pt x="492088" y="92462"/>
                  <a:pt x="483600" y="92462"/>
                </a:cubicBezTo>
                <a:cubicBezTo>
                  <a:pt x="469902" y="92462"/>
                  <a:pt x="460522" y="80551"/>
                  <a:pt x="460522" y="63430"/>
                </a:cubicBezTo>
                <a:cubicBezTo>
                  <a:pt x="460522" y="47944"/>
                  <a:pt x="468712" y="37521"/>
                  <a:pt x="480771" y="37521"/>
                </a:cubicBezTo>
                <a:cubicBezTo>
                  <a:pt x="486131" y="37521"/>
                  <a:pt x="488066" y="39011"/>
                  <a:pt x="489557" y="44668"/>
                </a:cubicBezTo>
                <a:lnTo>
                  <a:pt x="490450" y="47944"/>
                </a:lnTo>
                <a:cubicBezTo>
                  <a:pt x="491640" y="52263"/>
                  <a:pt x="494321" y="54794"/>
                  <a:pt x="497597" y="54794"/>
                </a:cubicBezTo>
                <a:cubicBezTo>
                  <a:pt x="501468" y="54794"/>
                  <a:pt x="504594" y="51963"/>
                  <a:pt x="504594" y="48539"/>
                </a:cubicBezTo>
                <a:cubicBezTo>
                  <a:pt x="504594" y="40202"/>
                  <a:pt x="494171" y="33204"/>
                  <a:pt x="481664" y="33204"/>
                </a:cubicBezTo>
                <a:cubicBezTo>
                  <a:pt x="474369" y="33204"/>
                  <a:pt x="466776" y="36183"/>
                  <a:pt x="460672" y="41542"/>
                </a:cubicBezTo>
                <a:cubicBezTo>
                  <a:pt x="453226" y="48092"/>
                  <a:pt x="449058" y="58218"/>
                  <a:pt x="449058" y="70129"/>
                </a:cubicBezTo>
                <a:cubicBezTo>
                  <a:pt x="449058" y="89336"/>
                  <a:pt x="460819" y="103184"/>
                  <a:pt x="477347" y="103184"/>
                </a:cubicBezTo>
                <a:cubicBezTo>
                  <a:pt x="484047" y="103184"/>
                  <a:pt x="490002" y="100800"/>
                  <a:pt x="495364" y="96186"/>
                </a:cubicBezTo>
                <a:cubicBezTo>
                  <a:pt x="499383" y="92760"/>
                  <a:pt x="502211" y="88591"/>
                  <a:pt x="506678" y="79808"/>
                </a:cubicBezTo>
                <a:lnTo>
                  <a:pt x="504594" y="78467"/>
                </a:lnTo>
                <a:close/>
                <a:moveTo>
                  <a:pt x="548667" y="33204"/>
                </a:moveTo>
                <a:cubicBezTo>
                  <a:pt x="529160" y="33204"/>
                  <a:pt x="515760" y="47497"/>
                  <a:pt x="515760" y="68044"/>
                </a:cubicBezTo>
                <a:cubicBezTo>
                  <a:pt x="515760" y="88293"/>
                  <a:pt x="529608" y="103184"/>
                  <a:pt x="548367" y="103184"/>
                </a:cubicBezTo>
                <a:cubicBezTo>
                  <a:pt x="567128" y="103184"/>
                  <a:pt x="581421" y="87550"/>
                  <a:pt x="581421" y="66853"/>
                </a:cubicBezTo>
                <a:cubicBezTo>
                  <a:pt x="581421" y="47199"/>
                  <a:pt x="567724" y="33204"/>
                  <a:pt x="548667" y="33204"/>
                </a:cubicBezTo>
                <a:moveTo>
                  <a:pt x="546731" y="37373"/>
                </a:moveTo>
                <a:cubicBezTo>
                  <a:pt x="559238" y="37373"/>
                  <a:pt x="568021" y="51666"/>
                  <a:pt x="568021" y="72065"/>
                </a:cubicBezTo>
                <a:cubicBezTo>
                  <a:pt x="568021" y="89039"/>
                  <a:pt x="561321" y="99015"/>
                  <a:pt x="550155" y="99015"/>
                </a:cubicBezTo>
                <a:cubicBezTo>
                  <a:pt x="544348" y="99015"/>
                  <a:pt x="538839" y="95441"/>
                  <a:pt x="535712" y="89486"/>
                </a:cubicBezTo>
                <a:cubicBezTo>
                  <a:pt x="531543" y="81743"/>
                  <a:pt x="529160" y="71320"/>
                  <a:pt x="529160" y="60749"/>
                </a:cubicBezTo>
                <a:cubicBezTo>
                  <a:pt x="529160" y="46604"/>
                  <a:pt x="536010" y="37373"/>
                  <a:pt x="546731" y="37373"/>
                </a:cubicBezTo>
                <a:close/>
                <a:moveTo>
                  <a:pt x="659740" y="93058"/>
                </a:moveTo>
                <a:cubicBezTo>
                  <a:pt x="657805" y="93208"/>
                  <a:pt x="656912" y="93208"/>
                  <a:pt x="656314" y="93208"/>
                </a:cubicBezTo>
                <a:cubicBezTo>
                  <a:pt x="651105" y="93208"/>
                  <a:pt x="649764" y="91570"/>
                  <a:pt x="649764" y="84720"/>
                </a:cubicBezTo>
                <a:lnTo>
                  <a:pt x="649764" y="298"/>
                </a:lnTo>
                <a:lnTo>
                  <a:pt x="649019" y="0"/>
                </a:lnTo>
                <a:cubicBezTo>
                  <a:pt x="642022" y="2383"/>
                  <a:pt x="636960" y="4021"/>
                  <a:pt x="627132" y="6552"/>
                </a:cubicBezTo>
                <a:lnTo>
                  <a:pt x="627132" y="8933"/>
                </a:lnTo>
                <a:cubicBezTo>
                  <a:pt x="628324" y="8785"/>
                  <a:pt x="629067" y="8785"/>
                  <a:pt x="630408" y="8785"/>
                </a:cubicBezTo>
                <a:cubicBezTo>
                  <a:pt x="635917" y="8785"/>
                  <a:pt x="637257" y="10274"/>
                  <a:pt x="637257" y="16378"/>
                </a:cubicBezTo>
                <a:lnTo>
                  <a:pt x="637257" y="39606"/>
                </a:lnTo>
                <a:cubicBezTo>
                  <a:pt x="631598" y="34842"/>
                  <a:pt x="627579" y="33204"/>
                  <a:pt x="621622" y="33204"/>
                </a:cubicBezTo>
                <a:cubicBezTo>
                  <a:pt x="604501" y="33204"/>
                  <a:pt x="590654" y="50028"/>
                  <a:pt x="590654" y="71172"/>
                </a:cubicBezTo>
                <a:cubicBezTo>
                  <a:pt x="590654" y="90229"/>
                  <a:pt x="601672" y="103184"/>
                  <a:pt x="618198" y="103184"/>
                </a:cubicBezTo>
                <a:cubicBezTo>
                  <a:pt x="626536" y="103184"/>
                  <a:pt x="632196" y="100205"/>
                  <a:pt x="637257" y="93208"/>
                </a:cubicBezTo>
                <a:lnTo>
                  <a:pt x="637257" y="102736"/>
                </a:lnTo>
                <a:lnTo>
                  <a:pt x="637853" y="103184"/>
                </a:lnTo>
                <a:lnTo>
                  <a:pt x="659740" y="95441"/>
                </a:lnTo>
                <a:lnTo>
                  <a:pt x="659740" y="93058"/>
                </a:lnTo>
                <a:moveTo>
                  <a:pt x="637257" y="86508"/>
                </a:moveTo>
                <a:cubicBezTo>
                  <a:pt x="637257" y="87550"/>
                  <a:pt x="636215" y="89336"/>
                  <a:pt x="634727" y="90974"/>
                </a:cubicBezTo>
                <a:cubicBezTo>
                  <a:pt x="632196" y="93953"/>
                  <a:pt x="628324" y="95441"/>
                  <a:pt x="624005" y="95441"/>
                </a:cubicBezTo>
                <a:cubicBezTo>
                  <a:pt x="611498" y="95441"/>
                  <a:pt x="603458" y="83529"/>
                  <a:pt x="603458" y="65068"/>
                </a:cubicBezTo>
                <a:cubicBezTo>
                  <a:pt x="603458" y="48392"/>
                  <a:pt x="610753" y="37373"/>
                  <a:pt x="622070" y="37373"/>
                </a:cubicBezTo>
                <a:cubicBezTo>
                  <a:pt x="630110" y="37373"/>
                  <a:pt x="637257" y="44370"/>
                  <a:pt x="637257" y="52263"/>
                </a:cubicBezTo>
                <a:lnTo>
                  <a:pt x="637257" y="86508"/>
                </a:lnTo>
                <a:close/>
                <a:moveTo>
                  <a:pt x="722274" y="77277"/>
                </a:moveTo>
                <a:cubicBezTo>
                  <a:pt x="715128" y="88591"/>
                  <a:pt x="708724" y="92910"/>
                  <a:pt x="699195" y="92910"/>
                </a:cubicBezTo>
                <a:cubicBezTo>
                  <a:pt x="690710" y="92910"/>
                  <a:pt x="684308" y="88591"/>
                  <a:pt x="679989" y="80105"/>
                </a:cubicBezTo>
                <a:cubicBezTo>
                  <a:pt x="677308" y="74446"/>
                  <a:pt x="676267" y="69682"/>
                  <a:pt x="675970" y="60451"/>
                </a:cubicBezTo>
                <a:lnTo>
                  <a:pt x="721828" y="60451"/>
                </a:lnTo>
                <a:cubicBezTo>
                  <a:pt x="720636" y="50773"/>
                  <a:pt x="719147" y="46456"/>
                  <a:pt x="715426" y="41690"/>
                </a:cubicBezTo>
                <a:cubicBezTo>
                  <a:pt x="710957" y="36330"/>
                  <a:pt x="704110" y="33204"/>
                  <a:pt x="696367" y="33204"/>
                </a:cubicBezTo>
                <a:cubicBezTo>
                  <a:pt x="688922" y="33204"/>
                  <a:pt x="681924" y="35885"/>
                  <a:pt x="676267" y="40947"/>
                </a:cubicBezTo>
                <a:cubicBezTo>
                  <a:pt x="669268" y="47051"/>
                  <a:pt x="665249" y="57623"/>
                  <a:pt x="665249" y="69832"/>
                </a:cubicBezTo>
                <a:cubicBezTo>
                  <a:pt x="665249" y="90379"/>
                  <a:pt x="675970" y="103184"/>
                  <a:pt x="693091" y="103184"/>
                </a:cubicBezTo>
                <a:cubicBezTo>
                  <a:pt x="707236" y="103184"/>
                  <a:pt x="718402" y="94398"/>
                  <a:pt x="724657" y="78317"/>
                </a:cubicBezTo>
                <a:lnTo>
                  <a:pt x="722274" y="77277"/>
                </a:lnTo>
                <a:moveTo>
                  <a:pt x="676267" y="55687"/>
                </a:moveTo>
                <a:cubicBezTo>
                  <a:pt x="677903" y="44073"/>
                  <a:pt x="682967" y="38563"/>
                  <a:pt x="692048" y="38563"/>
                </a:cubicBezTo>
                <a:cubicBezTo>
                  <a:pt x="701131" y="38563"/>
                  <a:pt x="704705" y="42732"/>
                  <a:pt x="706641" y="55687"/>
                </a:cubicBezTo>
                <a:lnTo>
                  <a:pt x="676267" y="55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analysis(Manual)">
            <a:extLst xmlns:a="http://schemas.openxmlformats.org/drawingml/2006/main">
              <a:ext uri="{FF2B5EF4-FFF2-40B4-BE49-F238E27FC236}">
                <a16:creationId xmlns:a16="http://schemas.microsoft.com/office/drawing/2014/main" id="{FF761E7F-3DDE-44F1-9A0A-B0040815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4153" y="3048302"/>
            <a:ext cx="1062342" cy="134152"/>
          </a:xfrm>
          <a:custGeom xmlns:a="http://schemas.openxmlformats.org/drawingml/2006/main">
            <a:pathLst>
              <a:path w="1062342" h="134152">
                <a:moveTo>
                  <a:pt x="60301" y="91867"/>
                </a:moveTo>
                <a:cubicBezTo>
                  <a:pt x="57770" y="93953"/>
                  <a:pt x="55985" y="94696"/>
                  <a:pt x="53751" y="94696"/>
                </a:cubicBezTo>
                <a:cubicBezTo>
                  <a:pt x="50327" y="94696"/>
                  <a:pt x="49285" y="92612"/>
                  <a:pt x="49285" y="86060"/>
                </a:cubicBezTo>
                <a:lnTo>
                  <a:pt x="49285" y="57027"/>
                </a:lnTo>
                <a:cubicBezTo>
                  <a:pt x="49285" y="49285"/>
                  <a:pt x="48539" y="44966"/>
                  <a:pt x="46306" y="41392"/>
                </a:cubicBezTo>
                <a:cubicBezTo>
                  <a:pt x="43030" y="36033"/>
                  <a:pt x="36628" y="33204"/>
                  <a:pt x="27845" y="33204"/>
                </a:cubicBezTo>
                <a:cubicBezTo>
                  <a:pt x="13847" y="33204"/>
                  <a:pt x="2831" y="40499"/>
                  <a:pt x="2831" y="49880"/>
                </a:cubicBezTo>
                <a:cubicBezTo>
                  <a:pt x="2831" y="53304"/>
                  <a:pt x="5659" y="56282"/>
                  <a:pt x="9233" y="56282"/>
                </a:cubicBezTo>
                <a:cubicBezTo>
                  <a:pt x="12805" y="56282"/>
                  <a:pt x="15933" y="53304"/>
                  <a:pt x="15933" y="50028"/>
                </a:cubicBezTo>
                <a:cubicBezTo>
                  <a:pt x="15933" y="49432"/>
                  <a:pt x="15783" y="48689"/>
                  <a:pt x="15635" y="47647"/>
                </a:cubicBezTo>
                <a:cubicBezTo>
                  <a:pt x="15338" y="46306"/>
                  <a:pt x="15188" y="45116"/>
                  <a:pt x="15188" y="44073"/>
                </a:cubicBezTo>
                <a:cubicBezTo>
                  <a:pt x="15188" y="40054"/>
                  <a:pt x="19952" y="36778"/>
                  <a:pt x="25909" y="36778"/>
                </a:cubicBezTo>
                <a:cubicBezTo>
                  <a:pt x="33204" y="36778"/>
                  <a:pt x="37223" y="41094"/>
                  <a:pt x="37223" y="49135"/>
                </a:cubicBezTo>
                <a:lnTo>
                  <a:pt x="37223" y="58218"/>
                </a:lnTo>
                <a:cubicBezTo>
                  <a:pt x="14443" y="67301"/>
                  <a:pt x="11764" y="68639"/>
                  <a:pt x="5362" y="74298"/>
                </a:cubicBezTo>
                <a:cubicBezTo>
                  <a:pt x="2086" y="77277"/>
                  <a:pt x="0" y="82339"/>
                  <a:pt x="0" y="87251"/>
                </a:cubicBezTo>
                <a:cubicBezTo>
                  <a:pt x="0" y="96631"/>
                  <a:pt x="6552" y="103184"/>
                  <a:pt x="15635" y="103184"/>
                </a:cubicBezTo>
                <a:cubicBezTo>
                  <a:pt x="22185" y="103184"/>
                  <a:pt x="28290" y="100057"/>
                  <a:pt x="37373" y="92315"/>
                </a:cubicBezTo>
                <a:cubicBezTo>
                  <a:pt x="38118" y="100205"/>
                  <a:pt x="40797" y="103184"/>
                  <a:pt x="46901" y="103184"/>
                </a:cubicBezTo>
                <a:cubicBezTo>
                  <a:pt x="51963" y="103184"/>
                  <a:pt x="55092" y="101396"/>
                  <a:pt x="60301" y="95738"/>
                </a:cubicBezTo>
                <a:lnTo>
                  <a:pt x="60301" y="91867"/>
                </a:lnTo>
                <a:moveTo>
                  <a:pt x="37223" y="83382"/>
                </a:moveTo>
                <a:cubicBezTo>
                  <a:pt x="37223" y="87848"/>
                  <a:pt x="36480" y="89486"/>
                  <a:pt x="33352" y="91272"/>
                </a:cubicBezTo>
                <a:cubicBezTo>
                  <a:pt x="29630" y="93355"/>
                  <a:pt x="25611" y="94548"/>
                  <a:pt x="22483" y="94548"/>
                </a:cubicBezTo>
                <a:cubicBezTo>
                  <a:pt x="17273" y="94548"/>
                  <a:pt x="13104" y="89486"/>
                  <a:pt x="13104" y="83082"/>
                </a:cubicBezTo>
                <a:lnTo>
                  <a:pt x="13104" y="82486"/>
                </a:lnTo>
                <a:cubicBezTo>
                  <a:pt x="13252" y="73553"/>
                  <a:pt x="19804" y="67896"/>
                  <a:pt x="37223" y="61792"/>
                </a:cubicBezTo>
                <a:lnTo>
                  <a:pt x="37223" y="83382"/>
                </a:lnTo>
                <a:close/>
                <a:moveTo>
                  <a:pt x="63279" y="101693"/>
                </a:moveTo>
                <a:lnTo>
                  <a:pt x="94845" y="101693"/>
                </a:lnTo>
                <a:lnTo>
                  <a:pt x="94845" y="99460"/>
                </a:lnTo>
                <a:cubicBezTo>
                  <a:pt x="87400" y="99015"/>
                  <a:pt x="85017" y="97079"/>
                  <a:pt x="85017" y="91719"/>
                </a:cubicBezTo>
                <a:lnTo>
                  <a:pt x="85017" y="49880"/>
                </a:lnTo>
                <a:cubicBezTo>
                  <a:pt x="92164" y="43180"/>
                  <a:pt x="95440" y="41392"/>
                  <a:pt x="100354" y="41392"/>
                </a:cubicBezTo>
                <a:cubicBezTo>
                  <a:pt x="107649" y="41392"/>
                  <a:pt x="111223" y="46009"/>
                  <a:pt x="111223" y="55835"/>
                </a:cubicBezTo>
                <a:lnTo>
                  <a:pt x="111223" y="86953"/>
                </a:lnTo>
                <a:cubicBezTo>
                  <a:pt x="110925" y="96631"/>
                  <a:pt x="109137" y="99015"/>
                  <a:pt x="101842" y="99460"/>
                </a:cubicBezTo>
                <a:lnTo>
                  <a:pt x="101842" y="101693"/>
                </a:lnTo>
                <a:lnTo>
                  <a:pt x="132813" y="101693"/>
                </a:lnTo>
                <a:lnTo>
                  <a:pt x="132813" y="99460"/>
                </a:lnTo>
                <a:cubicBezTo>
                  <a:pt x="125516" y="98717"/>
                  <a:pt x="123878" y="96929"/>
                  <a:pt x="123730" y="89634"/>
                </a:cubicBezTo>
                <a:lnTo>
                  <a:pt x="123730" y="55537"/>
                </a:lnTo>
                <a:cubicBezTo>
                  <a:pt x="123730" y="41542"/>
                  <a:pt x="117178" y="33204"/>
                  <a:pt x="106161" y="33204"/>
                </a:cubicBezTo>
                <a:cubicBezTo>
                  <a:pt x="99311" y="33204"/>
                  <a:pt x="94695" y="35735"/>
                  <a:pt x="84571" y="45263"/>
                </a:cubicBezTo>
                <a:lnTo>
                  <a:pt x="84571" y="33502"/>
                </a:lnTo>
                <a:lnTo>
                  <a:pt x="83528" y="33204"/>
                </a:lnTo>
                <a:cubicBezTo>
                  <a:pt x="75786" y="36033"/>
                  <a:pt x="70724" y="37671"/>
                  <a:pt x="62981" y="39904"/>
                </a:cubicBezTo>
                <a:lnTo>
                  <a:pt x="62981" y="42435"/>
                </a:lnTo>
                <a:cubicBezTo>
                  <a:pt x="64024" y="41990"/>
                  <a:pt x="65364" y="41840"/>
                  <a:pt x="67003" y="41840"/>
                </a:cubicBezTo>
                <a:cubicBezTo>
                  <a:pt x="71172" y="41840"/>
                  <a:pt x="72510" y="44073"/>
                  <a:pt x="72510" y="51368"/>
                </a:cubicBezTo>
                <a:lnTo>
                  <a:pt x="72510" y="88293"/>
                </a:lnTo>
                <a:cubicBezTo>
                  <a:pt x="72362" y="97079"/>
                  <a:pt x="70724" y="99015"/>
                  <a:pt x="63279" y="99460"/>
                </a:cubicBezTo>
                <a:lnTo>
                  <a:pt x="63279" y="101693"/>
                </a:lnTo>
                <a:close/>
                <a:moveTo>
                  <a:pt x="201151" y="91867"/>
                </a:moveTo>
                <a:cubicBezTo>
                  <a:pt x="198620" y="93953"/>
                  <a:pt x="196835" y="94696"/>
                  <a:pt x="194601" y="94696"/>
                </a:cubicBezTo>
                <a:cubicBezTo>
                  <a:pt x="191178" y="94696"/>
                  <a:pt x="190135" y="92612"/>
                  <a:pt x="190135" y="86060"/>
                </a:cubicBezTo>
                <a:lnTo>
                  <a:pt x="190135" y="57027"/>
                </a:lnTo>
                <a:cubicBezTo>
                  <a:pt x="190135" y="49285"/>
                  <a:pt x="189390" y="44966"/>
                  <a:pt x="187156" y="41392"/>
                </a:cubicBezTo>
                <a:cubicBezTo>
                  <a:pt x="183880" y="36033"/>
                  <a:pt x="177478" y="33204"/>
                  <a:pt x="168695" y="33204"/>
                </a:cubicBezTo>
                <a:cubicBezTo>
                  <a:pt x="154697" y="33204"/>
                  <a:pt x="143681" y="40499"/>
                  <a:pt x="143681" y="49880"/>
                </a:cubicBezTo>
                <a:cubicBezTo>
                  <a:pt x="143681" y="53304"/>
                  <a:pt x="146510" y="56282"/>
                  <a:pt x="150083" y="56282"/>
                </a:cubicBezTo>
                <a:cubicBezTo>
                  <a:pt x="153655" y="56282"/>
                  <a:pt x="156783" y="53304"/>
                  <a:pt x="156783" y="50028"/>
                </a:cubicBezTo>
                <a:cubicBezTo>
                  <a:pt x="156783" y="49432"/>
                  <a:pt x="156633" y="48689"/>
                  <a:pt x="156485" y="47647"/>
                </a:cubicBezTo>
                <a:cubicBezTo>
                  <a:pt x="156188" y="46306"/>
                  <a:pt x="156038" y="45116"/>
                  <a:pt x="156038" y="44073"/>
                </a:cubicBezTo>
                <a:cubicBezTo>
                  <a:pt x="156038" y="40054"/>
                  <a:pt x="160802" y="36778"/>
                  <a:pt x="166759" y="36778"/>
                </a:cubicBezTo>
                <a:cubicBezTo>
                  <a:pt x="174054" y="36778"/>
                  <a:pt x="178073" y="41094"/>
                  <a:pt x="178073" y="49135"/>
                </a:cubicBezTo>
                <a:lnTo>
                  <a:pt x="178073" y="58218"/>
                </a:lnTo>
                <a:cubicBezTo>
                  <a:pt x="155293" y="67301"/>
                  <a:pt x="152614" y="68639"/>
                  <a:pt x="146212" y="74298"/>
                </a:cubicBezTo>
                <a:cubicBezTo>
                  <a:pt x="142936" y="77277"/>
                  <a:pt x="140850" y="82339"/>
                  <a:pt x="140850" y="87251"/>
                </a:cubicBezTo>
                <a:cubicBezTo>
                  <a:pt x="140850" y="96631"/>
                  <a:pt x="147402" y="103184"/>
                  <a:pt x="156485" y="103184"/>
                </a:cubicBezTo>
                <a:cubicBezTo>
                  <a:pt x="163035" y="103184"/>
                  <a:pt x="169140" y="100057"/>
                  <a:pt x="178223" y="92315"/>
                </a:cubicBezTo>
                <a:cubicBezTo>
                  <a:pt x="178968" y="100205"/>
                  <a:pt x="181647" y="103184"/>
                  <a:pt x="187752" y="103184"/>
                </a:cubicBezTo>
                <a:cubicBezTo>
                  <a:pt x="192813" y="103184"/>
                  <a:pt x="195942" y="101396"/>
                  <a:pt x="201151" y="95738"/>
                </a:cubicBezTo>
                <a:lnTo>
                  <a:pt x="201151" y="91867"/>
                </a:lnTo>
                <a:moveTo>
                  <a:pt x="178073" y="83382"/>
                </a:moveTo>
                <a:cubicBezTo>
                  <a:pt x="178073" y="87848"/>
                  <a:pt x="177330" y="89486"/>
                  <a:pt x="174202" y="91272"/>
                </a:cubicBezTo>
                <a:cubicBezTo>
                  <a:pt x="170480" y="93355"/>
                  <a:pt x="166461" y="94548"/>
                  <a:pt x="163333" y="94548"/>
                </a:cubicBezTo>
                <a:cubicBezTo>
                  <a:pt x="158124" y="94548"/>
                  <a:pt x="153955" y="89486"/>
                  <a:pt x="153955" y="83082"/>
                </a:cubicBezTo>
                <a:lnTo>
                  <a:pt x="153955" y="82486"/>
                </a:lnTo>
                <a:cubicBezTo>
                  <a:pt x="154102" y="73553"/>
                  <a:pt x="160654" y="67896"/>
                  <a:pt x="178073" y="61792"/>
                </a:cubicBezTo>
                <a:lnTo>
                  <a:pt x="178073" y="83382"/>
                </a:lnTo>
                <a:close/>
                <a:moveTo>
                  <a:pt x="204576" y="101693"/>
                </a:moveTo>
                <a:lnTo>
                  <a:pt x="239714" y="101693"/>
                </a:lnTo>
                <a:lnTo>
                  <a:pt x="239714" y="99460"/>
                </a:lnTo>
                <a:cubicBezTo>
                  <a:pt x="230335" y="99015"/>
                  <a:pt x="228697" y="97524"/>
                  <a:pt x="228547" y="89186"/>
                </a:cubicBezTo>
                <a:lnTo>
                  <a:pt x="228547" y="298"/>
                </a:lnTo>
                <a:lnTo>
                  <a:pt x="227952" y="0"/>
                </a:lnTo>
                <a:cubicBezTo>
                  <a:pt x="220359" y="2383"/>
                  <a:pt x="214850" y="4021"/>
                  <a:pt x="204279" y="6552"/>
                </a:cubicBezTo>
                <a:lnTo>
                  <a:pt x="204279" y="8933"/>
                </a:lnTo>
                <a:lnTo>
                  <a:pt x="205172" y="8933"/>
                </a:lnTo>
                <a:cubicBezTo>
                  <a:pt x="206810" y="8785"/>
                  <a:pt x="208595" y="8636"/>
                  <a:pt x="209788" y="8636"/>
                </a:cubicBezTo>
                <a:cubicBezTo>
                  <a:pt x="214552" y="8636"/>
                  <a:pt x="216040" y="10721"/>
                  <a:pt x="216040" y="17719"/>
                </a:cubicBezTo>
                <a:lnTo>
                  <a:pt x="216040" y="88741"/>
                </a:lnTo>
                <a:cubicBezTo>
                  <a:pt x="215893" y="96781"/>
                  <a:pt x="213807" y="98865"/>
                  <a:pt x="204576" y="99460"/>
                </a:cubicBezTo>
                <a:lnTo>
                  <a:pt x="204576" y="101693"/>
                </a:lnTo>
                <a:close/>
                <a:moveTo>
                  <a:pt x="314458" y="34692"/>
                </a:moveTo>
                <a:lnTo>
                  <a:pt x="294358" y="34692"/>
                </a:lnTo>
                <a:lnTo>
                  <a:pt x="294358" y="36925"/>
                </a:lnTo>
                <a:cubicBezTo>
                  <a:pt x="299122" y="36925"/>
                  <a:pt x="301506" y="38266"/>
                  <a:pt x="301506" y="40649"/>
                </a:cubicBezTo>
                <a:cubicBezTo>
                  <a:pt x="301506" y="41244"/>
                  <a:pt x="301356" y="42137"/>
                  <a:pt x="300908" y="43180"/>
                </a:cubicBezTo>
                <a:lnTo>
                  <a:pt x="286466" y="84274"/>
                </a:lnTo>
                <a:lnTo>
                  <a:pt x="269344" y="46604"/>
                </a:lnTo>
                <a:cubicBezTo>
                  <a:pt x="268449" y="44520"/>
                  <a:pt x="267854" y="42435"/>
                  <a:pt x="267854" y="40947"/>
                </a:cubicBezTo>
                <a:cubicBezTo>
                  <a:pt x="267854" y="38266"/>
                  <a:pt x="270087" y="37223"/>
                  <a:pt x="276490" y="36925"/>
                </a:cubicBezTo>
                <a:lnTo>
                  <a:pt x="276490" y="34692"/>
                </a:lnTo>
                <a:lnTo>
                  <a:pt x="245819" y="34692"/>
                </a:lnTo>
                <a:lnTo>
                  <a:pt x="245819" y="36778"/>
                </a:lnTo>
                <a:cubicBezTo>
                  <a:pt x="249690" y="37373"/>
                  <a:pt x="252221" y="39011"/>
                  <a:pt x="253412" y="41542"/>
                </a:cubicBezTo>
                <a:lnTo>
                  <a:pt x="270385" y="78170"/>
                </a:lnTo>
                <a:cubicBezTo>
                  <a:pt x="272173" y="82189"/>
                  <a:pt x="272321" y="82339"/>
                  <a:pt x="273066" y="83827"/>
                </a:cubicBezTo>
                <a:cubicBezTo>
                  <a:pt x="277235" y="91272"/>
                  <a:pt x="279618" y="96781"/>
                  <a:pt x="279618" y="99015"/>
                </a:cubicBezTo>
                <a:cubicBezTo>
                  <a:pt x="279618" y="101396"/>
                  <a:pt x="276192" y="110479"/>
                  <a:pt x="273661" y="115095"/>
                </a:cubicBezTo>
                <a:cubicBezTo>
                  <a:pt x="271428" y="118817"/>
                  <a:pt x="268302" y="121645"/>
                  <a:pt x="266216" y="121645"/>
                </a:cubicBezTo>
                <a:cubicBezTo>
                  <a:pt x="265323" y="121645"/>
                  <a:pt x="263983" y="121347"/>
                  <a:pt x="262347" y="120605"/>
                </a:cubicBezTo>
                <a:cubicBezTo>
                  <a:pt x="259666" y="119562"/>
                  <a:pt x="256985" y="118967"/>
                  <a:pt x="254604" y="118967"/>
                </a:cubicBezTo>
                <a:cubicBezTo>
                  <a:pt x="251031" y="118967"/>
                  <a:pt x="248202" y="121795"/>
                  <a:pt x="248202" y="125516"/>
                </a:cubicBezTo>
                <a:cubicBezTo>
                  <a:pt x="248202" y="130431"/>
                  <a:pt x="252816" y="134152"/>
                  <a:pt x="259219" y="134152"/>
                </a:cubicBezTo>
                <a:cubicBezTo>
                  <a:pt x="269344" y="134152"/>
                  <a:pt x="276192" y="125964"/>
                  <a:pt x="284382" y="104374"/>
                </a:cubicBezTo>
                <a:lnTo>
                  <a:pt x="307310" y="43625"/>
                </a:lnTo>
                <a:cubicBezTo>
                  <a:pt x="309246" y="38861"/>
                  <a:pt x="310884" y="37373"/>
                  <a:pt x="314458" y="36925"/>
                </a:cubicBezTo>
                <a:lnTo>
                  <a:pt x="314458" y="34692"/>
                </a:lnTo>
                <a:close/>
                <a:moveTo>
                  <a:pt x="364485" y="54942"/>
                </a:moveTo>
                <a:lnTo>
                  <a:pt x="363890" y="34544"/>
                </a:lnTo>
                <a:lnTo>
                  <a:pt x="362252" y="34544"/>
                </a:lnTo>
                <a:cubicBezTo>
                  <a:pt x="361509" y="35735"/>
                  <a:pt x="360764" y="36183"/>
                  <a:pt x="359871" y="36183"/>
                </a:cubicBezTo>
                <a:cubicBezTo>
                  <a:pt x="358978" y="36183"/>
                  <a:pt x="357488" y="35885"/>
                  <a:pt x="355850" y="35140"/>
                </a:cubicBezTo>
                <a:cubicBezTo>
                  <a:pt x="352426" y="33949"/>
                  <a:pt x="349002" y="33204"/>
                  <a:pt x="345428" y="33204"/>
                </a:cubicBezTo>
                <a:cubicBezTo>
                  <a:pt x="333664" y="33204"/>
                  <a:pt x="325179" y="40947"/>
                  <a:pt x="325179" y="51666"/>
                </a:cubicBezTo>
                <a:cubicBezTo>
                  <a:pt x="325179" y="60004"/>
                  <a:pt x="329943" y="65960"/>
                  <a:pt x="342600" y="73108"/>
                </a:cubicBezTo>
                <a:lnTo>
                  <a:pt x="351235" y="78020"/>
                </a:lnTo>
                <a:cubicBezTo>
                  <a:pt x="356445" y="80998"/>
                  <a:pt x="358978" y="84572"/>
                  <a:pt x="358978" y="89186"/>
                </a:cubicBezTo>
                <a:cubicBezTo>
                  <a:pt x="358978" y="95738"/>
                  <a:pt x="354212" y="99907"/>
                  <a:pt x="346619" y="99907"/>
                </a:cubicBezTo>
                <a:cubicBezTo>
                  <a:pt x="336345" y="99907"/>
                  <a:pt x="331134" y="94250"/>
                  <a:pt x="327710" y="79063"/>
                </a:cubicBezTo>
                <a:lnTo>
                  <a:pt x="325327" y="79063"/>
                </a:lnTo>
                <a:lnTo>
                  <a:pt x="325327" y="102291"/>
                </a:lnTo>
                <a:lnTo>
                  <a:pt x="327262" y="102291"/>
                </a:lnTo>
                <a:cubicBezTo>
                  <a:pt x="328305" y="100800"/>
                  <a:pt x="328900" y="100503"/>
                  <a:pt x="330688" y="100503"/>
                </a:cubicBezTo>
                <a:cubicBezTo>
                  <a:pt x="332326" y="100503"/>
                  <a:pt x="334112" y="100800"/>
                  <a:pt x="337536" y="101693"/>
                </a:cubicBezTo>
                <a:cubicBezTo>
                  <a:pt x="341557" y="102588"/>
                  <a:pt x="345428" y="103184"/>
                  <a:pt x="348405" y="103184"/>
                </a:cubicBezTo>
                <a:cubicBezTo>
                  <a:pt x="360019" y="103184"/>
                  <a:pt x="369399" y="94548"/>
                  <a:pt x="369399" y="84124"/>
                </a:cubicBezTo>
                <a:cubicBezTo>
                  <a:pt x="369399" y="76679"/>
                  <a:pt x="365826" y="71768"/>
                  <a:pt x="356893" y="66406"/>
                </a:cubicBezTo>
                <a:lnTo>
                  <a:pt x="340812" y="56877"/>
                </a:lnTo>
                <a:cubicBezTo>
                  <a:pt x="336643" y="54346"/>
                  <a:pt x="334410" y="50773"/>
                  <a:pt x="334410" y="46754"/>
                </a:cubicBezTo>
                <a:cubicBezTo>
                  <a:pt x="334410" y="40649"/>
                  <a:pt x="339026" y="36628"/>
                  <a:pt x="345874" y="36628"/>
                </a:cubicBezTo>
                <a:cubicBezTo>
                  <a:pt x="354362" y="36628"/>
                  <a:pt x="358828" y="41542"/>
                  <a:pt x="362252" y="54942"/>
                </a:cubicBezTo>
                <a:lnTo>
                  <a:pt x="364485" y="54942"/>
                </a:lnTo>
                <a:close/>
                <a:moveTo>
                  <a:pt x="377886" y="101693"/>
                </a:moveTo>
                <a:lnTo>
                  <a:pt x="413174" y="101693"/>
                </a:lnTo>
                <a:lnTo>
                  <a:pt x="413174" y="99460"/>
                </a:lnTo>
                <a:cubicBezTo>
                  <a:pt x="403348" y="98717"/>
                  <a:pt x="402305" y="97377"/>
                  <a:pt x="402155" y="86508"/>
                </a:cubicBezTo>
                <a:lnTo>
                  <a:pt x="402155" y="33649"/>
                </a:lnTo>
                <a:lnTo>
                  <a:pt x="401560" y="33204"/>
                </a:lnTo>
                <a:lnTo>
                  <a:pt x="378482" y="41392"/>
                </a:lnTo>
                <a:lnTo>
                  <a:pt x="378482" y="43625"/>
                </a:lnTo>
                <a:lnTo>
                  <a:pt x="379674" y="43478"/>
                </a:lnTo>
                <a:cubicBezTo>
                  <a:pt x="381460" y="43180"/>
                  <a:pt x="383246" y="43030"/>
                  <a:pt x="384736" y="43030"/>
                </a:cubicBezTo>
                <a:cubicBezTo>
                  <a:pt x="388310" y="43030"/>
                  <a:pt x="389648" y="45413"/>
                  <a:pt x="389648" y="51963"/>
                </a:cubicBezTo>
                <a:lnTo>
                  <a:pt x="389648" y="86508"/>
                </a:lnTo>
                <a:cubicBezTo>
                  <a:pt x="389350" y="97524"/>
                  <a:pt x="388012" y="99015"/>
                  <a:pt x="377886" y="99460"/>
                </a:cubicBezTo>
                <a:lnTo>
                  <a:pt x="377886" y="101693"/>
                </a:lnTo>
                <a:moveTo>
                  <a:pt x="394562" y="0"/>
                </a:moveTo>
                <a:cubicBezTo>
                  <a:pt x="390543" y="0"/>
                  <a:pt x="387117" y="3426"/>
                  <a:pt x="387117" y="7595"/>
                </a:cubicBezTo>
                <a:cubicBezTo>
                  <a:pt x="387117" y="11912"/>
                  <a:pt x="390393" y="15188"/>
                  <a:pt x="394562" y="15188"/>
                </a:cubicBezTo>
                <a:cubicBezTo>
                  <a:pt x="399029" y="15188"/>
                  <a:pt x="402305" y="11912"/>
                  <a:pt x="402305" y="7595"/>
                </a:cubicBezTo>
                <a:cubicBezTo>
                  <a:pt x="402305" y="3276"/>
                  <a:pt x="398881" y="0"/>
                  <a:pt x="394562" y="0"/>
                </a:cubicBezTo>
                <a:close/>
                <a:moveTo>
                  <a:pt x="463796" y="54942"/>
                </a:moveTo>
                <a:lnTo>
                  <a:pt x="463201" y="34544"/>
                </a:lnTo>
                <a:lnTo>
                  <a:pt x="461563" y="34544"/>
                </a:lnTo>
                <a:cubicBezTo>
                  <a:pt x="460820" y="35735"/>
                  <a:pt x="460075" y="36183"/>
                  <a:pt x="459182" y="36183"/>
                </a:cubicBezTo>
                <a:cubicBezTo>
                  <a:pt x="458289" y="36183"/>
                  <a:pt x="456799" y="35885"/>
                  <a:pt x="455161" y="35140"/>
                </a:cubicBezTo>
                <a:cubicBezTo>
                  <a:pt x="451737" y="33949"/>
                  <a:pt x="448313" y="33204"/>
                  <a:pt x="444739" y="33204"/>
                </a:cubicBezTo>
                <a:cubicBezTo>
                  <a:pt x="432975" y="33204"/>
                  <a:pt x="424490" y="40947"/>
                  <a:pt x="424490" y="51666"/>
                </a:cubicBezTo>
                <a:cubicBezTo>
                  <a:pt x="424490" y="60004"/>
                  <a:pt x="429254" y="65960"/>
                  <a:pt x="441911" y="73108"/>
                </a:cubicBezTo>
                <a:lnTo>
                  <a:pt x="450546" y="78020"/>
                </a:lnTo>
                <a:cubicBezTo>
                  <a:pt x="455756" y="80998"/>
                  <a:pt x="458289" y="84572"/>
                  <a:pt x="458289" y="89186"/>
                </a:cubicBezTo>
                <a:cubicBezTo>
                  <a:pt x="458289" y="95738"/>
                  <a:pt x="453523" y="99907"/>
                  <a:pt x="445930" y="99907"/>
                </a:cubicBezTo>
                <a:cubicBezTo>
                  <a:pt x="435656" y="99907"/>
                  <a:pt x="430445" y="94250"/>
                  <a:pt x="427021" y="79063"/>
                </a:cubicBezTo>
                <a:lnTo>
                  <a:pt x="424638" y="79063"/>
                </a:lnTo>
                <a:lnTo>
                  <a:pt x="424638" y="102291"/>
                </a:lnTo>
                <a:lnTo>
                  <a:pt x="426573" y="102291"/>
                </a:lnTo>
                <a:cubicBezTo>
                  <a:pt x="427616" y="100800"/>
                  <a:pt x="428211" y="100503"/>
                  <a:pt x="429999" y="100503"/>
                </a:cubicBezTo>
                <a:cubicBezTo>
                  <a:pt x="431637" y="100503"/>
                  <a:pt x="433423" y="100800"/>
                  <a:pt x="436847" y="101693"/>
                </a:cubicBezTo>
                <a:cubicBezTo>
                  <a:pt x="440868" y="102588"/>
                  <a:pt x="444739" y="103184"/>
                  <a:pt x="447716" y="103184"/>
                </a:cubicBezTo>
                <a:cubicBezTo>
                  <a:pt x="459330" y="103184"/>
                  <a:pt x="468710" y="94548"/>
                  <a:pt x="468710" y="84124"/>
                </a:cubicBezTo>
                <a:cubicBezTo>
                  <a:pt x="468710" y="76679"/>
                  <a:pt x="465137" y="71768"/>
                  <a:pt x="456203" y="66406"/>
                </a:cubicBezTo>
                <a:lnTo>
                  <a:pt x="440123" y="56877"/>
                </a:lnTo>
                <a:cubicBezTo>
                  <a:pt x="435954" y="54346"/>
                  <a:pt x="433721" y="50773"/>
                  <a:pt x="433721" y="46754"/>
                </a:cubicBezTo>
                <a:cubicBezTo>
                  <a:pt x="433721" y="40649"/>
                  <a:pt x="438337" y="36628"/>
                  <a:pt x="445185" y="36628"/>
                </a:cubicBezTo>
                <a:cubicBezTo>
                  <a:pt x="453673" y="36628"/>
                  <a:pt x="458139" y="41542"/>
                  <a:pt x="461563" y="54942"/>
                </a:cubicBezTo>
                <a:lnTo>
                  <a:pt x="463796" y="54942"/>
                </a:lnTo>
                <a:close/>
                <a:moveTo>
                  <a:pt x="557600" y="1043"/>
                </a:moveTo>
                <a:cubicBezTo>
                  <a:pt x="546582" y="8338"/>
                  <a:pt x="542115" y="12062"/>
                  <a:pt x="536606" y="18909"/>
                </a:cubicBezTo>
                <a:cubicBezTo>
                  <a:pt x="526034" y="31864"/>
                  <a:pt x="520823" y="46754"/>
                  <a:pt x="520823" y="64172"/>
                </a:cubicBezTo>
                <a:cubicBezTo>
                  <a:pt x="520823" y="83232"/>
                  <a:pt x="526332" y="97674"/>
                  <a:pt x="539434" y="112862"/>
                </a:cubicBezTo>
                <a:cubicBezTo>
                  <a:pt x="545539" y="120007"/>
                  <a:pt x="549410" y="123283"/>
                  <a:pt x="557153" y="128047"/>
                </a:cubicBezTo>
                <a:lnTo>
                  <a:pt x="558939" y="125666"/>
                </a:lnTo>
                <a:cubicBezTo>
                  <a:pt x="547029" y="116286"/>
                  <a:pt x="542860" y="110926"/>
                  <a:pt x="538839" y="99907"/>
                </a:cubicBezTo>
                <a:cubicBezTo>
                  <a:pt x="535265" y="89931"/>
                  <a:pt x="533627" y="78765"/>
                  <a:pt x="533627" y="63727"/>
                </a:cubicBezTo>
                <a:cubicBezTo>
                  <a:pt x="533627" y="48092"/>
                  <a:pt x="535563" y="35735"/>
                  <a:pt x="539584" y="26652"/>
                </a:cubicBezTo>
                <a:cubicBezTo>
                  <a:pt x="543753" y="17421"/>
                  <a:pt x="548220" y="12062"/>
                  <a:pt x="558939" y="3426"/>
                </a:cubicBezTo>
                <a:lnTo>
                  <a:pt x="557600" y="1043"/>
                </a:lnTo>
                <a:close/>
                <a:moveTo>
                  <a:pt x="692049" y="3128"/>
                </a:moveTo>
                <a:lnTo>
                  <a:pt x="662419" y="3128"/>
                </a:lnTo>
                <a:lnTo>
                  <a:pt x="629515" y="78317"/>
                </a:lnTo>
                <a:lnTo>
                  <a:pt x="595120" y="3128"/>
                </a:lnTo>
                <a:lnTo>
                  <a:pt x="565640" y="3128"/>
                </a:lnTo>
                <a:lnTo>
                  <a:pt x="565640" y="5957"/>
                </a:lnTo>
                <a:cubicBezTo>
                  <a:pt x="577849" y="6552"/>
                  <a:pt x="579487" y="8190"/>
                  <a:pt x="579785" y="19357"/>
                </a:cubicBezTo>
                <a:lnTo>
                  <a:pt x="579785" y="79808"/>
                </a:lnTo>
                <a:cubicBezTo>
                  <a:pt x="579487" y="95591"/>
                  <a:pt x="577551" y="98122"/>
                  <a:pt x="565342" y="98865"/>
                </a:cubicBezTo>
                <a:lnTo>
                  <a:pt x="565342" y="101693"/>
                </a:lnTo>
                <a:lnTo>
                  <a:pt x="600332" y="101693"/>
                </a:lnTo>
                <a:lnTo>
                  <a:pt x="600332" y="98865"/>
                </a:lnTo>
                <a:cubicBezTo>
                  <a:pt x="588868" y="98269"/>
                  <a:pt x="586634" y="95143"/>
                  <a:pt x="586337" y="79808"/>
                </a:cubicBezTo>
                <a:lnTo>
                  <a:pt x="586337" y="19804"/>
                </a:lnTo>
                <a:lnTo>
                  <a:pt x="623707" y="101693"/>
                </a:lnTo>
                <a:lnTo>
                  <a:pt x="625793" y="101693"/>
                </a:lnTo>
                <a:lnTo>
                  <a:pt x="663909" y="16378"/>
                </a:lnTo>
                <a:lnTo>
                  <a:pt x="663909" y="83827"/>
                </a:lnTo>
                <a:cubicBezTo>
                  <a:pt x="663759" y="96484"/>
                  <a:pt x="662121" y="98122"/>
                  <a:pt x="650359" y="98865"/>
                </a:cubicBezTo>
                <a:lnTo>
                  <a:pt x="650359" y="101693"/>
                </a:lnTo>
                <a:lnTo>
                  <a:pt x="692049" y="101693"/>
                </a:lnTo>
                <a:lnTo>
                  <a:pt x="692049" y="98865"/>
                </a:lnTo>
                <a:cubicBezTo>
                  <a:pt x="681330" y="98269"/>
                  <a:pt x="679394" y="96186"/>
                  <a:pt x="679097" y="85465"/>
                </a:cubicBezTo>
                <a:lnTo>
                  <a:pt x="679097" y="19357"/>
                </a:lnTo>
                <a:cubicBezTo>
                  <a:pt x="679394" y="8636"/>
                  <a:pt x="681180" y="6700"/>
                  <a:pt x="692049" y="5957"/>
                </a:cubicBezTo>
                <a:lnTo>
                  <a:pt x="692049" y="3128"/>
                </a:lnTo>
                <a:close/>
                <a:moveTo>
                  <a:pt x="761730" y="91867"/>
                </a:moveTo>
                <a:cubicBezTo>
                  <a:pt x="759199" y="93953"/>
                  <a:pt x="757413" y="94696"/>
                  <a:pt x="755180" y="94696"/>
                </a:cubicBezTo>
                <a:cubicBezTo>
                  <a:pt x="751756" y="94696"/>
                  <a:pt x="750713" y="92612"/>
                  <a:pt x="750713" y="86060"/>
                </a:cubicBezTo>
                <a:lnTo>
                  <a:pt x="750713" y="57027"/>
                </a:lnTo>
                <a:cubicBezTo>
                  <a:pt x="750713" y="49285"/>
                  <a:pt x="749968" y="44966"/>
                  <a:pt x="747735" y="41392"/>
                </a:cubicBezTo>
                <a:cubicBezTo>
                  <a:pt x="744459" y="36033"/>
                  <a:pt x="738056" y="33204"/>
                  <a:pt x="729273" y="33204"/>
                </a:cubicBezTo>
                <a:cubicBezTo>
                  <a:pt x="715276" y="33204"/>
                  <a:pt x="704259" y="40499"/>
                  <a:pt x="704259" y="49880"/>
                </a:cubicBezTo>
                <a:cubicBezTo>
                  <a:pt x="704259" y="53304"/>
                  <a:pt x="707088" y="56282"/>
                  <a:pt x="710662" y="56282"/>
                </a:cubicBezTo>
                <a:cubicBezTo>
                  <a:pt x="714233" y="56282"/>
                  <a:pt x="717361" y="53304"/>
                  <a:pt x="717361" y="50028"/>
                </a:cubicBezTo>
                <a:cubicBezTo>
                  <a:pt x="717361" y="49432"/>
                  <a:pt x="717212" y="48689"/>
                  <a:pt x="717064" y="47647"/>
                </a:cubicBezTo>
                <a:cubicBezTo>
                  <a:pt x="716766" y="46306"/>
                  <a:pt x="716616" y="45116"/>
                  <a:pt x="716616" y="44073"/>
                </a:cubicBezTo>
                <a:cubicBezTo>
                  <a:pt x="716616" y="40054"/>
                  <a:pt x="721380" y="36778"/>
                  <a:pt x="727337" y="36778"/>
                </a:cubicBezTo>
                <a:cubicBezTo>
                  <a:pt x="734633" y="36778"/>
                  <a:pt x="738652" y="41094"/>
                  <a:pt x="738652" y="49135"/>
                </a:cubicBezTo>
                <a:lnTo>
                  <a:pt x="738652" y="58218"/>
                </a:lnTo>
                <a:cubicBezTo>
                  <a:pt x="715871" y="67301"/>
                  <a:pt x="713192" y="68639"/>
                  <a:pt x="706790" y="74298"/>
                </a:cubicBezTo>
                <a:cubicBezTo>
                  <a:pt x="703514" y="77277"/>
                  <a:pt x="701429" y="82339"/>
                  <a:pt x="701429" y="87251"/>
                </a:cubicBezTo>
                <a:cubicBezTo>
                  <a:pt x="701429" y="96631"/>
                  <a:pt x="707981" y="103184"/>
                  <a:pt x="717064" y="103184"/>
                </a:cubicBezTo>
                <a:cubicBezTo>
                  <a:pt x="723614" y="103184"/>
                  <a:pt x="729718" y="100057"/>
                  <a:pt x="738802" y="92315"/>
                </a:cubicBezTo>
                <a:cubicBezTo>
                  <a:pt x="739547" y="100205"/>
                  <a:pt x="742225" y="103184"/>
                  <a:pt x="748330" y="103184"/>
                </a:cubicBezTo>
                <a:cubicBezTo>
                  <a:pt x="753392" y="103184"/>
                  <a:pt x="756520" y="101396"/>
                  <a:pt x="761730" y="95738"/>
                </a:cubicBezTo>
                <a:lnTo>
                  <a:pt x="761730" y="91867"/>
                </a:lnTo>
                <a:moveTo>
                  <a:pt x="738652" y="83382"/>
                </a:moveTo>
                <a:cubicBezTo>
                  <a:pt x="738652" y="87848"/>
                  <a:pt x="737909" y="89486"/>
                  <a:pt x="734780" y="91272"/>
                </a:cubicBezTo>
                <a:cubicBezTo>
                  <a:pt x="731059" y="93355"/>
                  <a:pt x="727040" y="94548"/>
                  <a:pt x="723911" y="94548"/>
                </a:cubicBezTo>
                <a:cubicBezTo>
                  <a:pt x="718702" y="94548"/>
                  <a:pt x="714533" y="89486"/>
                  <a:pt x="714533" y="83082"/>
                </a:cubicBezTo>
                <a:lnTo>
                  <a:pt x="714533" y="82486"/>
                </a:lnTo>
                <a:cubicBezTo>
                  <a:pt x="714681" y="73553"/>
                  <a:pt x="721233" y="67896"/>
                  <a:pt x="738652" y="61792"/>
                </a:cubicBezTo>
                <a:lnTo>
                  <a:pt x="738652" y="83382"/>
                </a:lnTo>
                <a:close/>
                <a:moveTo>
                  <a:pt x="764707" y="101693"/>
                </a:moveTo>
                <a:lnTo>
                  <a:pt x="796273" y="101693"/>
                </a:lnTo>
                <a:lnTo>
                  <a:pt x="796273" y="99460"/>
                </a:lnTo>
                <a:cubicBezTo>
                  <a:pt x="788828" y="99015"/>
                  <a:pt x="786445" y="97079"/>
                  <a:pt x="786445" y="91719"/>
                </a:cubicBezTo>
                <a:lnTo>
                  <a:pt x="786445" y="49880"/>
                </a:lnTo>
                <a:cubicBezTo>
                  <a:pt x="793593" y="43180"/>
                  <a:pt x="796869" y="41392"/>
                  <a:pt x="801783" y="41392"/>
                </a:cubicBezTo>
                <a:cubicBezTo>
                  <a:pt x="809078" y="41392"/>
                  <a:pt x="812652" y="46009"/>
                  <a:pt x="812652" y="55835"/>
                </a:cubicBezTo>
                <a:lnTo>
                  <a:pt x="812652" y="86953"/>
                </a:lnTo>
                <a:cubicBezTo>
                  <a:pt x="812354" y="96631"/>
                  <a:pt x="810566" y="99015"/>
                  <a:pt x="803271" y="99460"/>
                </a:cubicBezTo>
                <a:lnTo>
                  <a:pt x="803271" y="101693"/>
                </a:lnTo>
                <a:lnTo>
                  <a:pt x="834242" y="101693"/>
                </a:lnTo>
                <a:lnTo>
                  <a:pt x="834242" y="99460"/>
                </a:lnTo>
                <a:cubicBezTo>
                  <a:pt x="826944" y="98717"/>
                  <a:pt x="825306" y="96929"/>
                  <a:pt x="825158" y="89634"/>
                </a:cubicBezTo>
                <a:lnTo>
                  <a:pt x="825158" y="55537"/>
                </a:lnTo>
                <a:cubicBezTo>
                  <a:pt x="825158" y="41542"/>
                  <a:pt x="818606" y="33204"/>
                  <a:pt x="807590" y="33204"/>
                </a:cubicBezTo>
                <a:cubicBezTo>
                  <a:pt x="800740" y="33204"/>
                  <a:pt x="796123" y="35735"/>
                  <a:pt x="786000" y="45263"/>
                </a:cubicBezTo>
                <a:lnTo>
                  <a:pt x="786000" y="33502"/>
                </a:lnTo>
                <a:lnTo>
                  <a:pt x="784957" y="33204"/>
                </a:lnTo>
                <a:cubicBezTo>
                  <a:pt x="777214" y="36033"/>
                  <a:pt x="772152" y="37671"/>
                  <a:pt x="764410" y="39904"/>
                </a:cubicBezTo>
                <a:lnTo>
                  <a:pt x="764410" y="42435"/>
                </a:lnTo>
                <a:cubicBezTo>
                  <a:pt x="765453" y="41990"/>
                  <a:pt x="766793" y="41840"/>
                  <a:pt x="768431" y="41840"/>
                </a:cubicBezTo>
                <a:cubicBezTo>
                  <a:pt x="772600" y="41840"/>
                  <a:pt x="773938" y="44073"/>
                  <a:pt x="773938" y="51368"/>
                </a:cubicBezTo>
                <a:lnTo>
                  <a:pt x="773938" y="88293"/>
                </a:lnTo>
                <a:cubicBezTo>
                  <a:pt x="773791" y="97079"/>
                  <a:pt x="772152" y="99015"/>
                  <a:pt x="764707" y="99460"/>
                </a:cubicBezTo>
                <a:lnTo>
                  <a:pt x="764707" y="101693"/>
                </a:lnTo>
                <a:close/>
                <a:moveTo>
                  <a:pt x="907793" y="94250"/>
                </a:moveTo>
                <a:lnTo>
                  <a:pt x="907050" y="94250"/>
                </a:lnTo>
                <a:cubicBezTo>
                  <a:pt x="899753" y="93953"/>
                  <a:pt x="898712" y="92760"/>
                  <a:pt x="898562" y="85762"/>
                </a:cubicBezTo>
                <a:lnTo>
                  <a:pt x="898562" y="34692"/>
                </a:lnTo>
                <a:lnTo>
                  <a:pt x="875036" y="34692"/>
                </a:lnTo>
                <a:lnTo>
                  <a:pt x="875036" y="37223"/>
                </a:lnTo>
                <a:cubicBezTo>
                  <a:pt x="884270" y="37671"/>
                  <a:pt x="886055" y="39159"/>
                  <a:pt x="886055" y="46604"/>
                </a:cubicBezTo>
                <a:lnTo>
                  <a:pt x="886055" y="81594"/>
                </a:lnTo>
                <a:cubicBezTo>
                  <a:pt x="886055" y="85762"/>
                  <a:pt x="885310" y="87848"/>
                  <a:pt x="883227" y="89486"/>
                </a:cubicBezTo>
                <a:cubicBezTo>
                  <a:pt x="879205" y="92760"/>
                  <a:pt x="874591" y="94548"/>
                  <a:pt x="870125" y="94548"/>
                </a:cubicBezTo>
                <a:cubicBezTo>
                  <a:pt x="864318" y="94548"/>
                  <a:pt x="859553" y="89486"/>
                  <a:pt x="859553" y="83232"/>
                </a:cubicBezTo>
                <a:lnTo>
                  <a:pt x="859553" y="34692"/>
                </a:lnTo>
                <a:lnTo>
                  <a:pt x="837813" y="34692"/>
                </a:lnTo>
                <a:lnTo>
                  <a:pt x="837813" y="36778"/>
                </a:lnTo>
                <a:cubicBezTo>
                  <a:pt x="844813" y="37075"/>
                  <a:pt x="846897" y="39159"/>
                  <a:pt x="847046" y="46306"/>
                </a:cubicBezTo>
                <a:lnTo>
                  <a:pt x="847046" y="83827"/>
                </a:lnTo>
                <a:cubicBezTo>
                  <a:pt x="847046" y="95591"/>
                  <a:pt x="854192" y="103184"/>
                  <a:pt x="865060" y="103184"/>
                </a:cubicBezTo>
                <a:cubicBezTo>
                  <a:pt x="870570" y="103184"/>
                  <a:pt x="876377" y="100800"/>
                  <a:pt x="880398" y="96781"/>
                </a:cubicBezTo>
                <a:lnTo>
                  <a:pt x="886800" y="90379"/>
                </a:lnTo>
                <a:lnTo>
                  <a:pt x="886800" y="102736"/>
                </a:lnTo>
                <a:lnTo>
                  <a:pt x="887396" y="103034"/>
                </a:lnTo>
                <a:cubicBezTo>
                  <a:pt x="894841" y="100057"/>
                  <a:pt x="900200" y="98419"/>
                  <a:pt x="907793" y="96334"/>
                </a:cubicBezTo>
                <a:lnTo>
                  <a:pt x="907793" y="94250"/>
                </a:lnTo>
                <a:close/>
                <a:moveTo>
                  <a:pt x="977324" y="91867"/>
                </a:moveTo>
                <a:cubicBezTo>
                  <a:pt x="974793" y="93953"/>
                  <a:pt x="973008" y="94696"/>
                  <a:pt x="970774" y="94696"/>
                </a:cubicBezTo>
                <a:cubicBezTo>
                  <a:pt x="967351" y="94696"/>
                  <a:pt x="966308" y="92612"/>
                  <a:pt x="966308" y="86060"/>
                </a:cubicBezTo>
                <a:lnTo>
                  <a:pt x="966308" y="57027"/>
                </a:lnTo>
                <a:cubicBezTo>
                  <a:pt x="966308" y="49285"/>
                  <a:pt x="965563" y="44966"/>
                  <a:pt x="963329" y="41392"/>
                </a:cubicBezTo>
                <a:cubicBezTo>
                  <a:pt x="960053" y="36033"/>
                  <a:pt x="953651" y="33204"/>
                  <a:pt x="944868" y="33204"/>
                </a:cubicBezTo>
                <a:cubicBezTo>
                  <a:pt x="930871" y="33204"/>
                  <a:pt x="919854" y="40499"/>
                  <a:pt x="919854" y="49880"/>
                </a:cubicBezTo>
                <a:cubicBezTo>
                  <a:pt x="919854" y="53304"/>
                  <a:pt x="922683" y="56282"/>
                  <a:pt x="926256" y="56282"/>
                </a:cubicBezTo>
                <a:cubicBezTo>
                  <a:pt x="929828" y="56282"/>
                  <a:pt x="932956" y="53304"/>
                  <a:pt x="932956" y="50028"/>
                </a:cubicBezTo>
                <a:cubicBezTo>
                  <a:pt x="932956" y="49432"/>
                  <a:pt x="932806" y="48689"/>
                  <a:pt x="932658" y="47647"/>
                </a:cubicBezTo>
                <a:cubicBezTo>
                  <a:pt x="932361" y="46306"/>
                  <a:pt x="932211" y="45116"/>
                  <a:pt x="932211" y="44073"/>
                </a:cubicBezTo>
                <a:cubicBezTo>
                  <a:pt x="932211" y="40054"/>
                  <a:pt x="936975" y="36778"/>
                  <a:pt x="942932" y="36778"/>
                </a:cubicBezTo>
                <a:cubicBezTo>
                  <a:pt x="950227" y="36778"/>
                  <a:pt x="954246" y="41094"/>
                  <a:pt x="954246" y="49135"/>
                </a:cubicBezTo>
                <a:lnTo>
                  <a:pt x="954246" y="58218"/>
                </a:lnTo>
                <a:cubicBezTo>
                  <a:pt x="931466" y="67301"/>
                  <a:pt x="928787" y="68639"/>
                  <a:pt x="922385" y="74298"/>
                </a:cubicBezTo>
                <a:cubicBezTo>
                  <a:pt x="919109" y="77277"/>
                  <a:pt x="917023" y="82339"/>
                  <a:pt x="917023" y="87251"/>
                </a:cubicBezTo>
                <a:cubicBezTo>
                  <a:pt x="917023" y="96631"/>
                  <a:pt x="923575" y="103184"/>
                  <a:pt x="932658" y="103184"/>
                </a:cubicBezTo>
                <a:cubicBezTo>
                  <a:pt x="939208" y="103184"/>
                  <a:pt x="945313" y="100057"/>
                  <a:pt x="954396" y="92315"/>
                </a:cubicBezTo>
                <a:cubicBezTo>
                  <a:pt x="955141" y="100205"/>
                  <a:pt x="957820" y="103184"/>
                  <a:pt x="963925" y="103184"/>
                </a:cubicBezTo>
                <a:cubicBezTo>
                  <a:pt x="968986" y="103184"/>
                  <a:pt x="972115" y="101396"/>
                  <a:pt x="977324" y="95738"/>
                </a:cubicBezTo>
                <a:lnTo>
                  <a:pt x="977324" y="91867"/>
                </a:lnTo>
                <a:moveTo>
                  <a:pt x="954246" y="83382"/>
                </a:moveTo>
                <a:cubicBezTo>
                  <a:pt x="954246" y="87848"/>
                  <a:pt x="953503" y="89486"/>
                  <a:pt x="950375" y="91272"/>
                </a:cubicBezTo>
                <a:cubicBezTo>
                  <a:pt x="946653" y="93355"/>
                  <a:pt x="942634" y="94548"/>
                  <a:pt x="939506" y="94548"/>
                </a:cubicBezTo>
                <a:cubicBezTo>
                  <a:pt x="934297" y="94548"/>
                  <a:pt x="930128" y="89486"/>
                  <a:pt x="930128" y="83082"/>
                </a:cubicBezTo>
                <a:lnTo>
                  <a:pt x="930128" y="82486"/>
                </a:lnTo>
                <a:cubicBezTo>
                  <a:pt x="930275" y="73553"/>
                  <a:pt x="936827" y="67896"/>
                  <a:pt x="954246" y="61792"/>
                </a:cubicBezTo>
                <a:lnTo>
                  <a:pt x="954246" y="83382"/>
                </a:lnTo>
                <a:close/>
                <a:moveTo>
                  <a:pt x="981643" y="101693"/>
                </a:moveTo>
                <a:lnTo>
                  <a:pt x="1016781" y="101693"/>
                </a:lnTo>
                <a:lnTo>
                  <a:pt x="1016781" y="99460"/>
                </a:lnTo>
                <a:cubicBezTo>
                  <a:pt x="1007402" y="99015"/>
                  <a:pt x="1005764" y="97524"/>
                  <a:pt x="1005614" y="89186"/>
                </a:cubicBezTo>
                <a:lnTo>
                  <a:pt x="1005614" y="298"/>
                </a:lnTo>
                <a:lnTo>
                  <a:pt x="1005019" y="0"/>
                </a:lnTo>
                <a:cubicBezTo>
                  <a:pt x="997426" y="2383"/>
                  <a:pt x="991917" y="4021"/>
                  <a:pt x="981346" y="6552"/>
                </a:cubicBezTo>
                <a:lnTo>
                  <a:pt x="981346" y="8933"/>
                </a:lnTo>
                <a:lnTo>
                  <a:pt x="982239" y="8933"/>
                </a:lnTo>
                <a:cubicBezTo>
                  <a:pt x="983877" y="8785"/>
                  <a:pt x="985662" y="8636"/>
                  <a:pt x="986855" y="8636"/>
                </a:cubicBezTo>
                <a:cubicBezTo>
                  <a:pt x="991619" y="8636"/>
                  <a:pt x="993108" y="10721"/>
                  <a:pt x="993108" y="17719"/>
                </a:cubicBezTo>
                <a:lnTo>
                  <a:pt x="993108" y="88741"/>
                </a:lnTo>
                <a:cubicBezTo>
                  <a:pt x="992960" y="96781"/>
                  <a:pt x="990874" y="98865"/>
                  <a:pt x="981643" y="99460"/>
                </a:cubicBezTo>
                <a:lnTo>
                  <a:pt x="981643" y="101693"/>
                </a:lnTo>
                <a:close/>
                <a:moveTo>
                  <a:pt x="1025567" y="128047"/>
                </a:moveTo>
                <a:cubicBezTo>
                  <a:pt x="1036585" y="120752"/>
                  <a:pt x="1041052" y="117031"/>
                  <a:pt x="1046559" y="110181"/>
                </a:cubicBezTo>
                <a:cubicBezTo>
                  <a:pt x="1057133" y="97227"/>
                  <a:pt x="1062342" y="82339"/>
                  <a:pt x="1062342" y="64918"/>
                </a:cubicBezTo>
                <a:cubicBezTo>
                  <a:pt x="1062342" y="45859"/>
                  <a:pt x="1056833" y="31416"/>
                  <a:pt x="1043731" y="16231"/>
                </a:cubicBezTo>
                <a:cubicBezTo>
                  <a:pt x="1037626" y="9083"/>
                  <a:pt x="1033755" y="5807"/>
                  <a:pt x="1026012" y="1043"/>
                </a:cubicBezTo>
                <a:lnTo>
                  <a:pt x="1024226" y="3426"/>
                </a:lnTo>
                <a:cubicBezTo>
                  <a:pt x="1036138" y="12805"/>
                  <a:pt x="1040157" y="18016"/>
                  <a:pt x="1044326" y="29183"/>
                </a:cubicBezTo>
                <a:cubicBezTo>
                  <a:pt x="1047900" y="39159"/>
                  <a:pt x="1049538" y="50327"/>
                  <a:pt x="1049538" y="65365"/>
                </a:cubicBezTo>
                <a:cubicBezTo>
                  <a:pt x="1049538" y="80998"/>
                  <a:pt x="1047602" y="93208"/>
                  <a:pt x="1043583" y="102291"/>
                </a:cubicBezTo>
                <a:cubicBezTo>
                  <a:pt x="1039562" y="111521"/>
                  <a:pt x="1034947" y="117031"/>
                  <a:pt x="1024226" y="125666"/>
                </a:cubicBezTo>
                <a:lnTo>
                  <a:pt x="1025567" y="128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49fe646604df3"/>
          <a:stretch xmlns:a="http://schemas.openxmlformats.org/drawingml/2006/main"/>
        </p:blipFill>
        <p:spPr>
          <a:xfrm xmlns:a="http://schemas.openxmlformats.org/drawingml/2006/main">
            <a:off x="11458345" y="2142678"/>
            <a:ext cx="605644" cy="605644"/>
          </a:xfrm>
          <a:prstGeom xmlns:a="http://schemas.openxmlformats.org/drawingml/2006/main" prst="rect">
            <a:avLst/>
          </a:prstGeom>
        </p:spPr>
      </p:pic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2797C-9AB1-4259-AA29-752A268E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9" y="2254067"/>
            <a:ext cx="1560569" cy="474664"/>
          </a:xfrm>
          <a:custGeom xmlns:a="http://schemas.openxmlformats.org/drawingml/2006/main">
            <a:pathLst>
              <a:path w="1560569" h="474664" fill="none">
                <a:moveTo>
                  <a:pt x="0" y="79111"/>
                </a:moveTo>
                <a:cubicBezTo>
                  <a:pt x="0" y="35451"/>
                  <a:pt x="35423" y="0"/>
                  <a:pt x="79111" y="0"/>
                </a:cubicBezTo>
                <a:lnTo>
                  <a:pt x="1481458" y="0"/>
                </a:lnTo>
                <a:cubicBezTo>
                  <a:pt x="1525119" y="0"/>
                  <a:pt x="1560569" y="35451"/>
                  <a:pt x="1560569" y="79111"/>
                </a:cubicBezTo>
                <a:lnTo>
                  <a:pt x="1560569" y="395553"/>
                </a:lnTo>
                <a:cubicBezTo>
                  <a:pt x="1560569" y="439241"/>
                  <a:pt x="1525119" y="474664"/>
                  <a:pt x="1481458" y="474664"/>
                </a:cubicBezTo>
                <a:lnTo>
                  <a:pt x="79111" y="474664"/>
                </a:lnTo>
                <a:cubicBezTo>
                  <a:pt x="35423" y="474664"/>
                  <a:pt x="0" y="439241"/>
                  <a:pt x="0" y="395553"/>
                </a:cubicBezTo>
                <a:lnTo>
                  <a:pt x="0" y="791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123" name="Text Procedure-compliant">
            <a:extLst xmlns:a="http://schemas.openxmlformats.org/drawingml/2006/main">
              <a:ext uri="{FF2B5EF4-FFF2-40B4-BE49-F238E27FC236}">
                <a16:creationId xmlns:a16="http://schemas.microsoft.com/office/drawing/2014/main" id="{55D80B76-C8C1-43B2-A8C9-51BAD98F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34" y="2353323"/>
            <a:ext cx="1247807" cy="134004"/>
          </a:xfrm>
          <a:custGeom xmlns:a="http://schemas.openxmlformats.org/drawingml/2006/main">
            <a:pathLst>
              <a:path w="1247807" h="134004">
                <a:moveTo>
                  <a:pt x="0" y="5957"/>
                </a:moveTo>
                <a:cubicBezTo>
                  <a:pt x="11019" y="7147"/>
                  <a:pt x="12359" y="8488"/>
                  <a:pt x="12507" y="19357"/>
                </a:cubicBezTo>
                <a:lnTo>
                  <a:pt x="12507" y="83827"/>
                </a:lnTo>
                <a:cubicBezTo>
                  <a:pt x="12359" y="96484"/>
                  <a:pt x="11316" y="97824"/>
                  <a:pt x="0" y="98865"/>
                </a:cubicBezTo>
                <a:lnTo>
                  <a:pt x="0" y="101693"/>
                </a:lnTo>
                <a:lnTo>
                  <a:pt x="41690" y="101693"/>
                </a:lnTo>
                <a:lnTo>
                  <a:pt x="41690" y="98865"/>
                </a:lnTo>
                <a:cubicBezTo>
                  <a:pt x="29928" y="98567"/>
                  <a:pt x="27842" y="96484"/>
                  <a:pt x="27695" y="85465"/>
                </a:cubicBezTo>
                <a:lnTo>
                  <a:pt x="27695" y="58365"/>
                </a:lnTo>
                <a:cubicBezTo>
                  <a:pt x="31566" y="58665"/>
                  <a:pt x="34097" y="58813"/>
                  <a:pt x="37968" y="58813"/>
                </a:cubicBezTo>
                <a:cubicBezTo>
                  <a:pt x="49730" y="58813"/>
                  <a:pt x="57623" y="57325"/>
                  <a:pt x="64025" y="53751"/>
                </a:cubicBezTo>
                <a:cubicBezTo>
                  <a:pt x="72958" y="48987"/>
                  <a:pt x="78317" y="39904"/>
                  <a:pt x="78317" y="30078"/>
                </a:cubicBezTo>
                <a:cubicBezTo>
                  <a:pt x="78317" y="23823"/>
                  <a:pt x="76234" y="18166"/>
                  <a:pt x="72213" y="13847"/>
                </a:cubicBezTo>
                <a:cubicBezTo>
                  <a:pt x="66258" y="7297"/>
                  <a:pt x="53304" y="3128"/>
                  <a:pt x="39309" y="3128"/>
                </a:cubicBezTo>
                <a:lnTo>
                  <a:pt x="0" y="3128"/>
                </a:lnTo>
                <a:lnTo>
                  <a:pt x="0" y="5957"/>
                </a:lnTo>
                <a:moveTo>
                  <a:pt x="27695" y="13700"/>
                </a:moveTo>
                <a:cubicBezTo>
                  <a:pt x="27695" y="9678"/>
                  <a:pt x="28737" y="8636"/>
                  <a:pt x="32756" y="8636"/>
                </a:cubicBezTo>
                <a:cubicBezTo>
                  <a:pt x="52856" y="8636"/>
                  <a:pt x="62089" y="15635"/>
                  <a:pt x="62089" y="30971"/>
                </a:cubicBezTo>
                <a:cubicBezTo>
                  <a:pt x="62089" y="45413"/>
                  <a:pt x="53304" y="52858"/>
                  <a:pt x="36180" y="52858"/>
                </a:cubicBezTo>
                <a:cubicBezTo>
                  <a:pt x="33204" y="52858"/>
                  <a:pt x="31118" y="52708"/>
                  <a:pt x="27695" y="52411"/>
                </a:cubicBezTo>
                <a:lnTo>
                  <a:pt x="27695" y="13700"/>
                </a:lnTo>
                <a:close/>
                <a:moveTo>
                  <a:pt x="81146" y="101693"/>
                </a:moveTo>
                <a:lnTo>
                  <a:pt x="116881" y="101693"/>
                </a:lnTo>
                <a:lnTo>
                  <a:pt x="116881" y="99460"/>
                </a:lnTo>
                <a:cubicBezTo>
                  <a:pt x="106905" y="99162"/>
                  <a:pt x="104522" y="97079"/>
                  <a:pt x="104224" y="88293"/>
                </a:cubicBezTo>
                <a:lnTo>
                  <a:pt x="104224" y="54794"/>
                </a:lnTo>
                <a:cubicBezTo>
                  <a:pt x="104224" y="50028"/>
                  <a:pt x="110479" y="42585"/>
                  <a:pt x="114648" y="42585"/>
                </a:cubicBezTo>
                <a:cubicBezTo>
                  <a:pt x="115540" y="42585"/>
                  <a:pt x="116881" y="43328"/>
                  <a:pt x="118519" y="44818"/>
                </a:cubicBezTo>
                <a:cubicBezTo>
                  <a:pt x="120752" y="47051"/>
                  <a:pt x="122538" y="47794"/>
                  <a:pt x="124474" y="47794"/>
                </a:cubicBezTo>
                <a:cubicBezTo>
                  <a:pt x="128047" y="47794"/>
                  <a:pt x="130281" y="45263"/>
                  <a:pt x="130281" y="41094"/>
                </a:cubicBezTo>
                <a:cubicBezTo>
                  <a:pt x="130281" y="36183"/>
                  <a:pt x="127155" y="33204"/>
                  <a:pt x="122093" y="33204"/>
                </a:cubicBezTo>
                <a:cubicBezTo>
                  <a:pt x="115838" y="33204"/>
                  <a:pt x="111669" y="36480"/>
                  <a:pt x="104224" y="47199"/>
                </a:cubicBezTo>
                <a:lnTo>
                  <a:pt x="104224" y="33502"/>
                </a:lnTo>
                <a:lnTo>
                  <a:pt x="103481" y="33204"/>
                </a:lnTo>
                <a:cubicBezTo>
                  <a:pt x="95143" y="36480"/>
                  <a:pt x="89782" y="38563"/>
                  <a:pt x="81444" y="41244"/>
                </a:cubicBezTo>
                <a:lnTo>
                  <a:pt x="81444" y="43625"/>
                </a:lnTo>
                <a:cubicBezTo>
                  <a:pt x="83529" y="43180"/>
                  <a:pt x="84870" y="43030"/>
                  <a:pt x="86655" y="43030"/>
                </a:cubicBezTo>
                <a:cubicBezTo>
                  <a:pt x="90377" y="43030"/>
                  <a:pt x="91717" y="45413"/>
                  <a:pt x="91717" y="51963"/>
                </a:cubicBezTo>
                <a:lnTo>
                  <a:pt x="91717" y="89186"/>
                </a:lnTo>
                <a:cubicBezTo>
                  <a:pt x="91420" y="96929"/>
                  <a:pt x="90527" y="97824"/>
                  <a:pt x="81146" y="99460"/>
                </a:cubicBezTo>
                <a:lnTo>
                  <a:pt x="81146" y="101693"/>
                </a:lnTo>
                <a:close/>
                <a:moveTo>
                  <a:pt x="167207" y="33204"/>
                </a:moveTo>
                <a:cubicBezTo>
                  <a:pt x="147701" y="33204"/>
                  <a:pt x="134301" y="47497"/>
                  <a:pt x="134301" y="68044"/>
                </a:cubicBezTo>
                <a:cubicBezTo>
                  <a:pt x="134301" y="88293"/>
                  <a:pt x="148148" y="103184"/>
                  <a:pt x="166907" y="103184"/>
                </a:cubicBezTo>
                <a:cubicBezTo>
                  <a:pt x="185669" y="103184"/>
                  <a:pt x="199961" y="87550"/>
                  <a:pt x="199961" y="66853"/>
                </a:cubicBezTo>
                <a:cubicBezTo>
                  <a:pt x="199961" y="47199"/>
                  <a:pt x="186264" y="33204"/>
                  <a:pt x="167207" y="33204"/>
                </a:cubicBezTo>
                <a:moveTo>
                  <a:pt x="165272" y="37373"/>
                </a:moveTo>
                <a:cubicBezTo>
                  <a:pt x="177778" y="37373"/>
                  <a:pt x="186562" y="51666"/>
                  <a:pt x="186562" y="72065"/>
                </a:cubicBezTo>
                <a:cubicBezTo>
                  <a:pt x="186562" y="89039"/>
                  <a:pt x="179862" y="99015"/>
                  <a:pt x="168695" y="99015"/>
                </a:cubicBezTo>
                <a:cubicBezTo>
                  <a:pt x="162888" y="99015"/>
                  <a:pt x="157379" y="95441"/>
                  <a:pt x="154253" y="89486"/>
                </a:cubicBezTo>
                <a:cubicBezTo>
                  <a:pt x="150084" y="81743"/>
                  <a:pt x="147701" y="71320"/>
                  <a:pt x="147701" y="60749"/>
                </a:cubicBezTo>
                <a:cubicBezTo>
                  <a:pt x="147701" y="46604"/>
                  <a:pt x="154550" y="37373"/>
                  <a:pt x="165272" y="37373"/>
                </a:cubicBezTo>
                <a:close/>
                <a:moveTo>
                  <a:pt x="263689" y="78467"/>
                </a:moveTo>
                <a:cubicBezTo>
                  <a:pt x="256541" y="88889"/>
                  <a:pt x="251182" y="92462"/>
                  <a:pt x="242694" y="92462"/>
                </a:cubicBezTo>
                <a:cubicBezTo>
                  <a:pt x="228996" y="92462"/>
                  <a:pt x="219616" y="80551"/>
                  <a:pt x="219616" y="63430"/>
                </a:cubicBezTo>
                <a:cubicBezTo>
                  <a:pt x="219616" y="47944"/>
                  <a:pt x="227806" y="37521"/>
                  <a:pt x="239865" y="37521"/>
                </a:cubicBezTo>
                <a:cubicBezTo>
                  <a:pt x="245225" y="37521"/>
                  <a:pt x="247160" y="39011"/>
                  <a:pt x="248651" y="44668"/>
                </a:cubicBezTo>
                <a:lnTo>
                  <a:pt x="249544" y="47944"/>
                </a:lnTo>
                <a:cubicBezTo>
                  <a:pt x="250734" y="52263"/>
                  <a:pt x="253415" y="54794"/>
                  <a:pt x="256691" y="54794"/>
                </a:cubicBezTo>
                <a:cubicBezTo>
                  <a:pt x="260562" y="54794"/>
                  <a:pt x="263689" y="51963"/>
                  <a:pt x="263689" y="48539"/>
                </a:cubicBezTo>
                <a:cubicBezTo>
                  <a:pt x="263689" y="40202"/>
                  <a:pt x="253265" y="33204"/>
                  <a:pt x="240758" y="33204"/>
                </a:cubicBezTo>
                <a:cubicBezTo>
                  <a:pt x="233463" y="33204"/>
                  <a:pt x="225870" y="36183"/>
                  <a:pt x="219766" y="41542"/>
                </a:cubicBezTo>
                <a:cubicBezTo>
                  <a:pt x="212321" y="48092"/>
                  <a:pt x="208152" y="58218"/>
                  <a:pt x="208152" y="70129"/>
                </a:cubicBezTo>
                <a:cubicBezTo>
                  <a:pt x="208152" y="89336"/>
                  <a:pt x="219913" y="103184"/>
                  <a:pt x="236442" y="103184"/>
                </a:cubicBezTo>
                <a:cubicBezTo>
                  <a:pt x="243141" y="103184"/>
                  <a:pt x="249096" y="100800"/>
                  <a:pt x="254458" y="96186"/>
                </a:cubicBezTo>
                <a:cubicBezTo>
                  <a:pt x="258477" y="92760"/>
                  <a:pt x="261305" y="88591"/>
                  <a:pt x="265772" y="79808"/>
                </a:cubicBezTo>
                <a:lnTo>
                  <a:pt x="263689" y="78467"/>
                </a:lnTo>
                <a:close/>
                <a:moveTo>
                  <a:pt x="331285" y="77277"/>
                </a:moveTo>
                <a:cubicBezTo>
                  <a:pt x="324140" y="88591"/>
                  <a:pt x="317735" y="92910"/>
                  <a:pt x="308207" y="92910"/>
                </a:cubicBezTo>
                <a:cubicBezTo>
                  <a:pt x="299721" y="92910"/>
                  <a:pt x="293319" y="88591"/>
                  <a:pt x="289000" y="80105"/>
                </a:cubicBezTo>
                <a:cubicBezTo>
                  <a:pt x="286319" y="74446"/>
                  <a:pt x="285279" y="69682"/>
                  <a:pt x="284981" y="60451"/>
                </a:cubicBezTo>
                <a:lnTo>
                  <a:pt x="330840" y="60451"/>
                </a:lnTo>
                <a:cubicBezTo>
                  <a:pt x="329647" y="50773"/>
                  <a:pt x="328159" y="46456"/>
                  <a:pt x="324437" y="41690"/>
                </a:cubicBezTo>
                <a:cubicBezTo>
                  <a:pt x="319968" y="36330"/>
                  <a:pt x="313121" y="33204"/>
                  <a:pt x="305378" y="33204"/>
                </a:cubicBezTo>
                <a:cubicBezTo>
                  <a:pt x="297933" y="33204"/>
                  <a:pt x="290936" y="35885"/>
                  <a:pt x="285279" y="40947"/>
                </a:cubicBezTo>
                <a:cubicBezTo>
                  <a:pt x="278279" y="47051"/>
                  <a:pt x="274260" y="57623"/>
                  <a:pt x="274260" y="69832"/>
                </a:cubicBezTo>
                <a:cubicBezTo>
                  <a:pt x="274260" y="90379"/>
                  <a:pt x="284981" y="103184"/>
                  <a:pt x="302102" y="103184"/>
                </a:cubicBezTo>
                <a:cubicBezTo>
                  <a:pt x="316247" y="103184"/>
                  <a:pt x="327414" y="94398"/>
                  <a:pt x="333668" y="78317"/>
                </a:cubicBezTo>
                <a:lnTo>
                  <a:pt x="331285" y="77277"/>
                </a:lnTo>
                <a:moveTo>
                  <a:pt x="285279" y="55687"/>
                </a:moveTo>
                <a:cubicBezTo>
                  <a:pt x="286914" y="44073"/>
                  <a:pt x="291978" y="38563"/>
                  <a:pt x="301059" y="38563"/>
                </a:cubicBezTo>
                <a:cubicBezTo>
                  <a:pt x="310142" y="38563"/>
                  <a:pt x="313716" y="42732"/>
                  <a:pt x="315652" y="55687"/>
                </a:cubicBezTo>
                <a:lnTo>
                  <a:pt x="285279" y="55687"/>
                </a:lnTo>
                <a:close/>
                <a:moveTo>
                  <a:pt x="409752" y="93058"/>
                </a:moveTo>
                <a:cubicBezTo>
                  <a:pt x="407817" y="93208"/>
                  <a:pt x="406924" y="93208"/>
                  <a:pt x="406326" y="93208"/>
                </a:cubicBezTo>
                <a:cubicBezTo>
                  <a:pt x="401117" y="93208"/>
                  <a:pt x="399776" y="91570"/>
                  <a:pt x="399776" y="84720"/>
                </a:cubicBezTo>
                <a:lnTo>
                  <a:pt x="399776" y="298"/>
                </a:lnTo>
                <a:lnTo>
                  <a:pt x="399031" y="0"/>
                </a:lnTo>
                <a:cubicBezTo>
                  <a:pt x="392034" y="2383"/>
                  <a:pt x="386972" y="4021"/>
                  <a:pt x="377143" y="6552"/>
                </a:cubicBezTo>
                <a:lnTo>
                  <a:pt x="377143" y="8933"/>
                </a:lnTo>
                <a:cubicBezTo>
                  <a:pt x="378336" y="8785"/>
                  <a:pt x="379079" y="8785"/>
                  <a:pt x="380420" y="8785"/>
                </a:cubicBezTo>
                <a:cubicBezTo>
                  <a:pt x="385929" y="8785"/>
                  <a:pt x="387269" y="10274"/>
                  <a:pt x="387269" y="16378"/>
                </a:cubicBezTo>
                <a:lnTo>
                  <a:pt x="387269" y="39606"/>
                </a:lnTo>
                <a:cubicBezTo>
                  <a:pt x="381610" y="34842"/>
                  <a:pt x="377591" y="33204"/>
                  <a:pt x="371634" y="33204"/>
                </a:cubicBezTo>
                <a:cubicBezTo>
                  <a:pt x="354513" y="33204"/>
                  <a:pt x="340666" y="50028"/>
                  <a:pt x="340666" y="71172"/>
                </a:cubicBezTo>
                <a:cubicBezTo>
                  <a:pt x="340666" y="90229"/>
                  <a:pt x="351684" y="103184"/>
                  <a:pt x="368210" y="103184"/>
                </a:cubicBezTo>
                <a:cubicBezTo>
                  <a:pt x="376548" y="103184"/>
                  <a:pt x="382208" y="100205"/>
                  <a:pt x="387269" y="93208"/>
                </a:cubicBezTo>
                <a:lnTo>
                  <a:pt x="387269" y="102736"/>
                </a:lnTo>
                <a:lnTo>
                  <a:pt x="387865" y="103184"/>
                </a:lnTo>
                <a:lnTo>
                  <a:pt x="409752" y="95441"/>
                </a:lnTo>
                <a:lnTo>
                  <a:pt x="409752" y="93058"/>
                </a:lnTo>
                <a:moveTo>
                  <a:pt x="387269" y="86508"/>
                </a:moveTo>
                <a:cubicBezTo>
                  <a:pt x="387269" y="87550"/>
                  <a:pt x="386227" y="89336"/>
                  <a:pt x="384738" y="90974"/>
                </a:cubicBezTo>
                <a:cubicBezTo>
                  <a:pt x="382208" y="93953"/>
                  <a:pt x="378336" y="95441"/>
                  <a:pt x="374017" y="95441"/>
                </a:cubicBezTo>
                <a:cubicBezTo>
                  <a:pt x="361510" y="95441"/>
                  <a:pt x="353470" y="83529"/>
                  <a:pt x="353470" y="65068"/>
                </a:cubicBezTo>
                <a:cubicBezTo>
                  <a:pt x="353470" y="48392"/>
                  <a:pt x="360765" y="37373"/>
                  <a:pt x="372082" y="37373"/>
                </a:cubicBezTo>
                <a:cubicBezTo>
                  <a:pt x="380122" y="37373"/>
                  <a:pt x="387269" y="44370"/>
                  <a:pt x="387269" y="52263"/>
                </a:cubicBezTo>
                <a:lnTo>
                  <a:pt x="387269" y="86508"/>
                </a:lnTo>
                <a:close/>
                <a:moveTo>
                  <a:pt x="483006" y="94250"/>
                </a:moveTo>
                <a:lnTo>
                  <a:pt x="482263" y="94250"/>
                </a:lnTo>
                <a:cubicBezTo>
                  <a:pt x="474966" y="93953"/>
                  <a:pt x="473925" y="92760"/>
                  <a:pt x="473775" y="85762"/>
                </a:cubicBezTo>
                <a:lnTo>
                  <a:pt x="473775" y="34692"/>
                </a:lnTo>
                <a:lnTo>
                  <a:pt x="450250" y="34692"/>
                </a:lnTo>
                <a:lnTo>
                  <a:pt x="450250" y="37223"/>
                </a:lnTo>
                <a:cubicBezTo>
                  <a:pt x="459483" y="37671"/>
                  <a:pt x="461268" y="39159"/>
                  <a:pt x="461268" y="46604"/>
                </a:cubicBezTo>
                <a:lnTo>
                  <a:pt x="461268" y="81594"/>
                </a:lnTo>
                <a:cubicBezTo>
                  <a:pt x="461268" y="85762"/>
                  <a:pt x="460523" y="87848"/>
                  <a:pt x="458440" y="89486"/>
                </a:cubicBezTo>
                <a:cubicBezTo>
                  <a:pt x="454418" y="92760"/>
                  <a:pt x="449804" y="94548"/>
                  <a:pt x="445338" y="94548"/>
                </a:cubicBezTo>
                <a:cubicBezTo>
                  <a:pt x="439531" y="94548"/>
                  <a:pt x="434766" y="89486"/>
                  <a:pt x="434766" y="83232"/>
                </a:cubicBezTo>
                <a:lnTo>
                  <a:pt x="434766" y="34692"/>
                </a:lnTo>
                <a:lnTo>
                  <a:pt x="413026" y="34692"/>
                </a:lnTo>
                <a:lnTo>
                  <a:pt x="413026" y="36778"/>
                </a:lnTo>
                <a:cubicBezTo>
                  <a:pt x="420026" y="37075"/>
                  <a:pt x="422110" y="39159"/>
                  <a:pt x="422260" y="46306"/>
                </a:cubicBezTo>
                <a:lnTo>
                  <a:pt x="422260" y="83827"/>
                </a:lnTo>
                <a:cubicBezTo>
                  <a:pt x="422260" y="95591"/>
                  <a:pt x="429405" y="103184"/>
                  <a:pt x="440274" y="103184"/>
                </a:cubicBezTo>
                <a:cubicBezTo>
                  <a:pt x="445783" y="103184"/>
                  <a:pt x="451590" y="100800"/>
                  <a:pt x="455611" y="96781"/>
                </a:cubicBezTo>
                <a:lnTo>
                  <a:pt x="462013" y="90379"/>
                </a:lnTo>
                <a:lnTo>
                  <a:pt x="462013" y="102736"/>
                </a:lnTo>
                <a:lnTo>
                  <a:pt x="462609" y="103034"/>
                </a:lnTo>
                <a:cubicBezTo>
                  <a:pt x="470054" y="100057"/>
                  <a:pt x="475413" y="98419"/>
                  <a:pt x="483006" y="96334"/>
                </a:cubicBezTo>
                <a:lnTo>
                  <a:pt x="483006" y="94250"/>
                </a:lnTo>
                <a:close/>
                <a:moveTo>
                  <a:pt x="487324" y="101693"/>
                </a:moveTo>
                <a:lnTo>
                  <a:pt x="523059" y="101693"/>
                </a:lnTo>
                <a:lnTo>
                  <a:pt x="523059" y="99460"/>
                </a:lnTo>
                <a:cubicBezTo>
                  <a:pt x="513083" y="99162"/>
                  <a:pt x="510700" y="97079"/>
                  <a:pt x="510402" y="88293"/>
                </a:cubicBezTo>
                <a:lnTo>
                  <a:pt x="510402" y="54794"/>
                </a:lnTo>
                <a:cubicBezTo>
                  <a:pt x="510402" y="50028"/>
                  <a:pt x="516657" y="42585"/>
                  <a:pt x="520826" y="42585"/>
                </a:cubicBezTo>
                <a:cubicBezTo>
                  <a:pt x="521719" y="42585"/>
                  <a:pt x="523059" y="43328"/>
                  <a:pt x="524697" y="44818"/>
                </a:cubicBezTo>
                <a:cubicBezTo>
                  <a:pt x="526930" y="47051"/>
                  <a:pt x="528716" y="47794"/>
                  <a:pt x="530652" y="47794"/>
                </a:cubicBezTo>
                <a:cubicBezTo>
                  <a:pt x="534225" y="47794"/>
                  <a:pt x="536459" y="45263"/>
                  <a:pt x="536459" y="41094"/>
                </a:cubicBezTo>
                <a:cubicBezTo>
                  <a:pt x="536459" y="36183"/>
                  <a:pt x="533333" y="33204"/>
                  <a:pt x="528271" y="33204"/>
                </a:cubicBezTo>
                <a:cubicBezTo>
                  <a:pt x="522016" y="33204"/>
                  <a:pt x="517847" y="36480"/>
                  <a:pt x="510402" y="47199"/>
                </a:cubicBezTo>
                <a:lnTo>
                  <a:pt x="510402" y="33502"/>
                </a:lnTo>
                <a:lnTo>
                  <a:pt x="509659" y="33204"/>
                </a:lnTo>
                <a:cubicBezTo>
                  <a:pt x="501321" y="36480"/>
                  <a:pt x="495960" y="38563"/>
                  <a:pt x="487622" y="41244"/>
                </a:cubicBezTo>
                <a:lnTo>
                  <a:pt x="487622" y="43625"/>
                </a:lnTo>
                <a:cubicBezTo>
                  <a:pt x="489707" y="43180"/>
                  <a:pt x="491048" y="43030"/>
                  <a:pt x="492833" y="43030"/>
                </a:cubicBezTo>
                <a:cubicBezTo>
                  <a:pt x="496555" y="43030"/>
                  <a:pt x="497895" y="45413"/>
                  <a:pt x="497895" y="51963"/>
                </a:cubicBezTo>
                <a:lnTo>
                  <a:pt x="497895" y="89186"/>
                </a:lnTo>
                <a:cubicBezTo>
                  <a:pt x="497598" y="96929"/>
                  <a:pt x="496705" y="97824"/>
                  <a:pt x="487324" y="99460"/>
                </a:cubicBezTo>
                <a:lnTo>
                  <a:pt x="487324" y="101693"/>
                </a:lnTo>
                <a:close/>
                <a:moveTo>
                  <a:pt x="596909" y="77277"/>
                </a:moveTo>
                <a:cubicBezTo>
                  <a:pt x="589763" y="88591"/>
                  <a:pt x="583359" y="92910"/>
                  <a:pt x="573831" y="92910"/>
                </a:cubicBezTo>
                <a:cubicBezTo>
                  <a:pt x="565345" y="92910"/>
                  <a:pt x="558943" y="88591"/>
                  <a:pt x="554624" y="80105"/>
                </a:cubicBezTo>
                <a:cubicBezTo>
                  <a:pt x="551943" y="74446"/>
                  <a:pt x="550902" y="69682"/>
                  <a:pt x="550605" y="60451"/>
                </a:cubicBezTo>
                <a:lnTo>
                  <a:pt x="596463" y="60451"/>
                </a:lnTo>
                <a:cubicBezTo>
                  <a:pt x="595271" y="50773"/>
                  <a:pt x="593782" y="46456"/>
                  <a:pt x="590061" y="41690"/>
                </a:cubicBezTo>
                <a:cubicBezTo>
                  <a:pt x="585592" y="36330"/>
                  <a:pt x="578745" y="33204"/>
                  <a:pt x="571002" y="33204"/>
                </a:cubicBezTo>
                <a:cubicBezTo>
                  <a:pt x="563557" y="33204"/>
                  <a:pt x="556559" y="35885"/>
                  <a:pt x="550902" y="40947"/>
                </a:cubicBezTo>
                <a:cubicBezTo>
                  <a:pt x="543903" y="47051"/>
                  <a:pt x="539884" y="57623"/>
                  <a:pt x="539884" y="69832"/>
                </a:cubicBezTo>
                <a:cubicBezTo>
                  <a:pt x="539884" y="90379"/>
                  <a:pt x="550605" y="103184"/>
                  <a:pt x="567726" y="103184"/>
                </a:cubicBezTo>
                <a:cubicBezTo>
                  <a:pt x="581871" y="103184"/>
                  <a:pt x="593037" y="94398"/>
                  <a:pt x="599292" y="78317"/>
                </a:cubicBezTo>
                <a:lnTo>
                  <a:pt x="596909" y="77277"/>
                </a:lnTo>
                <a:moveTo>
                  <a:pt x="550902" y="55687"/>
                </a:moveTo>
                <a:cubicBezTo>
                  <a:pt x="552538" y="44073"/>
                  <a:pt x="557602" y="38563"/>
                  <a:pt x="566683" y="38563"/>
                </a:cubicBezTo>
                <a:cubicBezTo>
                  <a:pt x="575766" y="38563"/>
                  <a:pt x="579340" y="42732"/>
                  <a:pt x="581276" y="55687"/>
                </a:cubicBezTo>
                <a:lnTo>
                  <a:pt x="550902" y="55687"/>
                </a:lnTo>
                <a:close/>
                <a:moveTo>
                  <a:pt x="607911" y="63430"/>
                </a:moveTo>
                <a:lnTo>
                  <a:pt x="607911" y="72808"/>
                </a:lnTo>
                <a:lnTo>
                  <a:pt x="644539" y="72808"/>
                </a:lnTo>
                <a:lnTo>
                  <a:pt x="644539" y="63430"/>
                </a:lnTo>
                <a:lnTo>
                  <a:pt x="607911" y="63430"/>
                </a:lnTo>
                <a:close/>
                <a:moveTo>
                  <a:pt x="710902" y="78467"/>
                </a:moveTo>
                <a:cubicBezTo>
                  <a:pt x="703755" y="88889"/>
                  <a:pt x="698395" y="92462"/>
                  <a:pt x="689907" y="92462"/>
                </a:cubicBezTo>
                <a:cubicBezTo>
                  <a:pt x="676210" y="92462"/>
                  <a:pt x="666829" y="80551"/>
                  <a:pt x="666829" y="63430"/>
                </a:cubicBezTo>
                <a:cubicBezTo>
                  <a:pt x="666829" y="47944"/>
                  <a:pt x="675020" y="37521"/>
                  <a:pt x="687079" y="37521"/>
                </a:cubicBezTo>
                <a:cubicBezTo>
                  <a:pt x="692438" y="37521"/>
                  <a:pt x="694374" y="39011"/>
                  <a:pt x="695864" y="44668"/>
                </a:cubicBezTo>
                <a:lnTo>
                  <a:pt x="696757" y="47944"/>
                </a:lnTo>
                <a:cubicBezTo>
                  <a:pt x="697948" y="52263"/>
                  <a:pt x="700629" y="54794"/>
                  <a:pt x="703905" y="54794"/>
                </a:cubicBezTo>
                <a:cubicBezTo>
                  <a:pt x="707776" y="54794"/>
                  <a:pt x="710902" y="51963"/>
                  <a:pt x="710902" y="48539"/>
                </a:cubicBezTo>
                <a:cubicBezTo>
                  <a:pt x="710902" y="40202"/>
                  <a:pt x="700479" y="33204"/>
                  <a:pt x="687972" y="33204"/>
                </a:cubicBezTo>
                <a:cubicBezTo>
                  <a:pt x="680677" y="33204"/>
                  <a:pt x="673084" y="36183"/>
                  <a:pt x="666979" y="41542"/>
                </a:cubicBezTo>
                <a:cubicBezTo>
                  <a:pt x="659534" y="48092"/>
                  <a:pt x="655365" y="58218"/>
                  <a:pt x="655365" y="70129"/>
                </a:cubicBezTo>
                <a:cubicBezTo>
                  <a:pt x="655365" y="89336"/>
                  <a:pt x="667127" y="103184"/>
                  <a:pt x="683655" y="103184"/>
                </a:cubicBezTo>
                <a:cubicBezTo>
                  <a:pt x="690355" y="103184"/>
                  <a:pt x="696310" y="100800"/>
                  <a:pt x="701671" y="96186"/>
                </a:cubicBezTo>
                <a:cubicBezTo>
                  <a:pt x="705690" y="92760"/>
                  <a:pt x="708519" y="88591"/>
                  <a:pt x="712985" y="79808"/>
                </a:cubicBezTo>
                <a:lnTo>
                  <a:pt x="710902" y="78467"/>
                </a:lnTo>
                <a:close/>
                <a:moveTo>
                  <a:pt x="754975" y="33204"/>
                </a:moveTo>
                <a:cubicBezTo>
                  <a:pt x="735468" y="33204"/>
                  <a:pt x="722069" y="47497"/>
                  <a:pt x="722069" y="68044"/>
                </a:cubicBezTo>
                <a:cubicBezTo>
                  <a:pt x="722069" y="88293"/>
                  <a:pt x="735916" y="103184"/>
                  <a:pt x="754675" y="103184"/>
                </a:cubicBezTo>
                <a:cubicBezTo>
                  <a:pt x="773437" y="103184"/>
                  <a:pt x="787729" y="87550"/>
                  <a:pt x="787729" y="66853"/>
                </a:cubicBezTo>
                <a:cubicBezTo>
                  <a:pt x="787729" y="47199"/>
                  <a:pt x="774032" y="33204"/>
                  <a:pt x="754975" y="33204"/>
                </a:cubicBezTo>
                <a:moveTo>
                  <a:pt x="753039" y="37373"/>
                </a:moveTo>
                <a:cubicBezTo>
                  <a:pt x="765546" y="37373"/>
                  <a:pt x="774329" y="51666"/>
                  <a:pt x="774329" y="72065"/>
                </a:cubicBezTo>
                <a:cubicBezTo>
                  <a:pt x="774329" y="89039"/>
                  <a:pt x="767630" y="99015"/>
                  <a:pt x="756463" y="99015"/>
                </a:cubicBezTo>
                <a:cubicBezTo>
                  <a:pt x="750656" y="99015"/>
                  <a:pt x="745147" y="95441"/>
                  <a:pt x="742021" y="89486"/>
                </a:cubicBezTo>
                <a:cubicBezTo>
                  <a:pt x="737852" y="81743"/>
                  <a:pt x="735468" y="71320"/>
                  <a:pt x="735468" y="60749"/>
                </a:cubicBezTo>
                <a:cubicBezTo>
                  <a:pt x="735468" y="46604"/>
                  <a:pt x="742318" y="37373"/>
                  <a:pt x="753039" y="37373"/>
                </a:cubicBezTo>
                <a:close/>
                <a:moveTo>
                  <a:pt x="796068" y="101693"/>
                </a:moveTo>
                <a:lnTo>
                  <a:pt x="829122" y="101693"/>
                </a:lnTo>
                <a:lnTo>
                  <a:pt x="829122" y="99460"/>
                </a:lnTo>
                <a:cubicBezTo>
                  <a:pt x="821529" y="99312"/>
                  <a:pt x="819146" y="97674"/>
                  <a:pt x="818998" y="91719"/>
                </a:cubicBezTo>
                <a:lnTo>
                  <a:pt x="818998" y="49730"/>
                </a:lnTo>
                <a:cubicBezTo>
                  <a:pt x="818998" y="49432"/>
                  <a:pt x="820189" y="47944"/>
                  <a:pt x="821232" y="46901"/>
                </a:cubicBezTo>
                <a:cubicBezTo>
                  <a:pt x="824953" y="43478"/>
                  <a:pt x="831355" y="40947"/>
                  <a:pt x="836567" y="40947"/>
                </a:cubicBezTo>
                <a:cubicBezTo>
                  <a:pt x="843117" y="40947"/>
                  <a:pt x="846393" y="46158"/>
                  <a:pt x="846393" y="56580"/>
                </a:cubicBezTo>
                <a:lnTo>
                  <a:pt x="846393" y="88889"/>
                </a:lnTo>
                <a:cubicBezTo>
                  <a:pt x="846096" y="97377"/>
                  <a:pt x="844607" y="99015"/>
                  <a:pt x="836270" y="99460"/>
                </a:cubicBezTo>
                <a:lnTo>
                  <a:pt x="836270" y="101693"/>
                </a:lnTo>
                <a:lnTo>
                  <a:pt x="869621" y="101693"/>
                </a:lnTo>
                <a:lnTo>
                  <a:pt x="869621" y="99460"/>
                </a:lnTo>
                <a:cubicBezTo>
                  <a:pt x="861283" y="99460"/>
                  <a:pt x="859198" y="97079"/>
                  <a:pt x="858900" y="87550"/>
                </a:cubicBezTo>
                <a:lnTo>
                  <a:pt x="858900" y="50028"/>
                </a:lnTo>
                <a:cubicBezTo>
                  <a:pt x="863367" y="43625"/>
                  <a:pt x="868133" y="40947"/>
                  <a:pt x="875131" y="40947"/>
                </a:cubicBezTo>
                <a:cubicBezTo>
                  <a:pt x="883616" y="40947"/>
                  <a:pt x="886297" y="44966"/>
                  <a:pt x="886297" y="57325"/>
                </a:cubicBezTo>
                <a:lnTo>
                  <a:pt x="886297" y="88741"/>
                </a:lnTo>
                <a:cubicBezTo>
                  <a:pt x="885999" y="97524"/>
                  <a:pt x="885107" y="98567"/>
                  <a:pt x="876471" y="99460"/>
                </a:cubicBezTo>
                <a:lnTo>
                  <a:pt x="876471" y="101693"/>
                </a:lnTo>
                <a:lnTo>
                  <a:pt x="909078" y="101693"/>
                </a:lnTo>
                <a:lnTo>
                  <a:pt x="909078" y="99460"/>
                </a:lnTo>
                <a:lnTo>
                  <a:pt x="905206" y="99162"/>
                </a:lnTo>
                <a:cubicBezTo>
                  <a:pt x="900442" y="98419"/>
                  <a:pt x="898804" y="96186"/>
                  <a:pt x="898804" y="90379"/>
                </a:cubicBezTo>
                <a:lnTo>
                  <a:pt x="898804" y="59706"/>
                </a:lnTo>
                <a:cubicBezTo>
                  <a:pt x="898804" y="42137"/>
                  <a:pt x="892997" y="33204"/>
                  <a:pt x="881533" y="33204"/>
                </a:cubicBezTo>
                <a:cubicBezTo>
                  <a:pt x="872897" y="33204"/>
                  <a:pt x="865302" y="37075"/>
                  <a:pt x="857262" y="45711"/>
                </a:cubicBezTo>
                <a:cubicBezTo>
                  <a:pt x="854583" y="37223"/>
                  <a:pt x="849522" y="33204"/>
                  <a:pt x="841481" y="33204"/>
                </a:cubicBezTo>
                <a:cubicBezTo>
                  <a:pt x="834779" y="33204"/>
                  <a:pt x="830760" y="35140"/>
                  <a:pt x="818401" y="44668"/>
                </a:cubicBezTo>
                <a:lnTo>
                  <a:pt x="818401" y="33502"/>
                </a:lnTo>
                <a:lnTo>
                  <a:pt x="817360" y="33204"/>
                </a:lnTo>
                <a:cubicBezTo>
                  <a:pt x="809468" y="36033"/>
                  <a:pt x="804406" y="37671"/>
                  <a:pt x="796516" y="39904"/>
                </a:cubicBezTo>
                <a:lnTo>
                  <a:pt x="796516" y="42435"/>
                </a:lnTo>
                <a:cubicBezTo>
                  <a:pt x="798301" y="41990"/>
                  <a:pt x="799642" y="41840"/>
                  <a:pt x="801280" y="41840"/>
                </a:cubicBezTo>
                <a:cubicBezTo>
                  <a:pt x="805151" y="41840"/>
                  <a:pt x="806492" y="44223"/>
                  <a:pt x="806492" y="51368"/>
                </a:cubicBezTo>
                <a:lnTo>
                  <a:pt x="806492" y="89039"/>
                </a:lnTo>
                <a:cubicBezTo>
                  <a:pt x="806194" y="97377"/>
                  <a:pt x="804258" y="99460"/>
                  <a:pt x="796068" y="99460"/>
                </a:cubicBezTo>
                <a:lnTo>
                  <a:pt x="796068" y="101693"/>
                </a:lnTo>
                <a:close/>
                <a:moveTo>
                  <a:pt x="907439" y="134004"/>
                </a:moveTo>
                <a:lnTo>
                  <a:pt x="943472" y="134004"/>
                </a:lnTo>
                <a:lnTo>
                  <a:pt x="943472" y="131323"/>
                </a:lnTo>
                <a:cubicBezTo>
                  <a:pt x="932305" y="131176"/>
                  <a:pt x="930517" y="129685"/>
                  <a:pt x="930370" y="120157"/>
                </a:cubicBezTo>
                <a:lnTo>
                  <a:pt x="930370" y="96781"/>
                </a:lnTo>
                <a:cubicBezTo>
                  <a:pt x="935729" y="101693"/>
                  <a:pt x="939153" y="103184"/>
                  <a:pt x="945407" y="103184"/>
                </a:cubicBezTo>
                <a:cubicBezTo>
                  <a:pt x="963126" y="103184"/>
                  <a:pt x="976674" y="86508"/>
                  <a:pt x="976674" y="64918"/>
                </a:cubicBezTo>
                <a:cubicBezTo>
                  <a:pt x="976674" y="46456"/>
                  <a:pt x="966252" y="33204"/>
                  <a:pt x="951810" y="33204"/>
                </a:cubicBezTo>
                <a:cubicBezTo>
                  <a:pt x="943472" y="33204"/>
                  <a:pt x="936920" y="36778"/>
                  <a:pt x="930370" y="44966"/>
                </a:cubicBezTo>
                <a:lnTo>
                  <a:pt x="930370" y="33502"/>
                </a:lnTo>
                <a:lnTo>
                  <a:pt x="929477" y="33204"/>
                </a:lnTo>
                <a:cubicBezTo>
                  <a:pt x="921436" y="36330"/>
                  <a:pt x="916225" y="38266"/>
                  <a:pt x="908034" y="40797"/>
                </a:cubicBezTo>
                <a:lnTo>
                  <a:pt x="908034" y="43180"/>
                </a:lnTo>
                <a:cubicBezTo>
                  <a:pt x="909375" y="43030"/>
                  <a:pt x="910268" y="43030"/>
                  <a:pt x="911758" y="43030"/>
                </a:cubicBezTo>
                <a:cubicBezTo>
                  <a:pt x="916820" y="43030"/>
                  <a:pt x="917863" y="44520"/>
                  <a:pt x="917863" y="51518"/>
                </a:cubicBezTo>
                <a:lnTo>
                  <a:pt x="917863" y="121200"/>
                </a:lnTo>
                <a:cubicBezTo>
                  <a:pt x="917863" y="129090"/>
                  <a:pt x="916225" y="130581"/>
                  <a:pt x="907439" y="131473"/>
                </a:cubicBezTo>
                <a:lnTo>
                  <a:pt x="907439" y="134004"/>
                </a:lnTo>
                <a:moveTo>
                  <a:pt x="930370" y="51963"/>
                </a:moveTo>
                <a:cubicBezTo>
                  <a:pt x="930370" y="47497"/>
                  <a:pt x="938708" y="42137"/>
                  <a:pt x="945555" y="42137"/>
                </a:cubicBezTo>
                <a:cubicBezTo>
                  <a:pt x="956574" y="42137"/>
                  <a:pt x="963869" y="53454"/>
                  <a:pt x="963869" y="70875"/>
                </a:cubicBezTo>
                <a:cubicBezTo>
                  <a:pt x="963869" y="87251"/>
                  <a:pt x="956574" y="98419"/>
                  <a:pt x="945855" y="98419"/>
                </a:cubicBezTo>
                <a:cubicBezTo>
                  <a:pt x="938855" y="98419"/>
                  <a:pt x="930370" y="93058"/>
                  <a:pt x="930370" y="88591"/>
                </a:cubicBezTo>
                <a:lnTo>
                  <a:pt x="930370" y="51963"/>
                </a:lnTo>
                <a:close/>
                <a:moveTo>
                  <a:pt x="984715" y="101693"/>
                </a:moveTo>
                <a:lnTo>
                  <a:pt x="1019853" y="101693"/>
                </a:lnTo>
                <a:lnTo>
                  <a:pt x="1019853" y="99460"/>
                </a:lnTo>
                <a:cubicBezTo>
                  <a:pt x="1010474" y="99015"/>
                  <a:pt x="1008836" y="97524"/>
                  <a:pt x="1008686" y="89186"/>
                </a:cubicBezTo>
                <a:lnTo>
                  <a:pt x="1008686" y="298"/>
                </a:lnTo>
                <a:lnTo>
                  <a:pt x="1008091" y="0"/>
                </a:lnTo>
                <a:cubicBezTo>
                  <a:pt x="1000498" y="2383"/>
                  <a:pt x="994989" y="4021"/>
                  <a:pt x="984418" y="6552"/>
                </a:cubicBezTo>
                <a:lnTo>
                  <a:pt x="984418" y="8933"/>
                </a:lnTo>
                <a:lnTo>
                  <a:pt x="985310" y="8933"/>
                </a:lnTo>
                <a:cubicBezTo>
                  <a:pt x="986948" y="8785"/>
                  <a:pt x="988734" y="8636"/>
                  <a:pt x="989927" y="8636"/>
                </a:cubicBezTo>
                <a:cubicBezTo>
                  <a:pt x="994691" y="8636"/>
                  <a:pt x="996179" y="10721"/>
                  <a:pt x="996179" y="17719"/>
                </a:cubicBezTo>
                <a:lnTo>
                  <a:pt x="996179" y="88741"/>
                </a:lnTo>
                <a:cubicBezTo>
                  <a:pt x="996032" y="96781"/>
                  <a:pt x="993946" y="98865"/>
                  <a:pt x="984715" y="99460"/>
                </a:cubicBezTo>
                <a:lnTo>
                  <a:pt x="984715" y="101693"/>
                </a:lnTo>
                <a:close/>
                <a:moveTo>
                  <a:pt x="1025362" y="101693"/>
                </a:moveTo>
                <a:lnTo>
                  <a:pt x="1060649" y="101693"/>
                </a:lnTo>
                <a:lnTo>
                  <a:pt x="1060649" y="99460"/>
                </a:lnTo>
                <a:cubicBezTo>
                  <a:pt x="1050823" y="98717"/>
                  <a:pt x="1049780" y="97377"/>
                  <a:pt x="1049630" y="86508"/>
                </a:cubicBezTo>
                <a:lnTo>
                  <a:pt x="1049630" y="33649"/>
                </a:lnTo>
                <a:lnTo>
                  <a:pt x="1049035" y="33204"/>
                </a:lnTo>
                <a:lnTo>
                  <a:pt x="1025957" y="41392"/>
                </a:lnTo>
                <a:lnTo>
                  <a:pt x="1025957" y="43625"/>
                </a:lnTo>
                <a:lnTo>
                  <a:pt x="1027150" y="43478"/>
                </a:lnTo>
                <a:cubicBezTo>
                  <a:pt x="1028936" y="43180"/>
                  <a:pt x="1030721" y="43030"/>
                  <a:pt x="1032212" y="43030"/>
                </a:cubicBezTo>
                <a:cubicBezTo>
                  <a:pt x="1035785" y="43030"/>
                  <a:pt x="1037124" y="45413"/>
                  <a:pt x="1037124" y="51963"/>
                </a:cubicBezTo>
                <a:lnTo>
                  <a:pt x="1037124" y="86508"/>
                </a:lnTo>
                <a:cubicBezTo>
                  <a:pt x="1036826" y="97524"/>
                  <a:pt x="1035488" y="99015"/>
                  <a:pt x="1025362" y="99460"/>
                </a:cubicBezTo>
                <a:lnTo>
                  <a:pt x="1025362" y="101693"/>
                </a:lnTo>
                <a:moveTo>
                  <a:pt x="1042038" y="0"/>
                </a:moveTo>
                <a:cubicBezTo>
                  <a:pt x="1038019" y="0"/>
                  <a:pt x="1034593" y="3426"/>
                  <a:pt x="1034593" y="7595"/>
                </a:cubicBezTo>
                <a:cubicBezTo>
                  <a:pt x="1034593" y="11912"/>
                  <a:pt x="1037869" y="15188"/>
                  <a:pt x="1042038" y="15188"/>
                </a:cubicBezTo>
                <a:cubicBezTo>
                  <a:pt x="1046504" y="15188"/>
                  <a:pt x="1049780" y="11912"/>
                  <a:pt x="1049780" y="7595"/>
                </a:cubicBezTo>
                <a:cubicBezTo>
                  <a:pt x="1049780" y="3276"/>
                  <a:pt x="1046357" y="0"/>
                  <a:pt x="1042038" y="0"/>
                </a:cubicBezTo>
                <a:close/>
                <a:moveTo>
                  <a:pt x="1131223" y="91867"/>
                </a:moveTo>
                <a:cubicBezTo>
                  <a:pt x="1128693" y="93953"/>
                  <a:pt x="1126907" y="94696"/>
                  <a:pt x="1124673" y="94696"/>
                </a:cubicBezTo>
                <a:cubicBezTo>
                  <a:pt x="1121250" y="94696"/>
                  <a:pt x="1120207" y="92612"/>
                  <a:pt x="1120207" y="86060"/>
                </a:cubicBezTo>
                <a:lnTo>
                  <a:pt x="1120207" y="57027"/>
                </a:lnTo>
                <a:cubicBezTo>
                  <a:pt x="1120207" y="49285"/>
                  <a:pt x="1119462" y="44966"/>
                  <a:pt x="1117228" y="41392"/>
                </a:cubicBezTo>
                <a:cubicBezTo>
                  <a:pt x="1113952" y="36033"/>
                  <a:pt x="1107550" y="33204"/>
                  <a:pt x="1098767" y="33204"/>
                </a:cubicBezTo>
                <a:cubicBezTo>
                  <a:pt x="1084770" y="33204"/>
                  <a:pt x="1073753" y="40499"/>
                  <a:pt x="1073753" y="49880"/>
                </a:cubicBezTo>
                <a:cubicBezTo>
                  <a:pt x="1073753" y="53304"/>
                  <a:pt x="1076582" y="56282"/>
                  <a:pt x="1080155" y="56282"/>
                </a:cubicBezTo>
                <a:cubicBezTo>
                  <a:pt x="1083727" y="56282"/>
                  <a:pt x="1086855" y="53304"/>
                  <a:pt x="1086855" y="50028"/>
                </a:cubicBezTo>
                <a:cubicBezTo>
                  <a:pt x="1086855" y="49432"/>
                  <a:pt x="1086705" y="48689"/>
                  <a:pt x="1086558" y="47647"/>
                </a:cubicBezTo>
                <a:cubicBezTo>
                  <a:pt x="1086260" y="46306"/>
                  <a:pt x="1086110" y="45116"/>
                  <a:pt x="1086110" y="44073"/>
                </a:cubicBezTo>
                <a:cubicBezTo>
                  <a:pt x="1086110" y="40054"/>
                  <a:pt x="1090874" y="36778"/>
                  <a:pt x="1096831" y="36778"/>
                </a:cubicBezTo>
                <a:cubicBezTo>
                  <a:pt x="1104126" y="36778"/>
                  <a:pt x="1108145" y="41094"/>
                  <a:pt x="1108145" y="49135"/>
                </a:cubicBezTo>
                <a:lnTo>
                  <a:pt x="1108145" y="58218"/>
                </a:lnTo>
                <a:cubicBezTo>
                  <a:pt x="1085365" y="67301"/>
                  <a:pt x="1082686" y="68639"/>
                  <a:pt x="1076284" y="74298"/>
                </a:cubicBezTo>
                <a:cubicBezTo>
                  <a:pt x="1073008" y="77277"/>
                  <a:pt x="1070922" y="82339"/>
                  <a:pt x="1070922" y="87251"/>
                </a:cubicBezTo>
                <a:cubicBezTo>
                  <a:pt x="1070922" y="96631"/>
                  <a:pt x="1077474" y="103184"/>
                  <a:pt x="1086558" y="103184"/>
                </a:cubicBezTo>
                <a:cubicBezTo>
                  <a:pt x="1093108" y="103184"/>
                  <a:pt x="1099212" y="100057"/>
                  <a:pt x="1108295" y="92315"/>
                </a:cubicBezTo>
                <a:cubicBezTo>
                  <a:pt x="1109040" y="100205"/>
                  <a:pt x="1111719" y="103184"/>
                  <a:pt x="1117824" y="103184"/>
                </a:cubicBezTo>
                <a:cubicBezTo>
                  <a:pt x="1122885" y="103184"/>
                  <a:pt x="1126014" y="101396"/>
                  <a:pt x="1131223" y="95738"/>
                </a:cubicBezTo>
                <a:lnTo>
                  <a:pt x="1131223" y="91867"/>
                </a:lnTo>
                <a:moveTo>
                  <a:pt x="1108145" y="83382"/>
                </a:moveTo>
                <a:cubicBezTo>
                  <a:pt x="1108145" y="87848"/>
                  <a:pt x="1107402" y="89486"/>
                  <a:pt x="1104274" y="91272"/>
                </a:cubicBezTo>
                <a:cubicBezTo>
                  <a:pt x="1100553" y="93355"/>
                  <a:pt x="1096534" y="94548"/>
                  <a:pt x="1093405" y="94548"/>
                </a:cubicBezTo>
                <a:cubicBezTo>
                  <a:pt x="1088196" y="94548"/>
                  <a:pt x="1084027" y="89486"/>
                  <a:pt x="1084027" y="83082"/>
                </a:cubicBezTo>
                <a:lnTo>
                  <a:pt x="1084027" y="82486"/>
                </a:lnTo>
                <a:cubicBezTo>
                  <a:pt x="1084174" y="73553"/>
                  <a:pt x="1090727" y="67896"/>
                  <a:pt x="1108145" y="61792"/>
                </a:cubicBezTo>
                <a:lnTo>
                  <a:pt x="1108145" y="83382"/>
                </a:lnTo>
                <a:close/>
                <a:moveTo>
                  <a:pt x="1134202" y="101693"/>
                </a:moveTo>
                <a:lnTo>
                  <a:pt x="1165768" y="101693"/>
                </a:lnTo>
                <a:lnTo>
                  <a:pt x="1165768" y="99460"/>
                </a:lnTo>
                <a:cubicBezTo>
                  <a:pt x="1158323" y="99015"/>
                  <a:pt x="1155940" y="97079"/>
                  <a:pt x="1155940" y="91719"/>
                </a:cubicBezTo>
                <a:lnTo>
                  <a:pt x="1155940" y="49880"/>
                </a:lnTo>
                <a:cubicBezTo>
                  <a:pt x="1163087" y="43180"/>
                  <a:pt x="1166363" y="41392"/>
                  <a:pt x="1171277" y="41392"/>
                </a:cubicBezTo>
                <a:cubicBezTo>
                  <a:pt x="1178572" y="41392"/>
                  <a:pt x="1182146" y="46009"/>
                  <a:pt x="1182146" y="55835"/>
                </a:cubicBezTo>
                <a:lnTo>
                  <a:pt x="1182146" y="86953"/>
                </a:lnTo>
                <a:cubicBezTo>
                  <a:pt x="1181849" y="96631"/>
                  <a:pt x="1180061" y="99015"/>
                  <a:pt x="1172765" y="99460"/>
                </a:cubicBezTo>
                <a:lnTo>
                  <a:pt x="1172765" y="101693"/>
                </a:lnTo>
                <a:lnTo>
                  <a:pt x="1203736" y="101693"/>
                </a:lnTo>
                <a:lnTo>
                  <a:pt x="1203736" y="99460"/>
                </a:lnTo>
                <a:cubicBezTo>
                  <a:pt x="1196439" y="98717"/>
                  <a:pt x="1194801" y="96929"/>
                  <a:pt x="1194653" y="89634"/>
                </a:cubicBezTo>
                <a:lnTo>
                  <a:pt x="1194653" y="55537"/>
                </a:lnTo>
                <a:cubicBezTo>
                  <a:pt x="1194653" y="41542"/>
                  <a:pt x="1188101" y="33204"/>
                  <a:pt x="1177084" y="33204"/>
                </a:cubicBezTo>
                <a:cubicBezTo>
                  <a:pt x="1170235" y="33204"/>
                  <a:pt x="1165618" y="35735"/>
                  <a:pt x="1155494" y="45263"/>
                </a:cubicBezTo>
                <a:lnTo>
                  <a:pt x="1155494" y="33502"/>
                </a:lnTo>
                <a:lnTo>
                  <a:pt x="1154452" y="33204"/>
                </a:lnTo>
                <a:cubicBezTo>
                  <a:pt x="1146709" y="36033"/>
                  <a:pt x="1141647" y="37671"/>
                  <a:pt x="1133904" y="39904"/>
                </a:cubicBezTo>
                <a:lnTo>
                  <a:pt x="1133904" y="42435"/>
                </a:lnTo>
                <a:cubicBezTo>
                  <a:pt x="1134947" y="41990"/>
                  <a:pt x="1136288" y="41840"/>
                  <a:pt x="1137926" y="41840"/>
                </a:cubicBezTo>
                <a:cubicBezTo>
                  <a:pt x="1142095" y="41840"/>
                  <a:pt x="1143433" y="44073"/>
                  <a:pt x="1143433" y="51368"/>
                </a:cubicBezTo>
                <a:lnTo>
                  <a:pt x="1143433" y="88293"/>
                </a:lnTo>
                <a:cubicBezTo>
                  <a:pt x="1143285" y="97079"/>
                  <a:pt x="1141647" y="99015"/>
                  <a:pt x="1134202" y="99460"/>
                </a:cubicBezTo>
                <a:lnTo>
                  <a:pt x="1134202" y="101693"/>
                </a:lnTo>
                <a:close/>
                <a:moveTo>
                  <a:pt x="1244233" y="34692"/>
                </a:moveTo>
                <a:lnTo>
                  <a:pt x="1229195" y="34692"/>
                </a:lnTo>
                <a:lnTo>
                  <a:pt x="1229195" y="17421"/>
                </a:lnTo>
                <a:cubicBezTo>
                  <a:pt x="1229195" y="15933"/>
                  <a:pt x="1228898" y="15485"/>
                  <a:pt x="1228153" y="15485"/>
                </a:cubicBezTo>
                <a:cubicBezTo>
                  <a:pt x="1219517" y="27992"/>
                  <a:pt x="1215050" y="33054"/>
                  <a:pt x="1210734" y="35585"/>
                </a:cubicBezTo>
                <a:cubicBezTo>
                  <a:pt x="1209096" y="36628"/>
                  <a:pt x="1208201" y="37521"/>
                  <a:pt x="1208201" y="38416"/>
                </a:cubicBezTo>
                <a:cubicBezTo>
                  <a:pt x="1208201" y="38861"/>
                  <a:pt x="1208350" y="39159"/>
                  <a:pt x="1208798" y="39456"/>
                </a:cubicBezTo>
                <a:lnTo>
                  <a:pt x="1216688" y="39456"/>
                </a:lnTo>
                <a:lnTo>
                  <a:pt x="1216688" y="84274"/>
                </a:lnTo>
                <a:cubicBezTo>
                  <a:pt x="1216688" y="96781"/>
                  <a:pt x="1221155" y="103184"/>
                  <a:pt x="1229940" y="103184"/>
                </a:cubicBezTo>
                <a:cubicBezTo>
                  <a:pt x="1237236" y="103184"/>
                  <a:pt x="1242893" y="99610"/>
                  <a:pt x="1247807" y="91867"/>
                </a:cubicBezTo>
                <a:lnTo>
                  <a:pt x="1245871" y="90229"/>
                </a:lnTo>
                <a:cubicBezTo>
                  <a:pt x="1242595" y="94100"/>
                  <a:pt x="1240214" y="95441"/>
                  <a:pt x="1236938" y="95441"/>
                </a:cubicBezTo>
                <a:cubicBezTo>
                  <a:pt x="1231429" y="95441"/>
                  <a:pt x="1229195" y="91422"/>
                  <a:pt x="1229195" y="82041"/>
                </a:cubicBezTo>
                <a:lnTo>
                  <a:pt x="1229195" y="39456"/>
                </a:lnTo>
                <a:lnTo>
                  <a:pt x="1244233" y="39456"/>
                </a:lnTo>
                <a:lnTo>
                  <a:pt x="1244233" y="3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responsemessage">
            <a:extLst xmlns:a="http://schemas.openxmlformats.org/drawingml/2006/main">
              <a:ext uri="{FF2B5EF4-FFF2-40B4-BE49-F238E27FC236}">
                <a16:creationId xmlns:a16="http://schemas.microsoft.com/office/drawing/2014/main" id="{52CC84BE-C1CD-4E9E-A392-DDFF107F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14" y="2565645"/>
            <a:ext cx="1058922" cy="100948"/>
          </a:xfrm>
          <a:custGeom xmlns:a="http://schemas.openxmlformats.org/drawingml/2006/main">
            <a:pathLst>
              <a:path w="1058922" h="100948">
                <a:moveTo>
                  <a:pt x="0" y="68489"/>
                </a:moveTo>
                <a:lnTo>
                  <a:pt x="35735" y="68489"/>
                </a:lnTo>
                <a:lnTo>
                  <a:pt x="35735" y="66256"/>
                </a:lnTo>
                <a:cubicBezTo>
                  <a:pt x="25759" y="65958"/>
                  <a:pt x="23376" y="63875"/>
                  <a:pt x="23078" y="55089"/>
                </a:cubicBezTo>
                <a:lnTo>
                  <a:pt x="23078" y="21590"/>
                </a:lnTo>
                <a:cubicBezTo>
                  <a:pt x="23078" y="16824"/>
                  <a:pt x="29333" y="9381"/>
                  <a:pt x="33502" y="9381"/>
                </a:cubicBezTo>
                <a:cubicBezTo>
                  <a:pt x="34395" y="9381"/>
                  <a:pt x="35735" y="10124"/>
                  <a:pt x="37373" y="11614"/>
                </a:cubicBezTo>
                <a:cubicBezTo>
                  <a:pt x="39606" y="13847"/>
                  <a:pt x="41392" y="14590"/>
                  <a:pt x="43328" y="14590"/>
                </a:cubicBezTo>
                <a:cubicBezTo>
                  <a:pt x="46901" y="14590"/>
                  <a:pt x="49135" y="12059"/>
                  <a:pt x="49135" y="7890"/>
                </a:cubicBezTo>
                <a:cubicBezTo>
                  <a:pt x="49135" y="2978"/>
                  <a:pt x="46009" y="0"/>
                  <a:pt x="40947" y="0"/>
                </a:cubicBezTo>
                <a:cubicBezTo>
                  <a:pt x="34692" y="0"/>
                  <a:pt x="30523" y="3276"/>
                  <a:pt x="23078" y="13995"/>
                </a:cubicBezTo>
                <a:lnTo>
                  <a:pt x="23078" y="298"/>
                </a:lnTo>
                <a:lnTo>
                  <a:pt x="22335" y="0"/>
                </a:lnTo>
                <a:cubicBezTo>
                  <a:pt x="13997" y="3276"/>
                  <a:pt x="8636" y="5359"/>
                  <a:pt x="298" y="8040"/>
                </a:cubicBezTo>
                <a:lnTo>
                  <a:pt x="298" y="10421"/>
                </a:lnTo>
                <a:cubicBezTo>
                  <a:pt x="2383" y="9976"/>
                  <a:pt x="3724" y="9826"/>
                  <a:pt x="5509" y="9826"/>
                </a:cubicBezTo>
                <a:cubicBezTo>
                  <a:pt x="9231" y="9826"/>
                  <a:pt x="10571" y="12209"/>
                  <a:pt x="10571" y="18759"/>
                </a:cubicBezTo>
                <a:lnTo>
                  <a:pt x="10571" y="55982"/>
                </a:lnTo>
                <a:cubicBezTo>
                  <a:pt x="10274" y="63725"/>
                  <a:pt x="9381" y="64620"/>
                  <a:pt x="0" y="66256"/>
                </a:cubicBezTo>
                <a:lnTo>
                  <a:pt x="0" y="68489"/>
                </a:lnTo>
                <a:close/>
                <a:moveTo>
                  <a:pt x="109585" y="44073"/>
                </a:moveTo>
                <a:cubicBezTo>
                  <a:pt x="102439" y="55387"/>
                  <a:pt x="96035" y="59706"/>
                  <a:pt x="86507" y="59706"/>
                </a:cubicBezTo>
                <a:cubicBezTo>
                  <a:pt x="78021" y="59706"/>
                  <a:pt x="71619" y="55387"/>
                  <a:pt x="67300" y="46901"/>
                </a:cubicBezTo>
                <a:cubicBezTo>
                  <a:pt x="64619" y="41242"/>
                  <a:pt x="63578" y="36478"/>
                  <a:pt x="63281" y="27247"/>
                </a:cubicBezTo>
                <a:lnTo>
                  <a:pt x="109139" y="27247"/>
                </a:lnTo>
                <a:cubicBezTo>
                  <a:pt x="107947" y="17569"/>
                  <a:pt x="106459" y="13252"/>
                  <a:pt x="102737" y="8486"/>
                </a:cubicBezTo>
                <a:cubicBezTo>
                  <a:pt x="98268" y="3126"/>
                  <a:pt x="91421" y="0"/>
                  <a:pt x="83678" y="0"/>
                </a:cubicBezTo>
                <a:cubicBezTo>
                  <a:pt x="76233" y="0"/>
                  <a:pt x="69235" y="2681"/>
                  <a:pt x="63578" y="7743"/>
                </a:cubicBezTo>
                <a:cubicBezTo>
                  <a:pt x="56579" y="13847"/>
                  <a:pt x="52560" y="24419"/>
                  <a:pt x="52560" y="36628"/>
                </a:cubicBezTo>
                <a:cubicBezTo>
                  <a:pt x="52560" y="57175"/>
                  <a:pt x="63281" y="69980"/>
                  <a:pt x="80402" y="69980"/>
                </a:cubicBezTo>
                <a:cubicBezTo>
                  <a:pt x="94547" y="69980"/>
                  <a:pt x="105713" y="61194"/>
                  <a:pt x="111968" y="45113"/>
                </a:cubicBezTo>
                <a:lnTo>
                  <a:pt x="109585" y="44073"/>
                </a:lnTo>
                <a:moveTo>
                  <a:pt x="63578" y="22483"/>
                </a:moveTo>
                <a:cubicBezTo>
                  <a:pt x="65214" y="10869"/>
                  <a:pt x="70278" y="5359"/>
                  <a:pt x="79359" y="5359"/>
                </a:cubicBezTo>
                <a:cubicBezTo>
                  <a:pt x="88442" y="5359"/>
                  <a:pt x="92016" y="9528"/>
                  <a:pt x="93952" y="22483"/>
                </a:cubicBezTo>
                <a:lnTo>
                  <a:pt x="63578" y="22483"/>
                </a:lnTo>
                <a:close/>
                <a:moveTo>
                  <a:pt x="161845" y="21738"/>
                </a:moveTo>
                <a:lnTo>
                  <a:pt x="161250" y="1340"/>
                </a:lnTo>
                <a:lnTo>
                  <a:pt x="159612" y="1340"/>
                </a:lnTo>
                <a:cubicBezTo>
                  <a:pt x="158869" y="2531"/>
                  <a:pt x="158124" y="2978"/>
                  <a:pt x="157231" y="2978"/>
                </a:cubicBezTo>
                <a:cubicBezTo>
                  <a:pt x="156338" y="2978"/>
                  <a:pt x="154848" y="2681"/>
                  <a:pt x="153210" y="1936"/>
                </a:cubicBezTo>
                <a:cubicBezTo>
                  <a:pt x="149786" y="745"/>
                  <a:pt x="146362" y="0"/>
                  <a:pt x="142789" y="0"/>
                </a:cubicBezTo>
                <a:cubicBezTo>
                  <a:pt x="131025" y="0"/>
                  <a:pt x="122539" y="7743"/>
                  <a:pt x="122539" y="18462"/>
                </a:cubicBezTo>
                <a:cubicBezTo>
                  <a:pt x="122539" y="26800"/>
                  <a:pt x="127303" y="32756"/>
                  <a:pt x="139960" y="39904"/>
                </a:cubicBezTo>
                <a:lnTo>
                  <a:pt x="148596" y="44816"/>
                </a:lnTo>
                <a:cubicBezTo>
                  <a:pt x="153805" y="47794"/>
                  <a:pt x="156338" y="51368"/>
                  <a:pt x="156338" y="55982"/>
                </a:cubicBezTo>
                <a:cubicBezTo>
                  <a:pt x="156338" y="62534"/>
                  <a:pt x="151572" y="66703"/>
                  <a:pt x="143979" y="66703"/>
                </a:cubicBezTo>
                <a:cubicBezTo>
                  <a:pt x="133706" y="66703"/>
                  <a:pt x="128494" y="61046"/>
                  <a:pt x="125070" y="45859"/>
                </a:cubicBezTo>
                <a:lnTo>
                  <a:pt x="122687" y="45859"/>
                </a:lnTo>
                <a:lnTo>
                  <a:pt x="122687" y="69087"/>
                </a:lnTo>
                <a:lnTo>
                  <a:pt x="124622" y="69087"/>
                </a:lnTo>
                <a:cubicBezTo>
                  <a:pt x="125665" y="67596"/>
                  <a:pt x="126260" y="67299"/>
                  <a:pt x="128048" y="67299"/>
                </a:cubicBezTo>
                <a:cubicBezTo>
                  <a:pt x="129687" y="67299"/>
                  <a:pt x="131472" y="67596"/>
                  <a:pt x="134896" y="68489"/>
                </a:cubicBezTo>
                <a:cubicBezTo>
                  <a:pt x="138917" y="69384"/>
                  <a:pt x="142789" y="69980"/>
                  <a:pt x="145765" y="69980"/>
                </a:cubicBezTo>
                <a:cubicBezTo>
                  <a:pt x="157379" y="69980"/>
                  <a:pt x="166760" y="61344"/>
                  <a:pt x="166760" y="50920"/>
                </a:cubicBezTo>
                <a:cubicBezTo>
                  <a:pt x="166760" y="43475"/>
                  <a:pt x="163186" y="38563"/>
                  <a:pt x="154253" y="33202"/>
                </a:cubicBezTo>
                <a:lnTo>
                  <a:pt x="138172" y="23673"/>
                </a:lnTo>
                <a:cubicBezTo>
                  <a:pt x="134003" y="21142"/>
                  <a:pt x="131770" y="17569"/>
                  <a:pt x="131770" y="13550"/>
                </a:cubicBezTo>
                <a:cubicBezTo>
                  <a:pt x="131770" y="7445"/>
                  <a:pt x="136386" y="3424"/>
                  <a:pt x="143234" y="3424"/>
                </a:cubicBezTo>
                <a:cubicBezTo>
                  <a:pt x="151722" y="3424"/>
                  <a:pt x="156188" y="8338"/>
                  <a:pt x="159612" y="21738"/>
                </a:cubicBezTo>
                <a:lnTo>
                  <a:pt x="161845" y="21738"/>
                </a:lnTo>
                <a:close/>
                <a:moveTo>
                  <a:pt x="173608" y="100800"/>
                </a:moveTo>
                <a:lnTo>
                  <a:pt x="209641" y="100800"/>
                </a:lnTo>
                <a:lnTo>
                  <a:pt x="209641" y="98119"/>
                </a:lnTo>
                <a:cubicBezTo>
                  <a:pt x="198474" y="97972"/>
                  <a:pt x="196686" y="96481"/>
                  <a:pt x="196539" y="86953"/>
                </a:cubicBezTo>
                <a:lnTo>
                  <a:pt x="196539" y="63577"/>
                </a:lnTo>
                <a:cubicBezTo>
                  <a:pt x="201898" y="68489"/>
                  <a:pt x="205322" y="69980"/>
                  <a:pt x="211577" y="69980"/>
                </a:cubicBezTo>
                <a:cubicBezTo>
                  <a:pt x="229295" y="69980"/>
                  <a:pt x="242843" y="53304"/>
                  <a:pt x="242843" y="31714"/>
                </a:cubicBezTo>
                <a:cubicBezTo>
                  <a:pt x="242843" y="13252"/>
                  <a:pt x="232421" y="0"/>
                  <a:pt x="217979" y="0"/>
                </a:cubicBezTo>
                <a:cubicBezTo>
                  <a:pt x="209641" y="0"/>
                  <a:pt x="203089" y="3574"/>
                  <a:pt x="196539" y="11762"/>
                </a:cubicBezTo>
                <a:lnTo>
                  <a:pt x="196539" y="298"/>
                </a:lnTo>
                <a:lnTo>
                  <a:pt x="195646" y="0"/>
                </a:lnTo>
                <a:cubicBezTo>
                  <a:pt x="187606" y="3126"/>
                  <a:pt x="182394" y="5062"/>
                  <a:pt x="174204" y="7593"/>
                </a:cubicBezTo>
                <a:lnTo>
                  <a:pt x="174204" y="9976"/>
                </a:lnTo>
                <a:cubicBezTo>
                  <a:pt x="175544" y="9826"/>
                  <a:pt x="176437" y="9826"/>
                  <a:pt x="177927" y="9826"/>
                </a:cubicBezTo>
                <a:cubicBezTo>
                  <a:pt x="182989" y="9826"/>
                  <a:pt x="184032" y="11316"/>
                  <a:pt x="184032" y="18314"/>
                </a:cubicBezTo>
                <a:lnTo>
                  <a:pt x="184032" y="87996"/>
                </a:lnTo>
                <a:cubicBezTo>
                  <a:pt x="184032" y="95886"/>
                  <a:pt x="182394" y="97377"/>
                  <a:pt x="173608" y="98269"/>
                </a:cubicBezTo>
                <a:lnTo>
                  <a:pt x="173608" y="100800"/>
                </a:lnTo>
                <a:moveTo>
                  <a:pt x="196539" y="18759"/>
                </a:moveTo>
                <a:cubicBezTo>
                  <a:pt x="196539" y="14293"/>
                  <a:pt x="204877" y="8933"/>
                  <a:pt x="211724" y="8933"/>
                </a:cubicBezTo>
                <a:cubicBezTo>
                  <a:pt x="222743" y="8933"/>
                  <a:pt x="230038" y="20250"/>
                  <a:pt x="230038" y="37671"/>
                </a:cubicBezTo>
                <a:cubicBezTo>
                  <a:pt x="230038" y="54047"/>
                  <a:pt x="222743" y="65215"/>
                  <a:pt x="212024" y="65215"/>
                </a:cubicBezTo>
                <a:cubicBezTo>
                  <a:pt x="205024" y="65215"/>
                  <a:pt x="196539" y="59854"/>
                  <a:pt x="196539" y="55387"/>
                </a:cubicBezTo>
                <a:lnTo>
                  <a:pt x="196539" y="18759"/>
                </a:lnTo>
                <a:close/>
                <a:moveTo>
                  <a:pt x="284832" y="0"/>
                </a:moveTo>
                <a:cubicBezTo>
                  <a:pt x="265326" y="0"/>
                  <a:pt x="251926" y="14293"/>
                  <a:pt x="251926" y="34840"/>
                </a:cubicBezTo>
                <a:cubicBezTo>
                  <a:pt x="251926" y="55089"/>
                  <a:pt x="265773" y="69980"/>
                  <a:pt x="284532" y="69980"/>
                </a:cubicBezTo>
                <a:cubicBezTo>
                  <a:pt x="303294" y="69980"/>
                  <a:pt x="317587" y="54346"/>
                  <a:pt x="317587" y="33649"/>
                </a:cubicBezTo>
                <a:cubicBezTo>
                  <a:pt x="317587" y="13995"/>
                  <a:pt x="303889" y="0"/>
                  <a:pt x="284832" y="0"/>
                </a:cubicBezTo>
                <a:moveTo>
                  <a:pt x="282897" y="4169"/>
                </a:moveTo>
                <a:cubicBezTo>
                  <a:pt x="295404" y="4169"/>
                  <a:pt x="304187" y="18462"/>
                  <a:pt x="304187" y="38861"/>
                </a:cubicBezTo>
                <a:cubicBezTo>
                  <a:pt x="304187" y="55835"/>
                  <a:pt x="297487" y="65811"/>
                  <a:pt x="286320" y="65811"/>
                </a:cubicBezTo>
                <a:cubicBezTo>
                  <a:pt x="280513" y="65811"/>
                  <a:pt x="275004" y="62237"/>
                  <a:pt x="271878" y="56282"/>
                </a:cubicBezTo>
                <a:cubicBezTo>
                  <a:pt x="267709" y="48539"/>
                  <a:pt x="265326" y="38116"/>
                  <a:pt x="265326" y="27545"/>
                </a:cubicBezTo>
                <a:cubicBezTo>
                  <a:pt x="265326" y="13400"/>
                  <a:pt x="272176" y="4169"/>
                  <a:pt x="282897" y="4169"/>
                </a:cubicBezTo>
                <a:close/>
                <a:moveTo>
                  <a:pt x="325181" y="68489"/>
                </a:moveTo>
                <a:lnTo>
                  <a:pt x="356747" y="68489"/>
                </a:lnTo>
                <a:lnTo>
                  <a:pt x="356747" y="66256"/>
                </a:lnTo>
                <a:cubicBezTo>
                  <a:pt x="349302" y="65811"/>
                  <a:pt x="346918" y="63875"/>
                  <a:pt x="346918" y="58515"/>
                </a:cubicBezTo>
                <a:lnTo>
                  <a:pt x="346918" y="16676"/>
                </a:lnTo>
                <a:cubicBezTo>
                  <a:pt x="354066" y="9976"/>
                  <a:pt x="357342" y="8188"/>
                  <a:pt x="362256" y="8188"/>
                </a:cubicBezTo>
                <a:cubicBezTo>
                  <a:pt x="369551" y="8188"/>
                  <a:pt x="373125" y="12805"/>
                  <a:pt x="373125" y="22631"/>
                </a:cubicBezTo>
                <a:lnTo>
                  <a:pt x="373125" y="53749"/>
                </a:lnTo>
                <a:cubicBezTo>
                  <a:pt x="372827" y="63427"/>
                  <a:pt x="371039" y="65811"/>
                  <a:pt x="363744" y="66256"/>
                </a:cubicBezTo>
                <a:lnTo>
                  <a:pt x="363744" y="68489"/>
                </a:lnTo>
                <a:lnTo>
                  <a:pt x="394715" y="68489"/>
                </a:lnTo>
                <a:lnTo>
                  <a:pt x="394715" y="66256"/>
                </a:lnTo>
                <a:cubicBezTo>
                  <a:pt x="387418" y="65513"/>
                  <a:pt x="385779" y="63725"/>
                  <a:pt x="385632" y="56430"/>
                </a:cubicBezTo>
                <a:lnTo>
                  <a:pt x="385632" y="22333"/>
                </a:lnTo>
                <a:cubicBezTo>
                  <a:pt x="385632" y="8338"/>
                  <a:pt x="379080" y="0"/>
                  <a:pt x="368063" y="0"/>
                </a:cubicBezTo>
                <a:cubicBezTo>
                  <a:pt x="361213" y="0"/>
                  <a:pt x="356597" y="2531"/>
                  <a:pt x="346473" y="12059"/>
                </a:cubicBezTo>
                <a:lnTo>
                  <a:pt x="346473" y="298"/>
                </a:lnTo>
                <a:lnTo>
                  <a:pt x="345430" y="0"/>
                </a:lnTo>
                <a:cubicBezTo>
                  <a:pt x="337688" y="2829"/>
                  <a:pt x="332626" y="4467"/>
                  <a:pt x="324883" y="6700"/>
                </a:cubicBezTo>
                <a:lnTo>
                  <a:pt x="324883" y="9231"/>
                </a:lnTo>
                <a:cubicBezTo>
                  <a:pt x="325926" y="8785"/>
                  <a:pt x="327266" y="8636"/>
                  <a:pt x="328904" y="8636"/>
                </a:cubicBezTo>
                <a:cubicBezTo>
                  <a:pt x="333073" y="8636"/>
                  <a:pt x="334412" y="10869"/>
                  <a:pt x="334412" y="18164"/>
                </a:cubicBezTo>
                <a:lnTo>
                  <a:pt x="334412" y="55089"/>
                </a:lnTo>
                <a:cubicBezTo>
                  <a:pt x="334264" y="63875"/>
                  <a:pt x="332626" y="65811"/>
                  <a:pt x="325181" y="66256"/>
                </a:cubicBezTo>
                <a:lnTo>
                  <a:pt x="325181" y="68489"/>
                </a:lnTo>
                <a:close/>
                <a:moveTo>
                  <a:pt x="444294" y="21738"/>
                </a:moveTo>
                <a:lnTo>
                  <a:pt x="443699" y="1340"/>
                </a:lnTo>
                <a:lnTo>
                  <a:pt x="442061" y="1340"/>
                </a:lnTo>
                <a:cubicBezTo>
                  <a:pt x="441318" y="2531"/>
                  <a:pt x="440573" y="2978"/>
                  <a:pt x="439680" y="2978"/>
                </a:cubicBezTo>
                <a:cubicBezTo>
                  <a:pt x="438787" y="2978"/>
                  <a:pt x="437297" y="2681"/>
                  <a:pt x="435659" y="1936"/>
                </a:cubicBezTo>
                <a:cubicBezTo>
                  <a:pt x="432235" y="745"/>
                  <a:pt x="428811" y="0"/>
                  <a:pt x="425237" y="0"/>
                </a:cubicBezTo>
                <a:cubicBezTo>
                  <a:pt x="413473" y="0"/>
                  <a:pt x="404988" y="7743"/>
                  <a:pt x="404988" y="18462"/>
                </a:cubicBezTo>
                <a:cubicBezTo>
                  <a:pt x="404988" y="26800"/>
                  <a:pt x="409752" y="32756"/>
                  <a:pt x="422409" y="39904"/>
                </a:cubicBezTo>
                <a:lnTo>
                  <a:pt x="431044" y="44816"/>
                </a:lnTo>
                <a:cubicBezTo>
                  <a:pt x="436254" y="47794"/>
                  <a:pt x="438787" y="51368"/>
                  <a:pt x="438787" y="55982"/>
                </a:cubicBezTo>
                <a:cubicBezTo>
                  <a:pt x="438787" y="62534"/>
                  <a:pt x="434021" y="66703"/>
                  <a:pt x="426428" y="66703"/>
                </a:cubicBezTo>
                <a:cubicBezTo>
                  <a:pt x="416154" y="66703"/>
                  <a:pt x="410942" y="61046"/>
                  <a:pt x="407519" y="45859"/>
                </a:cubicBezTo>
                <a:lnTo>
                  <a:pt x="405135" y="45859"/>
                </a:lnTo>
                <a:lnTo>
                  <a:pt x="405135" y="69087"/>
                </a:lnTo>
                <a:lnTo>
                  <a:pt x="407071" y="69087"/>
                </a:lnTo>
                <a:cubicBezTo>
                  <a:pt x="408114" y="67596"/>
                  <a:pt x="408709" y="67299"/>
                  <a:pt x="410497" y="67299"/>
                </a:cubicBezTo>
                <a:cubicBezTo>
                  <a:pt x="412135" y="67299"/>
                  <a:pt x="413921" y="67596"/>
                  <a:pt x="417345" y="68489"/>
                </a:cubicBezTo>
                <a:cubicBezTo>
                  <a:pt x="421366" y="69384"/>
                  <a:pt x="425237" y="69980"/>
                  <a:pt x="428214" y="69980"/>
                </a:cubicBezTo>
                <a:cubicBezTo>
                  <a:pt x="439828" y="69980"/>
                  <a:pt x="449208" y="61344"/>
                  <a:pt x="449208" y="50920"/>
                </a:cubicBezTo>
                <a:cubicBezTo>
                  <a:pt x="449208" y="43475"/>
                  <a:pt x="445635" y="38563"/>
                  <a:pt x="436701" y="33202"/>
                </a:cubicBezTo>
                <a:lnTo>
                  <a:pt x="420621" y="23673"/>
                </a:lnTo>
                <a:cubicBezTo>
                  <a:pt x="416452" y="21142"/>
                  <a:pt x="414219" y="17569"/>
                  <a:pt x="414219" y="13550"/>
                </a:cubicBezTo>
                <a:cubicBezTo>
                  <a:pt x="414219" y="7445"/>
                  <a:pt x="418835" y="3424"/>
                  <a:pt x="425683" y="3424"/>
                </a:cubicBezTo>
                <a:cubicBezTo>
                  <a:pt x="434170" y="3424"/>
                  <a:pt x="438637" y="8338"/>
                  <a:pt x="442061" y="21738"/>
                </a:cubicBezTo>
                <a:lnTo>
                  <a:pt x="444294" y="21738"/>
                </a:lnTo>
                <a:close/>
                <a:moveTo>
                  <a:pt x="516060" y="44073"/>
                </a:moveTo>
                <a:cubicBezTo>
                  <a:pt x="508915" y="55387"/>
                  <a:pt x="502511" y="59706"/>
                  <a:pt x="492982" y="59706"/>
                </a:cubicBezTo>
                <a:cubicBezTo>
                  <a:pt x="484497" y="59706"/>
                  <a:pt x="478094" y="55387"/>
                  <a:pt x="473776" y="46901"/>
                </a:cubicBezTo>
                <a:cubicBezTo>
                  <a:pt x="471095" y="41242"/>
                  <a:pt x="470054" y="36478"/>
                  <a:pt x="469756" y="27247"/>
                </a:cubicBezTo>
                <a:lnTo>
                  <a:pt x="515615" y="27247"/>
                </a:lnTo>
                <a:cubicBezTo>
                  <a:pt x="514422" y="17569"/>
                  <a:pt x="512934" y="13252"/>
                  <a:pt x="509213" y="8486"/>
                </a:cubicBezTo>
                <a:cubicBezTo>
                  <a:pt x="504744" y="3126"/>
                  <a:pt x="497896" y="0"/>
                  <a:pt x="490154" y="0"/>
                </a:cubicBezTo>
                <a:cubicBezTo>
                  <a:pt x="482709" y="0"/>
                  <a:pt x="475711" y="2681"/>
                  <a:pt x="470054" y="7743"/>
                </a:cubicBezTo>
                <a:cubicBezTo>
                  <a:pt x="463054" y="13847"/>
                  <a:pt x="459035" y="24419"/>
                  <a:pt x="459035" y="36628"/>
                </a:cubicBezTo>
                <a:cubicBezTo>
                  <a:pt x="459035" y="57175"/>
                  <a:pt x="469756" y="69980"/>
                  <a:pt x="486878" y="69980"/>
                </a:cubicBezTo>
                <a:cubicBezTo>
                  <a:pt x="501023" y="69980"/>
                  <a:pt x="512189" y="61194"/>
                  <a:pt x="518444" y="45113"/>
                </a:cubicBezTo>
                <a:lnTo>
                  <a:pt x="516060" y="44073"/>
                </a:lnTo>
                <a:moveTo>
                  <a:pt x="470054" y="22483"/>
                </a:moveTo>
                <a:cubicBezTo>
                  <a:pt x="471690" y="10869"/>
                  <a:pt x="476754" y="5359"/>
                  <a:pt x="485835" y="5359"/>
                </a:cubicBezTo>
                <a:cubicBezTo>
                  <a:pt x="494918" y="5359"/>
                  <a:pt x="498492" y="9528"/>
                  <a:pt x="500427" y="22483"/>
                </a:cubicBezTo>
                <a:lnTo>
                  <a:pt x="470054" y="22483"/>
                </a:lnTo>
                <a:close/>
                <a:moveTo>
                  <a:pt x="561920" y="68489"/>
                </a:moveTo>
                <a:lnTo>
                  <a:pt x="594974" y="68489"/>
                </a:lnTo>
                <a:lnTo>
                  <a:pt x="594974" y="66256"/>
                </a:lnTo>
                <a:cubicBezTo>
                  <a:pt x="587381" y="66108"/>
                  <a:pt x="584998" y="64470"/>
                  <a:pt x="584850" y="58515"/>
                </a:cubicBezTo>
                <a:lnTo>
                  <a:pt x="584850" y="16526"/>
                </a:lnTo>
                <a:cubicBezTo>
                  <a:pt x="584850" y="16228"/>
                  <a:pt x="586040" y="14740"/>
                  <a:pt x="587083" y="13697"/>
                </a:cubicBezTo>
                <a:cubicBezTo>
                  <a:pt x="590805" y="10274"/>
                  <a:pt x="597207" y="7743"/>
                  <a:pt x="602419" y="7743"/>
                </a:cubicBezTo>
                <a:cubicBezTo>
                  <a:pt x="608969" y="7743"/>
                  <a:pt x="612245" y="12954"/>
                  <a:pt x="612245" y="23376"/>
                </a:cubicBezTo>
                <a:lnTo>
                  <a:pt x="612245" y="55685"/>
                </a:lnTo>
                <a:cubicBezTo>
                  <a:pt x="611947" y="64172"/>
                  <a:pt x="610459" y="65811"/>
                  <a:pt x="602121" y="66256"/>
                </a:cubicBezTo>
                <a:lnTo>
                  <a:pt x="602121" y="68489"/>
                </a:lnTo>
                <a:lnTo>
                  <a:pt x="635473" y="68489"/>
                </a:lnTo>
                <a:lnTo>
                  <a:pt x="635473" y="66256"/>
                </a:lnTo>
                <a:cubicBezTo>
                  <a:pt x="627135" y="66256"/>
                  <a:pt x="625049" y="63875"/>
                  <a:pt x="624752" y="54346"/>
                </a:cubicBezTo>
                <a:lnTo>
                  <a:pt x="624752" y="16824"/>
                </a:lnTo>
                <a:cubicBezTo>
                  <a:pt x="629218" y="10421"/>
                  <a:pt x="633985" y="7743"/>
                  <a:pt x="640982" y="7743"/>
                </a:cubicBezTo>
                <a:cubicBezTo>
                  <a:pt x="649468" y="7743"/>
                  <a:pt x="652149" y="11762"/>
                  <a:pt x="652149" y="24121"/>
                </a:cubicBezTo>
                <a:lnTo>
                  <a:pt x="652149" y="55537"/>
                </a:lnTo>
                <a:cubicBezTo>
                  <a:pt x="651851" y="64320"/>
                  <a:pt x="650958" y="65363"/>
                  <a:pt x="642323" y="66256"/>
                </a:cubicBezTo>
                <a:lnTo>
                  <a:pt x="642323" y="68489"/>
                </a:lnTo>
                <a:lnTo>
                  <a:pt x="674929" y="68489"/>
                </a:lnTo>
                <a:lnTo>
                  <a:pt x="674929" y="66256"/>
                </a:lnTo>
                <a:lnTo>
                  <a:pt x="671058" y="65958"/>
                </a:lnTo>
                <a:cubicBezTo>
                  <a:pt x="666294" y="65215"/>
                  <a:pt x="664656" y="62982"/>
                  <a:pt x="664656" y="57175"/>
                </a:cubicBezTo>
                <a:lnTo>
                  <a:pt x="664656" y="26502"/>
                </a:lnTo>
                <a:cubicBezTo>
                  <a:pt x="664656" y="8933"/>
                  <a:pt x="658849" y="0"/>
                  <a:pt x="647384" y="0"/>
                </a:cubicBezTo>
                <a:cubicBezTo>
                  <a:pt x="638749" y="0"/>
                  <a:pt x="631154" y="3871"/>
                  <a:pt x="623114" y="12507"/>
                </a:cubicBezTo>
                <a:cubicBezTo>
                  <a:pt x="620435" y="4019"/>
                  <a:pt x="615373" y="0"/>
                  <a:pt x="607333" y="0"/>
                </a:cubicBezTo>
                <a:cubicBezTo>
                  <a:pt x="600631" y="0"/>
                  <a:pt x="596612" y="1936"/>
                  <a:pt x="584252" y="11464"/>
                </a:cubicBezTo>
                <a:lnTo>
                  <a:pt x="584252" y="298"/>
                </a:lnTo>
                <a:lnTo>
                  <a:pt x="583212" y="0"/>
                </a:lnTo>
                <a:cubicBezTo>
                  <a:pt x="575319" y="2829"/>
                  <a:pt x="570257" y="4467"/>
                  <a:pt x="562367" y="6700"/>
                </a:cubicBezTo>
                <a:lnTo>
                  <a:pt x="562367" y="9231"/>
                </a:lnTo>
                <a:cubicBezTo>
                  <a:pt x="564153" y="8785"/>
                  <a:pt x="565493" y="8636"/>
                  <a:pt x="567131" y="8636"/>
                </a:cubicBezTo>
                <a:cubicBezTo>
                  <a:pt x="571003" y="8636"/>
                  <a:pt x="572343" y="11019"/>
                  <a:pt x="572343" y="18164"/>
                </a:cubicBezTo>
                <a:lnTo>
                  <a:pt x="572343" y="55835"/>
                </a:lnTo>
                <a:cubicBezTo>
                  <a:pt x="572045" y="64172"/>
                  <a:pt x="570110" y="66256"/>
                  <a:pt x="561920" y="66256"/>
                </a:cubicBezTo>
                <a:lnTo>
                  <a:pt x="561920" y="68489"/>
                </a:lnTo>
                <a:close/>
                <a:moveTo>
                  <a:pt x="733294" y="44073"/>
                </a:moveTo>
                <a:cubicBezTo>
                  <a:pt x="726149" y="55387"/>
                  <a:pt x="719744" y="59706"/>
                  <a:pt x="710216" y="59706"/>
                </a:cubicBezTo>
                <a:cubicBezTo>
                  <a:pt x="701730" y="59706"/>
                  <a:pt x="695328" y="55387"/>
                  <a:pt x="691009" y="46901"/>
                </a:cubicBezTo>
                <a:cubicBezTo>
                  <a:pt x="688328" y="41242"/>
                  <a:pt x="687288" y="36478"/>
                  <a:pt x="686990" y="27247"/>
                </a:cubicBezTo>
                <a:lnTo>
                  <a:pt x="732849" y="27247"/>
                </a:lnTo>
                <a:cubicBezTo>
                  <a:pt x="731656" y="17569"/>
                  <a:pt x="730168" y="13252"/>
                  <a:pt x="726447" y="8486"/>
                </a:cubicBezTo>
                <a:cubicBezTo>
                  <a:pt x="721978" y="3126"/>
                  <a:pt x="715130" y="0"/>
                  <a:pt x="707388" y="0"/>
                </a:cubicBezTo>
                <a:cubicBezTo>
                  <a:pt x="699942" y="0"/>
                  <a:pt x="692945" y="2681"/>
                  <a:pt x="687288" y="7743"/>
                </a:cubicBezTo>
                <a:cubicBezTo>
                  <a:pt x="680288" y="13847"/>
                  <a:pt x="676269" y="24419"/>
                  <a:pt x="676269" y="36628"/>
                </a:cubicBezTo>
                <a:cubicBezTo>
                  <a:pt x="676269" y="57175"/>
                  <a:pt x="686990" y="69980"/>
                  <a:pt x="704111" y="69980"/>
                </a:cubicBezTo>
                <a:cubicBezTo>
                  <a:pt x="718256" y="69980"/>
                  <a:pt x="729423" y="61194"/>
                  <a:pt x="735677" y="45113"/>
                </a:cubicBezTo>
                <a:lnTo>
                  <a:pt x="733294" y="44073"/>
                </a:lnTo>
                <a:moveTo>
                  <a:pt x="687288" y="22483"/>
                </a:moveTo>
                <a:cubicBezTo>
                  <a:pt x="688924" y="10869"/>
                  <a:pt x="693988" y="5359"/>
                  <a:pt x="703069" y="5359"/>
                </a:cubicBezTo>
                <a:cubicBezTo>
                  <a:pt x="712152" y="5359"/>
                  <a:pt x="715725" y="9528"/>
                  <a:pt x="717661" y="22483"/>
                </a:cubicBezTo>
                <a:lnTo>
                  <a:pt x="687288" y="22483"/>
                </a:lnTo>
                <a:close/>
                <a:moveTo>
                  <a:pt x="785555" y="21738"/>
                </a:moveTo>
                <a:lnTo>
                  <a:pt x="784960" y="1340"/>
                </a:lnTo>
                <a:lnTo>
                  <a:pt x="783322" y="1340"/>
                </a:lnTo>
                <a:cubicBezTo>
                  <a:pt x="782579" y="2531"/>
                  <a:pt x="781834" y="2978"/>
                  <a:pt x="780941" y="2978"/>
                </a:cubicBezTo>
                <a:cubicBezTo>
                  <a:pt x="780048" y="2978"/>
                  <a:pt x="778557" y="2681"/>
                  <a:pt x="776919" y="1936"/>
                </a:cubicBezTo>
                <a:cubicBezTo>
                  <a:pt x="773496" y="745"/>
                  <a:pt x="770072" y="0"/>
                  <a:pt x="766498" y="0"/>
                </a:cubicBezTo>
                <a:cubicBezTo>
                  <a:pt x="754734" y="0"/>
                  <a:pt x="746249" y="7743"/>
                  <a:pt x="746249" y="18462"/>
                </a:cubicBezTo>
                <a:cubicBezTo>
                  <a:pt x="746249" y="26800"/>
                  <a:pt x="751013" y="32756"/>
                  <a:pt x="763670" y="39904"/>
                </a:cubicBezTo>
                <a:lnTo>
                  <a:pt x="772305" y="44816"/>
                </a:lnTo>
                <a:cubicBezTo>
                  <a:pt x="777515" y="47794"/>
                  <a:pt x="780048" y="51368"/>
                  <a:pt x="780048" y="55982"/>
                </a:cubicBezTo>
                <a:cubicBezTo>
                  <a:pt x="780048" y="62534"/>
                  <a:pt x="775281" y="66703"/>
                  <a:pt x="767689" y="66703"/>
                </a:cubicBezTo>
                <a:cubicBezTo>
                  <a:pt x="757415" y="66703"/>
                  <a:pt x="752203" y="61046"/>
                  <a:pt x="748779" y="45859"/>
                </a:cubicBezTo>
                <a:lnTo>
                  <a:pt x="746396" y="45859"/>
                </a:lnTo>
                <a:lnTo>
                  <a:pt x="746396" y="69087"/>
                </a:lnTo>
                <a:lnTo>
                  <a:pt x="748332" y="69087"/>
                </a:lnTo>
                <a:cubicBezTo>
                  <a:pt x="749375" y="67596"/>
                  <a:pt x="749970" y="67299"/>
                  <a:pt x="751758" y="67299"/>
                </a:cubicBezTo>
                <a:cubicBezTo>
                  <a:pt x="753396" y="67299"/>
                  <a:pt x="755182" y="67596"/>
                  <a:pt x="758605" y="68489"/>
                </a:cubicBezTo>
                <a:cubicBezTo>
                  <a:pt x="762627" y="69384"/>
                  <a:pt x="766498" y="69980"/>
                  <a:pt x="769474" y="69980"/>
                </a:cubicBezTo>
                <a:cubicBezTo>
                  <a:pt x="781088" y="69980"/>
                  <a:pt x="790469" y="61344"/>
                  <a:pt x="790469" y="50920"/>
                </a:cubicBezTo>
                <a:cubicBezTo>
                  <a:pt x="790469" y="43475"/>
                  <a:pt x="786895" y="38563"/>
                  <a:pt x="777962" y="33202"/>
                </a:cubicBezTo>
                <a:lnTo>
                  <a:pt x="761882" y="23673"/>
                </a:lnTo>
                <a:cubicBezTo>
                  <a:pt x="757713" y="21142"/>
                  <a:pt x="755479" y="17569"/>
                  <a:pt x="755479" y="13550"/>
                </a:cubicBezTo>
                <a:cubicBezTo>
                  <a:pt x="755479" y="7445"/>
                  <a:pt x="760096" y="3424"/>
                  <a:pt x="766943" y="3424"/>
                </a:cubicBezTo>
                <a:cubicBezTo>
                  <a:pt x="775431" y="3424"/>
                  <a:pt x="779898" y="8338"/>
                  <a:pt x="783322" y="21738"/>
                </a:cubicBezTo>
                <a:lnTo>
                  <a:pt x="785555" y="21738"/>
                </a:lnTo>
                <a:close/>
                <a:moveTo>
                  <a:pt x="843474" y="21738"/>
                </a:moveTo>
                <a:lnTo>
                  <a:pt x="842879" y="1340"/>
                </a:lnTo>
                <a:lnTo>
                  <a:pt x="841241" y="1340"/>
                </a:lnTo>
                <a:cubicBezTo>
                  <a:pt x="840498" y="2531"/>
                  <a:pt x="839753" y="2978"/>
                  <a:pt x="838860" y="2978"/>
                </a:cubicBezTo>
                <a:cubicBezTo>
                  <a:pt x="837967" y="2978"/>
                  <a:pt x="836476" y="2681"/>
                  <a:pt x="834838" y="1936"/>
                </a:cubicBezTo>
                <a:cubicBezTo>
                  <a:pt x="831415" y="745"/>
                  <a:pt x="827991" y="0"/>
                  <a:pt x="824417" y="0"/>
                </a:cubicBezTo>
                <a:cubicBezTo>
                  <a:pt x="812653" y="0"/>
                  <a:pt x="804168" y="7743"/>
                  <a:pt x="804168" y="18462"/>
                </a:cubicBezTo>
                <a:cubicBezTo>
                  <a:pt x="804168" y="26800"/>
                  <a:pt x="808932" y="32756"/>
                  <a:pt x="821589" y="39904"/>
                </a:cubicBezTo>
                <a:lnTo>
                  <a:pt x="830224" y="44816"/>
                </a:lnTo>
                <a:cubicBezTo>
                  <a:pt x="835434" y="47794"/>
                  <a:pt x="837967" y="51368"/>
                  <a:pt x="837967" y="55982"/>
                </a:cubicBezTo>
                <a:cubicBezTo>
                  <a:pt x="837967" y="62534"/>
                  <a:pt x="833200" y="66703"/>
                  <a:pt x="825608" y="66703"/>
                </a:cubicBezTo>
                <a:cubicBezTo>
                  <a:pt x="815334" y="66703"/>
                  <a:pt x="810122" y="61046"/>
                  <a:pt x="806698" y="45859"/>
                </a:cubicBezTo>
                <a:lnTo>
                  <a:pt x="804315" y="45859"/>
                </a:lnTo>
                <a:lnTo>
                  <a:pt x="804315" y="69087"/>
                </a:lnTo>
                <a:lnTo>
                  <a:pt x="806251" y="69087"/>
                </a:lnTo>
                <a:cubicBezTo>
                  <a:pt x="807294" y="67596"/>
                  <a:pt x="807889" y="67299"/>
                  <a:pt x="809677" y="67299"/>
                </a:cubicBezTo>
                <a:cubicBezTo>
                  <a:pt x="811315" y="67299"/>
                  <a:pt x="813101" y="67596"/>
                  <a:pt x="816525" y="68489"/>
                </a:cubicBezTo>
                <a:cubicBezTo>
                  <a:pt x="820546" y="69384"/>
                  <a:pt x="824417" y="69980"/>
                  <a:pt x="827393" y="69980"/>
                </a:cubicBezTo>
                <a:cubicBezTo>
                  <a:pt x="839007" y="69980"/>
                  <a:pt x="848388" y="61344"/>
                  <a:pt x="848388" y="50920"/>
                </a:cubicBezTo>
                <a:cubicBezTo>
                  <a:pt x="848388" y="43475"/>
                  <a:pt x="844814" y="38563"/>
                  <a:pt x="835881" y="33202"/>
                </a:cubicBezTo>
                <a:lnTo>
                  <a:pt x="819801" y="23673"/>
                </a:lnTo>
                <a:cubicBezTo>
                  <a:pt x="815632" y="21142"/>
                  <a:pt x="813398" y="17569"/>
                  <a:pt x="813398" y="13550"/>
                </a:cubicBezTo>
                <a:cubicBezTo>
                  <a:pt x="813398" y="7445"/>
                  <a:pt x="818015" y="3424"/>
                  <a:pt x="824862" y="3424"/>
                </a:cubicBezTo>
                <a:cubicBezTo>
                  <a:pt x="833350" y="3424"/>
                  <a:pt x="837817" y="8338"/>
                  <a:pt x="841241" y="21738"/>
                </a:cubicBezTo>
                <a:lnTo>
                  <a:pt x="843474" y="21738"/>
                </a:lnTo>
                <a:close/>
                <a:moveTo>
                  <a:pt x="920749" y="58663"/>
                </a:moveTo>
                <a:cubicBezTo>
                  <a:pt x="918218" y="60749"/>
                  <a:pt x="916432" y="61492"/>
                  <a:pt x="914199" y="61492"/>
                </a:cubicBezTo>
                <a:cubicBezTo>
                  <a:pt x="910775" y="61492"/>
                  <a:pt x="909732" y="59408"/>
                  <a:pt x="909732" y="52856"/>
                </a:cubicBezTo>
                <a:lnTo>
                  <a:pt x="909732" y="23823"/>
                </a:lnTo>
                <a:cubicBezTo>
                  <a:pt x="909732" y="16081"/>
                  <a:pt x="908987" y="11762"/>
                  <a:pt x="906754" y="8188"/>
                </a:cubicBezTo>
                <a:cubicBezTo>
                  <a:pt x="903478" y="2829"/>
                  <a:pt x="897075" y="0"/>
                  <a:pt x="888292" y="0"/>
                </a:cubicBezTo>
                <a:cubicBezTo>
                  <a:pt x="874295" y="0"/>
                  <a:pt x="863278" y="7295"/>
                  <a:pt x="863278" y="16676"/>
                </a:cubicBezTo>
                <a:cubicBezTo>
                  <a:pt x="863278" y="20100"/>
                  <a:pt x="866107" y="23078"/>
                  <a:pt x="869681" y="23078"/>
                </a:cubicBezTo>
                <a:cubicBezTo>
                  <a:pt x="873252" y="23078"/>
                  <a:pt x="876381" y="20100"/>
                  <a:pt x="876381" y="16824"/>
                </a:cubicBezTo>
                <a:cubicBezTo>
                  <a:pt x="876381" y="16228"/>
                  <a:pt x="876231" y="15485"/>
                  <a:pt x="876083" y="14443"/>
                </a:cubicBezTo>
                <a:cubicBezTo>
                  <a:pt x="875785" y="13102"/>
                  <a:pt x="875635" y="11912"/>
                  <a:pt x="875635" y="10869"/>
                </a:cubicBezTo>
                <a:cubicBezTo>
                  <a:pt x="875635" y="6850"/>
                  <a:pt x="880400" y="3574"/>
                  <a:pt x="886356" y="3574"/>
                </a:cubicBezTo>
                <a:cubicBezTo>
                  <a:pt x="893652" y="3574"/>
                  <a:pt x="897671" y="7890"/>
                  <a:pt x="897671" y="15931"/>
                </a:cubicBezTo>
                <a:lnTo>
                  <a:pt x="897671" y="25014"/>
                </a:lnTo>
                <a:cubicBezTo>
                  <a:pt x="874890" y="34097"/>
                  <a:pt x="872212" y="35435"/>
                  <a:pt x="865809" y="41094"/>
                </a:cubicBezTo>
                <a:cubicBezTo>
                  <a:pt x="862533" y="44073"/>
                  <a:pt x="860448" y="49135"/>
                  <a:pt x="860448" y="54047"/>
                </a:cubicBezTo>
                <a:cubicBezTo>
                  <a:pt x="860448" y="63427"/>
                  <a:pt x="867000" y="69980"/>
                  <a:pt x="876083" y="69980"/>
                </a:cubicBezTo>
                <a:cubicBezTo>
                  <a:pt x="882633" y="69980"/>
                  <a:pt x="888737" y="66853"/>
                  <a:pt x="897821" y="59111"/>
                </a:cubicBezTo>
                <a:cubicBezTo>
                  <a:pt x="898566" y="67001"/>
                  <a:pt x="901244" y="69980"/>
                  <a:pt x="907349" y="69980"/>
                </a:cubicBezTo>
                <a:cubicBezTo>
                  <a:pt x="912411" y="69980"/>
                  <a:pt x="915539" y="68192"/>
                  <a:pt x="920749" y="62534"/>
                </a:cubicBezTo>
                <a:lnTo>
                  <a:pt x="920749" y="58663"/>
                </a:lnTo>
                <a:moveTo>
                  <a:pt x="897671" y="50177"/>
                </a:moveTo>
                <a:cubicBezTo>
                  <a:pt x="897671" y="54644"/>
                  <a:pt x="896928" y="56282"/>
                  <a:pt x="893799" y="58068"/>
                </a:cubicBezTo>
                <a:cubicBezTo>
                  <a:pt x="890078" y="60151"/>
                  <a:pt x="886059" y="61344"/>
                  <a:pt x="882930" y="61344"/>
                </a:cubicBezTo>
                <a:cubicBezTo>
                  <a:pt x="877721" y="61344"/>
                  <a:pt x="873552" y="56282"/>
                  <a:pt x="873552" y="49878"/>
                </a:cubicBezTo>
                <a:lnTo>
                  <a:pt x="873552" y="49282"/>
                </a:lnTo>
                <a:cubicBezTo>
                  <a:pt x="873700" y="40349"/>
                  <a:pt x="880252" y="34692"/>
                  <a:pt x="897671" y="28588"/>
                </a:cubicBezTo>
                <a:lnTo>
                  <a:pt x="897671" y="50177"/>
                </a:lnTo>
                <a:close/>
                <a:moveTo>
                  <a:pt x="991026" y="10719"/>
                </a:moveTo>
                <a:lnTo>
                  <a:pt x="991026" y="4914"/>
                </a:lnTo>
                <a:lnTo>
                  <a:pt x="979562" y="4914"/>
                </a:lnTo>
                <a:cubicBezTo>
                  <a:pt x="976436" y="4914"/>
                  <a:pt x="974350" y="4467"/>
                  <a:pt x="971374" y="3424"/>
                </a:cubicBezTo>
                <a:lnTo>
                  <a:pt x="968098" y="2233"/>
                </a:lnTo>
                <a:cubicBezTo>
                  <a:pt x="964226" y="745"/>
                  <a:pt x="960057" y="0"/>
                  <a:pt x="956186" y="0"/>
                </a:cubicBezTo>
                <a:cubicBezTo>
                  <a:pt x="942339" y="0"/>
                  <a:pt x="931320" y="10571"/>
                  <a:pt x="931320" y="24269"/>
                </a:cubicBezTo>
                <a:cubicBezTo>
                  <a:pt x="931320" y="33649"/>
                  <a:pt x="935191" y="39306"/>
                  <a:pt x="945167" y="44221"/>
                </a:cubicBezTo>
                <a:lnTo>
                  <a:pt x="941296" y="47794"/>
                </a:lnTo>
                <a:cubicBezTo>
                  <a:pt x="938170" y="50773"/>
                  <a:pt x="936384" y="52411"/>
                  <a:pt x="935937" y="53006"/>
                </a:cubicBezTo>
                <a:cubicBezTo>
                  <a:pt x="932810" y="56282"/>
                  <a:pt x="931918" y="57918"/>
                  <a:pt x="931918" y="60451"/>
                </a:cubicBezTo>
                <a:cubicBezTo>
                  <a:pt x="931918" y="63725"/>
                  <a:pt x="933556" y="65363"/>
                  <a:pt x="939808" y="68341"/>
                </a:cubicBezTo>
                <a:cubicBezTo>
                  <a:pt x="929087" y="76084"/>
                  <a:pt x="925218" y="80998"/>
                  <a:pt x="925218" y="86505"/>
                </a:cubicBezTo>
                <a:cubicBezTo>
                  <a:pt x="925218" y="94398"/>
                  <a:pt x="936682" y="100948"/>
                  <a:pt x="950974" y="100948"/>
                </a:cubicBezTo>
                <a:cubicBezTo>
                  <a:pt x="962141" y="100948"/>
                  <a:pt x="973755" y="97077"/>
                  <a:pt x="981498" y="90824"/>
                </a:cubicBezTo>
                <a:cubicBezTo>
                  <a:pt x="987157" y="86208"/>
                  <a:pt x="989688" y="81444"/>
                  <a:pt x="989688" y="75787"/>
                </a:cubicBezTo>
                <a:cubicBezTo>
                  <a:pt x="989688" y="66556"/>
                  <a:pt x="982688" y="60451"/>
                  <a:pt x="971671" y="59854"/>
                </a:cubicBezTo>
                <a:lnTo>
                  <a:pt x="952465" y="58961"/>
                </a:lnTo>
                <a:cubicBezTo>
                  <a:pt x="944424" y="58663"/>
                  <a:pt x="940851" y="57323"/>
                  <a:pt x="940851" y="54942"/>
                </a:cubicBezTo>
                <a:cubicBezTo>
                  <a:pt x="940851" y="51963"/>
                  <a:pt x="945763" y="46751"/>
                  <a:pt x="949784" y="45561"/>
                </a:cubicBezTo>
                <a:cubicBezTo>
                  <a:pt x="955143" y="46009"/>
                  <a:pt x="957972" y="46306"/>
                  <a:pt x="958272" y="46306"/>
                </a:cubicBezTo>
                <a:cubicBezTo>
                  <a:pt x="963779" y="46306"/>
                  <a:pt x="969736" y="44073"/>
                  <a:pt x="974350" y="40052"/>
                </a:cubicBezTo>
                <a:cubicBezTo>
                  <a:pt x="979264" y="35883"/>
                  <a:pt x="981498" y="30671"/>
                  <a:pt x="981498" y="23228"/>
                </a:cubicBezTo>
                <a:cubicBezTo>
                  <a:pt x="981498" y="18909"/>
                  <a:pt x="980752" y="15485"/>
                  <a:pt x="978669" y="10719"/>
                </a:cubicBezTo>
                <a:lnTo>
                  <a:pt x="991026" y="10719"/>
                </a:lnTo>
                <a:moveTo>
                  <a:pt x="942934" y="68789"/>
                </a:moveTo>
                <a:cubicBezTo>
                  <a:pt x="947998" y="69830"/>
                  <a:pt x="959610" y="70725"/>
                  <a:pt x="967205" y="70725"/>
                </a:cubicBezTo>
                <a:cubicBezTo>
                  <a:pt x="980605" y="70725"/>
                  <a:pt x="985519" y="72660"/>
                  <a:pt x="985519" y="78020"/>
                </a:cubicBezTo>
                <a:cubicBezTo>
                  <a:pt x="985519" y="86655"/>
                  <a:pt x="974202" y="92462"/>
                  <a:pt x="957377" y="92462"/>
                </a:cubicBezTo>
                <a:cubicBezTo>
                  <a:pt x="944127" y="92462"/>
                  <a:pt x="935639" y="88143"/>
                  <a:pt x="935639" y="81594"/>
                </a:cubicBezTo>
                <a:cubicBezTo>
                  <a:pt x="935639" y="78167"/>
                  <a:pt x="936979" y="75934"/>
                  <a:pt x="942934" y="68789"/>
                </a:cubicBezTo>
                <a:moveTo>
                  <a:pt x="943679" y="18164"/>
                </a:moveTo>
                <a:cubicBezTo>
                  <a:pt x="943679" y="9381"/>
                  <a:pt x="947848" y="4169"/>
                  <a:pt x="954698" y="4169"/>
                </a:cubicBezTo>
                <a:cubicBezTo>
                  <a:pt x="959312" y="4169"/>
                  <a:pt x="963184" y="6700"/>
                  <a:pt x="965567" y="11166"/>
                </a:cubicBezTo>
                <a:cubicBezTo>
                  <a:pt x="968395" y="16378"/>
                  <a:pt x="970033" y="23078"/>
                  <a:pt x="970033" y="29033"/>
                </a:cubicBezTo>
                <a:cubicBezTo>
                  <a:pt x="970033" y="37371"/>
                  <a:pt x="965864" y="42582"/>
                  <a:pt x="959015" y="42582"/>
                </a:cubicBezTo>
                <a:cubicBezTo>
                  <a:pt x="949784" y="42582"/>
                  <a:pt x="943679" y="32904"/>
                  <a:pt x="943679" y="18612"/>
                </a:cubicBezTo>
                <a:lnTo>
                  <a:pt x="943679" y="18164"/>
                </a:lnTo>
                <a:close/>
                <a:moveTo>
                  <a:pt x="1056539" y="44073"/>
                </a:moveTo>
                <a:cubicBezTo>
                  <a:pt x="1049394" y="55387"/>
                  <a:pt x="1042989" y="59706"/>
                  <a:pt x="1033461" y="59706"/>
                </a:cubicBezTo>
                <a:cubicBezTo>
                  <a:pt x="1024975" y="59706"/>
                  <a:pt x="1018573" y="55387"/>
                  <a:pt x="1014254" y="46901"/>
                </a:cubicBezTo>
                <a:cubicBezTo>
                  <a:pt x="1011573" y="41242"/>
                  <a:pt x="1010533" y="36478"/>
                  <a:pt x="1010235" y="27247"/>
                </a:cubicBezTo>
                <a:lnTo>
                  <a:pt x="1056094" y="27247"/>
                </a:lnTo>
                <a:cubicBezTo>
                  <a:pt x="1054901" y="17569"/>
                  <a:pt x="1053413" y="13252"/>
                  <a:pt x="1049691" y="8486"/>
                </a:cubicBezTo>
                <a:cubicBezTo>
                  <a:pt x="1045223" y="3126"/>
                  <a:pt x="1038375" y="0"/>
                  <a:pt x="1030632" y="0"/>
                </a:cubicBezTo>
                <a:cubicBezTo>
                  <a:pt x="1023187" y="0"/>
                  <a:pt x="1016190" y="2681"/>
                  <a:pt x="1010533" y="7743"/>
                </a:cubicBezTo>
                <a:cubicBezTo>
                  <a:pt x="1003533" y="13847"/>
                  <a:pt x="999514" y="24419"/>
                  <a:pt x="999514" y="36628"/>
                </a:cubicBezTo>
                <a:cubicBezTo>
                  <a:pt x="999514" y="57175"/>
                  <a:pt x="1010235" y="69980"/>
                  <a:pt x="1027356" y="69980"/>
                </a:cubicBezTo>
                <a:cubicBezTo>
                  <a:pt x="1041501" y="69980"/>
                  <a:pt x="1052668" y="61194"/>
                  <a:pt x="1058922" y="45113"/>
                </a:cubicBezTo>
                <a:lnTo>
                  <a:pt x="1056539" y="44073"/>
                </a:lnTo>
                <a:moveTo>
                  <a:pt x="1010533" y="22483"/>
                </a:moveTo>
                <a:cubicBezTo>
                  <a:pt x="1012168" y="10869"/>
                  <a:pt x="1017233" y="5359"/>
                  <a:pt x="1026313" y="5359"/>
                </a:cubicBezTo>
                <a:cubicBezTo>
                  <a:pt x="1035397" y="5359"/>
                  <a:pt x="1038970" y="9528"/>
                  <a:pt x="1040906" y="22483"/>
                </a:cubicBezTo>
                <a:lnTo>
                  <a:pt x="1010533" y="22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45691-2411-45D0-A437-479F79D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9" y="1889114"/>
            <a:ext cx="1560569" cy="275395"/>
          </a:xfrm>
          <a:custGeom xmlns:a="http://schemas.openxmlformats.org/drawingml/2006/main">
            <a:pathLst>
              <a:path w="1560569" h="275395" fill="none">
                <a:moveTo>
                  <a:pt x="0" y="45899"/>
                </a:moveTo>
                <a:cubicBezTo>
                  <a:pt x="0" y="20524"/>
                  <a:pt x="20552" y="0"/>
                  <a:pt x="45899" y="0"/>
                </a:cubicBezTo>
                <a:lnTo>
                  <a:pt x="1514670" y="0"/>
                </a:lnTo>
                <a:cubicBezTo>
                  <a:pt x="1540045" y="0"/>
                  <a:pt x="1560569" y="20524"/>
                  <a:pt x="1560569" y="45899"/>
                </a:cubicBezTo>
                <a:lnTo>
                  <a:pt x="1560569" y="229495"/>
                </a:lnTo>
                <a:cubicBezTo>
                  <a:pt x="1560569" y="254871"/>
                  <a:pt x="1540045" y="275395"/>
                  <a:pt x="1514670" y="275395"/>
                </a:cubicBezTo>
                <a:lnTo>
                  <a:pt x="45899" y="275395"/>
                </a:lnTo>
                <a:cubicBezTo>
                  <a:pt x="20552" y="275395"/>
                  <a:pt x="0" y="254871"/>
                  <a:pt x="0" y="229495"/>
                </a:cubicBezTo>
                <a:lnTo>
                  <a:pt x="0" y="458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126" name="Text Initialmessage">
            <a:extLst xmlns:a="http://schemas.openxmlformats.org/drawingml/2006/main">
              <a:ext uri="{FF2B5EF4-FFF2-40B4-BE49-F238E27FC236}">
                <a16:creationId xmlns:a16="http://schemas.microsoft.com/office/drawing/2014/main" id="{B2C09196-2D80-445D-BF79-A5D8C3EF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20" y="1979073"/>
            <a:ext cx="893206" cy="134354"/>
          </a:xfrm>
          <a:custGeom xmlns:a="http://schemas.openxmlformats.org/drawingml/2006/main">
            <a:pathLst>
              <a:path w="893206" h="134354">
                <a:moveTo>
                  <a:pt x="0" y="101846"/>
                </a:moveTo>
                <a:lnTo>
                  <a:pt x="44287" y="101846"/>
                </a:lnTo>
                <a:lnTo>
                  <a:pt x="44287" y="99013"/>
                </a:lnTo>
                <a:cubicBezTo>
                  <a:pt x="32059" y="98715"/>
                  <a:pt x="29973" y="96629"/>
                  <a:pt x="29675" y="85593"/>
                </a:cubicBezTo>
                <a:lnTo>
                  <a:pt x="29675" y="19386"/>
                </a:lnTo>
                <a:cubicBezTo>
                  <a:pt x="29973" y="8203"/>
                  <a:pt x="31912" y="6412"/>
                  <a:pt x="44287" y="5966"/>
                </a:cubicBezTo>
                <a:lnTo>
                  <a:pt x="44287" y="3133"/>
                </a:lnTo>
                <a:lnTo>
                  <a:pt x="0" y="3133"/>
                </a:lnTo>
                <a:lnTo>
                  <a:pt x="0" y="5966"/>
                </a:lnTo>
                <a:cubicBezTo>
                  <a:pt x="12676" y="6710"/>
                  <a:pt x="14316" y="8203"/>
                  <a:pt x="14464" y="19386"/>
                </a:cubicBezTo>
                <a:lnTo>
                  <a:pt x="14464" y="85593"/>
                </a:lnTo>
                <a:cubicBezTo>
                  <a:pt x="14316" y="96927"/>
                  <a:pt x="12526" y="98567"/>
                  <a:pt x="0" y="99013"/>
                </a:cubicBezTo>
                <a:lnTo>
                  <a:pt x="0" y="101846"/>
                </a:lnTo>
                <a:close/>
                <a:moveTo>
                  <a:pt x="49656" y="101846"/>
                </a:moveTo>
                <a:lnTo>
                  <a:pt x="81269" y="101846"/>
                </a:lnTo>
                <a:lnTo>
                  <a:pt x="81269" y="99609"/>
                </a:lnTo>
                <a:cubicBezTo>
                  <a:pt x="73813" y="99163"/>
                  <a:pt x="71426" y="97225"/>
                  <a:pt x="71426" y="91857"/>
                </a:cubicBezTo>
                <a:lnTo>
                  <a:pt x="71426" y="49955"/>
                </a:lnTo>
                <a:cubicBezTo>
                  <a:pt x="78584" y="43245"/>
                  <a:pt x="81865" y="41454"/>
                  <a:pt x="86787" y="41454"/>
                </a:cubicBezTo>
                <a:cubicBezTo>
                  <a:pt x="94093" y="41454"/>
                  <a:pt x="97672" y="46078"/>
                  <a:pt x="97672" y="55919"/>
                </a:cubicBezTo>
                <a:lnTo>
                  <a:pt x="97672" y="87084"/>
                </a:lnTo>
                <a:cubicBezTo>
                  <a:pt x="97374" y="96777"/>
                  <a:pt x="95583" y="99163"/>
                  <a:pt x="88277" y="99609"/>
                </a:cubicBezTo>
                <a:lnTo>
                  <a:pt x="88277" y="101846"/>
                </a:lnTo>
                <a:lnTo>
                  <a:pt x="119294" y="101846"/>
                </a:lnTo>
                <a:lnTo>
                  <a:pt x="119294" y="99609"/>
                </a:lnTo>
                <a:cubicBezTo>
                  <a:pt x="111986" y="98865"/>
                  <a:pt x="110346" y="97075"/>
                  <a:pt x="110198" y="89769"/>
                </a:cubicBezTo>
                <a:lnTo>
                  <a:pt x="110198" y="55620"/>
                </a:lnTo>
                <a:cubicBezTo>
                  <a:pt x="110198" y="41604"/>
                  <a:pt x="103636" y="33254"/>
                  <a:pt x="92603" y="33254"/>
                </a:cubicBezTo>
                <a:cubicBezTo>
                  <a:pt x="85742" y="33254"/>
                  <a:pt x="81119" y="35789"/>
                  <a:pt x="70980" y="45331"/>
                </a:cubicBezTo>
                <a:lnTo>
                  <a:pt x="70980" y="33552"/>
                </a:lnTo>
                <a:lnTo>
                  <a:pt x="69936" y="33254"/>
                </a:lnTo>
                <a:cubicBezTo>
                  <a:pt x="62181" y="36087"/>
                  <a:pt x="57112" y="37727"/>
                  <a:pt x="49358" y="39964"/>
                </a:cubicBezTo>
                <a:lnTo>
                  <a:pt x="49358" y="42499"/>
                </a:lnTo>
                <a:cubicBezTo>
                  <a:pt x="50402" y="42053"/>
                  <a:pt x="51744" y="41902"/>
                  <a:pt x="53385" y="41902"/>
                </a:cubicBezTo>
                <a:cubicBezTo>
                  <a:pt x="57560" y="41902"/>
                  <a:pt x="58900" y="44139"/>
                  <a:pt x="58900" y="51445"/>
                </a:cubicBezTo>
                <a:lnTo>
                  <a:pt x="58900" y="88426"/>
                </a:lnTo>
                <a:cubicBezTo>
                  <a:pt x="58752" y="97225"/>
                  <a:pt x="57112" y="99163"/>
                  <a:pt x="49656" y="99609"/>
                </a:cubicBezTo>
                <a:lnTo>
                  <a:pt x="49656" y="101846"/>
                </a:lnTo>
                <a:close/>
                <a:moveTo>
                  <a:pt x="123916" y="101846"/>
                </a:moveTo>
                <a:lnTo>
                  <a:pt x="159256" y="101846"/>
                </a:lnTo>
                <a:lnTo>
                  <a:pt x="159256" y="99609"/>
                </a:lnTo>
                <a:cubicBezTo>
                  <a:pt x="149415" y="98865"/>
                  <a:pt x="148371" y="97523"/>
                  <a:pt x="148221" y="86638"/>
                </a:cubicBezTo>
                <a:lnTo>
                  <a:pt x="148221" y="33700"/>
                </a:lnTo>
                <a:lnTo>
                  <a:pt x="147624" y="33254"/>
                </a:lnTo>
                <a:lnTo>
                  <a:pt x="124512" y="41454"/>
                </a:lnTo>
                <a:lnTo>
                  <a:pt x="124512" y="43691"/>
                </a:lnTo>
                <a:lnTo>
                  <a:pt x="125706" y="43543"/>
                </a:lnTo>
                <a:cubicBezTo>
                  <a:pt x="127495" y="43245"/>
                  <a:pt x="129283" y="43095"/>
                  <a:pt x="130776" y="43095"/>
                </a:cubicBezTo>
                <a:cubicBezTo>
                  <a:pt x="134355" y="43095"/>
                  <a:pt x="135695" y="45482"/>
                  <a:pt x="135695" y="52041"/>
                </a:cubicBezTo>
                <a:lnTo>
                  <a:pt x="135695" y="86638"/>
                </a:lnTo>
                <a:cubicBezTo>
                  <a:pt x="135397" y="97671"/>
                  <a:pt x="134057" y="99163"/>
                  <a:pt x="123916" y="99609"/>
                </a:cubicBezTo>
                <a:lnTo>
                  <a:pt x="123916" y="101846"/>
                </a:lnTo>
                <a:moveTo>
                  <a:pt x="140616" y="0"/>
                </a:moveTo>
                <a:cubicBezTo>
                  <a:pt x="136591" y="0"/>
                  <a:pt x="133160" y="3431"/>
                  <a:pt x="133160" y="7606"/>
                </a:cubicBezTo>
                <a:cubicBezTo>
                  <a:pt x="133160" y="11930"/>
                  <a:pt x="136441" y="15211"/>
                  <a:pt x="140616" y="15211"/>
                </a:cubicBezTo>
                <a:cubicBezTo>
                  <a:pt x="145090" y="15211"/>
                  <a:pt x="148371" y="11930"/>
                  <a:pt x="148371" y="7606"/>
                </a:cubicBezTo>
                <a:cubicBezTo>
                  <a:pt x="148371" y="3281"/>
                  <a:pt x="144942" y="0"/>
                  <a:pt x="140616" y="0"/>
                </a:cubicBezTo>
                <a:close/>
                <a:moveTo>
                  <a:pt x="201008" y="34744"/>
                </a:moveTo>
                <a:lnTo>
                  <a:pt x="185948" y="34744"/>
                </a:lnTo>
                <a:lnTo>
                  <a:pt x="185948" y="17447"/>
                </a:lnTo>
                <a:cubicBezTo>
                  <a:pt x="185948" y="15957"/>
                  <a:pt x="185650" y="15509"/>
                  <a:pt x="184904" y="15509"/>
                </a:cubicBezTo>
                <a:cubicBezTo>
                  <a:pt x="176255" y="28034"/>
                  <a:pt x="171782" y="33104"/>
                  <a:pt x="167459" y="35639"/>
                </a:cubicBezTo>
                <a:cubicBezTo>
                  <a:pt x="165818" y="36683"/>
                  <a:pt x="164922" y="37577"/>
                  <a:pt x="164922" y="38474"/>
                </a:cubicBezTo>
                <a:cubicBezTo>
                  <a:pt x="164922" y="38920"/>
                  <a:pt x="165072" y="39218"/>
                  <a:pt x="165520" y="39516"/>
                </a:cubicBezTo>
                <a:lnTo>
                  <a:pt x="173422" y="39516"/>
                </a:lnTo>
                <a:lnTo>
                  <a:pt x="173422" y="84401"/>
                </a:lnTo>
                <a:cubicBezTo>
                  <a:pt x="173422" y="96927"/>
                  <a:pt x="177896" y="103339"/>
                  <a:pt x="186694" y="103339"/>
                </a:cubicBezTo>
                <a:cubicBezTo>
                  <a:pt x="194000" y="103339"/>
                  <a:pt x="199666" y="99760"/>
                  <a:pt x="204587" y="92005"/>
                </a:cubicBezTo>
                <a:lnTo>
                  <a:pt x="202649" y="90365"/>
                </a:lnTo>
                <a:cubicBezTo>
                  <a:pt x="199368" y="94242"/>
                  <a:pt x="196983" y="95584"/>
                  <a:pt x="193702" y="95584"/>
                </a:cubicBezTo>
                <a:cubicBezTo>
                  <a:pt x="188185" y="95584"/>
                  <a:pt x="185948" y="91559"/>
                  <a:pt x="185948" y="82164"/>
                </a:cubicBezTo>
                <a:lnTo>
                  <a:pt x="185948" y="39516"/>
                </a:lnTo>
                <a:lnTo>
                  <a:pt x="201008" y="39516"/>
                </a:lnTo>
                <a:lnTo>
                  <a:pt x="201008" y="34744"/>
                </a:lnTo>
                <a:close/>
                <a:moveTo>
                  <a:pt x="206824" y="101846"/>
                </a:moveTo>
                <a:lnTo>
                  <a:pt x="242165" y="101846"/>
                </a:lnTo>
                <a:lnTo>
                  <a:pt x="242165" y="99609"/>
                </a:lnTo>
                <a:cubicBezTo>
                  <a:pt x="232324" y="98865"/>
                  <a:pt x="231279" y="97523"/>
                  <a:pt x="231129" y="86638"/>
                </a:cubicBezTo>
                <a:lnTo>
                  <a:pt x="231129" y="33700"/>
                </a:lnTo>
                <a:lnTo>
                  <a:pt x="230533" y="33254"/>
                </a:lnTo>
                <a:lnTo>
                  <a:pt x="207420" y="41454"/>
                </a:lnTo>
                <a:lnTo>
                  <a:pt x="207420" y="43691"/>
                </a:lnTo>
                <a:lnTo>
                  <a:pt x="208615" y="43543"/>
                </a:lnTo>
                <a:cubicBezTo>
                  <a:pt x="210403" y="43245"/>
                  <a:pt x="212192" y="43095"/>
                  <a:pt x="213684" y="43095"/>
                </a:cubicBezTo>
                <a:cubicBezTo>
                  <a:pt x="217263" y="43095"/>
                  <a:pt x="218603" y="45482"/>
                  <a:pt x="218603" y="52041"/>
                </a:cubicBezTo>
                <a:lnTo>
                  <a:pt x="218603" y="86638"/>
                </a:lnTo>
                <a:cubicBezTo>
                  <a:pt x="218305" y="97671"/>
                  <a:pt x="216965" y="99163"/>
                  <a:pt x="206824" y="99609"/>
                </a:cubicBezTo>
                <a:lnTo>
                  <a:pt x="206824" y="101846"/>
                </a:lnTo>
                <a:moveTo>
                  <a:pt x="223525" y="0"/>
                </a:moveTo>
                <a:cubicBezTo>
                  <a:pt x="219500" y="0"/>
                  <a:pt x="216069" y="3431"/>
                  <a:pt x="216069" y="7606"/>
                </a:cubicBezTo>
                <a:cubicBezTo>
                  <a:pt x="216069" y="11930"/>
                  <a:pt x="219350" y="15211"/>
                  <a:pt x="223525" y="15211"/>
                </a:cubicBezTo>
                <a:cubicBezTo>
                  <a:pt x="227998" y="15211"/>
                  <a:pt x="231279" y="11930"/>
                  <a:pt x="231279" y="7606"/>
                </a:cubicBezTo>
                <a:cubicBezTo>
                  <a:pt x="231279" y="3281"/>
                  <a:pt x="227850" y="0"/>
                  <a:pt x="223525" y="0"/>
                </a:cubicBezTo>
                <a:close/>
                <a:moveTo>
                  <a:pt x="311801" y="92005"/>
                </a:moveTo>
                <a:cubicBezTo>
                  <a:pt x="309266" y="94094"/>
                  <a:pt x="307478" y="94838"/>
                  <a:pt x="305241" y="94838"/>
                </a:cubicBezTo>
                <a:cubicBezTo>
                  <a:pt x="301812" y="94838"/>
                  <a:pt x="300768" y="92752"/>
                  <a:pt x="300768" y="86190"/>
                </a:cubicBezTo>
                <a:lnTo>
                  <a:pt x="300768" y="57113"/>
                </a:lnTo>
                <a:cubicBezTo>
                  <a:pt x="300768" y="49359"/>
                  <a:pt x="300022" y="45033"/>
                  <a:pt x="297785" y="41454"/>
                </a:cubicBezTo>
                <a:cubicBezTo>
                  <a:pt x="294504" y="36087"/>
                  <a:pt x="288092" y="33254"/>
                  <a:pt x="279296" y="33254"/>
                </a:cubicBezTo>
                <a:cubicBezTo>
                  <a:pt x="265277" y="33254"/>
                  <a:pt x="254244" y="40560"/>
                  <a:pt x="254244" y="49955"/>
                </a:cubicBezTo>
                <a:cubicBezTo>
                  <a:pt x="254244" y="53384"/>
                  <a:pt x="257077" y="56367"/>
                  <a:pt x="260656" y="56367"/>
                </a:cubicBezTo>
                <a:cubicBezTo>
                  <a:pt x="264233" y="56367"/>
                  <a:pt x="267366" y="53384"/>
                  <a:pt x="267366" y="50103"/>
                </a:cubicBezTo>
                <a:cubicBezTo>
                  <a:pt x="267366" y="49507"/>
                  <a:pt x="267216" y="48763"/>
                  <a:pt x="267068" y="47718"/>
                </a:cubicBezTo>
                <a:cubicBezTo>
                  <a:pt x="266770" y="46376"/>
                  <a:pt x="266620" y="45184"/>
                  <a:pt x="266620" y="44139"/>
                </a:cubicBezTo>
                <a:cubicBezTo>
                  <a:pt x="266620" y="40114"/>
                  <a:pt x="271391" y="36833"/>
                  <a:pt x="277357" y="36833"/>
                </a:cubicBezTo>
                <a:cubicBezTo>
                  <a:pt x="284663" y="36833"/>
                  <a:pt x="288688" y="41156"/>
                  <a:pt x="288688" y="49209"/>
                </a:cubicBezTo>
                <a:lnTo>
                  <a:pt x="288688" y="58305"/>
                </a:lnTo>
                <a:cubicBezTo>
                  <a:pt x="265873" y="67402"/>
                  <a:pt x="263191" y="68742"/>
                  <a:pt x="256779" y="74410"/>
                </a:cubicBezTo>
                <a:cubicBezTo>
                  <a:pt x="253498" y="77393"/>
                  <a:pt x="251409" y="82463"/>
                  <a:pt x="251409" y="87382"/>
                </a:cubicBezTo>
                <a:cubicBezTo>
                  <a:pt x="251409" y="96777"/>
                  <a:pt x="257971" y="103339"/>
                  <a:pt x="267068" y="103339"/>
                </a:cubicBezTo>
                <a:cubicBezTo>
                  <a:pt x="273628" y="103339"/>
                  <a:pt x="279742" y="100208"/>
                  <a:pt x="288838" y="92454"/>
                </a:cubicBezTo>
                <a:cubicBezTo>
                  <a:pt x="289585" y="100356"/>
                  <a:pt x="292267" y="103339"/>
                  <a:pt x="298381" y="103339"/>
                </a:cubicBezTo>
                <a:cubicBezTo>
                  <a:pt x="303451" y="103339"/>
                  <a:pt x="306584" y="101548"/>
                  <a:pt x="311801" y="95882"/>
                </a:cubicBezTo>
                <a:lnTo>
                  <a:pt x="311801" y="92005"/>
                </a:lnTo>
                <a:moveTo>
                  <a:pt x="288688" y="83507"/>
                </a:moveTo>
                <a:cubicBezTo>
                  <a:pt x="288688" y="87980"/>
                  <a:pt x="287944" y="89621"/>
                  <a:pt x="284811" y="91409"/>
                </a:cubicBezTo>
                <a:cubicBezTo>
                  <a:pt x="281084" y="93496"/>
                  <a:pt x="277059" y="94690"/>
                  <a:pt x="273926" y="94690"/>
                </a:cubicBezTo>
                <a:cubicBezTo>
                  <a:pt x="268709" y="94690"/>
                  <a:pt x="264533" y="89621"/>
                  <a:pt x="264533" y="83207"/>
                </a:cubicBezTo>
                <a:lnTo>
                  <a:pt x="264533" y="82610"/>
                </a:lnTo>
                <a:cubicBezTo>
                  <a:pt x="264681" y="73664"/>
                  <a:pt x="271243" y="67998"/>
                  <a:pt x="288688" y="61884"/>
                </a:cubicBezTo>
                <a:lnTo>
                  <a:pt x="288688" y="83507"/>
                </a:lnTo>
                <a:close/>
                <a:moveTo>
                  <a:pt x="315232" y="101846"/>
                </a:moveTo>
                <a:lnTo>
                  <a:pt x="350422" y="101846"/>
                </a:lnTo>
                <a:lnTo>
                  <a:pt x="350422" y="99609"/>
                </a:lnTo>
                <a:cubicBezTo>
                  <a:pt x="341030" y="99163"/>
                  <a:pt x="339389" y="97671"/>
                  <a:pt x="339239" y="89320"/>
                </a:cubicBezTo>
                <a:lnTo>
                  <a:pt x="339239" y="298"/>
                </a:lnTo>
                <a:lnTo>
                  <a:pt x="338643" y="0"/>
                </a:lnTo>
                <a:cubicBezTo>
                  <a:pt x="331039" y="2387"/>
                  <a:pt x="325521" y="4027"/>
                  <a:pt x="314934" y="6562"/>
                </a:cubicBezTo>
                <a:lnTo>
                  <a:pt x="314934" y="8947"/>
                </a:lnTo>
                <a:lnTo>
                  <a:pt x="315828" y="8947"/>
                </a:lnTo>
                <a:cubicBezTo>
                  <a:pt x="317469" y="8799"/>
                  <a:pt x="319257" y="8649"/>
                  <a:pt x="320452" y="8649"/>
                </a:cubicBezTo>
                <a:cubicBezTo>
                  <a:pt x="325223" y="8649"/>
                  <a:pt x="326713" y="10737"/>
                  <a:pt x="326713" y="17745"/>
                </a:cubicBezTo>
                <a:lnTo>
                  <a:pt x="326713" y="88874"/>
                </a:lnTo>
                <a:cubicBezTo>
                  <a:pt x="326566" y="96927"/>
                  <a:pt x="324477" y="99013"/>
                  <a:pt x="315232" y="99609"/>
                </a:cubicBezTo>
                <a:lnTo>
                  <a:pt x="315232" y="101846"/>
                </a:lnTo>
                <a:close/>
                <a:moveTo>
                  <a:pt x="395903" y="101846"/>
                </a:moveTo>
                <a:lnTo>
                  <a:pt x="429007" y="101846"/>
                </a:lnTo>
                <a:lnTo>
                  <a:pt x="429007" y="99609"/>
                </a:lnTo>
                <a:cubicBezTo>
                  <a:pt x="421403" y="99462"/>
                  <a:pt x="419016" y="97821"/>
                  <a:pt x="418868" y="91857"/>
                </a:cubicBezTo>
                <a:lnTo>
                  <a:pt x="418868" y="49805"/>
                </a:lnTo>
                <a:cubicBezTo>
                  <a:pt x="418868" y="49507"/>
                  <a:pt x="420060" y="48016"/>
                  <a:pt x="421105" y="46972"/>
                </a:cubicBezTo>
                <a:cubicBezTo>
                  <a:pt x="424832" y="43543"/>
                  <a:pt x="431244" y="41008"/>
                  <a:pt x="436463" y="41008"/>
                </a:cubicBezTo>
                <a:cubicBezTo>
                  <a:pt x="443023" y="41008"/>
                  <a:pt x="446304" y="46228"/>
                  <a:pt x="446304" y="56665"/>
                </a:cubicBezTo>
                <a:lnTo>
                  <a:pt x="446304" y="89022"/>
                </a:lnTo>
                <a:cubicBezTo>
                  <a:pt x="446006" y="97523"/>
                  <a:pt x="444516" y="99163"/>
                  <a:pt x="436165" y="99609"/>
                </a:cubicBezTo>
                <a:lnTo>
                  <a:pt x="436165" y="101846"/>
                </a:lnTo>
                <a:lnTo>
                  <a:pt x="469567" y="101846"/>
                </a:lnTo>
                <a:lnTo>
                  <a:pt x="469567" y="99609"/>
                </a:lnTo>
                <a:cubicBezTo>
                  <a:pt x="461217" y="99609"/>
                  <a:pt x="459128" y="97225"/>
                  <a:pt x="458830" y="87682"/>
                </a:cubicBezTo>
                <a:lnTo>
                  <a:pt x="458830" y="50103"/>
                </a:lnTo>
                <a:cubicBezTo>
                  <a:pt x="463303" y="43691"/>
                  <a:pt x="468077" y="41008"/>
                  <a:pt x="475085" y="41008"/>
                </a:cubicBezTo>
                <a:cubicBezTo>
                  <a:pt x="483583" y="41008"/>
                  <a:pt x="486268" y="45033"/>
                  <a:pt x="486268" y="57411"/>
                </a:cubicBezTo>
                <a:lnTo>
                  <a:pt x="486268" y="88874"/>
                </a:lnTo>
                <a:cubicBezTo>
                  <a:pt x="485970" y="97671"/>
                  <a:pt x="485076" y="98715"/>
                  <a:pt x="476427" y="99609"/>
                </a:cubicBezTo>
                <a:lnTo>
                  <a:pt x="476427" y="101846"/>
                </a:lnTo>
                <a:lnTo>
                  <a:pt x="509083" y="101846"/>
                </a:lnTo>
                <a:lnTo>
                  <a:pt x="509083" y="99609"/>
                </a:lnTo>
                <a:lnTo>
                  <a:pt x="505206" y="99311"/>
                </a:lnTo>
                <a:cubicBezTo>
                  <a:pt x="500434" y="98567"/>
                  <a:pt x="498794" y="96331"/>
                  <a:pt x="498794" y="90515"/>
                </a:cubicBezTo>
                <a:lnTo>
                  <a:pt x="498794" y="59796"/>
                </a:lnTo>
                <a:cubicBezTo>
                  <a:pt x="498794" y="42201"/>
                  <a:pt x="492978" y="33254"/>
                  <a:pt x="481497" y="33254"/>
                </a:cubicBezTo>
                <a:cubicBezTo>
                  <a:pt x="472848" y="33254"/>
                  <a:pt x="465242" y="37131"/>
                  <a:pt x="457189" y="45780"/>
                </a:cubicBezTo>
                <a:cubicBezTo>
                  <a:pt x="454507" y="37279"/>
                  <a:pt x="449437" y="33254"/>
                  <a:pt x="441385" y="33254"/>
                </a:cubicBezTo>
                <a:cubicBezTo>
                  <a:pt x="434673" y="33254"/>
                  <a:pt x="430647" y="35193"/>
                  <a:pt x="418270" y="44735"/>
                </a:cubicBezTo>
                <a:lnTo>
                  <a:pt x="418270" y="33552"/>
                </a:lnTo>
                <a:lnTo>
                  <a:pt x="417228" y="33254"/>
                </a:lnTo>
                <a:cubicBezTo>
                  <a:pt x="409323" y="36087"/>
                  <a:pt x="404254" y="37727"/>
                  <a:pt x="396351" y="39964"/>
                </a:cubicBezTo>
                <a:lnTo>
                  <a:pt x="396351" y="42499"/>
                </a:lnTo>
                <a:cubicBezTo>
                  <a:pt x="398140" y="42053"/>
                  <a:pt x="399482" y="41902"/>
                  <a:pt x="401123" y="41902"/>
                </a:cubicBezTo>
                <a:cubicBezTo>
                  <a:pt x="405000" y="41902"/>
                  <a:pt x="406342" y="44289"/>
                  <a:pt x="406342" y="51445"/>
                </a:cubicBezTo>
                <a:lnTo>
                  <a:pt x="406342" y="89172"/>
                </a:lnTo>
                <a:cubicBezTo>
                  <a:pt x="406044" y="97523"/>
                  <a:pt x="404106" y="99609"/>
                  <a:pt x="395903" y="99609"/>
                </a:cubicBezTo>
                <a:lnTo>
                  <a:pt x="395903" y="101846"/>
                </a:lnTo>
                <a:close/>
                <a:moveTo>
                  <a:pt x="567387" y="77393"/>
                </a:moveTo>
                <a:cubicBezTo>
                  <a:pt x="560231" y="88724"/>
                  <a:pt x="553816" y="93050"/>
                  <a:pt x="544274" y="93050"/>
                </a:cubicBezTo>
                <a:cubicBezTo>
                  <a:pt x="535775" y="93050"/>
                  <a:pt x="529363" y="88724"/>
                  <a:pt x="525038" y="80226"/>
                </a:cubicBezTo>
                <a:cubicBezTo>
                  <a:pt x="522353" y="74558"/>
                  <a:pt x="521311" y="69787"/>
                  <a:pt x="521013" y="60542"/>
                </a:cubicBezTo>
                <a:lnTo>
                  <a:pt x="566941" y="60542"/>
                </a:lnTo>
                <a:cubicBezTo>
                  <a:pt x="565746" y="50849"/>
                  <a:pt x="564256" y="46526"/>
                  <a:pt x="560529" y="41752"/>
                </a:cubicBezTo>
                <a:cubicBezTo>
                  <a:pt x="556053" y="36385"/>
                  <a:pt x="549195" y="33254"/>
                  <a:pt x="541441" y="33254"/>
                </a:cubicBezTo>
                <a:cubicBezTo>
                  <a:pt x="533985" y="33254"/>
                  <a:pt x="526977" y="35939"/>
                  <a:pt x="521311" y="41008"/>
                </a:cubicBezTo>
                <a:cubicBezTo>
                  <a:pt x="514301" y="47122"/>
                  <a:pt x="510276" y="57709"/>
                  <a:pt x="510276" y="69937"/>
                </a:cubicBezTo>
                <a:cubicBezTo>
                  <a:pt x="510276" y="90515"/>
                  <a:pt x="521013" y="103339"/>
                  <a:pt x="538160" y="103339"/>
                </a:cubicBezTo>
                <a:cubicBezTo>
                  <a:pt x="552326" y="103339"/>
                  <a:pt x="563509" y="94540"/>
                  <a:pt x="569773" y="78435"/>
                </a:cubicBezTo>
                <a:lnTo>
                  <a:pt x="567387" y="77393"/>
                </a:lnTo>
                <a:moveTo>
                  <a:pt x="521311" y="55771"/>
                </a:moveTo>
                <a:cubicBezTo>
                  <a:pt x="522949" y="44139"/>
                  <a:pt x="528021" y="38621"/>
                  <a:pt x="537116" y="38621"/>
                </a:cubicBezTo>
                <a:cubicBezTo>
                  <a:pt x="546212" y="38621"/>
                  <a:pt x="549791" y="42797"/>
                  <a:pt x="551730" y="55771"/>
                </a:cubicBezTo>
                <a:lnTo>
                  <a:pt x="521311" y="55771"/>
                </a:lnTo>
                <a:close/>
                <a:moveTo>
                  <a:pt x="619726" y="55024"/>
                </a:moveTo>
                <a:lnTo>
                  <a:pt x="619130" y="34596"/>
                </a:lnTo>
                <a:lnTo>
                  <a:pt x="617489" y="34596"/>
                </a:lnTo>
                <a:cubicBezTo>
                  <a:pt x="616745" y="35789"/>
                  <a:pt x="615999" y="36237"/>
                  <a:pt x="615105" y="36237"/>
                </a:cubicBezTo>
                <a:cubicBezTo>
                  <a:pt x="614210" y="36237"/>
                  <a:pt x="612718" y="35939"/>
                  <a:pt x="611077" y="35193"/>
                </a:cubicBezTo>
                <a:cubicBezTo>
                  <a:pt x="607648" y="34000"/>
                  <a:pt x="604219" y="33254"/>
                  <a:pt x="600640" y="33254"/>
                </a:cubicBezTo>
                <a:cubicBezTo>
                  <a:pt x="588859" y="33254"/>
                  <a:pt x="580360" y="41008"/>
                  <a:pt x="580360" y="51743"/>
                </a:cubicBezTo>
                <a:cubicBezTo>
                  <a:pt x="580360" y="60094"/>
                  <a:pt x="585132" y="66060"/>
                  <a:pt x="597808" y="73218"/>
                </a:cubicBezTo>
                <a:lnTo>
                  <a:pt x="606456" y="78137"/>
                </a:lnTo>
                <a:cubicBezTo>
                  <a:pt x="611673" y="81120"/>
                  <a:pt x="614210" y="84699"/>
                  <a:pt x="614210" y="89320"/>
                </a:cubicBezTo>
                <a:cubicBezTo>
                  <a:pt x="614210" y="95882"/>
                  <a:pt x="609437" y="100058"/>
                  <a:pt x="601833" y="100058"/>
                </a:cubicBezTo>
                <a:cubicBezTo>
                  <a:pt x="591544" y="100058"/>
                  <a:pt x="586324" y="94392"/>
                  <a:pt x="582895" y="79182"/>
                </a:cubicBezTo>
                <a:lnTo>
                  <a:pt x="580508" y="79182"/>
                </a:lnTo>
                <a:lnTo>
                  <a:pt x="580508" y="102444"/>
                </a:lnTo>
                <a:lnTo>
                  <a:pt x="582447" y="102444"/>
                </a:lnTo>
                <a:cubicBezTo>
                  <a:pt x="583491" y="100952"/>
                  <a:pt x="584087" y="100654"/>
                  <a:pt x="585878" y="100654"/>
                </a:cubicBezTo>
                <a:cubicBezTo>
                  <a:pt x="587519" y="100654"/>
                  <a:pt x="589307" y="100952"/>
                  <a:pt x="592736" y="101846"/>
                </a:cubicBezTo>
                <a:cubicBezTo>
                  <a:pt x="596763" y="102743"/>
                  <a:pt x="600640" y="103339"/>
                  <a:pt x="603621" y="103339"/>
                </a:cubicBezTo>
                <a:cubicBezTo>
                  <a:pt x="615253" y="103339"/>
                  <a:pt x="624647" y="94690"/>
                  <a:pt x="624647" y="84251"/>
                </a:cubicBezTo>
                <a:cubicBezTo>
                  <a:pt x="624647" y="76795"/>
                  <a:pt x="621068" y="71875"/>
                  <a:pt x="612122" y="66506"/>
                </a:cubicBezTo>
                <a:lnTo>
                  <a:pt x="596017" y="56963"/>
                </a:lnTo>
                <a:cubicBezTo>
                  <a:pt x="591842" y="54428"/>
                  <a:pt x="589605" y="50849"/>
                  <a:pt x="589605" y="46824"/>
                </a:cubicBezTo>
                <a:cubicBezTo>
                  <a:pt x="589605" y="40710"/>
                  <a:pt x="594228" y="36683"/>
                  <a:pt x="601086" y="36683"/>
                </a:cubicBezTo>
                <a:cubicBezTo>
                  <a:pt x="609587" y="36683"/>
                  <a:pt x="614060" y="41604"/>
                  <a:pt x="617489" y="55024"/>
                </a:cubicBezTo>
                <a:lnTo>
                  <a:pt x="619726" y="55024"/>
                </a:lnTo>
                <a:close/>
                <a:moveTo>
                  <a:pt x="677732" y="55024"/>
                </a:moveTo>
                <a:lnTo>
                  <a:pt x="677136" y="34596"/>
                </a:lnTo>
                <a:lnTo>
                  <a:pt x="675495" y="34596"/>
                </a:lnTo>
                <a:cubicBezTo>
                  <a:pt x="674751" y="35789"/>
                  <a:pt x="674005" y="36237"/>
                  <a:pt x="673111" y="36237"/>
                </a:cubicBezTo>
                <a:cubicBezTo>
                  <a:pt x="672217" y="36237"/>
                  <a:pt x="670724" y="35939"/>
                  <a:pt x="669083" y="35193"/>
                </a:cubicBezTo>
                <a:cubicBezTo>
                  <a:pt x="665654" y="34000"/>
                  <a:pt x="662226" y="33254"/>
                  <a:pt x="658646" y="33254"/>
                </a:cubicBezTo>
                <a:cubicBezTo>
                  <a:pt x="646865" y="33254"/>
                  <a:pt x="638366" y="41008"/>
                  <a:pt x="638366" y="51743"/>
                </a:cubicBezTo>
                <a:cubicBezTo>
                  <a:pt x="638366" y="60094"/>
                  <a:pt x="643138" y="66060"/>
                  <a:pt x="655814" y="73218"/>
                </a:cubicBezTo>
                <a:lnTo>
                  <a:pt x="664462" y="78137"/>
                </a:lnTo>
                <a:cubicBezTo>
                  <a:pt x="669680" y="81120"/>
                  <a:pt x="672217" y="84699"/>
                  <a:pt x="672217" y="89320"/>
                </a:cubicBezTo>
                <a:cubicBezTo>
                  <a:pt x="672217" y="95882"/>
                  <a:pt x="667443" y="100058"/>
                  <a:pt x="659839" y="100058"/>
                </a:cubicBezTo>
                <a:cubicBezTo>
                  <a:pt x="649550" y="100058"/>
                  <a:pt x="644330" y="94392"/>
                  <a:pt x="640901" y="79182"/>
                </a:cubicBezTo>
                <a:lnTo>
                  <a:pt x="638514" y="79182"/>
                </a:lnTo>
                <a:lnTo>
                  <a:pt x="638514" y="102444"/>
                </a:lnTo>
                <a:lnTo>
                  <a:pt x="640453" y="102444"/>
                </a:lnTo>
                <a:cubicBezTo>
                  <a:pt x="641497" y="100952"/>
                  <a:pt x="642093" y="100654"/>
                  <a:pt x="643884" y="100654"/>
                </a:cubicBezTo>
                <a:cubicBezTo>
                  <a:pt x="645525" y="100654"/>
                  <a:pt x="647313" y="100952"/>
                  <a:pt x="650742" y="101846"/>
                </a:cubicBezTo>
                <a:cubicBezTo>
                  <a:pt x="654769" y="102743"/>
                  <a:pt x="658646" y="103339"/>
                  <a:pt x="661627" y="103339"/>
                </a:cubicBezTo>
                <a:cubicBezTo>
                  <a:pt x="673259" y="103339"/>
                  <a:pt x="682653" y="94690"/>
                  <a:pt x="682653" y="84251"/>
                </a:cubicBezTo>
                <a:cubicBezTo>
                  <a:pt x="682653" y="76795"/>
                  <a:pt x="679074" y="71875"/>
                  <a:pt x="670128" y="66506"/>
                </a:cubicBezTo>
                <a:lnTo>
                  <a:pt x="654023" y="56963"/>
                </a:lnTo>
                <a:cubicBezTo>
                  <a:pt x="649848" y="54428"/>
                  <a:pt x="647611" y="50849"/>
                  <a:pt x="647611" y="46824"/>
                </a:cubicBezTo>
                <a:cubicBezTo>
                  <a:pt x="647611" y="40710"/>
                  <a:pt x="652235" y="36683"/>
                  <a:pt x="659092" y="36683"/>
                </a:cubicBezTo>
                <a:cubicBezTo>
                  <a:pt x="667593" y="36683"/>
                  <a:pt x="672066" y="41604"/>
                  <a:pt x="675495" y="55024"/>
                </a:cubicBezTo>
                <a:lnTo>
                  <a:pt x="677732" y="55024"/>
                </a:lnTo>
                <a:close/>
                <a:moveTo>
                  <a:pt x="754676" y="92005"/>
                </a:moveTo>
                <a:cubicBezTo>
                  <a:pt x="752141" y="94094"/>
                  <a:pt x="750353" y="94838"/>
                  <a:pt x="748116" y="94838"/>
                </a:cubicBezTo>
                <a:cubicBezTo>
                  <a:pt x="744687" y="94838"/>
                  <a:pt x="743643" y="92752"/>
                  <a:pt x="743643" y="86190"/>
                </a:cubicBezTo>
                <a:lnTo>
                  <a:pt x="743643" y="57113"/>
                </a:lnTo>
                <a:cubicBezTo>
                  <a:pt x="743643" y="49359"/>
                  <a:pt x="742896" y="45033"/>
                  <a:pt x="740660" y="41454"/>
                </a:cubicBezTo>
                <a:cubicBezTo>
                  <a:pt x="737379" y="36087"/>
                  <a:pt x="730967" y="33254"/>
                  <a:pt x="722170" y="33254"/>
                </a:cubicBezTo>
                <a:cubicBezTo>
                  <a:pt x="708152" y="33254"/>
                  <a:pt x="697119" y="40560"/>
                  <a:pt x="697119" y="49955"/>
                </a:cubicBezTo>
                <a:cubicBezTo>
                  <a:pt x="697119" y="53384"/>
                  <a:pt x="699952" y="56367"/>
                  <a:pt x="703531" y="56367"/>
                </a:cubicBezTo>
                <a:cubicBezTo>
                  <a:pt x="707108" y="56367"/>
                  <a:pt x="710241" y="53384"/>
                  <a:pt x="710241" y="50103"/>
                </a:cubicBezTo>
                <a:cubicBezTo>
                  <a:pt x="710241" y="49507"/>
                  <a:pt x="710091" y="48763"/>
                  <a:pt x="709943" y="47718"/>
                </a:cubicBezTo>
                <a:cubicBezTo>
                  <a:pt x="709645" y="46376"/>
                  <a:pt x="709494" y="45184"/>
                  <a:pt x="709494" y="44139"/>
                </a:cubicBezTo>
                <a:cubicBezTo>
                  <a:pt x="709494" y="40114"/>
                  <a:pt x="714266" y="36833"/>
                  <a:pt x="720232" y="36833"/>
                </a:cubicBezTo>
                <a:cubicBezTo>
                  <a:pt x="727538" y="36833"/>
                  <a:pt x="731563" y="41156"/>
                  <a:pt x="731563" y="49209"/>
                </a:cubicBezTo>
                <a:lnTo>
                  <a:pt x="731563" y="58305"/>
                </a:lnTo>
                <a:cubicBezTo>
                  <a:pt x="708748" y="67402"/>
                  <a:pt x="706065" y="68742"/>
                  <a:pt x="699654" y="74410"/>
                </a:cubicBezTo>
                <a:cubicBezTo>
                  <a:pt x="696373" y="77393"/>
                  <a:pt x="694284" y="82463"/>
                  <a:pt x="694284" y="87382"/>
                </a:cubicBezTo>
                <a:cubicBezTo>
                  <a:pt x="694284" y="96777"/>
                  <a:pt x="700846" y="103339"/>
                  <a:pt x="709943" y="103339"/>
                </a:cubicBezTo>
                <a:cubicBezTo>
                  <a:pt x="716502" y="103339"/>
                  <a:pt x="722616" y="100208"/>
                  <a:pt x="731713" y="92454"/>
                </a:cubicBezTo>
                <a:cubicBezTo>
                  <a:pt x="732459" y="100356"/>
                  <a:pt x="735142" y="103339"/>
                  <a:pt x="741256" y="103339"/>
                </a:cubicBezTo>
                <a:cubicBezTo>
                  <a:pt x="746325" y="103339"/>
                  <a:pt x="749458" y="101548"/>
                  <a:pt x="754676" y="95882"/>
                </a:cubicBezTo>
                <a:lnTo>
                  <a:pt x="754676" y="92005"/>
                </a:lnTo>
                <a:moveTo>
                  <a:pt x="731563" y="83507"/>
                </a:moveTo>
                <a:cubicBezTo>
                  <a:pt x="731563" y="87980"/>
                  <a:pt x="730819" y="89621"/>
                  <a:pt x="727686" y="91409"/>
                </a:cubicBezTo>
                <a:cubicBezTo>
                  <a:pt x="723959" y="93496"/>
                  <a:pt x="719934" y="94690"/>
                  <a:pt x="716800" y="94690"/>
                </a:cubicBezTo>
                <a:cubicBezTo>
                  <a:pt x="711583" y="94690"/>
                  <a:pt x="707408" y="89621"/>
                  <a:pt x="707408" y="83207"/>
                </a:cubicBezTo>
                <a:lnTo>
                  <a:pt x="707408" y="82610"/>
                </a:lnTo>
                <a:cubicBezTo>
                  <a:pt x="707556" y="73664"/>
                  <a:pt x="714118" y="67998"/>
                  <a:pt x="731563" y="61884"/>
                </a:cubicBezTo>
                <a:lnTo>
                  <a:pt x="731563" y="83507"/>
                </a:lnTo>
                <a:close/>
                <a:moveTo>
                  <a:pt x="825058" y="43989"/>
                </a:moveTo>
                <a:lnTo>
                  <a:pt x="825058" y="38175"/>
                </a:lnTo>
                <a:lnTo>
                  <a:pt x="813577" y="38175"/>
                </a:lnTo>
                <a:cubicBezTo>
                  <a:pt x="810446" y="38175"/>
                  <a:pt x="808358" y="37727"/>
                  <a:pt x="805377" y="36683"/>
                </a:cubicBezTo>
                <a:lnTo>
                  <a:pt x="802096" y="35491"/>
                </a:lnTo>
                <a:cubicBezTo>
                  <a:pt x="798219" y="34000"/>
                  <a:pt x="794043" y="33254"/>
                  <a:pt x="790166" y="33254"/>
                </a:cubicBezTo>
                <a:cubicBezTo>
                  <a:pt x="776298" y="33254"/>
                  <a:pt x="765263" y="43841"/>
                  <a:pt x="765263" y="57559"/>
                </a:cubicBezTo>
                <a:cubicBezTo>
                  <a:pt x="765263" y="66954"/>
                  <a:pt x="769140" y="72619"/>
                  <a:pt x="779131" y="77541"/>
                </a:cubicBezTo>
                <a:lnTo>
                  <a:pt x="775254" y="81120"/>
                </a:lnTo>
                <a:cubicBezTo>
                  <a:pt x="772123" y="84103"/>
                  <a:pt x="770334" y="85744"/>
                  <a:pt x="769886" y="86340"/>
                </a:cubicBezTo>
                <a:cubicBezTo>
                  <a:pt x="766755" y="89621"/>
                  <a:pt x="765861" y="91259"/>
                  <a:pt x="765861" y="93796"/>
                </a:cubicBezTo>
                <a:cubicBezTo>
                  <a:pt x="765861" y="97075"/>
                  <a:pt x="767502" y="98715"/>
                  <a:pt x="773763" y="101698"/>
                </a:cubicBezTo>
                <a:cubicBezTo>
                  <a:pt x="763026" y="109453"/>
                  <a:pt x="759151" y="114374"/>
                  <a:pt x="759151" y="119889"/>
                </a:cubicBezTo>
                <a:cubicBezTo>
                  <a:pt x="759151" y="127794"/>
                  <a:pt x="770633" y="134354"/>
                  <a:pt x="784947" y="134354"/>
                </a:cubicBezTo>
                <a:cubicBezTo>
                  <a:pt x="796130" y="134354"/>
                  <a:pt x="807761" y="130477"/>
                  <a:pt x="815516" y="124215"/>
                </a:cubicBezTo>
                <a:cubicBezTo>
                  <a:pt x="821184" y="119591"/>
                  <a:pt x="823718" y="114820"/>
                  <a:pt x="823718" y="109154"/>
                </a:cubicBezTo>
                <a:cubicBezTo>
                  <a:pt x="823718" y="99910"/>
                  <a:pt x="816708" y="93796"/>
                  <a:pt x="805675" y="93198"/>
                </a:cubicBezTo>
                <a:lnTo>
                  <a:pt x="786439" y="92303"/>
                </a:lnTo>
                <a:cubicBezTo>
                  <a:pt x="778387" y="92005"/>
                  <a:pt x="774808" y="90663"/>
                  <a:pt x="774808" y="88278"/>
                </a:cubicBezTo>
                <a:cubicBezTo>
                  <a:pt x="774808" y="85295"/>
                  <a:pt x="779727" y="80076"/>
                  <a:pt x="783754" y="78883"/>
                </a:cubicBezTo>
                <a:cubicBezTo>
                  <a:pt x="789122" y="79332"/>
                  <a:pt x="791955" y="79630"/>
                  <a:pt x="792255" y="79630"/>
                </a:cubicBezTo>
                <a:cubicBezTo>
                  <a:pt x="797770" y="79630"/>
                  <a:pt x="803736" y="77393"/>
                  <a:pt x="808358" y="73366"/>
                </a:cubicBezTo>
                <a:cubicBezTo>
                  <a:pt x="813279" y="69191"/>
                  <a:pt x="815516" y="63971"/>
                  <a:pt x="815516" y="56517"/>
                </a:cubicBezTo>
                <a:cubicBezTo>
                  <a:pt x="815516" y="52192"/>
                  <a:pt x="814769" y="48763"/>
                  <a:pt x="812683" y="43989"/>
                </a:cubicBezTo>
                <a:lnTo>
                  <a:pt x="825058" y="43989"/>
                </a:lnTo>
                <a:moveTo>
                  <a:pt x="776894" y="102146"/>
                </a:moveTo>
                <a:cubicBezTo>
                  <a:pt x="781966" y="103189"/>
                  <a:pt x="793595" y="104085"/>
                  <a:pt x="801202" y="104085"/>
                </a:cubicBezTo>
                <a:cubicBezTo>
                  <a:pt x="814622" y="104085"/>
                  <a:pt x="819543" y="106024"/>
                  <a:pt x="819543" y="111391"/>
                </a:cubicBezTo>
                <a:cubicBezTo>
                  <a:pt x="819543" y="120040"/>
                  <a:pt x="808210" y="125855"/>
                  <a:pt x="791359" y="125855"/>
                </a:cubicBezTo>
                <a:cubicBezTo>
                  <a:pt x="778089" y="125855"/>
                  <a:pt x="769588" y="121530"/>
                  <a:pt x="769588" y="114970"/>
                </a:cubicBezTo>
                <a:cubicBezTo>
                  <a:pt x="769588" y="111539"/>
                  <a:pt x="770931" y="109302"/>
                  <a:pt x="776894" y="102146"/>
                </a:cubicBezTo>
                <a:moveTo>
                  <a:pt x="777641" y="51445"/>
                </a:moveTo>
                <a:cubicBezTo>
                  <a:pt x="777641" y="42649"/>
                  <a:pt x="781816" y="37429"/>
                  <a:pt x="788676" y="37429"/>
                </a:cubicBezTo>
                <a:cubicBezTo>
                  <a:pt x="793297" y="37429"/>
                  <a:pt x="797174" y="39964"/>
                  <a:pt x="799561" y="44437"/>
                </a:cubicBezTo>
                <a:cubicBezTo>
                  <a:pt x="802394" y="49657"/>
                  <a:pt x="804034" y="56367"/>
                  <a:pt x="804034" y="62330"/>
                </a:cubicBezTo>
                <a:cubicBezTo>
                  <a:pt x="804034" y="70681"/>
                  <a:pt x="799859" y="75900"/>
                  <a:pt x="792999" y="75900"/>
                </a:cubicBezTo>
                <a:cubicBezTo>
                  <a:pt x="783754" y="75900"/>
                  <a:pt x="777641" y="66208"/>
                  <a:pt x="777641" y="51893"/>
                </a:cubicBezTo>
                <a:lnTo>
                  <a:pt x="777641" y="51445"/>
                </a:lnTo>
                <a:close/>
                <a:moveTo>
                  <a:pt x="890819" y="77393"/>
                </a:moveTo>
                <a:cubicBezTo>
                  <a:pt x="883663" y="88724"/>
                  <a:pt x="877249" y="93050"/>
                  <a:pt x="867706" y="93050"/>
                </a:cubicBezTo>
                <a:cubicBezTo>
                  <a:pt x="859208" y="93050"/>
                  <a:pt x="852796" y="88724"/>
                  <a:pt x="848471" y="80226"/>
                </a:cubicBezTo>
                <a:cubicBezTo>
                  <a:pt x="845786" y="74558"/>
                  <a:pt x="844744" y="69787"/>
                  <a:pt x="844446" y="60542"/>
                </a:cubicBezTo>
                <a:lnTo>
                  <a:pt x="890373" y="60542"/>
                </a:lnTo>
                <a:cubicBezTo>
                  <a:pt x="889179" y="50849"/>
                  <a:pt x="887688" y="46526"/>
                  <a:pt x="883961" y="41752"/>
                </a:cubicBezTo>
                <a:cubicBezTo>
                  <a:pt x="879486" y="36385"/>
                  <a:pt x="872628" y="33254"/>
                  <a:pt x="864874" y="33254"/>
                </a:cubicBezTo>
                <a:cubicBezTo>
                  <a:pt x="857417" y="33254"/>
                  <a:pt x="850409" y="35939"/>
                  <a:pt x="844744" y="41008"/>
                </a:cubicBezTo>
                <a:cubicBezTo>
                  <a:pt x="837734" y="47122"/>
                  <a:pt x="833708" y="57709"/>
                  <a:pt x="833708" y="69937"/>
                </a:cubicBezTo>
                <a:cubicBezTo>
                  <a:pt x="833708" y="90515"/>
                  <a:pt x="844446" y="103339"/>
                  <a:pt x="861593" y="103339"/>
                </a:cubicBezTo>
                <a:cubicBezTo>
                  <a:pt x="875759" y="103339"/>
                  <a:pt x="886942" y="94540"/>
                  <a:pt x="893206" y="78435"/>
                </a:cubicBezTo>
                <a:lnTo>
                  <a:pt x="890819" y="77393"/>
                </a:lnTo>
                <a:moveTo>
                  <a:pt x="844744" y="55771"/>
                </a:moveTo>
                <a:cubicBezTo>
                  <a:pt x="846382" y="44139"/>
                  <a:pt x="851454" y="38621"/>
                  <a:pt x="860548" y="38621"/>
                </a:cubicBezTo>
                <a:cubicBezTo>
                  <a:pt x="869645" y="38621"/>
                  <a:pt x="873224" y="42797"/>
                  <a:pt x="875163" y="55771"/>
                </a:cubicBezTo>
                <a:lnTo>
                  <a:pt x="844744" y="55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EFE51-B7E9-42E6-9A8B-E8279CF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60" y="2368255"/>
            <a:ext cx="664977" cy="258602"/>
          </a:xfrm>
          <a:custGeom xmlns:a="http://schemas.openxmlformats.org/drawingml/2006/main">
            <a:pathLst>
              <a:path w="664977" h="258602">
                <a:moveTo>
                  <a:pt x="0" y="85268"/>
                </a:moveTo>
                <a:lnTo>
                  <a:pt x="499759" y="85268"/>
                </a:lnTo>
                <a:lnTo>
                  <a:pt x="499759" y="0"/>
                </a:lnTo>
                <a:lnTo>
                  <a:pt x="664977" y="129301"/>
                </a:lnTo>
                <a:lnTo>
                  <a:pt x="499759" y="258602"/>
                </a:lnTo>
                <a:lnTo>
                  <a:pt x="499759" y="173288"/>
                </a:lnTo>
                <a:lnTo>
                  <a:pt x="0" y="173288"/>
                </a:lnTo>
                <a:lnTo>
                  <a:pt x="0" y="852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DE4DA-B47F-4ACF-8C08-D414F782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460" y="2368255"/>
            <a:ext cx="664977" cy="258602"/>
          </a:xfrm>
          <a:custGeom xmlns:a="http://schemas.openxmlformats.org/drawingml/2006/main">
            <a:pathLst>
              <a:path w="664977" h="258602" fill="none">
                <a:moveTo>
                  <a:pt x="0" y="85268"/>
                </a:moveTo>
                <a:lnTo>
                  <a:pt x="499759" y="85268"/>
                </a:lnTo>
                <a:lnTo>
                  <a:pt x="499759" y="0"/>
                </a:lnTo>
                <a:lnTo>
                  <a:pt x="664977" y="129301"/>
                </a:lnTo>
                <a:lnTo>
                  <a:pt x="499759" y="258602"/>
                </a:lnTo>
                <a:lnTo>
                  <a:pt x="499759" y="173288"/>
                </a:lnTo>
                <a:lnTo>
                  <a:pt x="0" y="173288"/>
                </a:lnTo>
                <a:lnTo>
                  <a:pt x="0" y="852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270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FD1D4-D41D-48D0-AFE7-FC4E0A3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524" y="2622379"/>
            <a:ext cx="1363539" cy="248527"/>
          </a:xfrm>
          <a:custGeom xmlns:a="http://schemas.openxmlformats.org/drawingml/2006/main">
            <a:pathLst>
              <a:path w="1363539" h="248527" fill="none">
                <a:moveTo>
                  <a:pt x="0" y="248527"/>
                </a:moveTo>
                <a:lnTo>
                  <a:pt x="1363539" y="248527"/>
                </a:lnTo>
                <a:lnTo>
                  <a:pt x="1363539" y="0"/>
                </a:lnTo>
                <a:lnTo>
                  <a:pt x="0" y="0"/>
                </a:lnTo>
                <a:lnTo>
                  <a:pt x="0" y="248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130" name="Text Responsemessage">
            <a:extLst xmlns:a="http://schemas.openxmlformats.org/drawingml/2006/main">
              <a:ext uri="{FF2B5EF4-FFF2-40B4-BE49-F238E27FC236}">
                <a16:creationId xmlns:a16="http://schemas.microsoft.com/office/drawing/2014/main" id="{44F657D8-6CEE-43E0-ADD7-0DCAE72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065" y="2702150"/>
            <a:ext cx="1107012" cy="131024"/>
          </a:xfrm>
          <a:custGeom xmlns:a="http://schemas.openxmlformats.org/drawingml/2006/main">
            <a:pathLst>
              <a:path w="1107012" h="131024">
                <a:moveTo>
                  <a:pt x="95589" y="95736"/>
                </a:moveTo>
                <a:cubicBezTo>
                  <a:pt x="89929" y="95291"/>
                  <a:pt x="86953" y="93801"/>
                  <a:pt x="82634" y="88739"/>
                </a:cubicBezTo>
                <a:lnTo>
                  <a:pt x="51963" y="51068"/>
                </a:lnTo>
                <a:cubicBezTo>
                  <a:pt x="70872" y="47347"/>
                  <a:pt x="78913" y="39902"/>
                  <a:pt x="78913" y="26204"/>
                </a:cubicBezTo>
                <a:cubicBezTo>
                  <a:pt x="78913" y="19802"/>
                  <a:pt x="76977" y="14293"/>
                  <a:pt x="73106" y="9976"/>
                </a:cubicBezTo>
                <a:cubicBezTo>
                  <a:pt x="67446" y="3871"/>
                  <a:pt x="54939" y="0"/>
                  <a:pt x="41094" y="0"/>
                </a:cubicBezTo>
                <a:lnTo>
                  <a:pt x="0" y="0"/>
                </a:lnTo>
                <a:lnTo>
                  <a:pt x="0" y="2829"/>
                </a:lnTo>
                <a:cubicBezTo>
                  <a:pt x="11017" y="4019"/>
                  <a:pt x="12507" y="5359"/>
                  <a:pt x="12655" y="16228"/>
                </a:cubicBezTo>
                <a:lnTo>
                  <a:pt x="12655" y="80698"/>
                </a:lnTo>
                <a:cubicBezTo>
                  <a:pt x="12507" y="93355"/>
                  <a:pt x="11166" y="94843"/>
                  <a:pt x="0" y="95736"/>
                </a:cubicBezTo>
                <a:lnTo>
                  <a:pt x="0" y="98565"/>
                </a:lnTo>
                <a:lnTo>
                  <a:pt x="41242" y="98565"/>
                </a:lnTo>
                <a:lnTo>
                  <a:pt x="41242" y="95736"/>
                </a:lnTo>
                <a:cubicBezTo>
                  <a:pt x="29778" y="94993"/>
                  <a:pt x="27990" y="93205"/>
                  <a:pt x="27842" y="82336"/>
                </a:cubicBezTo>
                <a:lnTo>
                  <a:pt x="27842" y="53004"/>
                </a:lnTo>
                <a:lnTo>
                  <a:pt x="36180" y="52706"/>
                </a:lnTo>
                <a:lnTo>
                  <a:pt x="71615" y="98565"/>
                </a:lnTo>
                <a:lnTo>
                  <a:pt x="95589" y="98565"/>
                </a:lnTo>
                <a:lnTo>
                  <a:pt x="95589" y="95736"/>
                </a:lnTo>
                <a:moveTo>
                  <a:pt x="27842" y="10869"/>
                </a:moveTo>
                <a:cubicBezTo>
                  <a:pt x="27842" y="6700"/>
                  <a:pt x="29480" y="5507"/>
                  <a:pt x="35435" y="5507"/>
                </a:cubicBezTo>
                <a:cubicBezTo>
                  <a:pt x="54047" y="5507"/>
                  <a:pt x="62682" y="11909"/>
                  <a:pt x="62682" y="25907"/>
                </a:cubicBezTo>
                <a:cubicBezTo>
                  <a:pt x="62682" y="33352"/>
                  <a:pt x="59556" y="39604"/>
                  <a:pt x="54197" y="42433"/>
                </a:cubicBezTo>
                <a:cubicBezTo>
                  <a:pt x="47347" y="46304"/>
                  <a:pt x="42135" y="47199"/>
                  <a:pt x="27842" y="47497"/>
                </a:cubicBezTo>
                <a:lnTo>
                  <a:pt x="27842" y="10869"/>
                </a:lnTo>
                <a:close/>
                <a:moveTo>
                  <a:pt x="157973" y="74148"/>
                </a:moveTo>
                <a:cubicBezTo>
                  <a:pt x="150828" y="85463"/>
                  <a:pt x="144424" y="89782"/>
                  <a:pt x="134895" y="89782"/>
                </a:cubicBezTo>
                <a:cubicBezTo>
                  <a:pt x="126410" y="89782"/>
                  <a:pt x="120007" y="85463"/>
                  <a:pt x="115689" y="76977"/>
                </a:cubicBezTo>
                <a:cubicBezTo>
                  <a:pt x="113008" y="71318"/>
                  <a:pt x="111967" y="66553"/>
                  <a:pt x="111670" y="57323"/>
                </a:cubicBezTo>
                <a:lnTo>
                  <a:pt x="157528" y="57323"/>
                </a:lnTo>
                <a:cubicBezTo>
                  <a:pt x="156335" y="47644"/>
                  <a:pt x="154847" y="43328"/>
                  <a:pt x="151126" y="38561"/>
                </a:cubicBezTo>
                <a:cubicBezTo>
                  <a:pt x="146657" y="33202"/>
                  <a:pt x="139809" y="30076"/>
                  <a:pt x="132067" y="30076"/>
                </a:cubicBezTo>
                <a:cubicBezTo>
                  <a:pt x="124622" y="30076"/>
                  <a:pt x="117624" y="32756"/>
                  <a:pt x="111967" y="37818"/>
                </a:cubicBezTo>
                <a:cubicBezTo>
                  <a:pt x="104967" y="43923"/>
                  <a:pt x="100948" y="54494"/>
                  <a:pt x="100948" y="66703"/>
                </a:cubicBezTo>
                <a:cubicBezTo>
                  <a:pt x="100948" y="87251"/>
                  <a:pt x="111670" y="100055"/>
                  <a:pt x="128791" y="100055"/>
                </a:cubicBezTo>
                <a:cubicBezTo>
                  <a:pt x="142936" y="100055"/>
                  <a:pt x="154102" y="91270"/>
                  <a:pt x="160357" y="75189"/>
                </a:cubicBezTo>
                <a:lnTo>
                  <a:pt x="157973" y="74148"/>
                </a:lnTo>
                <a:moveTo>
                  <a:pt x="111967" y="52558"/>
                </a:moveTo>
                <a:cubicBezTo>
                  <a:pt x="113603" y="40944"/>
                  <a:pt x="118667" y="35435"/>
                  <a:pt x="127748" y="35435"/>
                </a:cubicBezTo>
                <a:cubicBezTo>
                  <a:pt x="136831" y="35435"/>
                  <a:pt x="140405" y="39604"/>
                  <a:pt x="142340" y="52558"/>
                </a:cubicBezTo>
                <a:lnTo>
                  <a:pt x="111967" y="52558"/>
                </a:lnTo>
                <a:close/>
                <a:moveTo>
                  <a:pt x="210234" y="51813"/>
                </a:moveTo>
                <a:lnTo>
                  <a:pt x="209639" y="31416"/>
                </a:lnTo>
                <a:lnTo>
                  <a:pt x="208001" y="31416"/>
                </a:lnTo>
                <a:cubicBezTo>
                  <a:pt x="207258" y="32607"/>
                  <a:pt x="206512" y="33054"/>
                  <a:pt x="205620" y="33054"/>
                </a:cubicBezTo>
                <a:cubicBezTo>
                  <a:pt x="204727" y="33054"/>
                  <a:pt x="203236" y="32756"/>
                  <a:pt x="201598" y="32011"/>
                </a:cubicBezTo>
                <a:cubicBezTo>
                  <a:pt x="198174" y="30821"/>
                  <a:pt x="194751" y="30076"/>
                  <a:pt x="191177" y="30076"/>
                </a:cubicBezTo>
                <a:cubicBezTo>
                  <a:pt x="179413" y="30076"/>
                  <a:pt x="170927" y="37818"/>
                  <a:pt x="170927" y="48537"/>
                </a:cubicBezTo>
                <a:cubicBezTo>
                  <a:pt x="170927" y="56875"/>
                  <a:pt x="175692" y="62832"/>
                  <a:pt x="188348" y="69980"/>
                </a:cubicBezTo>
                <a:lnTo>
                  <a:pt x="196984" y="74891"/>
                </a:lnTo>
                <a:cubicBezTo>
                  <a:pt x="202193" y="77870"/>
                  <a:pt x="204727" y="81444"/>
                  <a:pt x="204727" y="86058"/>
                </a:cubicBezTo>
                <a:cubicBezTo>
                  <a:pt x="204727" y="92610"/>
                  <a:pt x="199960" y="96779"/>
                  <a:pt x="192367" y="96779"/>
                </a:cubicBezTo>
                <a:cubicBezTo>
                  <a:pt x="182094" y="96779"/>
                  <a:pt x="176882" y="91122"/>
                  <a:pt x="173458" y="75934"/>
                </a:cubicBezTo>
                <a:lnTo>
                  <a:pt x="171075" y="75934"/>
                </a:lnTo>
                <a:lnTo>
                  <a:pt x="171075" y="99162"/>
                </a:lnTo>
                <a:lnTo>
                  <a:pt x="173011" y="99162"/>
                </a:lnTo>
                <a:cubicBezTo>
                  <a:pt x="174054" y="97672"/>
                  <a:pt x="174649" y="97374"/>
                  <a:pt x="176437" y="97374"/>
                </a:cubicBezTo>
                <a:cubicBezTo>
                  <a:pt x="178075" y="97374"/>
                  <a:pt x="179861" y="97672"/>
                  <a:pt x="183284" y="98565"/>
                </a:cubicBezTo>
                <a:cubicBezTo>
                  <a:pt x="187306" y="99460"/>
                  <a:pt x="191177" y="100055"/>
                  <a:pt x="194153" y="100055"/>
                </a:cubicBezTo>
                <a:cubicBezTo>
                  <a:pt x="205767" y="100055"/>
                  <a:pt x="215148" y="91420"/>
                  <a:pt x="215148" y="80996"/>
                </a:cubicBezTo>
                <a:cubicBezTo>
                  <a:pt x="215148" y="73551"/>
                  <a:pt x="211574" y="68639"/>
                  <a:pt x="202641" y="63277"/>
                </a:cubicBezTo>
                <a:lnTo>
                  <a:pt x="186560" y="53749"/>
                </a:lnTo>
                <a:cubicBezTo>
                  <a:pt x="182391" y="51218"/>
                  <a:pt x="180158" y="47644"/>
                  <a:pt x="180158" y="43625"/>
                </a:cubicBezTo>
                <a:cubicBezTo>
                  <a:pt x="180158" y="37521"/>
                  <a:pt x="184775" y="33499"/>
                  <a:pt x="191622" y="33499"/>
                </a:cubicBezTo>
                <a:cubicBezTo>
                  <a:pt x="200110" y="33499"/>
                  <a:pt x="204577" y="38414"/>
                  <a:pt x="208001" y="51813"/>
                </a:cubicBezTo>
                <a:lnTo>
                  <a:pt x="210234" y="51813"/>
                </a:lnTo>
                <a:close/>
                <a:moveTo>
                  <a:pt x="221997" y="130876"/>
                </a:moveTo>
                <a:lnTo>
                  <a:pt x="258029" y="130876"/>
                </a:lnTo>
                <a:lnTo>
                  <a:pt x="258029" y="128195"/>
                </a:lnTo>
                <a:cubicBezTo>
                  <a:pt x="246863" y="128047"/>
                  <a:pt x="245075" y="126557"/>
                  <a:pt x="244927" y="117029"/>
                </a:cubicBezTo>
                <a:lnTo>
                  <a:pt x="244927" y="93653"/>
                </a:lnTo>
                <a:cubicBezTo>
                  <a:pt x="250287" y="98565"/>
                  <a:pt x="253710" y="100055"/>
                  <a:pt x="259965" y="100055"/>
                </a:cubicBezTo>
                <a:cubicBezTo>
                  <a:pt x="277684" y="100055"/>
                  <a:pt x="291231" y="83379"/>
                  <a:pt x="291231" y="61789"/>
                </a:cubicBezTo>
                <a:cubicBezTo>
                  <a:pt x="291231" y="43328"/>
                  <a:pt x="280810" y="30076"/>
                  <a:pt x="266367" y="30076"/>
                </a:cubicBezTo>
                <a:cubicBezTo>
                  <a:pt x="258029" y="30076"/>
                  <a:pt x="251477" y="33649"/>
                  <a:pt x="244927" y="41837"/>
                </a:cubicBezTo>
                <a:lnTo>
                  <a:pt x="244927" y="30373"/>
                </a:lnTo>
                <a:lnTo>
                  <a:pt x="244034" y="30076"/>
                </a:lnTo>
                <a:cubicBezTo>
                  <a:pt x="235994" y="33202"/>
                  <a:pt x="230782" y="35137"/>
                  <a:pt x="222592" y="37668"/>
                </a:cubicBezTo>
                <a:lnTo>
                  <a:pt x="222592" y="40052"/>
                </a:lnTo>
                <a:cubicBezTo>
                  <a:pt x="223933" y="39902"/>
                  <a:pt x="224825" y="39902"/>
                  <a:pt x="226316" y="39902"/>
                </a:cubicBezTo>
                <a:cubicBezTo>
                  <a:pt x="231378" y="39902"/>
                  <a:pt x="232420" y="41392"/>
                  <a:pt x="232420" y="48389"/>
                </a:cubicBezTo>
                <a:lnTo>
                  <a:pt x="232420" y="118071"/>
                </a:lnTo>
                <a:cubicBezTo>
                  <a:pt x="232420" y="125962"/>
                  <a:pt x="230782" y="127452"/>
                  <a:pt x="221997" y="128345"/>
                </a:cubicBezTo>
                <a:lnTo>
                  <a:pt x="221997" y="130876"/>
                </a:lnTo>
                <a:moveTo>
                  <a:pt x="244927" y="48835"/>
                </a:moveTo>
                <a:cubicBezTo>
                  <a:pt x="244927" y="44368"/>
                  <a:pt x="253265" y="39009"/>
                  <a:pt x="260113" y="39009"/>
                </a:cubicBezTo>
                <a:cubicBezTo>
                  <a:pt x="271132" y="39009"/>
                  <a:pt x="278427" y="50325"/>
                  <a:pt x="278427" y="67746"/>
                </a:cubicBezTo>
                <a:cubicBezTo>
                  <a:pt x="278427" y="84122"/>
                  <a:pt x="271132" y="95291"/>
                  <a:pt x="260413" y="95291"/>
                </a:cubicBezTo>
                <a:cubicBezTo>
                  <a:pt x="253413" y="95291"/>
                  <a:pt x="244927" y="89929"/>
                  <a:pt x="244927" y="85463"/>
                </a:cubicBezTo>
                <a:lnTo>
                  <a:pt x="244927" y="48835"/>
                </a:lnTo>
                <a:close/>
                <a:moveTo>
                  <a:pt x="333519" y="30076"/>
                </a:moveTo>
                <a:cubicBezTo>
                  <a:pt x="314012" y="30076"/>
                  <a:pt x="300612" y="44368"/>
                  <a:pt x="300612" y="64915"/>
                </a:cubicBezTo>
                <a:cubicBezTo>
                  <a:pt x="300612" y="85165"/>
                  <a:pt x="314460" y="100055"/>
                  <a:pt x="333219" y="100055"/>
                </a:cubicBezTo>
                <a:cubicBezTo>
                  <a:pt x="351980" y="100055"/>
                  <a:pt x="366273" y="84422"/>
                  <a:pt x="366273" y="63725"/>
                </a:cubicBezTo>
                <a:cubicBezTo>
                  <a:pt x="366273" y="44071"/>
                  <a:pt x="352575" y="30076"/>
                  <a:pt x="333519" y="30076"/>
                </a:cubicBezTo>
                <a:moveTo>
                  <a:pt x="331583" y="34245"/>
                </a:moveTo>
                <a:cubicBezTo>
                  <a:pt x="344090" y="34245"/>
                  <a:pt x="352873" y="48537"/>
                  <a:pt x="352873" y="68937"/>
                </a:cubicBezTo>
                <a:cubicBezTo>
                  <a:pt x="352873" y="85910"/>
                  <a:pt x="346173" y="95886"/>
                  <a:pt x="335007" y="95886"/>
                </a:cubicBezTo>
                <a:cubicBezTo>
                  <a:pt x="329200" y="95886"/>
                  <a:pt x="323690" y="92312"/>
                  <a:pt x="320564" y="86358"/>
                </a:cubicBezTo>
                <a:cubicBezTo>
                  <a:pt x="316395" y="78615"/>
                  <a:pt x="314012" y="68192"/>
                  <a:pt x="314012" y="57620"/>
                </a:cubicBezTo>
                <a:cubicBezTo>
                  <a:pt x="314012" y="43475"/>
                  <a:pt x="320862" y="34245"/>
                  <a:pt x="331583" y="34245"/>
                </a:cubicBezTo>
                <a:close/>
                <a:moveTo>
                  <a:pt x="373867" y="98565"/>
                </a:moveTo>
                <a:lnTo>
                  <a:pt x="405433" y="98565"/>
                </a:lnTo>
                <a:lnTo>
                  <a:pt x="405433" y="96331"/>
                </a:lnTo>
                <a:cubicBezTo>
                  <a:pt x="397988" y="95886"/>
                  <a:pt x="395605" y="93950"/>
                  <a:pt x="395605" y="88591"/>
                </a:cubicBezTo>
                <a:lnTo>
                  <a:pt x="395605" y="46751"/>
                </a:lnTo>
                <a:cubicBezTo>
                  <a:pt x="402752" y="40052"/>
                  <a:pt x="406028" y="38264"/>
                  <a:pt x="410943" y="38264"/>
                </a:cubicBezTo>
                <a:cubicBezTo>
                  <a:pt x="418238" y="38264"/>
                  <a:pt x="421811" y="42880"/>
                  <a:pt x="421811" y="52706"/>
                </a:cubicBezTo>
                <a:lnTo>
                  <a:pt x="421811" y="83825"/>
                </a:lnTo>
                <a:cubicBezTo>
                  <a:pt x="421514" y="93503"/>
                  <a:pt x="419726" y="95886"/>
                  <a:pt x="412431" y="96331"/>
                </a:cubicBezTo>
                <a:lnTo>
                  <a:pt x="412431" y="98565"/>
                </a:lnTo>
                <a:lnTo>
                  <a:pt x="443401" y="98565"/>
                </a:lnTo>
                <a:lnTo>
                  <a:pt x="443401" y="96331"/>
                </a:lnTo>
                <a:cubicBezTo>
                  <a:pt x="436104" y="95589"/>
                  <a:pt x="434466" y="93801"/>
                  <a:pt x="434318" y="86505"/>
                </a:cubicBezTo>
                <a:lnTo>
                  <a:pt x="434318" y="52409"/>
                </a:lnTo>
                <a:cubicBezTo>
                  <a:pt x="434318" y="38414"/>
                  <a:pt x="427766" y="30076"/>
                  <a:pt x="416750" y="30076"/>
                </a:cubicBezTo>
                <a:cubicBezTo>
                  <a:pt x="409900" y="30076"/>
                  <a:pt x="405283" y="32607"/>
                  <a:pt x="395160" y="42135"/>
                </a:cubicBezTo>
                <a:lnTo>
                  <a:pt x="395160" y="30373"/>
                </a:lnTo>
                <a:lnTo>
                  <a:pt x="394117" y="30076"/>
                </a:lnTo>
                <a:cubicBezTo>
                  <a:pt x="386374" y="32904"/>
                  <a:pt x="381312" y="34542"/>
                  <a:pt x="373570" y="36775"/>
                </a:cubicBezTo>
                <a:lnTo>
                  <a:pt x="373570" y="39306"/>
                </a:lnTo>
                <a:cubicBezTo>
                  <a:pt x="374612" y="38861"/>
                  <a:pt x="375953" y="38711"/>
                  <a:pt x="377591" y="38711"/>
                </a:cubicBezTo>
                <a:cubicBezTo>
                  <a:pt x="381760" y="38711"/>
                  <a:pt x="383098" y="40944"/>
                  <a:pt x="383098" y="48240"/>
                </a:cubicBezTo>
                <a:lnTo>
                  <a:pt x="383098" y="85165"/>
                </a:lnTo>
                <a:cubicBezTo>
                  <a:pt x="382950" y="93950"/>
                  <a:pt x="381312" y="95886"/>
                  <a:pt x="373867" y="96331"/>
                </a:cubicBezTo>
                <a:lnTo>
                  <a:pt x="373867" y="98565"/>
                </a:lnTo>
                <a:close/>
                <a:moveTo>
                  <a:pt x="492981" y="51813"/>
                </a:moveTo>
                <a:lnTo>
                  <a:pt x="492385" y="31416"/>
                </a:lnTo>
                <a:lnTo>
                  <a:pt x="490747" y="31416"/>
                </a:lnTo>
                <a:cubicBezTo>
                  <a:pt x="490004" y="32607"/>
                  <a:pt x="489259" y="33054"/>
                  <a:pt x="488366" y="33054"/>
                </a:cubicBezTo>
                <a:cubicBezTo>
                  <a:pt x="487473" y="33054"/>
                  <a:pt x="485983" y="32756"/>
                  <a:pt x="484345" y="32011"/>
                </a:cubicBezTo>
                <a:cubicBezTo>
                  <a:pt x="480921" y="30821"/>
                  <a:pt x="477497" y="30076"/>
                  <a:pt x="473924" y="30076"/>
                </a:cubicBezTo>
                <a:cubicBezTo>
                  <a:pt x="462160" y="30076"/>
                  <a:pt x="453674" y="37818"/>
                  <a:pt x="453674" y="48537"/>
                </a:cubicBezTo>
                <a:cubicBezTo>
                  <a:pt x="453674" y="56875"/>
                  <a:pt x="458438" y="62832"/>
                  <a:pt x="471095" y="69980"/>
                </a:cubicBezTo>
                <a:lnTo>
                  <a:pt x="479731" y="74891"/>
                </a:lnTo>
                <a:cubicBezTo>
                  <a:pt x="484940" y="77870"/>
                  <a:pt x="487473" y="81444"/>
                  <a:pt x="487473" y="86058"/>
                </a:cubicBezTo>
                <a:cubicBezTo>
                  <a:pt x="487473" y="92610"/>
                  <a:pt x="482707" y="96779"/>
                  <a:pt x="475114" y="96779"/>
                </a:cubicBezTo>
                <a:cubicBezTo>
                  <a:pt x="464841" y="96779"/>
                  <a:pt x="459629" y="91122"/>
                  <a:pt x="456205" y="75934"/>
                </a:cubicBezTo>
                <a:lnTo>
                  <a:pt x="453822" y="75934"/>
                </a:lnTo>
                <a:lnTo>
                  <a:pt x="453822" y="99162"/>
                </a:lnTo>
                <a:lnTo>
                  <a:pt x="455758" y="99162"/>
                </a:lnTo>
                <a:cubicBezTo>
                  <a:pt x="456800" y="97672"/>
                  <a:pt x="457396" y="97374"/>
                  <a:pt x="459184" y="97374"/>
                </a:cubicBezTo>
                <a:cubicBezTo>
                  <a:pt x="460822" y="97374"/>
                  <a:pt x="462607" y="97672"/>
                  <a:pt x="466031" y="98565"/>
                </a:cubicBezTo>
                <a:cubicBezTo>
                  <a:pt x="470052" y="99460"/>
                  <a:pt x="473924" y="100055"/>
                  <a:pt x="476900" y="100055"/>
                </a:cubicBezTo>
                <a:cubicBezTo>
                  <a:pt x="488514" y="100055"/>
                  <a:pt x="497895" y="91420"/>
                  <a:pt x="497895" y="80996"/>
                </a:cubicBezTo>
                <a:cubicBezTo>
                  <a:pt x="497895" y="73551"/>
                  <a:pt x="494321" y="68639"/>
                  <a:pt x="485388" y="63277"/>
                </a:cubicBezTo>
                <a:lnTo>
                  <a:pt x="469307" y="53749"/>
                </a:lnTo>
                <a:cubicBezTo>
                  <a:pt x="465138" y="51218"/>
                  <a:pt x="462905" y="47644"/>
                  <a:pt x="462905" y="43625"/>
                </a:cubicBezTo>
                <a:cubicBezTo>
                  <a:pt x="462905" y="37521"/>
                  <a:pt x="467521" y="33499"/>
                  <a:pt x="474369" y="33499"/>
                </a:cubicBezTo>
                <a:cubicBezTo>
                  <a:pt x="482857" y="33499"/>
                  <a:pt x="487324" y="38414"/>
                  <a:pt x="490747" y="51813"/>
                </a:cubicBezTo>
                <a:lnTo>
                  <a:pt x="492981" y="51813"/>
                </a:lnTo>
                <a:close/>
                <a:moveTo>
                  <a:pt x="564747" y="74148"/>
                </a:moveTo>
                <a:cubicBezTo>
                  <a:pt x="557601" y="85463"/>
                  <a:pt x="551197" y="89782"/>
                  <a:pt x="541668" y="89782"/>
                </a:cubicBezTo>
                <a:cubicBezTo>
                  <a:pt x="533183" y="89782"/>
                  <a:pt x="526781" y="85463"/>
                  <a:pt x="522462" y="76977"/>
                </a:cubicBezTo>
                <a:cubicBezTo>
                  <a:pt x="519781" y="71318"/>
                  <a:pt x="518740" y="66553"/>
                  <a:pt x="518443" y="57323"/>
                </a:cubicBezTo>
                <a:lnTo>
                  <a:pt x="564301" y="57323"/>
                </a:lnTo>
                <a:cubicBezTo>
                  <a:pt x="563109" y="47644"/>
                  <a:pt x="561620" y="43328"/>
                  <a:pt x="557899" y="38561"/>
                </a:cubicBezTo>
                <a:cubicBezTo>
                  <a:pt x="553430" y="33202"/>
                  <a:pt x="546583" y="30076"/>
                  <a:pt x="538840" y="30076"/>
                </a:cubicBezTo>
                <a:cubicBezTo>
                  <a:pt x="531395" y="30076"/>
                  <a:pt x="524397" y="32756"/>
                  <a:pt x="518740" y="37818"/>
                </a:cubicBezTo>
                <a:cubicBezTo>
                  <a:pt x="511741" y="43923"/>
                  <a:pt x="507722" y="54494"/>
                  <a:pt x="507722" y="66703"/>
                </a:cubicBezTo>
                <a:cubicBezTo>
                  <a:pt x="507722" y="87251"/>
                  <a:pt x="518443" y="100055"/>
                  <a:pt x="535564" y="100055"/>
                </a:cubicBezTo>
                <a:cubicBezTo>
                  <a:pt x="549709" y="100055"/>
                  <a:pt x="560875" y="91270"/>
                  <a:pt x="567130" y="75189"/>
                </a:cubicBezTo>
                <a:lnTo>
                  <a:pt x="564747" y="74148"/>
                </a:lnTo>
                <a:moveTo>
                  <a:pt x="518740" y="52558"/>
                </a:moveTo>
                <a:cubicBezTo>
                  <a:pt x="520376" y="40944"/>
                  <a:pt x="525440" y="35435"/>
                  <a:pt x="534521" y="35435"/>
                </a:cubicBezTo>
                <a:cubicBezTo>
                  <a:pt x="543604" y="35435"/>
                  <a:pt x="547178" y="39604"/>
                  <a:pt x="549114" y="52558"/>
                </a:cubicBezTo>
                <a:lnTo>
                  <a:pt x="518740" y="52558"/>
                </a:lnTo>
                <a:close/>
                <a:moveTo>
                  <a:pt x="609712" y="98565"/>
                </a:moveTo>
                <a:lnTo>
                  <a:pt x="642766" y="98565"/>
                </a:lnTo>
                <a:lnTo>
                  <a:pt x="642766" y="96331"/>
                </a:lnTo>
                <a:cubicBezTo>
                  <a:pt x="635174" y="96184"/>
                  <a:pt x="632790" y="94546"/>
                  <a:pt x="632643" y="88591"/>
                </a:cubicBezTo>
                <a:lnTo>
                  <a:pt x="632643" y="46602"/>
                </a:lnTo>
                <a:cubicBezTo>
                  <a:pt x="632643" y="46304"/>
                  <a:pt x="633833" y="44816"/>
                  <a:pt x="634876" y="43773"/>
                </a:cubicBezTo>
                <a:cubicBezTo>
                  <a:pt x="638597" y="40349"/>
                  <a:pt x="645000" y="37818"/>
                  <a:pt x="650211" y="37818"/>
                </a:cubicBezTo>
                <a:cubicBezTo>
                  <a:pt x="656761" y="37818"/>
                  <a:pt x="660037" y="43030"/>
                  <a:pt x="660037" y="53451"/>
                </a:cubicBezTo>
                <a:lnTo>
                  <a:pt x="660037" y="85760"/>
                </a:lnTo>
                <a:cubicBezTo>
                  <a:pt x="659740" y="94248"/>
                  <a:pt x="658252" y="95886"/>
                  <a:pt x="649914" y="96331"/>
                </a:cubicBezTo>
                <a:lnTo>
                  <a:pt x="649914" y="98565"/>
                </a:lnTo>
                <a:lnTo>
                  <a:pt x="683266" y="98565"/>
                </a:lnTo>
                <a:lnTo>
                  <a:pt x="683266" y="96331"/>
                </a:lnTo>
                <a:cubicBezTo>
                  <a:pt x="674928" y="96331"/>
                  <a:pt x="672842" y="93950"/>
                  <a:pt x="672544" y="84422"/>
                </a:cubicBezTo>
                <a:lnTo>
                  <a:pt x="672544" y="46899"/>
                </a:lnTo>
                <a:cubicBezTo>
                  <a:pt x="677011" y="40497"/>
                  <a:pt x="681777" y="37818"/>
                  <a:pt x="688775" y="37818"/>
                </a:cubicBezTo>
                <a:cubicBezTo>
                  <a:pt x="697260" y="37818"/>
                  <a:pt x="699941" y="41837"/>
                  <a:pt x="699941" y="54197"/>
                </a:cubicBezTo>
                <a:lnTo>
                  <a:pt x="699941" y="85613"/>
                </a:lnTo>
                <a:cubicBezTo>
                  <a:pt x="699644" y="94396"/>
                  <a:pt x="698751" y="95439"/>
                  <a:pt x="690115" y="96331"/>
                </a:cubicBezTo>
                <a:lnTo>
                  <a:pt x="690115" y="98565"/>
                </a:lnTo>
                <a:lnTo>
                  <a:pt x="722722" y="98565"/>
                </a:lnTo>
                <a:lnTo>
                  <a:pt x="722722" y="96331"/>
                </a:lnTo>
                <a:lnTo>
                  <a:pt x="718850" y="96034"/>
                </a:lnTo>
                <a:cubicBezTo>
                  <a:pt x="714086" y="95291"/>
                  <a:pt x="712448" y="93058"/>
                  <a:pt x="712448" y="87251"/>
                </a:cubicBezTo>
                <a:lnTo>
                  <a:pt x="712448" y="56577"/>
                </a:lnTo>
                <a:cubicBezTo>
                  <a:pt x="712448" y="39009"/>
                  <a:pt x="706641" y="30076"/>
                  <a:pt x="695177" y="30076"/>
                </a:cubicBezTo>
                <a:cubicBezTo>
                  <a:pt x="686542" y="30076"/>
                  <a:pt x="678947" y="33947"/>
                  <a:pt x="670906" y="42582"/>
                </a:cubicBezTo>
                <a:cubicBezTo>
                  <a:pt x="668228" y="34095"/>
                  <a:pt x="663166" y="30076"/>
                  <a:pt x="655126" y="30076"/>
                </a:cubicBezTo>
                <a:cubicBezTo>
                  <a:pt x="648423" y="30076"/>
                  <a:pt x="644404" y="32011"/>
                  <a:pt x="632045" y="41540"/>
                </a:cubicBezTo>
                <a:lnTo>
                  <a:pt x="632045" y="30373"/>
                </a:lnTo>
                <a:lnTo>
                  <a:pt x="631005" y="30076"/>
                </a:lnTo>
                <a:cubicBezTo>
                  <a:pt x="623112" y="32904"/>
                  <a:pt x="618050" y="34542"/>
                  <a:pt x="610160" y="36775"/>
                </a:cubicBezTo>
                <a:lnTo>
                  <a:pt x="610160" y="39306"/>
                </a:lnTo>
                <a:cubicBezTo>
                  <a:pt x="611946" y="38861"/>
                  <a:pt x="613286" y="38711"/>
                  <a:pt x="614924" y="38711"/>
                </a:cubicBezTo>
                <a:cubicBezTo>
                  <a:pt x="618795" y="38711"/>
                  <a:pt x="620136" y="41094"/>
                  <a:pt x="620136" y="48240"/>
                </a:cubicBezTo>
                <a:lnTo>
                  <a:pt x="620136" y="85910"/>
                </a:lnTo>
                <a:cubicBezTo>
                  <a:pt x="619838" y="94248"/>
                  <a:pt x="617903" y="96331"/>
                  <a:pt x="609712" y="96331"/>
                </a:cubicBezTo>
                <a:lnTo>
                  <a:pt x="609712" y="98565"/>
                </a:lnTo>
                <a:close/>
                <a:moveTo>
                  <a:pt x="781384" y="74148"/>
                </a:moveTo>
                <a:cubicBezTo>
                  <a:pt x="774239" y="85463"/>
                  <a:pt x="767835" y="89782"/>
                  <a:pt x="758306" y="89782"/>
                </a:cubicBezTo>
                <a:cubicBezTo>
                  <a:pt x="749821" y="89782"/>
                  <a:pt x="743419" y="85463"/>
                  <a:pt x="739100" y="76977"/>
                </a:cubicBezTo>
                <a:cubicBezTo>
                  <a:pt x="736419" y="71318"/>
                  <a:pt x="735378" y="66553"/>
                  <a:pt x="735081" y="57323"/>
                </a:cubicBezTo>
                <a:lnTo>
                  <a:pt x="780939" y="57323"/>
                </a:lnTo>
                <a:cubicBezTo>
                  <a:pt x="779746" y="47644"/>
                  <a:pt x="778258" y="43328"/>
                  <a:pt x="774537" y="38561"/>
                </a:cubicBezTo>
                <a:cubicBezTo>
                  <a:pt x="770068" y="33202"/>
                  <a:pt x="763221" y="30076"/>
                  <a:pt x="755478" y="30076"/>
                </a:cubicBezTo>
                <a:cubicBezTo>
                  <a:pt x="748033" y="30076"/>
                  <a:pt x="741035" y="32756"/>
                  <a:pt x="735378" y="37818"/>
                </a:cubicBezTo>
                <a:cubicBezTo>
                  <a:pt x="728378" y="43923"/>
                  <a:pt x="724359" y="54494"/>
                  <a:pt x="724359" y="66703"/>
                </a:cubicBezTo>
                <a:cubicBezTo>
                  <a:pt x="724359" y="87251"/>
                  <a:pt x="735081" y="100055"/>
                  <a:pt x="752202" y="100055"/>
                </a:cubicBezTo>
                <a:cubicBezTo>
                  <a:pt x="766347" y="100055"/>
                  <a:pt x="777513" y="91270"/>
                  <a:pt x="783768" y="75189"/>
                </a:cubicBezTo>
                <a:lnTo>
                  <a:pt x="781384" y="74148"/>
                </a:lnTo>
                <a:moveTo>
                  <a:pt x="735378" y="52558"/>
                </a:moveTo>
                <a:cubicBezTo>
                  <a:pt x="737014" y="40944"/>
                  <a:pt x="742078" y="35435"/>
                  <a:pt x="751159" y="35435"/>
                </a:cubicBezTo>
                <a:cubicBezTo>
                  <a:pt x="760242" y="35435"/>
                  <a:pt x="763816" y="39604"/>
                  <a:pt x="765751" y="52558"/>
                </a:cubicBezTo>
                <a:lnTo>
                  <a:pt x="735378" y="52558"/>
                </a:lnTo>
                <a:close/>
                <a:moveTo>
                  <a:pt x="833646" y="51813"/>
                </a:moveTo>
                <a:lnTo>
                  <a:pt x="833050" y="31416"/>
                </a:lnTo>
                <a:lnTo>
                  <a:pt x="831412" y="31416"/>
                </a:lnTo>
                <a:cubicBezTo>
                  <a:pt x="830670" y="32607"/>
                  <a:pt x="829924" y="33054"/>
                  <a:pt x="829031" y="33054"/>
                </a:cubicBezTo>
                <a:cubicBezTo>
                  <a:pt x="828139" y="33054"/>
                  <a:pt x="826648" y="32756"/>
                  <a:pt x="825010" y="32011"/>
                </a:cubicBezTo>
                <a:cubicBezTo>
                  <a:pt x="821586" y="30821"/>
                  <a:pt x="818163" y="30076"/>
                  <a:pt x="814589" y="30076"/>
                </a:cubicBezTo>
                <a:cubicBezTo>
                  <a:pt x="802825" y="30076"/>
                  <a:pt x="794339" y="37818"/>
                  <a:pt x="794339" y="48537"/>
                </a:cubicBezTo>
                <a:cubicBezTo>
                  <a:pt x="794339" y="56875"/>
                  <a:pt x="799104" y="62832"/>
                  <a:pt x="811760" y="69980"/>
                </a:cubicBezTo>
                <a:lnTo>
                  <a:pt x="820396" y="74891"/>
                </a:lnTo>
                <a:cubicBezTo>
                  <a:pt x="825605" y="77870"/>
                  <a:pt x="828139" y="81444"/>
                  <a:pt x="828139" y="86058"/>
                </a:cubicBezTo>
                <a:cubicBezTo>
                  <a:pt x="828139" y="92610"/>
                  <a:pt x="823372" y="96779"/>
                  <a:pt x="815779" y="96779"/>
                </a:cubicBezTo>
                <a:cubicBezTo>
                  <a:pt x="805506" y="96779"/>
                  <a:pt x="800294" y="91122"/>
                  <a:pt x="796870" y="75934"/>
                </a:cubicBezTo>
                <a:lnTo>
                  <a:pt x="794487" y="75934"/>
                </a:lnTo>
                <a:lnTo>
                  <a:pt x="794487" y="99162"/>
                </a:lnTo>
                <a:lnTo>
                  <a:pt x="796423" y="99162"/>
                </a:lnTo>
                <a:cubicBezTo>
                  <a:pt x="797465" y="97672"/>
                  <a:pt x="798061" y="97374"/>
                  <a:pt x="799849" y="97374"/>
                </a:cubicBezTo>
                <a:cubicBezTo>
                  <a:pt x="801487" y="97374"/>
                  <a:pt x="803272" y="97672"/>
                  <a:pt x="806696" y="98565"/>
                </a:cubicBezTo>
                <a:cubicBezTo>
                  <a:pt x="810718" y="99460"/>
                  <a:pt x="814589" y="100055"/>
                  <a:pt x="817565" y="100055"/>
                </a:cubicBezTo>
                <a:cubicBezTo>
                  <a:pt x="829179" y="100055"/>
                  <a:pt x="838560" y="91420"/>
                  <a:pt x="838560" y="80996"/>
                </a:cubicBezTo>
                <a:cubicBezTo>
                  <a:pt x="838560" y="73551"/>
                  <a:pt x="834986" y="68639"/>
                  <a:pt x="826053" y="63277"/>
                </a:cubicBezTo>
                <a:lnTo>
                  <a:pt x="809972" y="53749"/>
                </a:lnTo>
                <a:cubicBezTo>
                  <a:pt x="805803" y="51218"/>
                  <a:pt x="803570" y="47644"/>
                  <a:pt x="803570" y="43625"/>
                </a:cubicBezTo>
                <a:cubicBezTo>
                  <a:pt x="803570" y="37521"/>
                  <a:pt x="808187" y="33499"/>
                  <a:pt x="815034" y="33499"/>
                </a:cubicBezTo>
                <a:cubicBezTo>
                  <a:pt x="823522" y="33499"/>
                  <a:pt x="827989" y="38414"/>
                  <a:pt x="831412" y="51813"/>
                </a:cubicBezTo>
                <a:lnTo>
                  <a:pt x="833646" y="51813"/>
                </a:lnTo>
                <a:close/>
                <a:moveTo>
                  <a:pt x="891564" y="51813"/>
                </a:moveTo>
                <a:lnTo>
                  <a:pt x="890969" y="31416"/>
                </a:lnTo>
                <a:lnTo>
                  <a:pt x="889331" y="31416"/>
                </a:lnTo>
                <a:cubicBezTo>
                  <a:pt x="888588" y="32607"/>
                  <a:pt x="887843" y="33054"/>
                  <a:pt x="886950" y="33054"/>
                </a:cubicBezTo>
                <a:cubicBezTo>
                  <a:pt x="886057" y="33054"/>
                  <a:pt x="884567" y="32756"/>
                  <a:pt x="882929" y="32011"/>
                </a:cubicBezTo>
                <a:cubicBezTo>
                  <a:pt x="879505" y="30821"/>
                  <a:pt x="876081" y="30076"/>
                  <a:pt x="872508" y="30076"/>
                </a:cubicBezTo>
                <a:cubicBezTo>
                  <a:pt x="860744" y="30076"/>
                  <a:pt x="852258" y="37818"/>
                  <a:pt x="852258" y="48537"/>
                </a:cubicBezTo>
                <a:cubicBezTo>
                  <a:pt x="852258" y="56875"/>
                  <a:pt x="857022" y="62832"/>
                  <a:pt x="869679" y="69980"/>
                </a:cubicBezTo>
                <a:lnTo>
                  <a:pt x="878315" y="74891"/>
                </a:lnTo>
                <a:cubicBezTo>
                  <a:pt x="883524" y="77870"/>
                  <a:pt x="886057" y="81444"/>
                  <a:pt x="886057" y="86058"/>
                </a:cubicBezTo>
                <a:cubicBezTo>
                  <a:pt x="886057" y="92610"/>
                  <a:pt x="881291" y="96779"/>
                  <a:pt x="873698" y="96779"/>
                </a:cubicBezTo>
                <a:cubicBezTo>
                  <a:pt x="863424" y="96779"/>
                  <a:pt x="858213" y="91122"/>
                  <a:pt x="854789" y="75934"/>
                </a:cubicBezTo>
                <a:lnTo>
                  <a:pt x="852406" y="75934"/>
                </a:lnTo>
                <a:lnTo>
                  <a:pt x="852406" y="99162"/>
                </a:lnTo>
                <a:lnTo>
                  <a:pt x="854341" y="99162"/>
                </a:lnTo>
                <a:cubicBezTo>
                  <a:pt x="855384" y="97672"/>
                  <a:pt x="855979" y="97374"/>
                  <a:pt x="857767" y="97374"/>
                </a:cubicBezTo>
                <a:cubicBezTo>
                  <a:pt x="859405" y="97374"/>
                  <a:pt x="861191" y="97672"/>
                  <a:pt x="864615" y="98565"/>
                </a:cubicBezTo>
                <a:cubicBezTo>
                  <a:pt x="868636" y="99460"/>
                  <a:pt x="872508" y="100055"/>
                  <a:pt x="875484" y="100055"/>
                </a:cubicBezTo>
                <a:cubicBezTo>
                  <a:pt x="887098" y="100055"/>
                  <a:pt x="896479" y="91420"/>
                  <a:pt x="896479" y="80996"/>
                </a:cubicBezTo>
                <a:cubicBezTo>
                  <a:pt x="896479" y="73551"/>
                  <a:pt x="892905" y="68639"/>
                  <a:pt x="883972" y="63277"/>
                </a:cubicBezTo>
                <a:lnTo>
                  <a:pt x="867891" y="53749"/>
                </a:lnTo>
                <a:cubicBezTo>
                  <a:pt x="863722" y="51218"/>
                  <a:pt x="861489" y="47644"/>
                  <a:pt x="861489" y="43625"/>
                </a:cubicBezTo>
                <a:cubicBezTo>
                  <a:pt x="861489" y="37521"/>
                  <a:pt x="866105" y="33499"/>
                  <a:pt x="872953" y="33499"/>
                </a:cubicBezTo>
                <a:cubicBezTo>
                  <a:pt x="881441" y="33499"/>
                  <a:pt x="885907" y="38414"/>
                  <a:pt x="889331" y="51813"/>
                </a:cubicBezTo>
                <a:lnTo>
                  <a:pt x="891564" y="51813"/>
                </a:lnTo>
                <a:close/>
                <a:moveTo>
                  <a:pt x="968839" y="88739"/>
                </a:moveTo>
                <a:cubicBezTo>
                  <a:pt x="966308" y="90824"/>
                  <a:pt x="964522" y="91567"/>
                  <a:pt x="962289" y="91567"/>
                </a:cubicBezTo>
                <a:cubicBezTo>
                  <a:pt x="958865" y="91567"/>
                  <a:pt x="957823" y="89484"/>
                  <a:pt x="957823" y="82932"/>
                </a:cubicBezTo>
                <a:lnTo>
                  <a:pt x="957823" y="53899"/>
                </a:lnTo>
                <a:cubicBezTo>
                  <a:pt x="957823" y="46156"/>
                  <a:pt x="957077" y="41837"/>
                  <a:pt x="954844" y="38264"/>
                </a:cubicBezTo>
                <a:cubicBezTo>
                  <a:pt x="951568" y="32904"/>
                  <a:pt x="945166" y="30076"/>
                  <a:pt x="936383" y="30076"/>
                </a:cubicBezTo>
                <a:cubicBezTo>
                  <a:pt x="922385" y="30076"/>
                  <a:pt x="911369" y="37371"/>
                  <a:pt x="911369" y="46751"/>
                </a:cubicBezTo>
                <a:cubicBezTo>
                  <a:pt x="911369" y="50175"/>
                  <a:pt x="914197" y="53154"/>
                  <a:pt x="917771" y="53154"/>
                </a:cubicBezTo>
                <a:cubicBezTo>
                  <a:pt x="921342" y="53154"/>
                  <a:pt x="924471" y="50175"/>
                  <a:pt x="924471" y="46899"/>
                </a:cubicBezTo>
                <a:cubicBezTo>
                  <a:pt x="924471" y="46304"/>
                  <a:pt x="924321" y="45561"/>
                  <a:pt x="924173" y="44518"/>
                </a:cubicBezTo>
                <a:cubicBezTo>
                  <a:pt x="923876" y="43178"/>
                  <a:pt x="923726" y="41987"/>
                  <a:pt x="923726" y="40944"/>
                </a:cubicBezTo>
                <a:cubicBezTo>
                  <a:pt x="923726" y="36925"/>
                  <a:pt x="928490" y="33649"/>
                  <a:pt x="934447" y="33649"/>
                </a:cubicBezTo>
                <a:cubicBezTo>
                  <a:pt x="941742" y="33649"/>
                  <a:pt x="945761" y="37966"/>
                  <a:pt x="945761" y="46006"/>
                </a:cubicBezTo>
                <a:lnTo>
                  <a:pt x="945761" y="55089"/>
                </a:lnTo>
                <a:cubicBezTo>
                  <a:pt x="922981" y="64172"/>
                  <a:pt x="920302" y="65511"/>
                  <a:pt x="913900" y="71170"/>
                </a:cubicBezTo>
                <a:cubicBezTo>
                  <a:pt x="910624" y="74148"/>
                  <a:pt x="908538" y="79210"/>
                  <a:pt x="908538" y="84122"/>
                </a:cubicBezTo>
                <a:cubicBezTo>
                  <a:pt x="908538" y="93503"/>
                  <a:pt x="915090" y="100055"/>
                  <a:pt x="924173" y="100055"/>
                </a:cubicBezTo>
                <a:cubicBezTo>
                  <a:pt x="930723" y="100055"/>
                  <a:pt x="936828" y="96929"/>
                  <a:pt x="945911" y="89186"/>
                </a:cubicBezTo>
                <a:cubicBezTo>
                  <a:pt x="946656" y="97077"/>
                  <a:pt x="949335" y="100055"/>
                  <a:pt x="955439" y="100055"/>
                </a:cubicBezTo>
                <a:cubicBezTo>
                  <a:pt x="960501" y="100055"/>
                  <a:pt x="963630" y="98267"/>
                  <a:pt x="968839" y="92610"/>
                </a:cubicBezTo>
                <a:lnTo>
                  <a:pt x="968839" y="88739"/>
                </a:lnTo>
                <a:moveTo>
                  <a:pt x="945761" y="80253"/>
                </a:moveTo>
                <a:cubicBezTo>
                  <a:pt x="945761" y="84720"/>
                  <a:pt x="945018" y="86358"/>
                  <a:pt x="941890" y="88143"/>
                </a:cubicBezTo>
                <a:cubicBezTo>
                  <a:pt x="938168" y="90227"/>
                  <a:pt x="934149" y="91420"/>
                  <a:pt x="931021" y="91420"/>
                </a:cubicBezTo>
                <a:cubicBezTo>
                  <a:pt x="925811" y="91420"/>
                  <a:pt x="921642" y="86358"/>
                  <a:pt x="921642" y="79953"/>
                </a:cubicBezTo>
                <a:lnTo>
                  <a:pt x="921642" y="79358"/>
                </a:lnTo>
                <a:cubicBezTo>
                  <a:pt x="921790" y="70425"/>
                  <a:pt x="928342" y="64768"/>
                  <a:pt x="945761" y="58663"/>
                </a:cubicBezTo>
                <a:lnTo>
                  <a:pt x="945761" y="80253"/>
                </a:lnTo>
                <a:close/>
                <a:moveTo>
                  <a:pt x="1039117" y="40794"/>
                </a:moveTo>
                <a:lnTo>
                  <a:pt x="1039117" y="34990"/>
                </a:lnTo>
                <a:lnTo>
                  <a:pt x="1027653" y="34990"/>
                </a:lnTo>
                <a:cubicBezTo>
                  <a:pt x="1024526" y="34990"/>
                  <a:pt x="1022441" y="34542"/>
                  <a:pt x="1019465" y="33499"/>
                </a:cubicBezTo>
                <a:lnTo>
                  <a:pt x="1016188" y="32309"/>
                </a:lnTo>
                <a:cubicBezTo>
                  <a:pt x="1012317" y="30821"/>
                  <a:pt x="1008148" y="30076"/>
                  <a:pt x="1004277" y="30076"/>
                </a:cubicBezTo>
                <a:cubicBezTo>
                  <a:pt x="990429" y="30076"/>
                  <a:pt x="979411" y="40647"/>
                  <a:pt x="979411" y="54344"/>
                </a:cubicBezTo>
                <a:cubicBezTo>
                  <a:pt x="979411" y="63725"/>
                  <a:pt x="983282" y="69382"/>
                  <a:pt x="993258" y="74296"/>
                </a:cubicBezTo>
                <a:lnTo>
                  <a:pt x="989387" y="77870"/>
                </a:lnTo>
                <a:cubicBezTo>
                  <a:pt x="986261" y="80848"/>
                  <a:pt x="984475" y="82486"/>
                  <a:pt x="984027" y="83082"/>
                </a:cubicBezTo>
                <a:cubicBezTo>
                  <a:pt x="980901" y="86358"/>
                  <a:pt x="980008" y="87994"/>
                  <a:pt x="980008" y="90527"/>
                </a:cubicBezTo>
                <a:cubicBezTo>
                  <a:pt x="980008" y="93801"/>
                  <a:pt x="981646" y="95439"/>
                  <a:pt x="987899" y="98417"/>
                </a:cubicBezTo>
                <a:cubicBezTo>
                  <a:pt x="977177" y="106160"/>
                  <a:pt x="973308" y="111074"/>
                  <a:pt x="973308" y="116581"/>
                </a:cubicBezTo>
                <a:cubicBezTo>
                  <a:pt x="973308" y="124474"/>
                  <a:pt x="984772" y="131024"/>
                  <a:pt x="999065" y="131024"/>
                </a:cubicBezTo>
                <a:cubicBezTo>
                  <a:pt x="1010232" y="131024"/>
                  <a:pt x="1021846" y="127152"/>
                  <a:pt x="1029588" y="120900"/>
                </a:cubicBezTo>
                <a:cubicBezTo>
                  <a:pt x="1035248" y="116283"/>
                  <a:pt x="1037778" y="111519"/>
                  <a:pt x="1037778" y="105862"/>
                </a:cubicBezTo>
                <a:cubicBezTo>
                  <a:pt x="1037778" y="96631"/>
                  <a:pt x="1030779" y="90527"/>
                  <a:pt x="1019762" y="89929"/>
                </a:cubicBezTo>
                <a:lnTo>
                  <a:pt x="1000555" y="89036"/>
                </a:lnTo>
                <a:cubicBezTo>
                  <a:pt x="992515" y="88739"/>
                  <a:pt x="988941" y="87398"/>
                  <a:pt x="988941" y="85017"/>
                </a:cubicBezTo>
                <a:cubicBezTo>
                  <a:pt x="988941" y="82039"/>
                  <a:pt x="993853" y="76827"/>
                  <a:pt x="997875" y="75637"/>
                </a:cubicBezTo>
                <a:cubicBezTo>
                  <a:pt x="1003234" y="76084"/>
                  <a:pt x="1006063" y="76382"/>
                  <a:pt x="1006362" y="76382"/>
                </a:cubicBezTo>
                <a:cubicBezTo>
                  <a:pt x="1011870" y="76382"/>
                  <a:pt x="1017827" y="74148"/>
                  <a:pt x="1022441" y="70127"/>
                </a:cubicBezTo>
                <a:cubicBezTo>
                  <a:pt x="1027355" y="65958"/>
                  <a:pt x="1029588" y="60746"/>
                  <a:pt x="1029588" y="53304"/>
                </a:cubicBezTo>
                <a:cubicBezTo>
                  <a:pt x="1029588" y="48985"/>
                  <a:pt x="1028843" y="45561"/>
                  <a:pt x="1026760" y="40794"/>
                </a:cubicBezTo>
                <a:lnTo>
                  <a:pt x="1039117" y="40794"/>
                </a:lnTo>
                <a:moveTo>
                  <a:pt x="991025" y="98865"/>
                </a:moveTo>
                <a:cubicBezTo>
                  <a:pt x="996089" y="99905"/>
                  <a:pt x="1007701" y="100800"/>
                  <a:pt x="1015296" y="100800"/>
                </a:cubicBezTo>
                <a:cubicBezTo>
                  <a:pt x="1028695" y="100800"/>
                  <a:pt x="1033610" y="102736"/>
                  <a:pt x="1033610" y="108095"/>
                </a:cubicBezTo>
                <a:cubicBezTo>
                  <a:pt x="1033610" y="116731"/>
                  <a:pt x="1022293" y="122538"/>
                  <a:pt x="1005467" y="122538"/>
                </a:cubicBezTo>
                <a:cubicBezTo>
                  <a:pt x="992217" y="122538"/>
                  <a:pt x="983730" y="118219"/>
                  <a:pt x="983730" y="111669"/>
                </a:cubicBezTo>
                <a:cubicBezTo>
                  <a:pt x="983730" y="108243"/>
                  <a:pt x="985070" y="106010"/>
                  <a:pt x="991025" y="98865"/>
                </a:cubicBezTo>
                <a:moveTo>
                  <a:pt x="991770" y="48240"/>
                </a:moveTo>
                <a:cubicBezTo>
                  <a:pt x="991770" y="39456"/>
                  <a:pt x="995939" y="34245"/>
                  <a:pt x="1002789" y="34245"/>
                </a:cubicBezTo>
                <a:cubicBezTo>
                  <a:pt x="1007403" y="34245"/>
                  <a:pt x="1011274" y="36775"/>
                  <a:pt x="1013658" y="41242"/>
                </a:cubicBezTo>
                <a:cubicBezTo>
                  <a:pt x="1016486" y="46454"/>
                  <a:pt x="1018124" y="53154"/>
                  <a:pt x="1018124" y="59108"/>
                </a:cubicBezTo>
                <a:cubicBezTo>
                  <a:pt x="1018124" y="67446"/>
                  <a:pt x="1013955" y="72658"/>
                  <a:pt x="1007105" y="72658"/>
                </a:cubicBezTo>
                <a:cubicBezTo>
                  <a:pt x="997875" y="72658"/>
                  <a:pt x="991770" y="62980"/>
                  <a:pt x="991770" y="48687"/>
                </a:cubicBezTo>
                <a:lnTo>
                  <a:pt x="991770" y="48240"/>
                </a:lnTo>
                <a:close/>
                <a:moveTo>
                  <a:pt x="1104629" y="74148"/>
                </a:moveTo>
                <a:cubicBezTo>
                  <a:pt x="1097484" y="85463"/>
                  <a:pt x="1091079" y="89782"/>
                  <a:pt x="1081551" y="89782"/>
                </a:cubicBezTo>
                <a:cubicBezTo>
                  <a:pt x="1073065" y="89782"/>
                  <a:pt x="1066663" y="85463"/>
                  <a:pt x="1062344" y="76977"/>
                </a:cubicBezTo>
                <a:cubicBezTo>
                  <a:pt x="1059663" y="71318"/>
                  <a:pt x="1058623" y="66553"/>
                  <a:pt x="1058325" y="57323"/>
                </a:cubicBezTo>
                <a:lnTo>
                  <a:pt x="1104184" y="57323"/>
                </a:lnTo>
                <a:cubicBezTo>
                  <a:pt x="1102991" y="47644"/>
                  <a:pt x="1101503" y="43328"/>
                  <a:pt x="1097782" y="38561"/>
                </a:cubicBezTo>
                <a:cubicBezTo>
                  <a:pt x="1093313" y="33202"/>
                  <a:pt x="1086465" y="30076"/>
                  <a:pt x="1078723" y="30076"/>
                </a:cubicBezTo>
                <a:cubicBezTo>
                  <a:pt x="1071277" y="30076"/>
                  <a:pt x="1064280" y="32756"/>
                  <a:pt x="1058623" y="37818"/>
                </a:cubicBezTo>
                <a:cubicBezTo>
                  <a:pt x="1051623" y="43923"/>
                  <a:pt x="1047604" y="54494"/>
                  <a:pt x="1047604" y="66703"/>
                </a:cubicBezTo>
                <a:cubicBezTo>
                  <a:pt x="1047604" y="87251"/>
                  <a:pt x="1058325" y="100055"/>
                  <a:pt x="1075446" y="100055"/>
                </a:cubicBezTo>
                <a:cubicBezTo>
                  <a:pt x="1089591" y="100055"/>
                  <a:pt x="1100758" y="91270"/>
                  <a:pt x="1107012" y="75189"/>
                </a:cubicBezTo>
                <a:lnTo>
                  <a:pt x="1104629" y="74148"/>
                </a:lnTo>
                <a:moveTo>
                  <a:pt x="1058623" y="52558"/>
                </a:moveTo>
                <a:cubicBezTo>
                  <a:pt x="1060259" y="40944"/>
                  <a:pt x="1065323" y="35435"/>
                  <a:pt x="1074404" y="35435"/>
                </a:cubicBezTo>
                <a:cubicBezTo>
                  <a:pt x="1083487" y="35435"/>
                  <a:pt x="1087060" y="39604"/>
                  <a:pt x="1088996" y="52558"/>
                </a:cubicBezTo>
                <a:lnTo>
                  <a:pt x="1058623" y="52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70006-E0DC-4BAE-B111-E1B471B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63" y="2227200"/>
            <a:ext cx="370271" cy="55974"/>
          </a:xfrm>
          <a:custGeom xmlns:a="http://schemas.openxmlformats.org/drawingml/2006/main">
            <a:pathLst>
              <a:path w="370271" h="55974">
                <a:moveTo>
                  <a:pt x="0" y="20711"/>
                </a:moveTo>
                <a:lnTo>
                  <a:pt x="0" y="35264"/>
                </a:lnTo>
                <a:lnTo>
                  <a:pt x="314297" y="35264"/>
                </a:lnTo>
                <a:lnTo>
                  <a:pt x="314297" y="55974"/>
                </a:lnTo>
                <a:lnTo>
                  <a:pt x="370271" y="27987"/>
                </a:lnTo>
                <a:lnTo>
                  <a:pt x="314297" y="0"/>
                </a:lnTo>
                <a:lnTo>
                  <a:pt x="314297" y="20711"/>
                </a:lnTo>
                <a:lnTo>
                  <a:pt x="0" y="20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40AE7-CAA6-4701-BDCD-28017E0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63" y="2718656"/>
            <a:ext cx="2166586" cy="55974"/>
          </a:xfrm>
          <a:custGeom xmlns:a="http://schemas.openxmlformats.org/drawingml/2006/main">
            <a:pathLst>
              <a:path w="2166586" h="55974">
                <a:moveTo>
                  <a:pt x="0" y="20711"/>
                </a:moveTo>
                <a:lnTo>
                  <a:pt x="0" y="35264"/>
                </a:lnTo>
                <a:lnTo>
                  <a:pt x="2110612" y="35264"/>
                </a:lnTo>
                <a:lnTo>
                  <a:pt x="2110612" y="55974"/>
                </a:lnTo>
                <a:lnTo>
                  <a:pt x="2166586" y="27987"/>
                </a:lnTo>
                <a:lnTo>
                  <a:pt x="2110612" y="0"/>
                </a:lnTo>
                <a:lnTo>
                  <a:pt x="2110612" y="20711"/>
                </a:lnTo>
                <a:lnTo>
                  <a:pt x="0" y="20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A0551-C90D-40C1-868C-8B27638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475" y="1734624"/>
            <a:ext cx="243489" cy="539501"/>
          </a:xfrm>
          <a:custGeom xmlns:a="http://schemas.openxmlformats.org/drawingml/2006/main">
            <a:pathLst>
              <a:path w="243489" h="539501">
                <a:moveTo>
                  <a:pt x="211584" y="0"/>
                </a:moveTo>
                <a:lnTo>
                  <a:pt x="179678" y="63811"/>
                </a:lnTo>
                <a:lnTo>
                  <a:pt x="200948" y="63811"/>
                </a:lnTo>
                <a:lnTo>
                  <a:pt x="200948" y="518231"/>
                </a:lnTo>
                <a:lnTo>
                  <a:pt x="0" y="518231"/>
                </a:lnTo>
                <a:lnTo>
                  <a:pt x="0" y="539501"/>
                </a:lnTo>
                <a:lnTo>
                  <a:pt x="222219" y="539501"/>
                </a:lnTo>
                <a:lnTo>
                  <a:pt x="222219" y="63811"/>
                </a:lnTo>
                <a:lnTo>
                  <a:pt x="243489" y="63811"/>
                </a:lnTo>
                <a:lnTo>
                  <a:pt x="211584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D9112-EC1A-421B-B2D5-2EA66AD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35" y="1734624"/>
            <a:ext cx="407308" cy="560771"/>
          </a:xfrm>
          <a:custGeom xmlns:a="http://schemas.openxmlformats.org/drawingml/2006/main">
            <a:pathLst>
              <a:path w="407308" h="560771">
                <a:moveTo>
                  <a:pt x="343497" y="539501"/>
                </a:moveTo>
                <a:lnTo>
                  <a:pt x="343497" y="560771"/>
                </a:lnTo>
                <a:lnTo>
                  <a:pt x="407308" y="528866"/>
                </a:lnTo>
                <a:lnTo>
                  <a:pt x="343497" y="496960"/>
                </a:lnTo>
                <a:lnTo>
                  <a:pt x="343497" y="518231"/>
                </a:lnTo>
                <a:lnTo>
                  <a:pt x="21270" y="518231"/>
                </a:lnTo>
                <a:lnTo>
                  <a:pt x="21270" y="0"/>
                </a:lnTo>
                <a:lnTo>
                  <a:pt x="0" y="0"/>
                </a:lnTo>
                <a:lnTo>
                  <a:pt x="0" y="539501"/>
                </a:lnTo>
                <a:lnTo>
                  <a:pt x="343497" y="53950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73B0D-DB7F-4994-8185-A8B300A5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953" y="1848252"/>
            <a:ext cx="315696" cy="314577"/>
          </a:xfrm>
          <a:custGeom xmlns:a="http://schemas.openxmlformats.org/drawingml/2006/main">
            <a:pathLst>
              <a:path w="315696" h="314577">
                <a:moveTo>
                  <a:pt x="0" y="314577"/>
                </a:moveTo>
                <a:lnTo>
                  <a:pt x="0" y="0"/>
                </a:lnTo>
                <a:lnTo>
                  <a:pt x="315696" y="0"/>
                </a:lnTo>
                <a:lnTo>
                  <a:pt x="315696" y="314577"/>
                </a:lnTo>
                <a:lnTo>
                  <a:pt x="0" y="3145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3901161de4a74"/>
          <a:stretch xmlns:a="http://schemas.openxmlformats.org/drawingml/2006/main"/>
        </p:blipFill>
        <p:spPr>
          <a:xfrm xmlns:a="http://schemas.openxmlformats.org/drawingml/2006/main">
            <a:off x="6700513" y="1848252"/>
            <a:ext cx="314577" cy="314577"/>
          </a:xfrm>
          <a:prstGeom xmlns:a="http://schemas.openxmlformats.org/drawingml/2006/main" prst="rect">
            <a:avLst/>
          </a:prstGeom>
        </p:spPr>
      </p:pic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9F394-B851-4E7B-BBCD-E2CC6FF7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614" y="2040245"/>
            <a:ext cx="1094861" cy="429884"/>
          </a:xfrm>
          <a:custGeom xmlns:a="http://schemas.openxmlformats.org/drawingml/2006/main">
            <a:pathLst>
              <a:path w="1094861" h="429884">
                <a:moveTo>
                  <a:pt x="0" y="429884"/>
                </a:moveTo>
                <a:lnTo>
                  <a:pt x="0" y="0"/>
                </a:lnTo>
                <a:lnTo>
                  <a:pt x="1094861" y="0"/>
                </a:lnTo>
                <a:lnTo>
                  <a:pt x="1094861" y="429884"/>
                </a:lnTo>
                <a:lnTo>
                  <a:pt x="0" y="429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A9F5B-140D-425F-BD33-7584437A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614" y="2040245"/>
            <a:ext cx="1094861" cy="429884"/>
          </a:xfrm>
          <a:custGeom xmlns:a="http://schemas.openxmlformats.org/drawingml/2006/main">
            <a:pathLst>
              <a:path w="1094861" h="429884" fill="none">
                <a:moveTo>
                  <a:pt x="0" y="429884"/>
                </a:moveTo>
                <a:lnTo>
                  <a:pt x="1094861" y="429884"/>
                </a:lnTo>
                <a:lnTo>
                  <a:pt x="1094861" y="0"/>
                </a:lnTo>
                <a:lnTo>
                  <a:pt x="0" y="0"/>
                </a:lnTo>
                <a:lnTo>
                  <a:pt x="0" y="429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53" cap="flat">
            <a:solidFill>
              <a:srgbClr val="000000"/>
            </a:solidFill>
            <a:round/>
          </a:ln>
        </p:spPr>
      </p:sp>
      <p:sp>
        <p:nvSpPr>
          <p:cNvPr id="139" name="Text Testprocedure">
            <a:extLst xmlns:a="http://schemas.openxmlformats.org/drawingml/2006/main">
              <a:ext uri="{FF2B5EF4-FFF2-40B4-BE49-F238E27FC236}">
                <a16:creationId xmlns:a16="http://schemas.microsoft.com/office/drawing/2014/main" id="{F7E8A922-A510-4BC8-9ABD-2E0704B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590" y="2116457"/>
            <a:ext cx="875336" cy="134004"/>
          </a:xfrm>
          <a:custGeom xmlns:a="http://schemas.openxmlformats.org/drawingml/2006/main">
            <a:pathLst>
              <a:path w="875336" h="134004">
                <a:moveTo>
                  <a:pt x="64768" y="98865"/>
                </a:moveTo>
                <a:cubicBezTo>
                  <a:pt x="52558" y="98269"/>
                  <a:pt x="50623" y="96484"/>
                  <a:pt x="50473" y="85465"/>
                </a:cubicBezTo>
                <a:lnTo>
                  <a:pt x="50473" y="9381"/>
                </a:lnTo>
                <a:lnTo>
                  <a:pt x="58513" y="9381"/>
                </a:lnTo>
                <a:cubicBezTo>
                  <a:pt x="75787" y="9678"/>
                  <a:pt x="78913" y="12209"/>
                  <a:pt x="82189" y="28440"/>
                </a:cubicBezTo>
                <a:lnTo>
                  <a:pt x="85760" y="28440"/>
                </a:lnTo>
                <a:lnTo>
                  <a:pt x="84867" y="3128"/>
                </a:lnTo>
                <a:lnTo>
                  <a:pt x="893" y="3128"/>
                </a:lnTo>
                <a:lnTo>
                  <a:pt x="0" y="28440"/>
                </a:lnTo>
                <a:lnTo>
                  <a:pt x="3571" y="28440"/>
                </a:lnTo>
                <a:cubicBezTo>
                  <a:pt x="6997" y="12209"/>
                  <a:pt x="10124" y="9678"/>
                  <a:pt x="27247" y="9381"/>
                </a:cubicBezTo>
                <a:lnTo>
                  <a:pt x="35287" y="9381"/>
                </a:lnTo>
                <a:lnTo>
                  <a:pt x="35287" y="83827"/>
                </a:lnTo>
                <a:cubicBezTo>
                  <a:pt x="35137" y="96631"/>
                  <a:pt x="33797" y="98122"/>
                  <a:pt x="21290" y="98865"/>
                </a:cubicBezTo>
                <a:lnTo>
                  <a:pt x="21290" y="101693"/>
                </a:lnTo>
                <a:lnTo>
                  <a:pt x="64768" y="101693"/>
                </a:lnTo>
                <a:lnTo>
                  <a:pt x="64768" y="98865"/>
                </a:lnTo>
                <a:close/>
                <a:moveTo>
                  <a:pt x="138767" y="77277"/>
                </a:moveTo>
                <a:cubicBezTo>
                  <a:pt x="131622" y="88591"/>
                  <a:pt x="125217" y="92910"/>
                  <a:pt x="115689" y="92910"/>
                </a:cubicBezTo>
                <a:cubicBezTo>
                  <a:pt x="107203" y="92910"/>
                  <a:pt x="100801" y="88591"/>
                  <a:pt x="96482" y="80105"/>
                </a:cubicBezTo>
                <a:cubicBezTo>
                  <a:pt x="93801" y="74446"/>
                  <a:pt x="92760" y="69682"/>
                  <a:pt x="92463" y="60451"/>
                </a:cubicBezTo>
                <a:lnTo>
                  <a:pt x="138321" y="60451"/>
                </a:lnTo>
                <a:cubicBezTo>
                  <a:pt x="137129" y="50773"/>
                  <a:pt x="135641" y="46456"/>
                  <a:pt x="131919" y="41690"/>
                </a:cubicBezTo>
                <a:cubicBezTo>
                  <a:pt x="127450" y="36330"/>
                  <a:pt x="120603" y="33204"/>
                  <a:pt x="112860" y="33204"/>
                </a:cubicBezTo>
                <a:cubicBezTo>
                  <a:pt x="105415" y="33204"/>
                  <a:pt x="98418" y="35885"/>
                  <a:pt x="92760" y="40947"/>
                </a:cubicBezTo>
                <a:cubicBezTo>
                  <a:pt x="85761" y="47051"/>
                  <a:pt x="81742" y="57623"/>
                  <a:pt x="81742" y="69832"/>
                </a:cubicBezTo>
                <a:cubicBezTo>
                  <a:pt x="81742" y="90379"/>
                  <a:pt x="92463" y="103184"/>
                  <a:pt x="109584" y="103184"/>
                </a:cubicBezTo>
                <a:cubicBezTo>
                  <a:pt x="123729" y="103184"/>
                  <a:pt x="134895" y="94398"/>
                  <a:pt x="141150" y="78317"/>
                </a:cubicBezTo>
                <a:lnTo>
                  <a:pt x="138767" y="77277"/>
                </a:lnTo>
                <a:moveTo>
                  <a:pt x="92760" y="55687"/>
                </a:moveTo>
                <a:cubicBezTo>
                  <a:pt x="94396" y="44073"/>
                  <a:pt x="99460" y="38563"/>
                  <a:pt x="108541" y="38563"/>
                </a:cubicBezTo>
                <a:cubicBezTo>
                  <a:pt x="117624" y="38563"/>
                  <a:pt x="121198" y="42732"/>
                  <a:pt x="123134" y="55687"/>
                </a:cubicBezTo>
                <a:lnTo>
                  <a:pt x="92760" y="55687"/>
                </a:lnTo>
                <a:close/>
                <a:moveTo>
                  <a:pt x="191027" y="54942"/>
                </a:moveTo>
                <a:lnTo>
                  <a:pt x="190432" y="34544"/>
                </a:lnTo>
                <a:lnTo>
                  <a:pt x="188794" y="34544"/>
                </a:lnTo>
                <a:cubicBezTo>
                  <a:pt x="188051" y="35735"/>
                  <a:pt x="187306" y="36183"/>
                  <a:pt x="186413" y="36183"/>
                </a:cubicBezTo>
                <a:cubicBezTo>
                  <a:pt x="185520" y="36183"/>
                  <a:pt x="184030" y="35885"/>
                  <a:pt x="182392" y="35140"/>
                </a:cubicBezTo>
                <a:cubicBezTo>
                  <a:pt x="178968" y="33949"/>
                  <a:pt x="175544" y="33204"/>
                  <a:pt x="171971" y="33204"/>
                </a:cubicBezTo>
                <a:cubicBezTo>
                  <a:pt x="160207" y="33204"/>
                  <a:pt x="151721" y="40947"/>
                  <a:pt x="151721" y="51666"/>
                </a:cubicBezTo>
                <a:cubicBezTo>
                  <a:pt x="151721" y="60004"/>
                  <a:pt x="156485" y="65960"/>
                  <a:pt x="169142" y="73108"/>
                </a:cubicBezTo>
                <a:lnTo>
                  <a:pt x="177778" y="78020"/>
                </a:lnTo>
                <a:cubicBezTo>
                  <a:pt x="182987" y="80998"/>
                  <a:pt x="185520" y="84572"/>
                  <a:pt x="185520" y="89186"/>
                </a:cubicBezTo>
                <a:cubicBezTo>
                  <a:pt x="185520" y="95738"/>
                  <a:pt x="180754" y="99907"/>
                  <a:pt x="173161" y="99907"/>
                </a:cubicBezTo>
                <a:cubicBezTo>
                  <a:pt x="162887" y="99907"/>
                  <a:pt x="157676" y="94250"/>
                  <a:pt x="154252" y="79063"/>
                </a:cubicBezTo>
                <a:lnTo>
                  <a:pt x="151869" y="79063"/>
                </a:lnTo>
                <a:lnTo>
                  <a:pt x="151869" y="102291"/>
                </a:lnTo>
                <a:lnTo>
                  <a:pt x="153804" y="102291"/>
                </a:lnTo>
                <a:cubicBezTo>
                  <a:pt x="154847" y="100800"/>
                  <a:pt x="155442" y="100503"/>
                  <a:pt x="157230" y="100503"/>
                </a:cubicBezTo>
                <a:cubicBezTo>
                  <a:pt x="158868" y="100503"/>
                  <a:pt x="160654" y="100800"/>
                  <a:pt x="164078" y="101693"/>
                </a:cubicBezTo>
                <a:cubicBezTo>
                  <a:pt x="168099" y="102588"/>
                  <a:pt x="171971" y="103184"/>
                  <a:pt x="174947" y="103184"/>
                </a:cubicBezTo>
                <a:cubicBezTo>
                  <a:pt x="186561" y="103184"/>
                  <a:pt x="195942" y="94548"/>
                  <a:pt x="195942" y="84124"/>
                </a:cubicBezTo>
                <a:cubicBezTo>
                  <a:pt x="195942" y="76679"/>
                  <a:pt x="192368" y="71768"/>
                  <a:pt x="183435" y="66406"/>
                </a:cubicBezTo>
                <a:lnTo>
                  <a:pt x="167354" y="56877"/>
                </a:lnTo>
                <a:cubicBezTo>
                  <a:pt x="163185" y="54346"/>
                  <a:pt x="160952" y="50773"/>
                  <a:pt x="160952" y="46754"/>
                </a:cubicBezTo>
                <a:cubicBezTo>
                  <a:pt x="160952" y="40649"/>
                  <a:pt x="165568" y="36628"/>
                  <a:pt x="172416" y="36628"/>
                </a:cubicBezTo>
                <a:cubicBezTo>
                  <a:pt x="180904" y="36628"/>
                  <a:pt x="185370" y="41542"/>
                  <a:pt x="188794" y="54942"/>
                </a:cubicBezTo>
                <a:lnTo>
                  <a:pt x="191027" y="54942"/>
                </a:lnTo>
                <a:close/>
                <a:moveTo>
                  <a:pt x="240013" y="34692"/>
                </a:moveTo>
                <a:lnTo>
                  <a:pt x="224976" y="34692"/>
                </a:lnTo>
                <a:lnTo>
                  <a:pt x="224976" y="17421"/>
                </a:lnTo>
                <a:cubicBezTo>
                  <a:pt x="224976" y="15933"/>
                  <a:pt x="224678" y="15485"/>
                  <a:pt x="223933" y="15485"/>
                </a:cubicBezTo>
                <a:cubicBezTo>
                  <a:pt x="215297" y="27992"/>
                  <a:pt x="210831" y="33054"/>
                  <a:pt x="206514" y="35585"/>
                </a:cubicBezTo>
                <a:cubicBezTo>
                  <a:pt x="204876" y="36628"/>
                  <a:pt x="203981" y="37521"/>
                  <a:pt x="203981" y="38416"/>
                </a:cubicBezTo>
                <a:cubicBezTo>
                  <a:pt x="203981" y="38861"/>
                  <a:pt x="204131" y="39159"/>
                  <a:pt x="204578" y="39456"/>
                </a:cubicBezTo>
                <a:lnTo>
                  <a:pt x="212469" y="39456"/>
                </a:lnTo>
                <a:lnTo>
                  <a:pt x="212469" y="84274"/>
                </a:lnTo>
                <a:cubicBezTo>
                  <a:pt x="212469" y="96781"/>
                  <a:pt x="216935" y="103184"/>
                  <a:pt x="225721" y="103184"/>
                </a:cubicBezTo>
                <a:cubicBezTo>
                  <a:pt x="233016" y="103184"/>
                  <a:pt x="238673" y="99610"/>
                  <a:pt x="243587" y="91867"/>
                </a:cubicBezTo>
                <a:lnTo>
                  <a:pt x="241652" y="90229"/>
                </a:lnTo>
                <a:cubicBezTo>
                  <a:pt x="238375" y="94100"/>
                  <a:pt x="235994" y="95441"/>
                  <a:pt x="232718" y="95441"/>
                </a:cubicBezTo>
                <a:cubicBezTo>
                  <a:pt x="227209" y="95441"/>
                  <a:pt x="224976" y="91422"/>
                  <a:pt x="224976" y="82041"/>
                </a:cubicBezTo>
                <a:lnTo>
                  <a:pt x="224976" y="39456"/>
                </a:lnTo>
                <a:lnTo>
                  <a:pt x="240013" y="39456"/>
                </a:lnTo>
                <a:lnTo>
                  <a:pt x="240013" y="34692"/>
                </a:lnTo>
                <a:close/>
                <a:moveTo>
                  <a:pt x="282299" y="134004"/>
                </a:moveTo>
                <a:lnTo>
                  <a:pt x="318331" y="134004"/>
                </a:lnTo>
                <a:lnTo>
                  <a:pt x="318331" y="131323"/>
                </a:lnTo>
                <a:cubicBezTo>
                  <a:pt x="307165" y="131176"/>
                  <a:pt x="305377" y="129685"/>
                  <a:pt x="305229" y="120157"/>
                </a:cubicBezTo>
                <a:lnTo>
                  <a:pt x="305229" y="96781"/>
                </a:lnTo>
                <a:cubicBezTo>
                  <a:pt x="310589" y="101693"/>
                  <a:pt x="314012" y="103184"/>
                  <a:pt x="320267" y="103184"/>
                </a:cubicBezTo>
                <a:cubicBezTo>
                  <a:pt x="337986" y="103184"/>
                  <a:pt x="351533" y="86508"/>
                  <a:pt x="351533" y="64918"/>
                </a:cubicBezTo>
                <a:cubicBezTo>
                  <a:pt x="351533" y="46456"/>
                  <a:pt x="341112" y="33204"/>
                  <a:pt x="326669" y="33204"/>
                </a:cubicBezTo>
                <a:cubicBezTo>
                  <a:pt x="318331" y="33204"/>
                  <a:pt x="311779" y="36778"/>
                  <a:pt x="305229" y="44966"/>
                </a:cubicBezTo>
                <a:lnTo>
                  <a:pt x="305229" y="33502"/>
                </a:lnTo>
                <a:lnTo>
                  <a:pt x="304336" y="33204"/>
                </a:lnTo>
                <a:cubicBezTo>
                  <a:pt x="296296" y="36330"/>
                  <a:pt x="291084" y="38266"/>
                  <a:pt x="282894" y="40797"/>
                </a:cubicBezTo>
                <a:lnTo>
                  <a:pt x="282894" y="43180"/>
                </a:lnTo>
                <a:cubicBezTo>
                  <a:pt x="284234" y="43030"/>
                  <a:pt x="285127" y="43030"/>
                  <a:pt x="286618" y="43030"/>
                </a:cubicBezTo>
                <a:cubicBezTo>
                  <a:pt x="291679" y="43030"/>
                  <a:pt x="292722" y="44520"/>
                  <a:pt x="292722" y="51518"/>
                </a:cubicBezTo>
                <a:lnTo>
                  <a:pt x="292722" y="121200"/>
                </a:lnTo>
                <a:cubicBezTo>
                  <a:pt x="292722" y="129090"/>
                  <a:pt x="291084" y="130581"/>
                  <a:pt x="282299" y="131473"/>
                </a:cubicBezTo>
                <a:lnTo>
                  <a:pt x="282299" y="134004"/>
                </a:lnTo>
                <a:moveTo>
                  <a:pt x="305229" y="51963"/>
                </a:moveTo>
                <a:cubicBezTo>
                  <a:pt x="305229" y="47497"/>
                  <a:pt x="313567" y="42137"/>
                  <a:pt x="320415" y="42137"/>
                </a:cubicBezTo>
                <a:cubicBezTo>
                  <a:pt x="331433" y="42137"/>
                  <a:pt x="338728" y="53454"/>
                  <a:pt x="338728" y="70875"/>
                </a:cubicBezTo>
                <a:cubicBezTo>
                  <a:pt x="338728" y="87251"/>
                  <a:pt x="331433" y="98419"/>
                  <a:pt x="320714" y="98419"/>
                </a:cubicBezTo>
                <a:cubicBezTo>
                  <a:pt x="313715" y="98419"/>
                  <a:pt x="305229" y="93058"/>
                  <a:pt x="305229" y="88591"/>
                </a:cubicBezTo>
                <a:lnTo>
                  <a:pt x="305229" y="51963"/>
                </a:lnTo>
                <a:close/>
                <a:moveTo>
                  <a:pt x="357191" y="101693"/>
                </a:moveTo>
                <a:lnTo>
                  <a:pt x="392926" y="101693"/>
                </a:lnTo>
                <a:lnTo>
                  <a:pt x="392926" y="99460"/>
                </a:lnTo>
                <a:cubicBezTo>
                  <a:pt x="382950" y="99162"/>
                  <a:pt x="380567" y="97079"/>
                  <a:pt x="380269" y="88293"/>
                </a:cubicBezTo>
                <a:lnTo>
                  <a:pt x="380269" y="54794"/>
                </a:lnTo>
                <a:cubicBezTo>
                  <a:pt x="380269" y="50028"/>
                  <a:pt x="386524" y="42585"/>
                  <a:pt x="390693" y="42585"/>
                </a:cubicBezTo>
                <a:cubicBezTo>
                  <a:pt x="391586" y="42585"/>
                  <a:pt x="392926" y="43328"/>
                  <a:pt x="394564" y="44818"/>
                </a:cubicBezTo>
                <a:cubicBezTo>
                  <a:pt x="396797" y="47051"/>
                  <a:pt x="398583" y="47794"/>
                  <a:pt x="400519" y="47794"/>
                </a:cubicBezTo>
                <a:cubicBezTo>
                  <a:pt x="404093" y="47794"/>
                  <a:pt x="406326" y="45263"/>
                  <a:pt x="406326" y="41094"/>
                </a:cubicBezTo>
                <a:cubicBezTo>
                  <a:pt x="406326" y="36183"/>
                  <a:pt x="403200" y="33204"/>
                  <a:pt x="398138" y="33204"/>
                </a:cubicBezTo>
                <a:cubicBezTo>
                  <a:pt x="391883" y="33204"/>
                  <a:pt x="387714" y="36480"/>
                  <a:pt x="380269" y="47199"/>
                </a:cubicBezTo>
                <a:lnTo>
                  <a:pt x="380269" y="33502"/>
                </a:lnTo>
                <a:lnTo>
                  <a:pt x="379526" y="33204"/>
                </a:lnTo>
                <a:cubicBezTo>
                  <a:pt x="371188" y="36480"/>
                  <a:pt x="365827" y="38563"/>
                  <a:pt x="357489" y="41244"/>
                </a:cubicBezTo>
                <a:lnTo>
                  <a:pt x="357489" y="43625"/>
                </a:lnTo>
                <a:cubicBezTo>
                  <a:pt x="359574" y="43180"/>
                  <a:pt x="360915" y="43030"/>
                  <a:pt x="362701" y="43030"/>
                </a:cubicBezTo>
                <a:cubicBezTo>
                  <a:pt x="366422" y="43030"/>
                  <a:pt x="367762" y="45413"/>
                  <a:pt x="367762" y="51963"/>
                </a:cubicBezTo>
                <a:lnTo>
                  <a:pt x="367762" y="89186"/>
                </a:lnTo>
                <a:cubicBezTo>
                  <a:pt x="367465" y="96929"/>
                  <a:pt x="366572" y="97824"/>
                  <a:pt x="357191" y="99460"/>
                </a:cubicBezTo>
                <a:lnTo>
                  <a:pt x="357191" y="101693"/>
                </a:lnTo>
                <a:close/>
                <a:moveTo>
                  <a:pt x="443252" y="33204"/>
                </a:moveTo>
                <a:cubicBezTo>
                  <a:pt x="423746" y="33204"/>
                  <a:pt x="410346" y="47497"/>
                  <a:pt x="410346" y="68044"/>
                </a:cubicBezTo>
                <a:cubicBezTo>
                  <a:pt x="410346" y="88293"/>
                  <a:pt x="424193" y="103184"/>
                  <a:pt x="442952" y="103184"/>
                </a:cubicBezTo>
                <a:cubicBezTo>
                  <a:pt x="461714" y="103184"/>
                  <a:pt x="476007" y="87550"/>
                  <a:pt x="476007" y="66853"/>
                </a:cubicBezTo>
                <a:cubicBezTo>
                  <a:pt x="476007" y="47199"/>
                  <a:pt x="462309" y="33204"/>
                  <a:pt x="443252" y="33204"/>
                </a:cubicBezTo>
                <a:moveTo>
                  <a:pt x="441317" y="37373"/>
                </a:moveTo>
                <a:cubicBezTo>
                  <a:pt x="453824" y="37373"/>
                  <a:pt x="462607" y="51666"/>
                  <a:pt x="462607" y="72065"/>
                </a:cubicBezTo>
                <a:cubicBezTo>
                  <a:pt x="462607" y="89039"/>
                  <a:pt x="455907" y="99015"/>
                  <a:pt x="444740" y="99015"/>
                </a:cubicBezTo>
                <a:cubicBezTo>
                  <a:pt x="438933" y="99015"/>
                  <a:pt x="433424" y="95441"/>
                  <a:pt x="430298" y="89486"/>
                </a:cubicBezTo>
                <a:cubicBezTo>
                  <a:pt x="426129" y="81743"/>
                  <a:pt x="423746" y="71320"/>
                  <a:pt x="423746" y="60749"/>
                </a:cubicBezTo>
                <a:cubicBezTo>
                  <a:pt x="423746" y="46604"/>
                  <a:pt x="430596" y="37373"/>
                  <a:pt x="441317" y="37373"/>
                </a:cubicBezTo>
                <a:close/>
                <a:moveTo>
                  <a:pt x="539734" y="78467"/>
                </a:moveTo>
                <a:cubicBezTo>
                  <a:pt x="532586" y="88889"/>
                  <a:pt x="527227" y="92462"/>
                  <a:pt x="518739" y="92462"/>
                </a:cubicBezTo>
                <a:cubicBezTo>
                  <a:pt x="505041" y="92462"/>
                  <a:pt x="495661" y="80551"/>
                  <a:pt x="495661" y="63430"/>
                </a:cubicBezTo>
                <a:cubicBezTo>
                  <a:pt x="495661" y="47944"/>
                  <a:pt x="503851" y="37521"/>
                  <a:pt x="515910" y="37521"/>
                </a:cubicBezTo>
                <a:cubicBezTo>
                  <a:pt x="521270" y="37521"/>
                  <a:pt x="523205" y="39011"/>
                  <a:pt x="524696" y="44668"/>
                </a:cubicBezTo>
                <a:lnTo>
                  <a:pt x="525589" y="47944"/>
                </a:lnTo>
                <a:cubicBezTo>
                  <a:pt x="526779" y="52263"/>
                  <a:pt x="529460" y="54794"/>
                  <a:pt x="532736" y="54794"/>
                </a:cubicBezTo>
                <a:cubicBezTo>
                  <a:pt x="536607" y="54794"/>
                  <a:pt x="539734" y="51963"/>
                  <a:pt x="539734" y="48539"/>
                </a:cubicBezTo>
                <a:cubicBezTo>
                  <a:pt x="539734" y="40202"/>
                  <a:pt x="529310" y="33204"/>
                  <a:pt x="516803" y="33204"/>
                </a:cubicBezTo>
                <a:cubicBezTo>
                  <a:pt x="509508" y="33204"/>
                  <a:pt x="501915" y="36183"/>
                  <a:pt x="495811" y="41542"/>
                </a:cubicBezTo>
                <a:cubicBezTo>
                  <a:pt x="488366" y="48092"/>
                  <a:pt x="484197" y="58218"/>
                  <a:pt x="484197" y="70129"/>
                </a:cubicBezTo>
                <a:cubicBezTo>
                  <a:pt x="484197" y="89336"/>
                  <a:pt x="495958" y="103184"/>
                  <a:pt x="512486" y="103184"/>
                </a:cubicBezTo>
                <a:cubicBezTo>
                  <a:pt x="519186" y="103184"/>
                  <a:pt x="525141" y="100800"/>
                  <a:pt x="530503" y="96186"/>
                </a:cubicBezTo>
                <a:cubicBezTo>
                  <a:pt x="534522" y="92760"/>
                  <a:pt x="537350" y="88591"/>
                  <a:pt x="541817" y="79808"/>
                </a:cubicBezTo>
                <a:lnTo>
                  <a:pt x="539734" y="78467"/>
                </a:lnTo>
                <a:close/>
                <a:moveTo>
                  <a:pt x="607330" y="77277"/>
                </a:moveTo>
                <a:cubicBezTo>
                  <a:pt x="600185" y="88591"/>
                  <a:pt x="593780" y="92910"/>
                  <a:pt x="584252" y="92910"/>
                </a:cubicBezTo>
                <a:cubicBezTo>
                  <a:pt x="575766" y="92910"/>
                  <a:pt x="569364" y="88591"/>
                  <a:pt x="565045" y="80105"/>
                </a:cubicBezTo>
                <a:cubicBezTo>
                  <a:pt x="562364" y="74446"/>
                  <a:pt x="561324" y="69682"/>
                  <a:pt x="561026" y="60451"/>
                </a:cubicBezTo>
                <a:lnTo>
                  <a:pt x="606885" y="60451"/>
                </a:lnTo>
                <a:cubicBezTo>
                  <a:pt x="605692" y="50773"/>
                  <a:pt x="604204" y="46456"/>
                  <a:pt x="600482" y="41690"/>
                </a:cubicBezTo>
                <a:cubicBezTo>
                  <a:pt x="596013" y="36330"/>
                  <a:pt x="589166" y="33204"/>
                  <a:pt x="581423" y="33204"/>
                </a:cubicBezTo>
                <a:cubicBezTo>
                  <a:pt x="573978" y="33204"/>
                  <a:pt x="566981" y="35885"/>
                  <a:pt x="561324" y="40947"/>
                </a:cubicBezTo>
                <a:cubicBezTo>
                  <a:pt x="554324" y="47051"/>
                  <a:pt x="550305" y="57623"/>
                  <a:pt x="550305" y="69832"/>
                </a:cubicBezTo>
                <a:cubicBezTo>
                  <a:pt x="550305" y="90379"/>
                  <a:pt x="561026" y="103184"/>
                  <a:pt x="578147" y="103184"/>
                </a:cubicBezTo>
                <a:cubicBezTo>
                  <a:pt x="592292" y="103184"/>
                  <a:pt x="603459" y="94398"/>
                  <a:pt x="609713" y="78317"/>
                </a:cubicBezTo>
                <a:lnTo>
                  <a:pt x="607330" y="77277"/>
                </a:lnTo>
                <a:moveTo>
                  <a:pt x="561324" y="55687"/>
                </a:moveTo>
                <a:cubicBezTo>
                  <a:pt x="562959" y="44073"/>
                  <a:pt x="568023" y="38563"/>
                  <a:pt x="577104" y="38563"/>
                </a:cubicBezTo>
                <a:cubicBezTo>
                  <a:pt x="586187" y="38563"/>
                  <a:pt x="589761" y="42732"/>
                  <a:pt x="591697" y="55687"/>
                </a:cubicBezTo>
                <a:lnTo>
                  <a:pt x="561324" y="55687"/>
                </a:lnTo>
                <a:close/>
                <a:moveTo>
                  <a:pt x="685797" y="93058"/>
                </a:moveTo>
                <a:cubicBezTo>
                  <a:pt x="683861" y="93208"/>
                  <a:pt x="682969" y="93208"/>
                  <a:pt x="682371" y="93208"/>
                </a:cubicBezTo>
                <a:cubicBezTo>
                  <a:pt x="677162" y="93208"/>
                  <a:pt x="675821" y="91570"/>
                  <a:pt x="675821" y="84720"/>
                </a:cubicBezTo>
                <a:lnTo>
                  <a:pt x="675821" y="298"/>
                </a:lnTo>
                <a:lnTo>
                  <a:pt x="675076" y="0"/>
                </a:lnTo>
                <a:cubicBezTo>
                  <a:pt x="668078" y="2383"/>
                  <a:pt x="663017" y="4021"/>
                  <a:pt x="653188" y="6552"/>
                </a:cubicBezTo>
                <a:lnTo>
                  <a:pt x="653188" y="8933"/>
                </a:lnTo>
                <a:cubicBezTo>
                  <a:pt x="654381" y="8785"/>
                  <a:pt x="655124" y="8785"/>
                  <a:pt x="656464" y="8785"/>
                </a:cubicBezTo>
                <a:cubicBezTo>
                  <a:pt x="661974" y="8785"/>
                  <a:pt x="663314" y="10274"/>
                  <a:pt x="663314" y="16378"/>
                </a:cubicBezTo>
                <a:lnTo>
                  <a:pt x="663314" y="39606"/>
                </a:lnTo>
                <a:cubicBezTo>
                  <a:pt x="657655" y="34842"/>
                  <a:pt x="653636" y="33204"/>
                  <a:pt x="647679" y="33204"/>
                </a:cubicBezTo>
                <a:cubicBezTo>
                  <a:pt x="630558" y="33204"/>
                  <a:pt x="616710" y="50028"/>
                  <a:pt x="616710" y="71172"/>
                </a:cubicBezTo>
                <a:cubicBezTo>
                  <a:pt x="616710" y="90229"/>
                  <a:pt x="627729" y="103184"/>
                  <a:pt x="644255" y="103184"/>
                </a:cubicBezTo>
                <a:cubicBezTo>
                  <a:pt x="652593" y="103184"/>
                  <a:pt x="658252" y="100205"/>
                  <a:pt x="663314" y="93208"/>
                </a:cubicBezTo>
                <a:lnTo>
                  <a:pt x="663314" y="102736"/>
                </a:lnTo>
                <a:lnTo>
                  <a:pt x="663909" y="103184"/>
                </a:lnTo>
                <a:lnTo>
                  <a:pt x="685797" y="95441"/>
                </a:lnTo>
                <a:lnTo>
                  <a:pt x="685797" y="93058"/>
                </a:lnTo>
                <a:moveTo>
                  <a:pt x="663314" y="86508"/>
                </a:moveTo>
                <a:cubicBezTo>
                  <a:pt x="663314" y="87550"/>
                  <a:pt x="662271" y="89336"/>
                  <a:pt x="660783" y="90974"/>
                </a:cubicBezTo>
                <a:cubicBezTo>
                  <a:pt x="658252" y="93953"/>
                  <a:pt x="654381" y="95441"/>
                  <a:pt x="650062" y="95441"/>
                </a:cubicBezTo>
                <a:cubicBezTo>
                  <a:pt x="637555" y="95441"/>
                  <a:pt x="629515" y="83529"/>
                  <a:pt x="629515" y="65068"/>
                </a:cubicBezTo>
                <a:cubicBezTo>
                  <a:pt x="629515" y="48392"/>
                  <a:pt x="636810" y="37373"/>
                  <a:pt x="648126" y="37373"/>
                </a:cubicBezTo>
                <a:cubicBezTo>
                  <a:pt x="656167" y="37373"/>
                  <a:pt x="663314" y="44370"/>
                  <a:pt x="663314" y="52263"/>
                </a:cubicBezTo>
                <a:lnTo>
                  <a:pt x="663314" y="86508"/>
                </a:lnTo>
                <a:close/>
                <a:moveTo>
                  <a:pt x="759051" y="94250"/>
                </a:moveTo>
                <a:lnTo>
                  <a:pt x="758308" y="94250"/>
                </a:lnTo>
                <a:cubicBezTo>
                  <a:pt x="751010" y="93953"/>
                  <a:pt x="749970" y="92760"/>
                  <a:pt x="749820" y="85762"/>
                </a:cubicBezTo>
                <a:lnTo>
                  <a:pt x="749820" y="34692"/>
                </a:lnTo>
                <a:lnTo>
                  <a:pt x="726294" y="34692"/>
                </a:lnTo>
                <a:lnTo>
                  <a:pt x="726294" y="37223"/>
                </a:lnTo>
                <a:cubicBezTo>
                  <a:pt x="735527" y="37671"/>
                  <a:pt x="737313" y="39159"/>
                  <a:pt x="737313" y="46604"/>
                </a:cubicBezTo>
                <a:lnTo>
                  <a:pt x="737313" y="81594"/>
                </a:lnTo>
                <a:cubicBezTo>
                  <a:pt x="737313" y="85762"/>
                  <a:pt x="736568" y="87848"/>
                  <a:pt x="734485" y="89486"/>
                </a:cubicBezTo>
                <a:cubicBezTo>
                  <a:pt x="730463" y="92760"/>
                  <a:pt x="725849" y="94548"/>
                  <a:pt x="721382" y="94548"/>
                </a:cubicBezTo>
                <a:cubicBezTo>
                  <a:pt x="715575" y="94548"/>
                  <a:pt x="710811" y="89486"/>
                  <a:pt x="710811" y="83232"/>
                </a:cubicBezTo>
                <a:lnTo>
                  <a:pt x="710811" y="34692"/>
                </a:lnTo>
                <a:lnTo>
                  <a:pt x="689071" y="34692"/>
                </a:lnTo>
                <a:lnTo>
                  <a:pt x="689071" y="36778"/>
                </a:lnTo>
                <a:cubicBezTo>
                  <a:pt x="696071" y="37075"/>
                  <a:pt x="698154" y="39159"/>
                  <a:pt x="698304" y="46306"/>
                </a:cubicBezTo>
                <a:lnTo>
                  <a:pt x="698304" y="83827"/>
                </a:lnTo>
                <a:cubicBezTo>
                  <a:pt x="698304" y="95591"/>
                  <a:pt x="705449" y="103184"/>
                  <a:pt x="716318" y="103184"/>
                </a:cubicBezTo>
                <a:cubicBezTo>
                  <a:pt x="721828" y="103184"/>
                  <a:pt x="727635" y="100800"/>
                  <a:pt x="731656" y="96781"/>
                </a:cubicBezTo>
                <a:lnTo>
                  <a:pt x="738058" y="90379"/>
                </a:lnTo>
                <a:lnTo>
                  <a:pt x="738058" y="102736"/>
                </a:lnTo>
                <a:lnTo>
                  <a:pt x="738653" y="103034"/>
                </a:lnTo>
                <a:cubicBezTo>
                  <a:pt x="746099" y="100057"/>
                  <a:pt x="751458" y="98419"/>
                  <a:pt x="759051" y="96334"/>
                </a:cubicBezTo>
                <a:lnTo>
                  <a:pt x="759051" y="94250"/>
                </a:lnTo>
                <a:close/>
                <a:moveTo>
                  <a:pt x="763368" y="101693"/>
                </a:moveTo>
                <a:lnTo>
                  <a:pt x="799103" y="101693"/>
                </a:lnTo>
                <a:lnTo>
                  <a:pt x="799103" y="99460"/>
                </a:lnTo>
                <a:cubicBezTo>
                  <a:pt x="789127" y="99162"/>
                  <a:pt x="786744" y="97079"/>
                  <a:pt x="786447" y="88293"/>
                </a:cubicBezTo>
                <a:lnTo>
                  <a:pt x="786447" y="54794"/>
                </a:lnTo>
                <a:cubicBezTo>
                  <a:pt x="786447" y="50028"/>
                  <a:pt x="792701" y="42585"/>
                  <a:pt x="796870" y="42585"/>
                </a:cubicBezTo>
                <a:cubicBezTo>
                  <a:pt x="797763" y="42585"/>
                  <a:pt x="799103" y="43328"/>
                  <a:pt x="800741" y="44818"/>
                </a:cubicBezTo>
                <a:cubicBezTo>
                  <a:pt x="802975" y="47051"/>
                  <a:pt x="804760" y="47794"/>
                  <a:pt x="806696" y="47794"/>
                </a:cubicBezTo>
                <a:cubicBezTo>
                  <a:pt x="810270" y="47794"/>
                  <a:pt x="812503" y="45263"/>
                  <a:pt x="812503" y="41094"/>
                </a:cubicBezTo>
                <a:cubicBezTo>
                  <a:pt x="812503" y="36183"/>
                  <a:pt x="809377" y="33204"/>
                  <a:pt x="804315" y="33204"/>
                </a:cubicBezTo>
                <a:cubicBezTo>
                  <a:pt x="798061" y="33204"/>
                  <a:pt x="793892" y="36480"/>
                  <a:pt x="786447" y="47199"/>
                </a:cubicBezTo>
                <a:lnTo>
                  <a:pt x="786447" y="33502"/>
                </a:lnTo>
                <a:lnTo>
                  <a:pt x="785704" y="33204"/>
                </a:lnTo>
                <a:cubicBezTo>
                  <a:pt x="777366" y="36480"/>
                  <a:pt x="772004" y="38563"/>
                  <a:pt x="763666" y="41244"/>
                </a:cubicBezTo>
                <a:lnTo>
                  <a:pt x="763666" y="43625"/>
                </a:lnTo>
                <a:cubicBezTo>
                  <a:pt x="765752" y="43180"/>
                  <a:pt x="767092" y="43030"/>
                  <a:pt x="768878" y="43030"/>
                </a:cubicBezTo>
                <a:cubicBezTo>
                  <a:pt x="772599" y="43030"/>
                  <a:pt x="773940" y="45413"/>
                  <a:pt x="773940" y="51963"/>
                </a:cubicBezTo>
                <a:lnTo>
                  <a:pt x="773940" y="89186"/>
                </a:lnTo>
                <a:cubicBezTo>
                  <a:pt x="773642" y="96929"/>
                  <a:pt x="772749" y="97824"/>
                  <a:pt x="763368" y="99460"/>
                </a:cubicBezTo>
                <a:lnTo>
                  <a:pt x="763368" y="101693"/>
                </a:lnTo>
                <a:close/>
                <a:moveTo>
                  <a:pt x="872953" y="77277"/>
                </a:moveTo>
                <a:cubicBezTo>
                  <a:pt x="865808" y="88591"/>
                  <a:pt x="859403" y="92910"/>
                  <a:pt x="849875" y="92910"/>
                </a:cubicBezTo>
                <a:cubicBezTo>
                  <a:pt x="841389" y="92910"/>
                  <a:pt x="834987" y="88591"/>
                  <a:pt x="830668" y="80105"/>
                </a:cubicBezTo>
                <a:cubicBezTo>
                  <a:pt x="827987" y="74446"/>
                  <a:pt x="826947" y="69682"/>
                  <a:pt x="826649" y="60451"/>
                </a:cubicBezTo>
                <a:lnTo>
                  <a:pt x="872508" y="60451"/>
                </a:lnTo>
                <a:cubicBezTo>
                  <a:pt x="871315" y="50773"/>
                  <a:pt x="869827" y="46456"/>
                  <a:pt x="866106" y="41690"/>
                </a:cubicBezTo>
                <a:cubicBezTo>
                  <a:pt x="861637" y="36330"/>
                  <a:pt x="854789" y="33204"/>
                  <a:pt x="847046" y="33204"/>
                </a:cubicBezTo>
                <a:cubicBezTo>
                  <a:pt x="839601" y="33204"/>
                  <a:pt x="832604" y="35885"/>
                  <a:pt x="826947" y="40947"/>
                </a:cubicBezTo>
                <a:cubicBezTo>
                  <a:pt x="819947" y="47051"/>
                  <a:pt x="815928" y="57623"/>
                  <a:pt x="815928" y="69832"/>
                </a:cubicBezTo>
                <a:cubicBezTo>
                  <a:pt x="815928" y="90379"/>
                  <a:pt x="826649" y="103184"/>
                  <a:pt x="843770" y="103184"/>
                </a:cubicBezTo>
                <a:cubicBezTo>
                  <a:pt x="857915" y="103184"/>
                  <a:pt x="869082" y="94398"/>
                  <a:pt x="875336" y="78317"/>
                </a:cubicBezTo>
                <a:lnTo>
                  <a:pt x="872953" y="77277"/>
                </a:lnTo>
                <a:moveTo>
                  <a:pt x="826947" y="55687"/>
                </a:moveTo>
                <a:cubicBezTo>
                  <a:pt x="828583" y="44073"/>
                  <a:pt x="833647" y="38563"/>
                  <a:pt x="842728" y="38563"/>
                </a:cubicBezTo>
                <a:cubicBezTo>
                  <a:pt x="851811" y="38563"/>
                  <a:pt x="855384" y="42732"/>
                  <a:pt x="857320" y="55687"/>
                </a:cubicBezTo>
                <a:lnTo>
                  <a:pt x="826947" y="55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CBE5BCE4-E5DB-4BF2-98C9-9AE5E223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736" y="2328966"/>
            <a:ext cx="536458" cy="100800"/>
          </a:xfrm>
          <a:custGeom xmlns:a="http://schemas.openxmlformats.org/drawingml/2006/main">
            <a:pathLst>
              <a:path w="536458" h="100800">
                <a:moveTo>
                  <a:pt x="39306" y="21738"/>
                </a:moveTo>
                <a:lnTo>
                  <a:pt x="38711" y="1340"/>
                </a:lnTo>
                <a:lnTo>
                  <a:pt x="37073" y="1340"/>
                </a:lnTo>
                <a:cubicBezTo>
                  <a:pt x="36330" y="2531"/>
                  <a:pt x="35585" y="2978"/>
                  <a:pt x="34692" y="2978"/>
                </a:cubicBezTo>
                <a:cubicBezTo>
                  <a:pt x="33799" y="2978"/>
                  <a:pt x="32309" y="2681"/>
                  <a:pt x="30671" y="1936"/>
                </a:cubicBezTo>
                <a:cubicBezTo>
                  <a:pt x="27247" y="745"/>
                  <a:pt x="23823" y="0"/>
                  <a:pt x="20250" y="0"/>
                </a:cubicBezTo>
                <a:cubicBezTo>
                  <a:pt x="8486" y="0"/>
                  <a:pt x="0" y="7743"/>
                  <a:pt x="0" y="18462"/>
                </a:cubicBezTo>
                <a:cubicBezTo>
                  <a:pt x="0" y="26800"/>
                  <a:pt x="4764" y="32756"/>
                  <a:pt x="17421" y="39904"/>
                </a:cubicBezTo>
                <a:lnTo>
                  <a:pt x="26057" y="44816"/>
                </a:lnTo>
                <a:cubicBezTo>
                  <a:pt x="31266" y="47794"/>
                  <a:pt x="33799" y="51368"/>
                  <a:pt x="33799" y="55982"/>
                </a:cubicBezTo>
                <a:cubicBezTo>
                  <a:pt x="33799" y="62534"/>
                  <a:pt x="29033" y="66703"/>
                  <a:pt x="21440" y="66703"/>
                </a:cubicBezTo>
                <a:cubicBezTo>
                  <a:pt x="11166" y="66703"/>
                  <a:pt x="5955" y="61046"/>
                  <a:pt x="2531" y="45859"/>
                </a:cubicBezTo>
                <a:lnTo>
                  <a:pt x="148" y="45859"/>
                </a:lnTo>
                <a:lnTo>
                  <a:pt x="148" y="69087"/>
                </a:lnTo>
                <a:lnTo>
                  <a:pt x="2083" y="69087"/>
                </a:lnTo>
                <a:cubicBezTo>
                  <a:pt x="3126" y="67596"/>
                  <a:pt x="3721" y="67299"/>
                  <a:pt x="5509" y="67299"/>
                </a:cubicBezTo>
                <a:cubicBezTo>
                  <a:pt x="7147" y="67299"/>
                  <a:pt x="8933" y="67596"/>
                  <a:pt x="12357" y="68489"/>
                </a:cubicBezTo>
                <a:cubicBezTo>
                  <a:pt x="16378" y="69384"/>
                  <a:pt x="20250" y="69980"/>
                  <a:pt x="23226" y="69980"/>
                </a:cubicBezTo>
                <a:cubicBezTo>
                  <a:pt x="34840" y="69980"/>
                  <a:pt x="44221" y="61344"/>
                  <a:pt x="44221" y="50920"/>
                </a:cubicBezTo>
                <a:cubicBezTo>
                  <a:pt x="44221" y="43475"/>
                  <a:pt x="40647" y="38563"/>
                  <a:pt x="31714" y="33202"/>
                </a:cubicBezTo>
                <a:lnTo>
                  <a:pt x="15633" y="23673"/>
                </a:lnTo>
                <a:cubicBezTo>
                  <a:pt x="11464" y="21142"/>
                  <a:pt x="9231" y="17569"/>
                  <a:pt x="9231" y="13550"/>
                </a:cubicBezTo>
                <a:cubicBezTo>
                  <a:pt x="9231" y="7445"/>
                  <a:pt x="13847" y="3424"/>
                  <a:pt x="20695" y="3424"/>
                </a:cubicBezTo>
                <a:cubicBezTo>
                  <a:pt x="29183" y="3424"/>
                  <a:pt x="33649" y="8338"/>
                  <a:pt x="37073" y="21738"/>
                </a:cubicBezTo>
                <a:lnTo>
                  <a:pt x="39306" y="21738"/>
                </a:lnTo>
                <a:close/>
                <a:moveTo>
                  <a:pt x="111073" y="44073"/>
                </a:moveTo>
                <a:cubicBezTo>
                  <a:pt x="103928" y="55387"/>
                  <a:pt x="97523" y="59706"/>
                  <a:pt x="87995" y="59706"/>
                </a:cubicBezTo>
                <a:cubicBezTo>
                  <a:pt x="79509" y="59706"/>
                  <a:pt x="73107" y="55387"/>
                  <a:pt x="68788" y="46901"/>
                </a:cubicBezTo>
                <a:cubicBezTo>
                  <a:pt x="66107" y="41242"/>
                  <a:pt x="65067" y="36478"/>
                  <a:pt x="64769" y="27247"/>
                </a:cubicBezTo>
                <a:lnTo>
                  <a:pt x="110628" y="27247"/>
                </a:lnTo>
                <a:cubicBezTo>
                  <a:pt x="109435" y="17569"/>
                  <a:pt x="107947" y="13252"/>
                  <a:pt x="104225" y="8486"/>
                </a:cubicBezTo>
                <a:cubicBezTo>
                  <a:pt x="99757" y="3126"/>
                  <a:pt x="92909" y="0"/>
                  <a:pt x="85166" y="0"/>
                </a:cubicBezTo>
                <a:cubicBezTo>
                  <a:pt x="77721" y="0"/>
                  <a:pt x="70724" y="2681"/>
                  <a:pt x="65067" y="7743"/>
                </a:cubicBezTo>
                <a:cubicBezTo>
                  <a:pt x="58067" y="13847"/>
                  <a:pt x="54048" y="24419"/>
                  <a:pt x="54048" y="36628"/>
                </a:cubicBezTo>
                <a:cubicBezTo>
                  <a:pt x="54048" y="57175"/>
                  <a:pt x="64769" y="69980"/>
                  <a:pt x="81890" y="69980"/>
                </a:cubicBezTo>
                <a:cubicBezTo>
                  <a:pt x="96035" y="69980"/>
                  <a:pt x="107202" y="61194"/>
                  <a:pt x="113456" y="45113"/>
                </a:cubicBezTo>
                <a:lnTo>
                  <a:pt x="111073" y="44073"/>
                </a:lnTo>
                <a:moveTo>
                  <a:pt x="65067" y="22483"/>
                </a:moveTo>
                <a:cubicBezTo>
                  <a:pt x="66702" y="10869"/>
                  <a:pt x="71767" y="5359"/>
                  <a:pt x="80847" y="5359"/>
                </a:cubicBezTo>
                <a:cubicBezTo>
                  <a:pt x="89931" y="5359"/>
                  <a:pt x="93504" y="9528"/>
                  <a:pt x="95440" y="22483"/>
                </a:cubicBezTo>
                <a:lnTo>
                  <a:pt x="65067" y="22483"/>
                </a:lnTo>
                <a:close/>
                <a:moveTo>
                  <a:pt x="170035" y="5212"/>
                </a:moveTo>
                <a:cubicBezTo>
                  <a:pt x="163333" y="1340"/>
                  <a:pt x="158867" y="0"/>
                  <a:pt x="152912" y="0"/>
                </a:cubicBezTo>
                <a:cubicBezTo>
                  <a:pt x="134151" y="0"/>
                  <a:pt x="120006" y="16526"/>
                  <a:pt x="120006" y="38116"/>
                </a:cubicBezTo>
                <a:cubicBezTo>
                  <a:pt x="120006" y="56727"/>
                  <a:pt x="129834" y="69980"/>
                  <a:pt x="143829" y="69980"/>
                </a:cubicBezTo>
                <a:cubicBezTo>
                  <a:pt x="152464" y="69980"/>
                  <a:pt x="160655" y="66108"/>
                  <a:pt x="167205" y="58961"/>
                </a:cubicBezTo>
                <a:lnTo>
                  <a:pt x="167205" y="86953"/>
                </a:lnTo>
                <a:cubicBezTo>
                  <a:pt x="167057" y="95291"/>
                  <a:pt x="164376" y="97674"/>
                  <a:pt x="153955" y="98269"/>
                </a:cubicBezTo>
                <a:lnTo>
                  <a:pt x="153955" y="100800"/>
                </a:lnTo>
                <a:lnTo>
                  <a:pt x="189092" y="100800"/>
                </a:lnTo>
                <a:lnTo>
                  <a:pt x="189092" y="98715"/>
                </a:lnTo>
                <a:cubicBezTo>
                  <a:pt x="181052" y="96929"/>
                  <a:pt x="180009" y="95886"/>
                  <a:pt x="179712" y="89484"/>
                </a:cubicBezTo>
                <a:lnTo>
                  <a:pt x="179712" y="595"/>
                </a:lnTo>
                <a:lnTo>
                  <a:pt x="178073" y="445"/>
                </a:lnTo>
                <a:lnTo>
                  <a:pt x="170035" y="5212"/>
                </a:lnTo>
                <a:moveTo>
                  <a:pt x="167205" y="49580"/>
                </a:moveTo>
                <a:cubicBezTo>
                  <a:pt x="167205" y="53154"/>
                  <a:pt x="166609" y="55089"/>
                  <a:pt x="165121" y="56430"/>
                </a:cubicBezTo>
                <a:cubicBezTo>
                  <a:pt x="161845" y="59111"/>
                  <a:pt x="156931" y="60896"/>
                  <a:pt x="152317" y="60896"/>
                </a:cubicBezTo>
                <a:cubicBezTo>
                  <a:pt x="147700" y="60896"/>
                  <a:pt x="143681" y="59408"/>
                  <a:pt x="140703" y="56580"/>
                </a:cubicBezTo>
                <a:cubicBezTo>
                  <a:pt x="135939" y="52113"/>
                  <a:pt x="132810" y="42582"/>
                  <a:pt x="132810" y="32607"/>
                </a:cubicBezTo>
                <a:cubicBezTo>
                  <a:pt x="132810" y="15038"/>
                  <a:pt x="140703" y="4169"/>
                  <a:pt x="153357" y="4169"/>
                </a:cubicBezTo>
                <a:cubicBezTo>
                  <a:pt x="162590" y="4169"/>
                  <a:pt x="167205" y="9083"/>
                  <a:pt x="167205" y="18909"/>
                </a:cubicBezTo>
                <a:lnTo>
                  <a:pt x="167205" y="49580"/>
                </a:lnTo>
                <a:close/>
                <a:moveTo>
                  <a:pt x="262794" y="61046"/>
                </a:moveTo>
                <a:lnTo>
                  <a:pt x="262051" y="61046"/>
                </a:lnTo>
                <a:cubicBezTo>
                  <a:pt x="254754" y="60749"/>
                  <a:pt x="253713" y="59556"/>
                  <a:pt x="253563" y="52558"/>
                </a:cubicBezTo>
                <a:lnTo>
                  <a:pt x="253563" y="1488"/>
                </a:lnTo>
                <a:lnTo>
                  <a:pt x="230037" y="1488"/>
                </a:lnTo>
                <a:lnTo>
                  <a:pt x="230037" y="4019"/>
                </a:lnTo>
                <a:cubicBezTo>
                  <a:pt x="239270" y="4467"/>
                  <a:pt x="241056" y="5955"/>
                  <a:pt x="241056" y="13400"/>
                </a:cubicBezTo>
                <a:lnTo>
                  <a:pt x="241056" y="48390"/>
                </a:lnTo>
                <a:cubicBezTo>
                  <a:pt x="241056" y="52558"/>
                  <a:pt x="240311" y="54644"/>
                  <a:pt x="238228" y="56282"/>
                </a:cubicBezTo>
                <a:cubicBezTo>
                  <a:pt x="234206" y="59556"/>
                  <a:pt x="229592" y="61344"/>
                  <a:pt x="225125" y="61344"/>
                </a:cubicBezTo>
                <a:cubicBezTo>
                  <a:pt x="219318" y="61344"/>
                  <a:pt x="214554" y="56282"/>
                  <a:pt x="214554" y="50028"/>
                </a:cubicBezTo>
                <a:lnTo>
                  <a:pt x="214554" y="1488"/>
                </a:lnTo>
                <a:lnTo>
                  <a:pt x="192814" y="1488"/>
                </a:lnTo>
                <a:lnTo>
                  <a:pt x="192814" y="3574"/>
                </a:lnTo>
                <a:cubicBezTo>
                  <a:pt x="199814" y="3871"/>
                  <a:pt x="201897" y="5955"/>
                  <a:pt x="202047" y="13102"/>
                </a:cubicBezTo>
                <a:lnTo>
                  <a:pt x="202047" y="50623"/>
                </a:lnTo>
                <a:cubicBezTo>
                  <a:pt x="202047" y="62387"/>
                  <a:pt x="209193" y="69980"/>
                  <a:pt x="220061" y="69980"/>
                </a:cubicBezTo>
                <a:cubicBezTo>
                  <a:pt x="225571" y="69980"/>
                  <a:pt x="231378" y="67596"/>
                  <a:pt x="235399" y="63577"/>
                </a:cubicBezTo>
                <a:lnTo>
                  <a:pt x="241801" y="57175"/>
                </a:lnTo>
                <a:lnTo>
                  <a:pt x="241801" y="69532"/>
                </a:lnTo>
                <a:lnTo>
                  <a:pt x="242397" y="69830"/>
                </a:lnTo>
                <a:cubicBezTo>
                  <a:pt x="249842" y="66853"/>
                  <a:pt x="255201" y="65215"/>
                  <a:pt x="262794" y="63130"/>
                </a:cubicBezTo>
                <a:lnTo>
                  <a:pt x="262794" y="61046"/>
                </a:lnTo>
                <a:close/>
                <a:moveTo>
                  <a:pt x="327115" y="44073"/>
                </a:moveTo>
                <a:cubicBezTo>
                  <a:pt x="319969" y="55387"/>
                  <a:pt x="313565" y="59706"/>
                  <a:pt x="304036" y="59706"/>
                </a:cubicBezTo>
                <a:cubicBezTo>
                  <a:pt x="295551" y="59706"/>
                  <a:pt x="289149" y="55387"/>
                  <a:pt x="284830" y="46901"/>
                </a:cubicBezTo>
                <a:cubicBezTo>
                  <a:pt x="282149" y="41242"/>
                  <a:pt x="281108" y="36478"/>
                  <a:pt x="280811" y="27247"/>
                </a:cubicBezTo>
                <a:lnTo>
                  <a:pt x="326669" y="27247"/>
                </a:lnTo>
                <a:cubicBezTo>
                  <a:pt x="325476" y="17569"/>
                  <a:pt x="323988" y="13252"/>
                  <a:pt x="320267" y="8486"/>
                </a:cubicBezTo>
                <a:cubicBezTo>
                  <a:pt x="315798" y="3126"/>
                  <a:pt x="308951" y="0"/>
                  <a:pt x="301208" y="0"/>
                </a:cubicBezTo>
                <a:cubicBezTo>
                  <a:pt x="293763" y="0"/>
                  <a:pt x="286765" y="2681"/>
                  <a:pt x="281108" y="7743"/>
                </a:cubicBezTo>
                <a:cubicBezTo>
                  <a:pt x="274108" y="13847"/>
                  <a:pt x="270089" y="24419"/>
                  <a:pt x="270089" y="36628"/>
                </a:cubicBezTo>
                <a:cubicBezTo>
                  <a:pt x="270089" y="57175"/>
                  <a:pt x="280811" y="69980"/>
                  <a:pt x="297932" y="69980"/>
                </a:cubicBezTo>
                <a:cubicBezTo>
                  <a:pt x="312077" y="69980"/>
                  <a:pt x="323243" y="61194"/>
                  <a:pt x="329498" y="45113"/>
                </a:cubicBezTo>
                <a:lnTo>
                  <a:pt x="327115" y="44073"/>
                </a:lnTo>
                <a:moveTo>
                  <a:pt x="281108" y="22483"/>
                </a:moveTo>
                <a:cubicBezTo>
                  <a:pt x="282744" y="10869"/>
                  <a:pt x="287808" y="5359"/>
                  <a:pt x="296889" y="5359"/>
                </a:cubicBezTo>
                <a:cubicBezTo>
                  <a:pt x="305972" y="5359"/>
                  <a:pt x="309546" y="9528"/>
                  <a:pt x="311481" y="22483"/>
                </a:cubicBezTo>
                <a:lnTo>
                  <a:pt x="281108" y="22483"/>
                </a:lnTo>
                <a:close/>
                <a:moveTo>
                  <a:pt x="335155" y="68489"/>
                </a:moveTo>
                <a:lnTo>
                  <a:pt x="366721" y="68489"/>
                </a:lnTo>
                <a:lnTo>
                  <a:pt x="366721" y="66256"/>
                </a:lnTo>
                <a:cubicBezTo>
                  <a:pt x="359276" y="65811"/>
                  <a:pt x="356892" y="63875"/>
                  <a:pt x="356892" y="58515"/>
                </a:cubicBezTo>
                <a:lnTo>
                  <a:pt x="356892" y="16676"/>
                </a:lnTo>
                <a:cubicBezTo>
                  <a:pt x="364040" y="9976"/>
                  <a:pt x="367316" y="8188"/>
                  <a:pt x="372230" y="8188"/>
                </a:cubicBezTo>
                <a:cubicBezTo>
                  <a:pt x="379525" y="8188"/>
                  <a:pt x="383099" y="12805"/>
                  <a:pt x="383099" y="22631"/>
                </a:cubicBezTo>
                <a:lnTo>
                  <a:pt x="383099" y="53749"/>
                </a:lnTo>
                <a:cubicBezTo>
                  <a:pt x="382801" y="63427"/>
                  <a:pt x="381013" y="65811"/>
                  <a:pt x="373718" y="66256"/>
                </a:cubicBezTo>
                <a:lnTo>
                  <a:pt x="373718" y="68489"/>
                </a:lnTo>
                <a:lnTo>
                  <a:pt x="404689" y="68489"/>
                </a:lnTo>
                <a:lnTo>
                  <a:pt x="404689" y="66256"/>
                </a:lnTo>
                <a:cubicBezTo>
                  <a:pt x="397391" y="65513"/>
                  <a:pt x="395753" y="63725"/>
                  <a:pt x="395606" y="56430"/>
                </a:cubicBezTo>
                <a:lnTo>
                  <a:pt x="395606" y="22333"/>
                </a:lnTo>
                <a:cubicBezTo>
                  <a:pt x="395606" y="8338"/>
                  <a:pt x="389054" y="0"/>
                  <a:pt x="378037" y="0"/>
                </a:cubicBezTo>
                <a:cubicBezTo>
                  <a:pt x="371187" y="0"/>
                  <a:pt x="366571" y="2531"/>
                  <a:pt x="356447" y="12059"/>
                </a:cubicBezTo>
                <a:lnTo>
                  <a:pt x="356447" y="298"/>
                </a:lnTo>
                <a:lnTo>
                  <a:pt x="355404" y="0"/>
                </a:lnTo>
                <a:cubicBezTo>
                  <a:pt x="347662" y="2829"/>
                  <a:pt x="342600" y="4467"/>
                  <a:pt x="334857" y="6700"/>
                </a:cubicBezTo>
                <a:lnTo>
                  <a:pt x="334857" y="9231"/>
                </a:lnTo>
                <a:cubicBezTo>
                  <a:pt x="335900" y="8785"/>
                  <a:pt x="337240" y="8636"/>
                  <a:pt x="338878" y="8636"/>
                </a:cubicBezTo>
                <a:cubicBezTo>
                  <a:pt x="343047" y="8636"/>
                  <a:pt x="344385" y="10869"/>
                  <a:pt x="344385" y="18164"/>
                </a:cubicBezTo>
                <a:lnTo>
                  <a:pt x="344385" y="55089"/>
                </a:lnTo>
                <a:cubicBezTo>
                  <a:pt x="344238" y="63875"/>
                  <a:pt x="342600" y="65811"/>
                  <a:pt x="335155" y="66256"/>
                </a:cubicBezTo>
                <a:lnTo>
                  <a:pt x="335155" y="68489"/>
                </a:lnTo>
                <a:close/>
                <a:moveTo>
                  <a:pt x="466478" y="45263"/>
                </a:moveTo>
                <a:cubicBezTo>
                  <a:pt x="459331" y="55685"/>
                  <a:pt x="453971" y="59258"/>
                  <a:pt x="445484" y="59258"/>
                </a:cubicBezTo>
                <a:cubicBezTo>
                  <a:pt x="431786" y="59258"/>
                  <a:pt x="422405" y="47347"/>
                  <a:pt x="422405" y="30226"/>
                </a:cubicBezTo>
                <a:cubicBezTo>
                  <a:pt x="422405" y="14740"/>
                  <a:pt x="430596" y="4317"/>
                  <a:pt x="442655" y="4317"/>
                </a:cubicBezTo>
                <a:cubicBezTo>
                  <a:pt x="448014" y="4317"/>
                  <a:pt x="449950" y="5807"/>
                  <a:pt x="451441" y="11464"/>
                </a:cubicBezTo>
                <a:lnTo>
                  <a:pt x="452333" y="14740"/>
                </a:lnTo>
                <a:cubicBezTo>
                  <a:pt x="453524" y="19059"/>
                  <a:pt x="456205" y="21590"/>
                  <a:pt x="459481" y="21590"/>
                </a:cubicBezTo>
                <a:cubicBezTo>
                  <a:pt x="463352" y="21590"/>
                  <a:pt x="466478" y="18759"/>
                  <a:pt x="466478" y="15335"/>
                </a:cubicBezTo>
                <a:cubicBezTo>
                  <a:pt x="466478" y="6997"/>
                  <a:pt x="456055" y="0"/>
                  <a:pt x="443548" y="0"/>
                </a:cubicBezTo>
                <a:cubicBezTo>
                  <a:pt x="436253" y="0"/>
                  <a:pt x="428660" y="2978"/>
                  <a:pt x="422555" y="8338"/>
                </a:cubicBezTo>
                <a:cubicBezTo>
                  <a:pt x="415110" y="14888"/>
                  <a:pt x="410941" y="25014"/>
                  <a:pt x="410941" y="36925"/>
                </a:cubicBezTo>
                <a:cubicBezTo>
                  <a:pt x="410941" y="56132"/>
                  <a:pt x="422703" y="69980"/>
                  <a:pt x="439231" y="69980"/>
                </a:cubicBezTo>
                <a:cubicBezTo>
                  <a:pt x="445931" y="69980"/>
                  <a:pt x="451886" y="67596"/>
                  <a:pt x="457248" y="62982"/>
                </a:cubicBezTo>
                <a:cubicBezTo>
                  <a:pt x="461267" y="59556"/>
                  <a:pt x="464095" y="55387"/>
                  <a:pt x="468562" y="46604"/>
                </a:cubicBezTo>
                <a:lnTo>
                  <a:pt x="466478" y="45263"/>
                </a:lnTo>
                <a:close/>
                <a:moveTo>
                  <a:pt x="534074" y="44073"/>
                </a:moveTo>
                <a:cubicBezTo>
                  <a:pt x="526929" y="55387"/>
                  <a:pt x="520525" y="59706"/>
                  <a:pt x="510996" y="59706"/>
                </a:cubicBezTo>
                <a:cubicBezTo>
                  <a:pt x="502511" y="59706"/>
                  <a:pt x="496108" y="55387"/>
                  <a:pt x="491790" y="46901"/>
                </a:cubicBezTo>
                <a:cubicBezTo>
                  <a:pt x="489109" y="41242"/>
                  <a:pt x="488068" y="36478"/>
                  <a:pt x="487771" y="27247"/>
                </a:cubicBezTo>
                <a:lnTo>
                  <a:pt x="533629" y="27247"/>
                </a:lnTo>
                <a:cubicBezTo>
                  <a:pt x="532436" y="17569"/>
                  <a:pt x="530948" y="13252"/>
                  <a:pt x="527227" y="8486"/>
                </a:cubicBezTo>
                <a:cubicBezTo>
                  <a:pt x="522758" y="3126"/>
                  <a:pt x="515910" y="0"/>
                  <a:pt x="508168" y="0"/>
                </a:cubicBezTo>
                <a:cubicBezTo>
                  <a:pt x="500723" y="0"/>
                  <a:pt x="493725" y="2681"/>
                  <a:pt x="488068" y="7743"/>
                </a:cubicBezTo>
                <a:cubicBezTo>
                  <a:pt x="481068" y="13847"/>
                  <a:pt x="477049" y="24419"/>
                  <a:pt x="477049" y="36628"/>
                </a:cubicBezTo>
                <a:cubicBezTo>
                  <a:pt x="477049" y="57175"/>
                  <a:pt x="487771" y="69980"/>
                  <a:pt x="504892" y="69980"/>
                </a:cubicBezTo>
                <a:cubicBezTo>
                  <a:pt x="519037" y="69980"/>
                  <a:pt x="530203" y="61194"/>
                  <a:pt x="536458" y="45113"/>
                </a:cubicBezTo>
                <a:lnTo>
                  <a:pt x="534074" y="44073"/>
                </a:lnTo>
                <a:moveTo>
                  <a:pt x="488068" y="22483"/>
                </a:moveTo>
                <a:cubicBezTo>
                  <a:pt x="489704" y="10869"/>
                  <a:pt x="494768" y="5359"/>
                  <a:pt x="503849" y="5359"/>
                </a:cubicBezTo>
                <a:cubicBezTo>
                  <a:pt x="512932" y="5359"/>
                  <a:pt x="516506" y="9528"/>
                  <a:pt x="518441" y="22483"/>
                </a:cubicBezTo>
                <a:lnTo>
                  <a:pt x="488068" y="22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CB304-DD65-4AA4-9DE2-52F6B2A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08" y="2369375"/>
            <a:ext cx="269797" cy="259722"/>
          </a:xfrm>
          <a:custGeom xmlns:a="http://schemas.openxmlformats.org/drawingml/2006/main">
            <a:pathLst>
              <a:path w="269797" h="259722">
                <a:moveTo>
                  <a:pt x="0" y="85641"/>
                </a:moveTo>
                <a:lnTo>
                  <a:pt x="103833" y="85641"/>
                </a:lnTo>
                <a:lnTo>
                  <a:pt x="103833" y="0"/>
                </a:lnTo>
                <a:lnTo>
                  <a:pt x="269797" y="129861"/>
                </a:lnTo>
                <a:lnTo>
                  <a:pt x="103833" y="259722"/>
                </a:lnTo>
                <a:lnTo>
                  <a:pt x="103833" y="174043"/>
                </a:lnTo>
                <a:lnTo>
                  <a:pt x="0" y="174043"/>
                </a:lnTo>
                <a:lnTo>
                  <a:pt x="0" y="856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8CE39-30C4-4FB7-BC4C-7FAEAA5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08" y="2369375"/>
            <a:ext cx="269797" cy="259722"/>
          </a:xfrm>
          <a:custGeom xmlns:a="http://schemas.openxmlformats.org/drawingml/2006/main">
            <a:pathLst>
              <a:path w="269797" h="259722" fill="none">
                <a:moveTo>
                  <a:pt x="0" y="85641"/>
                </a:moveTo>
                <a:lnTo>
                  <a:pt x="103833" y="85641"/>
                </a:lnTo>
                <a:lnTo>
                  <a:pt x="103833" y="0"/>
                </a:lnTo>
                <a:lnTo>
                  <a:pt x="269797" y="129861"/>
                </a:lnTo>
                <a:lnTo>
                  <a:pt x="103833" y="259722"/>
                </a:lnTo>
                <a:lnTo>
                  <a:pt x="103833" y="174043"/>
                </a:lnTo>
                <a:lnTo>
                  <a:pt x="0" y="174043"/>
                </a:lnTo>
                <a:lnTo>
                  <a:pt x="0" y="856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270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77049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2026-09-05T16:17:39.3620000Z</dcterms:created>
  <dcterms:modified xsi:type="dcterms:W3CDTF">2026-09-05T16:17:39.3620000Z</dcterms:modified>
</coreProperties>
</file>