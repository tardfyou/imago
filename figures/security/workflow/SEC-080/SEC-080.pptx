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b593eb83ec4595" /><Relationship Type="http://schemas.openxmlformats.org/officeDocument/2006/relationships/extended-properties" Target="/docProps/app.xml" Id="Ra930176ff318490a" /><Relationship Type="http://schemas.openxmlformats.org/officeDocument/2006/relationships/officeDocument" Target="/ppt/presentation.xml" Id="R52c2542e2c8a4d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80b37235cf419f"/>
  </p:sldMasterIdLst>
  <p:notesMasterIdLst>
    <p:notesMasterId xmlns:r="http://schemas.openxmlformats.org/officeDocument/2006/relationships" r:id="R7dbaa2aded1c4a37"/>
  </p:notesMasterIdLst>
  <p:sldIdLst>
    <p:sldId xmlns:r="http://schemas.openxmlformats.org/officeDocument/2006/relationships" id="256" r:id="Rb236db1c57a343d5"/>
  </p:sldIdLst>
  <p:sldSz cx="12973050" cy="3286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827af11b544668" /><Relationship Type="http://schemas.openxmlformats.org/officeDocument/2006/relationships/slideMaster" Target="/ppt/slideMasters/slideMaster1.xml" Id="Rb680b37235cf419f" /><Relationship Type="http://schemas.openxmlformats.org/officeDocument/2006/relationships/notesMaster" Target="/ppt/notesMasters/notesMaster1.xml" Id="R7dbaa2aded1c4a37" /><Relationship Type="http://schemas.openxmlformats.org/officeDocument/2006/relationships/presProps" Target="/ppt/presProps.xml" Id="Ra1d2cafd76a14abc" /><Relationship Type="http://schemas.openxmlformats.org/officeDocument/2006/relationships/tableStyles" Target="/ppt/tableStyles.xml" Id="Rc05d386f9f96480a" /><Relationship Type="http://schemas.openxmlformats.org/officeDocument/2006/relationships/slide" Target="/ppt/slides/slide1.xml" Id="Rb236db1c57a343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2346eedf014f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d3098f8e7045df" /><Relationship Type="http://schemas.openxmlformats.org/officeDocument/2006/relationships/notesMaster" Target="/ppt/notesMasters/notesMaster1.xml" Id="R9541ad0009ad452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素材ID：SEC-080</ns1:t>
            </ns1:r>
          </ns1:p>
          <ns1:p>
            <ns1:r>
              <ns1:t>论文：Digital Discrimination of Users in Sanctioned States: The Case of the Cuba Embargo</ns1:t>
            </ns1:r>
          </ns1:p>
          <ns1:p>
            <ns1:r>
              <ns1:t>会议：USENIX Security 2024</ns1:t>
            </ns1:r>
          </ns1:p>
          <ns1:p>
            <ns1:r>
              <ns1:t>奖项：Distinguished Paper Award</ns1:t>
            </ns1:r>
          </ns1:p>
          <ns1:p>
            <ns1:r>
              <ns1:t>图号：Figure 3，PDF第8页</ns1:t>
            </ns1:r>
          </ns1:p>
          <ns1:p>
            <ns1:r>
              <ns1:t>类型：研究流程</ns1:t>
            </ns1:r>
          </ns1:p>
          <ns1:p>
            <ns1:r>
              <ns1:t>借鉴点：数据源与问卷构成测试列表，先做控制测量再到目标地区，按DNS、TCP/TLS、HTTP分层鉴别后输出阻断结论。</ns1:t>
            </ns1:r>
          </ns1:p>
          <ns1:p>
            <ns1:r>
              <ns1:t>论文URL：https://www.usenix.org/system/files/usenixsecurity24-ablove.pdf</ns1:t>
            </ns1:r>
          </ns1:p>
          <ns1:p>
            <ns1:r>
              <ns1:t>官方获奖URL：https://www.usenix.org/conference/usenixsecurity24/presentation/ablove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aa5c6172446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50cf9a7cfe445b" /><Relationship Type="http://schemas.openxmlformats.org/officeDocument/2006/relationships/slideLayout" Target="/ppt/slideLayouts/slideLayout1.xml" Id="R93b5151b452b47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b5151b452b47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502b1b0164c8f" /><Relationship Type="http://schemas.openxmlformats.org/officeDocument/2006/relationships/image" Target="/ppt/media/image.png" Id="Ref0d7fec470d4421" /><Relationship Type="http://schemas.openxmlformats.org/officeDocument/2006/relationships/image" Target="/ppt/media/image2.png" Id="R825248c4a98b413c" /><Relationship Type="http://schemas.openxmlformats.org/officeDocument/2006/relationships/image" Target="/ppt/media/image3.png" Id="R6be506ed20c64d43" /><Relationship Type="http://schemas.openxmlformats.org/officeDocument/2006/relationships/image" Target="/ppt/media/image4.png" Id="R7f2e2f7995fb4c79" /><Relationship Type="http://schemas.openxmlformats.org/officeDocument/2006/relationships/image" Target="/ppt/media/image5.png" Id="R09104c63c12c4aa6" /><Relationship Type="http://schemas.openxmlformats.org/officeDocument/2006/relationships/image" Target="/ppt/media/image6.png" Id="Ra81ca63a2e5e4292" /><Relationship Type="http://schemas.openxmlformats.org/officeDocument/2006/relationships/image" Target="/ppt/media/image7.png" Id="R4fec05060aeb4047" /><Relationship Type="http://schemas.openxmlformats.org/officeDocument/2006/relationships/image" Target="/ppt/media/image8.png" Id="R4c70739c0db946fc" /><Relationship Type="http://schemas.openxmlformats.org/officeDocument/2006/relationships/image" Target="/ppt/media/image9.png" Id="R8eb37149ae2749a9" /><Relationship Type="http://schemas.openxmlformats.org/officeDocument/2006/relationships/image" Target="/ppt/media/image10.png" Id="R99a148013de4412d" /><Relationship Type="http://schemas.openxmlformats.org/officeDocument/2006/relationships/image" Target="/ppt/media/image11.png" Id="R8b5279d82df14b58" /><Relationship Type="http://schemas.openxmlformats.org/officeDocument/2006/relationships/image" Target="/ppt/media/image12.png" Id="R06cb4b3d2dc74c2f" /><Relationship Type="http://schemas.openxmlformats.org/officeDocument/2006/relationships/image" Target="/ppt/media/image13.png" Id="Re153d5a5ec624653" /><Relationship Type="http://schemas.openxmlformats.org/officeDocument/2006/relationships/image" Target="/ppt/media/image14.png" Id="Rf73ed125867b4e39" /><Relationship Type="http://schemas.openxmlformats.org/officeDocument/2006/relationships/image" Target="/ppt/media/image15.png" Id="Rd941c49f65814482" /><Relationship Type="http://schemas.openxmlformats.org/officeDocument/2006/relationships/image" Target="/ppt/media/image16.png" Id="Re15bb8cdf3e24634" /><Relationship Type="http://schemas.openxmlformats.org/officeDocument/2006/relationships/image" Target="/ppt/media/image17.png" Id="R789bf9eda26f4caa" /><Relationship Type="http://schemas.openxmlformats.org/officeDocument/2006/relationships/notesSlide" Target="/ppt/notesSlides/notesSlide1.xml" Id="Rf456541b2fc74f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7B950-EDE3-487B-B068-930DFC9C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97"/>
            <a:ext cx="12938653" cy="3257528"/>
          </a:xfrm>
          <a:custGeom xmlns:a="http://schemas.openxmlformats.org/drawingml/2006/main">
            <a:pathLst>
              <a:path w="12938653" h="3257528">
                <a:moveTo>
                  <a:pt x="0" y="0"/>
                </a:moveTo>
                <a:lnTo>
                  <a:pt x="12938653" y="0"/>
                </a:lnTo>
                <a:lnTo>
                  <a:pt x="12938653" y="3257528"/>
                </a:lnTo>
                <a:lnTo>
                  <a:pt x="0" y="32575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D9A54-7F4A-4413-A9F7-B990A806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" y="1182272"/>
            <a:ext cx="1351429" cy="1857216"/>
          </a:xfrm>
          <a:custGeom xmlns:a="http://schemas.openxmlformats.org/drawingml/2006/main">
            <a:pathLst>
              <a:path w="1351429" h="1857216">
                <a:moveTo>
                  <a:pt x="0" y="227085"/>
                </a:moveTo>
                <a:lnTo>
                  <a:pt x="0" y="227085"/>
                </a:lnTo>
                <a:cubicBezTo>
                  <a:pt x="0" y="101669"/>
                  <a:pt x="100845" y="0"/>
                  <a:pt x="225243" y="0"/>
                </a:cubicBezTo>
                <a:lnTo>
                  <a:pt x="1126186" y="0"/>
                </a:lnTo>
                <a:cubicBezTo>
                  <a:pt x="1185925" y="0"/>
                  <a:pt x="1243216" y="23925"/>
                  <a:pt x="1285457" y="66512"/>
                </a:cubicBezTo>
                <a:cubicBezTo>
                  <a:pt x="1327698" y="109098"/>
                  <a:pt x="1351429" y="166858"/>
                  <a:pt x="1351429" y="227085"/>
                </a:cubicBezTo>
                <a:lnTo>
                  <a:pt x="1351429" y="1630131"/>
                </a:lnTo>
                <a:cubicBezTo>
                  <a:pt x="1351429" y="1755547"/>
                  <a:pt x="1250585" y="1857216"/>
                  <a:pt x="1126186" y="1857216"/>
                </a:cubicBezTo>
                <a:lnTo>
                  <a:pt x="225243" y="1857216"/>
                </a:lnTo>
                <a:cubicBezTo>
                  <a:pt x="100845" y="1857216"/>
                  <a:pt x="0" y="1755547"/>
                  <a:pt x="0" y="1630131"/>
                </a:cubicBezTo>
                <a:lnTo>
                  <a:pt x="0" y="227085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B8321-F836-4835-984B-9CAA207C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" y="1182272"/>
            <a:ext cx="1351429" cy="1857216"/>
          </a:xfrm>
          <a:custGeom xmlns:a="http://schemas.openxmlformats.org/drawingml/2006/main">
            <a:pathLst>
              <a:path w="1351429" h="1857216" fill="none">
                <a:moveTo>
                  <a:pt x="0" y="227085"/>
                </a:moveTo>
                <a:lnTo>
                  <a:pt x="0" y="227085"/>
                </a:lnTo>
                <a:cubicBezTo>
                  <a:pt x="0" y="101669"/>
                  <a:pt x="100845" y="0"/>
                  <a:pt x="225243" y="0"/>
                </a:cubicBezTo>
                <a:lnTo>
                  <a:pt x="1126186" y="0"/>
                </a:lnTo>
                <a:cubicBezTo>
                  <a:pt x="1185925" y="0"/>
                  <a:pt x="1243216" y="23925"/>
                  <a:pt x="1285457" y="66512"/>
                </a:cubicBezTo>
                <a:cubicBezTo>
                  <a:pt x="1327698" y="109098"/>
                  <a:pt x="1351429" y="166858"/>
                  <a:pt x="1351429" y="227085"/>
                </a:cubicBezTo>
                <a:lnTo>
                  <a:pt x="1351429" y="1630131"/>
                </a:lnTo>
                <a:cubicBezTo>
                  <a:pt x="1351429" y="1755547"/>
                  <a:pt x="1250585" y="1857216"/>
                  <a:pt x="1126186" y="1857216"/>
                </a:cubicBezTo>
                <a:lnTo>
                  <a:pt x="225243" y="1857216"/>
                </a:lnTo>
                <a:cubicBezTo>
                  <a:pt x="100845" y="1857216"/>
                  <a:pt x="0" y="1755547"/>
                  <a:pt x="0" y="1630131"/>
                </a:cubicBezTo>
                <a:lnTo>
                  <a:pt x="0" y="2270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51" cap="flat">
            <a:solidFill>
              <a:srgbClr val="666666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54303-4567-4B7D-B24A-DE491927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91670"/>
            <a:ext cx="1008704" cy="2824938"/>
          </a:xfrm>
          <a:custGeom xmlns:a="http://schemas.openxmlformats.org/drawingml/2006/main">
            <a:pathLst>
              <a:path w="1008704" h="2824938">
                <a:moveTo>
                  <a:pt x="0" y="169496"/>
                </a:moveTo>
                <a:lnTo>
                  <a:pt x="0" y="169496"/>
                </a:lnTo>
                <a:cubicBezTo>
                  <a:pt x="0" y="75886"/>
                  <a:pt x="75270" y="0"/>
                  <a:pt x="168121" y="0"/>
                </a:cubicBezTo>
                <a:lnTo>
                  <a:pt x="840584" y="0"/>
                </a:lnTo>
                <a:cubicBezTo>
                  <a:pt x="885172" y="0"/>
                  <a:pt x="927934" y="17858"/>
                  <a:pt x="959463" y="49644"/>
                </a:cubicBezTo>
                <a:cubicBezTo>
                  <a:pt x="990991" y="81431"/>
                  <a:pt x="1008704" y="124543"/>
                  <a:pt x="1008704" y="169496"/>
                </a:cubicBezTo>
                <a:lnTo>
                  <a:pt x="1008704" y="2655443"/>
                </a:lnTo>
                <a:cubicBezTo>
                  <a:pt x="1008704" y="2749052"/>
                  <a:pt x="933434" y="2824938"/>
                  <a:pt x="840584" y="2824938"/>
                </a:cubicBezTo>
                <a:lnTo>
                  <a:pt x="168121" y="2824938"/>
                </a:lnTo>
                <a:cubicBezTo>
                  <a:pt x="75270" y="2824938"/>
                  <a:pt x="0" y="2749052"/>
                  <a:pt x="0" y="2655443"/>
                </a:cubicBezTo>
                <a:lnTo>
                  <a:pt x="0" y="169496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75DEA-B65B-4408-AC2F-32D4B15A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91670"/>
            <a:ext cx="1008704" cy="2824938"/>
          </a:xfrm>
          <a:custGeom xmlns:a="http://schemas.openxmlformats.org/drawingml/2006/main">
            <a:pathLst>
              <a:path w="1008704" h="2824938" fill="none">
                <a:moveTo>
                  <a:pt x="0" y="169496"/>
                </a:moveTo>
                <a:lnTo>
                  <a:pt x="0" y="169496"/>
                </a:lnTo>
                <a:cubicBezTo>
                  <a:pt x="0" y="75886"/>
                  <a:pt x="75270" y="0"/>
                  <a:pt x="168121" y="0"/>
                </a:cubicBezTo>
                <a:lnTo>
                  <a:pt x="840584" y="0"/>
                </a:lnTo>
                <a:cubicBezTo>
                  <a:pt x="885172" y="0"/>
                  <a:pt x="927934" y="17858"/>
                  <a:pt x="959463" y="49644"/>
                </a:cubicBezTo>
                <a:cubicBezTo>
                  <a:pt x="990991" y="81431"/>
                  <a:pt x="1008704" y="124543"/>
                  <a:pt x="1008704" y="169496"/>
                </a:cubicBezTo>
                <a:lnTo>
                  <a:pt x="1008704" y="2655443"/>
                </a:lnTo>
                <a:cubicBezTo>
                  <a:pt x="1008704" y="2749052"/>
                  <a:pt x="933434" y="2824938"/>
                  <a:pt x="840584" y="2824938"/>
                </a:cubicBezTo>
                <a:lnTo>
                  <a:pt x="168121" y="2824938"/>
                </a:lnTo>
                <a:cubicBezTo>
                  <a:pt x="75270" y="2824938"/>
                  <a:pt x="0" y="2749052"/>
                  <a:pt x="0" y="2655443"/>
                </a:cubicBezTo>
                <a:lnTo>
                  <a:pt x="0" y="1694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51" cap="flat">
            <a:solidFill>
              <a:srgbClr val="666666"/>
            </a:solidFill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AAFAC-4261-4BF4-8934-76C38407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289" y="442386"/>
            <a:ext cx="5316440" cy="2523507"/>
          </a:xfrm>
          <a:custGeom xmlns:a="http://schemas.openxmlformats.org/drawingml/2006/main">
            <a:pathLst>
              <a:path w="5316440" h="2523507">
                <a:moveTo>
                  <a:pt x="0" y="420593"/>
                </a:moveTo>
                <a:lnTo>
                  <a:pt x="0" y="420593"/>
                </a:lnTo>
                <a:cubicBezTo>
                  <a:pt x="0" y="188306"/>
                  <a:pt x="186778" y="0"/>
                  <a:pt x="417181" y="0"/>
                </a:cubicBezTo>
                <a:lnTo>
                  <a:pt x="4899259" y="0"/>
                </a:lnTo>
                <a:cubicBezTo>
                  <a:pt x="5009903" y="0"/>
                  <a:pt x="5116015" y="44312"/>
                  <a:pt x="5194251" y="123189"/>
                </a:cubicBezTo>
                <a:cubicBezTo>
                  <a:pt x="5272487" y="202065"/>
                  <a:pt x="5316440" y="309045"/>
                  <a:pt x="5316440" y="420593"/>
                </a:cubicBezTo>
                <a:lnTo>
                  <a:pt x="5316440" y="2102914"/>
                </a:lnTo>
                <a:cubicBezTo>
                  <a:pt x="5316440" y="2335201"/>
                  <a:pt x="5129662" y="2523507"/>
                  <a:pt x="4899259" y="2523507"/>
                </a:cubicBezTo>
                <a:lnTo>
                  <a:pt x="417181" y="2523507"/>
                </a:lnTo>
                <a:cubicBezTo>
                  <a:pt x="186778" y="2523507"/>
                  <a:pt x="0" y="2335201"/>
                  <a:pt x="0" y="2102914"/>
                </a:cubicBezTo>
                <a:lnTo>
                  <a:pt x="0" y="42059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93F22-4355-4C2C-9102-32EA9282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289" y="442386"/>
            <a:ext cx="5316440" cy="2523507"/>
          </a:xfrm>
          <a:custGeom xmlns:a="http://schemas.openxmlformats.org/drawingml/2006/main">
            <a:pathLst>
              <a:path w="5316440" h="2523507" fill="none">
                <a:moveTo>
                  <a:pt x="0" y="420593"/>
                </a:moveTo>
                <a:lnTo>
                  <a:pt x="0" y="420593"/>
                </a:lnTo>
                <a:cubicBezTo>
                  <a:pt x="0" y="188306"/>
                  <a:pt x="186778" y="0"/>
                  <a:pt x="417181" y="0"/>
                </a:cubicBezTo>
                <a:lnTo>
                  <a:pt x="4899259" y="0"/>
                </a:lnTo>
                <a:cubicBezTo>
                  <a:pt x="5009903" y="0"/>
                  <a:pt x="5116015" y="44312"/>
                  <a:pt x="5194251" y="123189"/>
                </a:cubicBezTo>
                <a:cubicBezTo>
                  <a:pt x="5272487" y="202065"/>
                  <a:pt x="5316440" y="309045"/>
                  <a:pt x="5316440" y="420593"/>
                </a:cubicBezTo>
                <a:lnTo>
                  <a:pt x="5316440" y="2102914"/>
                </a:lnTo>
                <a:cubicBezTo>
                  <a:pt x="5316440" y="2335201"/>
                  <a:pt x="5129662" y="2523507"/>
                  <a:pt x="4899259" y="2523507"/>
                </a:cubicBezTo>
                <a:lnTo>
                  <a:pt x="417181" y="2523507"/>
                </a:lnTo>
                <a:cubicBezTo>
                  <a:pt x="186778" y="2523507"/>
                  <a:pt x="0" y="2335201"/>
                  <a:pt x="0" y="2102914"/>
                </a:cubicBezTo>
                <a:lnTo>
                  <a:pt x="0" y="4205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91EB0-3B18-4E8A-A6CC-D02524EF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157" y="844848"/>
            <a:ext cx="2204648" cy="1717978"/>
          </a:xfrm>
          <a:custGeom xmlns:a="http://schemas.openxmlformats.org/drawingml/2006/main">
            <a:pathLst>
              <a:path w="2204648" h="1717978">
                <a:moveTo>
                  <a:pt x="0" y="286335"/>
                </a:moveTo>
                <a:lnTo>
                  <a:pt x="0" y="286335"/>
                </a:lnTo>
                <a:cubicBezTo>
                  <a:pt x="0" y="128197"/>
                  <a:pt x="127157" y="0"/>
                  <a:pt x="284013" y="0"/>
                </a:cubicBezTo>
                <a:lnTo>
                  <a:pt x="1920636" y="0"/>
                </a:lnTo>
                <a:cubicBezTo>
                  <a:pt x="1995960" y="0"/>
                  <a:pt x="2068200" y="30167"/>
                  <a:pt x="2121463" y="83866"/>
                </a:cubicBezTo>
                <a:cubicBezTo>
                  <a:pt x="2174725" y="137564"/>
                  <a:pt x="2204648" y="210395"/>
                  <a:pt x="2204648" y="286335"/>
                </a:cubicBezTo>
                <a:lnTo>
                  <a:pt x="2204648" y="1431643"/>
                </a:lnTo>
                <a:cubicBezTo>
                  <a:pt x="2204648" y="1589781"/>
                  <a:pt x="2077491" y="1717978"/>
                  <a:pt x="1920636" y="1717978"/>
                </a:cubicBezTo>
                <a:lnTo>
                  <a:pt x="284013" y="1717978"/>
                </a:lnTo>
                <a:cubicBezTo>
                  <a:pt x="127157" y="1717978"/>
                  <a:pt x="0" y="1589781"/>
                  <a:pt x="0" y="1431643"/>
                </a:cubicBezTo>
                <a:lnTo>
                  <a:pt x="0" y="28633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3A1D1-2BA2-4E89-811C-12D924D2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157" y="844848"/>
            <a:ext cx="2204648" cy="1717978"/>
          </a:xfrm>
          <a:custGeom xmlns:a="http://schemas.openxmlformats.org/drawingml/2006/main">
            <a:pathLst>
              <a:path w="2204648" h="1717978" fill="none">
                <a:moveTo>
                  <a:pt x="0" y="286335"/>
                </a:moveTo>
                <a:lnTo>
                  <a:pt x="0" y="286335"/>
                </a:lnTo>
                <a:cubicBezTo>
                  <a:pt x="0" y="128197"/>
                  <a:pt x="127157" y="0"/>
                  <a:pt x="284013" y="0"/>
                </a:cubicBezTo>
                <a:lnTo>
                  <a:pt x="1920636" y="0"/>
                </a:lnTo>
                <a:cubicBezTo>
                  <a:pt x="1995960" y="0"/>
                  <a:pt x="2068200" y="30167"/>
                  <a:pt x="2121463" y="83866"/>
                </a:cubicBezTo>
                <a:cubicBezTo>
                  <a:pt x="2174725" y="137564"/>
                  <a:pt x="2204648" y="210395"/>
                  <a:pt x="2204648" y="286335"/>
                </a:cubicBezTo>
                <a:lnTo>
                  <a:pt x="2204648" y="1431643"/>
                </a:lnTo>
                <a:cubicBezTo>
                  <a:pt x="2204648" y="1589781"/>
                  <a:pt x="2077491" y="1717978"/>
                  <a:pt x="1920636" y="1717978"/>
                </a:cubicBezTo>
                <a:lnTo>
                  <a:pt x="284013" y="1717978"/>
                </a:lnTo>
                <a:cubicBezTo>
                  <a:pt x="127157" y="1717978"/>
                  <a:pt x="0" y="1589781"/>
                  <a:pt x="0" y="1431643"/>
                </a:cubicBezTo>
                <a:lnTo>
                  <a:pt x="0" y="286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16E5C9-AE63-4826-A472-8C139308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183" y="267759"/>
            <a:ext cx="2204648" cy="254012"/>
          </a:xfrm>
          <a:custGeom xmlns:a="http://schemas.openxmlformats.org/drawingml/2006/main">
            <a:pathLst>
              <a:path w="2204648" h="254012">
                <a:moveTo>
                  <a:pt x="0" y="0"/>
                </a:moveTo>
                <a:lnTo>
                  <a:pt x="2204648" y="0"/>
                </a:lnTo>
                <a:lnTo>
                  <a:pt x="2204648" y="254012"/>
                </a:lnTo>
                <a:lnTo>
                  <a:pt x="0" y="2540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ControlMeasurements">
            <a:extLst xmlns:a="http://schemas.openxmlformats.org/drawingml/2006/main">
              <a:ext uri="{FF2B5EF4-FFF2-40B4-BE49-F238E27FC236}">
                <a16:creationId xmlns:a16="http://schemas.microsoft.com/office/drawing/2014/main" id="{575C25AF-50C7-4019-BB2A-9614DA7F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793" y="389909"/>
            <a:ext cx="1991062" cy="138800"/>
          </a:xfrm>
          <a:custGeom xmlns:a="http://schemas.openxmlformats.org/drawingml/2006/main">
            <a:pathLst>
              <a:path w="1991062" h="138800">
                <a:moveTo>
                  <a:pt x="107070" y="126618"/>
                </a:moveTo>
                <a:cubicBezTo>
                  <a:pt x="103891" y="128020"/>
                  <a:pt x="101016" y="129335"/>
                  <a:pt x="98444" y="130562"/>
                </a:cubicBezTo>
                <a:cubicBezTo>
                  <a:pt x="95872" y="131789"/>
                  <a:pt x="92505" y="133075"/>
                  <a:pt x="88344" y="134419"/>
                </a:cubicBezTo>
                <a:cubicBezTo>
                  <a:pt x="84818" y="135529"/>
                  <a:pt x="80989" y="136479"/>
                  <a:pt x="76856" y="137268"/>
                </a:cubicBezTo>
                <a:cubicBezTo>
                  <a:pt x="72724" y="138056"/>
                  <a:pt x="68172" y="138450"/>
                  <a:pt x="63202" y="138450"/>
                </a:cubicBezTo>
                <a:cubicBezTo>
                  <a:pt x="53838" y="138450"/>
                  <a:pt x="45328" y="137124"/>
                  <a:pt x="37670" y="134471"/>
                </a:cubicBezTo>
                <a:cubicBezTo>
                  <a:pt x="30011" y="131817"/>
                  <a:pt x="23350" y="127663"/>
                  <a:pt x="17686" y="122007"/>
                </a:cubicBezTo>
                <a:cubicBezTo>
                  <a:pt x="12137" y="116468"/>
                  <a:pt x="7803" y="109427"/>
                  <a:pt x="4682" y="100885"/>
                </a:cubicBezTo>
                <a:cubicBezTo>
                  <a:pt x="1561" y="92343"/>
                  <a:pt x="0" y="82416"/>
                  <a:pt x="0" y="71104"/>
                </a:cubicBezTo>
                <a:cubicBezTo>
                  <a:pt x="0" y="60375"/>
                  <a:pt x="1503" y="50783"/>
                  <a:pt x="4508" y="42329"/>
                </a:cubicBezTo>
                <a:cubicBezTo>
                  <a:pt x="7514" y="33874"/>
                  <a:pt x="11849" y="26732"/>
                  <a:pt x="17513" y="20901"/>
                </a:cubicBezTo>
                <a:cubicBezTo>
                  <a:pt x="23003" y="15245"/>
                  <a:pt x="29636" y="10930"/>
                  <a:pt x="37409" y="7957"/>
                </a:cubicBezTo>
                <a:cubicBezTo>
                  <a:pt x="45183" y="4983"/>
                  <a:pt x="53810" y="3496"/>
                  <a:pt x="63288" y="3496"/>
                </a:cubicBezTo>
                <a:cubicBezTo>
                  <a:pt x="70224" y="3496"/>
                  <a:pt x="77145" y="4341"/>
                  <a:pt x="84052" y="6031"/>
                </a:cubicBezTo>
                <a:cubicBezTo>
                  <a:pt x="90959" y="7721"/>
                  <a:pt x="98632" y="10693"/>
                  <a:pt x="107070" y="14946"/>
                </a:cubicBezTo>
                <a:lnTo>
                  <a:pt x="107070" y="35487"/>
                </a:lnTo>
                <a:lnTo>
                  <a:pt x="105770" y="35487"/>
                </a:lnTo>
                <a:cubicBezTo>
                  <a:pt x="98660" y="29576"/>
                  <a:pt x="91609" y="25272"/>
                  <a:pt x="84616" y="22575"/>
                </a:cubicBezTo>
                <a:cubicBezTo>
                  <a:pt x="77622" y="19878"/>
                  <a:pt x="70137" y="18530"/>
                  <a:pt x="62161" y="18530"/>
                </a:cubicBezTo>
                <a:cubicBezTo>
                  <a:pt x="55630" y="18530"/>
                  <a:pt x="49749" y="19591"/>
                  <a:pt x="44519" y="21712"/>
                </a:cubicBezTo>
                <a:cubicBezTo>
                  <a:pt x="39288" y="23833"/>
                  <a:pt x="34621" y="27132"/>
                  <a:pt x="30517" y="31608"/>
                </a:cubicBezTo>
                <a:cubicBezTo>
                  <a:pt x="26529" y="35967"/>
                  <a:pt x="23422" y="41475"/>
                  <a:pt x="21197" y="48130"/>
                </a:cubicBezTo>
                <a:cubicBezTo>
                  <a:pt x="18972" y="54786"/>
                  <a:pt x="17859" y="62473"/>
                  <a:pt x="17859" y="71192"/>
                </a:cubicBezTo>
                <a:cubicBezTo>
                  <a:pt x="17859" y="80317"/>
                  <a:pt x="19088" y="88163"/>
                  <a:pt x="21544" y="94731"/>
                </a:cubicBezTo>
                <a:cubicBezTo>
                  <a:pt x="24000" y="101299"/>
                  <a:pt x="27165" y="106647"/>
                  <a:pt x="31037" y="110775"/>
                </a:cubicBezTo>
                <a:cubicBezTo>
                  <a:pt x="35083" y="115077"/>
                  <a:pt x="39808" y="118259"/>
                  <a:pt x="45212" y="120322"/>
                </a:cubicBezTo>
                <a:cubicBezTo>
                  <a:pt x="50616" y="122385"/>
                  <a:pt x="56324" y="123416"/>
                  <a:pt x="62335" y="123416"/>
                </a:cubicBezTo>
                <a:cubicBezTo>
                  <a:pt x="70600" y="123416"/>
                  <a:pt x="78345" y="121989"/>
                  <a:pt x="85569" y="119134"/>
                </a:cubicBezTo>
                <a:cubicBezTo>
                  <a:pt x="92794" y="116278"/>
                  <a:pt x="99556" y="111996"/>
                  <a:pt x="105856" y="106285"/>
                </a:cubicBezTo>
                <a:lnTo>
                  <a:pt x="107070" y="106285"/>
                </a:lnTo>
                <a:lnTo>
                  <a:pt x="107070" y="126618"/>
                </a:lnTo>
                <a:close/>
                <a:moveTo>
                  <a:pt x="212537" y="87187"/>
                </a:moveTo>
                <a:cubicBezTo>
                  <a:pt x="212537" y="103135"/>
                  <a:pt x="208491" y="115724"/>
                  <a:pt x="200399" y="124954"/>
                </a:cubicBezTo>
                <a:cubicBezTo>
                  <a:pt x="192307" y="134185"/>
                  <a:pt x="181470" y="138800"/>
                  <a:pt x="167888" y="138800"/>
                </a:cubicBezTo>
                <a:cubicBezTo>
                  <a:pt x="154190" y="138800"/>
                  <a:pt x="143310" y="134185"/>
                  <a:pt x="135247" y="124954"/>
                </a:cubicBezTo>
                <a:cubicBezTo>
                  <a:pt x="127184" y="115724"/>
                  <a:pt x="123153" y="103135"/>
                  <a:pt x="123153" y="87187"/>
                </a:cubicBezTo>
                <a:cubicBezTo>
                  <a:pt x="123153" y="71239"/>
                  <a:pt x="127184" y="58635"/>
                  <a:pt x="135247" y="49376"/>
                </a:cubicBezTo>
                <a:cubicBezTo>
                  <a:pt x="143310" y="40116"/>
                  <a:pt x="154190" y="35487"/>
                  <a:pt x="167888" y="35487"/>
                </a:cubicBezTo>
                <a:cubicBezTo>
                  <a:pt x="181470" y="35487"/>
                  <a:pt x="192307" y="40116"/>
                  <a:pt x="200399" y="49376"/>
                </a:cubicBezTo>
                <a:cubicBezTo>
                  <a:pt x="208491" y="58635"/>
                  <a:pt x="212537" y="71239"/>
                  <a:pt x="212537" y="87187"/>
                </a:cubicBezTo>
                <a:moveTo>
                  <a:pt x="195717" y="87187"/>
                </a:moveTo>
                <a:cubicBezTo>
                  <a:pt x="195717" y="74557"/>
                  <a:pt x="193261" y="65172"/>
                  <a:pt x="188348" y="59031"/>
                </a:cubicBezTo>
                <a:cubicBezTo>
                  <a:pt x="183435" y="52891"/>
                  <a:pt x="176615" y="49821"/>
                  <a:pt x="167888" y="49821"/>
                </a:cubicBezTo>
                <a:cubicBezTo>
                  <a:pt x="159045" y="49821"/>
                  <a:pt x="152181" y="52891"/>
                  <a:pt x="147298" y="59031"/>
                </a:cubicBezTo>
                <a:cubicBezTo>
                  <a:pt x="142414" y="65172"/>
                  <a:pt x="139972" y="74557"/>
                  <a:pt x="139972" y="87187"/>
                </a:cubicBezTo>
                <a:cubicBezTo>
                  <a:pt x="139972" y="99409"/>
                  <a:pt x="142428" y="108678"/>
                  <a:pt x="147341" y="114993"/>
                </a:cubicBezTo>
                <a:cubicBezTo>
                  <a:pt x="152254" y="121308"/>
                  <a:pt x="159103" y="124465"/>
                  <a:pt x="167888" y="124465"/>
                </a:cubicBezTo>
                <a:cubicBezTo>
                  <a:pt x="176558" y="124465"/>
                  <a:pt x="183363" y="121337"/>
                  <a:pt x="188305" y="115080"/>
                </a:cubicBezTo>
                <a:cubicBezTo>
                  <a:pt x="193247" y="108823"/>
                  <a:pt x="195717" y="99526"/>
                  <a:pt x="195717" y="87187"/>
                </a:cubicBezTo>
                <a:close/>
                <a:moveTo>
                  <a:pt x="318574" y="136003"/>
                </a:moveTo>
                <a:lnTo>
                  <a:pt x="302275" y="136003"/>
                </a:lnTo>
                <a:lnTo>
                  <a:pt x="302275" y="80356"/>
                </a:lnTo>
                <a:cubicBezTo>
                  <a:pt x="302275" y="75863"/>
                  <a:pt x="302015" y="71649"/>
                  <a:pt x="301495" y="67712"/>
                </a:cubicBezTo>
                <a:cubicBezTo>
                  <a:pt x="300974" y="63775"/>
                  <a:pt x="300021" y="60699"/>
                  <a:pt x="298634" y="58482"/>
                </a:cubicBezTo>
                <a:cubicBezTo>
                  <a:pt x="297189" y="56031"/>
                  <a:pt x="295108" y="54209"/>
                  <a:pt x="292392" y="53014"/>
                </a:cubicBezTo>
                <a:cubicBezTo>
                  <a:pt x="289675" y="51818"/>
                  <a:pt x="286149" y="51220"/>
                  <a:pt x="281815" y="51220"/>
                </a:cubicBezTo>
                <a:cubicBezTo>
                  <a:pt x="277364" y="51220"/>
                  <a:pt x="272711" y="52329"/>
                  <a:pt x="267856" y="54546"/>
                </a:cubicBezTo>
                <a:cubicBezTo>
                  <a:pt x="263001" y="56763"/>
                  <a:pt x="258349" y="59590"/>
                  <a:pt x="253898" y="63030"/>
                </a:cubicBezTo>
                <a:lnTo>
                  <a:pt x="253898" y="136003"/>
                </a:lnTo>
                <a:lnTo>
                  <a:pt x="237599" y="136003"/>
                </a:lnTo>
                <a:lnTo>
                  <a:pt x="237599" y="38284"/>
                </a:lnTo>
                <a:lnTo>
                  <a:pt x="253898" y="38284"/>
                </a:lnTo>
                <a:lnTo>
                  <a:pt x="253898" y="49059"/>
                </a:lnTo>
                <a:cubicBezTo>
                  <a:pt x="258985" y="44798"/>
                  <a:pt x="264244" y="41471"/>
                  <a:pt x="269677" y="39078"/>
                </a:cubicBezTo>
                <a:cubicBezTo>
                  <a:pt x="275110" y="36684"/>
                  <a:pt x="280687" y="35487"/>
                  <a:pt x="286409" y="35487"/>
                </a:cubicBezTo>
                <a:cubicBezTo>
                  <a:pt x="296871" y="35487"/>
                  <a:pt x="304847" y="38668"/>
                  <a:pt x="310338" y="45030"/>
                </a:cubicBezTo>
                <a:cubicBezTo>
                  <a:pt x="315828" y="51393"/>
                  <a:pt x="318574" y="60557"/>
                  <a:pt x="318574" y="72525"/>
                </a:cubicBezTo>
                <a:lnTo>
                  <a:pt x="318574" y="136003"/>
                </a:lnTo>
                <a:close/>
                <a:moveTo>
                  <a:pt x="400098" y="135142"/>
                </a:moveTo>
                <a:cubicBezTo>
                  <a:pt x="397034" y="135955"/>
                  <a:pt x="393697" y="136621"/>
                  <a:pt x="390084" y="137142"/>
                </a:cubicBezTo>
                <a:cubicBezTo>
                  <a:pt x="386472" y="137664"/>
                  <a:pt x="383250" y="137926"/>
                  <a:pt x="380418" y="137926"/>
                </a:cubicBezTo>
                <a:cubicBezTo>
                  <a:pt x="370534" y="137926"/>
                  <a:pt x="363020" y="135243"/>
                  <a:pt x="357876" y="129876"/>
                </a:cubicBezTo>
                <a:cubicBezTo>
                  <a:pt x="352732" y="124510"/>
                  <a:pt x="350160" y="115906"/>
                  <a:pt x="350160" y="104064"/>
                </a:cubicBezTo>
                <a:lnTo>
                  <a:pt x="350160" y="52094"/>
                </a:lnTo>
                <a:lnTo>
                  <a:pt x="339150" y="52094"/>
                </a:lnTo>
                <a:lnTo>
                  <a:pt x="339150" y="38284"/>
                </a:lnTo>
                <a:lnTo>
                  <a:pt x="350160" y="38284"/>
                </a:lnTo>
                <a:lnTo>
                  <a:pt x="350160" y="10139"/>
                </a:lnTo>
                <a:lnTo>
                  <a:pt x="366459" y="10139"/>
                </a:lnTo>
                <a:lnTo>
                  <a:pt x="366459" y="38284"/>
                </a:lnTo>
                <a:lnTo>
                  <a:pt x="400098" y="38284"/>
                </a:lnTo>
                <a:lnTo>
                  <a:pt x="400098" y="52094"/>
                </a:lnTo>
                <a:lnTo>
                  <a:pt x="366459" y="52094"/>
                </a:lnTo>
                <a:lnTo>
                  <a:pt x="366459" y="96692"/>
                </a:lnTo>
                <a:cubicBezTo>
                  <a:pt x="366459" y="101833"/>
                  <a:pt x="366575" y="105849"/>
                  <a:pt x="366806" y="108741"/>
                </a:cubicBezTo>
                <a:cubicBezTo>
                  <a:pt x="367037" y="111632"/>
                  <a:pt x="367847" y="114334"/>
                  <a:pt x="369234" y="116845"/>
                </a:cubicBezTo>
                <a:cubicBezTo>
                  <a:pt x="370505" y="119181"/>
                  <a:pt x="372254" y="120890"/>
                  <a:pt x="374479" y="121972"/>
                </a:cubicBezTo>
                <a:cubicBezTo>
                  <a:pt x="376704" y="123051"/>
                  <a:pt x="380100" y="123591"/>
                  <a:pt x="384666" y="123591"/>
                </a:cubicBezTo>
                <a:cubicBezTo>
                  <a:pt x="387324" y="123591"/>
                  <a:pt x="390099" y="123198"/>
                  <a:pt x="392989" y="122411"/>
                </a:cubicBezTo>
                <a:cubicBezTo>
                  <a:pt x="395878" y="121625"/>
                  <a:pt x="397959" y="120969"/>
                  <a:pt x="399231" y="120445"/>
                </a:cubicBezTo>
                <a:lnTo>
                  <a:pt x="400098" y="120445"/>
                </a:lnTo>
                <a:lnTo>
                  <a:pt x="400098" y="135142"/>
                </a:lnTo>
                <a:close/>
                <a:moveTo>
                  <a:pt x="480198" y="56114"/>
                </a:moveTo>
                <a:lnTo>
                  <a:pt x="479331" y="56114"/>
                </a:lnTo>
                <a:cubicBezTo>
                  <a:pt x="476903" y="55563"/>
                  <a:pt x="474548" y="55163"/>
                  <a:pt x="472265" y="54915"/>
                </a:cubicBezTo>
                <a:cubicBezTo>
                  <a:pt x="469982" y="54666"/>
                  <a:pt x="467280" y="54541"/>
                  <a:pt x="464159" y="54541"/>
                </a:cubicBezTo>
                <a:cubicBezTo>
                  <a:pt x="459130" y="54541"/>
                  <a:pt x="454275" y="55665"/>
                  <a:pt x="449594" y="57912"/>
                </a:cubicBezTo>
                <a:cubicBezTo>
                  <a:pt x="444912" y="60157"/>
                  <a:pt x="440404" y="63058"/>
                  <a:pt x="436069" y="66617"/>
                </a:cubicBezTo>
                <a:lnTo>
                  <a:pt x="436069" y="136003"/>
                </a:lnTo>
                <a:lnTo>
                  <a:pt x="419770" y="136003"/>
                </a:lnTo>
                <a:lnTo>
                  <a:pt x="419770" y="38284"/>
                </a:lnTo>
                <a:lnTo>
                  <a:pt x="436069" y="38284"/>
                </a:lnTo>
                <a:lnTo>
                  <a:pt x="436069" y="52719"/>
                </a:lnTo>
                <a:cubicBezTo>
                  <a:pt x="442542" y="47469"/>
                  <a:pt x="448250" y="43751"/>
                  <a:pt x="453192" y="41564"/>
                </a:cubicBezTo>
                <a:cubicBezTo>
                  <a:pt x="458133" y="39377"/>
                  <a:pt x="463176" y="38284"/>
                  <a:pt x="468320" y="38284"/>
                </a:cubicBezTo>
                <a:cubicBezTo>
                  <a:pt x="471152" y="38284"/>
                  <a:pt x="473204" y="38356"/>
                  <a:pt x="474476" y="38502"/>
                </a:cubicBezTo>
                <a:cubicBezTo>
                  <a:pt x="475747" y="38646"/>
                  <a:pt x="477654" y="38921"/>
                  <a:pt x="480198" y="39327"/>
                </a:cubicBezTo>
                <a:lnTo>
                  <a:pt x="480198" y="56114"/>
                </a:lnTo>
                <a:close/>
                <a:moveTo>
                  <a:pt x="577943" y="87187"/>
                </a:moveTo>
                <a:cubicBezTo>
                  <a:pt x="577943" y="103135"/>
                  <a:pt x="573897" y="115724"/>
                  <a:pt x="565806" y="124954"/>
                </a:cubicBezTo>
                <a:cubicBezTo>
                  <a:pt x="557714" y="134185"/>
                  <a:pt x="546877" y="138800"/>
                  <a:pt x="533295" y="138800"/>
                </a:cubicBezTo>
                <a:cubicBezTo>
                  <a:pt x="519596" y="138800"/>
                  <a:pt x="508716" y="134185"/>
                  <a:pt x="500653" y="124954"/>
                </a:cubicBezTo>
                <a:cubicBezTo>
                  <a:pt x="492591" y="115724"/>
                  <a:pt x="488559" y="103135"/>
                  <a:pt x="488559" y="87187"/>
                </a:cubicBezTo>
                <a:cubicBezTo>
                  <a:pt x="488559" y="71239"/>
                  <a:pt x="492591" y="58635"/>
                  <a:pt x="500653" y="49376"/>
                </a:cubicBezTo>
                <a:cubicBezTo>
                  <a:pt x="508716" y="40116"/>
                  <a:pt x="519596" y="35487"/>
                  <a:pt x="533295" y="35487"/>
                </a:cubicBezTo>
                <a:cubicBezTo>
                  <a:pt x="546877" y="35487"/>
                  <a:pt x="557714" y="40116"/>
                  <a:pt x="565806" y="49376"/>
                </a:cubicBezTo>
                <a:cubicBezTo>
                  <a:pt x="573897" y="58635"/>
                  <a:pt x="577943" y="71239"/>
                  <a:pt x="577943" y="87187"/>
                </a:cubicBezTo>
                <a:moveTo>
                  <a:pt x="561124" y="87187"/>
                </a:moveTo>
                <a:cubicBezTo>
                  <a:pt x="561124" y="74557"/>
                  <a:pt x="558668" y="65172"/>
                  <a:pt x="553755" y="59031"/>
                </a:cubicBezTo>
                <a:cubicBezTo>
                  <a:pt x="548842" y="52891"/>
                  <a:pt x="542022" y="49821"/>
                  <a:pt x="533295" y="49821"/>
                </a:cubicBezTo>
                <a:cubicBezTo>
                  <a:pt x="524451" y="49821"/>
                  <a:pt x="517588" y="52891"/>
                  <a:pt x="512704" y="59031"/>
                </a:cubicBezTo>
                <a:cubicBezTo>
                  <a:pt x="507820" y="65172"/>
                  <a:pt x="505378" y="74557"/>
                  <a:pt x="505378" y="87187"/>
                </a:cubicBezTo>
                <a:cubicBezTo>
                  <a:pt x="505378" y="99409"/>
                  <a:pt x="507835" y="108678"/>
                  <a:pt x="512747" y="114993"/>
                </a:cubicBezTo>
                <a:cubicBezTo>
                  <a:pt x="517660" y="121308"/>
                  <a:pt x="524509" y="124465"/>
                  <a:pt x="533295" y="124465"/>
                </a:cubicBezTo>
                <a:cubicBezTo>
                  <a:pt x="541964" y="124465"/>
                  <a:pt x="548770" y="121337"/>
                  <a:pt x="553712" y="115080"/>
                </a:cubicBezTo>
                <a:cubicBezTo>
                  <a:pt x="558653" y="108823"/>
                  <a:pt x="561124" y="99526"/>
                  <a:pt x="561124" y="87187"/>
                </a:cubicBezTo>
                <a:close/>
                <a:moveTo>
                  <a:pt x="619478" y="136003"/>
                </a:moveTo>
                <a:lnTo>
                  <a:pt x="603179" y="136003"/>
                </a:lnTo>
                <a:lnTo>
                  <a:pt x="603179" y="0"/>
                </a:lnTo>
                <a:lnTo>
                  <a:pt x="619478" y="0"/>
                </a:lnTo>
                <a:lnTo>
                  <a:pt x="619478" y="136003"/>
                </a:lnTo>
                <a:close/>
                <a:moveTo>
                  <a:pt x="830237" y="136003"/>
                </a:moveTo>
                <a:lnTo>
                  <a:pt x="813071" y="136003"/>
                </a:lnTo>
                <a:lnTo>
                  <a:pt x="813071" y="23791"/>
                </a:lnTo>
                <a:lnTo>
                  <a:pt x="777179" y="100167"/>
                </a:lnTo>
                <a:lnTo>
                  <a:pt x="766949" y="100167"/>
                </a:lnTo>
                <a:lnTo>
                  <a:pt x="731317" y="23791"/>
                </a:lnTo>
                <a:lnTo>
                  <a:pt x="731317" y="136003"/>
                </a:lnTo>
                <a:lnTo>
                  <a:pt x="715278" y="136003"/>
                </a:lnTo>
                <a:lnTo>
                  <a:pt x="715278" y="5769"/>
                </a:lnTo>
                <a:lnTo>
                  <a:pt x="738686" y="5769"/>
                </a:lnTo>
                <a:lnTo>
                  <a:pt x="773104" y="78296"/>
                </a:lnTo>
                <a:lnTo>
                  <a:pt x="806396" y="5769"/>
                </a:lnTo>
                <a:lnTo>
                  <a:pt x="830237" y="5769"/>
                </a:lnTo>
                <a:lnTo>
                  <a:pt x="830237" y="136003"/>
                </a:lnTo>
                <a:close/>
                <a:moveTo>
                  <a:pt x="944539" y="88804"/>
                </a:moveTo>
                <a:lnTo>
                  <a:pt x="873188" y="88804"/>
                </a:lnTo>
                <a:cubicBezTo>
                  <a:pt x="873188" y="94820"/>
                  <a:pt x="874084" y="100063"/>
                  <a:pt x="875875" y="104531"/>
                </a:cubicBezTo>
                <a:cubicBezTo>
                  <a:pt x="877667" y="109000"/>
                  <a:pt x="880124" y="112666"/>
                  <a:pt x="883245" y="115528"/>
                </a:cubicBezTo>
                <a:cubicBezTo>
                  <a:pt x="886250" y="118332"/>
                  <a:pt x="889819" y="120436"/>
                  <a:pt x="893952" y="121838"/>
                </a:cubicBezTo>
                <a:cubicBezTo>
                  <a:pt x="898084" y="123240"/>
                  <a:pt x="902636" y="123941"/>
                  <a:pt x="907606" y="123941"/>
                </a:cubicBezTo>
                <a:cubicBezTo>
                  <a:pt x="914195" y="123941"/>
                  <a:pt x="920828" y="122605"/>
                  <a:pt x="927503" y="119934"/>
                </a:cubicBezTo>
                <a:cubicBezTo>
                  <a:pt x="934179" y="117263"/>
                  <a:pt x="938933" y="114636"/>
                  <a:pt x="941765" y="112054"/>
                </a:cubicBezTo>
                <a:lnTo>
                  <a:pt x="942632" y="112054"/>
                </a:lnTo>
                <a:lnTo>
                  <a:pt x="942632" y="130032"/>
                </a:lnTo>
                <a:cubicBezTo>
                  <a:pt x="937141" y="132370"/>
                  <a:pt x="931535" y="134329"/>
                  <a:pt x="925813" y="135907"/>
                </a:cubicBezTo>
                <a:cubicBezTo>
                  <a:pt x="920091" y="137486"/>
                  <a:pt x="914080" y="138275"/>
                  <a:pt x="907780" y="138275"/>
                </a:cubicBezTo>
                <a:cubicBezTo>
                  <a:pt x="891712" y="138275"/>
                  <a:pt x="879170" y="133883"/>
                  <a:pt x="870154" y="125099"/>
                </a:cubicBezTo>
                <a:cubicBezTo>
                  <a:pt x="861137" y="116315"/>
                  <a:pt x="856629" y="103838"/>
                  <a:pt x="856629" y="87668"/>
                </a:cubicBezTo>
                <a:cubicBezTo>
                  <a:pt x="856629" y="71676"/>
                  <a:pt x="860949" y="58981"/>
                  <a:pt x="869590" y="49583"/>
                </a:cubicBezTo>
                <a:cubicBezTo>
                  <a:pt x="878231" y="40186"/>
                  <a:pt x="889602" y="35487"/>
                  <a:pt x="903705" y="35487"/>
                </a:cubicBezTo>
                <a:cubicBezTo>
                  <a:pt x="916767" y="35487"/>
                  <a:pt x="926839" y="39339"/>
                  <a:pt x="933919" y="47043"/>
                </a:cubicBezTo>
                <a:cubicBezTo>
                  <a:pt x="940999" y="54748"/>
                  <a:pt x="944539" y="65692"/>
                  <a:pt x="944539" y="79875"/>
                </a:cubicBezTo>
                <a:lnTo>
                  <a:pt x="944539" y="88804"/>
                </a:lnTo>
                <a:moveTo>
                  <a:pt x="928674" y="76218"/>
                </a:moveTo>
                <a:cubicBezTo>
                  <a:pt x="928616" y="67594"/>
                  <a:pt x="926463" y="60922"/>
                  <a:pt x="922215" y="56202"/>
                </a:cubicBezTo>
                <a:cubicBezTo>
                  <a:pt x="917967" y="51482"/>
                  <a:pt x="911508" y="49122"/>
                  <a:pt x="902838" y="49122"/>
                </a:cubicBezTo>
                <a:cubicBezTo>
                  <a:pt x="894111" y="49122"/>
                  <a:pt x="887160" y="51715"/>
                  <a:pt x="881988" y="56901"/>
                </a:cubicBezTo>
                <a:cubicBezTo>
                  <a:pt x="876815" y="62087"/>
                  <a:pt x="873881" y="68526"/>
                  <a:pt x="873188" y="76218"/>
                </a:cubicBezTo>
                <a:lnTo>
                  <a:pt x="928674" y="76218"/>
                </a:lnTo>
                <a:close/>
                <a:moveTo>
                  <a:pt x="1044375" y="136003"/>
                </a:moveTo>
                <a:lnTo>
                  <a:pt x="1028163" y="136003"/>
                </a:lnTo>
                <a:lnTo>
                  <a:pt x="1028163" y="125673"/>
                </a:lnTo>
                <a:cubicBezTo>
                  <a:pt x="1026718" y="126665"/>
                  <a:pt x="1024767" y="128051"/>
                  <a:pt x="1022311" y="129830"/>
                </a:cubicBezTo>
                <a:cubicBezTo>
                  <a:pt x="1019855" y="131609"/>
                  <a:pt x="1017471" y="133024"/>
                  <a:pt x="1015159" y="134075"/>
                </a:cubicBezTo>
                <a:cubicBezTo>
                  <a:pt x="1012442" y="135417"/>
                  <a:pt x="1009321" y="136539"/>
                  <a:pt x="1005795" y="137442"/>
                </a:cubicBezTo>
                <a:cubicBezTo>
                  <a:pt x="1002270" y="138347"/>
                  <a:pt x="998137" y="138800"/>
                  <a:pt x="993398" y="138800"/>
                </a:cubicBezTo>
                <a:cubicBezTo>
                  <a:pt x="984670" y="138800"/>
                  <a:pt x="977272" y="135883"/>
                  <a:pt x="971204" y="130048"/>
                </a:cubicBezTo>
                <a:cubicBezTo>
                  <a:pt x="965135" y="124214"/>
                  <a:pt x="962100" y="116775"/>
                  <a:pt x="962100" y="107730"/>
                </a:cubicBezTo>
                <a:cubicBezTo>
                  <a:pt x="962100" y="100321"/>
                  <a:pt x="963675" y="94326"/>
                  <a:pt x="966825" y="89746"/>
                </a:cubicBezTo>
                <a:cubicBezTo>
                  <a:pt x="969975" y="85165"/>
                  <a:pt x="974469" y="81562"/>
                  <a:pt x="980307" y="78938"/>
                </a:cubicBezTo>
                <a:cubicBezTo>
                  <a:pt x="986202" y="76312"/>
                  <a:pt x="993282" y="74532"/>
                  <a:pt x="1001547" y="73598"/>
                </a:cubicBezTo>
                <a:cubicBezTo>
                  <a:pt x="1009812" y="72664"/>
                  <a:pt x="1018684" y="71964"/>
                  <a:pt x="1028163" y="71498"/>
                </a:cubicBezTo>
                <a:lnTo>
                  <a:pt x="1028163" y="68941"/>
                </a:lnTo>
                <a:cubicBezTo>
                  <a:pt x="1028163" y="65181"/>
                  <a:pt x="1027513" y="62067"/>
                  <a:pt x="1026212" y="59600"/>
                </a:cubicBezTo>
                <a:cubicBezTo>
                  <a:pt x="1024912" y="57132"/>
                  <a:pt x="1023048" y="55193"/>
                  <a:pt x="1020620" y="53782"/>
                </a:cubicBezTo>
                <a:cubicBezTo>
                  <a:pt x="1018309" y="52431"/>
                  <a:pt x="1015534" y="51520"/>
                  <a:pt x="1012298" y="51050"/>
                </a:cubicBezTo>
                <a:cubicBezTo>
                  <a:pt x="1009061" y="50580"/>
                  <a:pt x="1005680" y="50346"/>
                  <a:pt x="1002154" y="50346"/>
                </a:cubicBezTo>
                <a:cubicBezTo>
                  <a:pt x="997877" y="50346"/>
                  <a:pt x="993109" y="50929"/>
                  <a:pt x="987849" y="52096"/>
                </a:cubicBezTo>
                <a:cubicBezTo>
                  <a:pt x="982590" y="53262"/>
                  <a:pt x="977157" y="54951"/>
                  <a:pt x="971550" y="57163"/>
                </a:cubicBezTo>
                <a:lnTo>
                  <a:pt x="970683" y="57163"/>
                </a:lnTo>
                <a:lnTo>
                  <a:pt x="970683" y="40469"/>
                </a:lnTo>
                <a:cubicBezTo>
                  <a:pt x="973862" y="39595"/>
                  <a:pt x="978457" y="38633"/>
                  <a:pt x="984468" y="37584"/>
                </a:cubicBezTo>
                <a:cubicBezTo>
                  <a:pt x="990479" y="36535"/>
                  <a:pt x="996403" y="36011"/>
                  <a:pt x="1002241" y="36011"/>
                </a:cubicBezTo>
                <a:cubicBezTo>
                  <a:pt x="1009061" y="36011"/>
                  <a:pt x="1015000" y="36579"/>
                  <a:pt x="1020057" y="37715"/>
                </a:cubicBezTo>
                <a:cubicBezTo>
                  <a:pt x="1025114" y="38852"/>
                  <a:pt x="1029492" y="40789"/>
                  <a:pt x="1033191" y="43528"/>
                </a:cubicBezTo>
                <a:cubicBezTo>
                  <a:pt x="1036833" y="46208"/>
                  <a:pt x="1039607" y="49675"/>
                  <a:pt x="1041514" y="53929"/>
                </a:cubicBezTo>
                <a:cubicBezTo>
                  <a:pt x="1043422" y="58183"/>
                  <a:pt x="1044375" y="63456"/>
                  <a:pt x="1044375" y="69750"/>
                </a:cubicBezTo>
                <a:lnTo>
                  <a:pt x="1044375" y="136003"/>
                </a:lnTo>
                <a:moveTo>
                  <a:pt x="1028163" y="112089"/>
                </a:moveTo>
                <a:lnTo>
                  <a:pt x="1028163" y="84783"/>
                </a:lnTo>
                <a:cubicBezTo>
                  <a:pt x="1023192" y="85076"/>
                  <a:pt x="1017340" y="85516"/>
                  <a:pt x="1010607" y="86103"/>
                </a:cubicBezTo>
                <a:cubicBezTo>
                  <a:pt x="1003874" y="86687"/>
                  <a:pt x="998542" y="87535"/>
                  <a:pt x="994612" y="88646"/>
                </a:cubicBezTo>
                <a:cubicBezTo>
                  <a:pt x="989930" y="89993"/>
                  <a:pt x="986144" y="92086"/>
                  <a:pt x="983254" y="94925"/>
                </a:cubicBezTo>
                <a:cubicBezTo>
                  <a:pt x="980364" y="97764"/>
                  <a:pt x="978920" y="101671"/>
                  <a:pt x="978920" y="106646"/>
                </a:cubicBezTo>
                <a:cubicBezTo>
                  <a:pt x="978920" y="112265"/>
                  <a:pt x="980596" y="116494"/>
                  <a:pt x="983948" y="119333"/>
                </a:cubicBezTo>
                <a:cubicBezTo>
                  <a:pt x="987300" y="122172"/>
                  <a:pt x="992415" y="123591"/>
                  <a:pt x="999293" y="123591"/>
                </a:cubicBezTo>
                <a:cubicBezTo>
                  <a:pt x="1005015" y="123591"/>
                  <a:pt x="1010246" y="122465"/>
                  <a:pt x="1014985" y="120213"/>
                </a:cubicBezTo>
                <a:cubicBezTo>
                  <a:pt x="1019725" y="117958"/>
                  <a:pt x="1024117" y="115250"/>
                  <a:pt x="1028163" y="112089"/>
                </a:cubicBezTo>
                <a:close/>
                <a:moveTo>
                  <a:pt x="1144839" y="107798"/>
                </a:moveTo>
                <a:cubicBezTo>
                  <a:pt x="1144839" y="116706"/>
                  <a:pt x="1141183" y="124013"/>
                  <a:pt x="1133872" y="129718"/>
                </a:cubicBezTo>
                <a:cubicBezTo>
                  <a:pt x="1126560" y="135423"/>
                  <a:pt x="1116576" y="138275"/>
                  <a:pt x="1103918" y="138275"/>
                </a:cubicBezTo>
                <a:cubicBezTo>
                  <a:pt x="1096751" y="138275"/>
                  <a:pt x="1090177" y="137413"/>
                  <a:pt x="1084195" y="135689"/>
                </a:cubicBezTo>
                <a:cubicBezTo>
                  <a:pt x="1078213" y="133964"/>
                  <a:pt x="1073199" y="132079"/>
                  <a:pt x="1069153" y="130032"/>
                </a:cubicBezTo>
                <a:lnTo>
                  <a:pt x="1069153" y="111529"/>
                </a:lnTo>
                <a:lnTo>
                  <a:pt x="1070020" y="111529"/>
                </a:lnTo>
                <a:cubicBezTo>
                  <a:pt x="1075164" y="115486"/>
                  <a:pt x="1080886" y="118632"/>
                  <a:pt x="1087186" y="120966"/>
                </a:cubicBezTo>
                <a:cubicBezTo>
                  <a:pt x="1093486" y="123299"/>
                  <a:pt x="1099525" y="124465"/>
                  <a:pt x="1105305" y="124465"/>
                </a:cubicBezTo>
                <a:cubicBezTo>
                  <a:pt x="1112472" y="124465"/>
                  <a:pt x="1118078" y="123295"/>
                  <a:pt x="1122124" y="120955"/>
                </a:cubicBezTo>
                <a:cubicBezTo>
                  <a:pt x="1126170" y="118614"/>
                  <a:pt x="1128193" y="114926"/>
                  <a:pt x="1128193" y="109893"/>
                </a:cubicBezTo>
                <a:cubicBezTo>
                  <a:pt x="1128193" y="106051"/>
                  <a:pt x="1127095" y="103140"/>
                  <a:pt x="1124899" y="101161"/>
                </a:cubicBezTo>
                <a:cubicBezTo>
                  <a:pt x="1122702" y="99182"/>
                  <a:pt x="1118483" y="97493"/>
                  <a:pt x="1112241" y="96094"/>
                </a:cubicBezTo>
                <a:cubicBezTo>
                  <a:pt x="1109929" y="95571"/>
                  <a:pt x="1106909" y="94961"/>
                  <a:pt x="1103181" y="94261"/>
                </a:cubicBezTo>
                <a:cubicBezTo>
                  <a:pt x="1099453" y="93562"/>
                  <a:pt x="1096058" y="92805"/>
                  <a:pt x="1092994" y="91992"/>
                </a:cubicBezTo>
                <a:cubicBezTo>
                  <a:pt x="1084498" y="89721"/>
                  <a:pt x="1078473" y="86388"/>
                  <a:pt x="1074918" y="81992"/>
                </a:cubicBezTo>
                <a:cubicBezTo>
                  <a:pt x="1071364" y="77596"/>
                  <a:pt x="1069586" y="72196"/>
                  <a:pt x="1069586" y="65792"/>
                </a:cubicBezTo>
                <a:cubicBezTo>
                  <a:pt x="1069586" y="61775"/>
                  <a:pt x="1070410" y="57991"/>
                  <a:pt x="1072057" y="54440"/>
                </a:cubicBezTo>
                <a:cubicBezTo>
                  <a:pt x="1073704" y="50887"/>
                  <a:pt x="1076204" y="47713"/>
                  <a:pt x="1079556" y="44918"/>
                </a:cubicBezTo>
                <a:cubicBezTo>
                  <a:pt x="1082793" y="42183"/>
                  <a:pt x="1086911" y="40015"/>
                  <a:pt x="1091911" y="38415"/>
                </a:cubicBezTo>
                <a:cubicBezTo>
                  <a:pt x="1096910" y="36812"/>
                  <a:pt x="1102502" y="36011"/>
                  <a:pt x="1108686" y="36011"/>
                </a:cubicBezTo>
                <a:cubicBezTo>
                  <a:pt x="1114466" y="36011"/>
                  <a:pt x="1120318" y="36722"/>
                  <a:pt x="1126242" y="38144"/>
                </a:cubicBezTo>
                <a:cubicBezTo>
                  <a:pt x="1132167" y="39566"/>
                  <a:pt x="1137094" y="41295"/>
                  <a:pt x="1141024" y="43329"/>
                </a:cubicBezTo>
                <a:lnTo>
                  <a:pt x="1141024" y="60834"/>
                </a:lnTo>
                <a:lnTo>
                  <a:pt x="1140157" y="60834"/>
                </a:lnTo>
                <a:cubicBezTo>
                  <a:pt x="1135996" y="57746"/>
                  <a:pt x="1130938" y="55138"/>
                  <a:pt x="1124985" y="53011"/>
                </a:cubicBezTo>
                <a:cubicBezTo>
                  <a:pt x="1119032" y="50885"/>
                  <a:pt x="1113195" y="49821"/>
                  <a:pt x="1107473" y="49821"/>
                </a:cubicBezTo>
                <a:cubicBezTo>
                  <a:pt x="1101519" y="49821"/>
                  <a:pt x="1096491" y="50977"/>
                  <a:pt x="1092387" y="53290"/>
                </a:cubicBezTo>
                <a:cubicBezTo>
                  <a:pt x="1088284" y="55603"/>
                  <a:pt x="1086232" y="59041"/>
                  <a:pt x="1086232" y="63607"/>
                </a:cubicBezTo>
                <a:cubicBezTo>
                  <a:pt x="1086232" y="67624"/>
                  <a:pt x="1087475" y="70651"/>
                  <a:pt x="1089960" y="72689"/>
                </a:cubicBezTo>
                <a:cubicBezTo>
                  <a:pt x="1092387" y="74726"/>
                  <a:pt x="1096318" y="76386"/>
                  <a:pt x="1101751" y="77668"/>
                </a:cubicBezTo>
                <a:cubicBezTo>
                  <a:pt x="1104756" y="78367"/>
                  <a:pt x="1108123" y="79066"/>
                  <a:pt x="1111851" y="79766"/>
                </a:cubicBezTo>
                <a:cubicBezTo>
                  <a:pt x="1115579" y="80463"/>
                  <a:pt x="1118685" y="81103"/>
                  <a:pt x="1121171" y="81686"/>
                </a:cubicBezTo>
                <a:cubicBezTo>
                  <a:pt x="1128742" y="83432"/>
                  <a:pt x="1134580" y="86430"/>
                  <a:pt x="1138683" y="90680"/>
                </a:cubicBezTo>
                <a:cubicBezTo>
                  <a:pt x="1142787" y="94989"/>
                  <a:pt x="1144839" y="100695"/>
                  <a:pt x="1144839" y="107798"/>
                </a:cubicBezTo>
                <a:close/>
                <a:moveTo>
                  <a:pt x="1248264" y="136003"/>
                </a:moveTo>
                <a:lnTo>
                  <a:pt x="1231965" y="136003"/>
                </a:lnTo>
                <a:lnTo>
                  <a:pt x="1231965" y="125227"/>
                </a:lnTo>
                <a:cubicBezTo>
                  <a:pt x="1226475" y="129605"/>
                  <a:pt x="1221215" y="132962"/>
                  <a:pt x="1216187" y="135298"/>
                </a:cubicBezTo>
                <a:cubicBezTo>
                  <a:pt x="1211158" y="137633"/>
                  <a:pt x="1205610" y="138800"/>
                  <a:pt x="1199541" y="138800"/>
                </a:cubicBezTo>
                <a:cubicBezTo>
                  <a:pt x="1189369" y="138800"/>
                  <a:pt x="1181450" y="135662"/>
                  <a:pt x="1175786" y="129387"/>
                </a:cubicBezTo>
                <a:cubicBezTo>
                  <a:pt x="1170122" y="123112"/>
                  <a:pt x="1167290" y="113904"/>
                  <a:pt x="1167290" y="101762"/>
                </a:cubicBezTo>
                <a:lnTo>
                  <a:pt x="1167290" y="38284"/>
                </a:lnTo>
                <a:lnTo>
                  <a:pt x="1183589" y="38284"/>
                </a:lnTo>
                <a:lnTo>
                  <a:pt x="1183589" y="93931"/>
                </a:lnTo>
                <a:cubicBezTo>
                  <a:pt x="1183589" y="98889"/>
                  <a:pt x="1183820" y="103133"/>
                  <a:pt x="1184282" y="106662"/>
                </a:cubicBezTo>
                <a:cubicBezTo>
                  <a:pt x="1184745" y="110191"/>
                  <a:pt x="1185727" y="113209"/>
                  <a:pt x="1187230" y="115717"/>
                </a:cubicBezTo>
                <a:cubicBezTo>
                  <a:pt x="1188791" y="118284"/>
                  <a:pt x="1190813" y="120152"/>
                  <a:pt x="1193299" y="121319"/>
                </a:cubicBezTo>
                <a:cubicBezTo>
                  <a:pt x="1195784" y="122484"/>
                  <a:pt x="1199396" y="123067"/>
                  <a:pt x="1204136" y="123067"/>
                </a:cubicBezTo>
                <a:cubicBezTo>
                  <a:pt x="1208355" y="123067"/>
                  <a:pt x="1212964" y="121959"/>
                  <a:pt x="1217964" y="119743"/>
                </a:cubicBezTo>
                <a:cubicBezTo>
                  <a:pt x="1222963" y="117525"/>
                  <a:pt x="1227631" y="114696"/>
                  <a:pt x="1231965" y="111256"/>
                </a:cubicBezTo>
                <a:lnTo>
                  <a:pt x="1231965" y="38284"/>
                </a:lnTo>
                <a:lnTo>
                  <a:pt x="1248264" y="38284"/>
                </a:lnTo>
                <a:lnTo>
                  <a:pt x="1248264" y="136003"/>
                </a:lnTo>
                <a:close/>
                <a:moveTo>
                  <a:pt x="1340625" y="56114"/>
                </a:moveTo>
                <a:lnTo>
                  <a:pt x="1339758" y="56114"/>
                </a:lnTo>
                <a:cubicBezTo>
                  <a:pt x="1337331" y="55563"/>
                  <a:pt x="1334975" y="55163"/>
                  <a:pt x="1332692" y="54915"/>
                </a:cubicBezTo>
                <a:cubicBezTo>
                  <a:pt x="1330409" y="54666"/>
                  <a:pt x="1327707" y="54541"/>
                  <a:pt x="1324586" y="54541"/>
                </a:cubicBezTo>
                <a:cubicBezTo>
                  <a:pt x="1319558" y="54541"/>
                  <a:pt x="1314703" y="55665"/>
                  <a:pt x="1310021" y="57912"/>
                </a:cubicBezTo>
                <a:cubicBezTo>
                  <a:pt x="1305340" y="60157"/>
                  <a:pt x="1300831" y="63058"/>
                  <a:pt x="1296497" y="66617"/>
                </a:cubicBezTo>
                <a:lnTo>
                  <a:pt x="1296497" y="136003"/>
                </a:lnTo>
                <a:lnTo>
                  <a:pt x="1280198" y="136003"/>
                </a:lnTo>
                <a:lnTo>
                  <a:pt x="1280198" y="38284"/>
                </a:lnTo>
                <a:lnTo>
                  <a:pt x="1296497" y="38284"/>
                </a:lnTo>
                <a:lnTo>
                  <a:pt x="1296497" y="52719"/>
                </a:lnTo>
                <a:cubicBezTo>
                  <a:pt x="1302970" y="47469"/>
                  <a:pt x="1308677" y="43751"/>
                  <a:pt x="1313619" y="41564"/>
                </a:cubicBezTo>
                <a:cubicBezTo>
                  <a:pt x="1318561" y="39377"/>
                  <a:pt x="1323604" y="38284"/>
                  <a:pt x="1328748" y="38284"/>
                </a:cubicBezTo>
                <a:cubicBezTo>
                  <a:pt x="1331580" y="38284"/>
                  <a:pt x="1333632" y="38356"/>
                  <a:pt x="1334903" y="38502"/>
                </a:cubicBezTo>
                <a:cubicBezTo>
                  <a:pt x="1336175" y="38646"/>
                  <a:pt x="1338082" y="38921"/>
                  <a:pt x="1340625" y="39327"/>
                </a:cubicBezTo>
                <a:lnTo>
                  <a:pt x="1340625" y="56114"/>
                </a:lnTo>
                <a:close/>
                <a:moveTo>
                  <a:pt x="1436897" y="88804"/>
                </a:moveTo>
                <a:lnTo>
                  <a:pt x="1365546" y="88804"/>
                </a:lnTo>
                <a:cubicBezTo>
                  <a:pt x="1365546" y="94820"/>
                  <a:pt x="1366442" y="100063"/>
                  <a:pt x="1368233" y="104531"/>
                </a:cubicBezTo>
                <a:cubicBezTo>
                  <a:pt x="1370025" y="109000"/>
                  <a:pt x="1372481" y="112666"/>
                  <a:pt x="1375603" y="115528"/>
                </a:cubicBezTo>
                <a:cubicBezTo>
                  <a:pt x="1378608" y="118332"/>
                  <a:pt x="1382177" y="120436"/>
                  <a:pt x="1386310" y="121838"/>
                </a:cubicBezTo>
                <a:cubicBezTo>
                  <a:pt x="1390442" y="123240"/>
                  <a:pt x="1394994" y="123941"/>
                  <a:pt x="1399964" y="123941"/>
                </a:cubicBezTo>
                <a:cubicBezTo>
                  <a:pt x="1406553" y="123941"/>
                  <a:pt x="1413185" y="122605"/>
                  <a:pt x="1419861" y="119934"/>
                </a:cubicBezTo>
                <a:cubicBezTo>
                  <a:pt x="1426537" y="117263"/>
                  <a:pt x="1431290" y="114636"/>
                  <a:pt x="1434123" y="112054"/>
                </a:cubicBezTo>
                <a:lnTo>
                  <a:pt x="1434990" y="112054"/>
                </a:lnTo>
                <a:lnTo>
                  <a:pt x="1434990" y="130032"/>
                </a:lnTo>
                <a:cubicBezTo>
                  <a:pt x="1429499" y="132370"/>
                  <a:pt x="1423892" y="134329"/>
                  <a:pt x="1418170" y="135907"/>
                </a:cubicBezTo>
                <a:cubicBezTo>
                  <a:pt x="1412448" y="137486"/>
                  <a:pt x="1406438" y="138275"/>
                  <a:pt x="1400138" y="138275"/>
                </a:cubicBezTo>
                <a:cubicBezTo>
                  <a:pt x="1384070" y="138275"/>
                  <a:pt x="1371528" y="133883"/>
                  <a:pt x="1362511" y="125099"/>
                </a:cubicBezTo>
                <a:cubicBezTo>
                  <a:pt x="1353495" y="116315"/>
                  <a:pt x="1348987" y="103838"/>
                  <a:pt x="1348987" y="87668"/>
                </a:cubicBezTo>
                <a:cubicBezTo>
                  <a:pt x="1348987" y="71676"/>
                  <a:pt x="1353307" y="58981"/>
                  <a:pt x="1361948" y="49583"/>
                </a:cubicBezTo>
                <a:cubicBezTo>
                  <a:pt x="1370589" y="40186"/>
                  <a:pt x="1381960" y="35487"/>
                  <a:pt x="1396063" y="35487"/>
                </a:cubicBezTo>
                <a:cubicBezTo>
                  <a:pt x="1409125" y="35487"/>
                  <a:pt x="1419196" y="39339"/>
                  <a:pt x="1426277" y="47043"/>
                </a:cubicBezTo>
                <a:cubicBezTo>
                  <a:pt x="1433357" y="54748"/>
                  <a:pt x="1436897" y="65692"/>
                  <a:pt x="1436897" y="79875"/>
                </a:cubicBezTo>
                <a:lnTo>
                  <a:pt x="1436897" y="88804"/>
                </a:lnTo>
                <a:moveTo>
                  <a:pt x="1421031" y="76218"/>
                </a:moveTo>
                <a:cubicBezTo>
                  <a:pt x="1420974" y="67594"/>
                  <a:pt x="1418821" y="60922"/>
                  <a:pt x="1414573" y="56202"/>
                </a:cubicBezTo>
                <a:cubicBezTo>
                  <a:pt x="1410324" y="51482"/>
                  <a:pt x="1403866" y="49122"/>
                  <a:pt x="1395196" y="49122"/>
                </a:cubicBezTo>
                <a:cubicBezTo>
                  <a:pt x="1386468" y="49122"/>
                  <a:pt x="1379518" y="51715"/>
                  <a:pt x="1374345" y="56901"/>
                </a:cubicBezTo>
                <a:cubicBezTo>
                  <a:pt x="1369173" y="62087"/>
                  <a:pt x="1366239" y="68526"/>
                  <a:pt x="1365546" y="76218"/>
                </a:cubicBezTo>
                <a:lnTo>
                  <a:pt x="1421031" y="76218"/>
                </a:lnTo>
                <a:close/>
                <a:moveTo>
                  <a:pt x="1602795" y="136003"/>
                </a:moveTo>
                <a:lnTo>
                  <a:pt x="1586497" y="136003"/>
                </a:lnTo>
                <a:lnTo>
                  <a:pt x="1586497" y="80356"/>
                </a:lnTo>
                <a:cubicBezTo>
                  <a:pt x="1586497" y="76157"/>
                  <a:pt x="1586309" y="72103"/>
                  <a:pt x="1585933" y="68195"/>
                </a:cubicBezTo>
                <a:cubicBezTo>
                  <a:pt x="1585557" y="64286"/>
                  <a:pt x="1584763" y="61165"/>
                  <a:pt x="1583549" y="58832"/>
                </a:cubicBezTo>
                <a:cubicBezTo>
                  <a:pt x="1582220" y="56323"/>
                  <a:pt x="1580312" y="54427"/>
                  <a:pt x="1577827" y="53145"/>
                </a:cubicBezTo>
                <a:cubicBezTo>
                  <a:pt x="1575342" y="51861"/>
                  <a:pt x="1571758" y="51220"/>
                  <a:pt x="1567077" y="51220"/>
                </a:cubicBezTo>
                <a:cubicBezTo>
                  <a:pt x="1562511" y="51220"/>
                  <a:pt x="1557945" y="52372"/>
                  <a:pt x="1553379" y="54678"/>
                </a:cubicBezTo>
                <a:cubicBezTo>
                  <a:pt x="1548813" y="56981"/>
                  <a:pt x="1544247" y="59912"/>
                  <a:pt x="1539680" y="63470"/>
                </a:cubicBezTo>
                <a:cubicBezTo>
                  <a:pt x="1539854" y="64810"/>
                  <a:pt x="1539998" y="66370"/>
                  <a:pt x="1540114" y="68149"/>
                </a:cubicBezTo>
                <a:cubicBezTo>
                  <a:pt x="1540230" y="69928"/>
                  <a:pt x="1540287" y="71692"/>
                  <a:pt x="1540287" y="73442"/>
                </a:cubicBezTo>
                <a:lnTo>
                  <a:pt x="1540287" y="136003"/>
                </a:lnTo>
                <a:lnTo>
                  <a:pt x="1523988" y="136003"/>
                </a:lnTo>
                <a:lnTo>
                  <a:pt x="1523988" y="80356"/>
                </a:lnTo>
                <a:cubicBezTo>
                  <a:pt x="1523988" y="76040"/>
                  <a:pt x="1523801" y="71943"/>
                  <a:pt x="1523425" y="68064"/>
                </a:cubicBezTo>
                <a:cubicBezTo>
                  <a:pt x="1523049" y="64184"/>
                  <a:pt x="1522255" y="61077"/>
                  <a:pt x="1521041" y="58745"/>
                </a:cubicBezTo>
                <a:cubicBezTo>
                  <a:pt x="1519711" y="56235"/>
                  <a:pt x="1517804" y="54354"/>
                  <a:pt x="1515319" y="53102"/>
                </a:cubicBezTo>
                <a:cubicBezTo>
                  <a:pt x="1512834" y="51847"/>
                  <a:pt x="1509250" y="51220"/>
                  <a:pt x="1504568" y="51220"/>
                </a:cubicBezTo>
                <a:cubicBezTo>
                  <a:pt x="1500118" y="51220"/>
                  <a:pt x="1495653" y="52329"/>
                  <a:pt x="1491174" y="54546"/>
                </a:cubicBezTo>
                <a:cubicBezTo>
                  <a:pt x="1486695" y="56763"/>
                  <a:pt x="1482230" y="59590"/>
                  <a:pt x="1477779" y="63030"/>
                </a:cubicBezTo>
                <a:lnTo>
                  <a:pt x="1477779" y="136003"/>
                </a:lnTo>
                <a:lnTo>
                  <a:pt x="1461480" y="136003"/>
                </a:lnTo>
                <a:lnTo>
                  <a:pt x="1461480" y="38284"/>
                </a:lnTo>
                <a:lnTo>
                  <a:pt x="1477779" y="38284"/>
                </a:lnTo>
                <a:lnTo>
                  <a:pt x="1477779" y="49133"/>
                </a:lnTo>
                <a:cubicBezTo>
                  <a:pt x="1482865" y="44848"/>
                  <a:pt x="1487937" y="41503"/>
                  <a:pt x="1492995" y="39098"/>
                </a:cubicBezTo>
                <a:cubicBezTo>
                  <a:pt x="1498052" y="36690"/>
                  <a:pt x="1503441" y="35487"/>
                  <a:pt x="1509163" y="35487"/>
                </a:cubicBezTo>
                <a:cubicBezTo>
                  <a:pt x="1515752" y="35487"/>
                  <a:pt x="1521344" y="36894"/>
                  <a:pt x="1525939" y="39709"/>
                </a:cubicBezTo>
                <a:cubicBezTo>
                  <a:pt x="1530534" y="42523"/>
                  <a:pt x="1533959" y="46421"/>
                  <a:pt x="1536213" y="51405"/>
                </a:cubicBezTo>
                <a:cubicBezTo>
                  <a:pt x="1542802" y="45777"/>
                  <a:pt x="1548813" y="41717"/>
                  <a:pt x="1554245" y="39226"/>
                </a:cubicBezTo>
                <a:cubicBezTo>
                  <a:pt x="1559678" y="36733"/>
                  <a:pt x="1565487" y="35487"/>
                  <a:pt x="1571671" y="35487"/>
                </a:cubicBezTo>
                <a:cubicBezTo>
                  <a:pt x="1582306" y="35487"/>
                  <a:pt x="1590152" y="38741"/>
                  <a:pt x="1595210" y="45249"/>
                </a:cubicBezTo>
                <a:cubicBezTo>
                  <a:pt x="1600267" y="51757"/>
                  <a:pt x="1602795" y="60849"/>
                  <a:pt x="1602795" y="72525"/>
                </a:cubicBezTo>
                <a:lnTo>
                  <a:pt x="1602795" y="136003"/>
                </a:lnTo>
                <a:close/>
                <a:moveTo>
                  <a:pt x="1715124" y="88804"/>
                </a:moveTo>
                <a:lnTo>
                  <a:pt x="1643773" y="88804"/>
                </a:lnTo>
                <a:cubicBezTo>
                  <a:pt x="1643773" y="94820"/>
                  <a:pt x="1644669" y="100063"/>
                  <a:pt x="1646461" y="104531"/>
                </a:cubicBezTo>
                <a:cubicBezTo>
                  <a:pt x="1648253" y="109000"/>
                  <a:pt x="1650709" y="112666"/>
                  <a:pt x="1653830" y="115528"/>
                </a:cubicBezTo>
                <a:cubicBezTo>
                  <a:pt x="1656836" y="118332"/>
                  <a:pt x="1660405" y="120436"/>
                  <a:pt x="1664537" y="121838"/>
                </a:cubicBezTo>
                <a:cubicBezTo>
                  <a:pt x="1668670" y="123240"/>
                  <a:pt x="1673221" y="123941"/>
                  <a:pt x="1678192" y="123941"/>
                </a:cubicBezTo>
                <a:cubicBezTo>
                  <a:pt x="1684781" y="123941"/>
                  <a:pt x="1691413" y="122605"/>
                  <a:pt x="1698089" y="119934"/>
                </a:cubicBezTo>
                <a:cubicBezTo>
                  <a:pt x="1704764" y="117263"/>
                  <a:pt x="1709518" y="114636"/>
                  <a:pt x="1712350" y="112054"/>
                </a:cubicBezTo>
                <a:lnTo>
                  <a:pt x="1713217" y="112054"/>
                </a:lnTo>
                <a:lnTo>
                  <a:pt x="1713217" y="130032"/>
                </a:lnTo>
                <a:cubicBezTo>
                  <a:pt x="1707726" y="132370"/>
                  <a:pt x="1702120" y="134329"/>
                  <a:pt x="1696398" y="135907"/>
                </a:cubicBezTo>
                <a:cubicBezTo>
                  <a:pt x="1690676" y="137486"/>
                  <a:pt x="1684665" y="138275"/>
                  <a:pt x="1678365" y="138275"/>
                </a:cubicBezTo>
                <a:cubicBezTo>
                  <a:pt x="1662297" y="138275"/>
                  <a:pt x="1649755" y="133883"/>
                  <a:pt x="1640739" y="125099"/>
                </a:cubicBezTo>
                <a:cubicBezTo>
                  <a:pt x="1631723" y="116315"/>
                  <a:pt x="1627214" y="103838"/>
                  <a:pt x="1627214" y="87668"/>
                </a:cubicBezTo>
                <a:cubicBezTo>
                  <a:pt x="1627214" y="71676"/>
                  <a:pt x="1631535" y="58981"/>
                  <a:pt x="1640175" y="49583"/>
                </a:cubicBezTo>
                <a:cubicBezTo>
                  <a:pt x="1648816" y="40186"/>
                  <a:pt x="1660188" y="35487"/>
                  <a:pt x="1674290" y="35487"/>
                </a:cubicBezTo>
                <a:cubicBezTo>
                  <a:pt x="1687353" y="35487"/>
                  <a:pt x="1697424" y="39339"/>
                  <a:pt x="1704504" y="47043"/>
                </a:cubicBezTo>
                <a:cubicBezTo>
                  <a:pt x="1711584" y="54748"/>
                  <a:pt x="1715124" y="65692"/>
                  <a:pt x="1715124" y="79875"/>
                </a:cubicBezTo>
                <a:lnTo>
                  <a:pt x="1715124" y="88804"/>
                </a:lnTo>
                <a:moveTo>
                  <a:pt x="1699259" y="76218"/>
                </a:moveTo>
                <a:cubicBezTo>
                  <a:pt x="1699201" y="67594"/>
                  <a:pt x="1697048" y="60922"/>
                  <a:pt x="1692800" y="56202"/>
                </a:cubicBezTo>
                <a:cubicBezTo>
                  <a:pt x="1688552" y="51482"/>
                  <a:pt x="1682093" y="49122"/>
                  <a:pt x="1673424" y="49122"/>
                </a:cubicBezTo>
                <a:cubicBezTo>
                  <a:pt x="1664696" y="49122"/>
                  <a:pt x="1657746" y="51715"/>
                  <a:pt x="1652573" y="56901"/>
                </a:cubicBezTo>
                <a:cubicBezTo>
                  <a:pt x="1647400" y="62087"/>
                  <a:pt x="1644467" y="68526"/>
                  <a:pt x="1643773" y="76218"/>
                </a:cubicBezTo>
                <a:lnTo>
                  <a:pt x="1699259" y="76218"/>
                </a:lnTo>
                <a:close/>
                <a:moveTo>
                  <a:pt x="1820682" y="136003"/>
                </a:moveTo>
                <a:lnTo>
                  <a:pt x="1804383" y="136003"/>
                </a:lnTo>
                <a:lnTo>
                  <a:pt x="1804383" y="80356"/>
                </a:lnTo>
                <a:cubicBezTo>
                  <a:pt x="1804383" y="75863"/>
                  <a:pt x="1804123" y="71649"/>
                  <a:pt x="1803603" y="67712"/>
                </a:cubicBezTo>
                <a:cubicBezTo>
                  <a:pt x="1803083" y="63775"/>
                  <a:pt x="1802129" y="60699"/>
                  <a:pt x="1800742" y="58482"/>
                </a:cubicBezTo>
                <a:cubicBezTo>
                  <a:pt x="1799297" y="56031"/>
                  <a:pt x="1797217" y="54209"/>
                  <a:pt x="1794500" y="53014"/>
                </a:cubicBezTo>
                <a:cubicBezTo>
                  <a:pt x="1791784" y="51818"/>
                  <a:pt x="1788258" y="51220"/>
                  <a:pt x="1783923" y="51220"/>
                </a:cubicBezTo>
                <a:cubicBezTo>
                  <a:pt x="1779473" y="51220"/>
                  <a:pt x="1774820" y="52329"/>
                  <a:pt x="1769965" y="54546"/>
                </a:cubicBezTo>
                <a:cubicBezTo>
                  <a:pt x="1765110" y="56763"/>
                  <a:pt x="1760457" y="59590"/>
                  <a:pt x="1756007" y="63030"/>
                </a:cubicBezTo>
                <a:lnTo>
                  <a:pt x="1756007" y="136003"/>
                </a:lnTo>
                <a:lnTo>
                  <a:pt x="1739708" y="136003"/>
                </a:lnTo>
                <a:lnTo>
                  <a:pt x="1739708" y="38284"/>
                </a:lnTo>
                <a:lnTo>
                  <a:pt x="1756007" y="38284"/>
                </a:lnTo>
                <a:lnTo>
                  <a:pt x="1756007" y="49059"/>
                </a:lnTo>
                <a:cubicBezTo>
                  <a:pt x="1761093" y="44798"/>
                  <a:pt x="1766353" y="41471"/>
                  <a:pt x="1771786" y="39078"/>
                </a:cubicBezTo>
                <a:cubicBezTo>
                  <a:pt x="1777219" y="36684"/>
                  <a:pt x="1782796" y="35487"/>
                  <a:pt x="1788518" y="35487"/>
                </a:cubicBezTo>
                <a:cubicBezTo>
                  <a:pt x="1798979" y="35487"/>
                  <a:pt x="1806955" y="38668"/>
                  <a:pt x="1812446" y="45030"/>
                </a:cubicBezTo>
                <a:cubicBezTo>
                  <a:pt x="1817937" y="51393"/>
                  <a:pt x="1820682" y="60557"/>
                  <a:pt x="1820682" y="72525"/>
                </a:cubicBezTo>
                <a:lnTo>
                  <a:pt x="1820682" y="136003"/>
                </a:lnTo>
                <a:close/>
                <a:moveTo>
                  <a:pt x="1902206" y="135142"/>
                </a:moveTo>
                <a:cubicBezTo>
                  <a:pt x="1899143" y="135955"/>
                  <a:pt x="1895805" y="136621"/>
                  <a:pt x="1892193" y="137142"/>
                </a:cubicBezTo>
                <a:cubicBezTo>
                  <a:pt x="1888580" y="137664"/>
                  <a:pt x="1885358" y="137926"/>
                  <a:pt x="1882526" y="137926"/>
                </a:cubicBezTo>
                <a:cubicBezTo>
                  <a:pt x="1872643" y="137926"/>
                  <a:pt x="1865129" y="135243"/>
                  <a:pt x="1859985" y="129876"/>
                </a:cubicBezTo>
                <a:cubicBezTo>
                  <a:pt x="1854841" y="124510"/>
                  <a:pt x="1852269" y="115906"/>
                  <a:pt x="1852269" y="104064"/>
                </a:cubicBezTo>
                <a:lnTo>
                  <a:pt x="1852269" y="52094"/>
                </a:lnTo>
                <a:lnTo>
                  <a:pt x="1841259" y="52094"/>
                </a:lnTo>
                <a:lnTo>
                  <a:pt x="1841259" y="38284"/>
                </a:lnTo>
                <a:lnTo>
                  <a:pt x="1852269" y="38284"/>
                </a:lnTo>
                <a:lnTo>
                  <a:pt x="1852269" y="10139"/>
                </a:lnTo>
                <a:lnTo>
                  <a:pt x="1868568" y="10139"/>
                </a:lnTo>
                <a:lnTo>
                  <a:pt x="1868568" y="38284"/>
                </a:lnTo>
                <a:lnTo>
                  <a:pt x="1902206" y="38284"/>
                </a:lnTo>
                <a:lnTo>
                  <a:pt x="1902206" y="52094"/>
                </a:lnTo>
                <a:lnTo>
                  <a:pt x="1868568" y="52094"/>
                </a:lnTo>
                <a:lnTo>
                  <a:pt x="1868568" y="96692"/>
                </a:lnTo>
                <a:cubicBezTo>
                  <a:pt x="1868568" y="101833"/>
                  <a:pt x="1868684" y="105849"/>
                  <a:pt x="1868915" y="108741"/>
                </a:cubicBezTo>
                <a:cubicBezTo>
                  <a:pt x="1869146" y="111632"/>
                  <a:pt x="1869955" y="114334"/>
                  <a:pt x="1871342" y="116845"/>
                </a:cubicBezTo>
                <a:cubicBezTo>
                  <a:pt x="1872614" y="119181"/>
                  <a:pt x="1874362" y="120890"/>
                  <a:pt x="1876587" y="121972"/>
                </a:cubicBezTo>
                <a:cubicBezTo>
                  <a:pt x="1878813" y="123051"/>
                  <a:pt x="1882208" y="123591"/>
                  <a:pt x="1886774" y="123591"/>
                </a:cubicBezTo>
                <a:cubicBezTo>
                  <a:pt x="1889433" y="123591"/>
                  <a:pt x="1892207" y="123198"/>
                  <a:pt x="1895097" y="122411"/>
                </a:cubicBezTo>
                <a:cubicBezTo>
                  <a:pt x="1897987" y="121625"/>
                  <a:pt x="1900068" y="120969"/>
                  <a:pt x="1901339" y="120445"/>
                </a:cubicBezTo>
                <a:lnTo>
                  <a:pt x="1902206" y="120445"/>
                </a:lnTo>
                <a:lnTo>
                  <a:pt x="1902206" y="135142"/>
                </a:lnTo>
                <a:close/>
                <a:moveTo>
                  <a:pt x="1991062" y="107798"/>
                </a:moveTo>
                <a:cubicBezTo>
                  <a:pt x="1991062" y="116706"/>
                  <a:pt x="1987407" y="124013"/>
                  <a:pt x="1980095" y="129718"/>
                </a:cubicBezTo>
                <a:cubicBezTo>
                  <a:pt x="1972784" y="135423"/>
                  <a:pt x="1962799" y="138275"/>
                  <a:pt x="1950142" y="138275"/>
                </a:cubicBezTo>
                <a:cubicBezTo>
                  <a:pt x="1942975" y="138275"/>
                  <a:pt x="1936400" y="137413"/>
                  <a:pt x="1930418" y="135689"/>
                </a:cubicBezTo>
                <a:cubicBezTo>
                  <a:pt x="1924436" y="133964"/>
                  <a:pt x="1919422" y="132079"/>
                  <a:pt x="1915377" y="130032"/>
                </a:cubicBezTo>
                <a:lnTo>
                  <a:pt x="1915377" y="111529"/>
                </a:lnTo>
                <a:lnTo>
                  <a:pt x="1916243" y="111529"/>
                </a:lnTo>
                <a:cubicBezTo>
                  <a:pt x="1921387" y="115486"/>
                  <a:pt x="1927109" y="118632"/>
                  <a:pt x="1933409" y="120966"/>
                </a:cubicBezTo>
                <a:cubicBezTo>
                  <a:pt x="1939709" y="123299"/>
                  <a:pt x="1945749" y="124465"/>
                  <a:pt x="1951529" y="124465"/>
                </a:cubicBezTo>
                <a:cubicBezTo>
                  <a:pt x="1958696" y="124465"/>
                  <a:pt x="1964302" y="123295"/>
                  <a:pt x="1968348" y="120955"/>
                </a:cubicBezTo>
                <a:cubicBezTo>
                  <a:pt x="1972394" y="118614"/>
                  <a:pt x="1974417" y="114926"/>
                  <a:pt x="1974417" y="109893"/>
                </a:cubicBezTo>
                <a:cubicBezTo>
                  <a:pt x="1974417" y="106051"/>
                  <a:pt x="1973319" y="103140"/>
                  <a:pt x="1971122" y="101161"/>
                </a:cubicBezTo>
                <a:cubicBezTo>
                  <a:pt x="1968926" y="99182"/>
                  <a:pt x="1964707" y="97493"/>
                  <a:pt x="1958465" y="96094"/>
                </a:cubicBezTo>
                <a:cubicBezTo>
                  <a:pt x="1956153" y="95571"/>
                  <a:pt x="1953133" y="94961"/>
                  <a:pt x="1949405" y="94261"/>
                </a:cubicBezTo>
                <a:cubicBezTo>
                  <a:pt x="1945677" y="93562"/>
                  <a:pt x="1942281" y="92805"/>
                  <a:pt x="1939218" y="91992"/>
                </a:cubicBezTo>
                <a:cubicBezTo>
                  <a:pt x="1930722" y="89721"/>
                  <a:pt x="1924696" y="86388"/>
                  <a:pt x="1921142" y="81992"/>
                </a:cubicBezTo>
                <a:cubicBezTo>
                  <a:pt x="1917587" y="77596"/>
                  <a:pt x="1915810" y="72196"/>
                  <a:pt x="1915810" y="65792"/>
                </a:cubicBezTo>
                <a:cubicBezTo>
                  <a:pt x="1915810" y="61775"/>
                  <a:pt x="1916634" y="57991"/>
                  <a:pt x="1918281" y="54440"/>
                </a:cubicBezTo>
                <a:cubicBezTo>
                  <a:pt x="1919928" y="50887"/>
                  <a:pt x="1922428" y="47713"/>
                  <a:pt x="1925780" y="44918"/>
                </a:cubicBezTo>
                <a:cubicBezTo>
                  <a:pt x="1929017" y="42183"/>
                  <a:pt x="1933135" y="40015"/>
                  <a:pt x="1938134" y="38415"/>
                </a:cubicBezTo>
                <a:cubicBezTo>
                  <a:pt x="1943134" y="36812"/>
                  <a:pt x="1948726" y="36011"/>
                  <a:pt x="1954910" y="36011"/>
                </a:cubicBezTo>
                <a:cubicBezTo>
                  <a:pt x="1960690" y="36011"/>
                  <a:pt x="1966542" y="36722"/>
                  <a:pt x="1972466" y="38144"/>
                </a:cubicBezTo>
                <a:cubicBezTo>
                  <a:pt x="1978390" y="39566"/>
                  <a:pt x="1983318" y="41295"/>
                  <a:pt x="1987248" y="43329"/>
                </a:cubicBezTo>
                <a:lnTo>
                  <a:pt x="1987248" y="60834"/>
                </a:lnTo>
                <a:lnTo>
                  <a:pt x="1986381" y="60834"/>
                </a:lnTo>
                <a:cubicBezTo>
                  <a:pt x="1982219" y="57746"/>
                  <a:pt x="1977162" y="55138"/>
                  <a:pt x="1971209" y="53011"/>
                </a:cubicBezTo>
                <a:cubicBezTo>
                  <a:pt x="1965256" y="50885"/>
                  <a:pt x="1959418" y="49821"/>
                  <a:pt x="1953696" y="49821"/>
                </a:cubicBezTo>
                <a:cubicBezTo>
                  <a:pt x="1947743" y="49821"/>
                  <a:pt x="1942715" y="50977"/>
                  <a:pt x="1938611" y="53290"/>
                </a:cubicBezTo>
                <a:cubicBezTo>
                  <a:pt x="1934508" y="55603"/>
                  <a:pt x="1932456" y="59041"/>
                  <a:pt x="1932456" y="63607"/>
                </a:cubicBezTo>
                <a:cubicBezTo>
                  <a:pt x="1932456" y="67624"/>
                  <a:pt x="1933698" y="70651"/>
                  <a:pt x="1936184" y="72689"/>
                </a:cubicBezTo>
                <a:cubicBezTo>
                  <a:pt x="1938611" y="74726"/>
                  <a:pt x="1942541" y="76386"/>
                  <a:pt x="1947974" y="77668"/>
                </a:cubicBezTo>
                <a:cubicBezTo>
                  <a:pt x="1950980" y="78367"/>
                  <a:pt x="1954347" y="79066"/>
                  <a:pt x="1958075" y="79766"/>
                </a:cubicBezTo>
                <a:cubicBezTo>
                  <a:pt x="1961802" y="80463"/>
                  <a:pt x="1964909" y="81103"/>
                  <a:pt x="1967394" y="81686"/>
                </a:cubicBezTo>
                <a:cubicBezTo>
                  <a:pt x="1974966" y="83432"/>
                  <a:pt x="1980803" y="86430"/>
                  <a:pt x="1984907" y="90680"/>
                </a:cubicBezTo>
                <a:cubicBezTo>
                  <a:pt x="1989011" y="94989"/>
                  <a:pt x="1991062" y="100695"/>
                  <a:pt x="1991062" y="1077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(Sec.5.1)">
            <a:extLst xmlns:a="http://schemas.openxmlformats.org/drawingml/2006/main">
              <a:ext uri="{FF2B5EF4-FFF2-40B4-BE49-F238E27FC236}">
                <a16:creationId xmlns:a16="http://schemas.microsoft.com/office/drawing/2014/main" id="{8B1485B6-1B26-4172-B2C4-5DAB8387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319" y="604716"/>
            <a:ext cx="865815" cy="172014"/>
          </a:xfrm>
          <a:custGeom xmlns:a="http://schemas.openxmlformats.org/drawingml/2006/main">
            <a:pathLst>
              <a:path w="865815" h="172014">
                <a:moveTo>
                  <a:pt x="52191" y="172014"/>
                </a:moveTo>
                <a:lnTo>
                  <a:pt x="32338" y="172014"/>
                </a:lnTo>
                <a:cubicBezTo>
                  <a:pt x="22108" y="160185"/>
                  <a:pt x="14160" y="147278"/>
                  <a:pt x="8496" y="133293"/>
                </a:cubicBezTo>
                <a:cubicBezTo>
                  <a:pt x="2832" y="119308"/>
                  <a:pt x="0" y="103546"/>
                  <a:pt x="0" y="86007"/>
                </a:cubicBezTo>
                <a:cubicBezTo>
                  <a:pt x="0" y="68468"/>
                  <a:pt x="2832" y="52705"/>
                  <a:pt x="8496" y="38721"/>
                </a:cubicBezTo>
                <a:cubicBezTo>
                  <a:pt x="14160" y="24736"/>
                  <a:pt x="22108" y="11829"/>
                  <a:pt x="32338" y="0"/>
                </a:cubicBezTo>
                <a:lnTo>
                  <a:pt x="52191" y="0"/>
                </a:lnTo>
                <a:lnTo>
                  <a:pt x="52191" y="874"/>
                </a:lnTo>
                <a:cubicBezTo>
                  <a:pt x="47510" y="5128"/>
                  <a:pt x="43045" y="10037"/>
                  <a:pt x="38797" y="15602"/>
                </a:cubicBezTo>
                <a:cubicBezTo>
                  <a:pt x="34549" y="21167"/>
                  <a:pt x="30604" y="27649"/>
                  <a:pt x="26963" y="35050"/>
                </a:cubicBezTo>
                <a:cubicBezTo>
                  <a:pt x="23495" y="42217"/>
                  <a:pt x="20677" y="50112"/>
                  <a:pt x="18510" y="58736"/>
                </a:cubicBezTo>
                <a:cubicBezTo>
                  <a:pt x="16342" y="67360"/>
                  <a:pt x="15259" y="76451"/>
                  <a:pt x="15259" y="86007"/>
                </a:cubicBezTo>
                <a:cubicBezTo>
                  <a:pt x="15259" y="95971"/>
                  <a:pt x="16313" y="105090"/>
                  <a:pt x="18423" y="113365"/>
                </a:cubicBezTo>
                <a:cubicBezTo>
                  <a:pt x="20533" y="121639"/>
                  <a:pt x="23379" y="129506"/>
                  <a:pt x="26963" y="136964"/>
                </a:cubicBezTo>
                <a:cubicBezTo>
                  <a:pt x="30430" y="144132"/>
                  <a:pt x="34390" y="150614"/>
                  <a:pt x="38840" y="156412"/>
                </a:cubicBezTo>
                <a:cubicBezTo>
                  <a:pt x="43290" y="162210"/>
                  <a:pt x="47741" y="167119"/>
                  <a:pt x="52191" y="171140"/>
                </a:cubicBezTo>
                <a:lnTo>
                  <a:pt x="52191" y="172014"/>
                </a:lnTo>
                <a:close/>
                <a:moveTo>
                  <a:pt x="176063" y="98918"/>
                </a:moveTo>
                <a:cubicBezTo>
                  <a:pt x="176063" y="103992"/>
                  <a:pt x="174892" y="109006"/>
                  <a:pt x="172551" y="113963"/>
                </a:cubicBezTo>
                <a:cubicBezTo>
                  <a:pt x="170211" y="118918"/>
                  <a:pt x="166930" y="123115"/>
                  <a:pt x="162711" y="126555"/>
                </a:cubicBezTo>
                <a:cubicBezTo>
                  <a:pt x="158087" y="130288"/>
                  <a:pt x="152698" y="133204"/>
                  <a:pt x="146542" y="135304"/>
                </a:cubicBezTo>
                <a:cubicBezTo>
                  <a:pt x="140387" y="137401"/>
                  <a:pt x="132974" y="138450"/>
                  <a:pt x="124305" y="138450"/>
                </a:cubicBezTo>
                <a:cubicBezTo>
                  <a:pt x="114999" y="138450"/>
                  <a:pt x="106633" y="137574"/>
                  <a:pt x="99206" y="135823"/>
                </a:cubicBezTo>
                <a:cubicBezTo>
                  <a:pt x="91779" y="134069"/>
                  <a:pt x="84222" y="131469"/>
                  <a:pt x="76535" y="128022"/>
                </a:cubicBezTo>
                <a:lnTo>
                  <a:pt x="76535" y="106285"/>
                </a:lnTo>
                <a:lnTo>
                  <a:pt x="77749" y="106285"/>
                </a:lnTo>
                <a:cubicBezTo>
                  <a:pt x="84280" y="111762"/>
                  <a:pt x="91823" y="115987"/>
                  <a:pt x="100377" y="118959"/>
                </a:cubicBezTo>
                <a:cubicBezTo>
                  <a:pt x="108931" y="121931"/>
                  <a:pt x="116964" y="123416"/>
                  <a:pt x="124478" y="123416"/>
                </a:cubicBezTo>
                <a:cubicBezTo>
                  <a:pt x="135113" y="123416"/>
                  <a:pt x="143392" y="121413"/>
                  <a:pt x="149317" y="117405"/>
                </a:cubicBezTo>
                <a:cubicBezTo>
                  <a:pt x="155241" y="113395"/>
                  <a:pt x="158203" y="108049"/>
                  <a:pt x="158203" y="101366"/>
                </a:cubicBezTo>
                <a:cubicBezTo>
                  <a:pt x="158203" y="95593"/>
                  <a:pt x="156801" y="91337"/>
                  <a:pt x="153998" y="88596"/>
                </a:cubicBezTo>
                <a:cubicBezTo>
                  <a:pt x="151195" y="85856"/>
                  <a:pt x="146933" y="83728"/>
                  <a:pt x="141211" y="82213"/>
                </a:cubicBezTo>
                <a:cubicBezTo>
                  <a:pt x="136876" y="81046"/>
                  <a:pt x="132180" y="80083"/>
                  <a:pt x="127122" y="79326"/>
                </a:cubicBezTo>
                <a:cubicBezTo>
                  <a:pt x="122065" y="78568"/>
                  <a:pt x="116704" y="77606"/>
                  <a:pt x="111040" y="76439"/>
                </a:cubicBezTo>
                <a:cubicBezTo>
                  <a:pt x="99596" y="73990"/>
                  <a:pt x="91115" y="69806"/>
                  <a:pt x="85595" y="63888"/>
                </a:cubicBezTo>
                <a:cubicBezTo>
                  <a:pt x="80075" y="57970"/>
                  <a:pt x="77315" y="50259"/>
                  <a:pt x="77315" y="40756"/>
                </a:cubicBezTo>
                <a:cubicBezTo>
                  <a:pt x="77315" y="29852"/>
                  <a:pt x="81881" y="20916"/>
                  <a:pt x="91013" y="13949"/>
                </a:cubicBezTo>
                <a:cubicBezTo>
                  <a:pt x="100145" y="6981"/>
                  <a:pt x="111734" y="3496"/>
                  <a:pt x="125779" y="3496"/>
                </a:cubicBezTo>
                <a:cubicBezTo>
                  <a:pt x="134853" y="3496"/>
                  <a:pt x="143176" y="4370"/>
                  <a:pt x="150747" y="6118"/>
                </a:cubicBezTo>
                <a:cubicBezTo>
                  <a:pt x="158319" y="7866"/>
                  <a:pt x="165023" y="10022"/>
                  <a:pt x="170861" y="12586"/>
                </a:cubicBezTo>
                <a:lnTo>
                  <a:pt x="170861" y="33039"/>
                </a:lnTo>
                <a:lnTo>
                  <a:pt x="169647" y="33039"/>
                </a:lnTo>
                <a:cubicBezTo>
                  <a:pt x="164734" y="28869"/>
                  <a:pt x="158275" y="25409"/>
                  <a:pt x="150270" y="22657"/>
                </a:cubicBezTo>
                <a:cubicBezTo>
                  <a:pt x="142265" y="19906"/>
                  <a:pt x="134073" y="18530"/>
                  <a:pt x="125692" y="18530"/>
                </a:cubicBezTo>
                <a:cubicBezTo>
                  <a:pt x="116502" y="18530"/>
                  <a:pt x="109118" y="20447"/>
                  <a:pt x="103541" y="24282"/>
                </a:cubicBezTo>
                <a:cubicBezTo>
                  <a:pt x="97964" y="28115"/>
                  <a:pt x="95175" y="33052"/>
                  <a:pt x="95175" y="39092"/>
                </a:cubicBezTo>
                <a:cubicBezTo>
                  <a:pt x="95175" y="44515"/>
                  <a:pt x="96562" y="48771"/>
                  <a:pt x="99336" y="51861"/>
                </a:cubicBezTo>
                <a:cubicBezTo>
                  <a:pt x="102110" y="54952"/>
                  <a:pt x="106994" y="57313"/>
                  <a:pt x="113988" y="58947"/>
                </a:cubicBezTo>
                <a:cubicBezTo>
                  <a:pt x="117687" y="59763"/>
                  <a:pt x="122947" y="60754"/>
                  <a:pt x="129767" y="61921"/>
                </a:cubicBezTo>
                <a:cubicBezTo>
                  <a:pt x="136587" y="63087"/>
                  <a:pt x="142367" y="64282"/>
                  <a:pt x="147106" y="65508"/>
                </a:cubicBezTo>
                <a:cubicBezTo>
                  <a:pt x="156700" y="68073"/>
                  <a:pt x="163925" y="71951"/>
                  <a:pt x="168780" y="77141"/>
                </a:cubicBezTo>
                <a:cubicBezTo>
                  <a:pt x="173635" y="82329"/>
                  <a:pt x="176063" y="89588"/>
                  <a:pt x="176063" y="98918"/>
                </a:cubicBezTo>
                <a:close/>
                <a:moveTo>
                  <a:pt x="283287" y="88804"/>
                </a:moveTo>
                <a:lnTo>
                  <a:pt x="211936" y="88804"/>
                </a:lnTo>
                <a:cubicBezTo>
                  <a:pt x="211936" y="94820"/>
                  <a:pt x="212832" y="100063"/>
                  <a:pt x="214623" y="104531"/>
                </a:cubicBezTo>
                <a:cubicBezTo>
                  <a:pt x="216415" y="109000"/>
                  <a:pt x="218871" y="112666"/>
                  <a:pt x="221993" y="115528"/>
                </a:cubicBezTo>
                <a:cubicBezTo>
                  <a:pt x="224998" y="118332"/>
                  <a:pt x="228567" y="120436"/>
                  <a:pt x="232700" y="121838"/>
                </a:cubicBezTo>
                <a:cubicBezTo>
                  <a:pt x="236832" y="123240"/>
                  <a:pt x="241384" y="123941"/>
                  <a:pt x="246354" y="123941"/>
                </a:cubicBezTo>
                <a:cubicBezTo>
                  <a:pt x="252943" y="123941"/>
                  <a:pt x="259575" y="122605"/>
                  <a:pt x="266251" y="119934"/>
                </a:cubicBezTo>
                <a:cubicBezTo>
                  <a:pt x="272927" y="117263"/>
                  <a:pt x="277680" y="114636"/>
                  <a:pt x="280513" y="112054"/>
                </a:cubicBezTo>
                <a:lnTo>
                  <a:pt x="281380" y="112054"/>
                </a:lnTo>
                <a:lnTo>
                  <a:pt x="281380" y="130032"/>
                </a:lnTo>
                <a:cubicBezTo>
                  <a:pt x="275889" y="132370"/>
                  <a:pt x="270282" y="134329"/>
                  <a:pt x="264560" y="135907"/>
                </a:cubicBezTo>
                <a:cubicBezTo>
                  <a:pt x="258838" y="137486"/>
                  <a:pt x="252828" y="138275"/>
                  <a:pt x="246528" y="138275"/>
                </a:cubicBezTo>
                <a:cubicBezTo>
                  <a:pt x="230460" y="138275"/>
                  <a:pt x="217918" y="133883"/>
                  <a:pt x="208901" y="125099"/>
                </a:cubicBezTo>
                <a:cubicBezTo>
                  <a:pt x="199885" y="116315"/>
                  <a:pt x="195377" y="103838"/>
                  <a:pt x="195377" y="87668"/>
                </a:cubicBezTo>
                <a:cubicBezTo>
                  <a:pt x="195377" y="71676"/>
                  <a:pt x="199697" y="58981"/>
                  <a:pt x="208338" y="49583"/>
                </a:cubicBezTo>
                <a:cubicBezTo>
                  <a:pt x="216979" y="40186"/>
                  <a:pt x="228350" y="35487"/>
                  <a:pt x="242453" y="35487"/>
                </a:cubicBezTo>
                <a:cubicBezTo>
                  <a:pt x="255515" y="35487"/>
                  <a:pt x="265586" y="39339"/>
                  <a:pt x="272667" y="47043"/>
                </a:cubicBezTo>
                <a:cubicBezTo>
                  <a:pt x="279747" y="54748"/>
                  <a:pt x="283287" y="65692"/>
                  <a:pt x="283287" y="79875"/>
                </a:cubicBezTo>
                <a:lnTo>
                  <a:pt x="283287" y="88804"/>
                </a:lnTo>
                <a:moveTo>
                  <a:pt x="267421" y="76218"/>
                </a:moveTo>
                <a:cubicBezTo>
                  <a:pt x="267364" y="67594"/>
                  <a:pt x="265211" y="60922"/>
                  <a:pt x="260963" y="56202"/>
                </a:cubicBezTo>
                <a:cubicBezTo>
                  <a:pt x="256714" y="51482"/>
                  <a:pt x="250256" y="49122"/>
                  <a:pt x="241586" y="49122"/>
                </a:cubicBezTo>
                <a:cubicBezTo>
                  <a:pt x="232858" y="49122"/>
                  <a:pt x="225908" y="51715"/>
                  <a:pt x="220735" y="56901"/>
                </a:cubicBezTo>
                <a:cubicBezTo>
                  <a:pt x="215563" y="62087"/>
                  <a:pt x="212629" y="68526"/>
                  <a:pt x="211936" y="76218"/>
                </a:cubicBezTo>
                <a:lnTo>
                  <a:pt x="267421" y="76218"/>
                </a:lnTo>
                <a:close/>
                <a:moveTo>
                  <a:pt x="379482" y="129972"/>
                </a:moveTo>
                <a:cubicBezTo>
                  <a:pt x="374049" y="132594"/>
                  <a:pt x="368890" y="134634"/>
                  <a:pt x="364007" y="136090"/>
                </a:cubicBezTo>
                <a:cubicBezTo>
                  <a:pt x="359123" y="137547"/>
                  <a:pt x="353935" y="138275"/>
                  <a:pt x="348445" y="138275"/>
                </a:cubicBezTo>
                <a:cubicBezTo>
                  <a:pt x="341451" y="138275"/>
                  <a:pt x="335036" y="137239"/>
                  <a:pt x="329198" y="135167"/>
                </a:cubicBezTo>
                <a:cubicBezTo>
                  <a:pt x="323360" y="133095"/>
                  <a:pt x="318361" y="129957"/>
                  <a:pt x="314199" y="125755"/>
                </a:cubicBezTo>
                <a:cubicBezTo>
                  <a:pt x="309980" y="121552"/>
                  <a:pt x="306715" y="116240"/>
                  <a:pt x="304403" y="109819"/>
                </a:cubicBezTo>
                <a:cubicBezTo>
                  <a:pt x="302091" y="103399"/>
                  <a:pt x="300935" y="95898"/>
                  <a:pt x="300935" y="87318"/>
                </a:cubicBezTo>
                <a:cubicBezTo>
                  <a:pt x="300935" y="71325"/>
                  <a:pt x="305284" y="58776"/>
                  <a:pt x="313983" y="49671"/>
                </a:cubicBezTo>
                <a:cubicBezTo>
                  <a:pt x="322681" y="40564"/>
                  <a:pt x="334169" y="36011"/>
                  <a:pt x="348445" y="36011"/>
                </a:cubicBezTo>
                <a:cubicBezTo>
                  <a:pt x="353993" y="36011"/>
                  <a:pt x="359441" y="36798"/>
                  <a:pt x="364787" y="38371"/>
                </a:cubicBezTo>
                <a:cubicBezTo>
                  <a:pt x="370133" y="39944"/>
                  <a:pt x="375031" y="41867"/>
                  <a:pt x="379482" y="44140"/>
                </a:cubicBezTo>
                <a:lnTo>
                  <a:pt x="379482" y="62407"/>
                </a:lnTo>
                <a:lnTo>
                  <a:pt x="378615" y="62407"/>
                </a:lnTo>
                <a:cubicBezTo>
                  <a:pt x="373644" y="58531"/>
                  <a:pt x="368515" y="55552"/>
                  <a:pt x="363226" y="53470"/>
                </a:cubicBezTo>
                <a:cubicBezTo>
                  <a:pt x="357938" y="51387"/>
                  <a:pt x="352779" y="50346"/>
                  <a:pt x="347751" y="50346"/>
                </a:cubicBezTo>
                <a:cubicBezTo>
                  <a:pt x="338503" y="50346"/>
                  <a:pt x="331206" y="53478"/>
                  <a:pt x="325860" y="59742"/>
                </a:cubicBezTo>
                <a:cubicBezTo>
                  <a:pt x="320514" y="66006"/>
                  <a:pt x="317841" y="75198"/>
                  <a:pt x="317841" y="87318"/>
                </a:cubicBezTo>
                <a:cubicBezTo>
                  <a:pt x="317841" y="99089"/>
                  <a:pt x="320456" y="108135"/>
                  <a:pt x="325687" y="114457"/>
                </a:cubicBezTo>
                <a:cubicBezTo>
                  <a:pt x="330917" y="120780"/>
                  <a:pt x="338272" y="123941"/>
                  <a:pt x="347751" y="123941"/>
                </a:cubicBezTo>
                <a:cubicBezTo>
                  <a:pt x="351045" y="123941"/>
                  <a:pt x="354398" y="123508"/>
                  <a:pt x="357808" y="122641"/>
                </a:cubicBezTo>
                <a:cubicBezTo>
                  <a:pt x="361218" y="121772"/>
                  <a:pt x="364281" y="120643"/>
                  <a:pt x="366998" y="119254"/>
                </a:cubicBezTo>
                <a:cubicBezTo>
                  <a:pt x="369367" y="118039"/>
                  <a:pt x="371592" y="116753"/>
                  <a:pt x="373673" y="115394"/>
                </a:cubicBezTo>
                <a:cubicBezTo>
                  <a:pt x="375754" y="114034"/>
                  <a:pt x="377401" y="112862"/>
                  <a:pt x="378615" y="111879"/>
                </a:cubicBezTo>
                <a:lnTo>
                  <a:pt x="379482" y="111879"/>
                </a:lnTo>
                <a:lnTo>
                  <a:pt x="379482" y="129972"/>
                </a:lnTo>
                <a:close/>
                <a:moveTo>
                  <a:pt x="426815" y="136003"/>
                </a:moveTo>
                <a:lnTo>
                  <a:pt x="406094" y="136003"/>
                </a:lnTo>
                <a:lnTo>
                  <a:pt x="406094" y="111005"/>
                </a:lnTo>
                <a:lnTo>
                  <a:pt x="426815" y="111005"/>
                </a:lnTo>
                <a:lnTo>
                  <a:pt x="426815" y="136003"/>
                </a:lnTo>
                <a:close/>
                <a:moveTo>
                  <a:pt x="611241" y="94701"/>
                </a:moveTo>
                <a:cubicBezTo>
                  <a:pt x="611241" y="100768"/>
                  <a:pt x="610143" y="106573"/>
                  <a:pt x="607947" y="112114"/>
                </a:cubicBezTo>
                <a:cubicBezTo>
                  <a:pt x="605751" y="117655"/>
                  <a:pt x="602745" y="122321"/>
                  <a:pt x="598931" y="126112"/>
                </a:cubicBezTo>
                <a:cubicBezTo>
                  <a:pt x="594769" y="130195"/>
                  <a:pt x="589813" y="133331"/>
                  <a:pt x="584062" y="135519"/>
                </a:cubicBezTo>
                <a:cubicBezTo>
                  <a:pt x="578311" y="137706"/>
                  <a:pt x="571650" y="138800"/>
                  <a:pt x="564079" y="138800"/>
                </a:cubicBezTo>
                <a:cubicBezTo>
                  <a:pt x="557027" y="138800"/>
                  <a:pt x="550236" y="138057"/>
                  <a:pt x="543705" y="136571"/>
                </a:cubicBezTo>
                <a:cubicBezTo>
                  <a:pt x="537174" y="135085"/>
                  <a:pt x="531654" y="133293"/>
                  <a:pt x="527146" y="131196"/>
                </a:cubicBezTo>
                <a:lnTo>
                  <a:pt x="527146" y="112753"/>
                </a:lnTo>
                <a:lnTo>
                  <a:pt x="528360" y="112753"/>
                </a:lnTo>
                <a:cubicBezTo>
                  <a:pt x="533099" y="115807"/>
                  <a:pt x="538648" y="118406"/>
                  <a:pt x="545005" y="120551"/>
                </a:cubicBezTo>
                <a:cubicBezTo>
                  <a:pt x="551363" y="122694"/>
                  <a:pt x="557605" y="123766"/>
                  <a:pt x="563732" y="123766"/>
                </a:cubicBezTo>
                <a:cubicBezTo>
                  <a:pt x="567835" y="123766"/>
                  <a:pt x="571809" y="123182"/>
                  <a:pt x="575653" y="122013"/>
                </a:cubicBezTo>
                <a:cubicBezTo>
                  <a:pt x="579496" y="120844"/>
                  <a:pt x="582921" y="118798"/>
                  <a:pt x="585926" y="115875"/>
                </a:cubicBezTo>
                <a:cubicBezTo>
                  <a:pt x="588469" y="113360"/>
                  <a:pt x="590391" y="110349"/>
                  <a:pt x="591691" y="106842"/>
                </a:cubicBezTo>
                <a:cubicBezTo>
                  <a:pt x="592992" y="103335"/>
                  <a:pt x="593642" y="99273"/>
                  <a:pt x="593642" y="94655"/>
                </a:cubicBezTo>
                <a:cubicBezTo>
                  <a:pt x="593642" y="90153"/>
                  <a:pt x="592876" y="86353"/>
                  <a:pt x="591345" y="83254"/>
                </a:cubicBezTo>
                <a:cubicBezTo>
                  <a:pt x="589813" y="80154"/>
                  <a:pt x="587689" y="77670"/>
                  <a:pt x="584972" y="75800"/>
                </a:cubicBezTo>
                <a:cubicBezTo>
                  <a:pt x="581967" y="73578"/>
                  <a:pt x="578311" y="72015"/>
                  <a:pt x="574005" y="71110"/>
                </a:cubicBezTo>
                <a:cubicBezTo>
                  <a:pt x="569699" y="70203"/>
                  <a:pt x="564888" y="69750"/>
                  <a:pt x="559570" y="69750"/>
                </a:cubicBezTo>
                <a:cubicBezTo>
                  <a:pt x="554484" y="69750"/>
                  <a:pt x="549586" y="70099"/>
                  <a:pt x="544875" y="70798"/>
                </a:cubicBezTo>
                <a:cubicBezTo>
                  <a:pt x="540165" y="71498"/>
                  <a:pt x="536105" y="72197"/>
                  <a:pt x="532695" y="72896"/>
                </a:cubicBezTo>
                <a:lnTo>
                  <a:pt x="532695" y="5769"/>
                </a:lnTo>
                <a:lnTo>
                  <a:pt x="610375" y="5769"/>
                </a:lnTo>
                <a:lnTo>
                  <a:pt x="610375" y="21152"/>
                </a:lnTo>
                <a:lnTo>
                  <a:pt x="549427" y="21152"/>
                </a:lnTo>
                <a:lnTo>
                  <a:pt x="549427" y="55765"/>
                </a:lnTo>
                <a:cubicBezTo>
                  <a:pt x="551912" y="55532"/>
                  <a:pt x="554455" y="55357"/>
                  <a:pt x="557056" y="55240"/>
                </a:cubicBezTo>
                <a:cubicBezTo>
                  <a:pt x="559657" y="55124"/>
                  <a:pt x="561911" y="55065"/>
                  <a:pt x="563819" y="55065"/>
                </a:cubicBezTo>
                <a:cubicBezTo>
                  <a:pt x="570812" y="55065"/>
                  <a:pt x="576939" y="55664"/>
                  <a:pt x="582198" y="56860"/>
                </a:cubicBezTo>
                <a:cubicBezTo>
                  <a:pt x="587458" y="58055"/>
                  <a:pt x="592284" y="60169"/>
                  <a:pt x="596676" y="63202"/>
                </a:cubicBezTo>
                <a:cubicBezTo>
                  <a:pt x="601300" y="66411"/>
                  <a:pt x="604884" y="70553"/>
                  <a:pt x="607427" y="75628"/>
                </a:cubicBezTo>
                <a:cubicBezTo>
                  <a:pt x="609970" y="80703"/>
                  <a:pt x="611241" y="87060"/>
                  <a:pt x="611241" y="94701"/>
                </a:cubicBezTo>
                <a:close/>
                <a:moveTo>
                  <a:pt x="666335" y="136003"/>
                </a:moveTo>
                <a:lnTo>
                  <a:pt x="645615" y="136003"/>
                </a:lnTo>
                <a:lnTo>
                  <a:pt x="645615" y="111005"/>
                </a:lnTo>
                <a:lnTo>
                  <a:pt x="666335" y="111005"/>
                </a:lnTo>
                <a:lnTo>
                  <a:pt x="666335" y="136003"/>
                </a:lnTo>
                <a:close/>
                <a:moveTo>
                  <a:pt x="782112" y="136003"/>
                </a:moveTo>
                <a:lnTo>
                  <a:pt x="712235" y="136003"/>
                </a:lnTo>
                <a:lnTo>
                  <a:pt x="712235" y="122717"/>
                </a:lnTo>
                <a:lnTo>
                  <a:pt x="739111" y="122717"/>
                </a:lnTo>
                <a:lnTo>
                  <a:pt x="739111" y="35487"/>
                </a:lnTo>
                <a:lnTo>
                  <a:pt x="712235" y="35487"/>
                </a:lnTo>
                <a:lnTo>
                  <a:pt x="712235" y="23599"/>
                </a:lnTo>
                <a:cubicBezTo>
                  <a:pt x="715876" y="23599"/>
                  <a:pt x="719777" y="23294"/>
                  <a:pt x="723939" y="22682"/>
                </a:cubicBezTo>
                <a:cubicBezTo>
                  <a:pt x="728100" y="22070"/>
                  <a:pt x="731250" y="21181"/>
                  <a:pt x="733389" y="20016"/>
                </a:cubicBezTo>
                <a:cubicBezTo>
                  <a:pt x="736047" y="18559"/>
                  <a:pt x="738142" y="16709"/>
                  <a:pt x="739674" y="14466"/>
                </a:cubicBezTo>
                <a:cubicBezTo>
                  <a:pt x="741206" y="12222"/>
                  <a:pt x="742087" y="9207"/>
                  <a:pt x="742318" y="5419"/>
                </a:cubicBezTo>
                <a:lnTo>
                  <a:pt x="755756" y="5419"/>
                </a:lnTo>
                <a:lnTo>
                  <a:pt x="755756" y="122717"/>
                </a:lnTo>
                <a:lnTo>
                  <a:pt x="782112" y="122717"/>
                </a:lnTo>
                <a:lnTo>
                  <a:pt x="782112" y="136003"/>
                </a:lnTo>
                <a:close/>
                <a:moveTo>
                  <a:pt x="865815" y="86007"/>
                </a:moveTo>
                <a:cubicBezTo>
                  <a:pt x="865815" y="103546"/>
                  <a:pt x="862983" y="119308"/>
                  <a:pt x="857319" y="133293"/>
                </a:cubicBezTo>
                <a:cubicBezTo>
                  <a:pt x="851655" y="147278"/>
                  <a:pt x="843708" y="160185"/>
                  <a:pt x="833478" y="172014"/>
                </a:cubicBezTo>
                <a:lnTo>
                  <a:pt x="813624" y="172014"/>
                </a:lnTo>
                <a:lnTo>
                  <a:pt x="813624" y="171140"/>
                </a:lnTo>
                <a:cubicBezTo>
                  <a:pt x="818075" y="167119"/>
                  <a:pt x="822539" y="162210"/>
                  <a:pt x="827019" y="156412"/>
                </a:cubicBezTo>
                <a:cubicBezTo>
                  <a:pt x="831498" y="150614"/>
                  <a:pt x="835443" y="144132"/>
                  <a:pt x="838853" y="136964"/>
                </a:cubicBezTo>
                <a:cubicBezTo>
                  <a:pt x="842436" y="129506"/>
                  <a:pt x="845283" y="121639"/>
                  <a:pt x="847392" y="113365"/>
                </a:cubicBezTo>
                <a:cubicBezTo>
                  <a:pt x="849502" y="105090"/>
                  <a:pt x="850557" y="95971"/>
                  <a:pt x="850557" y="86007"/>
                </a:cubicBezTo>
                <a:cubicBezTo>
                  <a:pt x="850557" y="76451"/>
                  <a:pt x="849488" y="67360"/>
                  <a:pt x="847349" y="58736"/>
                </a:cubicBezTo>
                <a:cubicBezTo>
                  <a:pt x="845210" y="50112"/>
                  <a:pt x="842378" y="42217"/>
                  <a:pt x="838853" y="35050"/>
                </a:cubicBezTo>
                <a:cubicBezTo>
                  <a:pt x="835211" y="27649"/>
                  <a:pt x="831267" y="21167"/>
                  <a:pt x="827019" y="15602"/>
                </a:cubicBezTo>
                <a:cubicBezTo>
                  <a:pt x="822771" y="10037"/>
                  <a:pt x="818306" y="5128"/>
                  <a:pt x="813624" y="874"/>
                </a:cubicBezTo>
                <a:lnTo>
                  <a:pt x="813624" y="0"/>
                </a:lnTo>
                <a:lnTo>
                  <a:pt x="833478" y="0"/>
                </a:lnTo>
                <a:cubicBezTo>
                  <a:pt x="843708" y="11829"/>
                  <a:pt x="851655" y="24736"/>
                  <a:pt x="857319" y="38721"/>
                </a:cubicBezTo>
                <a:cubicBezTo>
                  <a:pt x="862983" y="52705"/>
                  <a:pt x="865815" y="68468"/>
                  <a:pt x="865815" y="860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C8547-F248-4429-A745-6826CA86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288" y="1385869"/>
            <a:ext cx="536924" cy="644423"/>
          </a:xfrm>
          <a:custGeom xmlns:a="http://schemas.openxmlformats.org/drawingml/2006/main">
            <a:pathLst>
              <a:path w="536924" h="644423">
                <a:moveTo>
                  <a:pt x="0" y="0"/>
                </a:moveTo>
                <a:lnTo>
                  <a:pt x="536924" y="0"/>
                </a:lnTo>
                <a:lnTo>
                  <a:pt x="536924" y="644423"/>
                </a:lnTo>
                <a:lnTo>
                  <a:pt x="0" y="6444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d7fec470d4421"/>
          <a:stretch xmlns:a="http://schemas.openxmlformats.org/drawingml/2006/main"/>
        </p:blipFill>
        <p:spPr>
          <a:xfrm xmlns:a="http://schemas.openxmlformats.org/drawingml/2006/main">
            <a:off x="3153288" y="1386105"/>
            <a:ext cx="536924" cy="643952"/>
          </a:xfrm>
          <a:prstGeom xmlns:a="http://schemas.openxmlformats.org/drawingml/2006/main" prst="rect">
            <a:avLst/>
          </a:prstGeom>
        </p:spPr>
      </p:pic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2739D-F6D1-4CB0-9642-33B7903B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6" y="1243535"/>
            <a:ext cx="713437" cy="920606"/>
          </a:xfrm>
          <a:custGeom xmlns:a="http://schemas.openxmlformats.org/drawingml/2006/main">
            <a:pathLst>
              <a:path w="713437" h="920606">
                <a:moveTo>
                  <a:pt x="0" y="0"/>
                </a:moveTo>
                <a:lnTo>
                  <a:pt x="713437" y="0"/>
                </a:lnTo>
                <a:lnTo>
                  <a:pt x="713437" y="920606"/>
                </a:lnTo>
                <a:lnTo>
                  <a:pt x="0" y="9206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248c4a98b413c"/>
          <a:stretch xmlns:a="http://schemas.openxmlformats.org/drawingml/2006/main"/>
        </p:blipFill>
        <p:spPr>
          <a:xfrm xmlns:a="http://schemas.openxmlformats.org/drawingml/2006/main">
            <a:off x="1841612" y="1243535"/>
            <a:ext cx="713246" cy="920606"/>
          </a:xfrm>
          <a:prstGeom xmlns:a="http://schemas.openxmlformats.org/drawingml/2006/main" prst="rect">
            <a:avLst/>
          </a:prstGeom>
        </p:spPr>
      </p:pic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BE91B2-9F47-4488-ABD1-3A9CF6C1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723" y="782251"/>
            <a:ext cx="1471263" cy="254012"/>
          </a:xfrm>
          <a:custGeom xmlns:a="http://schemas.openxmlformats.org/drawingml/2006/main">
            <a:pathLst>
              <a:path w="1471263" h="254012">
                <a:moveTo>
                  <a:pt x="0" y="0"/>
                </a:moveTo>
                <a:lnTo>
                  <a:pt x="1471263" y="0"/>
                </a:lnTo>
                <a:lnTo>
                  <a:pt x="1471263" y="254012"/>
                </a:lnTo>
                <a:lnTo>
                  <a:pt x="0" y="2540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T">
            <a:extLst xmlns:a="http://schemas.openxmlformats.org/drawingml/2006/main">
              <a:ext uri="{FF2B5EF4-FFF2-40B4-BE49-F238E27FC236}">
                <a16:creationId xmlns:a16="http://schemas.microsoft.com/office/drawing/2014/main" id="{C01D9671-EB61-42FA-B83E-3DF2CE3B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052" y="910170"/>
            <a:ext cx="109411" cy="130234"/>
          </a:xfrm>
          <a:custGeom xmlns:a="http://schemas.openxmlformats.org/drawingml/2006/main">
            <a:pathLst>
              <a:path w="109411" h="130234">
                <a:moveTo>
                  <a:pt x="109411" y="15383"/>
                </a:moveTo>
                <a:lnTo>
                  <a:pt x="63288" y="15383"/>
                </a:lnTo>
                <a:lnTo>
                  <a:pt x="63288" y="130234"/>
                </a:lnTo>
                <a:lnTo>
                  <a:pt x="46122" y="130234"/>
                </a:lnTo>
                <a:lnTo>
                  <a:pt x="46122" y="15383"/>
                </a:lnTo>
                <a:lnTo>
                  <a:pt x="0" y="15383"/>
                </a:lnTo>
                <a:lnTo>
                  <a:pt x="0" y="0"/>
                </a:lnTo>
                <a:lnTo>
                  <a:pt x="109411" y="0"/>
                </a:lnTo>
                <a:lnTo>
                  <a:pt x="109411" y="153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estList">
            <a:extLst xmlns:a="http://schemas.openxmlformats.org/drawingml/2006/main">
              <a:ext uri="{FF2B5EF4-FFF2-40B4-BE49-F238E27FC236}">
                <a16:creationId xmlns:a16="http://schemas.microsoft.com/office/drawing/2014/main" id="{333F0986-7CFC-4998-A996-6C51D0B4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617" y="909296"/>
            <a:ext cx="627082" cy="133381"/>
          </a:xfrm>
          <a:custGeom xmlns:a="http://schemas.openxmlformats.org/drawingml/2006/main">
            <a:pathLst>
              <a:path w="627082" h="133381">
                <a:moveTo>
                  <a:pt x="87910" y="83909"/>
                </a:moveTo>
                <a:lnTo>
                  <a:pt x="16559" y="83909"/>
                </a:lnTo>
                <a:cubicBezTo>
                  <a:pt x="16559" y="89926"/>
                  <a:pt x="17455" y="95168"/>
                  <a:pt x="19247" y="99637"/>
                </a:cubicBezTo>
                <a:cubicBezTo>
                  <a:pt x="21038" y="104105"/>
                  <a:pt x="23495" y="107771"/>
                  <a:pt x="26616" y="110633"/>
                </a:cubicBezTo>
                <a:cubicBezTo>
                  <a:pt x="29621" y="113438"/>
                  <a:pt x="33190" y="115541"/>
                  <a:pt x="37323" y="116943"/>
                </a:cubicBezTo>
                <a:cubicBezTo>
                  <a:pt x="41455" y="118345"/>
                  <a:pt x="46007" y="119046"/>
                  <a:pt x="50977" y="119046"/>
                </a:cubicBezTo>
                <a:cubicBezTo>
                  <a:pt x="57566" y="119046"/>
                  <a:pt x="64199" y="117711"/>
                  <a:pt x="70874" y="115039"/>
                </a:cubicBezTo>
                <a:cubicBezTo>
                  <a:pt x="77550" y="112368"/>
                  <a:pt x="82304" y="109741"/>
                  <a:pt x="85136" y="107159"/>
                </a:cubicBezTo>
                <a:lnTo>
                  <a:pt x="86003" y="107159"/>
                </a:lnTo>
                <a:lnTo>
                  <a:pt x="86003" y="125137"/>
                </a:lnTo>
                <a:cubicBezTo>
                  <a:pt x="80512" y="127475"/>
                  <a:pt x="74906" y="129434"/>
                  <a:pt x="69184" y="131013"/>
                </a:cubicBezTo>
                <a:cubicBezTo>
                  <a:pt x="63462" y="132591"/>
                  <a:pt x="57451" y="133381"/>
                  <a:pt x="51151" y="133381"/>
                </a:cubicBezTo>
                <a:cubicBezTo>
                  <a:pt x="35083" y="133381"/>
                  <a:pt x="22541" y="128989"/>
                  <a:pt x="13525" y="120204"/>
                </a:cubicBezTo>
                <a:cubicBezTo>
                  <a:pt x="4508" y="111420"/>
                  <a:pt x="0" y="98943"/>
                  <a:pt x="0" y="82773"/>
                </a:cubicBezTo>
                <a:cubicBezTo>
                  <a:pt x="0" y="66781"/>
                  <a:pt x="4320" y="54087"/>
                  <a:pt x="12961" y="44689"/>
                </a:cubicBezTo>
                <a:cubicBezTo>
                  <a:pt x="21602" y="35291"/>
                  <a:pt x="32974" y="30592"/>
                  <a:pt x="47076" y="30592"/>
                </a:cubicBezTo>
                <a:cubicBezTo>
                  <a:pt x="60138" y="30592"/>
                  <a:pt x="70210" y="34444"/>
                  <a:pt x="77290" y="42149"/>
                </a:cubicBezTo>
                <a:cubicBezTo>
                  <a:pt x="84370" y="49853"/>
                  <a:pt x="87910" y="60797"/>
                  <a:pt x="87910" y="74980"/>
                </a:cubicBezTo>
                <a:lnTo>
                  <a:pt x="87910" y="83909"/>
                </a:lnTo>
                <a:moveTo>
                  <a:pt x="72045" y="71323"/>
                </a:moveTo>
                <a:cubicBezTo>
                  <a:pt x="71987" y="62699"/>
                  <a:pt x="69834" y="56027"/>
                  <a:pt x="65586" y="51307"/>
                </a:cubicBezTo>
                <a:cubicBezTo>
                  <a:pt x="61338" y="46587"/>
                  <a:pt x="54879" y="44227"/>
                  <a:pt x="46209" y="44227"/>
                </a:cubicBezTo>
                <a:cubicBezTo>
                  <a:pt x="37482" y="44227"/>
                  <a:pt x="30532" y="46820"/>
                  <a:pt x="25359" y="52006"/>
                </a:cubicBezTo>
                <a:cubicBezTo>
                  <a:pt x="20186" y="57192"/>
                  <a:pt x="17253" y="63631"/>
                  <a:pt x="16559" y="71323"/>
                </a:cubicBezTo>
                <a:lnTo>
                  <a:pt x="72045" y="71323"/>
                </a:lnTo>
                <a:close/>
                <a:moveTo>
                  <a:pt x="181677" y="102904"/>
                </a:moveTo>
                <a:cubicBezTo>
                  <a:pt x="181677" y="111812"/>
                  <a:pt x="178022" y="119118"/>
                  <a:pt x="170710" y="124823"/>
                </a:cubicBezTo>
                <a:cubicBezTo>
                  <a:pt x="163399" y="130528"/>
                  <a:pt x="153414" y="133381"/>
                  <a:pt x="140757" y="133381"/>
                </a:cubicBezTo>
                <a:cubicBezTo>
                  <a:pt x="133590" y="133381"/>
                  <a:pt x="127015" y="132519"/>
                  <a:pt x="121033" y="130794"/>
                </a:cubicBezTo>
                <a:cubicBezTo>
                  <a:pt x="115051" y="129070"/>
                  <a:pt x="110037" y="127184"/>
                  <a:pt x="105991" y="125137"/>
                </a:cubicBezTo>
                <a:lnTo>
                  <a:pt x="105991" y="106635"/>
                </a:lnTo>
                <a:lnTo>
                  <a:pt x="106858" y="106635"/>
                </a:lnTo>
                <a:cubicBezTo>
                  <a:pt x="112002" y="110592"/>
                  <a:pt x="117724" y="113737"/>
                  <a:pt x="124024" y="116072"/>
                </a:cubicBezTo>
                <a:cubicBezTo>
                  <a:pt x="130324" y="118404"/>
                  <a:pt x="136364" y="119571"/>
                  <a:pt x="142144" y="119571"/>
                </a:cubicBezTo>
                <a:cubicBezTo>
                  <a:pt x="149311" y="119571"/>
                  <a:pt x="154917" y="118401"/>
                  <a:pt x="158963" y="116061"/>
                </a:cubicBezTo>
                <a:cubicBezTo>
                  <a:pt x="163009" y="113719"/>
                  <a:pt x="165032" y="110032"/>
                  <a:pt x="165032" y="104999"/>
                </a:cubicBezTo>
                <a:cubicBezTo>
                  <a:pt x="165032" y="101156"/>
                  <a:pt x="163933" y="98246"/>
                  <a:pt x="161737" y="96266"/>
                </a:cubicBezTo>
                <a:cubicBezTo>
                  <a:pt x="159541" y="94287"/>
                  <a:pt x="155322" y="92598"/>
                  <a:pt x="149080" y="91199"/>
                </a:cubicBezTo>
                <a:cubicBezTo>
                  <a:pt x="146768" y="90677"/>
                  <a:pt x="143748" y="90066"/>
                  <a:pt x="140020" y="89367"/>
                </a:cubicBezTo>
                <a:cubicBezTo>
                  <a:pt x="136292" y="88667"/>
                  <a:pt x="132896" y="87911"/>
                  <a:pt x="129833" y="87097"/>
                </a:cubicBezTo>
                <a:cubicBezTo>
                  <a:pt x="121337" y="84826"/>
                  <a:pt x="115311" y="81493"/>
                  <a:pt x="111757" y="77097"/>
                </a:cubicBezTo>
                <a:cubicBezTo>
                  <a:pt x="108202" y="72701"/>
                  <a:pt x="106425" y="67301"/>
                  <a:pt x="106425" y="60897"/>
                </a:cubicBezTo>
                <a:cubicBezTo>
                  <a:pt x="106425" y="56880"/>
                  <a:pt x="107249" y="53096"/>
                  <a:pt x="108896" y="49545"/>
                </a:cubicBezTo>
                <a:cubicBezTo>
                  <a:pt x="110543" y="45993"/>
                  <a:pt x="113043" y="42819"/>
                  <a:pt x="116395" y="40024"/>
                </a:cubicBezTo>
                <a:cubicBezTo>
                  <a:pt x="119632" y="37288"/>
                  <a:pt x="123750" y="35121"/>
                  <a:pt x="128749" y="33520"/>
                </a:cubicBezTo>
                <a:cubicBezTo>
                  <a:pt x="133749" y="31918"/>
                  <a:pt x="139341" y="31116"/>
                  <a:pt x="145525" y="31116"/>
                </a:cubicBezTo>
                <a:cubicBezTo>
                  <a:pt x="151305" y="31116"/>
                  <a:pt x="157157" y="31827"/>
                  <a:pt x="163081" y="33250"/>
                </a:cubicBezTo>
                <a:cubicBezTo>
                  <a:pt x="169005" y="34672"/>
                  <a:pt x="173932" y="36400"/>
                  <a:pt x="177863" y="38434"/>
                </a:cubicBezTo>
                <a:lnTo>
                  <a:pt x="177863" y="55939"/>
                </a:lnTo>
                <a:lnTo>
                  <a:pt x="176996" y="55939"/>
                </a:lnTo>
                <a:cubicBezTo>
                  <a:pt x="172834" y="52851"/>
                  <a:pt x="167777" y="50244"/>
                  <a:pt x="161824" y="48117"/>
                </a:cubicBezTo>
                <a:cubicBezTo>
                  <a:pt x="155871" y="45990"/>
                  <a:pt x="150033" y="44926"/>
                  <a:pt x="144311" y="44926"/>
                </a:cubicBezTo>
                <a:cubicBezTo>
                  <a:pt x="138358" y="44926"/>
                  <a:pt x="133330" y="46083"/>
                  <a:pt x="129226" y="48395"/>
                </a:cubicBezTo>
                <a:cubicBezTo>
                  <a:pt x="125122" y="50708"/>
                  <a:pt x="123071" y="54147"/>
                  <a:pt x="123071" y="58712"/>
                </a:cubicBezTo>
                <a:cubicBezTo>
                  <a:pt x="123071" y="62729"/>
                  <a:pt x="124313" y="65756"/>
                  <a:pt x="126799" y="67794"/>
                </a:cubicBezTo>
                <a:cubicBezTo>
                  <a:pt x="129226" y="69831"/>
                  <a:pt x="133156" y="71491"/>
                  <a:pt x="138589" y="72773"/>
                </a:cubicBezTo>
                <a:cubicBezTo>
                  <a:pt x="141595" y="73472"/>
                  <a:pt x="144961" y="74172"/>
                  <a:pt x="148689" y="74871"/>
                </a:cubicBezTo>
                <a:cubicBezTo>
                  <a:pt x="152417" y="75568"/>
                  <a:pt x="155524" y="76208"/>
                  <a:pt x="158009" y="76791"/>
                </a:cubicBezTo>
                <a:cubicBezTo>
                  <a:pt x="165581" y="78537"/>
                  <a:pt x="171418" y="81536"/>
                  <a:pt x="175522" y="85786"/>
                </a:cubicBezTo>
                <a:cubicBezTo>
                  <a:pt x="179626" y="90094"/>
                  <a:pt x="181677" y="95800"/>
                  <a:pt x="181677" y="102904"/>
                </a:cubicBezTo>
                <a:close/>
                <a:moveTo>
                  <a:pt x="255106" y="130248"/>
                </a:moveTo>
                <a:cubicBezTo>
                  <a:pt x="252042" y="131060"/>
                  <a:pt x="248705" y="131726"/>
                  <a:pt x="245092" y="132247"/>
                </a:cubicBezTo>
                <a:cubicBezTo>
                  <a:pt x="241480" y="132770"/>
                  <a:pt x="238258" y="133031"/>
                  <a:pt x="235426" y="133031"/>
                </a:cubicBezTo>
                <a:cubicBezTo>
                  <a:pt x="225542" y="133031"/>
                  <a:pt x="218029" y="130348"/>
                  <a:pt x="212885" y="124982"/>
                </a:cubicBezTo>
                <a:cubicBezTo>
                  <a:pt x="207741" y="119615"/>
                  <a:pt x="205169" y="111011"/>
                  <a:pt x="205169" y="99170"/>
                </a:cubicBezTo>
                <a:lnTo>
                  <a:pt x="205169" y="47199"/>
                </a:lnTo>
                <a:lnTo>
                  <a:pt x="194158" y="47199"/>
                </a:lnTo>
                <a:lnTo>
                  <a:pt x="194158" y="33389"/>
                </a:lnTo>
                <a:lnTo>
                  <a:pt x="205169" y="33389"/>
                </a:lnTo>
                <a:lnTo>
                  <a:pt x="205169" y="5244"/>
                </a:lnTo>
                <a:lnTo>
                  <a:pt x="221467" y="5244"/>
                </a:lnTo>
                <a:lnTo>
                  <a:pt x="221467" y="33389"/>
                </a:lnTo>
                <a:lnTo>
                  <a:pt x="255106" y="33389"/>
                </a:lnTo>
                <a:lnTo>
                  <a:pt x="255106" y="47199"/>
                </a:lnTo>
                <a:lnTo>
                  <a:pt x="221467" y="47199"/>
                </a:lnTo>
                <a:lnTo>
                  <a:pt x="221467" y="91798"/>
                </a:lnTo>
                <a:cubicBezTo>
                  <a:pt x="221467" y="96938"/>
                  <a:pt x="221583" y="100954"/>
                  <a:pt x="221814" y="103846"/>
                </a:cubicBezTo>
                <a:cubicBezTo>
                  <a:pt x="222045" y="106738"/>
                  <a:pt x="222855" y="109439"/>
                  <a:pt x="224242" y="111950"/>
                </a:cubicBezTo>
                <a:cubicBezTo>
                  <a:pt x="225513" y="114286"/>
                  <a:pt x="227262" y="115995"/>
                  <a:pt x="229487" y="117077"/>
                </a:cubicBezTo>
                <a:cubicBezTo>
                  <a:pt x="231712" y="118157"/>
                  <a:pt x="235108" y="118697"/>
                  <a:pt x="239674" y="118697"/>
                </a:cubicBezTo>
                <a:cubicBezTo>
                  <a:pt x="242332" y="118697"/>
                  <a:pt x="245107" y="118303"/>
                  <a:pt x="247997" y="117517"/>
                </a:cubicBezTo>
                <a:cubicBezTo>
                  <a:pt x="250886" y="116730"/>
                  <a:pt x="252967" y="116074"/>
                  <a:pt x="254239" y="115550"/>
                </a:cubicBezTo>
                <a:lnTo>
                  <a:pt x="255106" y="115550"/>
                </a:lnTo>
                <a:lnTo>
                  <a:pt x="255106" y="130248"/>
                </a:lnTo>
                <a:close/>
                <a:moveTo>
                  <a:pt x="420068" y="131108"/>
                </a:moveTo>
                <a:lnTo>
                  <a:pt x="338400" y="131108"/>
                </a:lnTo>
                <a:lnTo>
                  <a:pt x="338400" y="874"/>
                </a:lnTo>
                <a:lnTo>
                  <a:pt x="355566" y="874"/>
                </a:lnTo>
                <a:lnTo>
                  <a:pt x="355566" y="115725"/>
                </a:lnTo>
                <a:lnTo>
                  <a:pt x="420068" y="115725"/>
                </a:lnTo>
                <a:lnTo>
                  <a:pt x="420068" y="131108"/>
                </a:lnTo>
                <a:close/>
                <a:moveTo>
                  <a:pt x="453333" y="17131"/>
                </a:moveTo>
                <a:lnTo>
                  <a:pt x="434953" y="17131"/>
                </a:lnTo>
                <a:lnTo>
                  <a:pt x="434953" y="0"/>
                </a:lnTo>
                <a:lnTo>
                  <a:pt x="453333" y="0"/>
                </a:lnTo>
                <a:lnTo>
                  <a:pt x="453333" y="17131"/>
                </a:lnTo>
                <a:moveTo>
                  <a:pt x="452292" y="131108"/>
                </a:moveTo>
                <a:lnTo>
                  <a:pt x="435993" y="131108"/>
                </a:lnTo>
                <a:lnTo>
                  <a:pt x="435993" y="33389"/>
                </a:lnTo>
                <a:lnTo>
                  <a:pt x="452292" y="33389"/>
                </a:lnTo>
                <a:lnTo>
                  <a:pt x="452292" y="131108"/>
                </a:lnTo>
                <a:close/>
                <a:moveTo>
                  <a:pt x="553654" y="102904"/>
                </a:moveTo>
                <a:cubicBezTo>
                  <a:pt x="553654" y="111812"/>
                  <a:pt x="549998" y="119118"/>
                  <a:pt x="542686" y="124823"/>
                </a:cubicBezTo>
                <a:cubicBezTo>
                  <a:pt x="535375" y="130528"/>
                  <a:pt x="525390" y="133381"/>
                  <a:pt x="512733" y="133381"/>
                </a:cubicBezTo>
                <a:cubicBezTo>
                  <a:pt x="505566" y="133381"/>
                  <a:pt x="498991" y="132519"/>
                  <a:pt x="493009" y="130794"/>
                </a:cubicBezTo>
                <a:cubicBezTo>
                  <a:pt x="487027" y="129070"/>
                  <a:pt x="482013" y="127184"/>
                  <a:pt x="477968" y="125137"/>
                </a:cubicBezTo>
                <a:lnTo>
                  <a:pt x="477968" y="106635"/>
                </a:lnTo>
                <a:lnTo>
                  <a:pt x="478835" y="106635"/>
                </a:lnTo>
                <a:cubicBezTo>
                  <a:pt x="483979" y="110592"/>
                  <a:pt x="489700" y="113737"/>
                  <a:pt x="496000" y="116072"/>
                </a:cubicBezTo>
                <a:cubicBezTo>
                  <a:pt x="502300" y="118404"/>
                  <a:pt x="508340" y="119571"/>
                  <a:pt x="514120" y="119571"/>
                </a:cubicBezTo>
                <a:cubicBezTo>
                  <a:pt x="521287" y="119571"/>
                  <a:pt x="526893" y="118401"/>
                  <a:pt x="530939" y="116061"/>
                </a:cubicBezTo>
                <a:cubicBezTo>
                  <a:pt x="534985" y="113719"/>
                  <a:pt x="537008" y="110032"/>
                  <a:pt x="537008" y="104999"/>
                </a:cubicBezTo>
                <a:cubicBezTo>
                  <a:pt x="537008" y="101156"/>
                  <a:pt x="535910" y="98246"/>
                  <a:pt x="533713" y="96266"/>
                </a:cubicBezTo>
                <a:cubicBezTo>
                  <a:pt x="531517" y="94287"/>
                  <a:pt x="527298" y="92598"/>
                  <a:pt x="521056" y="91199"/>
                </a:cubicBezTo>
                <a:cubicBezTo>
                  <a:pt x="518744" y="90677"/>
                  <a:pt x="515724" y="90066"/>
                  <a:pt x="511996" y="89367"/>
                </a:cubicBezTo>
                <a:cubicBezTo>
                  <a:pt x="508268" y="88667"/>
                  <a:pt x="504872" y="87911"/>
                  <a:pt x="501809" y="87097"/>
                </a:cubicBezTo>
                <a:cubicBezTo>
                  <a:pt x="493313" y="84826"/>
                  <a:pt x="487287" y="81493"/>
                  <a:pt x="483733" y="77097"/>
                </a:cubicBezTo>
                <a:cubicBezTo>
                  <a:pt x="480178" y="72701"/>
                  <a:pt x="478401" y="67301"/>
                  <a:pt x="478401" y="60897"/>
                </a:cubicBezTo>
                <a:cubicBezTo>
                  <a:pt x="478401" y="56880"/>
                  <a:pt x="479225" y="53096"/>
                  <a:pt x="480872" y="49545"/>
                </a:cubicBezTo>
                <a:cubicBezTo>
                  <a:pt x="482519" y="45993"/>
                  <a:pt x="485019" y="42819"/>
                  <a:pt x="488371" y="40024"/>
                </a:cubicBezTo>
                <a:cubicBezTo>
                  <a:pt x="491608" y="37288"/>
                  <a:pt x="495726" y="35121"/>
                  <a:pt x="500725" y="33520"/>
                </a:cubicBezTo>
                <a:cubicBezTo>
                  <a:pt x="505725" y="31918"/>
                  <a:pt x="511317" y="31116"/>
                  <a:pt x="517501" y="31116"/>
                </a:cubicBezTo>
                <a:cubicBezTo>
                  <a:pt x="523281" y="31116"/>
                  <a:pt x="529133" y="31827"/>
                  <a:pt x="535057" y="33250"/>
                </a:cubicBezTo>
                <a:cubicBezTo>
                  <a:pt x="540981" y="34672"/>
                  <a:pt x="545909" y="36400"/>
                  <a:pt x="549839" y="38434"/>
                </a:cubicBezTo>
                <a:lnTo>
                  <a:pt x="549839" y="55939"/>
                </a:lnTo>
                <a:lnTo>
                  <a:pt x="548972" y="55939"/>
                </a:lnTo>
                <a:cubicBezTo>
                  <a:pt x="544810" y="52851"/>
                  <a:pt x="539753" y="50244"/>
                  <a:pt x="533800" y="48117"/>
                </a:cubicBezTo>
                <a:cubicBezTo>
                  <a:pt x="527847" y="45990"/>
                  <a:pt x="522009" y="44926"/>
                  <a:pt x="516287" y="44926"/>
                </a:cubicBezTo>
                <a:cubicBezTo>
                  <a:pt x="510334" y="44926"/>
                  <a:pt x="505306" y="46083"/>
                  <a:pt x="501202" y="48395"/>
                </a:cubicBezTo>
                <a:cubicBezTo>
                  <a:pt x="497099" y="50708"/>
                  <a:pt x="495047" y="54147"/>
                  <a:pt x="495047" y="58712"/>
                </a:cubicBezTo>
                <a:cubicBezTo>
                  <a:pt x="495047" y="62729"/>
                  <a:pt x="496289" y="65756"/>
                  <a:pt x="498775" y="67794"/>
                </a:cubicBezTo>
                <a:cubicBezTo>
                  <a:pt x="501202" y="69831"/>
                  <a:pt x="505132" y="71491"/>
                  <a:pt x="510565" y="72773"/>
                </a:cubicBezTo>
                <a:cubicBezTo>
                  <a:pt x="513571" y="73472"/>
                  <a:pt x="516938" y="74172"/>
                  <a:pt x="520666" y="74871"/>
                </a:cubicBezTo>
                <a:cubicBezTo>
                  <a:pt x="524393" y="75568"/>
                  <a:pt x="527500" y="76208"/>
                  <a:pt x="529985" y="76791"/>
                </a:cubicBezTo>
                <a:cubicBezTo>
                  <a:pt x="537557" y="78537"/>
                  <a:pt x="543394" y="81536"/>
                  <a:pt x="547498" y="85786"/>
                </a:cubicBezTo>
                <a:cubicBezTo>
                  <a:pt x="551602" y="90094"/>
                  <a:pt x="553654" y="95800"/>
                  <a:pt x="553654" y="102904"/>
                </a:cubicBezTo>
                <a:close/>
                <a:moveTo>
                  <a:pt x="627082" y="130248"/>
                </a:moveTo>
                <a:cubicBezTo>
                  <a:pt x="624019" y="131060"/>
                  <a:pt x="620681" y="131726"/>
                  <a:pt x="617068" y="132247"/>
                </a:cubicBezTo>
                <a:cubicBezTo>
                  <a:pt x="613456" y="132770"/>
                  <a:pt x="610234" y="133031"/>
                  <a:pt x="607402" y="133031"/>
                </a:cubicBezTo>
                <a:cubicBezTo>
                  <a:pt x="597518" y="133031"/>
                  <a:pt x="590005" y="130348"/>
                  <a:pt x="584861" y="124982"/>
                </a:cubicBezTo>
                <a:cubicBezTo>
                  <a:pt x="579717" y="119615"/>
                  <a:pt x="577145" y="111011"/>
                  <a:pt x="577145" y="99170"/>
                </a:cubicBezTo>
                <a:lnTo>
                  <a:pt x="577145" y="47199"/>
                </a:lnTo>
                <a:lnTo>
                  <a:pt x="566134" y="47199"/>
                </a:lnTo>
                <a:lnTo>
                  <a:pt x="566134" y="33389"/>
                </a:lnTo>
                <a:lnTo>
                  <a:pt x="577145" y="33389"/>
                </a:lnTo>
                <a:lnTo>
                  <a:pt x="577145" y="5244"/>
                </a:lnTo>
                <a:lnTo>
                  <a:pt x="593444" y="5244"/>
                </a:lnTo>
                <a:lnTo>
                  <a:pt x="593444" y="33389"/>
                </a:lnTo>
                <a:lnTo>
                  <a:pt x="627082" y="33389"/>
                </a:lnTo>
                <a:lnTo>
                  <a:pt x="627082" y="47199"/>
                </a:lnTo>
                <a:lnTo>
                  <a:pt x="593444" y="47199"/>
                </a:lnTo>
                <a:lnTo>
                  <a:pt x="593444" y="91798"/>
                </a:lnTo>
                <a:cubicBezTo>
                  <a:pt x="593444" y="96938"/>
                  <a:pt x="593559" y="100954"/>
                  <a:pt x="593790" y="103846"/>
                </a:cubicBezTo>
                <a:cubicBezTo>
                  <a:pt x="594022" y="106738"/>
                  <a:pt x="594831" y="109439"/>
                  <a:pt x="596218" y="111950"/>
                </a:cubicBezTo>
                <a:cubicBezTo>
                  <a:pt x="597489" y="114286"/>
                  <a:pt x="599238" y="115995"/>
                  <a:pt x="601463" y="117077"/>
                </a:cubicBezTo>
                <a:cubicBezTo>
                  <a:pt x="603688" y="118157"/>
                  <a:pt x="607084" y="118697"/>
                  <a:pt x="611650" y="118697"/>
                </a:cubicBezTo>
                <a:cubicBezTo>
                  <a:pt x="614309" y="118697"/>
                  <a:pt x="617083" y="118303"/>
                  <a:pt x="619973" y="117517"/>
                </a:cubicBezTo>
                <a:cubicBezTo>
                  <a:pt x="622863" y="116730"/>
                  <a:pt x="624943" y="116074"/>
                  <a:pt x="626215" y="115550"/>
                </a:cubicBezTo>
                <a:lnTo>
                  <a:pt x="627082" y="115550"/>
                </a:lnTo>
                <a:lnTo>
                  <a:pt x="627082" y="1302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(10,093sites)">
            <a:extLst xmlns:a="http://schemas.openxmlformats.org/drawingml/2006/main">
              <a:ext uri="{FF2B5EF4-FFF2-40B4-BE49-F238E27FC236}">
                <a16:creationId xmlns:a16="http://schemas.microsoft.com/office/drawing/2014/main" id="{AE54DD9E-EE89-4CAC-B3FC-873D8004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894" y="1114088"/>
            <a:ext cx="1053659" cy="147441"/>
          </a:xfrm>
          <a:custGeom xmlns:a="http://schemas.openxmlformats.org/drawingml/2006/main">
            <a:pathLst>
              <a:path w="1053659" h="147441">
                <a:moveTo>
                  <a:pt x="44735" y="147441"/>
                </a:moveTo>
                <a:lnTo>
                  <a:pt x="27718" y="147441"/>
                </a:lnTo>
                <a:cubicBezTo>
                  <a:pt x="18949" y="137301"/>
                  <a:pt x="12137" y="126238"/>
                  <a:pt x="7282" y="114251"/>
                </a:cubicBezTo>
                <a:cubicBezTo>
                  <a:pt x="2427" y="102264"/>
                  <a:pt x="0" y="88754"/>
                  <a:pt x="0" y="73720"/>
                </a:cubicBezTo>
                <a:cubicBezTo>
                  <a:pt x="0" y="58687"/>
                  <a:pt x="2427" y="45176"/>
                  <a:pt x="7282" y="33189"/>
                </a:cubicBezTo>
                <a:cubicBezTo>
                  <a:pt x="12137" y="21202"/>
                  <a:pt x="18949" y="10139"/>
                  <a:pt x="27718" y="0"/>
                </a:cubicBezTo>
                <a:lnTo>
                  <a:pt x="44735" y="0"/>
                </a:lnTo>
                <a:lnTo>
                  <a:pt x="44735" y="749"/>
                </a:lnTo>
                <a:cubicBezTo>
                  <a:pt x="40723" y="4395"/>
                  <a:pt x="36896" y="8603"/>
                  <a:pt x="33254" y="13373"/>
                </a:cubicBezTo>
                <a:cubicBezTo>
                  <a:pt x="29613" y="18143"/>
                  <a:pt x="26232" y="23699"/>
                  <a:pt x="23111" y="30042"/>
                </a:cubicBezTo>
                <a:cubicBezTo>
                  <a:pt x="20138" y="36186"/>
                  <a:pt x="17723" y="42954"/>
                  <a:pt x="15865" y="50346"/>
                </a:cubicBezTo>
                <a:cubicBezTo>
                  <a:pt x="14008" y="57738"/>
                  <a:pt x="13079" y="65529"/>
                  <a:pt x="13079" y="73720"/>
                </a:cubicBezTo>
                <a:cubicBezTo>
                  <a:pt x="13079" y="82261"/>
                  <a:pt x="13983" y="90078"/>
                  <a:pt x="15791" y="97170"/>
                </a:cubicBezTo>
                <a:cubicBezTo>
                  <a:pt x="17599" y="104262"/>
                  <a:pt x="20039" y="111005"/>
                  <a:pt x="23111" y="117398"/>
                </a:cubicBezTo>
                <a:cubicBezTo>
                  <a:pt x="26083" y="123541"/>
                  <a:pt x="29477" y="129098"/>
                  <a:pt x="33291" y="134067"/>
                </a:cubicBezTo>
                <a:cubicBezTo>
                  <a:pt x="37106" y="139037"/>
                  <a:pt x="40921" y="143245"/>
                  <a:pt x="44735" y="146691"/>
                </a:cubicBezTo>
                <a:lnTo>
                  <a:pt x="44735" y="147441"/>
                </a:lnTo>
                <a:close/>
                <a:moveTo>
                  <a:pt x="136197" y="116574"/>
                </a:moveTo>
                <a:lnTo>
                  <a:pt x="76302" y="116574"/>
                </a:lnTo>
                <a:lnTo>
                  <a:pt x="76302" y="105186"/>
                </a:lnTo>
                <a:lnTo>
                  <a:pt x="99339" y="105186"/>
                </a:lnTo>
                <a:lnTo>
                  <a:pt x="99339" y="30417"/>
                </a:lnTo>
                <a:lnTo>
                  <a:pt x="76302" y="30417"/>
                </a:lnTo>
                <a:lnTo>
                  <a:pt x="76302" y="20228"/>
                </a:lnTo>
                <a:cubicBezTo>
                  <a:pt x="79423" y="20228"/>
                  <a:pt x="82767" y="19966"/>
                  <a:pt x="86334" y="19441"/>
                </a:cubicBezTo>
                <a:cubicBezTo>
                  <a:pt x="89901" y="18917"/>
                  <a:pt x="92601" y="18155"/>
                  <a:pt x="94434" y="17156"/>
                </a:cubicBezTo>
                <a:cubicBezTo>
                  <a:pt x="96713" y="15908"/>
                  <a:pt x="98509" y="14322"/>
                  <a:pt x="99822" y="12399"/>
                </a:cubicBezTo>
                <a:cubicBezTo>
                  <a:pt x="101134" y="10476"/>
                  <a:pt x="101890" y="7891"/>
                  <a:pt x="102088" y="4645"/>
                </a:cubicBezTo>
                <a:lnTo>
                  <a:pt x="113606" y="4645"/>
                </a:lnTo>
                <a:lnTo>
                  <a:pt x="113606" y="105186"/>
                </a:lnTo>
                <a:lnTo>
                  <a:pt x="136197" y="105186"/>
                </a:lnTo>
                <a:lnTo>
                  <a:pt x="136197" y="116574"/>
                </a:lnTo>
                <a:close/>
                <a:moveTo>
                  <a:pt x="239005" y="60759"/>
                </a:moveTo>
                <a:cubicBezTo>
                  <a:pt x="239005" y="80814"/>
                  <a:pt x="235896" y="95530"/>
                  <a:pt x="229679" y="104908"/>
                </a:cubicBezTo>
                <a:cubicBezTo>
                  <a:pt x="223462" y="114283"/>
                  <a:pt x="213813" y="118971"/>
                  <a:pt x="200735" y="118971"/>
                </a:cubicBezTo>
                <a:cubicBezTo>
                  <a:pt x="187458" y="118971"/>
                  <a:pt x="177760" y="114220"/>
                  <a:pt x="171642" y="104718"/>
                </a:cubicBezTo>
                <a:cubicBezTo>
                  <a:pt x="165524" y="95216"/>
                  <a:pt x="162464" y="80613"/>
                  <a:pt x="162464" y="60909"/>
                </a:cubicBezTo>
                <a:cubicBezTo>
                  <a:pt x="162464" y="41056"/>
                  <a:pt x="165561" y="26390"/>
                  <a:pt x="171753" y="16913"/>
                </a:cubicBezTo>
                <a:cubicBezTo>
                  <a:pt x="177946" y="7436"/>
                  <a:pt x="187606" y="2697"/>
                  <a:pt x="200735" y="2697"/>
                </a:cubicBezTo>
                <a:cubicBezTo>
                  <a:pt x="214012" y="2697"/>
                  <a:pt x="223709" y="7511"/>
                  <a:pt x="229828" y="17138"/>
                </a:cubicBezTo>
                <a:cubicBezTo>
                  <a:pt x="235946" y="26765"/>
                  <a:pt x="239005" y="41305"/>
                  <a:pt x="239005" y="60759"/>
                </a:cubicBezTo>
                <a:moveTo>
                  <a:pt x="219461" y="94772"/>
                </a:moveTo>
                <a:cubicBezTo>
                  <a:pt x="221195" y="90727"/>
                  <a:pt x="222372" y="85970"/>
                  <a:pt x="222991" y="80500"/>
                </a:cubicBezTo>
                <a:cubicBezTo>
                  <a:pt x="223610" y="75031"/>
                  <a:pt x="223920" y="68451"/>
                  <a:pt x="223920" y="60759"/>
                </a:cubicBezTo>
                <a:cubicBezTo>
                  <a:pt x="223920" y="53167"/>
                  <a:pt x="223610" y="46575"/>
                  <a:pt x="222991" y="40981"/>
                </a:cubicBezTo>
                <a:cubicBezTo>
                  <a:pt x="222372" y="35387"/>
                  <a:pt x="221170" y="30642"/>
                  <a:pt x="219387" y="26746"/>
                </a:cubicBezTo>
                <a:cubicBezTo>
                  <a:pt x="217653" y="22900"/>
                  <a:pt x="215287" y="20003"/>
                  <a:pt x="212290" y="18055"/>
                </a:cubicBezTo>
                <a:cubicBezTo>
                  <a:pt x="209293" y="16108"/>
                  <a:pt x="205441" y="15134"/>
                  <a:pt x="200735" y="15134"/>
                </a:cubicBezTo>
                <a:cubicBezTo>
                  <a:pt x="196078" y="15134"/>
                  <a:pt x="192226" y="16108"/>
                  <a:pt x="189179" y="18055"/>
                </a:cubicBezTo>
                <a:cubicBezTo>
                  <a:pt x="186133" y="20003"/>
                  <a:pt x="183717" y="22950"/>
                  <a:pt x="181934" y="26896"/>
                </a:cubicBezTo>
                <a:cubicBezTo>
                  <a:pt x="180250" y="30592"/>
                  <a:pt x="179098" y="35412"/>
                  <a:pt x="178479" y="41355"/>
                </a:cubicBezTo>
                <a:cubicBezTo>
                  <a:pt x="177859" y="47299"/>
                  <a:pt x="177550" y="53817"/>
                  <a:pt x="177550" y="60909"/>
                </a:cubicBezTo>
                <a:cubicBezTo>
                  <a:pt x="177550" y="68701"/>
                  <a:pt x="177822" y="75219"/>
                  <a:pt x="178367" y="80463"/>
                </a:cubicBezTo>
                <a:cubicBezTo>
                  <a:pt x="178912" y="85707"/>
                  <a:pt x="180076" y="90402"/>
                  <a:pt x="181860" y="94548"/>
                </a:cubicBezTo>
                <a:cubicBezTo>
                  <a:pt x="183495" y="98444"/>
                  <a:pt x="185811" y="101415"/>
                  <a:pt x="188808" y="103463"/>
                </a:cubicBezTo>
                <a:cubicBezTo>
                  <a:pt x="191805" y="105511"/>
                  <a:pt x="195781" y="106535"/>
                  <a:pt x="200735" y="106535"/>
                </a:cubicBezTo>
                <a:cubicBezTo>
                  <a:pt x="205392" y="106535"/>
                  <a:pt x="209256" y="105561"/>
                  <a:pt x="212327" y="103613"/>
                </a:cubicBezTo>
                <a:cubicBezTo>
                  <a:pt x="215399" y="101665"/>
                  <a:pt x="217777" y="98718"/>
                  <a:pt x="219461" y="94772"/>
                </a:cubicBezTo>
                <a:close/>
                <a:moveTo>
                  <a:pt x="291653" y="95147"/>
                </a:moveTo>
                <a:lnTo>
                  <a:pt x="270697" y="144294"/>
                </a:lnTo>
                <a:lnTo>
                  <a:pt x="259848" y="144294"/>
                </a:lnTo>
                <a:lnTo>
                  <a:pt x="272778" y="95147"/>
                </a:lnTo>
                <a:lnTo>
                  <a:pt x="291653" y="95147"/>
                </a:lnTo>
                <a:close/>
                <a:moveTo>
                  <a:pt x="390890" y="60759"/>
                </a:moveTo>
                <a:cubicBezTo>
                  <a:pt x="390890" y="80814"/>
                  <a:pt x="387781" y="95530"/>
                  <a:pt x="381564" y="104908"/>
                </a:cubicBezTo>
                <a:cubicBezTo>
                  <a:pt x="375346" y="114283"/>
                  <a:pt x="365698" y="118971"/>
                  <a:pt x="352619" y="118971"/>
                </a:cubicBezTo>
                <a:cubicBezTo>
                  <a:pt x="339343" y="118971"/>
                  <a:pt x="329645" y="114220"/>
                  <a:pt x="323527" y="104718"/>
                </a:cubicBezTo>
                <a:cubicBezTo>
                  <a:pt x="317408" y="95216"/>
                  <a:pt x="314349" y="80613"/>
                  <a:pt x="314349" y="60909"/>
                </a:cubicBezTo>
                <a:cubicBezTo>
                  <a:pt x="314349" y="41056"/>
                  <a:pt x="317446" y="26390"/>
                  <a:pt x="323638" y="16913"/>
                </a:cubicBezTo>
                <a:cubicBezTo>
                  <a:pt x="329831" y="7436"/>
                  <a:pt x="339491" y="2697"/>
                  <a:pt x="352619" y="2697"/>
                </a:cubicBezTo>
                <a:cubicBezTo>
                  <a:pt x="365896" y="2697"/>
                  <a:pt x="375594" y="7511"/>
                  <a:pt x="381712" y="17138"/>
                </a:cubicBezTo>
                <a:cubicBezTo>
                  <a:pt x="387831" y="26765"/>
                  <a:pt x="390890" y="41305"/>
                  <a:pt x="390890" y="60759"/>
                </a:cubicBezTo>
                <a:moveTo>
                  <a:pt x="371346" y="94772"/>
                </a:moveTo>
                <a:cubicBezTo>
                  <a:pt x="373080" y="90727"/>
                  <a:pt x="374256" y="85970"/>
                  <a:pt x="374876" y="80500"/>
                </a:cubicBezTo>
                <a:cubicBezTo>
                  <a:pt x="375495" y="75031"/>
                  <a:pt x="375805" y="68451"/>
                  <a:pt x="375805" y="60759"/>
                </a:cubicBezTo>
                <a:cubicBezTo>
                  <a:pt x="375805" y="53167"/>
                  <a:pt x="375495" y="46575"/>
                  <a:pt x="374876" y="40981"/>
                </a:cubicBezTo>
                <a:cubicBezTo>
                  <a:pt x="374256" y="35387"/>
                  <a:pt x="373055" y="30642"/>
                  <a:pt x="371272" y="26746"/>
                </a:cubicBezTo>
                <a:cubicBezTo>
                  <a:pt x="369538" y="22900"/>
                  <a:pt x="367172" y="20003"/>
                  <a:pt x="364175" y="18055"/>
                </a:cubicBezTo>
                <a:cubicBezTo>
                  <a:pt x="361178" y="16108"/>
                  <a:pt x="357326" y="15134"/>
                  <a:pt x="352619" y="15134"/>
                </a:cubicBezTo>
                <a:cubicBezTo>
                  <a:pt x="347963" y="15134"/>
                  <a:pt x="344111" y="16108"/>
                  <a:pt x="341064" y="18055"/>
                </a:cubicBezTo>
                <a:cubicBezTo>
                  <a:pt x="338017" y="20003"/>
                  <a:pt x="335602" y="22950"/>
                  <a:pt x="333819" y="26896"/>
                </a:cubicBezTo>
                <a:cubicBezTo>
                  <a:pt x="332134" y="30592"/>
                  <a:pt x="330983" y="35412"/>
                  <a:pt x="330363" y="41355"/>
                </a:cubicBezTo>
                <a:cubicBezTo>
                  <a:pt x="329744" y="47299"/>
                  <a:pt x="329434" y="53817"/>
                  <a:pt x="329434" y="60909"/>
                </a:cubicBezTo>
                <a:cubicBezTo>
                  <a:pt x="329434" y="68701"/>
                  <a:pt x="329707" y="75219"/>
                  <a:pt x="330252" y="80463"/>
                </a:cubicBezTo>
                <a:cubicBezTo>
                  <a:pt x="330797" y="85707"/>
                  <a:pt x="331961" y="90402"/>
                  <a:pt x="333744" y="94548"/>
                </a:cubicBezTo>
                <a:cubicBezTo>
                  <a:pt x="335379" y="98444"/>
                  <a:pt x="337695" y="101415"/>
                  <a:pt x="340693" y="103463"/>
                </a:cubicBezTo>
                <a:cubicBezTo>
                  <a:pt x="343690" y="105511"/>
                  <a:pt x="347665" y="106535"/>
                  <a:pt x="352619" y="106535"/>
                </a:cubicBezTo>
                <a:cubicBezTo>
                  <a:pt x="357276" y="106535"/>
                  <a:pt x="361141" y="105561"/>
                  <a:pt x="364212" y="103613"/>
                </a:cubicBezTo>
                <a:cubicBezTo>
                  <a:pt x="367284" y="101665"/>
                  <a:pt x="369662" y="98718"/>
                  <a:pt x="371346" y="94772"/>
                </a:cubicBezTo>
                <a:close/>
                <a:moveTo>
                  <a:pt x="487530" y="54150"/>
                </a:moveTo>
                <a:cubicBezTo>
                  <a:pt x="487530" y="63914"/>
                  <a:pt x="486428" y="72778"/>
                  <a:pt x="484223" y="80739"/>
                </a:cubicBezTo>
                <a:cubicBezTo>
                  <a:pt x="482019" y="88701"/>
                  <a:pt x="478687" y="95486"/>
                  <a:pt x="474228" y="101094"/>
                </a:cubicBezTo>
                <a:cubicBezTo>
                  <a:pt x="469720" y="106803"/>
                  <a:pt x="464073" y="111210"/>
                  <a:pt x="457285" y="114315"/>
                </a:cubicBezTo>
                <a:cubicBezTo>
                  <a:pt x="450498" y="117419"/>
                  <a:pt x="442522" y="118971"/>
                  <a:pt x="433357" y="118971"/>
                </a:cubicBezTo>
                <a:cubicBezTo>
                  <a:pt x="430781" y="118971"/>
                  <a:pt x="428354" y="118834"/>
                  <a:pt x="426075" y="118559"/>
                </a:cubicBezTo>
                <a:cubicBezTo>
                  <a:pt x="423796" y="118285"/>
                  <a:pt x="421765" y="117848"/>
                  <a:pt x="419981" y="117248"/>
                </a:cubicBezTo>
                <a:lnTo>
                  <a:pt x="419981" y="102939"/>
                </a:lnTo>
                <a:lnTo>
                  <a:pt x="420724" y="102939"/>
                </a:lnTo>
                <a:cubicBezTo>
                  <a:pt x="422161" y="103688"/>
                  <a:pt x="424192" y="104400"/>
                  <a:pt x="426818" y="105074"/>
                </a:cubicBezTo>
                <a:cubicBezTo>
                  <a:pt x="429444" y="105748"/>
                  <a:pt x="432366" y="106085"/>
                  <a:pt x="435587" y="106085"/>
                </a:cubicBezTo>
                <a:cubicBezTo>
                  <a:pt x="446535" y="106085"/>
                  <a:pt x="455118" y="102761"/>
                  <a:pt x="461335" y="96114"/>
                </a:cubicBezTo>
                <a:cubicBezTo>
                  <a:pt x="467553" y="89467"/>
                  <a:pt x="471157" y="80298"/>
                  <a:pt x="472148" y="68609"/>
                </a:cubicBezTo>
                <a:cubicBezTo>
                  <a:pt x="467540" y="71413"/>
                  <a:pt x="463206" y="73415"/>
                  <a:pt x="459143" y="74617"/>
                </a:cubicBezTo>
                <a:cubicBezTo>
                  <a:pt x="455081" y="75817"/>
                  <a:pt x="450647" y="76417"/>
                  <a:pt x="445842" y="76417"/>
                </a:cubicBezTo>
                <a:cubicBezTo>
                  <a:pt x="441284" y="76417"/>
                  <a:pt x="437160" y="75967"/>
                  <a:pt x="433469" y="75066"/>
                </a:cubicBezTo>
                <a:cubicBezTo>
                  <a:pt x="429778" y="74166"/>
                  <a:pt x="426075" y="72414"/>
                  <a:pt x="422359" y="69810"/>
                </a:cubicBezTo>
                <a:cubicBezTo>
                  <a:pt x="418000" y="66757"/>
                  <a:pt x="414718" y="62879"/>
                  <a:pt x="412513" y="58175"/>
                </a:cubicBezTo>
                <a:cubicBezTo>
                  <a:pt x="410308" y="53470"/>
                  <a:pt x="409206" y="47840"/>
                  <a:pt x="409206" y="41285"/>
                </a:cubicBezTo>
                <a:cubicBezTo>
                  <a:pt x="409206" y="29874"/>
                  <a:pt x="412922" y="20590"/>
                  <a:pt x="420353" y="13434"/>
                </a:cubicBezTo>
                <a:cubicBezTo>
                  <a:pt x="427784" y="6276"/>
                  <a:pt x="436850" y="2697"/>
                  <a:pt x="447551" y="2697"/>
                </a:cubicBezTo>
                <a:cubicBezTo>
                  <a:pt x="452901" y="2697"/>
                  <a:pt x="457855" y="3536"/>
                  <a:pt x="462413" y="5214"/>
                </a:cubicBezTo>
                <a:cubicBezTo>
                  <a:pt x="466971" y="6892"/>
                  <a:pt x="470959" y="9408"/>
                  <a:pt x="474377" y="12762"/>
                </a:cubicBezTo>
                <a:cubicBezTo>
                  <a:pt x="478588" y="16918"/>
                  <a:pt x="481833" y="22264"/>
                  <a:pt x="484112" y="28799"/>
                </a:cubicBezTo>
                <a:cubicBezTo>
                  <a:pt x="486391" y="35334"/>
                  <a:pt x="487530" y="43785"/>
                  <a:pt x="487530" y="54150"/>
                </a:cubicBezTo>
                <a:moveTo>
                  <a:pt x="472519" y="50856"/>
                </a:moveTo>
                <a:cubicBezTo>
                  <a:pt x="472519" y="43150"/>
                  <a:pt x="471727" y="36961"/>
                  <a:pt x="470141" y="32288"/>
                </a:cubicBezTo>
                <a:cubicBezTo>
                  <a:pt x="468556" y="27613"/>
                  <a:pt x="466376" y="23983"/>
                  <a:pt x="463602" y="21399"/>
                </a:cubicBezTo>
                <a:cubicBezTo>
                  <a:pt x="461274" y="19161"/>
                  <a:pt x="458772" y="17557"/>
                  <a:pt x="456096" y="16588"/>
                </a:cubicBezTo>
                <a:cubicBezTo>
                  <a:pt x="453421" y="15618"/>
                  <a:pt x="450523" y="15134"/>
                  <a:pt x="447402" y="15134"/>
                </a:cubicBezTo>
                <a:cubicBezTo>
                  <a:pt x="440268" y="15134"/>
                  <a:pt x="434633" y="17371"/>
                  <a:pt x="430496" y="21846"/>
                </a:cubicBezTo>
                <a:cubicBezTo>
                  <a:pt x="426360" y="26321"/>
                  <a:pt x="424291" y="32610"/>
                  <a:pt x="424291" y="40714"/>
                </a:cubicBezTo>
                <a:cubicBezTo>
                  <a:pt x="424291" y="45437"/>
                  <a:pt x="424960" y="49290"/>
                  <a:pt x="426298" y="52272"/>
                </a:cubicBezTo>
                <a:cubicBezTo>
                  <a:pt x="427635" y="55255"/>
                  <a:pt x="429889" y="57866"/>
                  <a:pt x="433060" y="60104"/>
                </a:cubicBezTo>
                <a:cubicBezTo>
                  <a:pt x="435289" y="61644"/>
                  <a:pt x="437742" y="62676"/>
                  <a:pt x="440417" y="63199"/>
                </a:cubicBezTo>
                <a:cubicBezTo>
                  <a:pt x="443092" y="63720"/>
                  <a:pt x="446064" y="63981"/>
                  <a:pt x="449334" y="63981"/>
                </a:cubicBezTo>
                <a:cubicBezTo>
                  <a:pt x="453198" y="63981"/>
                  <a:pt x="457112" y="63459"/>
                  <a:pt x="461075" y="62415"/>
                </a:cubicBezTo>
                <a:cubicBezTo>
                  <a:pt x="465039" y="61370"/>
                  <a:pt x="468754" y="59854"/>
                  <a:pt x="472222" y="57866"/>
                </a:cubicBezTo>
                <a:cubicBezTo>
                  <a:pt x="472272" y="56821"/>
                  <a:pt x="472333" y="55790"/>
                  <a:pt x="472408" y="54770"/>
                </a:cubicBezTo>
                <a:cubicBezTo>
                  <a:pt x="472482" y="53751"/>
                  <a:pt x="472519" y="52446"/>
                  <a:pt x="472519" y="50856"/>
                </a:cubicBezTo>
                <a:close/>
                <a:moveTo>
                  <a:pt x="574584" y="62798"/>
                </a:moveTo>
                <a:cubicBezTo>
                  <a:pt x="576962" y="64952"/>
                  <a:pt x="578919" y="67656"/>
                  <a:pt x="580455" y="70911"/>
                </a:cubicBezTo>
                <a:cubicBezTo>
                  <a:pt x="581991" y="74164"/>
                  <a:pt x="582759" y="78368"/>
                  <a:pt x="582759" y="83525"/>
                </a:cubicBezTo>
                <a:cubicBezTo>
                  <a:pt x="582759" y="88632"/>
                  <a:pt x="581842" y="93314"/>
                  <a:pt x="580009" y="97570"/>
                </a:cubicBezTo>
                <a:cubicBezTo>
                  <a:pt x="578176" y="101825"/>
                  <a:pt x="575600" y="105530"/>
                  <a:pt x="572281" y="108684"/>
                </a:cubicBezTo>
                <a:cubicBezTo>
                  <a:pt x="568565" y="112188"/>
                  <a:pt x="564193" y="114779"/>
                  <a:pt x="559165" y="116457"/>
                </a:cubicBezTo>
                <a:cubicBezTo>
                  <a:pt x="554136" y="118133"/>
                  <a:pt x="548625" y="118971"/>
                  <a:pt x="542631" y="118971"/>
                </a:cubicBezTo>
                <a:cubicBezTo>
                  <a:pt x="536487" y="118971"/>
                  <a:pt x="530443" y="118232"/>
                  <a:pt x="524499" y="116754"/>
                </a:cubicBezTo>
                <a:cubicBezTo>
                  <a:pt x="518554" y="115276"/>
                  <a:pt x="513674" y="113660"/>
                  <a:pt x="509859" y="111906"/>
                </a:cubicBezTo>
                <a:lnTo>
                  <a:pt x="509859" y="96196"/>
                </a:lnTo>
                <a:lnTo>
                  <a:pt x="510974" y="96196"/>
                </a:lnTo>
                <a:cubicBezTo>
                  <a:pt x="515185" y="99037"/>
                  <a:pt x="520139" y="101395"/>
                  <a:pt x="525836" y="103271"/>
                </a:cubicBezTo>
                <a:cubicBezTo>
                  <a:pt x="531533" y="105147"/>
                  <a:pt x="537032" y="106085"/>
                  <a:pt x="542333" y="106085"/>
                </a:cubicBezTo>
                <a:cubicBezTo>
                  <a:pt x="545454" y="106085"/>
                  <a:pt x="548774" y="105558"/>
                  <a:pt x="552291" y="104505"/>
                </a:cubicBezTo>
                <a:cubicBezTo>
                  <a:pt x="555808" y="103450"/>
                  <a:pt x="558657" y="101893"/>
                  <a:pt x="560837" y="99834"/>
                </a:cubicBezTo>
                <a:cubicBezTo>
                  <a:pt x="563116" y="97626"/>
                  <a:pt x="564812" y="95192"/>
                  <a:pt x="565927" y="92532"/>
                </a:cubicBezTo>
                <a:cubicBezTo>
                  <a:pt x="567042" y="89871"/>
                  <a:pt x="567599" y="86506"/>
                  <a:pt x="567599" y="82439"/>
                </a:cubicBezTo>
                <a:cubicBezTo>
                  <a:pt x="567599" y="78423"/>
                  <a:pt x="566967" y="75098"/>
                  <a:pt x="565704" y="72463"/>
                </a:cubicBezTo>
                <a:cubicBezTo>
                  <a:pt x="564441" y="69827"/>
                  <a:pt x="562695" y="67756"/>
                  <a:pt x="560465" y="66249"/>
                </a:cubicBezTo>
                <a:cubicBezTo>
                  <a:pt x="558236" y="64693"/>
                  <a:pt x="555536" y="63626"/>
                  <a:pt x="552365" y="63049"/>
                </a:cubicBezTo>
                <a:cubicBezTo>
                  <a:pt x="549195" y="62471"/>
                  <a:pt x="545776" y="62183"/>
                  <a:pt x="542110" y="62183"/>
                </a:cubicBezTo>
                <a:lnTo>
                  <a:pt x="535422" y="62183"/>
                </a:lnTo>
                <a:lnTo>
                  <a:pt x="535422" y="49746"/>
                </a:lnTo>
                <a:lnTo>
                  <a:pt x="540624" y="49746"/>
                </a:lnTo>
                <a:cubicBezTo>
                  <a:pt x="548154" y="49746"/>
                  <a:pt x="554161" y="48153"/>
                  <a:pt x="558645" y="44968"/>
                </a:cubicBezTo>
                <a:cubicBezTo>
                  <a:pt x="563128" y="41782"/>
                  <a:pt x="565370" y="37129"/>
                  <a:pt x="565370" y="31009"/>
                </a:cubicBezTo>
                <a:cubicBezTo>
                  <a:pt x="565370" y="28300"/>
                  <a:pt x="564800" y="25930"/>
                  <a:pt x="563661" y="23899"/>
                </a:cubicBezTo>
                <a:cubicBezTo>
                  <a:pt x="562521" y="21867"/>
                  <a:pt x="560936" y="20198"/>
                  <a:pt x="558905" y="18894"/>
                </a:cubicBezTo>
                <a:cubicBezTo>
                  <a:pt x="556774" y="17590"/>
                  <a:pt x="554496" y="16688"/>
                  <a:pt x="552068" y="16187"/>
                </a:cubicBezTo>
                <a:cubicBezTo>
                  <a:pt x="549641" y="15685"/>
                  <a:pt x="546891" y="15433"/>
                  <a:pt x="543820" y="15433"/>
                </a:cubicBezTo>
                <a:cubicBezTo>
                  <a:pt x="539113" y="15433"/>
                  <a:pt x="534110" y="16282"/>
                  <a:pt x="528809" y="17981"/>
                </a:cubicBezTo>
                <a:cubicBezTo>
                  <a:pt x="523508" y="19679"/>
                  <a:pt x="518504" y="22076"/>
                  <a:pt x="513798" y="25173"/>
                </a:cubicBezTo>
                <a:lnTo>
                  <a:pt x="513055" y="25173"/>
                </a:lnTo>
                <a:lnTo>
                  <a:pt x="513055" y="9566"/>
                </a:lnTo>
                <a:cubicBezTo>
                  <a:pt x="516572" y="7824"/>
                  <a:pt x="521266" y="6219"/>
                  <a:pt x="527137" y="4750"/>
                </a:cubicBezTo>
                <a:cubicBezTo>
                  <a:pt x="533007" y="3282"/>
                  <a:pt x="538692" y="2547"/>
                  <a:pt x="544191" y="2547"/>
                </a:cubicBezTo>
                <a:cubicBezTo>
                  <a:pt x="549591" y="2547"/>
                  <a:pt x="554347" y="3047"/>
                  <a:pt x="558459" y="4048"/>
                </a:cubicBezTo>
                <a:cubicBezTo>
                  <a:pt x="562571" y="5048"/>
                  <a:pt x="566286" y="6649"/>
                  <a:pt x="569605" y="8850"/>
                </a:cubicBezTo>
                <a:cubicBezTo>
                  <a:pt x="573172" y="11250"/>
                  <a:pt x="575872" y="14151"/>
                  <a:pt x="577705" y="17552"/>
                </a:cubicBezTo>
                <a:cubicBezTo>
                  <a:pt x="579538" y="20953"/>
                  <a:pt x="580455" y="24930"/>
                  <a:pt x="580455" y="29483"/>
                </a:cubicBezTo>
                <a:cubicBezTo>
                  <a:pt x="580455" y="35684"/>
                  <a:pt x="578288" y="41099"/>
                  <a:pt x="573953" y="45726"/>
                </a:cubicBezTo>
                <a:cubicBezTo>
                  <a:pt x="569618" y="50353"/>
                  <a:pt x="564503" y="53266"/>
                  <a:pt x="558607" y="54466"/>
                </a:cubicBezTo>
                <a:lnTo>
                  <a:pt x="558607" y="55515"/>
                </a:lnTo>
                <a:cubicBezTo>
                  <a:pt x="560985" y="55916"/>
                  <a:pt x="563710" y="56755"/>
                  <a:pt x="566782" y="58032"/>
                </a:cubicBezTo>
                <a:cubicBezTo>
                  <a:pt x="569853" y="59307"/>
                  <a:pt x="572454" y="60896"/>
                  <a:pt x="574584" y="62798"/>
                </a:cubicBezTo>
                <a:close/>
                <a:moveTo>
                  <a:pt x="720556" y="92398"/>
                </a:moveTo>
                <a:cubicBezTo>
                  <a:pt x="720556" y="100034"/>
                  <a:pt x="717422" y="106297"/>
                  <a:pt x="711156" y="111187"/>
                </a:cubicBezTo>
                <a:cubicBezTo>
                  <a:pt x="704889" y="116077"/>
                  <a:pt x="696330" y="118522"/>
                  <a:pt x="685481" y="118522"/>
                </a:cubicBezTo>
                <a:cubicBezTo>
                  <a:pt x="679338" y="118522"/>
                  <a:pt x="673703" y="117783"/>
                  <a:pt x="668575" y="116305"/>
                </a:cubicBezTo>
                <a:cubicBezTo>
                  <a:pt x="663448" y="114827"/>
                  <a:pt x="659150" y="113210"/>
                  <a:pt x="655682" y="111456"/>
                </a:cubicBezTo>
                <a:lnTo>
                  <a:pt x="655682" y="95597"/>
                </a:lnTo>
                <a:lnTo>
                  <a:pt x="656425" y="95597"/>
                </a:lnTo>
                <a:cubicBezTo>
                  <a:pt x="660834" y="98988"/>
                  <a:pt x="665739" y="101685"/>
                  <a:pt x="671139" y="103685"/>
                </a:cubicBezTo>
                <a:cubicBezTo>
                  <a:pt x="676539" y="105685"/>
                  <a:pt x="681716" y="106685"/>
                  <a:pt x="686670" y="106685"/>
                </a:cubicBezTo>
                <a:cubicBezTo>
                  <a:pt x="692813" y="106685"/>
                  <a:pt x="697619" y="105682"/>
                  <a:pt x="701086" y="103676"/>
                </a:cubicBezTo>
                <a:cubicBezTo>
                  <a:pt x="704554" y="101669"/>
                  <a:pt x="706288" y="98508"/>
                  <a:pt x="706288" y="94194"/>
                </a:cubicBezTo>
                <a:cubicBezTo>
                  <a:pt x="706288" y="90901"/>
                  <a:pt x="705347" y="88406"/>
                  <a:pt x="703464" y="86709"/>
                </a:cubicBezTo>
                <a:cubicBezTo>
                  <a:pt x="701582" y="85013"/>
                  <a:pt x="697965" y="83565"/>
                  <a:pt x="692615" y="82366"/>
                </a:cubicBezTo>
                <a:cubicBezTo>
                  <a:pt x="690633" y="81918"/>
                  <a:pt x="688045" y="81395"/>
                  <a:pt x="684849" y="80795"/>
                </a:cubicBezTo>
                <a:cubicBezTo>
                  <a:pt x="681654" y="80196"/>
                  <a:pt x="678743" y="79548"/>
                  <a:pt x="676118" y="78850"/>
                </a:cubicBezTo>
                <a:cubicBezTo>
                  <a:pt x="668835" y="76904"/>
                  <a:pt x="663671" y="74046"/>
                  <a:pt x="660624" y="70279"/>
                </a:cubicBezTo>
                <a:cubicBezTo>
                  <a:pt x="657577" y="66511"/>
                  <a:pt x="656054" y="61882"/>
                  <a:pt x="656054" y="56393"/>
                </a:cubicBezTo>
                <a:cubicBezTo>
                  <a:pt x="656054" y="52950"/>
                  <a:pt x="656760" y="49706"/>
                  <a:pt x="658172" y="46663"/>
                </a:cubicBezTo>
                <a:cubicBezTo>
                  <a:pt x="659584" y="43618"/>
                  <a:pt x="661726" y="40897"/>
                  <a:pt x="664600" y="38501"/>
                </a:cubicBezTo>
                <a:cubicBezTo>
                  <a:pt x="667374" y="36157"/>
                  <a:pt x="670904" y="34299"/>
                  <a:pt x="675189" y="32927"/>
                </a:cubicBezTo>
                <a:cubicBezTo>
                  <a:pt x="679474" y="31553"/>
                  <a:pt x="684267" y="30867"/>
                  <a:pt x="689568" y="30867"/>
                </a:cubicBezTo>
                <a:cubicBezTo>
                  <a:pt x="694522" y="30867"/>
                  <a:pt x="699538" y="31476"/>
                  <a:pt x="704616" y="32695"/>
                </a:cubicBezTo>
                <a:cubicBezTo>
                  <a:pt x="709694" y="33914"/>
                  <a:pt x="713917" y="35395"/>
                  <a:pt x="717286" y="37139"/>
                </a:cubicBezTo>
                <a:lnTo>
                  <a:pt x="717286" y="52144"/>
                </a:lnTo>
                <a:lnTo>
                  <a:pt x="716543" y="52144"/>
                </a:lnTo>
                <a:cubicBezTo>
                  <a:pt x="712976" y="49496"/>
                  <a:pt x="708641" y="47261"/>
                  <a:pt x="703539" y="45438"/>
                </a:cubicBezTo>
                <a:cubicBezTo>
                  <a:pt x="698436" y="43615"/>
                  <a:pt x="693432" y="42704"/>
                  <a:pt x="688528" y="42704"/>
                </a:cubicBezTo>
                <a:cubicBezTo>
                  <a:pt x="683425" y="42704"/>
                  <a:pt x="679115" y="43695"/>
                  <a:pt x="675598" y="45677"/>
                </a:cubicBezTo>
                <a:cubicBezTo>
                  <a:pt x="672080" y="47659"/>
                  <a:pt x="670322" y="50607"/>
                  <a:pt x="670322" y="54520"/>
                </a:cubicBezTo>
                <a:cubicBezTo>
                  <a:pt x="670322" y="57963"/>
                  <a:pt x="671387" y="60558"/>
                  <a:pt x="673517" y="62304"/>
                </a:cubicBezTo>
                <a:cubicBezTo>
                  <a:pt x="675598" y="64051"/>
                  <a:pt x="678966" y="65474"/>
                  <a:pt x="683623" y="66573"/>
                </a:cubicBezTo>
                <a:cubicBezTo>
                  <a:pt x="686199" y="67172"/>
                  <a:pt x="689085" y="67771"/>
                  <a:pt x="692281" y="68371"/>
                </a:cubicBezTo>
                <a:cubicBezTo>
                  <a:pt x="695476" y="68968"/>
                  <a:pt x="698139" y="69517"/>
                  <a:pt x="700269" y="70016"/>
                </a:cubicBezTo>
                <a:cubicBezTo>
                  <a:pt x="706759" y="71513"/>
                  <a:pt x="711762" y="74083"/>
                  <a:pt x="715280" y="77726"/>
                </a:cubicBezTo>
                <a:cubicBezTo>
                  <a:pt x="718797" y="81419"/>
                  <a:pt x="720556" y="86310"/>
                  <a:pt x="720556" y="92398"/>
                </a:cubicBezTo>
                <a:close/>
                <a:moveTo>
                  <a:pt x="755405" y="18880"/>
                </a:moveTo>
                <a:lnTo>
                  <a:pt x="739651" y="18880"/>
                </a:lnTo>
                <a:lnTo>
                  <a:pt x="739651" y="4195"/>
                </a:lnTo>
                <a:lnTo>
                  <a:pt x="755405" y="4195"/>
                </a:lnTo>
                <a:lnTo>
                  <a:pt x="755405" y="18880"/>
                </a:lnTo>
                <a:moveTo>
                  <a:pt x="754513" y="116574"/>
                </a:moveTo>
                <a:lnTo>
                  <a:pt x="740542" y="116574"/>
                </a:lnTo>
                <a:lnTo>
                  <a:pt x="740542" y="32814"/>
                </a:lnTo>
                <a:lnTo>
                  <a:pt x="754513" y="32814"/>
                </a:lnTo>
                <a:lnTo>
                  <a:pt x="754513" y="116574"/>
                </a:lnTo>
                <a:close/>
                <a:moveTo>
                  <a:pt x="825194" y="115836"/>
                </a:moveTo>
                <a:cubicBezTo>
                  <a:pt x="822569" y="116533"/>
                  <a:pt x="819708" y="117104"/>
                  <a:pt x="816611" y="117550"/>
                </a:cubicBezTo>
                <a:cubicBezTo>
                  <a:pt x="813515" y="117998"/>
                  <a:pt x="810753" y="118222"/>
                  <a:pt x="808326" y="118222"/>
                </a:cubicBezTo>
                <a:cubicBezTo>
                  <a:pt x="799854" y="118222"/>
                  <a:pt x="793414" y="115922"/>
                  <a:pt x="789005" y="111323"/>
                </a:cubicBezTo>
                <a:cubicBezTo>
                  <a:pt x="784596" y="106723"/>
                  <a:pt x="782391" y="99348"/>
                  <a:pt x="782391" y="89198"/>
                </a:cubicBezTo>
                <a:lnTo>
                  <a:pt x="782391" y="44652"/>
                </a:lnTo>
                <a:lnTo>
                  <a:pt x="772954" y="44652"/>
                </a:lnTo>
                <a:lnTo>
                  <a:pt x="772954" y="32814"/>
                </a:lnTo>
                <a:lnTo>
                  <a:pt x="782391" y="32814"/>
                </a:lnTo>
                <a:lnTo>
                  <a:pt x="782391" y="8691"/>
                </a:lnTo>
                <a:lnTo>
                  <a:pt x="796362" y="8691"/>
                </a:lnTo>
                <a:lnTo>
                  <a:pt x="796362" y="32814"/>
                </a:lnTo>
                <a:lnTo>
                  <a:pt x="825194" y="32814"/>
                </a:lnTo>
                <a:lnTo>
                  <a:pt x="825194" y="44652"/>
                </a:lnTo>
                <a:lnTo>
                  <a:pt x="796362" y="44652"/>
                </a:lnTo>
                <a:lnTo>
                  <a:pt x="796362" y="82879"/>
                </a:lnTo>
                <a:cubicBezTo>
                  <a:pt x="796362" y="87285"/>
                  <a:pt x="796461" y="90728"/>
                  <a:pt x="796659" y="93206"/>
                </a:cubicBezTo>
                <a:cubicBezTo>
                  <a:pt x="796857" y="95685"/>
                  <a:pt x="797551" y="98000"/>
                  <a:pt x="798740" y="100153"/>
                </a:cubicBezTo>
                <a:cubicBezTo>
                  <a:pt x="799830" y="102155"/>
                  <a:pt x="801328" y="103620"/>
                  <a:pt x="803235" y="104547"/>
                </a:cubicBezTo>
                <a:cubicBezTo>
                  <a:pt x="805143" y="105473"/>
                  <a:pt x="808053" y="105935"/>
                  <a:pt x="811967" y="105935"/>
                </a:cubicBezTo>
                <a:cubicBezTo>
                  <a:pt x="814246" y="105935"/>
                  <a:pt x="816624" y="105598"/>
                  <a:pt x="819101" y="104924"/>
                </a:cubicBezTo>
                <a:cubicBezTo>
                  <a:pt x="821578" y="104250"/>
                  <a:pt x="823361" y="103688"/>
                  <a:pt x="824451" y="103238"/>
                </a:cubicBezTo>
                <a:lnTo>
                  <a:pt x="825194" y="103238"/>
                </a:lnTo>
                <a:lnTo>
                  <a:pt x="825194" y="115836"/>
                </a:lnTo>
                <a:close/>
                <a:moveTo>
                  <a:pt x="911537" y="76118"/>
                </a:moveTo>
                <a:lnTo>
                  <a:pt x="850379" y="76118"/>
                </a:lnTo>
                <a:cubicBezTo>
                  <a:pt x="850379" y="81275"/>
                  <a:pt x="851147" y="85768"/>
                  <a:pt x="852683" y="89598"/>
                </a:cubicBezTo>
                <a:cubicBezTo>
                  <a:pt x="854219" y="93429"/>
                  <a:pt x="856324" y="96571"/>
                  <a:pt x="858999" y="99024"/>
                </a:cubicBezTo>
                <a:cubicBezTo>
                  <a:pt x="861576" y="101428"/>
                  <a:pt x="864635" y="103231"/>
                  <a:pt x="868177" y="104432"/>
                </a:cubicBezTo>
                <a:cubicBezTo>
                  <a:pt x="871719" y="105634"/>
                  <a:pt x="875620" y="106235"/>
                  <a:pt x="879881" y="106235"/>
                </a:cubicBezTo>
                <a:cubicBezTo>
                  <a:pt x="885529" y="106235"/>
                  <a:pt x="891213" y="105090"/>
                  <a:pt x="896935" y="102801"/>
                </a:cubicBezTo>
                <a:cubicBezTo>
                  <a:pt x="902657" y="100511"/>
                  <a:pt x="906732" y="98259"/>
                  <a:pt x="909159" y="96046"/>
                </a:cubicBezTo>
                <a:lnTo>
                  <a:pt x="909903" y="96046"/>
                </a:lnTo>
                <a:lnTo>
                  <a:pt x="909903" y="111456"/>
                </a:lnTo>
                <a:cubicBezTo>
                  <a:pt x="905196" y="113460"/>
                  <a:pt x="900391" y="115139"/>
                  <a:pt x="895486" y="116492"/>
                </a:cubicBezTo>
                <a:cubicBezTo>
                  <a:pt x="890582" y="117845"/>
                  <a:pt x="885429" y="118522"/>
                  <a:pt x="880029" y="118522"/>
                </a:cubicBezTo>
                <a:cubicBezTo>
                  <a:pt x="866257" y="118522"/>
                  <a:pt x="855507" y="114757"/>
                  <a:pt x="847778" y="107228"/>
                </a:cubicBezTo>
                <a:cubicBezTo>
                  <a:pt x="840050" y="99698"/>
                  <a:pt x="836186" y="89004"/>
                  <a:pt x="836186" y="75144"/>
                </a:cubicBezTo>
                <a:cubicBezTo>
                  <a:pt x="836186" y="61437"/>
                  <a:pt x="839889" y="50555"/>
                  <a:pt x="847295" y="42500"/>
                </a:cubicBezTo>
                <a:cubicBezTo>
                  <a:pt x="854702" y="34445"/>
                  <a:pt x="864449" y="30417"/>
                  <a:pt x="876537" y="30417"/>
                </a:cubicBezTo>
                <a:cubicBezTo>
                  <a:pt x="887733" y="30417"/>
                  <a:pt x="896366" y="33719"/>
                  <a:pt x="902434" y="40323"/>
                </a:cubicBezTo>
                <a:cubicBezTo>
                  <a:pt x="908503" y="46927"/>
                  <a:pt x="911537" y="56307"/>
                  <a:pt x="911537" y="68464"/>
                </a:cubicBezTo>
                <a:lnTo>
                  <a:pt x="911537" y="76118"/>
                </a:lnTo>
                <a:moveTo>
                  <a:pt x="897938" y="65329"/>
                </a:moveTo>
                <a:cubicBezTo>
                  <a:pt x="897889" y="57937"/>
                  <a:pt x="896044" y="52219"/>
                  <a:pt x="892402" y="48173"/>
                </a:cubicBezTo>
                <a:cubicBezTo>
                  <a:pt x="888761" y="44127"/>
                  <a:pt x="883225" y="42104"/>
                  <a:pt x="875794" y="42104"/>
                </a:cubicBezTo>
                <a:cubicBezTo>
                  <a:pt x="868313" y="42104"/>
                  <a:pt x="862356" y="44327"/>
                  <a:pt x="857922" y="48772"/>
                </a:cubicBezTo>
                <a:cubicBezTo>
                  <a:pt x="853488" y="53217"/>
                  <a:pt x="850974" y="58736"/>
                  <a:pt x="850379" y="65329"/>
                </a:cubicBezTo>
                <a:lnTo>
                  <a:pt x="897938" y="65329"/>
                </a:lnTo>
                <a:close/>
                <a:moveTo>
                  <a:pt x="991909" y="92398"/>
                </a:moveTo>
                <a:cubicBezTo>
                  <a:pt x="991909" y="100034"/>
                  <a:pt x="988776" y="106297"/>
                  <a:pt x="982509" y="111187"/>
                </a:cubicBezTo>
                <a:cubicBezTo>
                  <a:pt x="976242" y="116077"/>
                  <a:pt x="967684" y="118522"/>
                  <a:pt x="956834" y="118522"/>
                </a:cubicBezTo>
                <a:cubicBezTo>
                  <a:pt x="950691" y="118522"/>
                  <a:pt x="945056" y="117783"/>
                  <a:pt x="939929" y="116305"/>
                </a:cubicBezTo>
                <a:cubicBezTo>
                  <a:pt x="934801" y="114827"/>
                  <a:pt x="930504" y="113210"/>
                  <a:pt x="927036" y="111456"/>
                </a:cubicBezTo>
                <a:lnTo>
                  <a:pt x="927036" y="95597"/>
                </a:lnTo>
                <a:lnTo>
                  <a:pt x="927779" y="95597"/>
                </a:lnTo>
                <a:cubicBezTo>
                  <a:pt x="932188" y="98988"/>
                  <a:pt x="937092" y="101685"/>
                  <a:pt x="942492" y="103685"/>
                </a:cubicBezTo>
                <a:cubicBezTo>
                  <a:pt x="947892" y="105685"/>
                  <a:pt x="953069" y="106685"/>
                  <a:pt x="958023" y="106685"/>
                </a:cubicBezTo>
                <a:cubicBezTo>
                  <a:pt x="964166" y="106685"/>
                  <a:pt x="968972" y="105682"/>
                  <a:pt x="972440" y="103676"/>
                </a:cubicBezTo>
                <a:cubicBezTo>
                  <a:pt x="975908" y="101669"/>
                  <a:pt x="977642" y="98508"/>
                  <a:pt x="977642" y="94194"/>
                </a:cubicBezTo>
                <a:cubicBezTo>
                  <a:pt x="977642" y="90901"/>
                  <a:pt x="976700" y="88406"/>
                  <a:pt x="974818" y="86709"/>
                </a:cubicBezTo>
                <a:cubicBezTo>
                  <a:pt x="972935" y="85013"/>
                  <a:pt x="969319" y="83565"/>
                  <a:pt x="963968" y="82366"/>
                </a:cubicBezTo>
                <a:cubicBezTo>
                  <a:pt x="961987" y="81918"/>
                  <a:pt x="959398" y="81395"/>
                  <a:pt x="956203" y="80795"/>
                </a:cubicBezTo>
                <a:cubicBezTo>
                  <a:pt x="953007" y="80196"/>
                  <a:pt x="950097" y="79548"/>
                  <a:pt x="947471" y="78850"/>
                </a:cubicBezTo>
                <a:cubicBezTo>
                  <a:pt x="940189" y="76904"/>
                  <a:pt x="935024" y="74046"/>
                  <a:pt x="931977" y="70279"/>
                </a:cubicBezTo>
                <a:cubicBezTo>
                  <a:pt x="928931" y="66511"/>
                  <a:pt x="927407" y="61882"/>
                  <a:pt x="927407" y="56393"/>
                </a:cubicBezTo>
                <a:cubicBezTo>
                  <a:pt x="927407" y="52950"/>
                  <a:pt x="928113" y="49706"/>
                  <a:pt x="929525" y="46663"/>
                </a:cubicBezTo>
                <a:cubicBezTo>
                  <a:pt x="930937" y="43618"/>
                  <a:pt x="933080" y="40897"/>
                  <a:pt x="935953" y="38501"/>
                </a:cubicBezTo>
                <a:cubicBezTo>
                  <a:pt x="938727" y="36157"/>
                  <a:pt x="942257" y="34299"/>
                  <a:pt x="946542" y="32927"/>
                </a:cubicBezTo>
                <a:cubicBezTo>
                  <a:pt x="950828" y="31553"/>
                  <a:pt x="955621" y="30867"/>
                  <a:pt x="960922" y="30867"/>
                </a:cubicBezTo>
                <a:cubicBezTo>
                  <a:pt x="965876" y="30867"/>
                  <a:pt x="970892" y="31476"/>
                  <a:pt x="975970" y="32695"/>
                </a:cubicBezTo>
                <a:cubicBezTo>
                  <a:pt x="981048" y="33914"/>
                  <a:pt x="985271" y="35395"/>
                  <a:pt x="988640" y="37139"/>
                </a:cubicBezTo>
                <a:lnTo>
                  <a:pt x="988640" y="52144"/>
                </a:lnTo>
                <a:lnTo>
                  <a:pt x="987897" y="52144"/>
                </a:lnTo>
                <a:cubicBezTo>
                  <a:pt x="984330" y="49496"/>
                  <a:pt x="979995" y="47261"/>
                  <a:pt x="974892" y="45438"/>
                </a:cubicBezTo>
                <a:cubicBezTo>
                  <a:pt x="969789" y="43615"/>
                  <a:pt x="964786" y="42704"/>
                  <a:pt x="959881" y="42704"/>
                </a:cubicBezTo>
                <a:cubicBezTo>
                  <a:pt x="954779" y="42704"/>
                  <a:pt x="950468" y="43695"/>
                  <a:pt x="946951" y="45677"/>
                </a:cubicBezTo>
                <a:cubicBezTo>
                  <a:pt x="943434" y="47659"/>
                  <a:pt x="941675" y="50607"/>
                  <a:pt x="941675" y="54520"/>
                </a:cubicBezTo>
                <a:cubicBezTo>
                  <a:pt x="941675" y="57963"/>
                  <a:pt x="942740" y="60558"/>
                  <a:pt x="944870" y="62304"/>
                </a:cubicBezTo>
                <a:cubicBezTo>
                  <a:pt x="946951" y="64051"/>
                  <a:pt x="950320" y="65474"/>
                  <a:pt x="954977" y="66573"/>
                </a:cubicBezTo>
                <a:cubicBezTo>
                  <a:pt x="957553" y="67172"/>
                  <a:pt x="960439" y="67771"/>
                  <a:pt x="963634" y="68371"/>
                </a:cubicBezTo>
                <a:cubicBezTo>
                  <a:pt x="966829" y="68968"/>
                  <a:pt x="969492" y="69517"/>
                  <a:pt x="971622" y="70016"/>
                </a:cubicBezTo>
                <a:cubicBezTo>
                  <a:pt x="978112" y="71513"/>
                  <a:pt x="983116" y="74083"/>
                  <a:pt x="986633" y="77726"/>
                </a:cubicBezTo>
                <a:cubicBezTo>
                  <a:pt x="990151" y="81419"/>
                  <a:pt x="991909" y="86310"/>
                  <a:pt x="991909" y="92398"/>
                </a:cubicBezTo>
                <a:close/>
                <a:moveTo>
                  <a:pt x="1053659" y="73720"/>
                </a:moveTo>
                <a:cubicBezTo>
                  <a:pt x="1053659" y="88754"/>
                  <a:pt x="1051231" y="102264"/>
                  <a:pt x="1046376" y="114251"/>
                </a:cubicBezTo>
                <a:cubicBezTo>
                  <a:pt x="1041521" y="126238"/>
                  <a:pt x="1034710" y="137301"/>
                  <a:pt x="1025941" y="147441"/>
                </a:cubicBezTo>
                <a:lnTo>
                  <a:pt x="1008924" y="147441"/>
                </a:lnTo>
                <a:lnTo>
                  <a:pt x="1008924" y="146691"/>
                </a:lnTo>
                <a:cubicBezTo>
                  <a:pt x="1012738" y="143245"/>
                  <a:pt x="1016565" y="139037"/>
                  <a:pt x="1020405" y="134067"/>
                </a:cubicBezTo>
                <a:cubicBezTo>
                  <a:pt x="1024244" y="129098"/>
                  <a:pt x="1027625" y="123541"/>
                  <a:pt x="1030548" y="117398"/>
                </a:cubicBezTo>
                <a:cubicBezTo>
                  <a:pt x="1033620" y="111005"/>
                  <a:pt x="1036060" y="104262"/>
                  <a:pt x="1037868" y="97170"/>
                </a:cubicBezTo>
                <a:cubicBezTo>
                  <a:pt x="1039676" y="90078"/>
                  <a:pt x="1040580" y="82261"/>
                  <a:pt x="1040580" y="73720"/>
                </a:cubicBezTo>
                <a:cubicBezTo>
                  <a:pt x="1040580" y="65529"/>
                  <a:pt x="1039664" y="57738"/>
                  <a:pt x="1037831" y="50346"/>
                </a:cubicBezTo>
                <a:cubicBezTo>
                  <a:pt x="1035998" y="42954"/>
                  <a:pt x="1033570" y="36186"/>
                  <a:pt x="1030548" y="30042"/>
                </a:cubicBezTo>
                <a:cubicBezTo>
                  <a:pt x="1027427" y="23699"/>
                  <a:pt x="1024046" y="18143"/>
                  <a:pt x="1020405" y="13373"/>
                </a:cubicBezTo>
                <a:cubicBezTo>
                  <a:pt x="1016763" y="8603"/>
                  <a:pt x="1012936" y="4395"/>
                  <a:pt x="1008924" y="749"/>
                </a:cubicBezTo>
                <a:lnTo>
                  <a:pt x="1008924" y="0"/>
                </a:lnTo>
                <a:lnTo>
                  <a:pt x="1025941" y="0"/>
                </a:lnTo>
                <a:cubicBezTo>
                  <a:pt x="1034710" y="10139"/>
                  <a:pt x="1041521" y="21202"/>
                  <a:pt x="1046376" y="33189"/>
                </a:cubicBezTo>
                <a:cubicBezTo>
                  <a:pt x="1051231" y="45176"/>
                  <a:pt x="1053659" y="58687"/>
                  <a:pt x="1053659" y="737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2863E-0639-4795-B95A-4099961C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3" y="1431904"/>
            <a:ext cx="547880" cy="552361"/>
          </a:xfrm>
          <a:custGeom xmlns:a="http://schemas.openxmlformats.org/drawingml/2006/main">
            <a:pathLst>
              <a:path w="547880" h="552361">
                <a:moveTo>
                  <a:pt x="0" y="0"/>
                </a:moveTo>
                <a:lnTo>
                  <a:pt x="547880" y="0"/>
                </a:lnTo>
                <a:lnTo>
                  <a:pt x="547880" y="552361"/>
                </a:lnTo>
                <a:lnTo>
                  <a:pt x="0" y="5523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506ed20c64d43"/>
          <a:stretch xmlns:a="http://schemas.openxmlformats.org/drawingml/2006/main"/>
        </p:blipFill>
        <p:spPr>
          <a:xfrm xmlns:a="http://schemas.openxmlformats.org/drawingml/2006/main">
            <a:off x="424403" y="1432360"/>
            <a:ext cx="547880" cy="551449"/>
          </a:xfrm>
          <a:prstGeom xmlns:a="http://schemas.openxmlformats.org/drawingml/2006/main" prst="rect">
            <a:avLst/>
          </a:prstGeom>
        </p:spPr>
      </p:pic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39FE94-093F-4BF1-8192-FE8231A2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" y="1126320"/>
            <a:ext cx="1333754" cy="254012"/>
          </a:xfrm>
          <a:custGeom xmlns:a="http://schemas.openxmlformats.org/drawingml/2006/main">
            <a:pathLst>
              <a:path w="1333754" h="254012">
                <a:moveTo>
                  <a:pt x="0" y="0"/>
                </a:moveTo>
                <a:lnTo>
                  <a:pt x="1333754" y="0"/>
                </a:lnTo>
                <a:lnTo>
                  <a:pt x="1333754" y="254012"/>
                </a:lnTo>
                <a:lnTo>
                  <a:pt x="0" y="2540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Questionnaire">
            <a:extLst xmlns:a="http://schemas.openxmlformats.org/drawingml/2006/main">
              <a:ext uri="{FF2B5EF4-FFF2-40B4-BE49-F238E27FC236}">
                <a16:creationId xmlns:a16="http://schemas.microsoft.com/office/drawing/2014/main" id="{DA7DFA37-AE47-4586-91E5-0E40F9BB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81" y="1248669"/>
            <a:ext cx="1131469" cy="155344"/>
          </a:xfrm>
          <a:custGeom xmlns:a="http://schemas.openxmlformats.org/drawingml/2006/main">
            <a:pathLst>
              <a:path w="1131469" h="155344">
                <a:moveTo>
                  <a:pt x="113752" y="153072"/>
                </a:moveTo>
                <a:cubicBezTo>
                  <a:pt x="110532" y="153884"/>
                  <a:pt x="107352" y="154465"/>
                  <a:pt x="104212" y="154817"/>
                </a:cubicBezTo>
                <a:cubicBezTo>
                  <a:pt x="101073" y="155169"/>
                  <a:pt x="97866" y="155344"/>
                  <a:pt x="94592" y="155344"/>
                </a:cubicBezTo>
                <a:cubicBezTo>
                  <a:pt x="85254" y="155344"/>
                  <a:pt x="77753" y="152774"/>
                  <a:pt x="72091" y="147634"/>
                </a:cubicBezTo>
                <a:cubicBezTo>
                  <a:pt x="66429" y="142495"/>
                  <a:pt x="63356" y="135137"/>
                  <a:pt x="62873" y="125558"/>
                </a:cubicBezTo>
                <a:cubicBezTo>
                  <a:pt x="61585" y="125774"/>
                  <a:pt x="60338" y="125923"/>
                  <a:pt x="59130" y="126004"/>
                </a:cubicBezTo>
                <a:cubicBezTo>
                  <a:pt x="57922" y="126086"/>
                  <a:pt x="56755" y="126126"/>
                  <a:pt x="55628" y="126126"/>
                </a:cubicBezTo>
                <a:cubicBezTo>
                  <a:pt x="47202" y="126126"/>
                  <a:pt x="39541" y="124717"/>
                  <a:pt x="32644" y="121898"/>
                </a:cubicBezTo>
                <a:cubicBezTo>
                  <a:pt x="25748" y="119079"/>
                  <a:pt x="19884" y="114986"/>
                  <a:pt x="15054" y="109617"/>
                </a:cubicBezTo>
                <a:cubicBezTo>
                  <a:pt x="10224" y="104250"/>
                  <a:pt x="6507" y="97664"/>
                  <a:pt x="3904" y="89857"/>
                </a:cubicBezTo>
                <a:cubicBezTo>
                  <a:pt x="1301" y="82050"/>
                  <a:pt x="0" y="73132"/>
                  <a:pt x="0" y="63104"/>
                </a:cubicBezTo>
                <a:cubicBezTo>
                  <a:pt x="0" y="53237"/>
                  <a:pt x="1288" y="44387"/>
                  <a:pt x="3864" y="36553"/>
                </a:cubicBezTo>
                <a:cubicBezTo>
                  <a:pt x="6440" y="28720"/>
                  <a:pt x="10197" y="22011"/>
                  <a:pt x="15135" y="16428"/>
                </a:cubicBezTo>
                <a:cubicBezTo>
                  <a:pt x="19858" y="11113"/>
                  <a:pt x="25721" y="7047"/>
                  <a:pt x="32725" y="4228"/>
                </a:cubicBezTo>
                <a:cubicBezTo>
                  <a:pt x="39729" y="1409"/>
                  <a:pt x="47363" y="0"/>
                  <a:pt x="55628" y="0"/>
                </a:cubicBezTo>
                <a:cubicBezTo>
                  <a:pt x="64215" y="0"/>
                  <a:pt x="71930" y="1424"/>
                  <a:pt x="78773" y="4271"/>
                </a:cubicBezTo>
                <a:cubicBezTo>
                  <a:pt x="85616" y="7117"/>
                  <a:pt x="91425" y="11169"/>
                  <a:pt x="96202" y="16428"/>
                </a:cubicBezTo>
                <a:cubicBezTo>
                  <a:pt x="101086" y="21849"/>
                  <a:pt x="104829" y="28490"/>
                  <a:pt x="107432" y="36351"/>
                </a:cubicBezTo>
                <a:cubicBezTo>
                  <a:pt x="110035" y="44211"/>
                  <a:pt x="111337" y="53129"/>
                  <a:pt x="111337" y="63104"/>
                </a:cubicBezTo>
                <a:cubicBezTo>
                  <a:pt x="111337" y="77904"/>
                  <a:pt x="108345" y="90373"/>
                  <a:pt x="102361" y="100512"/>
                </a:cubicBezTo>
                <a:cubicBezTo>
                  <a:pt x="96376" y="110649"/>
                  <a:pt x="88339" y="117750"/>
                  <a:pt x="78250" y="121817"/>
                </a:cubicBezTo>
                <a:cubicBezTo>
                  <a:pt x="78464" y="127911"/>
                  <a:pt x="79913" y="132641"/>
                  <a:pt x="82597" y="136008"/>
                </a:cubicBezTo>
                <a:cubicBezTo>
                  <a:pt x="85280" y="139376"/>
                  <a:pt x="90164" y="141060"/>
                  <a:pt x="97249" y="141060"/>
                </a:cubicBezTo>
                <a:cubicBezTo>
                  <a:pt x="99449" y="141060"/>
                  <a:pt x="102065" y="140731"/>
                  <a:pt x="105098" y="140073"/>
                </a:cubicBezTo>
                <a:cubicBezTo>
                  <a:pt x="108130" y="139417"/>
                  <a:pt x="110290" y="138826"/>
                  <a:pt x="111578" y="138300"/>
                </a:cubicBezTo>
                <a:lnTo>
                  <a:pt x="113752" y="138300"/>
                </a:lnTo>
                <a:lnTo>
                  <a:pt x="113752" y="153072"/>
                </a:lnTo>
                <a:moveTo>
                  <a:pt x="94753" y="63104"/>
                </a:moveTo>
                <a:cubicBezTo>
                  <a:pt x="94753" y="47399"/>
                  <a:pt x="91264" y="35282"/>
                  <a:pt x="84287" y="26753"/>
                </a:cubicBezTo>
                <a:cubicBezTo>
                  <a:pt x="77310" y="18224"/>
                  <a:pt x="67784" y="13960"/>
                  <a:pt x="55709" y="13960"/>
                </a:cubicBezTo>
                <a:cubicBezTo>
                  <a:pt x="43526" y="13960"/>
                  <a:pt x="33959" y="18224"/>
                  <a:pt x="27009" y="26753"/>
                </a:cubicBezTo>
                <a:cubicBezTo>
                  <a:pt x="20059" y="35282"/>
                  <a:pt x="16584" y="47399"/>
                  <a:pt x="16584" y="63104"/>
                </a:cubicBezTo>
                <a:cubicBezTo>
                  <a:pt x="16584" y="78971"/>
                  <a:pt x="20126" y="91115"/>
                  <a:pt x="27210" y="99535"/>
                </a:cubicBezTo>
                <a:cubicBezTo>
                  <a:pt x="34295" y="107956"/>
                  <a:pt x="43794" y="112166"/>
                  <a:pt x="55709" y="112166"/>
                </a:cubicBezTo>
                <a:cubicBezTo>
                  <a:pt x="67623" y="112166"/>
                  <a:pt x="77109" y="107956"/>
                  <a:pt x="84167" y="99535"/>
                </a:cubicBezTo>
                <a:cubicBezTo>
                  <a:pt x="91224" y="91115"/>
                  <a:pt x="94753" y="78971"/>
                  <a:pt x="94753" y="63104"/>
                </a:cubicBezTo>
                <a:close/>
                <a:moveTo>
                  <a:pt x="209936" y="123529"/>
                </a:moveTo>
                <a:lnTo>
                  <a:pt x="194801" y="123529"/>
                </a:lnTo>
                <a:lnTo>
                  <a:pt x="194801" y="113523"/>
                </a:lnTo>
                <a:cubicBezTo>
                  <a:pt x="189703" y="117588"/>
                  <a:pt x="184819" y="120705"/>
                  <a:pt x="180149" y="122875"/>
                </a:cubicBezTo>
                <a:cubicBezTo>
                  <a:pt x="175480" y="125042"/>
                  <a:pt x="170328" y="126126"/>
                  <a:pt x="164693" y="126126"/>
                </a:cubicBezTo>
                <a:cubicBezTo>
                  <a:pt x="155247" y="126126"/>
                  <a:pt x="147894" y="123213"/>
                  <a:pt x="142635" y="117386"/>
                </a:cubicBezTo>
                <a:cubicBezTo>
                  <a:pt x="137375" y="111559"/>
                  <a:pt x="134745" y="103008"/>
                  <a:pt x="134745" y="91734"/>
                </a:cubicBezTo>
                <a:lnTo>
                  <a:pt x="134745" y="32790"/>
                </a:lnTo>
                <a:lnTo>
                  <a:pt x="149880" y="32790"/>
                </a:lnTo>
                <a:lnTo>
                  <a:pt x="149880" y="84462"/>
                </a:lnTo>
                <a:cubicBezTo>
                  <a:pt x="149880" y="89066"/>
                  <a:pt x="150095" y="93007"/>
                  <a:pt x="150524" y="96284"/>
                </a:cubicBezTo>
                <a:cubicBezTo>
                  <a:pt x="150953" y="99561"/>
                  <a:pt x="151866" y="102363"/>
                  <a:pt x="153261" y="104692"/>
                </a:cubicBezTo>
                <a:cubicBezTo>
                  <a:pt x="154710" y="107076"/>
                  <a:pt x="156589" y="108810"/>
                  <a:pt x="158896" y="109894"/>
                </a:cubicBezTo>
                <a:cubicBezTo>
                  <a:pt x="161204" y="110976"/>
                  <a:pt x="164559" y="111517"/>
                  <a:pt x="168959" y="111517"/>
                </a:cubicBezTo>
                <a:cubicBezTo>
                  <a:pt x="172877" y="111517"/>
                  <a:pt x="177157" y="110488"/>
                  <a:pt x="181800" y="108430"/>
                </a:cubicBezTo>
                <a:cubicBezTo>
                  <a:pt x="186442" y="106371"/>
                  <a:pt x="190776" y="103744"/>
                  <a:pt x="194801" y="100550"/>
                </a:cubicBezTo>
                <a:lnTo>
                  <a:pt x="194801" y="32790"/>
                </a:lnTo>
                <a:lnTo>
                  <a:pt x="209936" y="32790"/>
                </a:lnTo>
                <a:lnTo>
                  <a:pt x="209936" y="123529"/>
                </a:lnTo>
                <a:close/>
                <a:moveTo>
                  <a:pt x="314859" y="79701"/>
                </a:moveTo>
                <a:lnTo>
                  <a:pt x="248605" y="79701"/>
                </a:lnTo>
                <a:cubicBezTo>
                  <a:pt x="248605" y="85288"/>
                  <a:pt x="249437" y="90156"/>
                  <a:pt x="251100" y="94305"/>
                </a:cubicBezTo>
                <a:cubicBezTo>
                  <a:pt x="252764" y="98455"/>
                  <a:pt x="255045" y="101859"/>
                  <a:pt x="257943" y="104517"/>
                </a:cubicBezTo>
                <a:cubicBezTo>
                  <a:pt x="260734" y="107121"/>
                  <a:pt x="264048" y="109074"/>
                  <a:pt x="267885" y="110376"/>
                </a:cubicBezTo>
                <a:cubicBezTo>
                  <a:pt x="271723" y="111678"/>
                  <a:pt x="275949" y="112329"/>
                  <a:pt x="280565" y="112329"/>
                </a:cubicBezTo>
                <a:cubicBezTo>
                  <a:pt x="286683" y="112329"/>
                  <a:pt x="292842" y="111088"/>
                  <a:pt x="299040" y="108608"/>
                </a:cubicBezTo>
                <a:cubicBezTo>
                  <a:pt x="305239" y="106127"/>
                  <a:pt x="309653" y="103688"/>
                  <a:pt x="312283" y="101290"/>
                </a:cubicBezTo>
                <a:lnTo>
                  <a:pt x="313088" y="101290"/>
                </a:lnTo>
                <a:lnTo>
                  <a:pt x="313088" y="117985"/>
                </a:lnTo>
                <a:cubicBezTo>
                  <a:pt x="307990" y="120156"/>
                  <a:pt x="302784" y="121974"/>
                  <a:pt x="297471" y="123440"/>
                </a:cubicBezTo>
                <a:cubicBezTo>
                  <a:pt x="292157" y="124906"/>
                  <a:pt x="286576" y="125639"/>
                  <a:pt x="280726" y="125639"/>
                </a:cubicBezTo>
                <a:cubicBezTo>
                  <a:pt x="265806" y="125639"/>
                  <a:pt x="254159" y="121561"/>
                  <a:pt x="245787" y="113404"/>
                </a:cubicBezTo>
                <a:cubicBezTo>
                  <a:pt x="237415" y="105247"/>
                  <a:pt x="233228" y="93661"/>
                  <a:pt x="233228" y="78646"/>
                </a:cubicBezTo>
                <a:cubicBezTo>
                  <a:pt x="233228" y="63797"/>
                  <a:pt x="237240" y="52009"/>
                  <a:pt x="245264" y="43282"/>
                </a:cubicBezTo>
                <a:cubicBezTo>
                  <a:pt x="253287" y="34556"/>
                  <a:pt x="263847" y="30192"/>
                  <a:pt x="276942" y="30192"/>
                </a:cubicBezTo>
                <a:cubicBezTo>
                  <a:pt x="289071" y="30192"/>
                  <a:pt x="298423" y="33769"/>
                  <a:pt x="304998" y="40924"/>
                </a:cubicBezTo>
                <a:cubicBezTo>
                  <a:pt x="311572" y="48078"/>
                  <a:pt x="314859" y="58240"/>
                  <a:pt x="314859" y="71410"/>
                </a:cubicBezTo>
                <a:lnTo>
                  <a:pt x="314859" y="79701"/>
                </a:lnTo>
                <a:moveTo>
                  <a:pt x="300127" y="68014"/>
                </a:moveTo>
                <a:cubicBezTo>
                  <a:pt x="300073" y="60006"/>
                  <a:pt x="298074" y="53811"/>
                  <a:pt x="294130" y="49428"/>
                </a:cubicBezTo>
                <a:cubicBezTo>
                  <a:pt x="290185" y="45045"/>
                  <a:pt x="284187" y="42854"/>
                  <a:pt x="276137" y="42854"/>
                </a:cubicBezTo>
                <a:cubicBezTo>
                  <a:pt x="268033" y="42854"/>
                  <a:pt x="261579" y="45261"/>
                  <a:pt x="256776" y="50077"/>
                </a:cubicBezTo>
                <a:cubicBezTo>
                  <a:pt x="251972" y="54893"/>
                  <a:pt x="249249" y="60872"/>
                  <a:pt x="248605" y="68014"/>
                </a:cubicBezTo>
                <a:lnTo>
                  <a:pt x="300127" y="68014"/>
                </a:lnTo>
                <a:close/>
                <a:moveTo>
                  <a:pt x="401929" y="97339"/>
                </a:moveTo>
                <a:cubicBezTo>
                  <a:pt x="401929" y="105611"/>
                  <a:pt x="398534" y="112395"/>
                  <a:pt x="391745" y="117693"/>
                </a:cubicBezTo>
                <a:cubicBezTo>
                  <a:pt x="384956" y="122990"/>
                  <a:pt x="375685" y="125639"/>
                  <a:pt x="363931" y="125639"/>
                </a:cubicBezTo>
                <a:cubicBezTo>
                  <a:pt x="357276" y="125639"/>
                  <a:pt x="351171" y="124838"/>
                  <a:pt x="345617" y="123237"/>
                </a:cubicBezTo>
                <a:cubicBezTo>
                  <a:pt x="340062" y="121636"/>
                  <a:pt x="335406" y="119885"/>
                  <a:pt x="331649" y="117985"/>
                </a:cubicBezTo>
                <a:lnTo>
                  <a:pt x="331649" y="100803"/>
                </a:lnTo>
                <a:lnTo>
                  <a:pt x="332454" y="100803"/>
                </a:lnTo>
                <a:cubicBezTo>
                  <a:pt x="337231" y="104478"/>
                  <a:pt x="342544" y="107399"/>
                  <a:pt x="348394" y="109566"/>
                </a:cubicBezTo>
                <a:cubicBezTo>
                  <a:pt x="354244" y="111732"/>
                  <a:pt x="359852" y="112815"/>
                  <a:pt x="365219" y="112815"/>
                </a:cubicBezTo>
                <a:cubicBezTo>
                  <a:pt x="371874" y="112815"/>
                  <a:pt x="377080" y="111729"/>
                  <a:pt x="380837" y="109556"/>
                </a:cubicBezTo>
                <a:cubicBezTo>
                  <a:pt x="384594" y="107382"/>
                  <a:pt x="386472" y="103958"/>
                  <a:pt x="386472" y="99284"/>
                </a:cubicBezTo>
                <a:cubicBezTo>
                  <a:pt x="386472" y="95716"/>
                  <a:pt x="385453" y="93014"/>
                  <a:pt x="383413" y="91176"/>
                </a:cubicBezTo>
                <a:cubicBezTo>
                  <a:pt x="381374" y="89338"/>
                  <a:pt x="377456" y="87769"/>
                  <a:pt x="371660" y="86471"/>
                </a:cubicBezTo>
                <a:cubicBezTo>
                  <a:pt x="369513" y="85985"/>
                  <a:pt x="366709" y="85418"/>
                  <a:pt x="363247" y="84769"/>
                </a:cubicBezTo>
                <a:cubicBezTo>
                  <a:pt x="359785" y="84120"/>
                  <a:pt x="356632" y="83417"/>
                  <a:pt x="353788" y="82661"/>
                </a:cubicBezTo>
                <a:cubicBezTo>
                  <a:pt x="345898" y="80553"/>
                  <a:pt x="340303" y="77458"/>
                  <a:pt x="337003" y="73376"/>
                </a:cubicBezTo>
                <a:cubicBezTo>
                  <a:pt x="333702" y="69294"/>
                  <a:pt x="332052" y="64280"/>
                  <a:pt x="332052" y="58333"/>
                </a:cubicBezTo>
                <a:cubicBezTo>
                  <a:pt x="332052" y="54603"/>
                  <a:pt x="332816" y="51089"/>
                  <a:pt x="334346" y="47792"/>
                </a:cubicBezTo>
                <a:cubicBezTo>
                  <a:pt x="335876" y="44493"/>
                  <a:pt x="338197" y="41546"/>
                  <a:pt x="341310" y="38950"/>
                </a:cubicBezTo>
                <a:cubicBezTo>
                  <a:pt x="344315" y="36411"/>
                  <a:pt x="348139" y="34398"/>
                  <a:pt x="352781" y="32911"/>
                </a:cubicBezTo>
                <a:cubicBezTo>
                  <a:pt x="357424" y="31423"/>
                  <a:pt x="362616" y="30679"/>
                  <a:pt x="368359" y="30679"/>
                </a:cubicBezTo>
                <a:cubicBezTo>
                  <a:pt x="373726" y="30679"/>
                  <a:pt x="379160" y="31340"/>
                  <a:pt x="384661" y="32660"/>
                </a:cubicBezTo>
                <a:cubicBezTo>
                  <a:pt x="390162" y="33981"/>
                  <a:pt x="394737" y="35585"/>
                  <a:pt x="398387" y="37474"/>
                </a:cubicBezTo>
                <a:lnTo>
                  <a:pt x="398387" y="53729"/>
                </a:lnTo>
                <a:lnTo>
                  <a:pt x="397582" y="53729"/>
                </a:lnTo>
                <a:cubicBezTo>
                  <a:pt x="393718" y="50862"/>
                  <a:pt x="389022" y="48440"/>
                  <a:pt x="383494" y="46465"/>
                </a:cubicBezTo>
                <a:cubicBezTo>
                  <a:pt x="377966" y="44490"/>
                  <a:pt x="372545" y="43503"/>
                  <a:pt x="367232" y="43503"/>
                </a:cubicBezTo>
                <a:cubicBezTo>
                  <a:pt x="361704" y="43503"/>
                  <a:pt x="357035" y="44577"/>
                  <a:pt x="353224" y="46724"/>
                </a:cubicBezTo>
                <a:cubicBezTo>
                  <a:pt x="349414" y="48871"/>
                  <a:pt x="347508" y="52065"/>
                  <a:pt x="347508" y="56304"/>
                </a:cubicBezTo>
                <a:cubicBezTo>
                  <a:pt x="347508" y="60034"/>
                  <a:pt x="348662" y="62845"/>
                  <a:pt x="350970" y="64737"/>
                </a:cubicBezTo>
                <a:cubicBezTo>
                  <a:pt x="353224" y="66629"/>
                  <a:pt x="356874" y="68170"/>
                  <a:pt x="361919" y="69361"/>
                </a:cubicBezTo>
                <a:cubicBezTo>
                  <a:pt x="364709" y="70010"/>
                  <a:pt x="367836" y="70659"/>
                  <a:pt x="371297" y="71309"/>
                </a:cubicBezTo>
                <a:cubicBezTo>
                  <a:pt x="374759" y="71956"/>
                  <a:pt x="377644" y="72551"/>
                  <a:pt x="379951" y="73092"/>
                </a:cubicBezTo>
                <a:cubicBezTo>
                  <a:pt x="386982" y="74713"/>
                  <a:pt x="392403" y="77497"/>
                  <a:pt x="396213" y="81444"/>
                </a:cubicBezTo>
                <a:cubicBezTo>
                  <a:pt x="400024" y="85444"/>
                  <a:pt x="401929" y="90743"/>
                  <a:pt x="401929" y="97339"/>
                </a:cubicBezTo>
                <a:close/>
                <a:moveTo>
                  <a:pt x="470113" y="122730"/>
                </a:moveTo>
                <a:cubicBezTo>
                  <a:pt x="467268" y="123484"/>
                  <a:pt x="464169" y="124103"/>
                  <a:pt x="460814" y="124587"/>
                </a:cubicBezTo>
                <a:cubicBezTo>
                  <a:pt x="457460" y="125072"/>
                  <a:pt x="454468" y="125314"/>
                  <a:pt x="451838" y="125314"/>
                </a:cubicBezTo>
                <a:cubicBezTo>
                  <a:pt x="442661" y="125314"/>
                  <a:pt x="435684" y="122823"/>
                  <a:pt x="430907" y="117840"/>
                </a:cubicBezTo>
                <a:cubicBezTo>
                  <a:pt x="426131" y="112857"/>
                  <a:pt x="423742" y="104868"/>
                  <a:pt x="423742" y="93872"/>
                </a:cubicBezTo>
                <a:lnTo>
                  <a:pt x="423742" y="45613"/>
                </a:lnTo>
                <a:lnTo>
                  <a:pt x="413518" y="45613"/>
                </a:lnTo>
                <a:lnTo>
                  <a:pt x="413518" y="32790"/>
                </a:lnTo>
                <a:lnTo>
                  <a:pt x="423742" y="32790"/>
                </a:lnTo>
                <a:lnTo>
                  <a:pt x="423742" y="6655"/>
                </a:lnTo>
                <a:lnTo>
                  <a:pt x="438877" y="6655"/>
                </a:lnTo>
                <a:lnTo>
                  <a:pt x="438877" y="32790"/>
                </a:lnTo>
                <a:lnTo>
                  <a:pt x="470113" y="32790"/>
                </a:lnTo>
                <a:lnTo>
                  <a:pt x="470113" y="45613"/>
                </a:lnTo>
                <a:lnTo>
                  <a:pt x="438877" y="45613"/>
                </a:lnTo>
                <a:lnTo>
                  <a:pt x="438877" y="87026"/>
                </a:lnTo>
                <a:cubicBezTo>
                  <a:pt x="438877" y="91800"/>
                  <a:pt x="438984" y="95529"/>
                  <a:pt x="439199" y="98214"/>
                </a:cubicBezTo>
                <a:cubicBezTo>
                  <a:pt x="439414" y="100899"/>
                  <a:pt x="440165" y="103407"/>
                  <a:pt x="441453" y="105739"/>
                </a:cubicBezTo>
                <a:cubicBezTo>
                  <a:pt x="442634" y="107909"/>
                  <a:pt x="444257" y="109495"/>
                  <a:pt x="446324" y="110500"/>
                </a:cubicBezTo>
                <a:cubicBezTo>
                  <a:pt x="448390" y="111503"/>
                  <a:pt x="451543" y="112004"/>
                  <a:pt x="455783" y="112004"/>
                </a:cubicBezTo>
                <a:cubicBezTo>
                  <a:pt x="458252" y="112004"/>
                  <a:pt x="460828" y="111639"/>
                  <a:pt x="463511" y="110908"/>
                </a:cubicBezTo>
                <a:cubicBezTo>
                  <a:pt x="466195" y="110178"/>
                  <a:pt x="468127" y="109569"/>
                  <a:pt x="469308" y="109082"/>
                </a:cubicBezTo>
                <a:lnTo>
                  <a:pt x="470113" y="109082"/>
                </a:lnTo>
                <a:lnTo>
                  <a:pt x="470113" y="122730"/>
                </a:lnTo>
                <a:close/>
                <a:moveTo>
                  <a:pt x="504642" y="17693"/>
                </a:moveTo>
                <a:lnTo>
                  <a:pt x="487575" y="17693"/>
                </a:lnTo>
                <a:lnTo>
                  <a:pt x="487575" y="1786"/>
                </a:lnTo>
                <a:lnTo>
                  <a:pt x="504642" y="1786"/>
                </a:lnTo>
                <a:lnTo>
                  <a:pt x="504642" y="17693"/>
                </a:lnTo>
                <a:moveTo>
                  <a:pt x="503676" y="123529"/>
                </a:moveTo>
                <a:lnTo>
                  <a:pt x="488541" y="123529"/>
                </a:lnTo>
                <a:lnTo>
                  <a:pt x="488541" y="32790"/>
                </a:lnTo>
                <a:lnTo>
                  <a:pt x="503676" y="32790"/>
                </a:lnTo>
                <a:lnTo>
                  <a:pt x="503676" y="123529"/>
                </a:lnTo>
                <a:close/>
                <a:moveTo>
                  <a:pt x="610194" y="78200"/>
                </a:moveTo>
                <a:cubicBezTo>
                  <a:pt x="610194" y="93009"/>
                  <a:pt x="606437" y="104698"/>
                  <a:pt x="598924" y="113269"/>
                </a:cubicBezTo>
                <a:cubicBezTo>
                  <a:pt x="591410" y="121841"/>
                  <a:pt x="581347" y="126126"/>
                  <a:pt x="568735" y="126126"/>
                </a:cubicBezTo>
                <a:cubicBezTo>
                  <a:pt x="556015" y="126126"/>
                  <a:pt x="545912" y="121841"/>
                  <a:pt x="538425" y="113269"/>
                </a:cubicBezTo>
                <a:cubicBezTo>
                  <a:pt x="530938" y="104698"/>
                  <a:pt x="527195" y="93009"/>
                  <a:pt x="527195" y="78200"/>
                </a:cubicBezTo>
                <a:cubicBezTo>
                  <a:pt x="527195" y="63391"/>
                  <a:pt x="530938" y="51688"/>
                  <a:pt x="538425" y="43090"/>
                </a:cubicBezTo>
                <a:cubicBezTo>
                  <a:pt x="545912" y="34491"/>
                  <a:pt x="556015" y="30192"/>
                  <a:pt x="568735" y="30192"/>
                </a:cubicBezTo>
                <a:cubicBezTo>
                  <a:pt x="581347" y="30192"/>
                  <a:pt x="591410" y="34491"/>
                  <a:pt x="598924" y="43090"/>
                </a:cubicBezTo>
                <a:cubicBezTo>
                  <a:pt x="606437" y="51688"/>
                  <a:pt x="610194" y="63391"/>
                  <a:pt x="610194" y="78200"/>
                </a:cubicBezTo>
                <a:moveTo>
                  <a:pt x="594577" y="78200"/>
                </a:moveTo>
                <a:cubicBezTo>
                  <a:pt x="594577" y="66472"/>
                  <a:pt x="592296" y="57757"/>
                  <a:pt x="587734" y="52055"/>
                </a:cubicBezTo>
                <a:cubicBezTo>
                  <a:pt x="583172" y="46354"/>
                  <a:pt x="576839" y="43503"/>
                  <a:pt x="568735" y="43503"/>
                </a:cubicBezTo>
                <a:cubicBezTo>
                  <a:pt x="560523" y="43503"/>
                  <a:pt x="554150" y="46354"/>
                  <a:pt x="549615" y="52055"/>
                </a:cubicBezTo>
                <a:cubicBezTo>
                  <a:pt x="545080" y="57757"/>
                  <a:pt x="542813" y="66472"/>
                  <a:pt x="542813" y="78200"/>
                </a:cubicBezTo>
                <a:cubicBezTo>
                  <a:pt x="542813" y="89549"/>
                  <a:pt x="545094" y="98156"/>
                  <a:pt x="549655" y="104020"/>
                </a:cubicBezTo>
                <a:cubicBezTo>
                  <a:pt x="554217" y="109884"/>
                  <a:pt x="560577" y="112815"/>
                  <a:pt x="568735" y="112815"/>
                </a:cubicBezTo>
                <a:cubicBezTo>
                  <a:pt x="576785" y="112815"/>
                  <a:pt x="583105" y="109911"/>
                  <a:pt x="587693" y="104101"/>
                </a:cubicBezTo>
                <a:cubicBezTo>
                  <a:pt x="592282" y="98291"/>
                  <a:pt x="594577" y="89657"/>
                  <a:pt x="594577" y="78200"/>
                </a:cubicBezTo>
                <a:close/>
                <a:moveTo>
                  <a:pt x="708657" y="123529"/>
                </a:moveTo>
                <a:lnTo>
                  <a:pt x="693523" y="123529"/>
                </a:lnTo>
                <a:lnTo>
                  <a:pt x="693523" y="71856"/>
                </a:lnTo>
                <a:cubicBezTo>
                  <a:pt x="693523" y="67685"/>
                  <a:pt x="693281" y="63772"/>
                  <a:pt x="692798" y="60116"/>
                </a:cubicBezTo>
                <a:cubicBezTo>
                  <a:pt x="692315" y="56460"/>
                  <a:pt x="691430" y="53603"/>
                  <a:pt x="690142" y="51546"/>
                </a:cubicBezTo>
                <a:cubicBezTo>
                  <a:pt x="688800" y="49270"/>
                  <a:pt x="686868" y="47577"/>
                  <a:pt x="684345" y="46468"/>
                </a:cubicBezTo>
                <a:cubicBezTo>
                  <a:pt x="681823" y="45357"/>
                  <a:pt x="678549" y="44802"/>
                  <a:pt x="674524" y="44802"/>
                </a:cubicBezTo>
                <a:cubicBezTo>
                  <a:pt x="670391" y="44802"/>
                  <a:pt x="666071" y="45831"/>
                  <a:pt x="661563" y="47891"/>
                </a:cubicBezTo>
                <a:cubicBezTo>
                  <a:pt x="657055" y="49949"/>
                  <a:pt x="652734" y="52575"/>
                  <a:pt x="648602" y="55769"/>
                </a:cubicBezTo>
                <a:lnTo>
                  <a:pt x="648602" y="123529"/>
                </a:lnTo>
                <a:lnTo>
                  <a:pt x="633467" y="123529"/>
                </a:lnTo>
                <a:lnTo>
                  <a:pt x="633467" y="32790"/>
                </a:lnTo>
                <a:lnTo>
                  <a:pt x="648602" y="32790"/>
                </a:lnTo>
                <a:lnTo>
                  <a:pt x="648602" y="42795"/>
                </a:lnTo>
                <a:cubicBezTo>
                  <a:pt x="653325" y="38839"/>
                  <a:pt x="658208" y="35749"/>
                  <a:pt x="663253" y="33528"/>
                </a:cubicBezTo>
                <a:cubicBezTo>
                  <a:pt x="668298" y="31304"/>
                  <a:pt x="673477" y="30192"/>
                  <a:pt x="678791" y="30192"/>
                </a:cubicBezTo>
                <a:cubicBezTo>
                  <a:pt x="688505" y="30192"/>
                  <a:pt x="695911" y="33146"/>
                  <a:pt x="701010" y="39054"/>
                </a:cubicBezTo>
                <a:cubicBezTo>
                  <a:pt x="706108" y="44962"/>
                  <a:pt x="708657" y="53472"/>
                  <a:pt x="708657" y="64585"/>
                </a:cubicBezTo>
                <a:lnTo>
                  <a:pt x="708657" y="123529"/>
                </a:lnTo>
                <a:close/>
                <a:moveTo>
                  <a:pt x="812856" y="123529"/>
                </a:moveTo>
                <a:lnTo>
                  <a:pt x="797722" y="123529"/>
                </a:lnTo>
                <a:lnTo>
                  <a:pt x="797722" y="71856"/>
                </a:lnTo>
                <a:cubicBezTo>
                  <a:pt x="797722" y="67685"/>
                  <a:pt x="797480" y="63772"/>
                  <a:pt x="796997" y="60116"/>
                </a:cubicBezTo>
                <a:cubicBezTo>
                  <a:pt x="796514" y="56460"/>
                  <a:pt x="795629" y="53603"/>
                  <a:pt x="794341" y="51546"/>
                </a:cubicBezTo>
                <a:cubicBezTo>
                  <a:pt x="792999" y="49270"/>
                  <a:pt x="791067" y="47577"/>
                  <a:pt x="788544" y="46468"/>
                </a:cubicBezTo>
                <a:cubicBezTo>
                  <a:pt x="786022" y="45357"/>
                  <a:pt x="782748" y="44802"/>
                  <a:pt x="778723" y="44802"/>
                </a:cubicBezTo>
                <a:cubicBezTo>
                  <a:pt x="774590" y="44802"/>
                  <a:pt x="770270" y="45831"/>
                  <a:pt x="765762" y="47891"/>
                </a:cubicBezTo>
                <a:cubicBezTo>
                  <a:pt x="761253" y="49949"/>
                  <a:pt x="756933" y="52575"/>
                  <a:pt x="752801" y="55769"/>
                </a:cubicBezTo>
                <a:lnTo>
                  <a:pt x="752801" y="123529"/>
                </a:lnTo>
                <a:lnTo>
                  <a:pt x="737666" y="123529"/>
                </a:lnTo>
                <a:lnTo>
                  <a:pt x="737666" y="32790"/>
                </a:lnTo>
                <a:lnTo>
                  <a:pt x="752801" y="32790"/>
                </a:lnTo>
                <a:lnTo>
                  <a:pt x="752801" y="42795"/>
                </a:lnTo>
                <a:cubicBezTo>
                  <a:pt x="757523" y="38839"/>
                  <a:pt x="762407" y="35749"/>
                  <a:pt x="767452" y="33528"/>
                </a:cubicBezTo>
                <a:cubicBezTo>
                  <a:pt x="772497" y="31304"/>
                  <a:pt x="777676" y="30192"/>
                  <a:pt x="782990" y="30192"/>
                </a:cubicBezTo>
                <a:cubicBezTo>
                  <a:pt x="792704" y="30192"/>
                  <a:pt x="800110" y="33146"/>
                  <a:pt x="805209" y="39054"/>
                </a:cubicBezTo>
                <a:cubicBezTo>
                  <a:pt x="810307" y="44962"/>
                  <a:pt x="812856" y="53472"/>
                  <a:pt x="812856" y="64585"/>
                </a:cubicBezTo>
                <a:lnTo>
                  <a:pt x="812856" y="123529"/>
                </a:lnTo>
                <a:close/>
                <a:moveTo>
                  <a:pt x="911742" y="123529"/>
                </a:moveTo>
                <a:lnTo>
                  <a:pt x="896688" y="123529"/>
                </a:lnTo>
                <a:lnTo>
                  <a:pt x="896688" y="113937"/>
                </a:lnTo>
                <a:cubicBezTo>
                  <a:pt x="895346" y="114858"/>
                  <a:pt x="893535" y="116145"/>
                  <a:pt x="891254" y="117797"/>
                </a:cubicBezTo>
                <a:cubicBezTo>
                  <a:pt x="888973" y="119449"/>
                  <a:pt x="886759" y="120763"/>
                  <a:pt x="884612" y="121738"/>
                </a:cubicBezTo>
                <a:cubicBezTo>
                  <a:pt x="882090" y="122984"/>
                  <a:pt x="879192" y="124027"/>
                  <a:pt x="875918" y="124866"/>
                </a:cubicBezTo>
                <a:cubicBezTo>
                  <a:pt x="872644" y="125706"/>
                  <a:pt x="868807" y="126126"/>
                  <a:pt x="864406" y="126126"/>
                </a:cubicBezTo>
                <a:cubicBezTo>
                  <a:pt x="856302" y="126126"/>
                  <a:pt x="849432" y="123417"/>
                  <a:pt x="843797" y="118000"/>
                </a:cubicBezTo>
                <a:cubicBezTo>
                  <a:pt x="838162" y="112582"/>
                  <a:pt x="835344" y="105674"/>
                  <a:pt x="835344" y="97275"/>
                </a:cubicBezTo>
                <a:cubicBezTo>
                  <a:pt x="835344" y="90395"/>
                  <a:pt x="836806" y="84829"/>
                  <a:pt x="839731" y="80576"/>
                </a:cubicBezTo>
                <a:cubicBezTo>
                  <a:pt x="842656" y="76322"/>
                  <a:pt x="846829" y="72977"/>
                  <a:pt x="852250" y="70540"/>
                </a:cubicBezTo>
                <a:cubicBezTo>
                  <a:pt x="857724" y="68102"/>
                  <a:pt x="864299" y="66449"/>
                  <a:pt x="871973" y="65582"/>
                </a:cubicBezTo>
                <a:cubicBezTo>
                  <a:pt x="879648" y="64714"/>
                  <a:pt x="887886" y="64064"/>
                  <a:pt x="896688" y="63631"/>
                </a:cubicBezTo>
                <a:lnTo>
                  <a:pt x="896688" y="61257"/>
                </a:lnTo>
                <a:cubicBezTo>
                  <a:pt x="896688" y="57766"/>
                  <a:pt x="896084" y="54874"/>
                  <a:pt x="894877" y="52583"/>
                </a:cubicBezTo>
                <a:cubicBezTo>
                  <a:pt x="893669" y="50292"/>
                  <a:pt x="891938" y="48491"/>
                  <a:pt x="889684" y="47181"/>
                </a:cubicBezTo>
                <a:cubicBezTo>
                  <a:pt x="887537" y="45926"/>
                  <a:pt x="884961" y="45081"/>
                  <a:pt x="881956" y="44644"/>
                </a:cubicBezTo>
                <a:cubicBezTo>
                  <a:pt x="878950" y="44208"/>
                  <a:pt x="875811" y="43990"/>
                  <a:pt x="872537" y="43990"/>
                </a:cubicBezTo>
                <a:cubicBezTo>
                  <a:pt x="868565" y="43990"/>
                  <a:pt x="864138" y="44532"/>
                  <a:pt x="859254" y="45616"/>
                </a:cubicBezTo>
                <a:cubicBezTo>
                  <a:pt x="854370" y="46698"/>
                  <a:pt x="849325" y="48266"/>
                  <a:pt x="844119" y="50321"/>
                </a:cubicBezTo>
                <a:lnTo>
                  <a:pt x="843314" y="50321"/>
                </a:lnTo>
                <a:lnTo>
                  <a:pt x="843314" y="34819"/>
                </a:lnTo>
                <a:cubicBezTo>
                  <a:pt x="846266" y="34007"/>
                  <a:pt x="850532" y="33114"/>
                  <a:pt x="856114" y="32140"/>
                </a:cubicBezTo>
                <a:cubicBezTo>
                  <a:pt x="861696" y="31166"/>
                  <a:pt x="867197" y="30679"/>
                  <a:pt x="872617" y="30679"/>
                </a:cubicBezTo>
                <a:cubicBezTo>
                  <a:pt x="878950" y="30679"/>
                  <a:pt x="884465" y="31207"/>
                  <a:pt x="889161" y="32262"/>
                </a:cubicBezTo>
                <a:cubicBezTo>
                  <a:pt x="893857" y="33317"/>
                  <a:pt x="897922" y="35116"/>
                  <a:pt x="901357" y="37659"/>
                </a:cubicBezTo>
                <a:cubicBezTo>
                  <a:pt x="904738" y="40148"/>
                  <a:pt x="907314" y="43368"/>
                  <a:pt x="909085" y="47318"/>
                </a:cubicBezTo>
                <a:cubicBezTo>
                  <a:pt x="910857" y="51267"/>
                  <a:pt x="911742" y="56164"/>
                  <a:pt x="911742" y="62008"/>
                </a:cubicBezTo>
                <a:lnTo>
                  <a:pt x="911742" y="123529"/>
                </a:lnTo>
                <a:moveTo>
                  <a:pt x="896688" y="101323"/>
                </a:moveTo>
                <a:lnTo>
                  <a:pt x="896688" y="75968"/>
                </a:lnTo>
                <a:cubicBezTo>
                  <a:pt x="892072" y="76240"/>
                  <a:pt x="886638" y="76648"/>
                  <a:pt x="880386" y="77193"/>
                </a:cubicBezTo>
                <a:cubicBezTo>
                  <a:pt x="874133" y="77736"/>
                  <a:pt x="869182" y="78523"/>
                  <a:pt x="865533" y="79554"/>
                </a:cubicBezTo>
                <a:cubicBezTo>
                  <a:pt x="861186" y="80805"/>
                  <a:pt x="857670" y="82749"/>
                  <a:pt x="854987" y="85385"/>
                </a:cubicBezTo>
                <a:cubicBezTo>
                  <a:pt x="852303" y="88021"/>
                  <a:pt x="850962" y="91649"/>
                  <a:pt x="850962" y="96269"/>
                </a:cubicBezTo>
                <a:cubicBezTo>
                  <a:pt x="850962" y="101487"/>
                  <a:pt x="852518" y="105414"/>
                  <a:pt x="855631" y="108050"/>
                </a:cubicBezTo>
                <a:cubicBezTo>
                  <a:pt x="858744" y="110686"/>
                  <a:pt x="863493" y="112004"/>
                  <a:pt x="869880" y="112004"/>
                </a:cubicBezTo>
                <a:cubicBezTo>
                  <a:pt x="875193" y="112004"/>
                  <a:pt x="880050" y="110958"/>
                  <a:pt x="884451" y="108866"/>
                </a:cubicBezTo>
                <a:cubicBezTo>
                  <a:pt x="888852" y="106773"/>
                  <a:pt x="892931" y="104259"/>
                  <a:pt x="896688" y="101323"/>
                </a:cubicBezTo>
                <a:close/>
                <a:moveTo>
                  <a:pt x="957050" y="17693"/>
                </a:moveTo>
                <a:lnTo>
                  <a:pt x="939983" y="17693"/>
                </a:lnTo>
                <a:lnTo>
                  <a:pt x="939983" y="1786"/>
                </a:lnTo>
                <a:lnTo>
                  <a:pt x="957050" y="1786"/>
                </a:lnTo>
                <a:lnTo>
                  <a:pt x="957050" y="17693"/>
                </a:lnTo>
                <a:moveTo>
                  <a:pt x="956084" y="123529"/>
                </a:moveTo>
                <a:lnTo>
                  <a:pt x="940949" y="123529"/>
                </a:lnTo>
                <a:lnTo>
                  <a:pt x="940949" y="32790"/>
                </a:lnTo>
                <a:lnTo>
                  <a:pt x="956084" y="32790"/>
                </a:lnTo>
                <a:lnTo>
                  <a:pt x="956084" y="123529"/>
                </a:lnTo>
                <a:close/>
                <a:moveTo>
                  <a:pt x="1042074" y="49347"/>
                </a:moveTo>
                <a:lnTo>
                  <a:pt x="1041269" y="49347"/>
                </a:lnTo>
                <a:cubicBezTo>
                  <a:pt x="1039015" y="48834"/>
                  <a:pt x="1036828" y="48463"/>
                  <a:pt x="1034708" y="48233"/>
                </a:cubicBezTo>
                <a:cubicBezTo>
                  <a:pt x="1032588" y="48002"/>
                  <a:pt x="1030079" y="47886"/>
                  <a:pt x="1027181" y="47886"/>
                </a:cubicBezTo>
                <a:cubicBezTo>
                  <a:pt x="1022511" y="47886"/>
                  <a:pt x="1018003" y="48929"/>
                  <a:pt x="1013656" y="51016"/>
                </a:cubicBezTo>
                <a:cubicBezTo>
                  <a:pt x="1009309" y="53100"/>
                  <a:pt x="1005123" y="55795"/>
                  <a:pt x="1001097" y="59099"/>
                </a:cubicBezTo>
                <a:lnTo>
                  <a:pt x="1001097" y="123529"/>
                </a:lnTo>
                <a:lnTo>
                  <a:pt x="985963" y="123529"/>
                </a:lnTo>
                <a:lnTo>
                  <a:pt x="985963" y="32790"/>
                </a:lnTo>
                <a:lnTo>
                  <a:pt x="1001097" y="32790"/>
                </a:lnTo>
                <a:lnTo>
                  <a:pt x="1001097" y="46194"/>
                </a:lnTo>
                <a:cubicBezTo>
                  <a:pt x="1007108" y="41319"/>
                  <a:pt x="1012408" y="37866"/>
                  <a:pt x="1016997" y="35836"/>
                </a:cubicBezTo>
                <a:cubicBezTo>
                  <a:pt x="1021586" y="33805"/>
                  <a:pt x="1026268" y="32790"/>
                  <a:pt x="1031045" y="32790"/>
                </a:cubicBezTo>
                <a:cubicBezTo>
                  <a:pt x="1033675" y="32790"/>
                  <a:pt x="1035580" y="32857"/>
                  <a:pt x="1036761" y="32992"/>
                </a:cubicBezTo>
                <a:cubicBezTo>
                  <a:pt x="1037941" y="33126"/>
                  <a:pt x="1039712" y="33381"/>
                  <a:pt x="1042074" y="33758"/>
                </a:cubicBezTo>
                <a:lnTo>
                  <a:pt x="1042074" y="49347"/>
                </a:lnTo>
                <a:close/>
                <a:moveTo>
                  <a:pt x="1131469" y="79701"/>
                </a:moveTo>
                <a:lnTo>
                  <a:pt x="1065215" y="79701"/>
                </a:lnTo>
                <a:cubicBezTo>
                  <a:pt x="1065215" y="85288"/>
                  <a:pt x="1066046" y="90156"/>
                  <a:pt x="1067710" y="94305"/>
                </a:cubicBezTo>
                <a:cubicBezTo>
                  <a:pt x="1069374" y="98455"/>
                  <a:pt x="1071655" y="101859"/>
                  <a:pt x="1074553" y="104517"/>
                </a:cubicBezTo>
                <a:cubicBezTo>
                  <a:pt x="1077344" y="107121"/>
                  <a:pt x="1080658" y="109074"/>
                  <a:pt x="1084495" y="110376"/>
                </a:cubicBezTo>
                <a:cubicBezTo>
                  <a:pt x="1088333" y="111678"/>
                  <a:pt x="1092559" y="112329"/>
                  <a:pt x="1097175" y="112329"/>
                </a:cubicBezTo>
                <a:cubicBezTo>
                  <a:pt x="1103293" y="112329"/>
                  <a:pt x="1109451" y="111088"/>
                  <a:pt x="1115650" y="108608"/>
                </a:cubicBezTo>
                <a:cubicBezTo>
                  <a:pt x="1121849" y="106127"/>
                  <a:pt x="1126263" y="103688"/>
                  <a:pt x="1128893" y="101290"/>
                </a:cubicBezTo>
                <a:lnTo>
                  <a:pt x="1129698" y="101290"/>
                </a:lnTo>
                <a:lnTo>
                  <a:pt x="1129698" y="117985"/>
                </a:lnTo>
                <a:cubicBezTo>
                  <a:pt x="1124600" y="120156"/>
                  <a:pt x="1119394" y="121974"/>
                  <a:pt x="1114080" y="123440"/>
                </a:cubicBezTo>
                <a:cubicBezTo>
                  <a:pt x="1108767" y="124906"/>
                  <a:pt x="1103186" y="125639"/>
                  <a:pt x="1097336" y="125639"/>
                </a:cubicBezTo>
                <a:cubicBezTo>
                  <a:pt x="1082416" y="125639"/>
                  <a:pt x="1070769" y="121561"/>
                  <a:pt x="1062397" y="113404"/>
                </a:cubicBezTo>
                <a:cubicBezTo>
                  <a:pt x="1054025" y="105247"/>
                  <a:pt x="1049838" y="93661"/>
                  <a:pt x="1049838" y="78646"/>
                </a:cubicBezTo>
                <a:cubicBezTo>
                  <a:pt x="1049838" y="63797"/>
                  <a:pt x="1053850" y="52009"/>
                  <a:pt x="1061874" y="43282"/>
                </a:cubicBezTo>
                <a:cubicBezTo>
                  <a:pt x="1069897" y="34556"/>
                  <a:pt x="1080457" y="30192"/>
                  <a:pt x="1093552" y="30192"/>
                </a:cubicBezTo>
                <a:cubicBezTo>
                  <a:pt x="1105681" y="30192"/>
                  <a:pt x="1115033" y="33769"/>
                  <a:pt x="1121607" y="40924"/>
                </a:cubicBezTo>
                <a:cubicBezTo>
                  <a:pt x="1128182" y="48078"/>
                  <a:pt x="1131469" y="58240"/>
                  <a:pt x="1131469" y="71410"/>
                </a:cubicBezTo>
                <a:lnTo>
                  <a:pt x="1131469" y="79701"/>
                </a:lnTo>
                <a:moveTo>
                  <a:pt x="1116737" y="68014"/>
                </a:moveTo>
                <a:cubicBezTo>
                  <a:pt x="1116683" y="60006"/>
                  <a:pt x="1114684" y="53811"/>
                  <a:pt x="1110739" y="49428"/>
                </a:cubicBezTo>
                <a:cubicBezTo>
                  <a:pt x="1106795" y="45045"/>
                  <a:pt x="1100797" y="42854"/>
                  <a:pt x="1092747" y="42854"/>
                </a:cubicBezTo>
                <a:cubicBezTo>
                  <a:pt x="1084643" y="42854"/>
                  <a:pt x="1078189" y="45261"/>
                  <a:pt x="1073386" y="50077"/>
                </a:cubicBezTo>
                <a:cubicBezTo>
                  <a:pt x="1068582" y="54893"/>
                  <a:pt x="1065859" y="60872"/>
                  <a:pt x="1065215" y="68014"/>
                </a:cubicBezTo>
                <a:lnTo>
                  <a:pt x="1116737" y="68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B862E-870A-4664-A219-023F5524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3" y="2419435"/>
            <a:ext cx="547882" cy="552363"/>
          </a:xfrm>
          <a:custGeom xmlns:a="http://schemas.openxmlformats.org/drawingml/2006/main">
            <a:pathLst>
              <a:path w="547882" h="552363">
                <a:moveTo>
                  <a:pt x="0" y="0"/>
                </a:moveTo>
                <a:lnTo>
                  <a:pt x="547882" y="0"/>
                </a:lnTo>
                <a:lnTo>
                  <a:pt x="547882" y="552363"/>
                </a:lnTo>
                <a:lnTo>
                  <a:pt x="0" y="5523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e2f7995fb4c79"/>
          <a:stretch xmlns:a="http://schemas.openxmlformats.org/drawingml/2006/main"/>
        </p:blipFill>
        <p:spPr>
          <a:xfrm xmlns:a="http://schemas.openxmlformats.org/drawingml/2006/main">
            <a:off x="424403" y="2419891"/>
            <a:ext cx="547882" cy="551451"/>
          </a:xfrm>
          <a:prstGeom xmlns:a="http://schemas.openxmlformats.org/drawingml/2006/main" prst="rect">
            <a:avLst/>
          </a:prstGeom>
        </p:spPr>
      </p:pic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E6D05-8790-45E2-A6B5-67A3154A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" y="2123641"/>
            <a:ext cx="1333754" cy="254012"/>
          </a:xfrm>
          <a:custGeom xmlns:a="http://schemas.openxmlformats.org/drawingml/2006/main">
            <a:pathLst>
              <a:path w="1333754" h="254012">
                <a:moveTo>
                  <a:pt x="0" y="0"/>
                </a:moveTo>
                <a:lnTo>
                  <a:pt x="1333754" y="0"/>
                </a:lnTo>
                <a:lnTo>
                  <a:pt x="1333754" y="254012"/>
                </a:lnTo>
                <a:lnTo>
                  <a:pt x="0" y="2540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Repository">
            <a:extLst xmlns:a="http://schemas.openxmlformats.org/drawingml/2006/main">
              <a:ext uri="{FF2B5EF4-FFF2-40B4-BE49-F238E27FC236}">
                <a16:creationId xmlns:a16="http://schemas.microsoft.com/office/drawing/2014/main" id="{22E9F529-F8D9-4C58-BE51-2D3093BC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11" y="2250686"/>
            <a:ext cx="919616" cy="167119"/>
          </a:xfrm>
          <a:custGeom xmlns:a="http://schemas.openxmlformats.org/drawingml/2006/main">
            <a:pathLst>
              <a:path w="919616" h="167119">
                <a:moveTo>
                  <a:pt x="106810" y="131108"/>
                </a:moveTo>
                <a:lnTo>
                  <a:pt x="84529" y="131108"/>
                </a:lnTo>
                <a:lnTo>
                  <a:pt x="41354" y="79364"/>
                </a:lnTo>
                <a:lnTo>
                  <a:pt x="17166" y="79364"/>
                </a:lnTo>
                <a:lnTo>
                  <a:pt x="17166" y="131108"/>
                </a:lnTo>
                <a:lnTo>
                  <a:pt x="0" y="131108"/>
                </a:lnTo>
                <a:lnTo>
                  <a:pt x="0" y="874"/>
                </a:lnTo>
                <a:lnTo>
                  <a:pt x="36152" y="874"/>
                </a:lnTo>
                <a:cubicBezTo>
                  <a:pt x="43955" y="874"/>
                  <a:pt x="50457" y="1385"/>
                  <a:pt x="55659" y="2406"/>
                </a:cubicBezTo>
                <a:cubicBezTo>
                  <a:pt x="60861" y="3426"/>
                  <a:pt x="65542" y="5249"/>
                  <a:pt x="69704" y="7875"/>
                </a:cubicBezTo>
                <a:cubicBezTo>
                  <a:pt x="74386" y="10850"/>
                  <a:pt x="78041" y="14599"/>
                  <a:pt x="80671" y="19120"/>
                </a:cubicBezTo>
                <a:cubicBezTo>
                  <a:pt x="83301" y="23640"/>
                  <a:pt x="84616" y="29370"/>
                  <a:pt x="84616" y="36312"/>
                </a:cubicBezTo>
                <a:cubicBezTo>
                  <a:pt x="84616" y="45704"/>
                  <a:pt x="82275" y="53565"/>
                  <a:pt x="77593" y="59895"/>
                </a:cubicBezTo>
                <a:cubicBezTo>
                  <a:pt x="72912" y="66224"/>
                  <a:pt x="66467" y="70993"/>
                  <a:pt x="58260" y="74202"/>
                </a:cubicBezTo>
                <a:lnTo>
                  <a:pt x="106810" y="131108"/>
                </a:lnTo>
                <a:moveTo>
                  <a:pt x="66670" y="37595"/>
                </a:moveTo>
                <a:cubicBezTo>
                  <a:pt x="66670" y="33879"/>
                  <a:pt x="66019" y="30584"/>
                  <a:pt x="64719" y="27710"/>
                </a:cubicBezTo>
                <a:cubicBezTo>
                  <a:pt x="63418" y="24835"/>
                  <a:pt x="61265" y="22410"/>
                  <a:pt x="58260" y="20436"/>
                </a:cubicBezTo>
                <a:cubicBezTo>
                  <a:pt x="55775" y="18752"/>
                  <a:pt x="52827" y="17577"/>
                  <a:pt x="49417" y="16910"/>
                </a:cubicBezTo>
                <a:cubicBezTo>
                  <a:pt x="46007" y="16242"/>
                  <a:pt x="41990" y="15908"/>
                  <a:pt x="37366" y="15908"/>
                </a:cubicBezTo>
                <a:lnTo>
                  <a:pt x="17166" y="15908"/>
                </a:lnTo>
                <a:lnTo>
                  <a:pt x="17166" y="64855"/>
                </a:lnTo>
                <a:lnTo>
                  <a:pt x="34505" y="64855"/>
                </a:lnTo>
                <a:cubicBezTo>
                  <a:pt x="39938" y="64855"/>
                  <a:pt x="44678" y="64376"/>
                  <a:pt x="48723" y="63418"/>
                </a:cubicBezTo>
                <a:cubicBezTo>
                  <a:pt x="52769" y="62460"/>
                  <a:pt x="56208" y="60675"/>
                  <a:pt x="59040" y="58062"/>
                </a:cubicBezTo>
                <a:cubicBezTo>
                  <a:pt x="61641" y="55624"/>
                  <a:pt x="63563" y="52822"/>
                  <a:pt x="64806" y="49657"/>
                </a:cubicBezTo>
                <a:cubicBezTo>
                  <a:pt x="66048" y="46492"/>
                  <a:pt x="66670" y="42472"/>
                  <a:pt x="66670" y="37595"/>
                </a:cubicBezTo>
                <a:close/>
                <a:moveTo>
                  <a:pt x="198900" y="83909"/>
                </a:moveTo>
                <a:lnTo>
                  <a:pt x="127548" y="83909"/>
                </a:lnTo>
                <a:cubicBezTo>
                  <a:pt x="127548" y="89926"/>
                  <a:pt x="128444" y="95168"/>
                  <a:pt x="130236" y="99637"/>
                </a:cubicBezTo>
                <a:cubicBezTo>
                  <a:pt x="132028" y="104105"/>
                  <a:pt x="134484" y="107771"/>
                  <a:pt x="137605" y="110633"/>
                </a:cubicBezTo>
                <a:cubicBezTo>
                  <a:pt x="140611" y="113438"/>
                  <a:pt x="144180" y="115541"/>
                  <a:pt x="148312" y="116943"/>
                </a:cubicBezTo>
                <a:cubicBezTo>
                  <a:pt x="152445" y="118345"/>
                  <a:pt x="156996" y="119046"/>
                  <a:pt x="161967" y="119046"/>
                </a:cubicBezTo>
                <a:cubicBezTo>
                  <a:pt x="168556" y="119046"/>
                  <a:pt x="175188" y="117711"/>
                  <a:pt x="181864" y="115039"/>
                </a:cubicBezTo>
                <a:cubicBezTo>
                  <a:pt x="188539" y="112368"/>
                  <a:pt x="193293" y="109741"/>
                  <a:pt x="196125" y="107159"/>
                </a:cubicBezTo>
                <a:lnTo>
                  <a:pt x="196992" y="107159"/>
                </a:lnTo>
                <a:lnTo>
                  <a:pt x="196992" y="125137"/>
                </a:lnTo>
                <a:cubicBezTo>
                  <a:pt x="191501" y="127475"/>
                  <a:pt x="185895" y="129434"/>
                  <a:pt x="180173" y="131013"/>
                </a:cubicBezTo>
                <a:cubicBezTo>
                  <a:pt x="174451" y="132591"/>
                  <a:pt x="168440" y="133381"/>
                  <a:pt x="162140" y="133381"/>
                </a:cubicBezTo>
                <a:cubicBezTo>
                  <a:pt x="146073" y="133381"/>
                  <a:pt x="133530" y="128989"/>
                  <a:pt x="124514" y="120204"/>
                </a:cubicBezTo>
                <a:cubicBezTo>
                  <a:pt x="115498" y="111420"/>
                  <a:pt x="110989" y="98943"/>
                  <a:pt x="110989" y="82773"/>
                </a:cubicBezTo>
                <a:cubicBezTo>
                  <a:pt x="110989" y="66781"/>
                  <a:pt x="115310" y="54087"/>
                  <a:pt x="123951" y="44689"/>
                </a:cubicBezTo>
                <a:cubicBezTo>
                  <a:pt x="132591" y="35291"/>
                  <a:pt x="143963" y="30592"/>
                  <a:pt x="158066" y="30592"/>
                </a:cubicBezTo>
                <a:cubicBezTo>
                  <a:pt x="171128" y="30592"/>
                  <a:pt x="181199" y="34444"/>
                  <a:pt x="188279" y="42149"/>
                </a:cubicBezTo>
                <a:cubicBezTo>
                  <a:pt x="195359" y="49853"/>
                  <a:pt x="198900" y="60797"/>
                  <a:pt x="198900" y="74980"/>
                </a:cubicBezTo>
                <a:lnTo>
                  <a:pt x="198900" y="83909"/>
                </a:lnTo>
                <a:moveTo>
                  <a:pt x="183034" y="71323"/>
                </a:moveTo>
                <a:cubicBezTo>
                  <a:pt x="182976" y="62699"/>
                  <a:pt x="180823" y="56027"/>
                  <a:pt x="176575" y="51307"/>
                </a:cubicBezTo>
                <a:cubicBezTo>
                  <a:pt x="172327" y="46587"/>
                  <a:pt x="165868" y="44227"/>
                  <a:pt x="157199" y="44227"/>
                </a:cubicBezTo>
                <a:cubicBezTo>
                  <a:pt x="148471" y="44227"/>
                  <a:pt x="141521" y="46820"/>
                  <a:pt x="136348" y="52006"/>
                </a:cubicBezTo>
                <a:cubicBezTo>
                  <a:pt x="131175" y="57192"/>
                  <a:pt x="128242" y="63631"/>
                  <a:pt x="127548" y="71323"/>
                </a:cubicBezTo>
                <a:lnTo>
                  <a:pt x="183034" y="71323"/>
                </a:lnTo>
                <a:close/>
                <a:moveTo>
                  <a:pt x="308706" y="81025"/>
                </a:moveTo>
                <a:cubicBezTo>
                  <a:pt x="308706" y="88962"/>
                  <a:pt x="307579" y="96214"/>
                  <a:pt x="305325" y="102781"/>
                </a:cubicBezTo>
                <a:cubicBezTo>
                  <a:pt x="303070" y="109347"/>
                  <a:pt x="299892" y="114907"/>
                  <a:pt x="295788" y="119461"/>
                </a:cubicBezTo>
                <a:cubicBezTo>
                  <a:pt x="291973" y="123781"/>
                  <a:pt x="287480" y="127122"/>
                  <a:pt x="282307" y="129486"/>
                </a:cubicBezTo>
                <a:cubicBezTo>
                  <a:pt x="277134" y="131849"/>
                  <a:pt x="271657" y="133031"/>
                  <a:pt x="265878" y="133031"/>
                </a:cubicBezTo>
                <a:cubicBezTo>
                  <a:pt x="260849" y="133031"/>
                  <a:pt x="256298" y="132477"/>
                  <a:pt x="252223" y="131368"/>
                </a:cubicBezTo>
                <a:cubicBezTo>
                  <a:pt x="248148" y="130259"/>
                  <a:pt x="244001" y="128537"/>
                  <a:pt x="239782" y="126203"/>
                </a:cubicBezTo>
                <a:lnTo>
                  <a:pt x="239782" y="167119"/>
                </a:lnTo>
                <a:lnTo>
                  <a:pt x="223483" y="167119"/>
                </a:lnTo>
                <a:lnTo>
                  <a:pt x="223483" y="33389"/>
                </a:lnTo>
                <a:lnTo>
                  <a:pt x="239782" y="33389"/>
                </a:lnTo>
                <a:lnTo>
                  <a:pt x="239782" y="43550"/>
                </a:lnTo>
                <a:cubicBezTo>
                  <a:pt x="244117" y="39873"/>
                  <a:pt x="248986" y="36795"/>
                  <a:pt x="254390" y="34315"/>
                </a:cubicBezTo>
                <a:cubicBezTo>
                  <a:pt x="259795" y="31833"/>
                  <a:pt x="265560" y="30592"/>
                  <a:pt x="271686" y="30592"/>
                </a:cubicBezTo>
                <a:cubicBezTo>
                  <a:pt x="283361" y="30592"/>
                  <a:pt x="292450" y="35043"/>
                  <a:pt x="298952" y="43946"/>
                </a:cubicBezTo>
                <a:cubicBezTo>
                  <a:pt x="305455" y="52847"/>
                  <a:pt x="308706" y="65206"/>
                  <a:pt x="308706" y="81025"/>
                </a:cubicBezTo>
                <a:moveTo>
                  <a:pt x="291887" y="81462"/>
                </a:moveTo>
                <a:cubicBezTo>
                  <a:pt x="291887" y="69691"/>
                  <a:pt x="289893" y="60892"/>
                  <a:pt x="285905" y="55065"/>
                </a:cubicBezTo>
                <a:cubicBezTo>
                  <a:pt x="281917" y="49238"/>
                  <a:pt x="275790" y="46325"/>
                  <a:pt x="267525" y="46325"/>
                </a:cubicBezTo>
                <a:cubicBezTo>
                  <a:pt x="262843" y="46325"/>
                  <a:pt x="258133" y="47345"/>
                  <a:pt x="253393" y="49384"/>
                </a:cubicBezTo>
                <a:cubicBezTo>
                  <a:pt x="248654" y="51424"/>
                  <a:pt x="244117" y="54104"/>
                  <a:pt x="239782" y="57425"/>
                </a:cubicBezTo>
                <a:lnTo>
                  <a:pt x="239782" y="112753"/>
                </a:lnTo>
                <a:cubicBezTo>
                  <a:pt x="244406" y="114851"/>
                  <a:pt x="248379" y="116278"/>
                  <a:pt x="251703" y="117036"/>
                </a:cubicBezTo>
                <a:cubicBezTo>
                  <a:pt x="255026" y="117793"/>
                  <a:pt x="258797" y="118172"/>
                  <a:pt x="263017" y="118172"/>
                </a:cubicBezTo>
                <a:cubicBezTo>
                  <a:pt x="272091" y="118172"/>
                  <a:pt x="279171" y="115084"/>
                  <a:pt x="284257" y="108907"/>
                </a:cubicBezTo>
                <a:cubicBezTo>
                  <a:pt x="289344" y="102731"/>
                  <a:pt x="291887" y="93582"/>
                  <a:pt x="291887" y="81462"/>
                </a:cubicBezTo>
                <a:close/>
                <a:moveTo>
                  <a:pt x="416634" y="82292"/>
                </a:moveTo>
                <a:cubicBezTo>
                  <a:pt x="416634" y="98240"/>
                  <a:pt x="412589" y="110829"/>
                  <a:pt x="404497" y="120060"/>
                </a:cubicBezTo>
                <a:cubicBezTo>
                  <a:pt x="396405" y="129290"/>
                  <a:pt x="385568" y="133905"/>
                  <a:pt x="371986" y="133905"/>
                </a:cubicBezTo>
                <a:cubicBezTo>
                  <a:pt x="358288" y="133905"/>
                  <a:pt x="347407" y="129290"/>
                  <a:pt x="339345" y="120060"/>
                </a:cubicBezTo>
                <a:cubicBezTo>
                  <a:pt x="331282" y="110829"/>
                  <a:pt x="327250" y="98240"/>
                  <a:pt x="327250" y="82292"/>
                </a:cubicBezTo>
                <a:cubicBezTo>
                  <a:pt x="327250" y="66344"/>
                  <a:pt x="331282" y="53741"/>
                  <a:pt x="339345" y="44481"/>
                </a:cubicBezTo>
                <a:cubicBezTo>
                  <a:pt x="347407" y="35222"/>
                  <a:pt x="358288" y="30592"/>
                  <a:pt x="371986" y="30592"/>
                </a:cubicBezTo>
                <a:cubicBezTo>
                  <a:pt x="385568" y="30592"/>
                  <a:pt x="396405" y="35222"/>
                  <a:pt x="404497" y="44481"/>
                </a:cubicBezTo>
                <a:cubicBezTo>
                  <a:pt x="412589" y="53741"/>
                  <a:pt x="416634" y="66344"/>
                  <a:pt x="416634" y="82292"/>
                </a:cubicBezTo>
                <a:moveTo>
                  <a:pt x="399815" y="82292"/>
                </a:moveTo>
                <a:cubicBezTo>
                  <a:pt x="399815" y="69662"/>
                  <a:pt x="397359" y="60277"/>
                  <a:pt x="392446" y="54137"/>
                </a:cubicBezTo>
                <a:cubicBezTo>
                  <a:pt x="387533" y="47997"/>
                  <a:pt x="380713" y="44926"/>
                  <a:pt x="371986" y="44926"/>
                </a:cubicBezTo>
                <a:cubicBezTo>
                  <a:pt x="363143" y="44926"/>
                  <a:pt x="356279" y="47997"/>
                  <a:pt x="351395" y="54137"/>
                </a:cubicBezTo>
                <a:cubicBezTo>
                  <a:pt x="346512" y="60277"/>
                  <a:pt x="344070" y="69662"/>
                  <a:pt x="344070" y="82292"/>
                </a:cubicBezTo>
                <a:cubicBezTo>
                  <a:pt x="344070" y="94514"/>
                  <a:pt x="346526" y="103783"/>
                  <a:pt x="351439" y="110098"/>
                </a:cubicBezTo>
                <a:cubicBezTo>
                  <a:pt x="356352" y="116413"/>
                  <a:pt x="363201" y="119571"/>
                  <a:pt x="371986" y="119571"/>
                </a:cubicBezTo>
                <a:cubicBezTo>
                  <a:pt x="380655" y="119571"/>
                  <a:pt x="387461" y="116442"/>
                  <a:pt x="392403" y="110186"/>
                </a:cubicBezTo>
                <a:cubicBezTo>
                  <a:pt x="397344" y="103929"/>
                  <a:pt x="399815" y="94631"/>
                  <a:pt x="399815" y="82292"/>
                </a:cubicBezTo>
                <a:close/>
                <a:moveTo>
                  <a:pt x="510881" y="102904"/>
                </a:moveTo>
                <a:cubicBezTo>
                  <a:pt x="510881" y="111812"/>
                  <a:pt x="507225" y="119118"/>
                  <a:pt x="499914" y="124823"/>
                </a:cubicBezTo>
                <a:cubicBezTo>
                  <a:pt x="492603" y="130528"/>
                  <a:pt x="482618" y="133381"/>
                  <a:pt x="469960" y="133381"/>
                </a:cubicBezTo>
                <a:cubicBezTo>
                  <a:pt x="462793" y="133381"/>
                  <a:pt x="456219" y="132519"/>
                  <a:pt x="450237" y="130794"/>
                </a:cubicBezTo>
                <a:cubicBezTo>
                  <a:pt x="444255" y="129070"/>
                  <a:pt x="439241" y="127184"/>
                  <a:pt x="435195" y="125137"/>
                </a:cubicBezTo>
                <a:lnTo>
                  <a:pt x="435195" y="106635"/>
                </a:lnTo>
                <a:lnTo>
                  <a:pt x="436062" y="106635"/>
                </a:lnTo>
                <a:cubicBezTo>
                  <a:pt x="441206" y="110592"/>
                  <a:pt x="446928" y="113737"/>
                  <a:pt x="453228" y="116072"/>
                </a:cubicBezTo>
                <a:cubicBezTo>
                  <a:pt x="459528" y="118404"/>
                  <a:pt x="465568" y="119571"/>
                  <a:pt x="471347" y="119571"/>
                </a:cubicBezTo>
                <a:cubicBezTo>
                  <a:pt x="478514" y="119571"/>
                  <a:pt x="484121" y="118401"/>
                  <a:pt x="488167" y="116061"/>
                </a:cubicBezTo>
                <a:cubicBezTo>
                  <a:pt x="492212" y="113719"/>
                  <a:pt x="494235" y="110032"/>
                  <a:pt x="494235" y="104999"/>
                </a:cubicBezTo>
                <a:cubicBezTo>
                  <a:pt x="494235" y="101156"/>
                  <a:pt x="493137" y="98246"/>
                  <a:pt x="490941" y="96266"/>
                </a:cubicBezTo>
                <a:cubicBezTo>
                  <a:pt x="488745" y="94287"/>
                  <a:pt x="484525" y="92598"/>
                  <a:pt x="478283" y="91199"/>
                </a:cubicBezTo>
                <a:cubicBezTo>
                  <a:pt x="475971" y="90677"/>
                  <a:pt x="472951" y="90066"/>
                  <a:pt x="469223" y="89367"/>
                </a:cubicBezTo>
                <a:cubicBezTo>
                  <a:pt x="465495" y="88667"/>
                  <a:pt x="462100" y="87911"/>
                  <a:pt x="459037" y="87097"/>
                </a:cubicBezTo>
                <a:cubicBezTo>
                  <a:pt x="450540" y="84826"/>
                  <a:pt x="444515" y="81493"/>
                  <a:pt x="440960" y="77097"/>
                </a:cubicBezTo>
                <a:cubicBezTo>
                  <a:pt x="437406" y="72701"/>
                  <a:pt x="435629" y="67301"/>
                  <a:pt x="435629" y="60897"/>
                </a:cubicBezTo>
                <a:cubicBezTo>
                  <a:pt x="435629" y="56880"/>
                  <a:pt x="436452" y="53096"/>
                  <a:pt x="438099" y="49545"/>
                </a:cubicBezTo>
                <a:cubicBezTo>
                  <a:pt x="439747" y="45993"/>
                  <a:pt x="442246" y="42819"/>
                  <a:pt x="445599" y="40024"/>
                </a:cubicBezTo>
                <a:cubicBezTo>
                  <a:pt x="448835" y="37288"/>
                  <a:pt x="452953" y="35121"/>
                  <a:pt x="457953" y="33520"/>
                </a:cubicBezTo>
                <a:cubicBezTo>
                  <a:pt x="462952" y="31918"/>
                  <a:pt x="468544" y="31116"/>
                  <a:pt x="474729" y="31116"/>
                </a:cubicBezTo>
                <a:cubicBezTo>
                  <a:pt x="480508" y="31116"/>
                  <a:pt x="486360" y="31827"/>
                  <a:pt x="492285" y="33250"/>
                </a:cubicBezTo>
                <a:cubicBezTo>
                  <a:pt x="498209" y="34672"/>
                  <a:pt x="503136" y="36400"/>
                  <a:pt x="507066" y="38434"/>
                </a:cubicBezTo>
                <a:lnTo>
                  <a:pt x="507066" y="55939"/>
                </a:lnTo>
                <a:lnTo>
                  <a:pt x="506199" y="55939"/>
                </a:lnTo>
                <a:cubicBezTo>
                  <a:pt x="502038" y="52851"/>
                  <a:pt x="496981" y="50244"/>
                  <a:pt x="491028" y="48117"/>
                </a:cubicBezTo>
                <a:cubicBezTo>
                  <a:pt x="485074" y="45990"/>
                  <a:pt x="479237" y="44926"/>
                  <a:pt x="473515" y="44926"/>
                </a:cubicBezTo>
                <a:cubicBezTo>
                  <a:pt x="467562" y="44926"/>
                  <a:pt x="462533" y="46083"/>
                  <a:pt x="458430" y="48395"/>
                </a:cubicBezTo>
                <a:cubicBezTo>
                  <a:pt x="454326" y="50708"/>
                  <a:pt x="452274" y="54147"/>
                  <a:pt x="452274" y="58712"/>
                </a:cubicBezTo>
                <a:cubicBezTo>
                  <a:pt x="452274" y="62729"/>
                  <a:pt x="453517" y="65756"/>
                  <a:pt x="456002" y="67794"/>
                </a:cubicBezTo>
                <a:cubicBezTo>
                  <a:pt x="458430" y="69831"/>
                  <a:pt x="462360" y="71491"/>
                  <a:pt x="467793" y="72773"/>
                </a:cubicBezTo>
                <a:cubicBezTo>
                  <a:pt x="470798" y="73472"/>
                  <a:pt x="474165" y="74172"/>
                  <a:pt x="477893" y="74871"/>
                </a:cubicBezTo>
                <a:cubicBezTo>
                  <a:pt x="481621" y="75568"/>
                  <a:pt x="484728" y="76208"/>
                  <a:pt x="487213" y="76791"/>
                </a:cubicBezTo>
                <a:cubicBezTo>
                  <a:pt x="494784" y="78537"/>
                  <a:pt x="500622" y="81536"/>
                  <a:pt x="504726" y="85786"/>
                </a:cubicBezTo>
                <a:cubicBezTo>
                  <a:pt x="508829" y="90094"/>
                  <a:pt x="510881" y="95800"/>
                  <a:pt x="510881" y="102904"/>
                </a:cubicBezTo>
                <a:close/>
                <a:moveTo>
                  <a:pt x="551538" y="17131"/>
                </a:moveTo>
                <a:lnTo>
                  <a:pt x="533159" y="17131"/>
                </a:lnTo>
                <a:lnTo>
                  <a:pt x="533159" y="0"/>
                </a:lnTo>
                <a:lnTo>
                  <a:pt x="551538" y="0"/>
                </a:lnTo>
                <a:lnTo>
                  <a:pt x="551538" y="17131"/>
                </a:lnTo>
                <a:moveTo>
                  <a:pt x="550498" y="131108"/>
                </a:moveTo>
                <a:lnTo>
                  <a:pt x="534199" y="131108"/>
                </a:lnTo>
                <a:lnTo>
                  <a:pt x="534199" y="33389"/>
                </a:lnTo>
                <a:lnTo>
                  <a:pt x="550498" y="33389"/>
                </a:lnTo>
                <a:lnTo>
                  <a:pt x="550498" y="131108"/>
                </a:lnTo>
                <a:close/>
                <a:moveTo>
                  <a:pt x="632959" y="130248"/>
                </a:moveTo>
                <a:cubicBezTo>
                  <a:pt x="629896" y="131060"/>
                  <a:pt x="626558" y="131726"/>
                  <a:pt x="622946" y="132247"/>
                </a:cubicBezTo>
                <a:cubicBezTo>
                  <a:pt x="619333" y="132770"/>
                  <a:pt x="616111" y="133031"/>
                  <a:pt x="613279" y="133031"/>
                </a:cubicBezTo>
                <a:cubicBezTo>
                  <a:pt x="603396" y="133031"/>
                  <a:pt x="595882" y="130348"/>
                  <a:pt x="590738" y="124982"/>
                </a:cubicBezTo>
                <a:cubicBezTo>
                  <a:pt x="585594" y="119615"/>
                  <a:pt x="583022" y="111011"/>
                  <a:pt x="583022" y="99170"/>
                </a:cubicBezTo>
                <a:lnTo>
                  <a:pt x="583022" y="47199"/>
                </a:lnTo>
                <a:lnTo>
                  <a:pt x="572012" y="47199"/>
                </a:lnTo>
                <a:lnTo>
                  <a:pt x="572012" y="33389"/>
                </a:lnTo>
                <a:lnTo>
                  <a:pt x="583022" y="33389"/>
                </a:lnTo>
                <a:lnTo>
                  <a:pt x="583022" y="5244"/>
                </a:lnTo>
                <a:lnTo>
                  <a:pt x="599321" y="5244"/>
                </a:lnTo>
                <a:lnTo>
                  <a:pt x="599321" y="33389"/>
                </a:lnTo>
                <a:lnTo>
                  <a:pt x="632959" y="33389"/>
                </a:lnTo>
                <a:lnTo>
                  <a:pt x="632959" y="47199"/>
                </a:lnTo>
                <a:lnTo>
                  <a:pt x="599321" y="47199"/>
                </a:lnTo>
                <a:lnTo>
                  <a:pt x="599321" y="91798"/>
                </a:lnTo>
                <a:cubicBezTo>
                  <a:pt x="599321" y="96938"/>
                  <a:pt x="599437" y="100954"/>
                  <a:pt x="599668" y="103846"/>
                </a:cubicBezTo>
                <a:cubicBezTo>
                  <a:pt x="599899" y="106738"/>
                  <a:pt x="600708" y="109439"/>
                  <a:pt x="602095" y="111950"/>
                </a:cubicBezTo>
                <a:cubicBezTo>
                  <a:pt x="603367" y="114286"/>
                  <a:pt x="605115" y="115995"/>
                  <a:pt x="607340" y="117077"/>
                </a:cubicBezTo>
                <a:cubicBezTo>
                  <a:pt x="609566" y="118157"/>
                  <a:pt x="612961" y="118697"/>
                  <a:pt x="617527" y="118697"/>
                </a:cubicBezTo>
                <a:cubicBezTo>
                  <a:pt x="620186" y="118697"/>
                  <a:pt x="622960" y="118303"/>
                  <a:pt x="625850" y="117517"/>
                </a:cubicBezTo>
                <a:cubicBezTo>
                  <a:pt x="628740" y="116730"/>
                  <a:pt x="630821" y="116074"/>
                  <a:pt x="632092" y="115550"/>
                </a:cubicBezTo>
                <a:lnTo>
                  <a:pt x="632959" y="115550"/>
                </a:lnTo>
                <a:lnTo>
                  <a:pt x="632959" y="130248"/>
                </a:lnTo>
                <a:close/>
                <a:moveTo>
                  <a:pt x="735167" y="82292"/>
                </a:moveTo>
                <a:cubicBezTo>
                  <a:pt x="735167" y="98240"/>
                  <a:pt x="731121" y="110829"/>
                  <a:pt x="723029" y="120060"/>
                </a:cubicBezTo>
                <a:cubicBezTo>
                  <a:pt x="714938" y="129290"/>
                  <a:pt x="704101" y="133905"/>
                  <a:pt x="690518" y="133905"/>
                </a:cubicBezTo>
                <a:cubicBezTo>
                  <a:pt x="676820" y="133905"/>
                  <a:pt x="665940" y="129290"/>
                  <a:pt x="657877" y="120060"/>
                </a:cubicBezTo>
                <a:cubicBezTo>
                  <a:pt x="649814" y="110829"/>
                  <a:pt x="645783" y="98240"/>
                  <a:pt x="645783" y="82292"/>
                </a:cubicBezTo>
                <a:cubicBezTo>
                  <a:pt x="645783" y="66344"/>
                  <a:pt x="649814" y="53741"/>
                  <a:pt x="657877" y="44481"/>
                </a:cubicBezTo>
                <a:cubicBezTo>
                  <a:pt x="665940" y="35222"/>
                  <a:pt x="676820" y="30592"/>
                  <a:pt x="690518" y="30592"/>
                </a:cubicBezTo>
                <a:cubicBezTo>
                  <a:pt x="704101" y="30592"/>
                  <a:pt x="714938" y="35222"/>
                  <a:pt x="723029" y="44481"/>
                </a:cubicBezTo>
                <a:cubicBezTo>
                  <a:pt x="731121" y="53741"/>
                  <a:pt x="735167" y="66344"/>
                  <a:pt x="735167" y="82292"/>
                </a:cubicBezTo>
                <a:moveTo>
                  <a:pt x="718348" y="82292"/>
                </a:moveTo>
                <a:cubicBezTo>
                  <a:pt x="718348" y="69662"/>
                  <a:pt x="715891" y="60277"/>
                  <a:pt x="710978" y="54137"/>
                </a:cubicBezTo>
                <a:cubicBezTo>
                  <a:pt x="706066" y="47997"/>
                  <a:pt x="699246" y="44926"/>
                  <a:pt x="690518" y="44926"/>
                </a:cubicBezTo>
                <a:cubicBezTo>
                  <a:pt x="681675" y="44926"/>
                  <a:pt x="674812" y="47997"/>
                  <a:pt x="669928" y="54137"/>
                </a:cubicBezTo>
                <a:cubicBezTo>
                  <a:pt x="665044" y="60277"/>
                  <a:pt x="662602" y="69662"/>
                  <a:pt x="662602" y="82292"/>
                </a:cubicBezTo>
                <a:cubicBezTo>
                  <a:pt x="662602" y="94514"/>
                  <a:pt x="665058" y="103783"/>
                  <a:pt x="669971" y="110098"/>
                </a:cubicBezTo>
                <a:cubicBezTo>
                  <a:pt x="674884" y="116413"/>
                  <a:pt x="681733" y="119571"/>
                  <a:pt x="690518" y="119571"/>
                </a:cubicBezTo>
                <a:cubicBezTo>
                  <a:pt x="699188" y="119571"/>
                  <a:pt x="705993" y="116442"/>
                  <a:pt x="710935" y="110186"/>
                </a:cubicBezTo>
                <a:cubicBezTo>
                  <a:pt x="715877" y="103929"/>
                  <a:pt x="718348" y="94631"/>
                  <a:pt x="718348" y="82292"/>
                </a:cubicBezTo>
                <a:close/>
                <a:moveTo>
                  <a:pt x="820657" y="51220"/>
                </a:moveTo>
                <a:lnTo>
                  <a:pt x="819790" y="51220"/>
                </a:lnTo>
                <a:cubicBezTo>
                  <a:pt x="817363" y="50668"/>
                  <a:pt x="815007" y="50268"/>
                  <a:pt x="812724" y="50021"/>
                </a:cubicBezTo>
                <a:cubicBezTo>
                  <a:pt x="810441" y="49771"/>
                  <a:pt x="807739" y="49646"/>
                  <a:pt x="804618" y="49646"/>
                </a:cubicBezTo>
                <a:cubicBezTo>
                  <a:pt x="799590" y="49646"/>
                  <a:pt x="794735" y="50770"/>
                  <a:pt x="790053" y="53017"/>
                </a:cubicBezTo>
                <a:cubicBezTo>
                  <a:pt x="785372" y="55262"/>
                  <a:pt x="780863" y="58164"/>
                  <a:pt x="776529" y="61722"/>
                </a:cubicBezTo>
                <a:lnTo>
                  <a:pt x="776529" y="131108"/>
                </a:lnTo>
                <a:lnTo>
                  <a:pt x="760230" y="131108"/>
                </a:lnTo>
                <a:lnTo>
                  <a:pt x="760230" y="33389"/>
                </a:lnTo>
                <a:lnTo>
                  <a:pt x="776529" y="33389"/>
                </a:lnTo>
                <a:lnTo>
                  <a:pt x="776529" y="47824"/>
                </a:lnTo>
                <a:cubicBezTo>
                  <a:pt x="783002" y="42575"/>
                  <a:pt x="788709" y="38856"/>
                  <a:pt x="793651" y="36669"/>
                </a:cubicBezTo>
                <a:cubicBezTo>
                  <a:pt x="798593" y="34482"/>
                  <a:pt x="803636" y="33389"/>
                  <a:pt x="808780" y="33389"/>
                </a:cubicBezTo>
                <a:cubicBezTo>
                  <a:pt x="811612" y="33389"/>
                  <a:pt x="813663" y="33462"/>
                  <a:pt x="814935" y="33607"/>
                </a:cubicBezTo>
                <a:cubicBezTo>
                  <a:pt x="816207" y="33751"/>
                  <a:pt x="818114" y="34026"/>
                  <a:pt x="820657" y="34432"/>
                </a:cubicBezTo>
                <a:lnTo>
                  <a:pt x="820657" y="51220"/>
                </a:lnTo>
                <a:close/>
                <a:moveTo>
                  <a:pt x="919616" y="33389"/>
                </a:moveTo>
                <a:lnTo>
                  <a:pt x="863090" y="167119"/>
                </a:lnTo>
                <a:lnTo>
                  <a:pt x="845664" y="167119"/>
                </a:lnTo>
                <a:lnTo>
                  <a:pt x="863697" y="126361"/>
                </a:lnTo>
                <a:lnTo>
                  <a:pt x="825117" y="33389"/>
                </a:lnTo>
                <a:lnTo>
                  <a:pt x="842803" y="33389"/>
                </a:lnTo>
                <a:lnTo>
                  <a:pt x="872540" y="105761"/>
                </a:lnTo>
                <a:lnTo>
                  <a:pt x="902537" y="33389"/>
                </a:lnTo>
                <a:lnTo>
                  <a:pt x="919616" y="333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CC4F0-C80C-4F25-9173-4C1251CC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2" y="506065"/>
            <a:ext cx="557561" cy="552363"/>
          </a:xfrm>
          <a:custGeom xmlns:a="http://schemas.openxmlformats.org/drawingml/2006/main">
            <a:pathLst>
              <a:path w="557561" h="552363">
                <a:moveTo>
                  <a:pt x="0" y="0"/>
                </a:moveTo>
                <a:lnTo>
                  <a:pt x="557561" y="0"/>
                </a:lnTo>
                <a:lnTo>
                  <a:pt x="557561" y="552363"/>
                </a:lnTo>
                <a:lnTo>
                  <a:pt x="0" y="5523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04c63c12c4aa6"/>
          <a:stretch xmlns:a="http://schemas.openxmlformats.org/drawingml/2006/main"/>
        </p:blipFill>
        <p:spPr>
          <a:xfrm xmlns:a="http://schemas.openxmlformats.org/drawingml/2006/main">
            <a:off x="419572" y="506146"/>
            <a:ext cx="557561" cy="552200"/>
          </a:xfrm>
          <a:prstGeom xmlns:a="http://schemas.openxmlformats.org/drawingml/2006/main" prst="rect">
            <a:avLst/>
          </a:prstGeom>
        </p:spPr>
      </p:pic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9BEA5-2EE2-4195-9FC0-F1E489BE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16"/>
            <a:ext cx="1426641" cy="254012"/>
          </a:xfrm>
          <a:custGeom xmlns:a="http://schemas.openxmlformats.org/drawingml/2006/main">
            <a:pathLst>
              <a:path w="1426641" h="254012">
                <a:moveTo>
                  <a:pt x="1426641" y="254012"/>
                </a:moveTo>
                <a:lnTo>
                  <a:pt x="0" y="254012"/>
                </a:lnTo>
                <a:lnTo>
                  <a:pt x="0" y="0"/>
                </a:lnTo>
                <a:lnTo>
                  <a:pt x="1426641" y="0"/>
                </a:lnTo>
                <a:lnTo>
                  <a:pt x="1426641" y="25401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T">
            <a:extLst xmlns:a="http://schemas.openxmlformats.org/drawingml/2006/main">
              <a:ext uri="{FF2B5EF4-FFF2-40B4-BE49-F238E27FC236}">
                <a16:creationId xmlns:a16="http://schemas.microsoft.com/office/drawing/2014/main" id="{3CE5EFBD-4B83-4886-9DF4-77FE8FD3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54" y="333634"/>
            <a:ext cx="109411" cy="130234"/>
          </a:xfrm>
          <a:custGeom xmlns:a="http://schemas.openxmlformats.org/drawingml/2006/main">
            <a:pathLst>
              <a:path w="109411" h="130234">
                <a:moveTo>
                  <a:pt x="109411" y="15383"/>
                </a:moveTo>
                <a:lnTo>
                  <a:pt x="63288" y="15383"/>
                </a:lnTo>
                <a:lnTo>
                  <a:pt x="63288" y="130234"/>
                </a:lnTo>
                <a:lnTo>
                  <a:pt x="46122" y="130234"/>
                </a:lnTo>
                <a:lnTo>
                  <a:pt x="46122" y="15383"/>
                </a:lnTo>
                <a:lnTo>
                  <a:pt x="0" y="15383"/>
                </a:lnTo>
                <a:lnTo>
                  <a:pt x="0" y="0"/>
                </a:lnTo>
                <a:lnTo>
                  <a:pt x="109411" y="0"/>
                </a:lnTo>
                <a:lnTo>
                  <a:pt x="109411" y="153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op-10K">
            <a:extLst xmlns:a="http://schemas.openxmlformats.org/drawingml/2006/main">
              <a:ext uri="{FF2B5EF4-FFF2-40B4-BE49-F238E27FC236}">
                <a16:creationId xmlns:a16="http://schemas.microsoft.com/office/drawing/2014/main" id="{61747532-6445-42E7-9CB8-D3050277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19" y="331012"/>
            <a:ext cx="636243" cy="168867"/>
          </a:xfrm>
          <a:custGeom xmlns:a="http://schemas.openxmlformats.org/drawingml/2006/main">
            <a:pathLst>
              <a:path w="636243" h="168867">
                <a:moveTo>
                  <a:pt x="89384" y="84040"/>
                </a:moveTo>
                <a:cubicBezTo>
                  <a:pt x="89384" y="99988"/>
                  <a:pt x="85338" y="112577"/>
                  <a:pt x="77246" y="121808"/>
                </a:cubicBezTo>
                <a:cubicBezTo>
                  <a:pt x="69155" y="131038"/>
                  <a:pt x="58318" y="135653"/>
                  <a:pt x="44735" y="135653"/>
                </a:cubicBezTo>
                <a:cubicBezTo>
                  <a:pt x="31037" y="135653"/>
                  <a:pt x="20157" y="131038"/>
                  <a:pt x="12094" y="121808"/>
                </a:cubicBezTo>
                <a:cubicBezTo>
                  <a:pt x="4031" y="112577"/>
                  <a:pt x="0" y="99988"/>
                  <a:pt x="0" y="84040"/>
                </a:cubicBezTo>
                <a:cubicBezTo>
                  <a:pt x="0" y="68092"/>
                  <a:pt x="4031" y="55489"/>
                  <a:pt x="12094" y="46229"/>
                </a:cubicBezTo>
                <a:cubicBezTo>
                  <a:pt x="20157" y="36970"/>
                  <a:pt x="31037" y="32340"/>
                  <a:pt x="44735" y="32340"/>
                </a:cubicBezTo>
                <a:cubicBezTo>
                  <a:pt x="58318" y="32340"/>
                  <a:pt x="69155" y="36970"/>
                  <a:pt x="77246" y="46229"/>
                </a:cubicBezTo>
                <a:cubicBezTo>
                  <a:pt x="85338" y="55489"/>
                  <a:pt x="89384" y="68092"/>
                  <a:pt x="89384" y="84040"/>
                </a:cubicBezTo>
                <a:moveTo>
                  <a:pt x="72565" y="84040"/>
                </a:moveTo>
                <a:cubicBezTo>
                  <a:pt x="72565" y="71410"/>
                  <a:pt x="70108" y="62025"/>
                  <a:pt x="65196" y="55885"/>
                </a:cubicBezTo>
                <a:cubicBezTo>
                  <a:pt x="60283" y="49745"/>
                  <a:pt x="53463" y="46675"/>
                  <a:pt x="44735" y="46675"/>
                </a:cubicBezTo>
                <a:cubicBezTo>
                  <a:pt x="35892" y="46675"/>
                  <a:pt x="29029" y="49745"/>
                  <a:pt x="24145" y="55885"/>
                </a:cubicBezTo>
                <a:cubicBezTo>
                  <a:pt x="19261" y="62025"/>
                  <a:pt x="16819" y="71410"/>
                  <a:pt x="16819" y="84040"/>
                </a:cubicBezTo>
                <a:cubicBezTo>
                  <a:pt x="16819" y="96263"/>
                  <a:pt x="19275" y="105531"/>
                  <a:pt x="24188" y="111846"/>
                </a:cubicBezTo>
                <a:cubicBezTo>
                  <a:pt x="29101" y="118161"/>
                  <a:pt x="35950" y="121319"/>
                  <a:pt x="44735" y="121319"/>
                </a:cubicBezTo>
                <a:cubicBezTo>
                  <a:pt x="53405" y="121319"/>
                  <a:pt x="60211" y="118190"/>
                  <a:pt x="65152" y="111934"/>
                </a:cubicBezTo>
                <a:cubicBezTo>
                  <a:pt x="70094" y="105677"/>
                  <a:pt x="72565" y="96379"/>
                  <a:pt x="72565" y="84040"/>
                </a:cubicBezTo>
                <a:close/>
                <a:moveTo>
                  <a:pt x="199669" y="82773"/>
                </a:moveTo>
                <a:cubicBezTo>
                  <a:pt x="199669" y="90710"/>
                  <a:pt x="198542" y="97962"/>
                  <a:pt x="196288" y="104529"/>
                </a:cubicBezTo>
                <a:cubicBezTo>
                  <a:pt x="194034" y="111095"/>
                  <a:pt x="190855" y="116655"/>
                  <a:pt x="186752" y="121210"/>
                </a:cubicBezTo>
                <a:cubicBezTo>
                  <a:pt x="182937" y="125529"/>
                  <a:pt x="178443" y="128870"/>
                  <a:pt x="173270" y="131234"/>
                </a:cubicBezTo>
                <a:cubicBezTo>
                  <a:pt x="168097" y="133597"/>
                  <a:pt x="162621" y="134779"/>
                  <a:pt x="156841" y="134779"/>
                </a:cubicBezTo>
                <a:cubicBezTo>
                  <a:pt x="151813" y="134779"/>
                  <a:pt x="147261" y="134225"/>
                  <a:pt x="143187" y="133116"/>
                </a:cubicBezTo>
                <a:cubicBezTo>
                  <a:pt x="139112" y="132007"/>
                  <a:pt x="134965" y="130285"/>
                  <a:pt x="130746" y="127951"/>
                </a:cubicBezTo>
                <a:lnTo>
                  <a:pt x="130746" y="168867"/>
                </a:lnTo>
                <a:lnTo>
                  <a:pt x="114447" y="168867"/>
                </a:lnTo>
                <a:lnTo>
                  <a:pt x="114447" y="35137"/>
                </a:lnTo>
                <a:lnTo>
                  <a:pt x="130746" y="35137"/>
                </a:lnTo>
                <a:lnTo>
                  <a:pt x="130746" y="45298"/>
                </a:lnTo>
                <a:cubicBezTo>
                  <a:pt x="135081" y="41621"/>
                  <a:pt x="139950" y="38543"/>
                  <a:pt x="145354" y="36063"/>
                </a:cubicBezTo>
                <a:cubicBezTo>
                  <a:pt x="150758" y="33581"/>
                  <a:pt x="156524" y="32340"/>
                  <a:pt x="162650" y="32340"/>
                </a:cubicBezTo>
                <a:cubicBezTo>
                  <a:pt x="174325" y="32340"/>
                  <a:pt x="183414" y="36791"/>
                  <a:pt x="189916" y="45694"/>
                </a:cubicBezTo>
                <a:cubicBezTo>
                  <a:pt x="196418" y="54595"/>
                  <a:pt x="199669" y="66954"/>
                  <a:pt x="199669" y="82773"/>
                </a:cubicBezTo>
                <a:moveTo>
                  <a:pt x="182850" y="83210"/>
                </a:moveTo>
                <a:cubicBezTo>
                  <a:pt x="182850" y="71439"/>
                  <a:pt x="180856" y="62641"/>
                  <a:pt x="176868" y="56814"/>
                </a:cubicBezTo>
                <a:cubicBezTo>
                  <a:pt x="172880" y="50987"/>
                  <a:pt x="166754" y="48073"/>
                  <a:pt x="158489" y="48073"/>
                </a:cubicBezTo>
                <a:cubicBezTo>
                  <a:pt x="153807" y="48073"/>
                  <a:pt x="149097" y="49093"/>
                  <a:pt x="144357" y="51132"/>
                </a:cubicBezTo>
                <a:cubicBezTo>
                  <a:pt x="139618" y="53172"/>
                  <a:pt x="135081" y="55852"/>
                  <a:pt x="130746" y="59173"/>
                </a:cubicBezTo>
                <a:lnTo>
                  <a:pt x="130746" y="114501"/>
                </a:lnTo>
                <a:cubicBezTo>
                  <a:pt x="135370" y="116599"/>
                  <a:pt x="139343" y="118026"/>
                  <a:pt x="142667" y="118784"/>
                </a:cubicBezTo>
                <a:cubicBezTo>
                  <a:pt x="145990" y="119542"/>
                  <a:pt x="149761" y="119920"/>
                  <a:pt x="153980" y="119920"/>
                </a:cubicBezTo>
                <a:cubicBezTo>
                  <a:pt x="163055" y="119920"/>
                  <a:pt x="170135" y="116832"/>
                  <a:pt x="175221" y="110655"/>
                </a:cubicBezTo>
                <a:cubicBezTo>
                  <a:pt x="180307" y="104479"/>
                  <a:pt x="182850" y="95330"/>
                  <a:pt x="182850" y="83210"/>
                </a:cubicBezTo>
                <a:close/>
                <a:moveTo>
                  <a:pt x="276387" y="83734"/>
                </a:moveTo>
                <a:lnTo>
                  <a:pt x="222289" y="83734"/>
                </a:lnTo>
                <a:lnTo>
                  <a:pt x="222289" y="68001"/>
                </a:lnTo>
                <a:lnTo>
                  <a:pt x="276387" y="68001"/>
                </a:lnTo>
                <a:lnTo>
                  <a:pt x="276387" y="83734"/>
                </a:lnTo>
                <a:close/>
                <a:moveTo>
                  <a:pt x="383613" y="132856"/>
                </a:moveTo>
                <a:lnTo>
                  <a:pt x="313736" y="132856"/>
                </a:lnTo>
                <a:lnTo>
                  <a:pt x="313736" y="119571"/>
                </a:lnTo>
                <a:lnTo>
                  <a:pt x="340611" y="119571"/>
                </a:lnTo>
                <a:lnTo>
                  <a:pt x="340611" y="32340"/>
                </a:lnTo>
                <a:lnTo>
                  <a:pt x="313736" y="32340"/>
                </a:lnTo>
                <a:lnTo>
                  <a:pt x="313736" y="20453"/>
                </a:lnTo>
                <a:cubicBezTo>
                  <a:pt x="317377" y="20453"/>
                  <a:pt x="321278" y="20147"/>
                  <a:pt x="325440" y="19535"/>
                </a:cubicBezTo>
                <a:cubicBezTo>
                  <a:pt x="329601" y="18923"/>
                  <a:pt x="332751" y="18035"/>
                  <a:pt x="334890" y="16869"/>
                </a:cubicBezTo>
                <a:cubicBezTo>
                  <a:pt x="337548" y="15413"/>
                  <a:pt x="339643" y="13562"/>
                  <a:pt x="341175" y="11319"/>
                </a:cubicBezTo>
                <a:cubicBezTo>
                  <a:pt x="342707" y="9076"/>
                  <a:pt x="343588" y="6060"/>
                  <a:pt x="343819" y="2273"/>
                </a:cubicBezTo>
                <a:lnTo>
                  <a:pt x="357257" y="2273"/>
                </a:lnTo>
                <a:lnTo>
                  <a:pt x="357257" y="119571"/>
                </a:lnTo>
                <a:lnTo>
                  <a:pt x="383613" y="119571"/>
                </a:lnTo>
                <a:lnTo>
                  <a:pt x="383613" y="132856"/>
                </a:lnTo>
                <a:close/>
                <a:moveTo>
                  <a:pt x="503556" y="67739"/>
                </a:moveTo>
                <a:cubicBezTo>
                  <a:pt x="503556" y="91137"/>
                  <a:pt x="499929" y="108305"/>
                  <a:pt x="492675" y="119246"/>
                </a:cubicBezTo>
                <a:cubicBezTo>
                  <a:pt x="485422" y="130184"/>
                  <a:pt x="474165" y="135653"/>
                  <a:pt x="458907" y="135653"/>
                </a:cubicBezTo>
                <a:cubicBezTo>
                  <a:pt x="443417" y="135653"/>
                  <a:pt x="432103" y="130110"/>
                  <a:pt x="424965" y="119024"/>
                </a:cubicBezTo>
                <a:cubicBezTo>
                  <a:pt x="417827" y="107938"/>
                  <a:pt x="414258" y="90902"/>
                  <a:pt x="414258" y="67914"/>
                </a:cubicBezTo>
                <a:cubicBezTo>
                  <a:pt x="414258" y="44752"/>
                  <a:pt x="417871" y="27642"/>
                  <a:pt x="425095" y="16585"/>
                </a:cubicBezTo>
                <a:cubicBezTo>
                  <a:pt x="432320" y="5528"/>
                  <a:pt x="443591" y="0"/>
                  <a:pt x="458907" y="0"/>
                </a:cubicBezTo>
                <a:cubicBezTo>
                  <a:pt x="474397" y="0"/>
                  <a:pt x="485711" y="5616"/>
                  <a:pt x="492849" y="16847"/>
                </a:cubicBezTo>
                <a:cubicBezTo>
                  <a:pt x="499987" y="28079"/>
                  <a:pt x="503556" y="45043"/>
                  <a:pt x="503556" y="67739"/>
                </a:cubicBezTo>
                <a:moveTo>
                  <a:pt x="480754" y="107421"/>
                </a:moveTo>
                <a:cubicBezTo>
                  <a:pt x="482777" y="102701"/>
                  <a:pt x="484150" y="97151"/>
                  <a:pt x="484872" y="90771"/>
                </a:cubicBezTo>
                <a:cubicBezTo>
                  <a:pt x="485595" y="84390"/>
                  <a:pt x="485956" y="76713"/>
                  <a:pt x="485956" y="67739"/>
                </a:cubicBezTo>
                <a:cubicBezTo>
                  <a:pt x="485956" y="58882"/>
                  <a:pt x="485595" y="51190"/>
                  <a:pt x="484872" y="44664"/>
                </a:cubicBezTo>
                <a:cubicBezTo>
                  <a:pt x="484150" y="38138"/>
                  <a:pt x="482748" y="32602"/>
                  <a:pt x="480668" y="28057"/>
                </a:cubicBezTo>
                <a:cubicBezTo>
                  <a:pt x="478645" y="23570"/>
                  <a:pt x="475885" y="20191"/>
                  <a:pt x="472388" y="17918"/>
                </a:cubicBezTo>
                <a:cubicBezTo>
                  <a:pt x="468891" y="15646"/>
                  <a:pt x="464398" y="14509"/>
                  <a:pt x="458907" y="14509"/>
                </a:cubicBezTo>
                <a:cubicBezTo>
                  <a:pt x="453474" y="14509"/>
                  <a:pt x="448980" y="15646"/>
                  <a:pt x="445426" y="17918"/>
                </a:cubicBezTo>
                <a:cubicBezTo>
                  <a:pt x="441871" y="20191"/>
                  <a:pt x="439053" y="23629"/>
                  <a:pt x="436973" y="28232"/>
                </a:cubicBezTo>
                <a:cubicBezTo>
                  <a:pt x="435008" y="32544"/>
                  <a:pt x="433664" y="38167"/>
                  <a:pt x="432941" y="45101"/>
                </a:cubicBezTo>
                <a:cubicBezTo>
                  <a:pt x="432219" y="52035"/>
                  <a:pt x="431858" y="59640"/>
                  <a:pt x="431858" y="67914"/>
                </a:cubicBezTo>
                <a:cubicBezTo>
                  <a:pt x="431858" y="77004"/>
                  <a:pt x="432176" y="84608"/>
                  <a:pt x="432811" y="90727"/>
                </a:cubicBezTo>
                <a:cubicBezTo>
                  <a:pt x="433447" y="96845"/>
                  <a:pt x="434805" y="102323"/>
                  <a:pt x="436886" y="107159"/>
                </a:cubicBezTo>
                <a:cubicBezTo>
                  <a:pt x="438793" y="111704"/>
                  <a:pt x="441495" y="115171"/>
                  <a:pt x="444992" y="117560"/>
                </a:cubicBezTo>
                <a:cubicBezTo>
                  <a:pt x="448489" y="119949"/>
                  <a:pt x="453127" y="121144"/>
                  <a:pt x="458907" y="121144"/>
                </a:cubicBezTo>
                <a:cubicBezTo>
                  <a:pt x="464340" y="121144"/>
                  <a:pt x="468848" y="120008"/>
                  <a:pt x="472432" y="117735"/>
                </a:cubicBezTo>
                <a:cubicBezTo>
                  <a:pt x="476015" y="115463"/>
                  <a:pt x="478789" y="112025"/>
                  <a:pt x="480754" y="107421"/>
                </a:cubicBezTo>
                <a:close/>
                <a:moveTo>
                  <a:pt x="636243" y="132856"/>
                </a:moveTo>
                <a:lnTo>
                  <a:pt x="613962" y="132856"/>
                </a:lnTo>
                <a:lnTo>
                  <a:pt x="562897" y="74868"/>
                </a:lnTo>
                <a:lnTo>
                  <a:pt x="550066" y="88686"/>
                </a:lnTo>
                <a:lnTo>
                  <a:pt x="550066" y="132856"/>
                </a:lnTo>
                <a:lnTo>
                  <a:pt x="532901" y="132856"/>
                </a:lnTo>
                <a:lnTo>
                  <a:pt x="532901" y="2622"/>
                </a:lnTo>
                <a:lnTo>
                  <a:pt x="550066" y="2622"/>
                </a:lnTo>
                <a:lnTo>
                  <a:pt x="550066" y="70583"/>
                </a:lnTo>
                <a:lnTo>
                  <a:pt x="612748" y="2622"/>
                </a:lnTo>
                <a:lnTo>
                  <a:pt x="633555" y="2622"/>
                </a:lnTo>
                <a:lnTo>
                  <a:pt x="575902" y="63847"/>
                </a:lnTo>
                <a:lnTo>
                  <a:pt x="636243" y="132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09F02-B4A6-4997-B533-D9323A4A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33" y="782246"/>
            <a:ext cx="864303" cy="921510"/>
          </a:xfrm>
          <a:custGeom xmlns:a="http://schemas.openxmlformats.org/drawingml/2006/main">
            <a:pathLst>
              <a:path w="864303" h="921510">
                <a:moveTo>
                  <a:pt x="0" y="0"/>
                </a:moveTo>
                <a:lnTo>
                  <a:pt x="598712" y="0"/>
                </a:lnTo>
                <a:lnTo>
                  <a:pt x="598712" y="921510"/>
                </a:lnTo>
                <a:lnTo>
                  <a:pt x="864303" y="92151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34EB8-3E41-403B-9F24-8215A95D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33" y="782246"/>
            <a:ext cx="750162" cy="921510"/>
          </a:xfrm>
          <a:custGeom xmlns:a="http://schemas.openxmlformats.org/drawingml/2006/main">
            <a:pathLst>
              <a:path w="750162" h="921510" fill="none">
                <a:moveTo>
                  <a:pt x="0" y="0"/>
                </a:moveTo>
                <a:lnTo>
                  <a:pt x="598712" y="0"/>
                </a:lnTo>
                <a:lnTo>
                  <a:pt x="598712" y="921510"/>
                </a:lnTo>
                <a:lnTo>
                  <a:pt x="750162" y="921510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89524-692D-42D0-9B49-97D33493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295" y="1672078"/>
            <a:ext cx="86331" cy="63358"/>
          </a:xfrm>
          <a:custGeom xmlns:a="http://schemas.openxmlformats.org/drawingml/2006/main">
            <a:pathLst>
              <a:path w="86331" h="63358">
                <a:moveTo>
                  <a:pt x="0" y="63358"/>
                </a:moveTo>
                <a:lnTo>
                  <a:pt x="0" y="0"/>
                </a:lnTo>
                <a:lnTo>
                  <a:pt x="86331" y="31679"/>
                </a:lnTo>
                <a:lnTo>
                  <a:pt x="0" y="63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16605-EE21-44DE-9666-780B0890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295" y="1672078"/>
            <a:ext cx="86331" cy="63358"/>
          </a:xfrm>
          <a:custGeom xmlns:a="http://schemas.openxmlformats.org/drawingml/2006/main">
            <a:pathLst>
              <a:path w="86331" h="63358" fill="none">
                <a:moveTo>
                  <a:pt x="0" y="63358"/>
                </a:moveTo>
                <a:lnTo>
                  <a:pt x="86331" y="31679"/>
                </a:lnTo>
                <a:lnTo>
                  <a:pt x="0" y="0"/>
                </a:lnTo>
                <a:lnTo>
                  <a:pt x="0" y="633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2C1FF-1B51-4C3F-A4FA-F57626B9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901" y="1703736"/>
            <a:ext cx="458665" cy="407144"/>
          </a:xfrm>
          <a:custGeom xmlns:a="http://schemas.openxmlformats.org/drawingml/2006/main">
            <a:pathLst>
              <a:path w="458665" h="407144">
                <a:moveTo>
                  <a:pt x="0" y="407144"/>
                </a:moveTo>
                <a:lnTo>
                  <a:pt x="188938" y="407144"/>
                </a:lnTo>
                <a:lnTo>
                  <a:pt x="188938" y="0"/>
                </a:lnTo>
                <a:lnTo>
                  <a:pt x="458665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B8166-7EC7-49AB-9C90-DA79B798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901" y="1703736"/>
            <a:ext cx="344523" cy="407144"/>
          </a:xfrm>
          <a:custGeom xmlns:a="http://schemas.openxmlformats.org/drawingml/2006/main">
            <a:pathLst>
              <a:path w="344523" h="407144" fill="none">
                <a:moveTo>
                  <a:pt x="0" y="407144"/>
                </a:moveTo>
                <a:lnTo>
                  <a:pt x="188938" y="407144"/>
                </a:lnTo>
                <a:lnTo>
                  <a:pt x="188938" y="0"/>
                </a:lnTo>
                <a:lnTo>
                  <a:pt x="3445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1BB42-0BE1-4D73-8B94-BD92D946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424" y="1672057"/>
            <a:ext cx="86331" cy="63358"/>
          </a:xfrm>
          <a:custGeom xmlns:a="http://schemas.openxmlformats.org/drawingml/2006/main">
            <a:pathLst>
              <a:path w="86331" h="63358">
                <a:moveTo>
                  <a:pt x="0" y="63358"/>
                </a:moveTo>
                <a:lnTo>
                  <a:pt x="0" y="0"/>
                </a:lnTo>
                <a:lnTo>
                  <a:pt x="86331" y="31679"/>
                </a:lnTo>
                <a:lnTo>
                  <a:pt x="0" y="63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97047-7001-4EB7-B8A1-51B34FA9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424" y="1672057"/>
            <a:ext cx="86331" cy="63358"/>
          </a:xfrm>
          <a:custGeom xmlns:a="http://schemas.openxmlformats.org/drawingml/2006/main">
            <a:pathLst>
              <a:path w="86331" h="63358" fill="none">
                <a:moveTo>
                  <a:pt x="0" y="63358"/>
                </a:moveTo>
                <a:lnTo>
                  <a:pt x="86331" y="31679"/>
                </a:lnTo>
                <a:lnTo>
                  <a:pt x="0" y="0"/>
                </a:lnTo>
                <a:lnTo>
                  <a:pt x="0" y="633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C1810-06EA-476B-9CF2-F41B4254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953" y="1703837"/>
            <a:ext cx="376279" cy="604"/>
          </a:xfrm>
          <a:custGeom xmlns:a="http://schemas.openxmlformats.org/drawingml/2006/main">
            <a:pathLst>
              <a:path w="376279" h="604">
                <a:moveTo>
                  <a:pt x="376279" y="604"/>
                </a:moveTo>
                <a:lnTo>
                  <a:pt x="188102" y="604"/>
                </a:lnTo>
                <a:lnTo>
                  <a:pt x="18810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A58C2-9A23-4CBB-ABE0-866FAC0A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953" y="1703837"/>
            <a:ext cx="262137" cy="604"/>
          </a:xfrm>
          <a:custGeom xmlns:a="http://schemas.openxmlformats.org/drawingml/2006/main">
            <a:pathLst>
              <a:path w="262137" h="604" fill="none">
                <a:moveTo>
                  <a:pt x="0" y="0"/>
                </a:moveTo>
                <a:lnTo>
                  <a:pt x="188102" y="0"/>
                </a:lnTo>
                <a:lnTo>
                  <a:pt x="188102" y="604"/>
                </a:lnTo>
                <a:lnTo>
                  <a:pt x="262137" y="604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1FDA7-3091-49E0-BE0D-1E15DDE1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090" y="1672763"/>
            <a:ext cx="86331" cy="63358"/>
          </a:xfrm>
          <a:custGeom xmlns:a="http://schemas.openxmlformats.org/drawingml/2006/main">
            <a:pathLst>
              <a:path w="86331" h="63358">
                <a:moveTo>
                  <a:pt x="0" y="63358"/>
                </a:moveTo>
                <a:lnTo>
                  <a:pt x="0" y="0"/>
                </a:lnTo>
                <a:lnTo>
                  <a:pt x="86331" y="31679"/>
                </a:lnTo>
                <a:lnTo>
                  <a:pt x="0" y="63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1A841-E226-4630-8FBB-6269EB53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090" y="1672763"/>
            <a:ext cx="86331" cy="63358"/>
          </a:xfrm>
          <a:custGeom xmlns:a="http://schemas.openxmlformats.org/drawingml/2006/main">
            <a:pathLst>
              <a:path w="86331" h="63358" fill="none">
                <a:moveTo>
                  <a:pt x="0" y="63358"/>
                </a:moveTo>
                <a:lnTo>
                  <a:pt x="86331" y="31679"/>
                </a:lnTo>
                <a:lnTo>
                  <a:pt x="0" y="0"/>
                </a:lnTo>
                <a:lnTo>
                  <a:pt x="0" y="633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FC10C-231B-43D4-B0E0-72355801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091" y="1484156"/>
            <a:ext cx="1008704" cy="257636"/>
          </a:xfrm>
          <a:custGeom xmlns:a="http://schemas.openxmlformats.org/drawingml/2006/main">
            <a:pathLst>
              <a:path w="1008704" h="257636">
                <a:moveTo>
                  <a:pt x="0" y="0"/>
                </a:moveTo>
                <a:lnTo>
                  <a:pt x="1008704" y="0"/>
                </a:lnTo>
                <a:lnTo>
                  <a:pt x="1008704" y="257636"/>
                </a:lnTo>
                <a:lnTo>
                  <a:pt x="0" y="2576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TCP/TLS">
            <a:extLst xmlns:a="http://schemas.openxmlformats.org/drawingml/2006/main">
              <a:ext uri="{FF2B5EF4-FFF2-40B4-BE49-F238E27FC236}">
                <a16:creationId xmlns:a16="http://schemas.microsoft.com/office/drawing/2014/main" id="{C80B10A8-DB3C-4EF5-BA3F-71782231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697" y="1434010"/>
            <a:ext cx="736846" cy="162574"/>
          </a:xfrm>
          <a:custGeom xmlns:a="http://schemas.openxmlformats.org/drawingml/2006/main">
            <a:pathLst>
              <a:path w="736846" h="162574">
                <a:moveTo>
                  <a:pt x="109411" y="21152"/>
                </a:moveTo>
                <a:lnTo>
                  <a:pt x="63288" y="21152"/>
                </a:lnTo>
                <a:lnTo>
                  <a:pt x="63288" y="136003"/>
                </a:lnTo>
                <a:lnTo>
                  <a:pt x="46122" y="136003"/>
                </a:lnTo>
                <a:lnTo>
                  <a:pt x="46122" y="21152"/>
                </a:lnTo>
                <a:lnTo>
                  <a:pt x="0" y="21152"/>
                </a:lnTo>
                <a:lnTo>
                  <a:pt x="0" y="5769"/>
                </a:lnTo>
                <a:lnTo>
                  <a:pt x="109411" y="5769"/>
                </a:lnTo>
                <a:lnTo>
                  <a:pt x="109411" y="21152"/>
                </a:lnTo>
                <a:close/>
                <a:moveTo>
                  <a:pt x="223040" y="126618"/>
                </a:moveTo>
                <a:cubicBezTo>
                  <a:pt x="219861" y="128020"/>
                  <a:pt x="216986" y="129335"/>
                  <a:pt x="214414" y="130562"/>
                </a:cubicBezTo>
                <a:cubicBezTo>
                  <a:pt x="211842" y="131789"/>
                  <a:pt x="208475" y="133075"/>
                  <a:pt x="204314" y="134419"/>
                </a:cubicBezTo>
                <a:cubicBezTo>
                  <a:pt x="200788" y="135529"/>
                  <a:pt x="196959" y="136479"/>
                  <a:pt x="192827" y="137268"/>
                </a:cubicBezTo>
                <a:cubicBezTo>
                  <a:pt x="188694" y="138056"/>
                  <a:pt x="184142" y="138450"/>
                  <a:pt x="179172" y="138450"/>
                </a:cubicBezTo>
                <a:cubicBezTo>
                  <a:pt x="169809" y="138450"/>
                  <a:pt x="161298" y="137124"/>
                  <a:pt x="153640" y="134471"/>
                </a:cubicBezTo>
                <a:cubicBezTo>
                  <a:pt x="145982" y="131817"/>
                  <a:pt x="139320" y="127663"/>
                  <a:pt x="133656" y="122007"/>
                </a:cubicBezTo>
                <a:cubicBezTo>
                  <a:pt x="128108" y="116468"/>
                  <a:pt x="123773" y="109427"/>
                  <a:pt x="120652" y="100885"/>
                </a:cubicBezTo>
                <a:cubicBezTo>
                  <a:pt x="117531" y="92343"/>
                  <a:pt x="115970" y="82416"/>
                  <a:pt x="115970" y="71104"/>
                </a:cubicBezTo>
                <a:cubicBezTo>
                  <a:pt x="115970" y="60375"/>
                  <a:pt x="117473" y="50783"/>
                  <a:pt x="120478" y="42329"/>
                </a:cubicBezTo>
                <a:cubicBezTo>
                  <a:pt x="123484" y="33874"/>
                  <a:pt x="127819" y="26732"/>
                  <a:pt x="133483" y="20901"/>
                </a:cubicBezTo>
                <a:cubicBezTo>
                  <a:pt x="138974" y="15245"/>
                  <a:pt x="145606" y="10930"/>
                  <a:pt x="153380" y="7957"/>
                </a:cubicBezTo>
                <a:cubicBezTo>
                  <a:pt x="161153" y="4983"/>
                  <a:pt x="169780" y="3496"/>
                  <a:pt x="179259" y="3496"/>
                </a:cubicBezTo>
                <a:cubicBezTo>
                  <a:pt x="186194" y="3496"/>
                  <a:pt x="193116" y="4341"/>
                  <a:pt x="200022" y="6031"/>
                </a:cubicBezTo>
                <a:cubicBezTo>
                  <a:pt x="206929" y="7721"/>
                  <a:pt x="214602" y="10693"/>
                  <a:pt x="223040" y="14946"/>
                </a:cubicBezTo>
                <a:lnTo>
                  <a:pt x="223040" y="35487"/>
                </a:lnTo>
                <a:lnTo>
                  <a:pt x="221740" y="35487"/>
                </a:lnTo>
                <a:cubicBezTo>
                  <a:pt x="214631" y="29576"/>
                  <a:pt x="207579" y="25272"/>
                  <a:pt x="200586" y="22575"/>
                </a:cubicBezTo>
                <a:cubicBezTo>
                  <a:pt x="193592" y="19878"/>
                  <a:pt x="186108" y="18530"/>
                  <a:pt x="178131" y="18530"/>
                </a:cubicBezTo>
                <a:cubicBezTo>
                  <a:pt x="171600" y="18530"/>
                  <a:pt x="165719" y="19591"/>
                  <a:pt x="160489" y="21712"/>
                </a:cubicBezTo>
                <a:cubicBezTo>
                  <a:pt x="155258" y="23833"/>
                  <a:pt x="150591" y="27132"/>
                  <a:pt x="146487" y="31608"/>
                </a:cubicBezTo>
                <a:cubicBezTo>
                  <a:pt x="142499" y="35967"/>
                  <a:pt x="139393" y="41475"/>
                  <a:pt x="137167" y="48130"/>
                </a:cubicBezTo>
                <a:cubicBezTo>
                  <a:pt x="134942" y="54786"/>
                  <a:pt x="133830" y="62473"/>
                  <a:pt x="133830" y="71192"/>
                </a:cubicBezTo>
                <a:cubicBezTo>
                  <a:pt x="133830" y="80317"/>
                  <a:pt x="135058" y="88163"/>
                  <a:pt x="137514" y="94731"/>
                </a:cubicBezTo>
                <a:cubicBezTo>
                  <a:pt x="139971" y="101299"/>
                  <a:pt x="143135" y="106647"/>
                  <a:pt x="147007" y="110775"/>
                </a:cubicBezTo>
                <a:cubicBezTo>
                  <a:pt x="151053" y="115077"/>
                  <a:pt x="155778" y="118259"/>
                  <a:pt x="161182" y="120322"/>
                </a:cubicBezTo>
                <a:cubicBezTo>
                  <a:pt x="166586" y="122385"/>
                  <a:pt x="172294" y="123416"/>
                  <a:pt x="178305" y="123416"/>
                </a:cubicBezTo>
                <a:cubicBezTo>
                  <a:pt x="186570" y="123416"/>
                  <a:pt x="194315" y="121989"/>
                  <a:pt x="201540" y="119134"/>
                </a:cubicBezTo>
                <a:cubicBezTo>
                  <a:pt x="208764" y="116278"/>
                  <a:pt x="215527" y="111996"/>
                  <a:pt x="221826" y="106285"/>
                </a:cubicBezTo>
                <a:lnTo>
                  <a:pt x="223040" y="106285"/>
                </a:lnTo>
                <a:lnTo>
                  <a:pt x="223040" y="126618"/>
                </a:lnTo>
                <a:close/>
                <a:moveTo>
                  <a:pt x="331714" y="45101"/>
                </a:moveTo>
                <a:cubicBezTo>
                  <a:pt x="331714" y="50870"/>
                  <a:pt x="330717" y="56216"/>
                  <a:pt x="328723" y="61140"/>
                </a:cubicBezTo>
                <a:cubicBezTo>
                  <a:pt x="326729" y="66064"/>
                  <a:pt x="323940" y="70332"/>
                  <a:pt x="320357" y="73945"/>
                </a:cubicBezTo>
                <a:cubicBezTo>
                  <a:pt x="315906" y="78432"/>
                  <a:pt x="310647" y="81797"/>
                  <a:pt x="304578" y="84040"/>
                </a:cubicBezTo>
                <a:cubicBezTo>
                  <a:pt x="298509" y="86284"/>
                  <a:pt x="290851" y="87405"/>
                  <a:pt x="281603" y="87405"/>
                </a:cubicBezTo>
                <a:lnTo>
                  <a:pt x="264438" y="87405"/>
                </a:lnTo>
                <a:lnTo>
                  <a:pt x="264438" y="136003"/>
                </a:lnTo>
                <a:lnTo>
                  <a:pt x="247272" y="136003"/>
                </a:lnTo>
                <a:lnTo>
                  <a:pt x="247272" y="5769"/>
                </a:lnTo>
                <a:lnTo>
                  <a:pt x="282297" y="5769"/>
                </a:lnTo>
                <a:cubicBezTo>
                  <a:pt x="290042" y="5769"/>
                  <a:pt x="296602" y="6424"/>
                  <a:pt x="301977" y="7735"/>
                </a:cubicBezTo>
                <a:cubicBezTo>
                  <a:pt x="307352" y="9046"/>
                  <a:pt x="312121" y="11100"/>
                  <a:pt x="316282" y="13897"/>
                </a:cubicBezTo>
                <a:cubicBezTo>
                  <a:pt x="321195" y="17219"/>
                  <a:pt x="324995" y="21356"/>
                  <a:pt x="327683" y="26309"/>
                </a:cubicBezTo>
                <a:cubicBezTo>
                  <a:pt x="330370" y="31262"/>
                  <a:pt x="331714" y="37526"/>
                  <a:pt x="331714" y="45101"/>
                </a:cubicBezTo>
                <a:moveTo>
                  <a:pt x="313855" y="45503"/>
                </a:moveTo>
                <a:cubicBezTo>
                  <a:pt x="313855" y="41054"/>
                  <a:pt x="313074" y="37184"/>
                  <a:pt x="311514" y="33891"/>
                </a:cubicBezTo>
                <a:cubicBezTo>
                  <a:pt x="309953" y="30597"/>
                  <a:pt x="307584" y="27910"/>
                  <a:pt x="304405" y="25828"/>
                </a:cubicBezTo>
                <a:cubicBezTo>
                  <a:pt x="301630" y="24038"/>
                  <a:pt x="298466" y="22754"/>
                  <a:pt x="294911" y="21974"/>
                </a:cubicBezTo>
                <a:cubicBezTo>
                  <a:pt x="291357" y="21193"/>
                  <a:pt x="286863" y="20802"/>
                  <a:pt x="281430" y="20802"/>
                </a:cubicBezTo>
                <a:lnTo>
                  <a:pt x="264438" y="20802"/>
                </a:lnTo>
                <a:lnTo>
                  <a:pt x="264438" y="72372"/>
                </a:lnTo>
                <a:lnTo>
                  <a:pt x="278916" y="72372"/>
                </a:lnTo>
                <a:cubicBezTo>
                  <a:pt x="285852" y="72372"/>
                  <a:pt x="291487" y="71751"/>
                  <a:pt x="295822" y="70509"/>
                </a:cubicBezTo>
                <a:cubicBezTo>
                  <a:pt x="300157" y="69267"/>
                  <a:pt x="303682" y="67288"/>
                  <a:pt x="306399" y="64571"/>
                </a:cubicBezTo>
                <a:cubicBezTo>
                  <a:pt x="309115" y="61797"/>
                  <a:pt x="311037" y="58880"/>
                  <a:pt x="312164" y="55819"/>
                </a:cubicBezTo>
                <a:cubicBezTo>
                  <a:pt x="313291" y="52756"/>
                  <a:pt x="313855" y="49318"/>
                  <a:pt x="313855" y="45503"/>
                </a:cubicBezTo>
                <a:close/>
                <a:moveTo>
                  <a:pt x="411556" y="0"/>
                </a:moveTo>
                <a:lnTo>
                  <a:pt x="349395" y="162574"/>
                </a:lnTo>
                <a:lnTo>
                  <a:pt x="334397" y="162574"/>
                </a:lnTo>
                <a:lnTo>
                  <a:pt x="396298" y="0"/>
                </a:lnTo>
                <a:lnTo>
                  <a:pt x="411556" y="0"/>
                </a:lnTo>
                <a:close/>
                <a:moveTo>
                  <a:pt x="527018" y="21152"/>
                </a:moveTo>
                <a:lnTo>
                  <a:pt x="480896" y="21152"/>
                </a:lnTo>
                <a:lnTo>
                  <a:pt x="480896" y="136003"/>
                </a:lnTo>
                <a:lnTo>
                  <a:pt x="463730" y="136003"/>
                </a:lnTo>
                <a:lnTo>
                  <a:pt x="463730" y="21152"/>
                </a:lnTo>
                <a:lnTo>
                  <a:pt x="417608" y="21152"/>
                </a:lnTo>
                <a:lnTo>
                  <a:pt x="417608" y="5769"/>
                </a:lnTo>
                <a:lnTo>
                  <a:pt x="527018" y="5769"/>
                </a:lnTo>
                <a:lnTo>
                  <a:pt x="527018" y="21152"/>
                </a:lnTo>
                <a:close/>
                <a:moveTo>
                  <a:pt x="625988" y="136003"/>
                </a:moveTo>
                <a:lnTo>
                  <a:pt x="544320" y="136003"/>
                </a:lnTo>
                <a:lnTo>
                  <a:pt x="544320" y="5769"/>
                </a:lnTo>
                <a:lnTo>
                  <a:pt x="561486" y="5769"/>
                </a:lnTo>
                <a:lnTo>
                  <a:pt x="561486" y="120620"/>
                </a:lnTo>
                <a:lnTo>
                  <a:pt x="625988" y="120620"/>
                </a:lnTo>
                <a:lnTo>
                  <a:pt x="625988" y="136003"/>
                </a:lnTo>
                <a:close/>
                <a:moveTo>
                  <a:pt x="736846" y="98918"/>
                </a:moveTo>
                <a:cubicBezTo>
                  <a:pt x="736846" y="103992"/>
                  <a:pt x="735675" y="109006"/>
                  <a:pt x="733334" y="113963"/>
                </a:cubicBezTo>
                <a:cubicBezTo>
                  <a:pt x="730994" y="118918"/>
                  <a:pt x="727714" y="123115"/>
                  <a:pt x="723494" y="126555"/>
                </a:cubicBezTo>
                <a:cubicBezTo>
                  <a:pt x="718870" y="130288"/>
                  <a:pt x="713481" y="133204"/>
                  <a:pt x="707325" y="135304"/>
                </a:cubicBezTo>
                <a:cubicBezTo>
                  <a:pt x="701170" y="137401"/>
                  <a:pt x="693757" y="138450"/>
                  <a:pt x="685088" y="138450"/>
                </a:cubicBezTo>
                <a:cubicBezTo>
                  <a:pt x="675782" y="138450"/>
                  <a:pt x="667416" y="137574"/>
                  <a:pt x="659989" y="135823"/>
                </a:cubicBezTo>
                <a:cubicBezTo>
                  <a:pt x="652562" y="134069"/>
                  <a:pt x="645005" y="131469"/>
                  <a:pt x="637318" y="128022"/>
                </a:cubicBezTo>
                <a:lnTo>
                  <a:pt x="637318" y="106285"/>
                </a:lnTo>
                <a:lnTo>
                  <a:pt x="638532" y="106285"/>
                </a:lnTo>
                <a:cubicBezTo>
                  <a:pt x="645063" y="111762"/>
                  <a:pt x="652606" y="115987"/>
                  <a:pt x="661160" y="118959"/>
                </a:cubicBezTo>
                <a:cubicBezTo>
                  <a:pt x="669714" y="121931"/>
                  <a:pt x="677748" y="123416"/>
                  <a:pt x="685261" y="123416"/>
                </a:cubicBezTo>
                <a:cubicBezTo>
                  <a:pt x="695896" y="123416"/>
                  <a:pt x="704175" y="121413"/>
                  <a:pt x="710100" y="117405"/>
                </a:cubicBezTo>
                <a:cubicBezTo>
                  <a:pt x="716024" y="113395"/>
                  <a:pt x="718986" y="108049"/>
                  <a:pt x="718986" y="101366"/>
                </a:cubicBezTo>
                <a:cubicBezTo>
                  <a:pt x="718986" y="95593"/>
                  <a:pt x="717584" y="91337"/>
                  <a:pt x="714781" y="88596"/>
                </a:cubicBezTo>
                <a:cubicBezTo>
                  <a:pt x="711978" y="85856"/>
                  <a:pt x="707716" y="83728"/>
                  <a:pt x="701994" y="82213"/>
                </a:cubicBezTo>
                <a:cubicBezTo>
                  <a:pt x="697659" y="81046"/>
                  <a:pt x="692963" y="80083"/>
                  <a:pt x="687905" y="79326"/>
                </a:cubicBezTo>
                <a:cubicBezTo>
                  <a:pt x="682848" y="78568"/>
                  <a:pt x="677487" y="77606"/>
                  <a:pt x="671823" y="76439"/>
                </a:cubicBezTo>
                <a:cubicBezTo>
                  <a:pt x="660379" y="73990"/>
                  <a:pt x="651898" y="69806"/>
                  <a:pt x="646378" y="63888"/>
                </a:cubicBezTo>
                <a:cubicBezTo>
                  <a:pt x="640858" y="57970"/>
                  <a:pt x="638098" y="50259"/>
                  <a:pt x="638098" y="40756"/>
                </a:cubicBezTo>
                <a:cubicBezTo>
                  <a:pt x="638098" y="29852"/>
                  <a:pt x="642664" y="20916"/>
                  <a:pt x="651796" y="13949"/>
                </a:cubicBezTo>
                <a:cubicBezTo>
                  <a:pt x="660928" y="6981"/>
                  <a:pt x="672517" y="3496"/>
                  <a:pt x="686562" y="3496"/>
                </a:cubicBezTo>
                <a:cubicBezTo>
                  <a:pt x="695636" y="3496"/>
                  <a:pt x="703959" y="4370"/>
                  <a:pt x="711530" y="6118"/>
                </a:cubicBezTo>
                <a:cubicBezTo>
                  <a:pt x="719102" y="7866"/>
                  <a:pt x="725806" y="10022"/>
                  <a:pt x="731644" y="12586"/>
                </a:cubicBezTo>
                <a:lnTo>
                  <a:pt x="731644" y="33039"/>
                </a:lnTo>
                <a:lnTo>
                  <a:pt x="730430" y="33039"/>
                </a:lnTo>
                <a:cubicBezTo>
                  <a:pt x="725517" y="28869"/>
                  <a:pt x="719058" y="25409"/>
                  <a:pt x="711053" y="22657"/>
                </a:cubicBezTo>
                <a:cubicBezTo>
                  <a:pt x="703048" y="19906"/>
                  <a:pt x="694856" y="18530"/>
                  <a:pt x="686475" y="18530"/>
                </a:cubicBezTo>
                <a:cubicBezTo>
                  <a:pt x="677285" y="18530"/>
                  <a:pt x="669901" y="20447"/>
                  <a:pt x="664324" y="24282"/>
                </a:cubicBezTo>
                <a:cubicBezTo>
                  <a:pt x="658747" y="28115"/>
                  <a:pt x="655958" y="33052"/>
                  <a:pt x="655958" y="39092"/>
                </a:cubicBezTo>
                <a:cubicBezTo>
                  <a:pt x="655958" y="44515"/>
                  <a:pt x="657345" y="48771"/>
                  <a:pt x="660119" y="51861"/>
                </a:cubicBezTo>
                <a:cubicBezTo>
                  <a:pt x="662894" y="54952"/>
                  <a:pt x="667777" y="57313"/>
                  <a:pt x="674771" y="58947"/>
                </a:cubicBezTo>
                <a:cubicBezTo>
                  <a:pt x="678470" y="59763"/>
                  <a:pt x="683730" y="60754"/>
                  <a:pt x="690550" y="61921"/>
                </a:cubicBezTo>
                <a:cubicBezTo>
                  <a:pt x="697370" y="63087"/>
                  <a:pt x="703150" y="64282"/>
                  <a:pt x="707889" y="65508"/>
                </a:cubicBezTo>
                <a:cubicBezTo>
                  <a:pt x="717483" y="68073"/>
                  <a:pt x="724708" y="71951"/>
                  <a:pt x="729563" y="77141"/>
                </a:cubicBezTo>
                <a:cubicBezTo>
                  <a:pt x="734418" y="82329"/>
                  <a:pt x="736846" y="89588"/>
                  <a:pt x="736846" y="989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Timeouts">
            <a:extLst xmlns:a="http://schemas.openxmlformats.org/drawingml/2006/main">
              <a:ext uri="{FF2B5EF4-FFF2-40B4-BE49-F238E27FC236}">
                <a16:creationId xmlns:a16="http://schemas.microsoft.com/office/drawing/2014/main" id="{84DE3D7C-D1CA-4146-AE34-3DABCA76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697" y="1653713"/>
            <a:ext cx="811242" cy="133905"/>
          </a:xfrm>
          <a:custGeom xmlns:a="http://schemas.openxmlformats.org/drawingml/2006/main">
            <a:pathLst>
              <a:path w="811242" h="133905">
                <a:moveTo>
                  <a:pt x="109411" y="16257"/>
                </a:moveTo>
                <a:lnTo>
                  <a:pt x="63288" y="16257"/>
                </a:lnTo>
                <a:lnTo>
                  <a:pt x="63288" y="131108"/>
                </a:lnTo>
                <a:lnTo>
                  <a:pt x="46122" y="131108"/>
                </a:lnTo>
                <a:lnTo>
                  <a:pt x="46122" y="16257"/>
                </a:lnTo>
                <a:lnTo>
                  <a:pt x="0" y="16257"/>
                </a:lnTo>
                <a:lnTo>
                  <a:pt x="0" y="874"/>
                </a:lnTo>
                <a:lnTo>
                  <a:pt x="109411" y="874"/>
                </a:lnTo>
                <a:lnTo>
                  <a:pt x="109411" y="16257"/>
                </a:lnTo>
                <a:close/>
                <a:moveTo>
                  <a:pt x="142925" y="17131"/>
                </a:moveTo>
                <a:lnTo>
                  <a:pt x="124546" y="17131"/>
                </a:lnTo>
                <a:lnTo>
                  <a:pt x="124546" y="0"/>
                </a:lnTo>
                <a:lnTo>
                  <a:pt x="142925" y="0"/>
                </a:lnTo>
                <a:lnTo>
                  <a:pt x="142925" y="17131"/>
                </a:lnTo>
                <a:moveTo>
                  <a:pt x="141885" y="131108"/>
                </a:moveTo>
                <a:lnTo>
                  <a:pt x="125586" y="131108"/>
                </a:lnTo>
                <a:lnTo>
                  <a:pt x="125586" y="33389"/>
                </a:lnTo>
                <a:lnTo>
                  <a:pt x="141885" y="33389"/>
                </a:lnTo>
                <a:lnTo>
                  <a:pt x="141885" y="131108"/>
                </a:lnTo>
                <a:close/>
                <a:moveTo>
                  <a:pt x="315377" y="131108"/>
                </a:moveTo>
                <a:lnTo>
                  <a:pt x="299078" y="131108"/>
                </a:lnTo>
                <a:lnTo>
                  <a:pt x="299078" y="75461"/>
                </a:lnTo>
                <a:cubicBezTo>
                  <a:pt x="299078" y="71262"/>
                  <a:pt x="298890" y="67208"/>
                  <a:pt x="298515" y="63301"/>
                </a:cubicBezTo>
                <a:cubicBezTo>
                  <a:pt x="298139" y="59391"/>
                  <a:pt x="297344" y="56270"/>
                  <a:pt x="296131" y="53937"/>
                </a:cubicBezTo>
                <a:cubicBezTo>
                  <a:pt x="294801" y="51428"/>
                  <a:pt x="292894" y="49532"/>
                  <a:pt x="290409" y="48251"/>
                </a:cubicBezTo>
                <a:cubicBezTo>
                  <a:pt x="287923" y="46967"/>
                  <a:pt x="284340" y="46325"/>
                  <a:pt x="279658" y="46325"/>
                </a:cubicBezTo>
                <a:cubicBezTo>
                  <a:pt x="275092" y="46325"/>
                  <a:pt x="270526" y="47478"/>
                  <a:pt x="265960" y="49783"/>
                </a:cubicBezTo>
                <a:cubicBezTo>
                  <a:pt x="261394" y="52086"/>
                  <a:pt x="256828" y="55017"/>
                  <a:pt x="252262" y="58575"/>
                </a:cubicBezTo>
                <a:cubicBezTo>
                  <a:pt x="252436" y="59916"/>
                  <a:pt x="252580" y="61475"/>
                  <a:pt x="252696" y="63254"/>
                </a:cubicBezTo>
                <a:cubicBezTo>
                  <a:pt x="252811" y="65033"/>
                  <a:pt x="252869" y="66798"/>
                  <a:pt x="252869" y="68548"/>
                </a:cubicBezTo>
                <a:lnTo>
                  <a:pt x="252869" y="131108"/>
                </a:lnTo>
                <a:lnTo>
                  <a:pt x="236570" y="131108"/>
                </a:lnTo>
                <a:lnTo>
                  <a:pt x="236570" y="75461"/>
                </a:lnTo>
                <a:cubicBezTo>
                  <a:pt x="236570" y="71145"/>
                  <a:pt x="236382" y="67048"/>
                  <a:pt x="236007" y="63170"/>
                </a:cubicBezTo>
                <a:cubicBezTo>
                  <a:pt x="235631" y="59289"/>
                  <a:pt x="234836" y="56183"/>
                  <a:pt x="233622" y="53850"/>
                </a:cubicBezTo>
                <a:cubicBezTo>
                  <a:pt x="232293" y="51341"/>
                  <a:pt x="230386" y="49460"/>
                  <a:pt x="227900" y="48207"/>
                </a:cubicBezTo>
                <a:cubicBezTo>
                  <a:pt x="225415" y="46952"/>
                  <a:pt x="221832" y="46325"/>
                  <a:pt x="217150" y="46325"/>
                </a:cubicBezTo>
                <a:cubicBezTo>
                  <a:pt x="212700" y="46325"/>
                  <a:pt x="208235" y="47434"/>
                  <a:pt x="203756" y="49652"/>
                </a:cubicBezTo>
                <a:cubicBezTo>
                  <a:pt x="199276" y="51868"/>
                  <a:pt x="194811" y="54696"/>
                  <a:pt x="190361" y="58136"/>
                </a:cubicBezTo>
                <a:lnTo>
                  <a:pt x="190361" y="131108"/>
                </a:lnTo>
                <a:lnTo>
                  <a:pt x="174062" y="131108"/>
                </a:lnTo>
                <a:lnTo>
                  <a:pt x="174062" y="33389"/>
                </a:lnTo>
                <a:lnTo>
                  <a:pt x="190361" y="33389"/>
                </a:lnTo>
                <a:lnTo>
                  <a:pt x="190361" y="44238"/>
                </a:lnTo>
                <a:cubicBezTo>
                  <a:pt x="195447" y="39953"/>
                  <a:pt x="200519" y="36608"/>
                  <a:pt x="205576" y="34203"/>
                </a:cubicBezTo>
                <a:cubicBezTo>
                  <a:pt x="210633" y="31796"/>
                  <a:pt x="216023" y="30592"/>
                  <a:pt x="221745" y="30592"/>
                </a:cubicBezTo>
                <a:cubicBezTo>
                  <a:pt x="228334" y="30592"/>
                  <a:pt x="233926" y="32000"/>
                  <a:pt x="238521" y="34815"/>
                </a:cubicBezTo>
                <a:cubicBezTo>
                  <a:pt x="243116" y="37628"/>
                  <a:pt x="246540" y="41527"/>
                  <a:pt x="248794" y="46511"/>
                </a:cubicBezTo>
                <a:cubicBezTo>
                  <a:pt x="255383" y="40882"/>
                  <a:pt x="261394" y="36822"/>
                  <a:pt x="266827" y="34331"/>
                </a:cubicBezTo>
                <a:cubicBezTo>
                  <a:pt x="272260" y="31838"/>
                  <a:pt x="278069" y="30592"/>
                  <a:pt x="284253" y="30592"/>
                </a:cubicBezTo>
                <a:cubicBezTo>
                  <a:pt x="294888" y="30592"/>
                  <a:pt x="302734" y="33846"/>
                  <a:pt x="307791" y="40354"/>
                </a:cubicBezTo>
                <a:cubicBezTo>
                  <a:pt x="312848" y="46862"/>
                  <a:pt x="315377" y="55954"/>
                  <a:pt x="315377" y="67630"/>
                </a:cubicBezTo>
                <a:lnTo>
                  <a:pt x="315377" y="131108"/>
                </a:lnTo>
                <a:close/>
                <a:moveTo>
                  <a:pt x="427705" y="83909"/>
                </a:moveTo>
                <a:lnTo>
                  <a:pt x="356354" y="83909"/>
                </a:lnTo>
                <a:cubicBezTo>
                  <a:pt x="356354" y="89926"/>
                  <a:pt x="357250" y="95168"/>
                  <a:pt x="359042" y="99637"/>
                </a:cubicBezTo>
                <a:cubicBezTo>
                  <a:pt x="360833" y="104105"/>
                  <a:pt x="363290" y="107771"/>
                  <a:pt x="366411" y="110633"/>
                </a:cubicBezTo>
                <a:cubicBezTo>
                  <a:pt x="369416" y="113438"/>
                  <a:pt x="372985" y="115541"/>
                  <a:pt x="377118" y="116943"/>
                </a:cubicBezTo>
                <a:cubicBezTo>
                  <a:pt x="381250" y="118345"/>
                  <a:pt x="385802" y="119046"/>
                  <a:pt x="390773" y="119046"/>
                </a:cubicBezTo>
                <a:cubicBezTo>
                  <a:pt x="397362" y="119046"/>
                  <a:pt x="403994" y="117711"/>
                  <a:pt x="410669" y="115039"/>
                </a:cubicBezTo>
                <a:cubicBezTo>
                  <a:pt x="417345" y="112368"/>
                  <a:pt x="422099" y="109741"/>
                  <a:pt x="424931" y="107159"/>
                </a:cubicBezTo>
                <a:lnTo>
                  <a:pt x="425798" y="107159"/>
                </a:lnTo>
                <a:lnTo>
                  <a:pt x="425798" y="125137"/>
                </a:lnTo>
                <a:cubicBezTo>
                  <a:pt x="420307" y="127475"/>
                  <a:pt x="414701" y="129434"/>
                  <a:pt x="408979" y="131013"/>
                </a:cubicBezTo>
                <a:cubicBezTo>
                  <a:pt x="403257" y="132591"/>
                  <a:pt x="397246" y="133381"/>
                  <a:pt x="390946" y="133381"/>
                </a:cubicBezTo>
                <a:cubicBezTo>
                  <a:pt x="374878" y="133381"/>
                  <a:pt x="362336" y="128989"/>
                  <a:pt x="353320" y="120204"/>
                </a:cubicBezTo>
                <a:cubicBezTo>
                  <a:pt x="344303" y="111420"/>
                  <a:pt x="339795" y="98943"/>
                  <a:pt x="339795" y="82773"/>
                </a:cubicBezTo>
                <a:cubicBezTo>
                  <a:pt x="339795" y="66781"/>
                  <a:pt x="344116" y="54087"/>
                  <a:pt x="352756" y="44689"/>
                </a:cubicBezTo>
                <a:cubicBezTo>
                  <a:pt x="361397" y="35291"/>
                  <a:pt x="372769" y="30592"/>
                  <a:pt x="386871" y="30592"/>
                </a:cubicBezTo>
                <a:cubicBezTo>
                  <a:pt x="399934" y="30592"/>
                  <a:pt x="410005" y="34444"/>
                  <a:pt x="417085" y="42149"/>
                </a:cubicBezTo>
                <a:cubicBezTo>
                  <a:pt x="424165" y="49853"/>
                  <a:pt x="427705" y="60797"/>
                  <a:pt x="427705" y="74980"/>
                </a:cubicBezTo>
                <a:lnTo>
                  <a:pt x="427705" y="83909"/>
                </a:lnTo>
                <a:moveTo>
                  <a:pt x="411840" y="71323"/>
                </a:moveTo>
                <a:cubicBezTo>
                  <a:pt x="411782" y="62699"/>
                  <a:pt x="409629" y="56027"/>
                  <a:pt x="405381" y="51307"/>
                </a:cubicBezTo>
                <a:cubicBezTo>
                  <a:pt x="401133" y="46587"/>
                  <a:pt x="394674" y="44227"/>
                  <a:pt x="386004" y="44227"/>
                </a:cubicBezTo>
                <a:cubicBezTo>
                  <a:pt x="377277" y="44227"/>
                  <a:pt x="370327" y="46820"/>
                  <a:pt x="365154" y="52006"/>
                </a:cubicBezTo>
                <a:cubicBezTo>
                  <a:pt x="359981" y="57192"/>
                  <a:pt x="357048" y="63631"/>
                  <a:pt x="356354" y="71323"/>
                </a:cubicBezTo>
                <a:lnTo>
                  <a:pt x="411840" y="71323"/>
                </a:lnTo>
                <a:close/>
                <a:moveTo>
                  <a:pt x="534825" y="82292"/>
                </a:moveTo>
                <a:cubicBezTo>
                  <a:pt x="534825" y="98240"/>
                  <a:pt x="530779" y="110829"/>
                  <a:pt x="522687" y="120060"/>
                </a:cubicBezTo>
                <a:cubicBezTo>
                  <a:pt x="514596" y="129290"/>
                  <a:pt x="503759" y="133905"/>
                  <a:pt x="490176" y="133905"/>
                </a:cubicBezTo>
                <a:cubicBezTo>
                  <a:pt x="476478" y="133905"/>
                  <a:pt x="465598" y="129290"/>
                  <a:pt x="457535" y="120060"/>
                </a:cubicBezTo>
                <a:cubicBezTo>
                  <a:pt x="449472" y="110829"/>
                  <a:pt x="445441" y="98240"/>
                  <a:pt x="445441" y="82292"/>
                </a:cubicBezTo>
                <a:cubicBezTo>
                  <a:pt x="445441" y="66344"/>
                  <a:pt x="449472" y="53741"/>
                  <a:pt x="457535" y="44481"/>
                </a:cubicBezTo>
                <a:cubicBezTo>
                  <a:pt x="465598" y="35222"/>
                  <a:pt x="476478" y="30592"/>
                  <a:pt x="490176" y="30592"/>
                </a:cubicBezTo>
                <a:cubicBezTo>
                  <a:pt x="503759" y="30592"/>
                  <a:pt x="514596" y="35222"/>
                  <a:pt x="522687" y="44481"/>
                </a:cubicBezTo>
                <a:cubicBezTo>
                  <a:pt x="530779" y="53741"/>
                  <a:pt x="534825" y="66344"/>
                  <a:pt x="534825" y="82292"/>
                </a:cubicBezTo>
                <a:moveTo>
                  <a:pt x="518006" y="82292"/>
                </a:moveTo>
                <a:cubicBezTo>
                  <a:pt x="518006" y="69662"/>
                  <a:pt x="515549" y="60277"/>
                  <a:pt x="510637" y="54137"/>
                </a:cubicBezTo>
                <a:cubicBezTo>
                  <a:pt x="505724" y="47997"/>
                  <a:pt x="498904" y="44926"/>
                  <a:pt x="490176" y="44926"/>
                </a:cubicBezTo>
                <a:cubicBezTo>
                  <a:pt x="481333" y="44926"/>
                  <a:pt x="474470" y="47997"/>
                  <a:pt x="469586" y="54137"/>
                </a:cubicBezTo>
                <a:cubicBezTo>
                  <a:pt x="464702" y="60277"/>
                  <a:pt x="462260" y="69662"/>
                  <a:pt x="462260" y="82292"/>
                </a:cubicBezTo>
                <a:cubicBezTo>
                  <a:pt x="462260" y="94514"/>
                  <a:pt x="464716" y="103783"/>
                  <a:pt x="469629" y="110098"/>
                </a:cubicBezTo>
                <a:cubicBezTo>
                  <a:pt x="474542" y="116413"/>
                  <a:pt x="481391" y="119571"/>
                  <a:pt x="490176" y="119571"/>
                </a:cubicBezTo>
                <a:cubicBezTo>
                  <a:pt x="498846" y="119571"/>
                  <a:pt x="505652" y="116442"/>
                  <a:pt x="510593" y="110186"/>
                </a:cubicBezTo>
                <a:cubicBezTo>
                  <a:pt x="515535" y="103929"/>
                  <a:pt x="518006" y="94631"/>
                  <a:pt x="518006" y="82292"/>
                </a:cubicBezTo>
                <a:close/>
                <a:moveTo>
                  <a:pt x="640168" y="131108"/>
                </a:moveTo>
                <a:lnTo>
                  <a:pt x="623869" y="131108"/>
                </a:lnTo>
                <a:lnTo>
                  <a:pt x="623869" y="120333"/>
                </a:lnTo>
                <a:cubicBezTo>
                  <a:pt x="618379" y="124710"/>
                  <a:pt x="613119" y="128067"/>
                  <a:pt x="608091" y="130403"/>
                </a:cubicBezTo>
                <a:cubicBezTo>
                  <a:pt x="603062" y="132738"/>
                  <a:pt x="597514" y="133905"/>
                  <a:pt x="591445" y="133905"/>
                </a:cubicBezTo>
                <a:cubicBezTo>
                  <a:pt x="581272" y="133905"/>
                  <a:pt x="573354" y="130768"/>
                  <a:pt x="567690" y="124493"/>
                </a:cubicBezTo>
                <a:cubicBezTo>
                  <a:pt x="562026" y="118218"/>
                  <a:pt x="559194" y="109009"/>
                  <a:pt x="559194" y="96867"/>
                </a:cubicBezTo>
                <a:lnTo>
                  <a:pt x="559194" y="33389"/>
                </a:lnTo>
                <a:lnTo>
                  <a:pt x="575493" y="33389"/>
                </a:lnTo>
                <a:lnTo>
                  <a:pt x="575493" y="89036"/>
                </a:lnTo>
                <a:cubicBezTo>
                  <a:pt x="575493" y="93995"/>
                  <a:pt x="575724" y="98238"/>
                  <a:pt x="576186" y="101767"/>
                </a:cubicBezTo>
                <a:cubicBezTo>
                  <a:pt x="576649" y="105296"/>
                  <a:pt x="577631" y="108314"/>
                  <a:pt x="579134" y="110822"/>
                </a:cubicBezTo>
                <a:cubicBezTo>
                  <a:pt x="580695" y="113389"/>
                  <a:pt x="582717" y="115257"/>
                  <a:pt x="585203" y="116424"/>
                </a:cubicBezTo>
                <a:cubicBezTo>
                  <a:pt x="587688" y="117589"/>
                  <a:pt x="591300" y="118172"/>
                  <a:pt x="596040" y="118172"/>
                </a:cubicBezTo>
                <a:cubicBezTo>
                  <a:pt x="600259" y="118172"/>
                  <a:pt x="604868" y="117064"/>
                  <a:pt x="609868" y="114848"/>
                </a:cubicBezTo>
                <a:cubicBezTo>
                  <a:pt x="614867" y="112630"/>
                  <a:pt x="619534" y="109801"/>
                  <a:pt x="623869" y="106362"/>
                </a:cubicBezTo>
                <a:lnTo>
                  <a:pt x="623869" y="33389"/>
                </a:lnTo>
                <a:lnTo>
                  <a:pt x="640168" y="33389"/>
                </a:lnTo>
                <a:lnTo>
                  <a:pt x="640168" y="131108"/>
                </a:lnTo>
                <a:close/>
                <a:moveTo>
                  <a:pt x="722385" y="130248"/>
                </a:moveTo>
                <a:cubicBezTo>
                  <a:pt x="719322" y="131060"/>
                  <a:pt x="715984" y="131726"/>
                  <a:pt x="712372" y="132247"/>
                </a:cubicBezTo>
                <a:cubicBezTo>
                  <a:pt x="708760" y="132770"/>
                  <a:pt x="705537" y="133031"/>
                  <a:pt x="702705" y="133031"/>
                </a:cubicBezTo>
                <a:cubicBezTo>
                  <a:pt x="692822" y="133031"/>
                  <a:pt x="685308" y="130348"/>
                  <a:pt x="680164" y="124982"/>
                </a:cubicBezTo>
                <a:cubicBezTo>
                  <a:pt x="675020" y="119615"/>
                  <a:pt x="672448" y="111011"/>
                  <a:pt x="672448" y="99170"/>
                </a:cubicBezTo>
                <a:lnTo>
                  <a:pt x="672448" y="47199"/>
                </a:lnTo>
                <a:lnTo>
                  <a:pt x="661438" y="47199"/>
                </a:lnTo>
                <a:lnTo>
                  <a:pt x="661438" y="33389"/>
                </a:lnTo>
                <a:lnTo>
                  <a:pt x="672448" y="33389"/>
                </a:lnTo>
                <a:lnTo>
                  <a:pt x="672448" y="5244"/>
                </a:lnTo>
                <a:lnTo>
                  <a:pt x="688747" y="5244"/>
                </a:lnTo>
                <a:lnTo>
                  <a:pt x="688747" y="33389"/>
                </a:lnTo>
                <a:lnTo>
                  <a:pt x="722385" y="33389"/>
                </a:lnTo>
                <a:lnTo>
                  <a:pt x="722385" y="47199"/>
                </a:lnTo>
                <a:lnTo>
                  <a:pt x="688747" y="47199"/>
                </a:lnTo>
                <a:lnTo>
                  <a:pt x="688747" y="91798"/>
                </a:lnTo>
                <a:cubicBezTo>
                  <a:pt x="688747" y="96938"/>
                  <a:pt x="688863" y="100954"/>
                  <a:pt x="689094" y="103846"/>
                </a:cubicBezTo>
                <a:cubicBezTo>
                  <a:pt x="689325" y="106738"/>
                  <a:pt x="690134" y="109439"/>
                  <a:pt x="691521" y="111950"/>
                </a:cubicBezTo>
                <a:cubicBezTo>
                  <a:pt x="692793" y="114286"/>
                  <a:pt x="694541" y="115995"/>
                  <a:pt x="696767" y="117077"/>
                </a:cubicBezTo>
                <a:cubicBezTo>
                  <a:pt x="698992" y="118157"/>
                  <a:pt x="702387" y="118697"/>
                  <a:pt x="706953" y="118697"/>
                </a:cubicBezTo>
                <a:cubicBezTo>
                  <a:pt x="709612" y="118697"/>
                  <a:pt x="712386" y="118303"/>
                  <a:pt x="715276" y="117517"/>
                </a:cubicBezTo>
                <a:cubicBezTo>
                  <a:pt x="718166" y="116730"/>
                  <a:pt x="720247" y="116074"/>
                  <a:pt x="721518" y="115550"/>
                </a:cubicBezTo>
                <a:lnTo>
                  <a:pt x="722385" y="115550"/>
                </a:lnTo>
                <a:lnTo>
                  <a:pt x="722385" y="130248"/>
                </a:lnTo>
                <a:close/>
                <a:moveTo>
                  <a:pt x="811242" y="102904"/>
                </a:moveTo>
                <a:cubicBezTo>
                  <a:pt x="811242" y="111812"/>
                  <a:pt x="807586" y="119118"/>
                  <a:pt x="800275" y="124823"/>
                </a:cubicBezTo>
                <a:cubicBezTo>
                  <a:pt x="792963" y="130528"/>
                  <a:pt x="782979" y="133381"/>
                  <a:pt x="770321" y="133381"/>
                </a:cubicBezTo>
                <a:cubicBezTo>
                  <a:pt x="763154" y="133381"/>
                  <a:pt x="756580" y="132519"/>
                  <a:pt x="750598" y="130794"/>
                </a:cubicBezTo>
                <a:cubicBezTo>
                  <a:pt x="744616" y="129070"/>
                  <a:pt x="739602" y="127184"/>
                  <a:pt x="735556" y="125137"/>
                </a:cubicBezTo>
                <a:lnTo>
                  <a:pt x="735556" y="106635"/>
                </a:lnTo>
                <a:lnTo>
                  <a:pt x="736423" y="106635"/>
                </a:lnTo>
                <a:cubicBezTo>
                  <a:pt x="741567" y="110592"/>
                  <a:pt x="747289" y="113737"/>
                  <a:pt x="753589" y="116072"/>
                </a:cubicBezTo>
                <a:cubicBezTo>
                  <a:pt x="759889" y="118404"/>
                  <a:pt x="765929" y="119571"/>
                  <a:pt x="771708" y="119571"/>
                </a:cubicBezTo>
                <a:cubicBezTo>
                  <a:pt x="778875" y="119571"/>
                  <a:pt x="784482" y="118401"/>
                  <a:pt x="788527" y="116061"/>
                </a:cubicBezTo>
                <a:cubicBezTo>
                  <a:pt x="792573" y="113719"/>
                  <a:pt x="794596" y="110032"/>
                  <a:pt x="794596" y="104999"/>
                </a:cubicBezTo>
                <a:cubicBezTo>
                  <a:pt x="794596" y="101156"/>
                  <a:pt x="793498" y="98246"/>
                  <a:pt x="791302" y="96266"/>
                </a:cubicBezTo>
                <a:cubicBezTo>
                  <a:pt x="789105" y="94287"/>
                  <a:pt x="784886" y="92598"/>
                  <a:pt x="778644" y="91199"/>
                </a:cubicBezTo>
                <a:cubicBezTo>
                  <a:pt x="776332" y="90677"/>
                  <a:pt x="773312" y="90066"/>
                  <a:pt x="769584" y="89367"/>
                </a:cubicBezTo>
                <a:cubicBezTo>
                  <a:pt x="765856" y="88667"/>
                  <a:pt x="762461" y="87911"/>
                  <a:pt x="759397" y="87097"/>
                </a:cubicBezTo>
                <a:cubicBezTo>
                  <a:pt x="750901" y="84826"/>
                  <a:pt x="744876" y="81493"/>
                  <a:pt x="741321" y="77097"/>
                </a:cubicBezTo>
                <a:cubicBezTo>
                  <a:pt x="737767" y="72701"/>
                  <a:pt x="735989" y="67301"/>
                  <a:pt x="735989" y="60897"/>
                </a:cubicBezTo>
                <a:cubicBezTo>
                  <a:pt x="735989" y="56880"/>
                  <a:pt x="736813" y="53096"/>
                  <a:pt x="738460" y="49545"/>
                </a:cubicBezTo>
                <a:cubicBezTo>
                  <a:pt x="740107" y="45993"/>
                  <a:pt x="742607" y="42819"/>
                  <a:pt x="745959" y="40024"/>
                </a:cubicBezTo>
                <a:cubicBezTo>
                  <a:pt x="749196" y="37288"/>
                  <a:pt x="753314" y="35121"/>
                  <a:pt x="758314" y="33520"/>
                </a:cubicBezTo>
                <a:cubicBezTo>
                  <a:pt x="763313" y="31918"/>
                  <a:pt x="768905" y="31116"/>
                  <a:pt x="775089" y="31116"/>
                </a:cubicBezTo>
                <a:cubicBezTo>
                  <a:pt x="780869" y="31116"/>
                  <a:pt x="786721" y="31827"/>
                  <a:pt x="792645" y="33250"/>
                </a:cubicBezTo>
                <a:cubicBezTo>
                  <a:pt x="798570" y="34672"/>
                  <a:pt x="803497" y="36400"/>
                  <a:pt x="807427" y="38434"/>
                </a:cubicBezTo>
                <a:lnTo>
                  <a:pt x="807427" y="55939"/>
                </a:lnTo>
                <a:lnTo>
                  <a:pt x="806560" y="55939"/>
                </a:lnTo>
                <a:cubicBezTo>
                  <a:pt x="802399" y="52851"/>
                  <a:pt x="797342" y="50244"/>
                  <a:pt x="791388" y="48117"/>
                </a:cubicBezTo>
                <a:cubicBezTo>
                  <a:pt x="785435" y="45990"/>
                  <a:pt x="779598" y="44926"/>
                  <a:pt x="773876" y="44926"/>
                </a:cubicBezTo>
                <a:cubicBezTo>
                  <a:pt x="767923" y="44926"/>
                  <a:pt x="762894" y="46083"/>
                  <a:pt x="758791" y="48395"/>
                </a:cubicBezTo>
                <a:cubicBezTo>
                  <a:pt x="754687" y="50708"/>
                  <a:pt x="752635" y="54147"/>
                  <a:pt x="752635" y="58712"/>
                </a:cubicBezTo>
                <a:cubicBezTo>
                  <a:pt x="752635" y="62729"/>
                  <a:pt x="753878" y="65756"/>
                  <a:pt x="756363" y="67794"/>
                </a:cubicBezTo>
                <a:cubicBezTo>
                  <a:pt x="758791" y="69831"/>
                  <a:pt x="762721" y="71491"/>
                  <a:pt x="768154" y="72773"/>
                </a:cubicBezTo>
                <a:cubicBezTo>
                  <a:pt x="771159" y="73472"/>
                  <a:pt x="774526" y="74172"/>
                  <a:pt x="778254" y="74871"/>
                </a:cubicBezTo>
                <a:cubicBezTo>
                  <a:pt x="781982" y="75568"/>
                  <a:pt x="785088" y="76208"/>
                  <a:pt x="787574" y="76791"/>
                </a:cubicBezTo>
                <a:cubicBezTo>
                  <a:pt x="795145" y="78537"/>
                  <a:pt x="800983" y="81536"/>
                  <a:pt x="805086" y="85786"/>
                </a:cubicBezTo>
                <a:cubicBezTo>
                  <a:pt x="809190" y="90094"/>
                  <a:pt x="811242" y="95800"/>
                  <a:pt x="811242" y="1029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045C5-2A8A-4F72-932B-953C1187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286" y="1407691"/>
            <a:ext cx="1471263" cy="592292"/>
          </a:xfrm>
          <a:custGeom xmlns:a="http://schemas.openxmlformats.org/drawingml/2006/main">
            <a:pathLst>
              <a:path w="1471263" h="592292">
                <a:moveTo>
                  <a:pt x="0" y="98717"/>
                </a:moveTo>
                <a:lnTo>
                  <a:pt x="0" y="98717"/>
                </a:lnTo>
                <a:cubicBezTo>
                  <a:pt x="0" y="44197"/>
                  <a:pt x="43839" y="0"/>
                  <a:pt x="97917" y="0"/>
                </a:cubicBezTo>
                <a:lnTo>
                  <a:pt x="1373346" y="0"/>
                </a:lnTo>
                <a:cubicBezTo>
                  <a:pt x="1399316" y="0"/>
                  <a:pt x="1424222" y="10401"/>
                  <a:pt x="1442584" y="28914"/>
                </a:cubicBezTo>
                <a:cubicBezTo>
                  <a:pt x="1460947" y="47427"/>
                  <a:pt x="1471263" y="72536"/>
                  <a:pt x="1471263" y="98717"/>
                </a:cubicBezTo>
                <a:lnTo>
                  <a:pt x="1471263" y="493574"/>
                </a:lnTo>
                <a:cubicBezTo>
                  <a:pt x="1471263" y="548094"/>
                  <a:pt x="1427425" y="592292"/>
                  <a:pt x="1373346" y="592292"/>
                </a:cubicBezTo>
                <a:lnTo>
                  <a:pt x="97917" y="592292"/>
                </a:lnTo>
                <a:cubicBezTo>
                  <a:pt x="43839" y="592292"/>
                  <a:pt x="0" y="548094"/>
                  <a:pt x="0" y="493574"/>
                </a:cubicBezTo>
                <a:lnTo>
                  <a:pt x="0" y="9871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ED9C9-752B-4E75-AA2A-C5D7324F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286" y="1407691"/>
            <a:ext cx="1471263" cy="592292"/>
          </a:xfrm>
          <a:custGeom xmlns:a="http://schemas.openxmlformats.org/drawingml/2006/main">
            <a:pathLst>
              <a:path w="1471263" h="592292" fill="none">
                <a:moveTo>
                  <a:pt x="0" y="98717"/>
                </a:moveTo>
                <a:lnTo>
                  <a:pt x="0" y="98717"/>
                </a:lnTo>
                <a:cubicBezTo>
                  <a:pt x="0" y="44197"/>
                  <a:pt x="43839" y="0"/>
                  <a:pt x="97917" y="0"/>
                </a:cubicBezTo>
                <a:lnTo>
                  <a:pt x="1373346" y="0"/>
                </a:lnTo>
                <a:cubicBezTo>
                  <a:pt x="1399316" y="0"/>
                  <a:pt x="1424222" y="10401"/>
                  <a:pt x="1442584" y="28914"/>
                </a:cubicBezTo>
                <a:cubicBezTo>
                  <a:pt x="1460947" y="47427"/>
                  <a:pt x="1471263" y="72536"/>
                  <a:pt x="1471263" y="98717"/>
                </a:cubicBezTo>
                <a:lnTo>
                  <a:pt x="1471263" y="493574"/>
                </a:lnTo>
                <a:cubicBezTo>
                  <a:pt x="1471263" y="548094"/>
                  <a:pt x="1427425" y="592292"/>
                  <a:pt x="1373346" y="592292"/>
                </a:cubicBezTo>
                <a:lnTo>
                  <a:pt x="97917" y="592292"/>
                </a:lnTo>
                <a:cubicBezTo>
                  <a:pt x="43839" y="592292"/>
                  <a:pt x="0" y="548094"/>
                  <a:pt x="0" y="493574"/>
                </a:cubicBezTo>
                <a:lnTo>
                  <a:pt x="0" y="987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51" name="Text Geoblocking">
            <a:extLst xmlns:a="http://schemas.openxmlformats.org/drawingml/2006/main">
              <a:ext uri="{FF2B5EF4-FFF2-40B4-BE49-F238E27FC236}">
                <a16:creationId xmlns:a16="http://schemas.microsoft.com/office/drawing/2014/main" id="{ED026EBB-F8AE-4E07-A00B-FE94E53A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389" y="1528708"/>
            <a:ext cx="1060454" cy="173063"/>
          </a:xfrm>
          <a:custGeom xmlns:a="http://schemas.openxmlformats.org/drawingml/2006/main">
            <a:pathLst>
              <a:path w="1060454" h="173063">
                <a:moveTo>
                  <a:pt x="115046" y="126620"/>
                </a:moveTo>
                <a:cubicBezTo>
                  <a:pt x="107995" y="129891"/>
                  <a:pt x="100293" y="132739"/>
                  <a:pt x="91942" y="135164"/>
                </a:cubicBezTo>
                <a:cubicBezTo>
                  <a:pt x="83590" y="137588"/>
                  <a:pt x="75513" y="138800"/>
                  <a:pt x="67710" y="138800"/>
                </a:cubicBezTo>
                <a:cubicBezTo>
                  <a:pt x="57653" y="138800"/>
                  <a:pt x="48434" y="137399"/>
                  <a:pt x="40054" y="134596"/>
                </a:cubicBezTo>
                <a:cubicBezTo>
                  <a:pt x="31673" y="131794"/>
                  <a:pt x="24535" y="127590"/>
                  <a:pt x="18640" y="121985"/>
                </a:cubicBezTo>
                <a:cubicBezTo>
                  <a:pt x="12687" y="116322"/>
                  <a:pt x="8092" y="109243"/>
                  <a:pt x="4855" y="100748"/>
                </a:cubicBezTo>
                <a:cubicBezTo>
                  <a:pt x="1618" y="92254"/>
                  <a:pt x="0" y="82314"/>
                  <a:pt x="0" y="70930"/>
                </a:cubicBezTo>
                <a:cubicBezTo>
                  <a:pt x="0" y="50087"/>
                  <a:pt x="6025" y="33637"/>
                  <a:pt x="18076" y="21581"/>
                </a:cubicBezTo>
                <a:cubicBezTo>
                  <a:pt x="30127" y="9524"/>
                  <a:pt x="46672" y="3496"/>
                  <a:pt x="67710" y="3496"/>
                </a:cubicBezTo>
                <a:cubicBezTo>
                  <a:pt x="75050" y="3496"/>
                  <a:pt x="82549" y="4383"/>
                  <a:pt x="90208" y="6157"/>
                </a:cubicBezTo>
                <a:cubicBezTo>
                  <a:pt x="97866" y="7928"/>
                  <a:pt x="106116" y="10935"/>
                  <a:pt x="114959" y="15176"/>
                </a:cubicBezTo>
                <a:lnTo>
                  <a:pt x="114959" y="35661"/>
                </a:lnTo>
                <a:lnTo>
                  <a:pt x="113399" y="35661"/>
                </a:lnTo>
                <a:cubicBezTo>
                  <a:pt x="111607" y="34290"/>
                  <a:pt x="109006" y="32491"/>
                  <a:pt x="105596" y="30264"/>
                </a:cubicBezTo>
                <a:cubicBezTo>
                  <a:pt x="102186" y="28037"/>
                  <a:pt x="98834" y="26182"/>
                  <a:pt x="95539" y="24697"/>
                </a:cubicBezTo>
                <a:cubicBezTo>
                  <a:pt x="91551" y="22928"/>
                  <a:pt x="87029" y="21457"/>
                  <a:pt x="81971" y="20286"/>
                </a:cubicBezTo>
                <a:cubicBezTo>
                  <a:pt x="76914" y="19115"/>
                  <a:pt x="71178" y="18530"/>
                  <a:pt x="64762" y="18530"/>
                </a:cubicBezTo>
                <a:cubicBezTo>
                  <a:pt x="50313" y="18530"/>
                  <a:pt x="38883" y="23203"/>
                  <a:pt x="30474" y="32548"/>
                </a:cubicBezTo>
                <a:cubicBezTo>
                  <a:pt x="22064" y="41891"/>
                  <a:pt x="17859" y="54539"/>
                  <a:pt x="17859" y="70492"/>
                </a:cubicBezTo>
                <a:cubicBezTo>
                  <a:pt x="17859" y="87320"/>
                  <a:pt x="22252" y="100406"/>
                  <a:pt x="31037" y="109751"/>
                </a:cubicBezTo>
                <a:cubicBezTo>
                  <a:pt x="39823" y="119094"/>
                  <a:pt x="51787" y="123766"/>
                  <a:pt x="66930" y="123766"/>
                </a:cubicBezTo>
                <a:cubicBezTo>
                  <a:pt x="72478" y="123766"/>
                  <a:pt x="78012" y="123214"/>
                  <a:pt x="83532" y="122111"/>
                </a:cubicBezTo>
                <a:cubicBezTo>
                  <a:pt x="89052" y="121006"/>
                  <a:pt x="93892" y="119581"/>
                  <a:pt x="98054" y="117836"/>
                </a:cubicBezTo>
                <a:lnTo>
                  <a:pt x="98054" y="86007"/>
                </a:lnTo>
                <a:lnTo>
                  <a:pt x="63462" y="86007"/>
                </a:lnTo>
                <a:lnTo>
                  <a:pt x="63462" y="70624"/>
                </a:lnTo>
                <a:lnTo>
                  <a:pt x="115046" y="70624"/>
                </a:lnTo>
                <a:lnTo>
                  <a:pt x="115046" y="126620"/>
                </a:lnTo>
                <a:close/>
                <a:moveTo>
                  <a:pt x="224734" y="88804"/>
                </a:moveTo>
                <a:lnTo>
                  <a:pt x="153383" y="88804"/>
                </a:lnTo>
                <a:cubicBezTo>
                  <a:pt x="153383" y="94820"/>
                  <a:pt x="154279" y="100063"/>
                  <a:pt x="156071" y="104531"/>
                </a:cubicBezTo>
                <a:cubicBezTo>
                  <a:pt x="157862" y="109000"/>
                  <a:pt x="160319" y="112666"/>
                  <a:pt x="163440" y="115528"/>
                </a:cubicBezTo>
                <a:cubicBezTo>
                  <a:pt x="166445" y="118332"/>
                  <a:pt x="170014" y="120436"/>
                  <a:pt x="174147" y="121838"/>
                </a:cubicBezTo>
                <a:cubicBezTo>
                  <a:pt x="178279" y="123240"/>
                  <a:pt x="182831" y="123941"/>
                  <a:pt x="187802" y="123941"/>
                </a:cubicBezTo>
                <a:cubicBezTo>
                  <a:pt x="194390" y="123941"/>
                  <a:pt x="201023" y="122605"/>
                  <a:pt x="207698" y="119934"/>
                </a:cubicBezTo>
                <a:cubicBezTo>
                  <a:pt x="214374" y="117263"/>
                  <a:pt x="219128" y="114636"/>
                  <a:pt x="221960" y="112054"/>
                </a:cubicBezTo>
                <a:lnTo>
                  <a:pt x="222827" y="112054"/>
                </a:lnTo>
                <a:lnTo>
                  <a:pt x="222827" y="130032"/>
                </a:lnTo>
                <a:cubicBezTo>
                  <a:pt x="217336" y="132370"/>
                  <a:pt x="211730" y="134329"/>
                  <a:pt x="206008" y="135907"/>
                </a:cubicBezTo>
                <a:cubicBezTo>
                  <a:pt x="200286" y="137486"/>
                  <a:pt x="194275" y="138275"/>
                  <a:pt x="187975" y="138275"/>
                </a:cubicBezTo>
                <a:cubicBezTo>
                  <a:pt x="171907" y="138275"/>
                  <a:pt x="159365" y="133883"/>
                  <a:pt x="150349" y="125099"/>
                </a:cubicBezTo>
                <a:cubicBezTo>
                  <a:pt x="141332" y="116315"/>
                  <a:pt x="136824" y="103838"/>
                  <a:pt x="136824" y="87668"/>
                </a:cubicBezTo>
                <a:cubicBezTo>
                  <a:pt x="136824" y="71676"/>
                  <a:pt x="141144" y="58981"/>
                  <a:pt x="149785" y="49583"/>
                </a:cubicBezTo>
                <a:cubicBezTo>
                  <a:pt x="158426" y="40186"/>
                  <a:pt x="169798" y="35487"/>
                  <a:pt x="183900" y="35487"/>
                </a:cubicBezTo>
                <a:cubicBezTo>
                  <a:pt x="196962" y="35487"/>
                  <a:pt x="207034" y="39339"/>
                  <a:pt x="214114" y="47043"/>
                </a:cubicBezTo>
                <a:cubicBezTo>
                  <a:pt x="221194" y="54748"/>
                  <a:pt x="224734" y="65692"/>
                  <a:pt x="224734" y="79875"/>
                </a:cubicBezTo>
                <a:lnTo>
                  <a:pt x="224734" y="88804"/>
                </a:lnTo>
                <a:moveTo>
                  <a:pt x="208869" y="76218"/>
                </a:moveTo>
                <a:cubicBezTo>
                  <a:pt x="208811" y="67594"/>
                  <a:pt x="206658" y="60922"/>
                  <a:pt x="202410" y="56202"/>
                </a:cubicBezTo>
                <a:cubicBezTo>
                  <a:pt x="198162" y="51482"/>
                  <a:pt x="191703" y="49122"/>
                  <a:pt x="183033" y="49122"/>
                </a:cubicBezTo>
                <a:cubicBezTo>
                  <a:pt x="174306" y="49122"/>
                  <a:pt x="167356" y="51715"/>
                  <a:pt x="162183" y="56901"/>
                </a:cubicBezTo>
                <a:cubicBezTo>
                  <a:pt x="157010" y="62087"/>
                  <a:pt x="154077" y="68526"/>
                  <a:pt x="153383" y="76218"/>
                </a:cubicBezTo>
                <a:lnTo>
                  <a:pt x="208869" y="76218"/>
                </a:lnTo>
                <a:close/>
                <a:moveTo>
                  <a:pt x="331853" y="87187"/>
                </a:moveTo>
                <a:cubicBezTo>
                  <a:pt x="331853" y="103135"/>
                  <a:pt x="327807" y="115724"/>
                  <a:pt x="319716" y="124954"/>
                </a:cubicBezTo>
                <a:cubicBezTo>
                  <a:pt x="311624" y="134185"/>
                  <a:pt x="300787" y="138800"/>
                  <a:pt x="287205" y="138800"/>
                </a:cubicBezTo>
                <a:cubicBezTo>
                  <a:pt x="273507" y="138800"/>
                  <a:pt x="262626" y="134185"/>
                  <a:pt x="254563" y="124954"/>
                </a:cubicBezTo>
                <a:cubicBezTo>
                  <a:pt x="246501" y="115724"/>
                  <a:pt x="242469" y="103135"/>
                  <a:pt x="242469" y="87187"/>
                </a:cubicBezTo>
                <a:cubicBezTo>
                  <a:pt x="242469" y="71239"/>
                  <a:pt x="246501" y="58635"/>
                  <a:pt x="254563" y="49376"/>
                </a:cubicBezTo>
                <a:cubicBezTo>
                  <a:pt x="262626" y="40116"/>
                  <a:pt x="273507" y="35487"/>
                  <a:pt x="287205" y="35487"/>
                </a:cubicBezTo>
                <a:cubicBezTo>
                  <a:pt x="300787" y="35487"/>
                  <a:pt x="311624" y="40116"/>
                  <a:pt x="319716" y="49376"/>
                </a:cubicBezTo>
                <a:cubicBezTo>
                  <a:pt x="327807" y="58635"/>
                  <a:pt x="331853" y="71239"/>
                  <a:pt x="331853" y="87187"/>
                </a:cubicBezTo>
                <a:moveTo>
                  <a:pt x="315034" y="87187"/>
                </a:moveTo>
                <a:cubicBezTo>
                  <a:pt x="315034" y="74557"/>
                  <a:pt x="312578" y="65172"/>
                  <a:pt x="307665" y="59031"/>
                </a:cubicBezTo>
                <a:cubicBezTo>
                  <a:pt x="302752" y="52891"/>
                  <a:pt x="295932" y="49821"/>
                  <a:pt x="287205" y="49821"/>
                </a:cubicBezTo>
                <a:cubicBezTo>
                  <a:pt x="278362" y="49821"/>
                  <a:pt x="271498" y="52891"/>
                  <a:pt x="266614" y="59031"/>
                </a:cubicBezTo>
                <a:cubicBezTo>
                  <a:pt x="261730" y="65172"/>
                  <a:pt x="259288" y="74557"/>
                  <a:pt x="259288" y="87187"/>
                </a:cubicBezTo>
                <a:cubicBezTo>
                  <a:pt x="259288" y="99409"/>
                  <a:pt x="261745" y="108678"/>
                  <a:pt x="266658" y="114993"/>
                </a:cubicBezTo>
                <a:cubicBezTo>
                  <a:pt x="271570" y="121308"/>
                  <a:pt x="278419" y="124465"/>
                  <a:pt x="287205" y="124465"/>
                </a:cubicBezTo>
                <a:cubicBezTo>
                  <a:pt x="295874" y="124465"/>
                  <a:pt x="302680" y="121337"/>
                  <a:pt x="307622" y="115080"/>
                </a:cubicBezTo>
                <a:cubicBezTo>
                  <a:pt x="312563" y="108823"/>
                  <a:pt x="315034" y="99526"/>
                  <a:pt x="315034" y="87187"/>
                </a:cubicBezTo>
                <a:close/>
                <a:moveTo>
                  <a:pt x="442138" y="86398"/>
                </a:moveTo>
                <a:cubicBezTo>
                  <a:pt x="442138" y="94577"/>
                  <a:pt x="440997" y="101938"/>
                  <a:pt x="438714" y="108481"/>
                </a:cubicBezTo>
                <a:cubicBezTo>
                  <a:pt x="436431" y="115024"/>
                  <a:pt x="433353" y="120515"/>
                  <a:pt x="429481" y="124954"/>
                </a:cubicBezTo>
                <a:cubicBezTo>
                  <a:pt x="425377" y="129570"/>
                  <a:pt x="420869" y="133032"/>
                  <a:pt x="415956" y="135339"/>
                </a:cubicBezTo>
                <a:cubicBezTo>
                  <a:pt x="411043" y="137646"/>
                  <a:pt x="405639" y="138800"/>
                  <a:pt x="399744" y="138800"/>
                </a:cubicBezTo>
                <a:cubicBezTo>
                  <a:pt x="394253" y="138800"/>
                  <a:pt x="389456" y="138142"/>
                  <a:pt x="385352" y="136828"/>
                </a:cubicBezTo>
                <a:cubicBezTo>
                  <a:pt x="381249" y="135513"/>
                  <a:pt x="377203" y="133746"/>
                  <a:pt x="373215" y="131526"/>
                </a:cubicBezTo>
                <a:lnTo>
                  <a:pt x="372174" y="136003"/>
                </a:lnTo>
                <a:lnTo>
                  <a:pt x="356916" y="136003"/>
                </a:lnTo>
                <a:lnTo>
                  <a:pt x="356916" y="0"/>
                </a:lnTo>
                <a:lnTo>
                  <a:pt x="373215" y="0"/>
                </a:lnTo>
                <a:lnTo>
                  <a:pt x="373215" y="48455"/>
                </a:lnTo>
                <a:cubicBezTo>
                  <a:pt x="377781" y="44659"/>
                  <a:pt x="382636" y="41549"/>
                  <a:pt x="387780" y="39125"/>
                </a:cubicBezTo>
                <a:cubicBezTo>
                  <a:pt x="392924" y="36699"/>
                  <a:pt x="398703" y="35487"/>
                  <a:pt x="405119" y="35487"/>
                </a:cubicBezTo>
                <a:cubicBezTo>
                  <a:pt x="416563" y="35487"/>
                  <a:pt x="425594" y="39927"/>
                  <a:pt x="432212" y="48808"/>
                </a:cubicBezTo>
                <a:cubicBezTo>
                  <a:pt x="438829" y="57687"/>
                  <a:pt x="442138" y="70217"/>
                  <a:pt x="442138" y="86398"/>
                </a:cubicBezTo>
                <a:moveTo>
                  <a:pt x="425319" y="86837"/>
                </a:moveTo>
                <a:cubicBezTo>
                  <a:pt x="425319" y="75169"/>
                  <a:pt x="423412" y="66315"/>
                  <a:pt x="419597" y="60277"/>
                </a:cubicBezTo>
                <a:cubicBezTo>
                  <a:pt x="415783" y="54239"/>
                  <a:pt x="409627" y="51220"/>
                  <a:pt x="401131" y="51220"/>
                </a:cubicBezTo>
                <a:cubicBezTo>
                  <a:pt x="396391" y="51220"/>
                  <a:pt x="391594" y="52256"/>
                  <a:pt x="386739" y="54328"/>
                </a:cubicBezTo>
                <a:cubicBezTo>
                  <a:pt x="381884" y="56398"/>
                  <a:pt x="377376" y="59067"/>
                  <a:pt x="373215" y="62334"/>
                </a:cubicBezTo>
                <a:lnTo>
                  <a:pt x="373215" y="118342"/>
                </a:lnTo>
                <a:cubicBezTo>
                  <a:pt x="377838" y="120441"/>
                  <a:pt x="381812" y="121900"/>
                  <a:pt x="385135" y="122717"/>
                </a:cubicBezTo>
                <a:cubicBezTo>
                  <a:pt x="388459" y="123533"/>
                  <a:pt x="392230" y="123941"/>
                  <a:pt x="396449" y="123941"/>
                </a:cubicBezTo>
                <a:cubicBezTo>
                  <a:pt x="405466" y="123941"/>
                  <a:pt x="412531" y="120951"/>
                  <a:pt x="417647" y="114971"/>
                </a:cubicBezTo>
                <a:cubicBezTo>
                  <a:pt x="422762" y="108991"/>
                  <a:pt x="425319" y="99613"/>
                  <a:pt x="425319" y="86837"/>
                </a:cubicBezTo>
                <a:close/>
                <a:moveTo>
                  <a:pt x="484004" y="136003"/>
                </a:moveTo>
                <a:lnTo>
                  <a:pt x="467706" y="136003"/>
                </a:lnTo>
                <a:lnTo>
                  <a:pt x="467706" y="0"/>
                </a:lnTo>
                <a:lnTo>
                  <a:pt x="484004" y="0"/>
                </a:lnTo>
                <a:lnTo>
                  <a:pt x="484004" y="136003"/>
                </a:lnTo>
                <a:close/>
                <a:moveTo>
                  <a:pt x="598716" y="87187"/>
                </a:moveTo>
                <a:cubicBezTo>
                  <a:pt x="598716" y="103135"/>
                  <a:pt x="594670" y="115724"/>
                  <a:pt x="586579" y="124954"/>
                </a:cubicBezTo>
                <a:cubicBezTo>
                  <a:pt x="578487" y="134185"/>
                  <a:pt x="567650" y="138800"/>
                  <a:pt x="554068" y="138800"/>
                </a:cubicBezTo>
                <a:cubicBezTo>
                  <a:pt x="540370" y="138800"/>
                  <a:pt x="529489" y="134185"/>
                  <a:pt x="521426" y="124954"/>
                </a:cubicBezTo>
                <a:cubicBezTo>
                  <a:pt x="513364" y="115724"/>
                  <a:pt x="509332" y="103135"/>
                  <a:pt x="509332" y="87187"/>
                </a:cubicBezTo>
                <a:cubicBezTo>
                  <a:pt x="509332" y="71239"/>
                  <a:pt x="513364" y="58635"/>
                  <a:pt x="521426" y="49376"/>
                </a:cubicBezTo>
                <a:cubicBezTo>
                  <a:pt x="529489" y="40116"/>
                  <a:pt x="540370" y="35487"/>
                  <a:pt x="554068" y="35487"/>
                </a:cubicBezTo>
                <a:cubicBezTo>
                  <a:pt x="567650" y="35487"/>
                  <a:pt x="578487" y="40116"/>
                  <a:pt x="586579" y="49376"/>
                </a:cubicBezTo>
                <a:cubicBezTo>
                  <a:pt x="594670" y="58635"/>
                  <a:pt x="598716" y="71239"/>
                  <a:pt x="598716" y="87187"/>
                </a:cubicBezTo>
                <a:moveTo>
                  <a:pt x="581897" y="87187"/>
                </a:moveTo>
                <a:cubicBezTo>
                  <a:pt x="581897" y="74557"/>
                  <a:pt x="579441" y="65172"/>
                  <a:pt x="574528" y="59031"/>
                </a:cubicBezTo>
                <a:cubicBezTo>
                  <a:pt x="569615" y="52891"/>
                  <a:pt x="562795" y="49821"/>
                  <a:pt x="554068" y="49821"/>
                </a:cubicBezTo>
                <a:cubicBezTo>
                  <a:pt x="545225" y="49821"/>
                  <a:pt x="538361" y="52891"/>
                  <a:pt x="533477" y="59031"/>
                </a:cubicBezTo>
                <a:cubicBezTo>
                  <a:pt x="528593" y="65172"/>
                  <a:pt x="526151" y="74557"/>
                  <a:pt x="526151" y="87187"/>
                </a:cubicBezTo>
                <a:cubicBezTo>
                  <a:pt x="526151" y="99409"/>
                  <a:pt x="528608" y="108678"/>
                  <a:pt x="533521" y="114993"/>
                </a:cubicBezTo>
                <a:cubicBezTo>
                  <a:pt x="538433" y="121308"/>
                  <a:pt x="545282" y="124465"/>
                  <a:pt x="554068" y="124465"/>
                </a:cubicBezTo>
                <a:cubicBezTo>
                  <a:pt x="562737" y="124465"/>
                  <a:pt x="569543" y="121337"/>
                  <a:pt x="574485" y="115080"/>
                </a:cubicBezTo>
                <a:cubicBezTo>
                  <a:pt x="579426" y="108823"/>
                  <a:pt x="581897" y="99526"/>
                  <a:pt x="581897" y="87187"/>
                </a:cubicBezTo>
                <a:close/>
                <a:moveTo>
                  <a:pt x="695391" y="129972"/>
                </a:moveTo>
                <a:cubicBezTo>
                  <a:pt x="689958" y="132594"/>
                  <a:pt x="684800" y="134634"/>
                  <a:pt x="679916" y="136090"/>
                </a:cubicBezTo>
                <a:cubicBezTo>
                  <a:pt x="675032" y="137547"/>
                  <a:pt x="669845" y="138275"/>
                  <a:pt x="664354" y="138275"/>
                </a:cubicBezTo>
                <a:cubicBezTo>
                  <a:pt x="657360" y="138275"/>
                  <a:pt x="650945" y="137239"/>
                  <a:pt x="645107" y="135167"/>
                </a:cubicBezTo>
                <a:cubicBezTo>
                  <a:pt x="639270" y="133095"/>
                  <a:pt x="634270" y="129957"/>
                  <a:pt x="630109" y="125755"/>
                </a:cubicBezTo>
                <a:cubicBezTo>
                  <a:pt x="625890" y="121552"/>
                  <a:pt x="622624" y="116240"/>
                  <a:pt x="620312" y="109819"/>
                </a:cubicBezTo>
                <a:cubicBezTo>
                  <a:pt x="618000" y="103399"/>
                  <a:pt x="616844" y="95898"/>
                  <a:pt x="616844" y="87318"/>
                </a:cubicBezTo>
                <a:cubicBezTo>
                  <a:pt x="616844" y="71325"/>
                  <a:pt x="621194" y="58776"/>
                  <a:pt x="629892" y="49671"/>
                </a:cubicBezTo>
                <a:cubicBezTo>
                  <a:pt x="638591" y="40564"/>
                  <a:pt x="650078" y="36011"/>
                  <a:pt x="664354" y="36011"/>
                </a:cubicBezTo>
                <a:cubicBezTo>
                  <a:pt x="669902" y="36011"/>
                  <a:pt x="675350" y="36798"/>
                  <a:pt x="680696" y="38371"/>
                </a:cubicBezTo>
                <a:cubicBezTo>
                  <a:pt x="686042" y="39944"/>
                  <a:pt x="690941" y="41867"/>
                  <a:pt x="695391" y="44140"/>
                </a:cubicBezTo>
                <a:lnTo>
                  <a:pt x="695391" y="62407"/>
                </a:lnTo>
                <a:lnTo>
                  <a:pt x="694524" y="62407"/>
                </a:lnTo>
                <a:cubicBezTo>
                  <a:pt x="689554" y="58531"/>
                  <a:pt x="684424" y="55552"/>
                  <a:pt x="679136" y="53470"/>
                </a:cubicBezTo>
                <a:cubicBezTo>
                  <a:pt x="673847" y="51387"/>
                  <a:pt x="668689" y="50346"/>
                  <a:pt x="663660" y="50346"/>
                </a:cubicBezTo>
                <a:cubicBezTo>
                  <a:pt x="654413" y="50346"/>
                  <a:pt x="647116" y="53478"/>
                  <a:pt x="641769" y="59742"/>
                </a:cubicBezTo>
                <a:cubicBezTo>
                  <a:pt x="636423" y="66006"/>
                  <a:pt x="633750" y="75198"/>
                  <a:pt x="633750" y="87318"/>
                </a:cubicBezTo>
                <a:cubicBezTo>
                  <a:pt x="633750" y="99089"/>
                  <a:pt x="636365" y="108135"/>
                  <a:pt x="641596" y="114457"/>
                </a:cubicBezTo>
                <a:cubicBezTo>
                  <a:pt x="646827" y="120780"/>
                  <a:pt x="654181" y="123941"/>
                  <a:pt x="663660" y="123941"/>
                </a:cubicBezTo>
                <a:cubicBezTo>
                  <a:pt x="666955" y="123941"/>
                  <a:pt x="670307" y="123508"/>
                  <a:pt x="673717" y="122641"/>
                </a:cubicBezTo>
                <a:cubicBezTo>
                  <a:pt x="677127" y="121772"/>
                  <a:pt x="680190" y="120643"/>
                  <a:pt x="682907" y="119254"/>
                </a:cubicBezTo>
                <a:cubicBezTo>
                  <a:pt x="685277" y="118039"/>
                  <a:pt x="687502" y="116753"/>
                  <a:pt x="689583" y="115394"/>
                </a:cubicBezTo>
                <a:cubicBezTo>
                  <a:pt x="691663" y="114034"/>
                  <a:pt x="693310" y="112862"/>
                  <a:pt x="694524" y="111879"/>
                </a:cubicBezTo>
                <a:lnTo>
                  <a:pt x="695391" y="111879"/>
                </a:lnTo>
                <a:lnTo>
                  <a:pt x="695391" y="129972"/>
                </a:lnTo>
                <a:close/>
                <a:moveTo>
                  <a:pt x="804018" y="136003"/>
                </a:moveTo>
                <a:lnTo>
                  <a:pt x="782517" y="136003"/>
                </a:lnTo>
                <a:lnTo>
                  <a:pt x="743678" y="93223"/>
                </a:lnTo>
                <a:lnTo>
                  <a:pt x="733101" y="103371"/>
                </a:lnTo>
                <a:lnTo>
                  <a:pt x="733101" y="136003"/>
                </a:lnTo>
                <a:lnTo>
                  <a:pt x="716802" y="136003"/>
                </a:lnTo>
                <a:lnTo>
                  <a:pt x="716802" y="0"/>
                </a:lnTo>
                <a:lnTo>
                  <a:pt x="733101" y="0"/>
                </a:lnTo>
                <a:lnTo>
                  <a:pt x="733101" y="87187"/>
                </a:lnTo>
                <a:lnTo>
                  <a:pt x="780177" y="38284"/>
                </a:lnTo>
                <a:lnTo>
                  <a:pt x="800724" y="38284"/>
                </a:lnTo>
                <a:lnTo>
                  <a:pt x="755728" y="83426"/>
                </a:lnTo>
                <a:lnTo>
                  <a:pt x="804018" y="136003"/>
                </a:lnTo>
                <a:close/>
                <a:moveTo>
                  <a:pt x="838555" y="22026"/>
                </a:moveTo>
                <a:lnTo>
                  <a:pt x="820175" y="22026"/>
                </a:lnTo>
                <a:lnTo>
                  <a:pt x="820175" y="4895"/>
                </a:lnTo>
                <a:lnTo>
                  <a:pt x="838555" y="4895"/>
                </a:lnTo>
                <a:lnTo>
                  <a:pt x="838555" y="22026"/>
                </a:lnTo>
                <a:moveTo>
                  <a:pt x="837515" y="136003"/>
                </a:moveTo>
                <a:lnTo>
                  <a:pt x="821216" y="136003"/>
                </a:lnTo>
                <a:lnTo>
                  <a:pt x="821216" y="38284"/>
                </a:lnTo>
                <a:lnTo>
                  <a:pt x="837515" y="38284"/>
                </a:lnTo>
                <a:lnTo>
                  <a:pt x="837515" y="136003"/>
                </a:lnTo>
                <a:close/>
                <a:moveTo>
                  <a:pt x="950667" y="136003"/>
                </a:moveTo>
                <a:lnTo>
                  <a:pt x="934368" y="136003"/>
                </a:lnTo>
                <a:lnTo>
                  <a:pt x="934368" y="80356"/>
                </a:lnTo>
                <a:cubicBezTo>
                  <a:pt x="934368" y="75863"/>
                  <a:pt x="934108" y="71649"/>
                  <a:pt x="933588" y="67712"/>
                </a:cubicBezTo>
                <a:cubicBezTo>
                  <a:pt x="933067" y="63775"/>
                  <a:pt x="932114" y="60699"/>
                  <a:pt x="930727" y="58482"/>
                </a:cubicBezTo>
                <a:cubicBezTo>
                  <a:pt x="929282" y="56031"/>
                  <a:pt x="927201" y="54209"/>
                  <a:pt x="924485" y="53014"/>
                </a:cubicBezTo>
                <a:cubicBezTo>
                  <a:pt x="921768" y="51818"/>
                  <a:pt x="918242" y="51220"/>
                  <a:pt x="913908" y="51220"/>
                </a:cubicBezTo>
                <a:cubicBezTo>
                  <a:pt x="909457" y="51220"/>
                  <a:pt x="904804" y="52329"/>
                  <a:pt x="899949" y="54546"/>
                </a:cubicBezTo>
                <a:cubicBezTo>
                  <a:pt x="895094" y="56763"/>
                  <a:pt x="890442" y="59590"/>
                  <a:pt x="885991" y="63030"/>
                </a:cubicBezTo>
                <a:lnTo>
                  <a:pt x="885991" y="136003"/>
                </a:lnTo>
                <a:lnTo>
                  <a:pt x="869692" y="136003"/>
                </a:lnTo>
                <a:lnTo>
                  <a:pt x="869692" y="38284"/>
                </a:lnTo>
                <a:lnTo>
                  <a:pt x="885991" y="38284"/>
                </a:lnTo>
                <a:lnTo>
                  <a:pt x="885991" y="49059"/>
                </a:lnTo>
                <a:cubicBezTo>
                  <a:pt x="891078" y="44798"/>
                  <a:pt x="896337" y="41471"/>
                  <a:pt x="901770" y="39078"/>
                </a:cubicBezTo>
                <a:cubicBezTo>
                  <a:pt x="907203" y="36684"/>
                  <a:pt x="912781" y="35487"/>
                  <a:pt x="918502" y="35487"/>
                </a:cubicBezTo>
                <a:cubicBezTo>
                  <a:pt x="928964" y="35487"/>
                  <a:pt x="936940" y="38668"/>
                  <a:pt x="942431" y="45030"/>
                </a:cubicBezTo>
                <a:cubicBezTo>
                  <a:pt x="947921" y="51393"/>
                  <a:pt x="950667" y="60557"/>
                  <a:pt x="950667" y="72525"/>
                </a:cubicBezTo>
                <a:lnTo>
                  <a:pt x="950667" y="136003"/>
                </a:lnTo>
                <a:close/>
                <a:moveTo>
                  <a:pt x="1060454" y="124927"/>
                </a:moveTo>
                <a:cubicBezTo>
                  <a:pt x="1060454" y="141498"/>
                  <a:pt x="1056726" y="153662"/>
                  <a:pt x="1049270" y="161421"/>
                </a:cubicBezTo>
                <a:cubicBezTo>
                  <a:pt x="1041814" y="169182"/>
                  <a:pt x="1030341" y="173063"/>
                  <a:pt x="1014851" y="173063"/>
                </a:cubicBezTo>
                <a:cubicBezTo>
                  <a:pt x="1009707" y="173063"/>
                  <a:pt x="1004693" y="172699"/>
                  <a:pt x="999810" y="171970"/>
                </a:cubicBezTo>
                <a:cubicBezTo>
                  <a:pt x="994926" y="171242"/>
                  <a:pt x="990114" y="170208"/>
                  <a:pt x="985375" y="168867"/>
                </a:cubicBezTo>
                <a:lnTo>
                  <a:pt x="985375" y="152085"/>
                </a:lnTo>
                <a:lnTo>
                  <a:pt x="986242" y="152085"/>
                </a:lnTo>
                <a:cubicBezTo>
                  <a:pt x="988900" y="153120"/>
                  <a:pt x="993119" y="154398"/>
                  <a:pt x="998899" y="155920"/>
                </a:cubicBezTo>
                <a:cubicBezTo>
                  <a:pt x="1004679" y="157443"/>
                  <a:pt x="1010459" y="158204"/>
                  <a:pt x="1016238" y="158204"/>
                </a:cubicBezTo>
                <a:cubicBezTo>
                  <a:pt x="1021787" y="158204"/>
                  <a:pt x="1026382" y="157535"/>
                  <a:pt x="1030023" y="156196"/>
                </a:cubicBezTo>
                <a:cubicBezTo>
                  <a:pt x="1033664" y="154858"/>
                  <a:pt x="1036497" y="152997"/>
                  <a:pt x="1038519" y="150613"/>
                </a:cubicBezTo>
                <a:cubicBezTo>
                  <a:pt x="1040542" y="148344"/>
                  <a:pt x="1041987" y="145609"/>
                  <a:pt x="1042854" y="142408"/>
                </a:cubicBezTo>
                <a:cubicBezTo>
                  <a:pt x="1043721" y="139209"/>
                  <a:pt x="1044155" y="135631"/>
                  <a:pt x="1044155" y="131676"/>
                </a:cubicBezTo>
                <a:lnTo>
                  <a:pt x="1044155" y="122775"/>
                </a:lnTo>
                <a:cubicBezTo>
                  <a:pt x="1039242" y="126748"/>
                  <a:pt x="1034546" y="129713"/>
                  <a:pt x="1030067" y="131671"/>
                </a:cubicBezTo>
                <a:cubicBezTo>
                  <a:pt x="1025587" y="133627"/>
                  <a:pt x="1019880" y="134604"/>
                  <a:pt x="1012944" y="134604"/>
                </a:cubicBezTo>
                <a:cubicBezTo>
                  <a:pt x="1001384" y="134604"/>
                  <a:pt x="992209" y="130383"/>
                  <a:pt x="985418" y="121942"/>
                </a:cubicBezTo>
                <a:cubicBezTo>
                  <a:pt x="978627" y="113498"/>
                  <a:pt x="975231" y="101593"/>
                  <a:pt x="975231" y="86228"/>
                </a:cubicBezTo>
                <a:cubicBezTo>
                  <a:pt x="975231" y="77815"/>
                  <a:pt x="976401" y="70556"/>
                  <a:pt x="978742" y="64451"/>
                </a:cubicBezTo>
                <a:cubicBezTo>
                  <a:pt x="981083" y="58345"/>
                  <a:pt x="984276" y="53072"/>
                  <a:pt x="988322" y="48633"/>
                </a:cubicBezTo>
                <a:cubicBezTo>
                  <a:pt x="992079" y="44485"/>
                  <a:pt x="996645" y="41257"/>
                  <a:pt x="1002020" y="38950"/>
                </a:cubicBezTo>
                <a:cubicBezTo>
                  <a:pt x="1007395" y="36641"/>
                  <a:pt x="1012742" y="35487"/>
                  <a:pt x="1018059" y="35487"/>
                </a:cubicBezTo>
                <a:cubicBezTo>
                  <a:pt x="1023665" y="35487"/>
                  <a:pt x="1028362" y="36057"/>
                  <a:pt x="1032147" y="37196"/>
                </a:cubicBezTo>
                <a:cubicBezTo>
                  <a:pt x="1035933" y="38335"/>
                  <a:pt x="1039935" y="40073"/>
                  <a:pt x="1044155" y="42411"/>
                </a:cubicBezTo>
                <a:lnTo>
                  <a:pt x="1045195" y="38284"/>
                </a:lnTo>
                <a:lnTo>
                  <a:pt x="1060454" y="38284"/>
                </a:lnTo>
                <a:lnTo>
                  <a:pt x="1060454" y="124927"/>
                </a:lnTo>
                <a:moveTo>
                  <a:pt x="1044155" y="109232"/>
                </a:moveTo>
                <a:lnTo>
                  <a:pt x="1044155" y="55866"/>
                </a:lnTo>
                <a:cubicBezTo>
                  <a:pt x="1039820" y="53879"/>
                  <a:pt x="1035789" y="52462"/>
                  <a:pt x="1032061" y="51616"/>
                </a:cubicBezTo>
                <a:cubicBezTo>
                  <a:pt x="1028333" y="50769"/>
                  <a:pt x="1024619" y="50346"/>
                  <a:pt x="1020920" y="50346"/>
                </a:cubicBezTo>
                <a:cubicBezTo>
                  <a:pt x="1011961" y="50346"/>
                  <a:pt x="1004910" y="53384"/>
                  <a:pt x="999766" y="59460"/>
                </a:cubicBezTo>
                <a:cubicBezTo>
                  <a:pt x="994622" y="65535"/>
                  <a:pt x="992050" y="74356"/>
                  <a:pt x="992050" y="85922"/>
                </a:cubicBezTo>
                <a:cubicBezTo>
                  <a:pt x="992050" y="96904"/>
                  <a:pt x="993958" y="105229"/>
                  <a:pt x="997772" y="110896"/>
                </a:cubicBezTo>
                <a:cubicBezTo>
                  <a:pt x="1001587" y="116562"/>
                  <a:pt x="1007916" y="119396"/>
                  <a:pt x="1016759" y="119396"/>
                </a:cubicBezTo>
                <a:cubicBezTo>
                  <a:pt x="1021498" y="119396"/>
                  <a:pt x="1026252" y="118476"/>
                  <a:pt x="1031020" y="116637"/>
                </a:cubicBezTo>
                <a:cubicBezTo>
                  <a:pt x="1035789" y="114796"/>
                  <a:pt x="1040167" y="112328"/>
                  <a:pt x="1044155" y="1092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(546sites)">
            <a:extLst xmlns:a="http://schemas.openxmlformats.org/drawingml/2006/main">
              <a:ext uri="{FF2B5EF4-FFF2-40B4-BE49-F238E27FC236}">
                <a16:creationId xmlns:a16="http://schemas.microsoft.com/office/drawing/2014/main" id="{99E574E8-1461-43A0-81F0-6F46533B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92" y="1739680"/>
            <a:ext cx="939323" cy="172014"/>
          </a:xfrm>
          <a:custGeom xmlns:a="http://schemas.openxmlformats.org/drawingml/2006/main">
            <a:pathLst>
              <a:path w="939323" h="172014">
                <a:moveTo>
                  <a:pt x="52191" y="172014"/>
                </a:moveTo>
                <a:lnTo>
                  <a:pt x="32338" y="172014"/>
                </a:lnTo>
                <a:cubicBezTo>
                  <a:pt x="22108" y="160185"/>
                  <a:pt x="14160" y="147278"/>
                  <a:pt x="8496" y="133293"/>
                </a:cubicBezTo>
                <a:cubicBezTo>
                  <a:pt x="2832" y="119308"/>
                  <a:pt x="0" y="103546"/>
                  <a:pt x="0" y="86007"/>
                </a:cubicBezTo>
                <a:cubicBezTo>
                  <a:pt x="0" y="68468"/>
                  <a:pt x="2832" y="52705"/>
                  <a:pt x="8496" y="38721"/>
                </a:cubicBezTo>
                <a:cubicBezTo>
                  <a:pt x="14160" y="24736"/>
                  <a:pt x="22108" y="11829"/>
                  <a:pt x="32338" y="0"/>
                </a:cubicBezTo>
                <a:lnTo>
                  <a:pt x="52191" y="0"/>
                </a:lnTo>
                <a:lnTo>
                  <a:pt x="52191" y="874"/>
                </a:lnTo>
                <a:cubicBezTo>
                  <a:pt x="47510" y="5128"/>
                  <a:pt x="43045" y="10037"/>
                  <a:pt x="38797" y="15602"/>
                </a:cubicBezTo>
                <a:cubicBezTo>
                  <a:pt x="34549" y="21167"/>
                  <a:pt x="30604" y="27649"/>
                  <a:pt x="26963" y="35050"/>
                </a:cubicBezTo>
                <a:cubicBezTo>
                  <a:pt x="23495" y="42217"/>
                  <a:pt x="20677" y="50112"/>
                  <a:pt x="18510" y="58736"/>
                </a:cubicBezTo>
                <a:cubicBezTo>
                  <a:pt x="16342" y="67360"/>
                  <a:pt x="15259" y="76451"/>
                  <a:pt x="15259" y="86007"/>
                </a:cubicBezTo>
                <a:cubicBezTo>
                  <a:pt x="15259" y="95971"/>
                  <a:pt x="16313" y="105090"/>
                  <a:pt x="18423" y="113365"/>
                </a:cubicBezTo>
                <a:cubicBezTo>
                  <a:pt x="20533" y="121639"/>
                  <a:pt x="23379" y="129506"/>
                  <a:pt x="26963" y="136964"/>
                </a:cubicBezTo>
                <a:cubicBezTo>
                  <a:pt x="30430" y="144132"/>
                  <a:pt x="34390" y="150614"/>
                  <a:pt x="38840" y="156412"/>
                </a:cubicBezTo>
                <a:cubicBezTo>
                  <a:pt x="43290" y="162210"/>
                  <a:pt x="47741" y="167119"/>
                  <a:pt x="52191" y="171140"/>
                </a:cubicBezTo>
                <a:lnTo>
                  <a:pt x="52191" y="172014"/>
                </a:lnTo>
                <a:close/>
                <a:moveTo>
                  <a:pt x="165225" y="94701"/>
                </a:moveTo>
                <a:cubicBezTo>
                  <a:pt x="165225" y="100768"/>
                  <a:pt x="164127" y="106573"/>
                  <a:pt x="161931" y="112114"/>
                </a:cubicBezTo>
                <a:cubicBezTo>
                  <a:pt x="159734" y="117655"/>
                  <a:pt x="156729" y="122321"/>
                  <a:pt x="152914" y="126112"/>
                </a:cubicBezTo>
                <a:cubicBezTo>
                  <a:pt x="148753" y="130195"/>
                  <a:pt x="143797" y="133331"/>
                  <a:pt x="138046" y="135519"/>
                </a:cubicBezTo>
                <a:cubicBezTo>
                  <a:pt x="132295" y="137706"/>
                  <a:pt x="125634" y="138800"/>
                  <a:pt x="118062" y="138800"/>
                </a:cubicBezTo>
                <a:cubicBezTo>
                  <a:pt x="111011" y="138800"/>
                  <a:pt x="104220" y="138057"/>
                  <a:pt x="97689" y="136571"/>
                </a:cubicBezTo>
                <a:cubicBezTo>
                  <a:pt x="91158" y="135085"/>
                  <a:pt x="85638" y="133293"/>
                  <a:pt x="81130" y="131196"/>
                </a:cubicBezTo>
                <a:lnTo>
                  <a:pt x="81130" y="112753"/>
                </a:lnTo>
                <a:lnTo>
                  <a:pt x="82343" y="112753"/>
                </a:lnTo>
                <a:cubicBezTo>
                  <a:pt x="87083" y="115807"/>
                  <a:pt x="92631" y="118406"/>
                  <a:pt x="98989" y="120551"/>
                </a:cubicBezTo>
                <a:cubicBezTo>
                  <a:pt x="105347" y="122694"/>
                  <a:pt x="111589" y="123766"/>
                  <a:pt x="117716" y="123766"/>
                </a:cubicBezTo>
                <a:cubicBezTo>
                  <a:pt x="121819" y="123766"/>
                  <a:pt x="125793" y="123182"/>
                  <a:pt x="129636" y="122013"/>
                </a:cubicBezTo>
                <a:cubicBezTo>
                  <a:pt x="133480" y="120844"/>
                  <a:pt x="136904" y="118798"/>
                  <a:pt x="139910" y="115875"/>
                </a:cubicBezTo>
                <a:cubicBezTo>
                  <a:pt x="142453" y="113360"/>
                  <a:pt x="144375" y="110349"/>
                  <a:pt x="145675" y="106842"/>
                </a:cubicBezTo>
                <a:cubicBezTo>
                  <a:pt x="146976" y="103335"/>
                  <a:pt x="147626" y="99273"/>
                  <a:pt x="147626" y="94655"/>
                </a:cubicBezTo>
                <a:cubicBezTo>
                  <a:pt x="147626" y="90153"/>
                  <a:pt x="146860" y="86353"/>
                  <a:pt x="145328" y="83254"/>
                </a:cubicBezTo>
                <a:cubicBezTo>
                  <a:pt x="143797" y="80154"/>
                  <a:pt x="141673" y="77670"/>
                  <a:pt x="138956" y="75800"/>
                </a:cubicBezTo>
                <a:cubicBezTo>
                  <a:pt x="135951" y="73578"/>
                  <a:pt x="132295" y="72015"/>
                  <a:pt x="127989" y="71110"/>
                </a:cubicBezTo>
                <a:cubicBezTo>
                  <a:pt x="123683" y="70203"/>
                  <a:pt x="118872" y="69750"/>
                  <a:pt x="113554" y="69750"/>
                </a:cubicBezTo>
                <a:cubicBezTo>
                  <a:pt x="108468" y="69750"/>
                  <a:pt x="103570" y="70099"/>
                  <a:pt x="98859" y="70798"/>
                </a:cubicBezTo>
                <a:cubicBezTo>
                  <a:pt x="94149" y="71498"/>
                  <a:pt x="90088" y="72197"/>
                  <a:pt x="86678" y="72896"/>
                </a:cubicBezTo>
                <a:lnTo>
                  <a:pt x="86678" y="5769"/>
                </a:lnTo>
                <a:lnTo>
                  <a:pt x="164358" y="5769"/>
                </a:lnTo>
                <a:lnTo>
                  <a:pt x="164358" y="21152"/>
                </a:lnTo>
                <a:lnTo>
                  <a:pt x="103411" y="21152"/>
                </a:lnTo>
                <a:lnTo>
                  <a:pt x="103411" y="55765"/>
                </a:lnTo>
                <a:cubicBezTo>
                  <a:pt x="105896" y="55532"/>
                  <a:pt x="108439" y="55357"/>
                  <a:pt x="111040" y="55240"/>
                </a:cubicBezTo>
                <a:cubicBezTo>
                  <a:pt x="113641" y="55124"/>
                  <a:pt x="115895" y="55065"/>
                  <a:pt x="117802" y="55065"/>
                </a:cubicBezTo>
                <a:cubicBezTo>
                  <a:pt x="124796" y="55065"/>
                  <a:pt x="130922" y="55664"/>
                  <a:pt x="136182" y="56860"/>
                </a:cubicBezTo>
                <a:cubicBezTo>
                  <a:pt x="141441" y="58055"/>
                  <a:pt x="146268" y="60169"/>
                  <a:pt x="150660" y="63202"/>
                </a:cubicBezTo>
                <a:cubicBezTo>
                  <a:pt x="155284" y="66411"/>
                  <a:pt x="158867" y="70553"/>
                  <a:pt x="161411" y="75628"/>
                </a:cubicBezTo>
                <a:cubicBezTo>
                  <a:pt x="163954" y="80703"/>
                  <a:pt x="165225" y="87060"/>
                  <a:pt x="165225" y="94701"/>
                </a:cubicBezTo>
                <a:close/>
                <a:moveTo>
                  <a:pt x="281960" y="99293"/>
                </a:moveTo>
                <a:lnTo>
                  <a:pt x="262800" y="99293"/>
                </a:lnTo>
                <a:lnTo>
                  <a:pt x="262800" y="136003"/>
                </a:lnTo>
                <a:lnTo>
                  <a:pt x="246155" y="136003"/>
                </a:lnTo>
                <a:lnTo>
                  <a:pt x="246155" y="99293"/>
                </a:lnTo>
                <a:lnTo>
                  <a:pt x="184340" y="99293"/>
                </a:lnTo>
                <a:lnTo>
                  <a:pt x="184340" y="79189"/>
                </a:lnTo>
                <a:lnTo>
                  <a:pt x="246848" y="5769"/>
                </a:lnTo>
                <a:lnTo>
                  <a:pt x="262800" y="5769"/>
                </a:lnTo>
                <a:lnTo>
                  <a:pt x="262800" y="85308"/>
                </a:lnTo>
                <a:lnTo>
                  <a:pt x="281960" y="85308"/>
                </a:lnTo>
                <a:lnTo>
                  <a:pt x="281960" y="99293"/>
                </a:lnTo>
                <a:moveTo>
                  <a:pt x="246155" y="85308"/>
                </a:moveTo>
                <a:lnTo>
                  <a:pt x="246155" y="26571"/>
                </a:lnTo>
                <a:lnTo>
                  <a:pt x="196131" y="85308"/>
                </a:lnTo>
                <a:lnTo>
                  <a:pt x="246155" y="85308"/>
                </a:lnTo>
                <a:close/>
                <a:moveTo>
                  <a:pt x="393667" y="93783"/>
                </a:moveTo>
                <a:cubicBezTo>
                  <a:pt x="393667" y="107036"/>
                  <a:pt x="389346" y="117853"/>
                  <a:pt x="380706" y="126233"/>
                </a:cubicBezTo>
                <a:cubicBezTo>
                  <a:pt x="372065" y="134611"/>
                  <a:pt x="361473" y="138800"/>
                  <a:pt x="348931" y="138800"/>
                </a:cubicBezTo>
                <a:cubicBezTo>
                  <a:pt x="342574" y="138800"/>
                  <a:pt x="336794" y="137808"/>
                  <a:pt x="331592" y="135825"/>
                </a:cubicBezTo>
                <a:cubicBezTo>
                  <a:pt x="326390" y="133841"/>
                  <a:pt x="321795" y="130893"/>
                  <a:pt x="317807" y="126984"/>
                </a:cubicBezTo>
                <a:cubicBezTo>
                  <a:pt x="312837" y="122142"/>
                  <a:pt x="309008" y="115725"/>
                  <a:pt x="306320" y="107733"/>
                </a:cubicBezTo>
                <a:cubicBezTo>
                  <a:pt x="303633" y="99739"/>
                  <a:pt x="302289" y="90111"/>
                  <a:pt x="302289" y="78851"/>
                </a:cubicBezTo>
                <a:cubicBezTo>
                  <a:pt x="302289" y="67299"/>
                  <a:pt x="303517" y="57059"/>
                  <a:pt x="305973" y="48133"/>
                </a:cubicBezTo>
                <a:cubicBezTo>
                  <a:pt x="308430" y="39205"/>
                  <a:pt x="312346" y="31269"/>
                  <a:pt x="317721" y="24326"/>
                </a:cubicBezTo>
                <a:cubicBezTo>
                  <a:pt x="322807" y="17732"/>
                  <a:pt x="329367" y="12584"/>
                  <a:pt x="337401" y="8880"/>
                </a:cubicBezTo>
                <a:cubicBezTo>
                  <a:pt x="345435" y="5174"/>
                  <a:pt x="354798" y="3321"/>
                  <a:pt x="365490" y="3321"/>
                </a:cubicBezTo>
                <a:cubicBezTo>
                  <a:pt x="368900" y="3321"/>
                  <a:pt x="371761" y="3467"/>
                  <a:pt x="374073" y="3758"/>
                </a:cubicBezTo>
                <a:cubicBezTo>
                  <a:pt x="376385" y="4050"/>
                  <a:pt x="378726" y="4574"/>
                  <a:pt x="381096" y="5332"/>
                </a:cubicBezTo>
                <a:lnTo>
                  <a:pt x="381096" y="22026"/>
                </a:lnTo>
                <a:lnTo>
                  <a:pt x="380229" y="22026"/>
                </a:lnTo>
                <a:cubicBezTo>
                  <a:pt x="378610" y="21152"/>
                  <a:pt x="376169" y="20322"/>
                  <a:pt x="372903" y="19535"/>
                </a:cubicBezTo>
                <a:cubicBezTo>
                  <a:pt x="369637" y="18748"/>
                  <a:pt x="366300" y="18355"/>
                  <a:pt x="362890" y="18355"/>
                </a:cubicBezTo>
                <a:cubicBezTo>
                  <a:pt x="350463" y="18355"/>
                  <a:pt x="340551" y="22276"/>
                  <a:pt x="333153" y="30117"/>
                </a:cubicBezTo>
                <a:cubicBezTo>
                  <a:pt x="325755" y="37958"/>
                  <a:pt x="321449" y="48553"/>
                  <a:pt x="320235" y="61902"/>
                </a:cubicBezTo>
                <a:cubicBezTo>
                  <a:pt x="325090" y="58925"/>
                  <a:pt x="329873" y="56662"/>
                  <a:pt x="334583" y="55115"/>
                </a:cubicBezTo>
                <a:cubicBezTo>
                  <a:pt x="339294" y="53567"/>
                  <a:pt x="344741" y="52793"/>
                  <a:pt x="350925" y="52793"/>
                </a:cubicBezTo>
                <a:cubicBezTo>
                  <a:pt x="356416" y="52793"/>
                  <a:pt x="361257" y="53304"/>
                  <a:pt x="365447" y="54325"/>
                </a:cubicBezTo>
                <a:cubicBezTo>
                  <a:pt x="369637" y="55347"/>
                  <a:pt x="373929" y="57405"/>
                  <a:pt x="378321" y="60501"/>
                </a:cubicBezTo>
                <a:cubicBezTo>
                  <a:pt x="383408" y="64063"/>
                  <a:pt x="387237" y="68559"/>
                  <a:pt x="389809" y="73989"/>
                </a:cubicBezTo>
                <a:cubicBezTo>
                  <a:pt x="392381" y="79419"/>
                  <a:pt x="393667" y="86017"/>
                  <a:pt x="393667" y="93783"/>
                </a:cubicBezTo>
                <a:moveTo>
                  <a:pt x="376067" y="94447"/>
                </a:moveTo>
                <a:cubicBezTo>
                  <a:pt x="376067" y="89053"/>
                  <a:pt x="375273" y="84588"/>
                  <a:pt x="373683" y="81049"/>
                </a:cubicBezTo>
                <a:cubicBezTo>
                  <a:pt x="372094" y="77511"/>
                  <a:pt x="369478" y="74437"/>
                  <a:pt x="365837" y="71825"/>
                </a:cubicBezTo>
                <a:cubicBezTo>
                  <a:pt x="363179" y="69970"/>
                  <a:pt x="360231" y="68753"/>
                  <a:pt x="356994" y="68174"/>
                </a:cubicBezTo>
                <a:cubicBezTo>
                  <a:pt x="353758" y="67593"/>
                  <a:pt x="350376" y="67302"/>
                  <a:pt x="346851" y="67302"/>
                </a:cubicBezTo>
                <a:cubicBezTo>
                  <a:pt x="341938" y="67302"/>
                  <a:pt x="337372" y="67882"/>
                  <a:pt x="333153" y="69042"/>
                </a:cubicBezTo>
                <a:cubicBezTo>
                  <a:pt x="328933" y="70202"/>
                  <a:pt x="324599" y="72000"/>
                  <a:pt x="320148" y="74437"/>
                </a:cubicBezTo>
                <a:cubicBezTo>
                  <a:pt x="320033" y="75713"/>
                  <a:pt x="319946" y="76946"/>
                  <a:pt x="319888" y="78135"/>
                </a:cubicBezTo>
                <a:cubicBezTo>
                  <a:pt x="319830" y="79324"/>
                  <a:pt x="319801" y="80817"/>
                  <a:pt x="319801" y="82615"/>
                </a:cubicBezTo>
                <a:cubicBezTo>
                  <a:pt x="319801" y="91779"/>
                  <a:pt x="320741" y="99016"/>
                  <a:pt x="322619" y="104324"/>
                </a:cubicBezTo>
                <a:cubicBezTo>
                  <a:pt x="324497" y="109630"/>
                  <a:pt x="327084" y="113820"/>
                  <a:pt x="330378" y="116894"/>
                </a:cubicBezTo>
                <a:cubicBezTo>
                  <a:pt x="333037" y="119447"/>
                  <a:pt x="335913" y="121318"/>
                  <a:pt x="339005" y="122507"/>
                </a:cubicBezTo>
                <a:cubicBezTo>
                  <a:pt x="342097" y="123696"/>
                  <a:pt x="345464" y="124291"/>
                  <a:pt x="349105" y="124291"/>
                </a:cubicBezTo>
                <a:cubicBezTo>
                  <a:pt x="357485" y="124291"/>
                  <a:pt x="364074" y="121724"/>
                  <a:pt x="368872" y="116591"/>
                </a:cubicBezTo>
                <a:cubicBezTo>
                  <a:pt x="373669" y="111457"/>
                  <a:pt x="376067" y="104076"/>
                  <a:pt x="376067" y="94447"/>
                </a:cubicBezTo>
                <a:close/>
                <a:moveTo>
                  <a:pt x="550702" y="107798"/>
                </a:moveTo>
                <a:cubicBezTo>
                  <a:pt x="550702" y="116706"/>
                  <a:pt x="547046" y="124013"/>
                  <a:pt x="539735" y="129718"/>
                </a:cubicBezTo>
                <a:cubicBezTo>
                  <a:pt x="532423" y="135423"/>
                  <a:pt x="522439" y="138275"/>
                  <a:pt x="509781" y="138275"/>
                </a:cubicBezTo>
                <a:cubicBezTo>
                  <a:pt x="502614" y="138275"/>
                  <a:pt x="496040" y="137413"/>
                  <a:pt x="490058" y="135689"/>
                </a:cubicBezTo>
                <a:cubicBezTo>
                  <a:pt x="484076" y="133964"/>
                  <a:pt x="479062" y="132079"/>
                  <a:pt x="475016" y="130032"/>
                </a:cubicBezTo>
                <a:lnTo>
                  <a:pt x="475016" y="111529"/>
                </a:lnTo>
                <a:lnTo>
                  <a:pt x="475883" y="111529"/>
                </a:lnTo>
                <a:cubicBezTo>
                  <a:pt x="481027" y="115486"/>
                  <a:pt x="486749" y="118632"/>
                  <a:pt x="493049" y="120966"/>
                </a:cubicBezTo>
                <a:cubicBezTo>
                  <a:pt x="499349" y="123299"/>
                  <a:pt x="505388" y="124465"/>
                  <a:pt x="511168" y="124465"/>
                </a:cubicBezTo>
                <a:cubicBezTo>
                  <a:pt x="518335" y="124465"/>
                  <a:pt x="523941" y="123295"/>
                  <a:pt x="527987" y="120955"/>
                </a:cubicBezTo>
                <a:cubicBezTo>
                  <a:pt x="532033" y="118614"/>
                  <a:pt x="534056" y="114926"/>
                  <a:pt x="534056" y="109893"/>
                </a:cubicBezTo>
                <a:cubicBezTo>
                  <a:pt x="534056" y="106051"/>
                  <a:pt x="532958" y="103140"/>
                  <a:pt x="530762" y="101161"/>
                </a:cubicBezTo>
                <a:cubicBezTo>
                  <a:pt x="528565" y="99182"/>
                  <a:pt x="524346" y="97493"/>
                  <a:pt x="518104" y="96094"/>
                </a:cubicBezTo>
                <a:cubicBezTo>
                  <a:pt x="515792" y="95571"/>
                  <a:pt x="512772" y="94961"/>
                  <a:pt x="509044" y="94261"/>
                </a:cubicBezTo>
                <a:cubicBezTo>
                  <a:pt x="505316" y="93562"/>
                  <a:pt x="501921" y="92805"/>
                  <a:pt x="498857" y="91992"/>
                </a:cubicBezTo>
                <a:cubicBezTo>
                  <a:pt x="490361" y="89721"/>
                  <a:pt x="484336" y="86388"/>
                  <a:pt x="480781" y="81992"/>
                </a:cubicBezTo>
                <a:cubicBezTo>
                  <a:pt x="477227" y="77596"/>
                  <a:pt x="475449" y="72196"/>
                  <a:pt x="475449" y="65792"/>
                </a:cubicBezTo>
                <a:cubicBezTo>
                  <a:pt x="475449" y="61775"/>
                  <a:pt x="476273" y="57991"/>
                  <a:pt x="477920" y="54440"/>
                </a:cubicBezTo>
                <a:cubicBezTo>
                  <a:pt x="479567" y="50887"/>
                  <a:pt x="482067" y="47713"/>
                  <a:pt x="485419" y="44918"/>
                </a:cubicBezTo>
                <a:cubicBezTo>
                  <a:pt x="488656" y="42183"/>
                  <a:pt x="492774" y="40015"/>
                  <a:pt x="497774" y="38415"/>
                </a:cubicBezTo>
                <a:cubicBezTo>
                  <a:pt x="502773" y="36812"/>
                  <a:pt x="508365" y="36011"/>
                  <a:pt x="514549" y="36011"/>
                </a:cubicBezTo>
                <a:cubicBezTo>
                  <a:pt x="520329" y="36011"/>
                  <a:pt x="526181" y="36722"/>
                  <a:pt x="532105" y="38144"/>
                </a:cubicBezTo>
                <a:cubicBezTo>
                  <a:pt x="538030" y="39566"/>
                  <a:pt x="542957" y="41295"/>
                  <a:pt x="546887" y="43329"/>
                </a:cubicBezTo>
                <a:lnTo>
                  <a:pt x="546887" y="60834"/>
                </a:lnTo>
                <a:lnTo>
                  <a:pt x="546020" y="60834"/>
                </a:lnTo>
                <a:cubicBezTo>
                  <a:pt x="541859" y="57746"/>
                  <a:pt x="536801" y="55138"/>
                  <a:pt x="530848" y="53011"/>
                </a:cubicBezTo>
                <a:cubicBezTo>
                  <a:pt x="524895" y="50885"/>
                  <a:pt x="519058" y="49821"/>
                  <a:pt x="513336" y="49821"/>
                </a:cubicBezTo>
                <a:cubicBezTo>
                  <a:pt x="507382" y="49821"/>
                  <a:pt x="502354" y="50977"/>
                  <a:pt x="498250" y="53290"/>
                </a:cubicBezTo>
                <a:cubicBezTo>
                  <a:pt x="494147" y="55603"/>
                  <a:pt x="492095" y="59041"/>
                  <a:pt x="492095" y="63607"/>
                </a:cubicBezTo>
                <a:cubicBezTo>
                  <a:pt x="492095" y="67624"/>
                  <a:pt x="493338" y="70651"/>
                  <a:pt x="495823" y="72689"/>
                </a:cubicBezTo>
                <a:cubicBezTo>
                  <a:pt x="498250" y="74726"/>
                  <a:pt x="502181" y="76386"/>
                  <a:pt x="507614" y="77668"/>
                </a:cubicBezTo>
                <a:cubicBezTo>
                  <a:pt x="510619" y="78367"/>
                  <a:pt x="513986" y="79066"/>
                  <a:pt x="517714" y="79766"/>
                </a:cubicBezTo>
                <a:cubicBezTo>
                  <a:pt x="521442" y="80463"/>
                  <a:pt x="524548" y="81103"/>
                  <a:pt x="527034" y="81686"/>
                </a:cubicBezTo>
                <a:cubicBezTo>
                  <a:pt x="534605" y="83432"/>
                  <a:pt x="540443" y="86430"/>
                  <a:pt x="544546" y="90680"/>
                </a:cubicBezTo>
                <a:cubicBezTo>
                  <a:pt x="548650" y="94989"/>
                  <a:pt x="550702" y="100695"/>
                  <a:pt x="550702" y="107798"/>
                </a:cubicBezTo>
                <a:close/>
                <a:moveTo>
                  <a:pt x="591359" y="22026"/>
                </a:moveTo>
                <a:lnTo>
                  <a:pt x="572979" y="22026"/>
                </a:lnTo>
                <a:lnTo>
                  <a:pt x="572979" y="4895"/>
                </a:lnTo>
                <a:lnTo>
                  <a:pt x="591359" y="4895"/>
                </a:lnTo>
                <a:lnTo>
                  <a:pt x="591359" y="22026"/>
                </a:lnTo>
                <a:moveTo>
                  <a:pt x="590318" y="136003"/>
                </a:moveTo>
                <a:lnTo>
                  <a:pt x="574020" y="136003"/>
                </a:lnTo>
                <a:lnTo>
                  <a:pt x="574020" y="38284"/>
                </a:lnTo>
                <a:lnTo>
                  <a:pt x="590318" y="38284"/>
                </a:lnTo>
                <a:lnTo>
                  <a:pt x="590318" y="136003"/>
                </a:lnTo>
                <a:close/>
                <a:moveTo>
                  <a:pt x="672780" y="135142"/>
                </a:moveTo>
                <a:cubicBezTo>
                  <a:pt x="669717" y="135955"/>
                  <a:pt x="666379" y="136621"/>
                  <a:pt x="662767" y="137142"/>
                </a:cubicBezTo>
                <a:cubicBezTo>
                  <a:pt x="659155" y="137664"/>
                  <a:pt x="655932" y="137926"/>
                  <a:pt x="653100" y="137926"/>
                </a:cubicBezTo>
                <a:cubicBezTo>
                  <a:pt x="643217" y="137926"/>
                  <a:pt x="635703" y="135243"/>
                  <a:pt x="630559" y="129876"/>
                </a:cubicBezTo>
                <a:cubicBezTo>
                  <a:pt x="625415" y="124510"/>
                  <a:pt x="622843" y="115906"/>
                  <a:pt x="622843" y="104064"/>
                </a:cubicBezTo>
                <a:lnTo>
                  <a:pt x="622843" y="52094"/>
                </a:lnTo>
                <a:lnTo>
                  <a:pt x="611833" y="52094"/>
                </a:lnTo>
                <a:lnTo>
                  <a:pt x="611833" y="38284"/>
                </a:lnTo>
                <a:lnTo>
                  <a:pt x="622843" y="38284"/>
                </a:lnTo>
                <a:lnTo>
                  <a:pt x="622843" y="10139"/>
                </a:lnTo>
                <a:lnTo>
                  <a:pt x="639142" y="10139"/>
                </a:lnTo>
                <a:lnTo>
                  <a:pt x="639142" y="38284"/>
                </a:lnTo>
                <a:lnTo>
                  <a:pt x="672780" y="38284"/>
                </a:lnTo>
                <a:lnTo>
                  <a:pt x="672780" y="52094"/>
                </a:lnTo>
                <a:lnTo>
                  <a:pt x="639142" y="52094"/>
                </a:lnTo>
                <a:lnTo>
                  <a:pt x="639142" y="96692"/>
                </a:lnTo>
                <a:cubicBezTo>
                  <a:pt x="639142" y="101833"/>
                  <a:pt x="639258" y="105849"/>
                  <a:pt x="639489" y="108741"/>
                </a:cubicBezTo>
                <a:cubicBezTo>
                  <a:pt x="639720" y="111632"/>
                  <a:pt x="640529" y="114334"/>
                  <a:pt x="641917" y="116845"/>
                </a:cubicBezTo>
                <a:cubicBezTo>
                  <a:pt x="643188" y="119181"/>
                  <a:pt x="644936" y="120890"/>
                  <a:pt x="647162" y="121972"/>
                </a:cubicBezTo>
                <a:cubicBezTo>
                  <a:pt x="649387" y="123051"/>
                  <a:pt x="652782" y="123591"/>
                  <a:pt x="657348" y="123591"/>
                </a:cubicBezTo>
                <a:cubicBezTo>
                  <a:pt x="660007" y="123591"/>
                  <a:pt x="662781" y="123198"/>
                  <a:pt x="665671" y="122411"/>
                </a:cubicBezTo>
                <a:cubicBezTo>
                  <a:pt x="668561" y="121625"/>
                  <a:pt x="670642" y="120969"/>
                  <a:pt x="671913" y="120445"/>
                </a:cubicBezTo>
                <a:lnTo>
                  <a:pt x="672780" y="120445"/>
                </a:lnTo>
                <a:lnTo>
                  <a:pt x="672780" y="135142"/>
                </a:lnTo>
                <a:close/>
                <a:moveTo>
                  <a:pt x="773514" y="88804"/>
                </a:moveTo>
                <a:lnTo>
                  <a:pt x="702163" y="88804"/>
                </a:lnTo>
                <a:cubicBezTo>
                  <a:pt x="702163" y="94820"/>
                  <a:pt x="703059" y="100063"/>
                  <a:pt x="704851" y="104531"/>
                </a:cubicBezTo>
                <a:cubicBezTo>
                  <a:pt x="706643" y="109000"/>
                  <a:pt x="709099" y="112666"/>
                  <a:pt x="712220" y="115528"/>
                </a:cubicBezTo>
                <a:cubicBezTo>
                  <a:pt x="715226" y="118332"/>
                  <a:pt x="718795" y="120436"/>
                  <a:pt x="722927" y="121838"/>
                </a:cubicBezTo>
                <a:cubicBezTo>
                  <a:pt x="727060" y="123240"/>
                  <a:pt x="731611" y="123941"/>
                  <a:pt x="736582" y="123941"/>
                </a:cubicBezTo>
                <a:cubicBezTo>
                  <a:pt x="743171" y="123941"/>
                  <a:pt x="749803" y="122605"/>
                  <a:pt x="756479" y="119934"/>
                </a:cubicBezTo>
                <a:cubicBezTo>
                  <a:pt x="763154" y="117263"/>
                  <a:pt x="767908" y="114636"/>
                  <a:pt x="770740" y="112054"/>
                </a:cubicBezTo>
                <a:lnTo>
                  <a:pt x="771607" y="112054"/>
                </a:lnTo>
                <a:lnTo>
                  <a:pt x="771607" y="130032"/>
                </a:lnTo>
                <a:cubicBezTo>
                  <a:pt x="766116" y="132370"/>
                  <a:pt x="760510" y="134329"/>
                  <a:pt x="754788" y="135907"/>
                </a:cubicBezTo>
                <a:cubicBezTo>
                  <a:pt x="749066" y="137486"/>
                  <a:pt x="743055" y="138275"/>
                  <a:pt x="736755" y="138275"/>
                </a:cubicBezTo>
                <a:cubicBezTo>
                  <a:pt x="720687" y="138275"/>
                  <a:pt x="708145" y="133883"/>
                  <a:pt x="699129" y="125099"/>
                </a:cubicBezTo>
                <a:cubicBezTo>
                  <a:pt x="690112" y="116315"/>
                  <a:pt x="685604" y="103838"/>
                  <a:pt x="685604" y="87668"/>
                </a:cubicBezTo>
                <a:cubicBezTo>
                  <a:pt x="685604" y="71676"/>
                  <a:pt x="689925" y="58981"/>
                  <a:pt x="698565" y="49583"/>
                </a:cubicBezTo>
                <a:cubicBezTo>
                  <a:pt x="707206" y="40186"/>
                  <a:pt x="718578" y="35487"/>
                  <a:pt x="732680" y="35487"/>
                </a:cubicBezTo>
                <a:cubicBezTo>
                  <a:pt x="745743" y="35487"/>
                  <a:pt x="755814" y="39339"/>
                  <a:pt x="762894" y="47043"/>
                </a:cubicBezTo>
                <a:cubicBezTo>
                  <a:pt x="769974" y="54748"/>
                  <a:pt x="773514" y="65692"/>
                  <a:pt x="773514" y="79875"/>
                </a:cubicBezTo>
                <a:lnTo>
                  <a:pt x="773514" y="88804"/>
                </a:lnTo>
                <a:moveTo>
                  <a:pt x="757649" y="76218"/>
                </a:moveTo>
                <a:cubicBezTo>
                  <a:pt x="757591" y="67594"/>
                  <a:pt x="755438" y="60922"/>
                  <a:pt x="751190" y="56202"/>
                </a:cubicBezTo>
                <a:cubicBezTo>
                  <a:pt x="746942" y="51482"/>
                  <a:pt x="740483" y="49122"/>
                  <a:pt x="731813" y="49122"/>
                </a:cubicBezTo>
                <a:cubicBezTo>
                  <a:pt x="723086" y="49122"/>
                  <a:pt x="716136" y="51715"/>
                  <a:pt x="710963" y="56901"/>
                </a:cubicBezTo>
                <a:cubicBezTo>
                  <a:pt x="705790" y="62087"/>
                  <a:pt x="702857" y="68526"/>
                  <a:pt x="702163" y="76218"/>
                </a:cubicBezTo>
                <a:lnTo>
                  <a:pt x="757649" y="76218"/>
                </a:lnTo>
                <a:close/>
                <a:moveTo>
                  <a:pt x="867281" y="107798"/>
                </a:moveTo>
                <a:cubicBezTo>
                  <a:pt x="867281" y="116706"/>
                  <a:pt x="863625" y="124013"/>
                  <a:pt x="856314" y="129718"/>
                </a:cubicBezTo>
                <a:cubicBezTo>
                  <a:pt x="849003" y="135423"/>
                  <a:pt x="839018" y="138275"/>
                  <a:pt x="826360" y="138275"/>
                </a:cubicBezTo>
                <a:cubicBezTo>
                  <a:pt x="819193" y="138275"/>
                  <a:pt x="812619" y="137413"/>
                  <a:pt x="806637" y="135689"/>
                </a:cubicBezTo>
                <a:cubicBezTo>
                  <a:pt x="800655" y="133964"/>
                  <a:pt x="795641" y="132079"/>
                  <a:pt x="791595" y="130032"/>
                </a:cubicBezTo>
                <a:lnTo>
                  <a:pt x="791595" y="111529"/>
                </a:lnTo>
                <a:lnTo>
                  <a:pt x="792462" y="111529"/>
                </a:lnTo>
                <a:cubicBezTo>
                  <a:pt x="797606" y="115486"/>
                  <a:pt x="803328" y="118632"/>
                  <a:pt x="809628" y="120966"/>
                </a:cubicBezTo>
                <a:cubicBezTo>
                  <a:pt x="815928" y="123299"/>
                  <a:pt x="821968" y="124465"/>
                  <a:pt x="827748" y="124465"/>
                </a:cubicBezTo>
                <a:cubicBezTo>
                  <a:pt x="834914" y="124465"/>
                  <a:pt x="840521" y="123295"/>
                  <a:pt x="844567" y="120955"/>
                </a:cubicBezTo>
                <a:cubicBezTo>
                  <a:pt x="848612" y="118614"/>
                  <a:pt x="850635" y="114926"/>
                  <a:pt x="850635" y="109893"/>
                </a:cubicBezTo>
                <a:cubicBezTo>
                  <a:pt x="850635" y="106051"/>
                  <a:pt x="849537" y="103140"/>
                  <a:pt x="847341" y="101161"/>
                </a:cubicBezTo>
                <a:cubicBezTo>
                  <a:pt x="845145" y="99182"/>
                  <a:pt x="840925" y="97493"/>
                  <a:pt x="834683" y="96094"/>
                </a:cubicBezTo>
                <a:cubicBezTo>
                  <a:pt x="832371" y="95571"/>
                  <a:pt x="829351" y="94961"/>
                  <a:pt x="825623" y="94261"/>
                </a:cubicBezTo>
                <a:cubicBezTo>
                  <a:pt x="821896" y="93562"/>
                  <a:pt x="818500" y="92805"/>
                  <a:pt x="815437" y="91992"/>
                </a:cubicBezTo>
                <a:cubicBezTo>
                  <a:pt x="806940" y="89721"/>
                  <a:pt x="800915" y="86388"/>
                  <a:pt x="797360" y="81992"/>
                </a:cubicBezTo>
                <a:cubicBezTo>
                  <a:pt x="793806" y="77596"/>
                  <a:pt x="792029" y="72196"/>
                  <a:pt x="792029" y="65792"/>
                </a:cubicBezTo>
                <a:cubicBezTo>
                  <a:pt x="792029" y="61775"/>
                  <a:pt x="792852" y="57991"/>
                  <a:pt x="794499" y="54440"/>
                </a:cubicBezTo>
                <a:cubicBezTo>
                  <a:pt x="796147" y="50887"/>
                  <a:pt x="798646" y="47713"/>
                  <a:pt x="801999" y="44918"/>
                </a:cubicBezTo>
                <a:cubicBezTo>
                  <a:pt x="805235" y="42183"/>
                  <a:pt x="809353" y="40015"/>
                  <a:pt x="814353" y="38415"/>
                </a:cubicBezTo>
                <a:cubicBezTo>
                  <a:pt x="819352" y="36812"/>
                  <a:pt x="824944" y="36011"/>
                  <a:pt x="831129" y="36011"/>
                </a:cubicBezTo>
                <a:cubicBezTo>
                  <a:pt x="836908" y="36011"/>
                  <a:pt x="842760" y="36722"/>
                  <a:pt x="848685" y="38144"/>
                </a:cubicBezTo>
                <a:cubicBezTo>
                  <a:pt x="854609" y="39566"/>
                  <a:pt x="859536" y="41295"/>
                  <a:pt x="863466" y="43329"/>
                </a:cubicBezTo>
                <a:lnTo>
                  <a:pt x="863466" y="60834"/>
                </a:lnTo>
                <a:lnTo>
                  <a:pt x="862599" y="60834"/>
                </a:lnTo>
                <a:cubicBezTo>
                  <a:pt x="858438" y="57746"/>
                  <a:pt x="853381" y="55138"/>
                  <a:pt x="847428" y="53011"/>
                </a:cubicBezTo>
                <a:cubicBezTo>
                  <a:pt x="841474" y="50885"/>
                  <a:pt x="835637" y="49821"/>
                  <a:pt x="829915" y="49821"/>
                </a:cubicBezTo>
                <a:cubicBezTo>
                  <a:pt x="823962" y="49821"/>
                  <a:pt x="818933" y="50977"/>
                  <a:pt x="814830" y="53290"/>
                </a:cubicBezTo>
                <a:cubicBezTo>
                  <a:pt x="810726" y="55603"/>
                  <a:pt x="808674" y="59041"/>
                  <a:pt x="808674" y="63607"/>
                </a:cubicBezTo>
                <a:cubicBezTo>
                  <a:pt x="808674" y="67624"/>
                  <a:pt x="809917" y="70651"/>
                  <a:pt x="812402" y="72689"/>
                </a:cubicBezTo>
                <a:cubicBezTo>
                  <a:pt x="814830" y="74726"/>
                  <a:pt x="818760" y="76386"/>
                  <a:pt x="824193" y="77668"/>
                </a:cubicBezTo>
                <a:cubicBezTo>
                  <a:pt x="827198" y="78367"/>
                  <a:pt x="830565" y="79066"/>
                  <a:pt x="834293" y="79766"/>
                </a:cubicBezTo>
                <a:cubicBezTo>
                  <a:pt x="838021" y="80463"/>
                  <a:pt x="841128" y="81103"/>
                  <a:pt x="843613" y="81686"/>
                </a:cubicBezTo>
                <a:cubicBezTo>
                  <a:pt x="851184" y="83432"/>
                  <a:pt x="857022" y="86430"/>
                  <a:pt x="861126" y="90680"/>
                </a:cubicBezTo>
                <a:cubicBezTo>
                  <a:pt x="865229" y="94989"/>
                  <a:pt x="867281" y="100695"/>
                  <a:pt x="867281" y="107798"/>
                </a:cubicBezTo>
                <a:close/>
                <a:moveTo>
                  <a:pt x="939323" y="86007"/>
                </a:moveTo>
                <a:cubicBezTo>
                  <a:pt x="939323" y="103546"/>
                  <a:pt x="936491" y="119308"/>
                  <a:pt x="930827" y="133293"/>
                </a:cubicBezTo>
                <a:cubicBezTo>
                  <a:pt x="925163" y="147278"/>
                  <a:pt x="917215" y="160185"/>
                  <a:pt x="906985" y="172014"/>
                </a:cubicBezTo>
                <a:lnTo>
                  <a:pt x="887132" y="172014"/>
                </a:lnTo>
                <a:lnTo>
                  <a:pt x="887132" y="171140"/>
                </a:lnTo>
                <a:cubicBezTo>
                  <a:pt x="891582" y="167119"/>
                  <a:pt x="896047" y="162210"/>
                  <a:pt x="900526" y="156412"/>
                </a:cubicBezTo>
                <a:cubicBezTo>
                  <a:pt x="905006" y="150614"/>
                  <a:pt x="908950" y="144132"/>
                  <a:pt x="912361" y="136964"/>
                </a:cubicBezTo>
                <a:cubicBezTo>
                  <a:pt x="915944" y="129506"/>
                  <a:pt x="918790" y="121639"/>
                  <a:pt x="920900" y="113365"/>
                </a:cubicBezTo>
                <a:cubicBezTo>
                  <a:pt x="923010" y="105090"/>
                  <a:pt x="924065" y="95971"/>
                  <a:pt x="924065" y="86007"/>
                </a:cubicBezTo>
                <a:cubicBezTo>
                  <a:pt x="924065" y="76451"/>
                  <a:pt x="922995" y="67360"/>
                  <a:pt x="920857" y="58736"/>
                </a:cubicBezTo>
                <a:cubicBezTo>
                  <a:pt x="918718" y="50112"/>
                  <a:pt x="915886" y="42217"/>
                  <a:pt x="912361" y="35050"/>
                </a:cubicBezTo>
                <a:cubicBezTo>
                  <a:pt x="908719" y="27649"/>
                  <a:pt x="904775" y="21167"/>
                  <a:pt x="900526" y="15602"/>
                </a:cubicBezTo>
                <a:cubicBezTo>
                  <a:pt x="896278" y="10037"/>
                  <a:pt x="891813" y="5128"/>
                  <a:pt x="887132" y="874"/>
                </a:cubicBezTo>
                <a:lnTo>
                  <a:pt x="887132" y="0"/>
                </a:lnTo>
                <a:lnTo>
                  <a:pt x="906985" y="0"/>
                </a:lnTo>
                <a:cubicBezTo>
                  <a:pt x="917215" y="11829"/>
                  <a:pt x="925163" y="24736"/>
                  <a:pt x="930827" y="38721"/>
                </a:cubicBezTo>
                <a:cubicBezTo>
                  <a:pt x="936491" y="52705"/>
                  <a:pt x="939323" y="68468"/>
                  <a:pt x="939323" y="860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653CA-03FD-4CE6-BF26-25FE7A6B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534" y="2559051"/>
            <a:ext cx="1228300" cy="254012"/>
          </a:xfrm>
          <a:custGeom xmlns:a="http://schemas.openxmlformats.org/drawingml/2006/main">
            <a:pathLst>
              <a:path w="1228300" h="254012">
                <a:moveTo>
                  <a:pt x="0" y="0"/>
                </a:moveTo>
                <a:lnTo>
                  <a:pt x="1228300" y="0"/>
                </a:lnTo>
                <a:lnTo>
                  <a:pt x="1228300" y="254012"/>
                </a:lnTo>
                <a:lnTo>
                  <a:pt x="0" y="2540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HT">
            <a:extLst xmlns:a="http://schemas.openxmlformats.org/drawingml/2006/main">
              <a:ext uri="{FF2B5EF4-FFF2-40B4-BE49-F238E27FC236}">
                <a16:creationId xmlns:a16="http://schemas.microsoft.com/office/drawing/2014/main" id="{9FB93FB8-47C2-475F-9A35-81824154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79" y="2512861"/>
            <a:ext cx="225416" cy="130234"/>
          </a:xfrm>
          <a:custGeom xmlns:a="http://schemas.openxmlformats.org/drawingml/2006/main">
            <a:pathLst>
              <a:path w="225416" h="130234">
                <a:moveTo>
                  <a:pt x="98747" y="130234"/>
                </a:moveTo>
                <a:lnTo>
                  <a:pt x="81581" y="130234"/>
                </a:lnTo>
                <a:lnTo>
                  <a:pt x="81581" y="66428"/>
                </a:lnTo>
                <a:lnTo>
                  <a:pt x="17166" y="66428"/>
                </a:lnTo>
                <a:lnTo>
                  <a:pt x="17166" y="130234"/>
                </a:lnTo>
                <a:lnTo>
                  <a:pt x="0" y="130234"/>
                </a:lnTo>
                <a:lnTo>
                  <a:pt x="0" y="0"/>
                </a:lnTo>
                <a:lnTo>
                  <a:pt x="17166" y="0"/>
                </a:lnTo>
                <a:lnTo>
                  <a:pt x="17166" y="51045"/>
                </a:lnTo>
                <a:lnTo>
                  <a:pt x="81581" y="51045"/>
                </a:lnTo>
                <a:lnTo>
                  <a:pt x="81581" y="0"/>
                </a:lnTo>
                <a:lnTo>
                  <a:pt x="98747" y="0"/>
                </a:lnTo>
                <a:lnTo>
                  <a:pt x="98747" y="130234"/>
                </a:lnTo>
                <a:close/>
                <a:moveTo>
                  <a:pt x="225416" y="15383"/>
                </a:moveTo>
                <a:lnTo>
                  <a:pt x="179293" y="15383"/>
                </a:lnTo>
                <a:lnTo>
                  <a:pt x="179293" y="130234"/>
                </a:lnTo>
                <a:lnTo>
                  <a:pt x="162127" y="130234"/>
                </a:lnTo>
                <a:lnTo>
                  <a:pt x="162127" y="15383"/>
                </a:lnTo>
                <a:lnTo>
                  <a:pt x="116005" y="15383"/>
                </a:lnTo>
                <a:lnTo>
                  <a:pt x="116005" y="0"/>
                </a:lnTo>
                <a:lnTo>
                  <a:pt x="225416" y="0"/>
                </a:lnTo>
                <a:lnTo>
                  <a:pt x="225416" y="153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TP(S)">
            <a:extLst xmlns:a="http://schemas.openxmlformats.org/drawingml/2006/main">
              <a:ext uri="{FF2B5EF4-FFF2-40B4-BE49-F238E27FC236}">
                <a16:creationId xmlns:a16="http://schemas.microsoft.com/office/drawing/2014/main" id="{D11A770C-B5AE-437A-AC4F-F654B3DB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20" y="2507092"/>
            <a:ext cx="483254" cy="172014"/>
          </a:xfrm>
          <a:custGeom xmlns:a="http://schemas.openxmlformats.org/drawingml/2006/main">
            <a:pathLst>
              <a:path w="483254" h="172014">
                <a:moveTo>
                  <a:pt x="109411" y="21152"/>
                </a:moveTo>
                <a:lnTo>
                  <a:pt x="63288" y="21152"/>
                </a:lnTo>
                <a:lnTo>
                  <a:pt x="63288" y="136003"/>
                </a:lnTo>
                <a:lnTo>
                  <a:pt x="46122" y="136003"/>
                </a:lnTo>
                <a:lnTo>
                  <a:pt x="46122" y="21152"/>
                </a:lnTo>
                <a:lnTo>
                  <a:pt x="0" y="21152"/>
                </a:lnTo>
                <a:lnTo>
                  <a:pt x="0" y="5769"/>
                </a:lnTo>
                <a:lnTo>
                  <a:pt x="109411" y="5769"/>
                </a:lnTo>
                <a:lnTo>
                  <a:pt x="109411" y="21152"/>
                </a:lnTo>
                <a:close/>
                <a:moveTo>
                  <a:pt x="211155" y="45101"/>
                </a:moveTo>
                <a:cubicBezTo>
                  <a:pt x="211155" y="50870"/>
                  <a:pt x="210158" y="56216"/>
                  <a:pt x="208164" y="61140"/>
                </a:cubicBezTo>
                <a:cubicBezTo>
                  <a:pt x="206170" y="66064"/>
                  <a:pt x="203381" y="70332"/>
                  <a:pt x="199798" y="73945"/>
                </a:cubicBezTo>
                <a:cubicBezTo>
                  <a:pt x="195348" y="78432"/>
                  <a:pt x="190088" y="81797"/>
                  <a:pt x="184019" y="84040"/>
                </a:cubicBezTo>
                <a:cubicBezTo>
                  <a:pt x="177951" y="86284"/>
                  <a:pt x="170292" y="87405"/>
                  <a:pt x="161045" y="87405"/>
                </a:cubicBezTo>
                <a:lnTo>
                  <a:pt x="143879" y="87405"/>
                </a:lnTo>
                <a:lnTo>
                  <a:pt x="143879" y="136003"/>
                </a:lnTo>
                <a:lnTo>
                  <a:pt x="126713" y="136003"/>
                </a:lnTo>
                <a:lnTo>
                  <a:pt x="126713" y="5769"/>
                </a:lnTo>
                <a:lnTo>
                  <a:pt x="161738" y="5769"/>
                </a:lnTo>
                <a:cubicBezTo>
                  <a:pt x="169483" y="5769"/>
                  <a:pt x="176043" y="6424"/>
                  <a:pt x="181418" y="7735"/>
                </a:cubicBezTo>
                <a:cubicBezTo>
                  <a:pt x="186794" y="9046"/>
                  <a:pt x="191562" y="11100"/>
                  <a:pt x="195723" y="13897"/>
                </a:cubicBezTo>
                <a:cubicBezTo>
                  <a:pt x="200636" y="17219"/>
                  <a:pt x="204436" y="21356"/>
                  <a:pt x="207124" y="26309"/>
                </a:cubicBezTo>
                <a:cubicBezTo>
                  <a:pt x="209811" y="31262"/>
                  <a:pt x="211155" y="37526"/>
                  <a:pt x="211155" y="45101"/>
                </a:cubicBezTo>
                <a:moveTo>
                  <a:pt x="193296" y="45503"/>
                </a:moveTo>
                <a:cubicBezTo>
                  <a:pt x="193296" y="41054"/>
                  <a:pt x="192516" y="37184"/>
                  <a:pt x="190955" y="33891"/>
                </a:cubicBezTo>
                <a:cubicBezTo>
                  <a:pt x="189394" y="30597"/>
                  <a:pt x="187025" y="27910"/>
                  <a:pt x="183846" y="25828"/>
                </a:cubicBezTo>
                <a:cubicBezTo>
                  <a:pt x="181072" y="24038"/>
                  <a:pt x="177907" y="22754"/>
                  <a:pt x="174353" y="21974"/>
                </a:cubicBezTo>
                <a:cubicBezTo>
                  <a:pt x="170798" y="21193"/>
                  <a:pt x="166304" y="20802"/>
                  <a:pt x="160871" y="20802"/>
                </a:cubicBezTo>
                <a:lnTo>
                  <a:pt x="143879" y="20802"/>
                </a:lnTo>
                <a:lnTo>
                  <a:pt x="143879" y="72372"/>
                </a:lnTo>
                <a:lnTo>
                  <a:pt x="158357" y="72372"/>
                </a:lnTo>
                <a:cubicBezTo>
                  <a:pt x="165293" y="72372"/>
                  <a:pt x="170928" y="71751"/>
                  <a:pt x="175263" y="70509"/>
                </a:cubicBezTo>
                <a:cubicBezTo>
                  <a:pt x="179598" y="69267"/>
                  <a:pt x="183123" y="67288"/>
                  <a:pt x="185840" y="64571"/>
                </a:cubicBezTo>
                <a:cubicBezTo>
                  <a:pt x="188556" y="61797"/>
                  <a:pt x="190478" y="58880"/>
                  <a:pt x="191605" y="55819"/>
                </a:cubicBezTo>
                <a:cubicBezTo>
                  <a:pt x="192732" y="52756"/>
                  <a:pt x="193296" y="49318"/>
                  <a:pt x="193296" y="45503"/>
                </a:cubicBezTo>
                <a:close/>
                <a:moveTo>
                  <a:pt x="284322" y="172014"/>
                </a:moveTo>
                <a:lnTo>
                  <a:pt x="264468" y="172014"/>
                </a:lnTo>
                <a:cubicBezTo>
                  <a:pt x="254238" y="160185"/>
                  <a:pt x="246291" y="147278"/>
                  <a:pt x="240627" y="133293"/>
                </a:cubicBezTo>
                <a:cubicBezTo>
                  <a:pt x="234963" y="119308"/>
                  <a:pt x="232131" y="103546"/>
                  <a:pt x="232131" y="86007"/>
                </a:cubicBezTo>
                <a:cubicBezTo>
                  <a:pt x="232131" y="68468"/>
                  <a:pt x="234963" y="52705"/>
                  <a:pt x="240627" y="38721"/>
                </a:cubicBezTo>
                <a:cubicBezTo>
                  <a:pt x="246291" y="24736"/>
                  <a:pt x="254238" y="11829"/>
                  <a:pt x="264468" y="0"/>
                </a:cubicBezTo>
                <a:lnTo>
                  <a:pt x="284322" y="0"/>
                </a:lnTo>
                <a:lnTo>
                  <a:pt x="284322" y="874"/>
                </a:lnTo>
                <a:cubicBezTo>
                  <a:pt x="279640" y="5128"/>
                  <a:pt x="275175" y="10037"/>
                  <a:pt x="270927" y="15602"/>
                </a:cubicBezTo>
                <a:cubicBezTo>
                  <a:pt x="266679" y="21167"/>
                  <a:pt x="262734" y="27649"/>
                  <a:pt x="259093" y="35050"/>
                </a:cubicBezTo>
                <a:cubicBezTo>
                  <a:pt x="255625" y="42217"/>
                  <a:pt x="252808" y="50112"/>
                  <a:pt x="250640" y="58736"/>
                </a:cubicBezTo>
                <a:cubicBezTo>
                  <a:pt x="248473" y="67360"/>
                  <a:pt x="247389" y="76451"/>
                  <a:pt x="247389" y="86007"/>
                </a:cubicBezTo>
                <a:cubicBezTo>
                  <a:pt x="247389" y="95971"/>
                  <a:pt x="248444" y="105090"/>
                  <a:pt x="250554" y="113365"/>
                </a:cubicBezTo>
                <a:cubicBezTo>
                  <a:pt x="252663" y="121639"/>
                  <a:pt x="255510" y="129506"/>
                  <a:pt x="259093" y="136964"/>
                </a:cubicBezTo>
                <a:cubicBezTo>
                  <a:pt x="262561" y="144132"/>
                  <a:pt x="266520" y="150614"/>
                  <a:pt x="270971" y="156412"/>
                </a:cubicBezTo>
                <a:cubicBezTo>
                  <a:pt x="275421" y="162210"/>
                  <a:pt x="279871" y="167119"/>
                  <a:pt x="284322" y="171140"/>
                </a:cubicBezTo>
                <a:lnTo>
                  <a:pt x="284322" y="172014"/>
                </a:lnTo>
                <a:close/>
                <a:moveTo>
                  <a:pt x="408193" y="98918"/>
                </a:moveTo>
                <a:cubicBezTo>
                  <a:pt x="408193" y="103992"/>
                  <a:pt x="407022" y="109006"/>
                  <a:pt x="404682" y="113963"/>
                </a:cubicBezTo>
                <a:cubicBezTo>
                  <a:pt x="402341" y="118918"/>
                  <a:pt x="399061" y="123115"/>
                  <a:pt x="394842" y="126555"/>
                </a:cubicBezTo>
                <a:cubicBezTo>
                  <a:pt x="390218" y="130288"/>
                  <a:pt x="384828" y="133204"/>
                  <a:pt x="378673" y="135304"/>
                </a:cubicBezTo>
                <a:cubicBezTo>
                  <a:pt x="372517" y="137401"/>
                  <a:pt x="365105" y="138450"/>
                  <a:pt x="356435" y="138450"/>
                </a:cubicBezTo>
                <a:cubicBezTo>
                  <a:pt x="347130" y="138450"/>
                  <a:pt x="338763" y="137574"/>
                  <a:pt x="331336" y="135823"/>
                </a:cubicBezTo>
                <a:cubicBezTo>
                  <a:pt x="323909" y="134069"/>
                  <a:pt x="316352" y="131469"/>
                  <a:pt x="308665" y="128022"/>
                </a:cubicBezTo>
                <a:lnTo>
                  <a:pt x="308665" y="106285"/>
                </a:lnTo>
                <a:lnTo>
                  <a:pt x="309879" y="106285"/>
                </a:lnTo>
                <a:cubicBezTo>
                  <a:pt x="316410" y="111762"/>
                  <a:pt x="323953" y="115987"/>
                  <a:pt x="332507" y="118959"/>
                </a:cubicBezTo>
                <a:cubicBezTo>
                  <a:pt x="341061" y="121931"/>
                  <a:pt x="349095" y="123416"/>
                  <a:pt x="356608" y="123416"/>
                </a:cubicBezTo>
                <a:cubicBezTo>
                  <a:pt x="367243" y="123416"/>
                  <a:pt x="375523" y="121413"/>
                  <a:pt x="381447" y="117405"/>
                </a:cubicBezTo>
                <a:cubicBezTo>
                  <a:pt x="387371" y="113395"/>
                  <a:pt x="390333" y="108049"/>
                  <a:pt x="390333" y="101366"/>
                </a:cubicBezTo>
                <a:cubicBezTo>
                  <a:pt x="390333" y="95593"/>
                  <a:pt x="388932" y="91337"/>
                  <a:pt x="386129" y="88596"/>
                </a:cubicBezTo>
                <a:cubicBezTo>
                  <a:pt x="383325" y="85856"/>
                  <a:pt x="379063" y="83728"/>
                  <a:pt x="373341" y="82213"/>
                </a:cubicBezTo>
                <a:cubicBezTo>
                  <a:pt x="369006" y="81046"/>
                  <a:pt x="364310" y="80083"/>
                  <a:pt x="359253" y="79326"/>
                </a:cubicBezTo>
                <a:cubicBezTo>
                  <a:pt x="354195" y="78568"/>
                  <a:pt x="348835" y="77606"/>
                  <a:pt x="343170" y="76439"/>
                </a:cubicBezTo>
                <a:cubicBezTo>
                  <a:pt x="331727" y="73990"/>
                  <a:pt x="323245" y="69806"/>
                  <a:pt x="317725" y="63888"/>
                </a:cubicBezTo>
                <a:cubicBezTo>
                  <a:pt x="312205" y="57970"/>
                  <a:pt x="309446" y="50259"/>
                  <a:pt x="309446" y="40756"/>
                </a:cubicBezTo>
                <a:cubicBezTo>
                  <a:pt x="309446" y="29852"/>
                  <a:pt x="314012" y="20916"/>
                  <a:pt x="323144" y="13949"/>
                </a:cubicBezTo>
                <a:cubicBezTo>
                  <a:pt x="332276" y="6981"/>
                  <a:pt x="343864" y="3496"/>
                  <a:pt x="357909" y="3496"/>
                </a:cubicBezTo>
                <a:cubicBezTo>
                  <a:pt x="366983" y="3496"/>
                  <a:pt x="375306" y="4370"/>
                  <a:pt x="382877" y="6118"/>
                </a:cubicBezTo>
                <a:cubicBezTo>
                  <a:pt x="390449" y="7866"/>
                  <a:pt x="397153" y="10022"/>
                  <a:pt x="402991" y="12586"/>
                </a:cubicBezTo>
                <a:lnTo>
                  <a:pt x="402991" y="33039"/>
                </a:lnTo>
                <a:lnTo>
                  <a:pt x="401777" y="33039"/>
                </a:lnTo>
                <a:cubicBezTo>
                  <a:pt x="396864" y="28869"/>
                  <a:pt x="390406" y="25409"/>
                  <a:pt x="382401" y="22657"/>
                </a:cubicBezTo>
                <a:cubicBezTo>
                  <a:pt x="374396" y="19906"/>
                  <a:pt x="366203" y="18530"/>
                  <a:pt x="357822" y="18530"/>
                </a:cubicBezTo>
                <a:cubicBezTo>
                  <a:pt x="348632" y="18530"/>
                  <a:pt x="341249" y="20447"/>
                  <a:pt x="335671" y="24282"/>
                </a:cubicBezTo>
                <a:cubicBezTo>
                  <a:pt x="330094" y="28115"/>
                  <a:pt x="327305" y="33052"/>
                  <a:pt x="327305" y="39092"/>
                </a:cubicBezTo>
                <a:cubicBezTo>
                  <a:pt x="327305" y="44515"/>
                  <a:pt x="328692" y="48771"/>
                  <a:pt x="331466" y="51861"/>
                </a:cubicBezTo>
                <a:cubicBezTo>
                  <a:pt x="334241" y="54952"/>
                  <a:pt x="339125" y="57313"/>
                  <a:pt x="346118" y="58947"/>
                </a:cubicBezTo>
                <a:cubicBezTo>
                  <a:pt x="349817" y="59763"/>
                  <a:pt x="355077" y="60754"/>
                  <a:pt x="361897" y="61921"/>
                </a:cubicBezTo>
                <a:cubicBezTo>
                  <a:pt x="368717" y="63087"/>
                  <a:pt x="374497" y="64282"/>
                  <a:pt x="379236" y="65508"/>
                </a:cubicBezTo>
                <a:cubicBezTo>
                  <a:pt x="388831" y="68073"/>
                  <a:pt x="396055" y="71951"/>
                  <a:pt x="400910" y="77141"/>
                </a:cubicBezTo>
                <a:cubicBezTo>
                  <a:pt x="405765" y="82329"/>
                  <a:pt x="408193" y="89588"/>
                  <a:pt x="408193" y="98918"/>
                </a:cubicBezTo>
                <a:close/>
                <a:moveTo>
                  <a:pt x="483254" y="86007"/>
                </a:moveTo>
                <a:cubicBezTo>
                  <a:pt x="483254" y="103546"/>
                  <a:pt x="480422" y="119308"/>
                  <a:pt x="474758" y="133293"/>
                </a:cubicBezTo>
                <a:cubicBezTo>
                  <a:pt x="469093" y="147278"/>
                  <a:pt x="461146" y="160185"/>
                  <a:pt x="450916" y="172014"/>
                </a:cubicBezTo>
                <a:lnTo>
                  <a:pt x="431063" y="172014"/>
                </a:lnTo>
                <a:lnTo>
                  <a:pt x="431063" y="171140"/>
                </a:lnTo>
                <a:cubicBezTo>
                  <a:pt x="435513" y="167119"/>
                  <a:pt x="439978" y="162210"/>
                  <a:pt x="444457" y="156412"/>
                </a:cubicBezTo>
                <a:cubicBezTo>
                  <a:pt x="448937" y="150614"/>
                  <a:pt x="452881" y="144132"/>
                  <a:pt x="456291" y="136964"/>
                </a:cubicBezTo>
                <a:cubicBezTo>
                  <a:pt x="459875" y="129506"/>
                  <a:pt x="462721" y="121639"/>
                  <a:pt x="464831" y="113365"/>
                </a:cubicBezTo>
                <a:cubicBezTo>
                  <a:pt x="466941" y="105090"/>
                  <a:pt x="467995" y="95971"/>
                  <a:pt x="467995" y="86007"/>
                </a:cubicBezTo>
                <a:cubicBezTo>
                  <a:pt x="467995" y="76451"/>
                  <a:pt x="466926" y="67360"/>
                  <a:pt x="464788" y="58736"/>
                </a:cubicBezTo>
                <a:cubicBezTo>
                  <a:pt x="462649" y="50112"/>
                  <a:pt x="459817" y="42217"/>
                  <a:pt x="456291" y="35050"/>
                </a:cubicBezTo>
                <a:cubicBezTo>
                  <a:pt x="452650" y="27649"/>
                  <a:pt x="448705" y="21167"/>
                  <a:pt x="444457" y="15602"/>
                </a:cubicBezTo>
                <a:cubicBezTo>
                  <a:pt x="440209" y="10037"/>
                  <a:pt x="435744" y="5128"/>
                  <a:pt x="431063" y="874"/>
                </a:cubicBezTo>
                <a:lnTo>
                  <a:pt x="431063" y="0"/>
                </a:lnTo>
                <a:lnTo>
                  <a:pt x="450916" y="0"/>
                </a:lnTo>
                <a:cubicBezTo>
                  <a:pt x="461146" y="11829"/>
                  <a:pt x="469093" y="24736"/>
                  <a:pt x="474758" y="38721"/>
                </a:cubicBezTo>
                <a:cubicBezTo>
                  <a:pt x="480422" y="52705"/>
                  <a:pt x="483254" y="68468"/>
                  <a:pt x="483254" y="860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Responses">
            <a:extLst xmlns:a="http://schemas.openxmlformats.org/drawingml/2006/main">
              <a:ext uri="{FF2B5EF4-FFF2-40B4-BE49-F238E27FC236}">
                <a16:creationId xmlns:a16="http://schemas.microsoft.com/office/drawing/2014/main" id="{BB9F372A-EADB-494F-A04D-5556CCF2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79" y="2727668"/>
            <a:ext cx="913397" cy="166245"/>
          </a:xfrm>
          <a:custGeom xmlns:a="http://schemas.openxmlformats.org/drawingml/2006/main">
            <a:pathLst>
              <a:path w="913397" h="166245">
                <a:moveTo>
                  <a:pt x="106810" y="130234"/>
                </a:moveTo>
                <a:lnTo>
                  <a:pt x="84529" y="130234"/>
                </a:lnTo>
                <a:lnTo>
                  <a:pt x="41354" y="78490"/>
                </a:lnTo>
                <a:lnTo>
                  <a:pt x="17166" y="78490"/>
                </a:lnTo>
                <a:lnTo>
                  <a:pt x="17166" y="130234"/>
                </a:lnTo>
                <a:lnTo>
                  <a:pt x="0" y="130234"/>
                </a:lnTo>
                <a:lnTo>
                  <a:pt x="0" y="0"/>
                </a:lnTo>
                <a:lnTo>
                  <a:pt x="36152" y="0"/>
                </a:lnTo>
                <a:cubicBezTo>
                  <a:pt x="43955" y="0"/>
                  <a:pt x="50457" y="511"/>
                  <a:pt x="55659" y="1532"/>
                </a:cubicBezTo>
                <a:cubicBezTo>
                  <a:pt x="60861" y="2552"/>
                  <a:pt x="65542" y="4375"/>
                  <a:pt x="69704" y="7001"/>
                </a:cubicBezTo>
                <a:cubicBezTo>
                  <a:pt x="74386" y="9976"/>
                  <a:pt x="78041" y="13724"/>
                  <a:pt x="80671" y="18246"/>
                </a:cubicBezTo>
                <a:cubicBezTo>
                  <a:pt x="83301" y="22765"/>
                  <a:pt x="84616" y="28496"/>
                  <a:pt x="84616" y="35437"/>
                </a:cubicBezTo>
                <a:cubicBezTo>
                  <a:pt x="84616" y="44830"/>
                  <a:pt x="82275" y="52691"/>
                  <a:pt x="77593" y="59021"/>
                </a:cubicBezTo>
                <a:cubicBezTo>
                  <a:pt x="72912" y="65350"/>
                  <a:pt x="66467" y="70119"/>
                  <a:pt x="58260" y="73328"/>
                </a:cubicBezTo>
                <a:lnTo>
                  <a:pt x="106810" y="130234"/>
                </a:lnTo>
                <a:moveTo>
                  <a:pt x="66670" y="36721"/>
                </a:moveTo>
                <a:cubicBezTo>
                  <a:pt x="66670" y="33005"/>
                  <a:pt x="66019" y="29710"/>
                  <a:pt x="64719" y="26836"/>
                </a:cubicBezTo>
                <a:cubicBezTo>
                  <a:pt x="63418" y="23961"/>
                  <a:pt x="61265" y="21536"/>
                  <a:pt x="58260" y="19562"/>
                </a:cubicBezTo>
                <a:cubicBezTo>
                  <a:pt x="55775" y="17878"/>
                  <a:pt x="52827" y="16703"/>
                  <a:pt x="49417" y="16036"/>
                </a:cubicBezTo>
                <a:cubicBezTo>
                  <a:pt x="46007" y="15368"/>
                  <a:pt x="41990" y="15034"/>
                  <a:pt x="37366" y="15034"/>
                </a:cubicBezTo>
                <a:lnTo>
                  <a:pt x="17166" y="15034"/>
                </a:lnTo>
                <a:lnTo>
                  <a:pt x="17166" y="63981"/>
                </a:lnTo>
                <a:lnTo>
                  <a:pt x="34505" y="63981"/>
                </a:lnTo>
                <a:cubicBezTo>
                  <a:pt x="39938" y="63981"/>
                  <a:pt x="44678" y="63502"/>
                  <a:pt x="48723" y="62544"/>
                </a:cubicBezTo>
                <a:cubicBezTo>
                  <a:pt x="52769" y="61586"/>
                  <a:pt x="56208" y="59801"/>
                  <a:pt x="59040" y="57188"/>
                </a:cubicBezTo>
                <a:cubicBezTo>
                  <a:pt x="61641" y="54750"/>
                  <a:pt x="63563" y="51948"/>
                  <a:pt x="64806" y="48783"/>
                </a:cubicBezTo>
                <a:cubicBezTo>
                  <a:pt x="66048" y="45618"/>
                  <a:pt x="66670" y="41598"/>
                  <a:pt x="66670" y="36721"/>
                </a:cubicBezTo>
                <a:close/>
                <a:moveTo>
                  <a:pt x="198900" y="83035"/>
                </a:moveTo>
                <a:lnTo>
                  <a:pt x="127549" y="83035"/>
                </a:lnTo>
                <a:cubicBezTo>
                  <a:pt x="127549" y="89052"/>
                  <a:pt x="128445" y="94294"/>
                  <a:pt x="130237" y="98763"/>
                </a:cubicBezTo>
                <a:cubicBezTo>
                  <a:pt x="132028" y="103231"/>
                  <a:pt x="134485" y="106897"/>
                  <a:pt x="137606" y="109759"/>
                </a:cubicBezTo>
                <a:cubicBezTo>
                  <a:pt x="140611" y="112564"/>
                  <a:pt x="144180" y="114667"/>
                  <a:pt x="148313" y="116069"/>
                </a:cubicBezTo>
                <a:cubicBezTo>
                  <a:pt x="152445" y="117471"/>
                  <a:pt x="156997" y="118172"/>
                  <a:pt x="161967" y="118172"/>
                </a:cubicBezTo>
                <a:cubicBezTo>
                  <a:pt x="168556" y="118172"/>
                  <a:pt x="175189" y="116837"/>
                  <a:pt x="181864" y="114165"/>
                </a:cubicBezTo>
                <a:cubicBezTo>
                  <a:pt x="188540" y="111494"/>
                  <a:pt x="193294" y="108867"/>
                  <a:pt x="196126" y="106285"/>
                </a:cubicBezTo>
                <a:lnTo>
                  <a:pt x="196993" y="106285"/>
                </a:lnTo>
                <a:lnTo>
                  <a:pt x="196993" y="124263"/>
                </a:lnTo>
                <a:cubicBezTo>
                  <a:pt x="191502" y="126601"/>
                  <a:pt x="185896" y="128560"/>
                  <a:pt x="180174" y="130139"/>
                </a:cubicBezTo>
                <a:cubicBezTo>
                  <a:pt x="174452" y="131717"/>
                  <a:pt x="168441" y="132507"/>
                  <a:pt x="162141" y="132507"/>
                </a:cubicBezTo>
                <a:cubicBezTo>
                  <a:pt x="146073" y="132507"/>
                  <a:pt x="133531" y="128115"/>
                  <a:pt x="124515" y="119330"/>
                </a:cubicBezTo>
                <a:cubicBezTo>
                  <a:pt x="115498" y="110546"/>
                  <a:pt x="110990" y="98069"/>
                  <a:pt x="110990" y="81899"/>
                </a:cubicBezTo>
                <a:cubicBezTo>
                  <a:pt x="110990" y="65907"/>
                  <a:pt x="115310" y="53213"/>
                  <a:pt x="123951" y="43815"/>
                </a:cubicBezTo>
                <a:cubicBezTo>
                  <a:pt x="132592" y="34417"/>
                  <a:pt x="143964" y="29718"/>
                  <a:pt x="158066" y="29718"/>
                </a:cubicBezTo>
                <a:cubicBezTo>
                  <a:pt x="171128" y="29718"/>
                  <a:pt x="181200" y="33570"/>
                  <a:pt x="188280" y="41275"/>
                </a:cubicBezTo>
                <a:cubicBezTo>
                  <a:pt x="195360" y="48979"/>
                  <a:pt x="198900" y="59923"/>
                  <a:pt x="198900" y="74106"/>
                </a:cubicBezTo>
                <a:lnTo>
                  <a:pt x="198900" y="83035"/>
                </a:lnTo>
                <a:moveTo>
                  <a:pt x="183035" y="70449"/>
                </a:moveTo>
                <a:cubicBezTo>
                  <a:pt x="182977" y="61825"/>
                  <a:pt x="180824" y="55153"/>
                  <a:pt x="176576" y="50433"/>
                </a:cubicBezTo>
                <a:cubicBezTo>
                  <a:pt x="172328" y="45713"/>
                  <a:pt x="165869" y="43353"/>
                  <a:pt x="157199" y="43353"/>
                </a:cubicBezTo>
                <a:cubicBezTo>
                  <a:pt x="148472" y="43353"/>
                  <a:pt x="141522" y="45946"/>
                  <a:pt x="136349" y="51132"/>
                </a:cubicBezTo>
                <a:cubicBezTo>
                  <a:pt x="131176" y="56318"/>
                  <a:pt x="128243" y="62757"/>
                  <a:pt x="127549" y="70449"/>
                </a:cubicBezTo>
                <a:lnTo>
                  <a:pt x="183035" y="70449"/>
                </a:lnTo>
                <a:close/>
                <a:moveTo>
                  <a:pt x="292668" y="102029"/>
                </a:moveTo>
                <a:cubicBezTo>
                  <a:pt x="292668" y="110938"/>
                  <a:pt x="289012" y="118244"/>
                  <a:pt x="281701" y="123949"/>
                </a:cubicBezTo>
                <a:cubicBezTo>
                  <a:pt x="274389" y="129654"/>
                  <a:pt x="264405" y="132507"/>
                  <a:pt x="251747" y="132507"/>
                </a:cubicBezTo>
                <a:cubicBezTo>
                  <a:pt x="244580" y="132507"/>
                  <a:pt x="238006" y="131644"/>
                  <a:pt x="232024" y="129920"/>
                </a:cubicBezTo>
                <a:cubicBezTo>
                  <a:pt x="226042" y="128196"/>
                  <a:pt x="221028" y="126310"/>
                  <a:pt x="216982" y="124263"/>
                </a:cubicBezTo>
                <a:lnTo>
                  <a:pt x="216982" y="105761"/>
                </a:lnTo>
                <a:lnTo>
                  <a:pt x="217849" y="105761"/>
                </a:lnTo>
                <a:cubicBezTo>
                  <a:pt x="222993" y="109718"/>
                  <a:pt x="228715" y="112863"/>
                  <a:pt x="235015" y="115198"/>
                </a:cubicBezTo>
                <a:cubicBezTo>
                  <a:pt x="241315" y="117530"/>
                  <a:pt x="247355" y="118697"/>
                  <a:pt x="253134" y="118697"/>
                </a:cubicBezTo>
                <a:cubicBezTo>
                  <a:pt x="260301" y="118697"/>
                  <a:pt x="265908" y="117527"/>
                  <a:pt x="269953" y="115187"/>
                </a:cubicBezTo>
                <a:cubicBezTo>
                  <a:pt x="273999" y="112845"/>
                  <a:pt x="276022" y="109158"/>
                  <a:pt x="276022" y="104124"/>
                </a:cubicBezTo>
                <a:cubicBezTo>
                  <a:pt x="276022" y="100282"/>
                  <a:pt x="274924" y="97372"/>
                  <a:pt x="272728" y="95392"/>
                </a:cubicBezTo>
                <a:cubicBezTo>
                  <a:pt x="270531" y="93413"/>
                  <a:pt x="266312" y="91724"/>
                  <a:pt x="260070" y="90325"/>
                </a:cubicBezTo>
                <a:cubicBezTo>
                  <a:pt x="257758" y="89803"/>
                  <a:pt x="254738" y="89192"/>
                  <a:pt x="251010" y="88493"/>
                </a:cubicBezTo>
                <a:cubicBezTo>
                  <a:pt x="247282" y="87793"/>
                  <a:pt x="243887" y="87037"/>
                  <a:pt x="240823" y="86223"/>
                </a:cubicBezTo>
                <a:cubicBezTo>
                  <a:pt x="232327" y="83952"/>
                  <a:pt x="226302" y="80619"/>
                  <a:pt x="222747" y="76223"/>
                </a:cubicBezTo>
                <a:cubicBezTo>
                  <a:pt x="219193" y="71827"/>
                  <a:pt x="217415" y="66427"/>
                  <a:pt x="217415" y="60023"/>
                </a:cubicBezTo>
                <a:cubicBezTo>
                  <a:pt x="217415" y="56006"/>
                  <a:pt x="218239" y="52222"/>
                  <a:pt x="219886" y="48671"/>
                </a:cubicBezTo>
                <a:cubicBezTo>
                  <a:pt x="221534" y="45119"/>
                  <a:pt x="224033" y="41945"/>
                  <a:pt x="227386" y="39149"/>
                </a:cubicBezTo>
                <a:cubicBezTo>
                  <a:pt x="230622" y="36414"/>
                  <a:pt x="234740" y="34247"/>
                  <a:pt x="239740" y="32646"/>
                </a:cubicBezTo>
                <a:cubicBezTo>
                  <a:pt x="244739" y="31044"/>
                  <a:pt x="250331" y="30242"/>
                  <a:pt x="256516" y="30242"/>
                </a:cubicBezTo>
                <a:cubicBezTo>
                  <a:pt x="262295" y="30242"/>
                  <a:pt x="268147" y="30953"/>
                  <a:pt x="274072" y="32376"/>
                </a:cubicBezTo>
                <a:cubicBezTo>
                  <a:pt x="279996" y="33798"/>
                  <a:pt x="284923" y="35526"/>
                  <a:pt x="288853" y="37560"/>
                </a:cubicBezTo>
                <a:lnTo>
                  <a:pt x="288853" y="55065"/>
                </a:lnTo>
                <a:lnTo>
                  <a:pt x="287986" y="55065"/>
                </a:lnTo>
                <a:cubicBezTo>
                  <a:pt x="283825" y="51977"/>
                  <a:pt x="278768" y="49370"/>
                  <a:pt x="272814" y="47243"/>
                </a:cubicBezTo>
                <a:cubicBezTo>
                  <a:pt x="266861" y="45116"/>
                  <a:pt x="261024" y="44052"/>
                  <a:pt x="255302" y="44052"/>
                </a:cubicBezTo>
                <a:cubicBezTo>
                  <a:pt x="249349" y="44052"/>
                  <a:pt x="244320" y="45209"/>
                  <a:pt x="240217" y="47521"/>
                </a:cubicBezTo>
                <a:cubicBezTo>
                  <a:pt x="236113" y="49834"/>
                  <a:pt x="234061" y="53273"/>
                  <a:pt x="234061" y="57838"/>
                </a:cubicBezTo>
                <a:cubicBezTo>
                  <a:pt x="234061" y="61855"/>
                  <a:pt x="235304" y="64882"/>
                  <a:pt x="237789" y="66920"/>
                </a:cubicBezTo>
                <a:cubicBezTo>
                  <a:pt x="240217" y="68957"/>
                  <a:pt x="244147" y="70617"/>
                  <a:pt x="249580" y="71899"/>
                </a:cubicBezTo>
                <a:cubicBezTo>
                  <a:pt x="252585" y="72598"/>
                  <a:pt x="255952" y="73298"/>
                  <a:pt x="259680" y="73997"/>
                </a:cubicBezTo>
                <a:cubicBezTo>
                  <a:pt x="263408" y="74694"/>
                  <a:pt x="266515" y="75334"/>
                  <a:pt x="269000" y="75917"/>
                </a:cubicBezTo>
                <a:cubicBezTo>
                  <a:pt x="276571" y="77663"/>
                  <a:pt x="282409" y="80662"/>
                  <a:pt x="286512" y="84912"/>
                </a:cubicBezTo>
                <a:cubicBezTo>
                  <a:pt x="290616" y="89220"/>
                  <a:pt x="292668" y="94926"/>
                  <a:pt x="292668" y="102029"/>
                </a:cubicBezTo>
                <a:close/>
                <a:moveTo>
                  <a:pt x="401035" y="80151"/>
                </a:moveTo>
                <a:cubicBezTo>
                  <a:pt x="401035" y="88088"/>
                  <a:pt x="399908" y="95340"/>
                  <a:pt x="397654" y="101907"/>
                </a:cubicBezTo>
                <a:cubicBezTo>
                  <a:pt x="395400" y="108473"/>
                  <a:pt x="392221" y="114033"/>
                  <a:pt x="388117" y="118587"/>
                </a:cubicBezTo>
                <a:cubicBezTo>
                  <a:pt x="384302" y="122907"/>
                  <a:pt x="379809" y="126248"/>
                  <a:pt x="374636" y="128612"/>
                </a:cubicBezTo>
                <a:cubicBezTo>
                  <a:pt x="369463" y="130975"/>
                  <a:pt x="363987" y="132157"/>
                  <a:pt x="358207" y="132157"/>
                </a:cubicBezTo>
                <a:cubicBezTo>
                  <a:pt x="353178" y="132157"/>
                  <a:pt x="348627" y="131603"/>
                  <a:pt x="344552" y="130494"/>
                </a:cubicBezTo>
                <a:cubicBezTo>
                  <a:pt x="340477" y="129385"/>
                  <a:pt x="336330" y="127663"/>
                  <a:pt x="332111" y="125329"/>
                </a:cubicBezTo>
                <a:lnTo>
                  <a:pt x="332111" y="166245"/>
                </a:lnTo>
                <a:lnTo>
                  <a:pt x="315812" y="166245"/>
                </a:lnTo>
                <a:lnTo>
                  <a:pt x="315812" y="32515"/>
                </a:lnTo>
                <a:lnTo>
                  <a:pt x="332111" y="32515"/>
                </a:lnTo>
                <a:lnTo>
                  <a:pt x="332111" y="42676"/>
                </a:lnTo>
                <a:cubicBezTo>
                  <a:pt x="336446" y="38999"/>
                  <a:pt x="341316" y="35921"/>
                  <a:pt x="346720" y="33441"/>
                </a:cubicBezTo>
                <a:cubicBezTo>
                  <a:pt x="352124" y="30959"/>
                  <a:pt x="357889" y="29718"/>
                  <a:pt x="364016" y="29718"/>
                </a:cubicBezTo>
                <a:cubicBezTo>
                  <a:pt x="375691" y="29718"/>
                  <a:pt x="384779" y="34169"/>
                  <a:pt x="391282" y="43072"/>
                </a:cubicBezTo>
                <a:cubicBezTo>
                  <a:pt x="397784" y="51973"/>
                  <a:pt x="401035" y="64332"/>
                  <a:pt x="401035" y="80151"/>
                </a:cubicBezTo>
                <a:moveTo>
                  <a:pt x="384216" y="80588"/>
                </a:moveTo>
                <a:cubicBezTo>
                  <a:pt x="384216" y="68817"/>
                  <a:pt x="382222" y="60018"/>
                  <a:pt x="378234" y="54191"/>
                </a:cubicBezTo>
                <a:cubicBezTo>
                  <a:pt x="374246" y="48364"/>
                  <a:pt x="368119" y="45451"/>
                  <a:pt x="359854" y="45451"/>
                </a:cubicBezTo>
                <a:cubicBezTo>
                  <a:pt x="355172" y="45451"/>
                  <a:pt x="350462" y="46471"/>
                  <a:pt x="345723" y="48510"/>
                </a:cubicBezTo>
                <a:cubicBezTo>
                  <a:pt x="340983" y="50549"/>
                  <a:pt x="336446" y="53230"/>
                  <a:pt x="332111" y="56551"/>
                </a:cubicBezTo>
                <a:lnTo>
                  <a:pt x="332111" y="111879"/>
                </a:lnTo>
                <a:cubicBezTo>
                  <a:pt x="336735" y="113977"/>
                  <a:pt x="340709" y="115404"/>
                  <a:pt x="344032" y="116162"/>
                </a:cubicBezTo>
                <a:cubicBezTo>
                  <a:pt x="347355" y="116919"/>
                  <a:pt x="351127" y="117298"/>
                  <a:pt x="355346" y="117298"/>
                </a:cubicBezTo>
                <a:cubicBezTo>
                  <a:pt x="364420" y="117298"/>
                  <a:pt x="371500" y="114210"/>
                  <a:pt x="376586" y="108033"/>
                </a:cubicBezTo>
                <a:cubicBezTo>
                  <a:pt x="381673" y="101856"/>
                  <a:pt x="384216" y="92708"/>
                  <a:pt x="384216" y="80588"/>
                </a:cubicBezTo>
                <a:close/>
                <a:moveTo>
                  <a:pt x="508964" y="81418"/>
                </a:moveTo>
                <a:cubicBezTo>
                  <a:pt x="508964" y="97366"/>
                  <a:pt x="504918" y="109955"/>
                  <a:pt x="496826" y="119186"/>
                </a:cubicBezTo>
                <a:cubicBezTo>
                  <a:pt x="488735" y="128416"/>
                  <a:pt x="477897" y="133031"/>
                  <a:pt x="464315" y="133031"/>
                </a:cubicBezTo>
                <a:cubicBezTo>
                  <a:pt x="450617" y="133031"/>
                  <a:pt x="439737" y="128416"/>
                  <a:pt x="431674" y="119186"/>
                </a:cubicBezTo>
                <a:cubicBezTo>
                  <a:pt x="423611" y="109955"/>
                  <a:pt x="419580" y="97366"/>
                  <a:pt x="419580" y="81418"/>
                </a:cubicBezTo>
                <a:cubicBezTo>
                  <a:pt x="419580" y="65470"/>
                  <a:pt x="423611" y="52867"/>
                  <a:pt x="431674" y="43607"/>
                </a:cubicBezTo>
                <a:cubicBezTo>
                  <a:pt x="439737" y="34348"/>
                  <a:pt x="450617" y="29718"/>
                  <a:pt x="464315" y="29718"/>
                </a:cubicBezTo>
                <a:cubicBezTo>
                  <a:pt x="477897" y="29718"/>
                  <a:pt x="488735" y="34348"/>
                  <a:pt x="496826" y="43607"/>
                </a:cubicBezTo>
                <a:cubicBezTo>
                  <a:pt x="504918" y="52867"/>
                  <a:pt x="508964" y="65470"/>
                  <a:pt x="508964" y="81418"/>
                </a:cubicBezTo>
                <a:moveTo>
                  <a:pt x="492145" y="81418"/>
                </a:moveTo>
                <a:cubicBezTo>
                  <a:pt x="492145" y="68788"/>
                  <a:pt x="489688" y="59403"/>
                  <a:pt x="484775" y="53263"/>
                </a:cubicBezTo>
                <a:cubicBezTo>
                  <a:pt x="479863" y="47122"/>
                  <a:pt x="473042" y="44052"/>
                  <a:pt x="464315" y="44052"/>
                </a:cubicBezTo>
                <a:cubicBezTo>
                  <a:pt x="455472" y="44052"/>
                  <a:pt x="448609" y="47122"/>
                  <a:pt x="443725" y="53263"/>
                </a:cubicBezTo>
                <a:cubicBezTo>
                  <a:pt x="438841" y="59403"/>
                  <a:pt x="436399" y="68788"/>
                  <a:pt x="436399" y="81418"/>
                </a:cubicBezTo>
                <a:cubicBezTo>
                  <a:pt x="436399" y="93640"/>
                  <a:pt x="438855" y="102909"/>
                  <a:pt x="443768" y="109224"/>
                </a:cubicBezTo>
                <a:cubicBezTo>
                  <a:pt x="448681" y="115539"/>
                  <a:pt x="455530" y="118697"/>
                  <a:pt x="464315" y="118697"/>
                </a:cubicBezTo>
                <a:cubicBezTo>
                  <a:pt x="472985" y="118697"/>
                  <a:pt x="479790" y="115568"/>
                  <a:pt x="484732" y="109311"/>
                </a:cubicBezTo>
                <a:cubicBezTo>
                  <a:pt x="489674" y="103055"/>
                  <a:pt x="492145" y="93757"/>
                  <a:pt x="492145" y="81418"/>
                </a:cubicBezTo>
                <a:close/>
                <a:moveTo>
                  <a:pt x="615001" y="130234"/>
                </a:moveTo>
                <a:lnTo>
                  <a:pt x="598702" y="130234"/>
                </a:lnTo>
                <a:lnTo>
                  <a:pt x="598702" y="74587"/>
                </a:lnTo>
                <a:cubicBezTo>
                  <a:pt x="598702" y="70095"/>
                  <a:pt x="598442" y="65880"/>
                  <a:pt x="597921" y="61943"/>
                </a:cubicBezTo>
                <a:cubicBezTo>
                  <a:pt x="597401" y="58006"/>
                  <a:pt x="596448" y="54930"/>
                  <a:pt x="595060" y="52714"/>
                </a:cubicBezTo>
                <a:cubicBezTo>
                  <a:pt x="593615" y="50263"/>
                  <a:pt x="591535" y="48440"/>
                  <a:pt x="588818" y="47245"/>
                </a:cubicBezTo>
                <a:cubicBezTo>
                  <a:pt x="586102" y="46049"/>
                  <a:pt x="582576" y="45451"/>
                  <a:pt x="578241" y="45451"/>
                </a:cubicBezTo>
                <a:cubicBezTo>
                  <a:pt x="573791" y="45451"/>
                  <a:pt x="569138" y="46560"/>
                  <a:pt x="564283" y="48778"/>
                </a:cubicBezTo>
                <a:cubicBezTo>
                  <a:pt x="559428" y="50994"/>
                  <a:pt x="554776" y="53822"/>
                  <a:pt x="550325" y="57262"/>
                </a:cubicBezTo>
                <a:lnTo>
                  <a:pt x="550325" y="130234"/>
                </a:lnTo>
                <a:lnTo>
                  <a:pt x="534026" y="130234"/>
                </a:lnTo>
                <a:lnTo>
                  <a:pt x="534026" y="32515"/>
                </a:lnTo>
                <a:lnTo>
                  <a:pt x="550325" y="32515"/>
                </a:lnTo>
                <a:lnTo>
                  <a:pt x="550325" y="43290"/>
                </a:lnTo>
                <a:cubicBezTo>
                  <a:pt x="555411" y="39029"/>
                  <a:pt x="560671" y="35702"/>
                  <a:pt x="566104" y="33310"/>
                </a:cubicBezTo>
                <a:cubicBezTo>
                  <a:pt x="571537" y="30915"/>
                  <a:pt x="577114" y="29718"/>
                  <a:pt x="582836" y="29718"/>
                </a:cubicBezTo>
                <a:cubicBezTo>
                  <a:pt x="593298" y="29718"/>
                  <a:pt x="601274" y="32899"/>
                  <a:pt x="606764" y="39261"/>
                </a:cubicBezTo>
                <a:cubicBezTo>
                  <a:pt x="612255" y="45624"/>
                  <a:pt x="615001" y="54789"/>
                  <a:pt x="615001" y="66756"/>
                </a:cubicBezTo>
                <a:lnTo>
                  <a:pt x="615001" y="130234"/>
                </a:lnTo>
                <a:close/>
                <a:moveTo>
                  <a:pt x="715424" y="102029"/>
                </a:moveTo>
                <a:cubicBezTo>
                  <a:pt x="715424" y="110938"/>
                  <a:pt x="711768" y="118244"/>
                  <a:pt x="704457" y="123949"/>
                </a:cubicBezTo>
                <a:cubicBezTo>
                  <a:pt x="697145" y="129654"/>
                  <a:pt x="687161" y="132507"/>
                  <a:pt x="674503" y="132507"/>
                </a:cubicBezTo>
                <a:cubicBezTo>
                  <a:pt x="667336" y="132507"/>
                  <a:pt x="660762" y="131644"/>
                  <a:pt x="654780" y="129920"/>
                </a:cubicBezTo>
                <a:cubicBezTo>
                  <a:pt x="648798" y="128196"/>
                  <a:pt x="643784" y="126310"/>
                  <a:pt x="639738" y="124263"/>
                </a:cubicBezTo>
                <a:lnTo>
                  <a:pt x="639738" y="105761"/>
                </a:lnTo>
                <a:lnTo>
                  <a:pt x="640605" y="105761"/>
                </a:lnTo>
                <a:cubicBezTo>
                  <a:pt x="645749" y="109718"/>
                  <a:pt x="651471" y="112863"/>
                  <a:pt x="657771" y="115198"/>
                </a:cubicBezTo>
                <a:cubicBezTo>
                  <a:pt x="664071" y="117530"/>
                  <a:pt x="670111" y="118697"/>
                  <a:pt x="675890" y="118697"/>
                </a:cubicBezTo>
                <a:cubicBezTo>
                  <a:pt x="683057" y="118697"/>
                  <a:pt x="688664" y="117527"/>
                  <a:pt x="692709" y="115187"/>
                </a:cubicBezTo>
                <a:cubicBezTo>
                  <a:pt x="696755" y="112845"/>
                  <a:pt x="698778" y="109158"/>
                  <a:pt x="698778" y="104124"/>
                </a:cubicBezTo>
                <a:cubicBezTo>
                  <a:pt x="698778" y="100282"/>
                  <a:pt x="697680" y="97372"/>
                  <a:pt x="695484" y="95392"/>
                </a:cubicBezTo>
                <a:cubicBezTo>
                  <a:pt x="693287" y="93413"/>
                  <a:pt x="689068" y="91724"/>
                  <a:pt x="682826" y="90325"/>
                </a:cubicBezTo>
                <a:cubicBezTo>
                  <a:pt x="680514" y="89803"/>
                  <a:pt x="677494" y="89192"/>
                  <a:pt x="673766" y="88493"/>
                </a:cubicBezTo>
                <a:cubicBezTo>
                  <a:pt x="670038" y="87793"/>
                  <a:pt x="666643" y="87037"/>
                  <a:pt x="663579" y="86223"/>
                </a:cubicBezTo>
                <a:cubicBezTo>
                  <a:pt x="655083" y="83952"/>
                  <a:pt x="649058" y="80619"/>
                  <a:pt x="645503" y="76223"/>
                </a:cubicBezTo>
                <a:cubicBezTo>
                  <a:pt x="641949" y="71827"/>
                  <a:pt x="640171" y="66427"/>
                  <a:pt x="640171" y="60023"/>
                </a:cubicBezTo>
                <a:cubicBezTo>
                  <a:pt x="640171" y="56006"/>
                  <a:pt x="640995" y="52222"/>
                  <a:pt x="642642" y="48671"/>
                </a:cubicBezTo>
                <a:cubicBezTo>
                  <a:pt x="644290" y="45119"/>
                  <a:pt x="646789" y="41945"/>
                  <a:pt x="650142" y="39149"/>
                </a:cubicBezTo>
                <a:cubicBezTo>
                  <a:pt x="653378" y="36414"/>
                  <a:pt x="657496" y="34247"/>
                  <a:pt x="662496" y="32646"/>
                </a:cubicBezTo>
                <a:cubicBezTo>
                  <a:pt x="667495" y="31044"/>
                  <a:pt x="673087" y="30242"/>
                  <a:pt x="679272" y="30242"/>
                </a:cubicBezTo>
                <a:cubicBezTo>
                  <a:pt x="685051" y="30242"/>
                  <a:pt x="690903" y="30953"/>
                  <a:pt x="696828" y="32376"/>
                </a:cubicBezTo>
                <a:cubicBezTo>
                  <a:pt x="702752" y="33798"/>
                  <a:pt x="707679" y="35526"/>
                  <a:pt x="711609" y="37560"/>
                </a:cubicBezTo>
                <a:lnTo>
                  <a:pt x="711609" y="55065"/>
                </a:lnTo>
                <a:lnTo>
                  <a:pt x="710742" y="55065"/>
                </a:lnTo>
                <a:cubicBezTo>
                  <a:pt x="706581" y="51977"/>
                  <a:pt x="701524" y="49370"/>
                  <a:pt x="695570" y="47243"/>
                </a:cubicBezTo>
                <a:cubicBezTo>
                  <a:pt x="689617" y="45116"/>
                  <a:pt x="683780" y="44052"/>
                  <a:pt x="678058" y="44052"/>
                </a:cubicBezTo>
                <a:cubicBezTo>
                  <a:pt x="672105" y="44052"/>
                  <a:pt x="667076" y="45209"/>
                  <a:pt x="662973" y="47521"/>
                </a:cubicBezTo>
                <a:cubicBezTo>
                  <a:pt x="658869" y="49834"/>
                  <a:pt x="656817" y="53273"/>
                  <a:pt x="656817" y="57838"/>
                </a:cubicBezTo>
                <a:cubicBezTo>
                  <a:pt x="656817" y="61855"/>
                  <a:pt x="658060" y="64882"/>
                  <a:pt x="660545" y="66920"/>
                </a:cubicBezTo>
                <a:cubicBezTo>
                  <a:pt x="662973" y="68957"/>
                  <a:pt x="666903" y="70617"/>
                  <a:pt x="672336" y="71899"/>
                </a:cubicBezTo>
                <a:cubicBezTo>
                  <a:pt x="675341" y="72598"/>
                  <a:pt x="678708" y="73298"/>
                  <a:pt x="682436" y="73997"/>
                </a:cubicBezTo>
                <a:cubicBezTo>
                  <a:pt x="686164" y="74694"/>
                  <a:pt x="689271" y="75334"/>
                  <a:pt x="691756" y="75917"/>
                </a:cubicBezTo>
                <a:cubicBezTo>
                  <a:pt x="699327" y="77663"/>
                  <a:pt x="705165" y="80662"/>
                  <a:pt x="709268" y="84912"/>
                </a:cubicBezTo>
                <a:cubicBezTo>
                  <a:pt x="713372" y="89220"/>
                  <a:pt x="715424" y="94926"/>
                  <a:pt x="715424" y="102029"/>
                </a:cubicBezTo>
                <a:close/>
                <a:moveTo>
                  <a:pt x="819629" y="83035"/>
                </a:moveTo>
                <a:lnTo>
                  <a:pt x="748278" y="83035"/>
                </a:lnTo>
                <a:cubicBezTo>
                  <a:pt x="748278" y="89052"/>
                  <a:pt x="749174" y="94294"/>
                  <a:pt x="750966" y="98763"/>
                </a:cubicBezTo>
                <a:cubicBezTo>
                  <a:pt x="752758" y="103231"/>
                  <a:pt x="755214" y="106897"/>
                  <a:pt x="758335" y="109759"/>
                </a:cubicBezTo>
                <a:cubicBezTo>
                  <a:pt x="761341" y="112564"/>
                  <a:pt x="764910" y="114667"/>
                  <a:pt x="769042" y="116069"/>
                </a:cubicBezTo>
                <a:cubicBezTo>
                  <a:pt x="773175" y="117471"/>
                  <a:pt x="777726" y="118172"/>
                  <a:pt x="782697" y="118172"/>
                </a:cubicBezTo>
                <a:cubicBezTo>
                  <a:pt x="789286" y="118172"/>
                  <a:pt x="795918" y="116837"/>
                  <a:pt x="802594" y="114165"/>
                </a:cubicBezTo>
                <a:cubicBezTo>
                  <a:pt x="809269" y="111494"/>
                  <a:pt x="814023" y="108867"/>
                  <a:pt x="816855" y="106285"/>
                </a:cubicBezTo>
                <a:lnTo>
                  <a:pt x="817722" y="106285"/>
                </a:lnTo>
                <a:lnTo>
                  <a:pt x="817722" y="124263"/>
                </a:lnTo>
                <a:cubicBezTo>
                  <a:pt x="812231" y="126601"/>
                  <a:pt x="806625" y="128560"/>
                  <a:pt x="800903" y="130139"/>
                </a:cubicBezTo>
                <a:cubicBezTo>
                  <a:pt x="795181" y="131717"/>
                  <a:pt x="789170" y="132507"/>
                  <a:pt x="782870" y="132507"/>
                </a:cubicBezTo>
                <a:cubicBezTo>
                  <a:pt x="766802" y="132507"/>
                  <a:pt x="754260" y="128115"/>
                  <a:pt x="745244" y="119330"/>
                </a:cubicBezTo>
                <a:cubicBezTo>
                  <a:pt x="736228" y="110546"/>
                  <a:pt x="731719" y="98069"/>
                  <a:pt x="731719" y="81899"/>
                </a:cubicBezTo>
                <a:cubicBezTo>
                  <a:pt x="731719" y="65907"/>
                  <a:pt x="736040" y="53213"/>
                  <a:pt x="744680" y="43815"/>
                </a:cubicBezTo>
                <a:cubicBezTo>
                  <a:pt x="753321" y="34417"/>
                  <a:pt x="764693" y="29718"/>
                  <a:pt x="778795" y="29718"/>
                </a:cubicBezTo>
                <a:cubicBezTo>
                  <a:pt x="791858" y="29718"/>
                  <a:pt x="801929" y="33570"/>
                  <a:pt x="809009" y="41275"/>
                </a:cubicBezTo>
                <a:cubicBezTo>
                  <a:pt x="816089" y="48979"/>
                  <a:pt x="819629" y="59923"/>
                  <a:pt x="819629" y="74106"/>
                </a:cubicBezTo>
                <a:lnTo>
                  <a:pt x="819629" y="83035"/>
                </a:lnTo>
                <a:moveTo>
                  <a:pt x="803764" y="70449"/>
                </a:moveTo>
                <a:cubicBezTo>
                  <a:pt x="803706" y="61825"/>
                  <a:pt x="801553" y="55153"/>
                  <a:pt x="797305" y="50433"/>
                </a:cubicBezTo>
                <a:cubicBezTo>
                  <a:pt x="793057" y="45713"/>
                  <a:pt x="786598" y="43353"/>
                  <a:pt x="777928" y="43353"/>
                </a:cubicBezTo>
                <a:cubicBezTo>
                  <a:pt x="769201" y="43353"/>
                  <a:pt x="762251" y="45946"/>
                  <a:pt x="757078" y="51132"/>
                </a:cubicBezTo>
                <a:cubicBezTo>
                  <a:pt x="751905" y="56318"/>
                  <a:pt x="748972" y="62757"/>
                  <a:pt x="748278" y="70449"/>
                </a:cubicBezTo>
                <a:lnTo>
                  <a:pt x="803764" y="70449"/>
                </a:lnTo>
                <a:close/>
                <a:moveTo>
                  <a:pt x="913397" y="102029"/>
                </a:moveTo>
                <a:cubicBezTo>
                  <a:pt x="913397" y="110938"/>
                  <a:pt x="909742" y="118244"/>
                  <a:pt x="902430" y="123949"/>
                </a:cubicBezTo>
                <a:cubicBezTo>
                  <a:pt x="895119" y="129654"/>
                  <a:pt x="885134" y="132507"/>
                  <a:pt x="872477" y="132507"/>
                </a:cubicBezTo>
                <a:cubicBezTo>
                  <a:pt x="865310" y="132507"/>
                  <a:pt x="858735" y="131644"/>
                  <a:pt x="852753" y="129920"/>
                </a:cubicBezTo>
                <a:cubicBezTo>
                  <a:pt x="846771" y="128196"/>
                  <a:pt x="841757" y="126310"/>
                  <a:pt x="837711" y="124263"/>
                </a:cubicBezTo>
                <a:lnTo>
                  <a:pt x="837711" y="105761"/>
                </a:lnTo>
                <a:lnTo>
                  <a:pt x="838578" y="105761"/>
                </a:lnTo>
                <a:cubicBezTo>
                  <a:pt x="843722" y="109718"/>
                  <a:pt x="849444" y="112863"/>
                  <a:pt x="855744" y="115198"/>
                </a:cubicBezTo>
                <a:cubicBezTo>
                  <a:pt x="862044" y="117530"/>
                  <a:pt x="868084" y="118697"/>
                  <a:pt x="873864" y="118697"/>
                </a:cubicBezTo>
                <a:cubicBezTo>
                  <a:pt x="881031" y="118697"/>
                  <a:pt x="886637" y="117527"/>
                  <a:pt x="890683" y="115187"/>
                </a:cubicBezTo>
                <a:cubicBezTo>
                  <a:pt x="894729" y="112845"/>
                  <a:pt x="896752" y="109158"/>
                  <a:pt x="896752" y="104124"/>
                </a:cubicBezTo>
                <a:cubicBezTo>
                  <a:pt x="896752" y="100282"/>
                  <a:pt x="895653" y="97372"/>
                  <a:pt x="893457" y="95392"/>
                </a:cubicBezTo>
                <a:cubicBezTo>
                  <a:pt x="891261" y="93413"/>
                  <a:pt x="887042" y="91724"/>
                  <a:pt x="880799" y="90325"/>
                </a:cubicBezTo>
                <a:cubicBezTo>
                  <a:pt x="878487" y="89803"/>
                  <a:pt x="875468" y="89192"/>
                  <a:pt x="871740" y="88493"/>
                </a:cubicBezTo>
                <a:cubicBezTo>
                  <a:pt x="868012" y="87793"/>
                  <a:pt x="864616" y="87037"/>
                  <a:pt x="861553" y="86223"/>
                </a:cubicBezTo>
                <a:cubicBezTo>
                  <a:pt x="853057" y="83952"/>
                  <a:pt x="847031" y="80619"/>
                  <a:pt x="843477" y="76223"/>
                </a:cubicBezTo>
                <a:cubicBezTo>
                  <a:pt x="839922" y="71827"/>
                  <a:pt x="838145" y="66427"/>
                  <a:pt x="838145" y="60023"/>
                </a:cubicBezTo>
                <a:cubicBezTo>
                  <a:pt x="838145" y="56006"/>
                  <a:pt x="838968" y="52222"/>
                  <a:pt x="840616" y="48671"/>
                </a:cubicBezTo>
                <a:cubicBezTo>
                  <a:pt x="842263" y="45119"/>
                  <a:pt x="844763" y="41945"/>
                  <a:pt x="848115" y="39149"/>
                </a:cubicBezTo>
                <a:cubicBezTo>
                  <a:pt x="851352" y="36414"/>
                  <a:pt x="855470" y="34247"/>
                  <a:pt x="860469" y="32646"/>
                </a:cubicBezTo>
                <a:cubicBezTo>
                  <a:pt x="865469" y="31044"/>
                  <a:pt x="871060" y="30242"/>
                  <a:pt x="877245" y="30242"/>
                </a:cubicBezTo>
                <a:cubicBezTo>
                  <a:pt x="883025" y="30242"/>
                  <a:pt x="888877" y="30953"/>
                  <a:pt x="894801" y="32376"/>
                </a:cubicBezTo>
                <a:cubicBezTo>
                  <a:pt x="900725" y="33798"/>
                  <a:pt x="905652" y="35526"/>
                  <a:pt x="909583" y="37560"/>
                </a:cubicBezTo>
                <a:lnTo>
                  <a:pt x="909583" y="55065"/>
                </a:lnTo>
                <a:lnTo>
                  <a:pt x="908716" y="55065"/>
                </a:lnTo>
                <a:cubicBezTo>
                  <a:pt x="904554" y="51977"/>
                  <a:pt x="899497" y="49370"/>
                  <a:pt x="893544" y="47243"/>
                </a:cubicBezTo>
                <a:cubicBezTo>
                  <a:pt x="887591" y="45116"/>
                  <a:pt x="881753" y="44052"/>
                  <a:pt x="876031" y="44052"/>
                </a:cubicBezTo>
                <a:cubicBezTo>
                  <a:pt x="870078" y="44052"/>
                  <a:pt x="865050" y="45209"/>
                  <a:pt x="860946" y="47521"/>
                </a:cubicBezTo>
                <a:cubicBezTo>
                  <a:pt x="856842" y="49834"/>
                  <a:pt x="854790" y="53273"/>
                  <a:pt x="854790" y="57838"/>
                </a:cubicBezTo>
                <a:cubicBezTo>
                  <a:pt x="854790" y="61855"/>
                  <a:pt x="856033" y="64882"/>
                  <a:pt x="858518" y="66920"/>
                </a:cubicBezTo>
                <a:cubicBezTo>
                  <a:pt x="860946" y="68957"/>
                  <a:pt x="864876" y="70617"/>
                  <a:pt x="870309" y="71899"/>
                </a:cubicBezTo>
                <a:cubicBezTo>
                  <a:pt x="873315" y="72598"/>
                  <a:pt x="876681" y="73298"/>
                  <a:pt x="880409" y="73997"/>
                </a:cubicBezTo>
                <a:cubicBezTo>
                  <a:pt x="884137" y="74694"/>
                  <a:pt x="887244" y="75334"/>
                  <a:pt x="889729" y="75917"/>
                </a:cubicBezTo>
                <a:cubicBezTo>
                  <a:pt x="897301" y="77663"/>
                  <a:pt x="903138" y="80662"/>
                  <a:pt x="907242" y="84912"/>
                </a:cubicBezTo>
                <a:cubicBezTo>
                  <a:pt x="911345" y="89220"/>
                  <a:pt x="913397" y="94926"/>
                  <a:pt x="913397" y="1020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82018-ACCF-4A13-B4CC-82A810A6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484" y="574627"/>
            <a:ext cx="1351429" cy="257636"/>
          </a:xfrm>
          <a:custGeom xmlns:a="http://schemas.openxmlformats.org/drawingml/2006/main">
            <a:pathLst>
              <a:path w="1351429" h="257636">
                <a:moveTo>
                  <a:pt x="0" y="0"/>
                </a:moveTo>
                <a:lnTo>
                  <a:pt x="1351429" y="0"/>
                </a:lnTo>
                <a:lnTo>
                  <a:pt x="1351429" y="257636"/>
                </a:lnTo>
                <a:lnTo>
                  <a:pt x="0" y="2576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DNS">
            <a:extLst xmlns:a="http://schemas.openxmlformats.org/drawingml/2006/main">
              <a:ext uri="{FF2B5EF4-FFF2-40B4-BE49-F238E27FC236}">
                <a16:creationId xmlns:a16="http://schemas.microsoft.com/office/drawing/2014/main" id="{6F2ABB13-1F8D-4664-BB3A-325CDA81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30" y="527977"/>
            <a:ext cx="363333" cy="134954"/>
          </a:xfrm>
          <a:custGeom xmlns:a="http://schemas.openxmlformats.org/drawingml/2006/main">
            <a:pathLst>
              <a:path w="363333" h="134954">
                <a:moveTo>
                  <a:pt x="109064" y="67521"/>
                </a:moveTo>
                <a:cubicBezTo>
                  <a:pt x="109064" y="79357"/>
                  <a:pt x="106507" y="90086"/>
                  <a:pt x="101391" y="99708"/>
                </a:cubicBezTo>
                <a:cubicBezTo>
                  <a:pt x="96276" y="109328"/>
                  <a:pt x="89471" y="116791"/>
                  <a:pt x="80974" y="122097"/>
                </a:cubicBezTo>
                <a:cubicBezTo>
                  <a:pt x="75079" y="125772"/>
                  <a:pt x="68505" y="128426"/>
                  <a:pt x="61251" y="130059"/>
                </a:cubicBezTo>
                <a:cubicBezTo>
                  <a:pt x="53997" y="131691"/>
                  <a:pt x="44446" y="132507"/>
                  <a:pt x="32598" y="132507"/>
                </a:cubicBezTo>
                <a:lnTo>
                  <a:pt x="0" y="132507"/>
                </a:lnTo>
                <a:lnTo>
                  <a:pt x="0" y="2273"/>
                </a:lnTo>
                <a:lnTo>
                  <a:pt x="32251" y="2273"/>
                </a:lnTo>
                <a:cubicBezTo>
                  <a:pt x="44851" y="2273"/>
                  <a:pt x="54864" y="3191"/>
                  <a:pt x="62291" y="5029"/>
                </a:cubicBezTo>
                <a:cubicBezTo>
                  <a:pt x="69718" y="6864"/>
                  <a:pt x="76004" y="9386"/>
                  <a:pt x="81148" y="12595"/>
                </a:cubicBezTo>
                <a:cubicBezTo>
                  <a:pt x="89933" y="18134"/>
                  <a:pt x="96782" y="25510"/>
                  <a:pt x="101695" y="34722"/>
                </a:cubicBezTo>
                <a:cubicBezTo>
                  <a:pt x="106608" y="43934"/>
                  <a:pt x="109064" y="54867"/>
                  <a:pt x="109064" y="67521"/>
                </a:cubicBezTo>
                <a:moveTo>
                  <a:pt x="91118" y="67259"/>
                </a:moveTo>
                <a:cubicBezTo>
                  <a:pt x="91118" y="57089"/>
                  <a:pt x="89355" y="48516"/>
                  <a:pt x="85829" y="41542"/>
                </a:cubicBezTo>
                <a:cubicBezTo>
                  <a:pt x="82304" y="34568"/>
                  <a:pt x="77044" y="29076"/>
                  <a:pt x="70051" y="25066"/>
                </a:cubicBezTo>
                <a:cubicBezTo>
                  <a:pt x="64964" y="22160"/>
                  <a:pt x="59560" y="20141"/>
                  <a:pt x="53838" y="19008"/>
                </a:cubicBezTo>
                <a:cubicBezTo>
                  <a:pt x="48116" y="17874"/>
                  <a:pt x="41267" y="17306"/>
                  <a:pt x="33291" y="17306"/>
                </a:cubicBezTo>
                <a:lnTo>
                  <a:pt x="17166" y="17306"/>
                </a:lnTo>
                <a:lnTo>
                  <a:pt x="17166" y="117473"/>
                </a:lnTo>
                <a:lnTo>
                  <a:pt x="33291" y="117473"/>
                </a:lnTo>
                <a:cubicBezTo>
                  <a:pt x="41556" y="117473"/>
                  <a:pt x="48767" y="116863"/>
                  <a:pt x="54922" y="115643"/>
                </a:cubicBezTo>
                <a:cubicBezTo>
                  <a:pt x="61078" y="114423"/>
                  <a:pt x="66727" y="112156"/>
                  <a:pt x="71871" y="108842"/>
                </a:cubicBezTo>
                <a:cubicBezTo>
                  <a:pt x="78287" y="104715"/>
                  <a:pt x="83098" y="99282"/>
                  <a:pt x="86306" y="92541"/>
                </a:cubicBezTo>
                <a:cubicBezTo>
                  <a:pt x="89514" y="85799"/>
                  <a:pt x="91118" y="77372"/>
                  <a:pt x="91118" y="67259"/>
                </a:cubicBezTo>
                <a:close/>
                <a:moveTo>
                  <a:pt x="235204" y="132507"/>
                </a:moveTo>
                <a:lnTo>
                  <a:pt x="213963" y="132507"/>
                </a:lnTo>
                <a:lnTo>
                  <a:pt x="152756" y="16003"/>
                </a:lnTo>
                <a:lnTo>
                  <a:pt x="152756" y="132507"/>
                </a:lnTo>
                <a:lnTo>
                  <a:pt x="136717" y="132507"/>
                </a:lnTo>
                <a:lnTo>
                  <a:pt x="136717" y="2273"/>
                </a:lnTo>
                <a:lnTo>
                  <a:pt x="163333" y="2273"/>
                </a:lnTo>
                <a:lnTo>
                  <a:pt x="219165" y="108629"/>
                </a:lnTo>
                <a:lnTo>
                  <a:pt x="219165" y="2273"/>
                </a:lnTo>
                <a:lnTo>
                  <a:pt x="235204" y="2273"/>
                </a:lnTo>
                <a:lnTo>
                  <a:pt x="235204" y="132507"/>
                </a:lnTo>
                <a:close/>
                <a:moveTo>
                  <a:pt x="363333" y="95422"/>
                </a:moveTo>
                <a:cubicBezTo>
                  <a:pt x="363333" y="100495"/>
                  <a:pt x="362162" y="105510"/>
                  <a:pt x="359822" y="110467"/>
                </a:cubicBezTo>
                <a:cubicBezTo>
                  <a:pt x="357481" y="115422"/>
                  <a:pt x="354201" y="119619"/>
                  <a:pt x="349982" y="123059"/>
                </a:cubicBezTo>
                <a:cubicBezTo>
                  <a:pt x="345358" y="126792"/>
                  <a:pt x="339968" y="129708"/>
                  <a:pt x="333813" y="131807"/>
                </a:cubicBezTo>
                <a:cubicBezTo>
                  <a:pt x="327657" y="133905"/>
                  <a:pt x="320245" y="134954"/>
                  <a:pt x="311575" y="134954"/>
                </a:cubicBezTo>
                <a:cubicBezTo>
                  <a:pt x="302270" y="134954"/>
                  <a:pt x="293904" y="134078"/>
                  <a:pt x="286477" y="132326"/>
                </a:cubicBezTo>
                <a:cubicBezTo>
                  <a:pt x="279050" y="130573"/>
                  <a:pt x="271493" y="127973"/>
                  <a:pt x="263805" y="124525"/>
                </a:cubicBezTo>
                <a:lnTo>
                  <a:pt x="263805" y="102789"/>
                </a:lnTo>
                <a:lnTo>
                  <a:pt x="265019" y="102789"/>
                </a:lnTo>
                <a:cubicBezTo>
                  <a:pt x="271550" y="108266"/>
                  <a:pt x="279093" y="112491"/>
                  <a:pt x="287647" y="115463"/>
                </a:cubicBezTo>
                <a:cubicBezTo>
                  <a:pt x="296201" y="118434"/>
                  <a:pt x="304235" y="119920"/>
                  <a:pt x="311749" y="119920"/>
                </a:cubicBezTo>
                <a:cubicBezTo>
                  <a:pt x="322383" y="119920"/>
                  <a:pt x="330663" y="117916"/>
                  <a:pt x="336587" y="113908"/>
                </a:cubicBezTo>
                <a:cubicBezTo>
                  <a:pt x="342511" y="109899"/>
                  <a:pt x="345473" y="104552"/>
                  <a:pt x="345473" y="97870"/>
                </a:cubicBezTo>
                <a:cubicBezTo>
                  <a:pt x="345473" y="92097"/>
                  <a:pt x="344072" y="87841"/>
                  <a:pt x="341269" y="85100"/>
                </a:cubicBezTo>
                <a:cubicBezTo>
                  <a:pt x="338465" y="82360"/>
                  <a:pt x="334203" y="80232"/>
                  <a:pt x="328481" y="78717"/>
                </a:cubicBezTo>
                <a:cubicBezTo>
                  <a:pt x="324146" y="77550"/>
                  <a:pt x="319450" y="76587"/>
                  <a:pt x="314393" y="75830"/>
                </a:cubicBezTo>
                <a:cubicBezTo>
                  <a:pt x="309335" y="75072"/>
                  <a:pt x="303975" y="74110"/>
                  <a:pt x="298311" y="72943"/>
                </a:cubicBezTo>
                <a:cubicBezTo>
                  <a:pt x="286867" y="70493"/>
                  <a:pt x="278385" y="66310"/>
                  <a:pt x="272865" y="60392"/>
                </a:cubicBezTo>
                <a:cubicBezTo>
                  <a:pt x="267346" y="54474"/>
                  <a:pt x="264586" y="46763"/>
                  <a:pt x="264586" y="37259"/>
                </a:cubicBezTo>
                <a:cubicBezTo>
                  <a:pt x="264586" y="26355"/>
                  <a:pt x="269152" y="17420"/>
                  <a:pt x="278284" y="10453"/>
                </a:cubicBezTo>
                <a:cubicBezTo>
                  <a:pt x="287416" y="3484"/>
                  <a:pt x="299004" y="0"/>
                  <a:pt x="313049" y="0"/>
                </a:cubicBezTo>
                <a:cubicBezTo>
                  <a:pt x="322123" y="0"/>
                  <a:pt x="330446" y="874"/>
                  <a:pt x="338018" y="2622"/>
                </a:cubicBezTo>
                <a:cubicBezTo>
                  <a:pt x="345589" y="4370"/>
                  <a:pt x="352294" y="6526"/>
                  <a:pt x="358131" y="9090"/>
                </a:cubicBezTo>
                <a:lnTo>
                  <a:pt x="358131" y="29543"/>
                </a:lnTo>
                <a:lnTo>
                  <a:pt x="356917" y="29543"/>
                </a:lnTo>
                <a:cubicBezTo>
                  <a:pt x="352005" y="25373"/>
                  <a:pt x="345546" y="21912"/>
                  <a:pt x="337541" y="19161"/>
                </a:cubicBezTo>
                <a:cubicBezTo>
                  <a:pt x="329536" y="16409"/>
                  <a:pt x="321343" y="15034"/>
                  <a:pt x="312962" y="15034"/>
                </a:cubicBezTo>
                <a:cubicBezTo>
                  <a:pt x="303772" y="15034"/>
                  <a:pt x="296389" y="16951"/>
                  <a:pt x="290811" y="20786"/>
                </a:cubicBezTo>
                <a:cubicBezTo>
                  <a:pt x="285234" y="24619"/>
                  <a:pt x="282445" y="29556"/>
                  <a:pt x="282445" y="35596"/>
                </a:cubicBezTo>
                <a:cubicBezTo>
                  <a:pt x="282445" y="41019"/>
                  <a:pt x="283832" y="45275"/>
                  <a:pt x="286607" y="48365"/>
                </a:cubicBezTo>
                <a:cubicBezTo>
                  <a:pt x="289381" y="51455"/>
                  <a:pt x="294265" y="53817"/>
                  <a:pt x="301258" y="55451"/>
                </a:cubicBezTo>
                <a:cubicBezTo>
                  <a:pt x="304957" y="56266"/>
                  <a:pt x="310217" y="57258"/>
                  <a:pt x="317037" y="58425"/>
                </a:cubicBezTo>
                <a:cubicBezTo>
                  <a:pt x="323857" y="59590"/>
                  <a:pt x="329637" y="60786"/>
                  <a:pt x="334376" y="62011"/>
                </a:cubicBezTo>
                <a:cubicBezTo>
                  <a:pt x="343971" y="64577"/>
                  <a:pt x="351195" y="68455"/>
                  <a:pt x="356050" y="73645"/>
                </a:cubicBezTo>
                <a:cubicBezTo>
                  <a:pt x="360905" y="78832"/>
                  <a:pt x="363333" y="86092"/>
                  <a:pt x="363333" y="954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Resolution">
            <a:extLst xmlns:a="http://schemas.openxmlformats.org/drawingml/2006/main">
              <a:ext uri="{FF2B5EF4-FFF2-40B4-BE49-F238E27FC236}">
                <a16:creationId xmlns:a16="http://schemas.microsoft.com/office/drawing/2014/main" id="{7DA5430B-DCF4-4506-9B94-BC9104AF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30" y="739288"/>
            <a:ext cx="891451" cy="138800"/>
          </a:xfrm>
          <a:custGeom xmlns:a="http://schemas.openxmlformats.org/drawingml/2006/main">
            <a:pathLst>
              <a:path w="891451" h="138800">
                <a:moveTo>
                  <a:pt x="106810" y="136003"/>
                </a:moveTo>
                <a:lnTo>
                  <a:pt x="84529" y="136003"/>
                </a:lnTo>
                <a:lnTo>
                  <a:pt x="41354" y="84259"/>
                </a:lnTo>
                <a:lnTo>
                  <a:pt x="17166" y="84259"/>
                </a:lnTo>
                <a:lnTo>
                  <a:pt x="17166" y="136003"/>
                </a:lnTo>
                <a:lnTo>
                  <a:pt x="0" y="136003"/>
                </a:lnTo>
                <a:lnTo>
                  <a:pt x="0" y="5769"/>
                </a:lnTo>
                <a:lnTo>
                  <a:pt x="36152" y="5769"/>
                </a:lnTo>
                <a:cubicBezTo>
                  <a:pt x="43955" y="5769"/>
                  <a:pt x="50457" y="6280"/>
                  <a:pt x="55659" y="7301"/>
                </a:cubicBezTo>
                <a:cubicBezTo>
                  <a:pt x="60861" y="8321"/>
                  <a:pt x="65542" y="10144"/>
                  <a:pt x="69704" y="12769"/>
                </a:cubicBezTo>
                <a:cubicBezTo>
                  <a:pt x="74386" y="15745"/>
                  <a:pt x="78041" y="19493"/>
                  <a:pt x="80671" y="24015"/>
                </a:cubicBezTo>
                <a:cubicBezTo>
                  <a:pt x="83301" y="28534"/>
                  <a:pt x="84616" y="34265"/>
                  <a:pt x="84616" y="41206"/>
                </a:cubicBezTo>
                <a:cubicBezTo>
                  <a:pt x="84616" y="50599"/>
                  <a:pt x="82275" y="58460"/>
                  <a:pt x="77593" y="64789"/>
                </a:cubicBezTo>
                <a:cubicBezTo>
                  <a:pt x="72912" y="71119"/>
                  <a:pt x="66467" y="75888"/>
                  <a:pt x="58260" y="79096"/>
                </a:cubicBezTo>
                <a:lnTo>
                  <a:pt x="106810" y="136003"/>
                </a:lnTo>
                <a:moveTo>
                  <a:pt x="66670" y="42490"/>
                </a:moveTo>
                <a:cubicBezTo>
                  <a:pt x="66670" y="38773"/>
                  <a:pt x="66019" y="35478"/>
                  <a:pt x="64719" y="32605"/>
                </a:cubicBezTo>
                <a:cubicBezTo>
                  <a:pt x="63418" y="29730"/>
                  <a:pt x="61265" y="27305"/>
                  <a:pt x="58260" y="25331"/>
                </a:cubicBezTo>
                <a:cubicBezTo>
                  <a:pt x="55775" y="23647"/>
                  <a:pt x="52827" y="22471"/>
                  <a:pt x="49417" y="21805"/>
                </a:cubicBezTo>
                <a:cubicBezTo>
                  <a:pt x="46007" y="21137"/>
                  <a:pt x="41990" y="20802"/>
                  <a:pt x="37366" y="20802"/>
                </a:cubicBezTo>
                <a:lnTo>
                  <a:pt x="17166" y="20802"/>
                </a:lnTo>
                <a:lnTo>
                  <a:pt x="17166" y="69750"/>
                </a:lnTo>
                <a:lnTo>
                  <a:pt x="34505" y="69750"/>
                </a:lnTo>
                <a:cubicBezTo>
                  <a:pt x="39938" y="69750"/>
                  <a:pt x="44678" y="69271"/>
                  <a:pt x="48723" y="68313"/>
                </a:cubicBezTo>
                <a:cubicBezTo>
                  <a:pt x="52769" y="67355"/>
                  <a:pt x="56208" y="65570"/>
                  <a:pt x="59040" y="62957"/>
                </a:cubicBezTo>
                <a:cubicBezTo>
                  <a:pt x="61641" y="60518"/>
                  <a:pt x="63563" y="57717"/>
                  <a:pt x="64806" y="54552"/>
                </a:cubicBezTo>
                <a:cubicBezTo>
                  <a:pt x="66048" y="51387"/>
                  <a:pt x="66670" y="47366"/>
                  <a:pt x="66670" y="42490"/>
                </a:cubicBezTo>
                <a:close/>
                <a:moveTo>
                  <a:pt x="198899" y="88804"/>
                </a:moveTo>
                <a:lnTo>
                  <a:pt x="127548" y="88804"/>
                </a:lnTo>
                <a:cubicBezTo>
                  <a:pt x="127548" y="94820"/>
                  <a:pt x="128444" y="100063"/>
                  <a:pt x="130235" y="104531"/>
                </a:cubicBezTo>
                <a:cubicBezTo>
                  <a:pt x="132027" y="109000"/>
                  <a:pt x="134484" y="112666"/>
                  <a:pt x="137605" y="115528"/>
                </a:cubicBezTo>
                <a:cubicBezTo>
                  <a:pt x="140610" y="118332"/>
                  <a:pt x="144179" y="120436"/>
                  <a:pt x="148312" y="121838"/>
                </a:cubicBezTo>
                <a:cubicBezTo>
                  <a:pt x="152444" y="123240"/>
                  <a:pt x="156996" y="123941"/>
                  <a:pt x="161966" y="123941"/>
                </a:cubicBezTo>
                <a:cubicBezTo>
                  <a:pt x="168555" y="123941"/>
                  <a:pt x="175188" y="122605"/>
                  <a:pt x="181863" y="119934"/>
                </a:cubicBezTo>
                <a:cubicBezTo>
                  <a:pt x="188539" y="117263"/>
                  <a:pt x="193293" y="114636"/>
                  <a:pt x="196125" y="112054"/>
                </a:cubicBezTo>
                <a:lnTo>
                  <a:pt x="196992" y="112054"/>
                </a:lnTo>
                <a:lnTo>
                  <a:pt x="196992" y="130032"/>
                </a:lnTo>
                <a:cubicBezTo>
                  <a:pt x="191501" y="132370"/>
                  <a:pt x="185895" y="134329"/>
                  <a:pt x="180173" y="135907"/>
                </a:cubicBezTo>
                <a:cubicBezTo>
                  <a:pt x="174451" y="137486"/>
                  <a:pt x="168440" y="138275"/>
                  <a:pt x="162140" y="138275"/>
                </a:cubicBezTo>
                <a:cubicBezTo>
                  <a:pt x="146072" y="138275"/>
                  <a:pt x="133530" y="133883"/>
                  <a:pt x="124513" y="125099"/>
                </a:cubicBezTo>
                <a:cubicBezTo>
                  <a:pt x="115497" y="116315"/>
                  <a:pt x="110989" y="103838"/>
                  <a:pt x="110989" y="87668"/>
                </a:cubicBezTo>
                <a:cubicBezTo>
                  <a:pt x="110989" y="71676"/>
                  <a:pt x="115309" y="58981"/>
                  <a:pt x="123950" y="49583"/>
                </a:cubicBezTo>
                <a:cubicBezTo>
                  <a:pt x="132591" y="40186"/>
                  <a:pt x="143962" y="35487"/>
                  <a:pt x="158065" y="35487"/>
                </a:cubicBezTo>
                <a:cubicBezTo>
                  <a:pt x="171127" y="35487"/>
                  <a:pt x="181198" y="39339"/>
                  <a:pt x="188279" y="47043"/>
                </a:cubicBezTo>
                <a:cubicBezTo>
                  <a:pt x="195359" y="54748"/>
                  <a:pt x="198899" y="65692"/>
                  <a:pt x="198899" y="79875"/>
                </a:cubicBezTo>
                <a:lnTo>
                  <a:pt x="198899" y="88804"/>
                </a:lnTo>
                <a:moveTo>
                  <a:pt x="183034" y="76218"/>
                </a:moveTo>
                <a:cubicBezTo>
                  <a:pt x="182976" y="67594"/>
                  <a:pt x="180823" y="60922"/>
                  <a:pt x="176575" y="56202"/>
                </a:cubicBezTo>
                <a:cubicBezTo>
                  <a:pt x="172327" y="51482"/>
                  <a:pt x="165868" y="49122"/>
                  <a:pt x="157198" y="49122"/>
                </a:cubicBezTo>
                <a:cubicBezTo>
                  <a:pt x="148471" y="49122"/>
                  <a:pt x="141520" y="51715"/>
                  <a:pt x="136348" y="56901"/>
                </a:cubicBezTo>
                <a:cubicBezTo>
                  <a:pt x="131175" y="62087"/>
                  <a:pt x="128241" y="68526"/>
                  <a:pt x="127548" y="76218"/>
                </a:cubicBezTo>
                <a:lnTo>
                  <a:pt x="183034" y="76218"/>
                </a:lnTo>
                <a:close/>
                <a:moveTo>
                  <a:pt x="292667" y="107798"/>
                </a:moveTo>
                <a:cubicBezTo>
                  <a:pt x="292667" y="116706"/>
                  <a:pt x="289012" y="124013"/>
                  <a:pt x="281700" y="129718"/>
                </a:cubicBezTo>
                <a:cubicBezTo>
                  <a:pt x="274389" y="135423"/>
                  <a:pt x="264404" y="138275"/>
                  <a:pt x="251747" y="138275"/>
                </a:cubicBezTo>
                <a:cubicBezTo>
                  <a:pt x="244580" y="138275"/>
                  <a:pt x="238005" y="137413"/>
                  <a:pt x="232023" y="135689"/>
                </a:cubicBezTo>
                <a:cubicBezTo>
                  <a:pt x="226041" y="133964"/>
                  <a:pt x="221027" y="132079"/>
                  <a:pt x="216981" y="130032"/>
                </a:cubicBezTo>
                <a:lnTo>
                  <a:pt x="216981" y="111529"/>
                </a:lnTo>
                <a:lnTo>
                  <a:pt x="217848" y="111529"/>
                </a:lnTo>
                <a:cubicBezTo>
                  <a:pt x="222992" y="115486"/>
                  <a:pt x="228714" y="118632"/>
                  <a:pt x="235014" y="120966"/>
                </a:cubicBezTo>
                <a:cubicBezTo>
                  <a:pt x="241314" y="123299"/>
                  <a:pt x="247354" y="124465"/>
                  <a:pt x="253134" y="124465"/>
                </a:cubicBezTo>
                <a:cubicBezTo>
                  <a:pt x="260301" y="124465"/>
                  <a:pt x="265907" y="123295"/>
                  <a:pt x="269953" y="120955"/>
                </a:cubicBezTo>
                <a:cubicBezTo>
                  <a:pt x="273999" y="118614"/>
                  <a:pt x="276022" y="114926"/>
                  <a:pt x="276022" y="109893"/>
                </a:cubicBezTo>
                <a:cubicBezTo>
                  <a:pt x="276022" y="106051"/>
                  <a:pt x="274924" y="103140"/>
                  <a:pt x="272727" y="101161"/>
                </a:cubicBezTo>
                <a:cubicBezTo>
                  <a:pt x="270531" y="99182"/>
                  <a:pt x="266312" y="97493"/>
                  <a:pt x="260070" y="96094"/>
                </a:cubicBezTo>
                <a:cubicBezTo>
                  <a:pt x="257758" y="95571"/>
                  <a:pt x="254738" y="94961"/>
                  <a:pt x="251010" y="94261"/>
                </a:cubicBezTo>
                <a:cubicBezTo>
                  <a:pt x="247282" y="93562"/>
                  <a:pt x="243886" y="92805"/>
                  <a:pt x="240823" y="91992"/>
                </a:cubicBezTo>
                <a:cubicBezTo>
                  <a:pt x="232327" y="89721"/>
                  <a:pt x="226301" y="86388"/>
                  <a:pt x="222747" y="81992"/>
                </a:cubicBezTo>
                <a:cubicBezTo>
                  <a:pt x="219192" y="77596"/>
                  <a:pt x="217415" y="72196"/>
                  <a:pt x="217415" y="65792"/>
                </a:cubicBezTo>
                <a:cubicBezTo>
                  <a:pt x="217415" y="61775"/>
                  <a:pt x="218239" y="57991"/>
                  <a:pt x="219886" y="54440"/>
                </a:cubicBezTo>
                <a:cubicBezTo>
                  <a:pt x="221533" y="50887"/>
                  <a:pt x="224033" y="47713"/>
                  <a:pt x="227385" y="44918"/>
                </a:cubicBezTo>
                <a:cubicBezTo>
                  <a:pt x="230622" y="42183"/>
                  <a:pt x="234740" y="40015"/>
                  <a:pt x="239739" y="38415"/>
                </a:cubicBezTo>
                <a:cubicBezTo>
                  <a:pt x="244739" y="36812"/>
                  <a:pt x="250331" y="36011"/>
                  <a:pt x="256515" y="36011"/>
                </a:cubicBezTo>
                <a:cubicBezTo>
                  <a:pt x="262295" y="36011"/>
                  <a:pt x="268147" y="36722"/>
                  <a:pt x="274071" y="38144"/>
                </a:cubicBezTo>
                <a:cubicBezTo>
                  <a:pt x="279995" y="39566"/>
                  <a:pt x="284922" y="41295"/>
                  <a:pt x="288853" y="43329"/>
                </a:cubicBezTo>
                <a:lnTo>
                  <a:pt x="288853" y="60834"/>
                </a:lnTo>
                <a:lnTo>
                  <a:pt x="287986" y="60834"/>
                </a:lnTo>
                <a:cubicBezTo>
                  <a:pt x="283824" y="57746"/>
                  <a:pt x="278767" y="55138"/>
                  <a:pt x="272814" y="53011"/>
                </a:cubicBezTo>
                <a:cubicBezTo>
                  <a:pt x="266861" y="50885"/>
                  <a:pt x="261023" y="49821"/>
                  <a:pt x="255301" y="49821"/>
                </a:cubicBezTo>
                <a:cubicBezTo>
                  <a:pt x="249348" y="49821"/>
                  <a:pt x="244320" y="50977"/>
                  <a:pt x="240216" y="53290"/>
                </a:cubicBezTo>
                <a:cubicBezTo>
                  <a:pt x="236112" y="55603"/>
                  <a:pt x="234061" y="59041"/>
                  <a:pt x="234061" y="63607"/>
                </a:cubicBezTo>
                <a:cubicBezTo>
                  <a:pt x="234061" y="67624"/>
                  <a:pt x="235303" y="70651"/>
                  <a:pt x="237789" y="72689"/>
                </a:cubicBezTo>
                <a:cubicBezTo>
                  <a:pt x="240216" y="74726"/>
                  <a:pt x="244146" y="76386"/>
                  <a:pt x="249579" y="77668"/>
                </a:cubicBezTo>
                <a:cubicBezTo>
                  <a:pt x="252585" y="78367"/>
                  <a:pt x="255951" y="79066"/>
                  <a:pt x="259679" y="79766"/>
                </a:cubicBezTo>
                <a:cubicBezTo>
                  <a:pt x="263407" y="80463"/>
                  <a:pt x="266514" y="81103"/>
                  <a:pt x="268999" y="81686"/>
                </a:cubicBezTo>
                <a:cubicBezTo>
                  <a:pt x="276571" y="83432"/>
                  <a:pt x="282408" y="86430"/>
                  <a:pt x="286512" y="90680"/>
                </a:cubicBezTo>
                <a:cubicBezTo>
                  <a:pt x="290616" y="94989"/>
                  <a:pt x="292667" y="100695"/>
                  <a:pt x="292667" y="107798"/>
                </a:cubicBezTo>
                <a:close/>
                <a:moveTo>
                  <a:pt x="398346" y="87187"/>
                </a:moveTo>
                <a:cubicBezTo>
                  <a:pt x="398346" y="103135"/>
                  <a:pt x="394300" y="115724"/>
                  <a:pt x="386209" y="124954"/>
                </a:cubicBezTo>
                <a:cubicBezTo>
                  <a:pt x="378117" y="134185"/>
                  <a:pt x="367280" y="138800"/>
                  <a:pt x="353698" y="138800"/>
                </a:cubicBezTo>
                <a:cubicBezTo>
                  <a:pt x="339999" y="138800"/>
                  <a:pt x="329119" y="134185"/>
                  <a:pt x="321056" y="124954"/>
                </a:cubicBezTo>
                <a:cubicBezTo>
                  <a:pt x="312994" y="115724"/>
                  <a:pt x="308962" y="103135"/>
                  <a:pt x="308962" y="87187"/>
                </a:cubicBezTo>
                <a:cubicBezTo>
                  <a:pt x="308962" y="71239"/>
                  <a:pt x="312994" y="58635"/>
                  <a:pt x="321056" y="49376"/>
                </a:cubicBezTo>
                <a:cubicBezTo>
                  <a:pt x="329119" y="40116"/>
                  <a:pt x="339999" y="35487"/>
                  <a:pt x="353698" y="35487"/>
                </a:cubicBezTo>
                <a:cubicBezTo>
                  <a:pt x="367280" y="35487"/>
                  <a:pt x="378117" y="40116"/>
                  <a:pt x="386209" y="49376"/>
                </a:cubicBezTo>
                <a:cubicBezTo>
                  <a:pt x="394300" y="58635"/>
                  <a:pt x="398346" y="71239"/>
                  <a:pt x="398346" y="87187"/>
                </a:cubicBezTo>
                <a:moveTo>
                  <a:pt x="381527" y="87187"/>
                </a:moveTo>
                <a:cubicBezTo>
                  <a:pt x="381527" y="74557"/>
                  <a:pt x="379071" y="65172"/>
                  <a:pt x="374158" y="59031"/>
                </a:cubicBezTo>
                <a:cubicBezTo>
                  <a:pt x="369245" y="52891"/>
                  <a:pt x="362425" y="49821"/>
                  <a:pt x="353698" y="49821"/>
                </a:cubicBezTo>
                <a:cubicBezTo>
                  <a:pt x="344854" y="49821"/>
                  <a:pt x="337991" y="52891"/>
                  <a:pt x="333107" y="59031"/>
                </a:cubicBezTo>
                <a:cubicBezTo>
                  <a:pt x="328223" y="65172"/>
                  <a:pt x="325781" y="74557"/>
                  <a:pt x="325781" y="87187"/>
                </a:cubicBezTo>
                <a:cubicBezTo>
                  <a:pt x="325781" y="99409"/>
                  <a:pt x="328238" y="108678"/>
                  <a:pt x="333150" y="114993"/>
                </a:cubicBezTo>
                <a:cubicBezTo>
                  <a:pt x="338063" y="121308"/>
                  <a:pt x="344912" y="124465"/>
                  <a:pt x="353698" y="124465"/>
                </a:cubicBezTo>
                <a:cubicBezTo>
                  <a:pt x="362367" y="124465"/>
                  <a:pt x="369173" y="121337"/>
                  <a:pt x="374115" y="115080"/>
                </a:cubicBezTo>
                <a:cubicBezTo>
                  <a:pt x="379056" y="108823"/>
                  <a:pt x="381527" y="99526"/>
                  <a:pt x="381527" y="87187"/>
                </a:cubicBezTo>
                <a:close/>
                <a:moveTo>
                  <a:pt x="439882" y="136003"/>
                </a:moveTo>
                <a:lnTo>
                  <a:pt x="423583" y="136003"/>
                </a:lnTo>
                <a:lnTo>
                  <a:pt x="423583" y="0"/>
                </a:lnTo>
                <a:lnTo>
                  <a:pt x="439882" y="0"/>
                </a:lnTo>
                <a:lnTo>
                  <a:pt x="439882" y="136003"/>
                </a:lnTo>
                <a:close/>
                <a:moveTo>
                  <a:pt x="552340" y="136003"/>
                </a:moveTo>
                <a:lnTo>
                  <a:pt x="536041" y="136003"/>
                </a:lnTo>
                <a:lnTo>
                  <a:pt x="536041" y="125227"/>
                </a:lnTo>
                <a:cubicBezTo>
                  <a:pt x="530550" y="129605"/>
                  <a:pt x="525291" y="132962"/>
                  <a:pt x="520262" y="135298"/>
                </a:cubicBezTo>
                <a:cubicBezTo>
                  <a:pt x="515234" y="137633"/>
                  <a:pt x="509686" y="138800"/>
                  <a:pt x="503617" y="138800"/>
                </a:cubicBezTo>
                <a:cubicBezTo>
                  <a:pt x="493444" y="138800"/>
                  <a:pt x="485526" y="135662"/>
                  <a:pt x="479862" y="129387"/>
                </a:cubicBezTo>
                <a:cubicBezTo>
                  <a:pt x="474198" y="123112"/>
                  <a:pt x="471366" y="113904"/>
                  <a:pt x="471366" y="101762"/>
                </a:cubicBezTo>
                <a:lnTo>
                  <a:pt x="471366" y="38284"/>
                </a:lnTo>
                <a:lnTo>
                  <a:pt x="487665" y="38284"/>
                </a:lnTo>
                <a:lnTo>
                  <a:pt x="487665" y="93931"/>
                </a:lnTo>
                <a:cubicBezTo>
                  <a:pt x="487665" y="98889"/>
                  <a:pt x="487896" y="103133"/>
                  <a:pt x="488358" y="106662"/>
                </a:cubicBezTo>
                <a:cubicBezTo>
                  <a:pt x="488821" y="110191"/>
                  <a:pt x="489803" y="113209"/>
                  <a:pt x="491306" y="115717"/>
                </a:cubicBezTo>
                <a:cubicBezTo>
                  <a:pt x="492866" y="118284"/>
                  <a:pt x="494889" y="120152"/>
                  <a:pt x="497375" y="121319"/>
                </a:cubicBezTo>
                <a:cubicBezTo>
                  <a:pt x="499860" y="122484"/>
                  <a:pt x="503472" y="123067"/>
                  <a:pt x="508212" y="123067"/>
                </a:cubicBezTo>
                <a:cubicBezTo>
                  <a:pt x="512431" y="123067"/>
                  <a:pt x="517040" y="121959"/>
                  <a:pt x="522040" y="119743"/>
                </a:cubicBezTo>
                <a:cubicBezTo>
                  <a:pt x="527039" y="117525"/>
                  <a:pt x="531706" y="114696"/>
                  <a:pt x="536041" y="111256"/>
                </a:cubicBezTo>
                <a:lnTo>
                  <a:pt x="536041" y="38284"/>
                </a:lnTo>
                <a:lnTo>
                  <a:pt x="552340" y="38284"/>
                </a:lnTo>
                <a:lnTo>
                  <a:pt x="552340" y="136003"/>
                </a:lnTo>
                <a:close/>
                <a:moveTo>
                  <a:pt x="634557" y="135142"/>
                </a:moveTo>
                <a:cubicBezTo>
                  <a:pt x="631494" y="135955"/>
                  <a:pt x="628156" y="136621"/>
                  <a:pt x="624544" y="137142"/>
                </a:cubicBezTo>
                <a:cubicBezTo>
                  <a:pt x="620931" y="137664"/>
                  <a:pt x="617709" y="137926"/>
                  <a:pt x="614877" y="137926"/>
                </a:cubicBezTo>
                <a:cubicBezTo>
                  <a:pt x="604994" y="137926"/>
                  <a:pt x="597480" y="135243"/>
                  <a:pt x="592336" y="129876"/>
                </a:cubicBezTo>
                <a:cubicBezTo>
                  <a:pt x="587192" y="124510"/>
                  <a:pt x="584620" y="115906"/>
                  <a:pt x="584620" y="104064"/>
                </a:cubicBezTo>
                <a:lnTo>
                  <a:pt x="584620" y="52094"/>
                </a:lnTo>
                <a:lnTo>
                  <a:pt x="573610" y="52094"/>
                </a:lnTo>
                <a:lnTo>
                  <a:pt x="573610" y="38284"/>
                </a:lnTo>
                <a:lnTo>
                  <a:pt x="584620" y="38284"/>
                </a:lnTo>
                <a:lnTo>
                  <a:pt x="584620" y="10139"/>
                </a:lnTo>
                <a:lnTo>
                  <a:pt x="600919" y="10139"/>
                </a:lnTo>
                <a:lnTo>
                  <a:pt x="600919" y="38284"/>
                </a:lnTo>
                <a:lnTo>
                  <a:pt x="634557" y="38284"/>
                </a:lnTo>
                <a:lnTo>
                  <a:pt x="634557" y="52094"/>
                </a:lnTo>
                <a:lnTo>
                  <a:pt x="600919" y="52094"/>
                </a:lnTo>
                <a:lnTo>
                  <a:pt x="600919" y="96692"/>
                </a:lnTo>
                <a:cubicBezTo>
                  <a:pt x="600919" y="101833"/>
                  <a:pt x="601035" y="105849"/>
                  <a:pt x="601266" y="108741"/>
                </a:cubicBezTo>
                <a:cubicBezTo>
                  <a:pt x="601497" y="111632"/>
                  <a:pt x="602306" y="114334"/>
                  <a:pt x="603693" y="116845"/>
                </a:cubicBezTo>
                <a:cubicBezTo>
                  <a:pt x="604965" y="119181"/>
                  <a:pt x="606713" y="120890"/>
                  <a:pt x="608938" y="121972"/>
                </a:cubicBezTo>
                <a:cubicBezTo>
                  <a:pt x="611164" y="123051"/>
                  <a:pt x="614559" y="123591"/>
                  <a:pt x="619125" y="123591"/>
                </a:cubicBezTo>
                <a:cubicBezTo>
                  <a:pt x="621784" y="123591"/>
                  <a:pt x="624558" y="123198"/>
                  <a:pt x="627448" y="122411"/>
                </a:cubicBezTo>
                <a:cubicBezTo>
                  <a:pt x="630338" y="121625"/>
                  <a:pt x="632419" y="120969"/>
                  <a:pt x="633690" y="120445"/>
                </a:cubicBezTo>
                <a:lnTo>
                  <a:pt x="634557" y="120445"/>
                </a:lnTo>
                <a:lnTo>
                  <a:pt x="634557" y="135142"/>
                </a:lnTo>
                <a:close/>
                <a:moveTo>
                  <a:pt x="671742" y="22026"/>
                </a:moveTo>
                <a:lnTo>
                  <a:pt x="653363" y="22026"/>
                </a:lnTo>
                <a:lnTo>
                  <a:pt x="653363" y="4895"/>
                </a:lnTo>
                <a:lnTo>
                  <a:pt x="671742" y="4895"/>
                </a:lnTo>
                <a:lnTo>
                  <a:pt x="671742" y="22026"/>
                </a:lnTo>
                <a:moveTo>
                  <a:pt x="670702" y="136003"/>
                </a:moveTo>
                <a:lnTo>
                  <a:pt x="654403" y="136003"/>
                </a:lnTo>
                <a:lnTo>
                  <a:pt x="654403" y="38284"/>
                </a:lnTo>
                <a:lnTo>
                  <a:pt x="670702" y="38284"/>
                </a:lnTo>
                <a:lnTo>
                  <a:pt x="670702" y="136003"/>
                </a:lnTo>
                <a:close/>
                <a:moveTo>
                  <a:pt x="785415" y="87187"/>
                </a:moveTo>
                <a:cubicBezTo>
                  <a:pt x="785415" y="103135"/>
                  <a:pt x="781369" y="115724"/>
                  <a:pt x="773277" y="124954"/>
                </a:cubicBezTo>
                <a:cubicBezTo>
                  <a:pt x="765185" y="134185"/>
                  <a:pt x="754348" y="138800"/>
                  <a:pt x="740766" y="138800"/>
                </a:cubicBezTo>
                <a:cubicBezTo>
                  <a:pt x="727068" y="138800"/>
                  <a:pt x="716187" y="134185"/>
                  <a:pt x="708125" y="124954"/>
                </a:cubicBezTo>
                <a:cubicBezTo>
                  <a:pt x="700062" y="115724"/>
                  <a:pt x="696031" y="103135"/>
                  <a:pt x="696031" y="87187"/>
                </a:cubicBezTo>
                <a:cubicBezTo>
                  <a:pt x="696031" y="71239"/>
                  <a:pt x="700062" y="58635"/>
                  <a:pt x="708125" y="49376"/>
                </a:cubicBezTo>
                <a:cubicBezTo>
                  <a:pt x="716187" y="40116"/>
                  <a:pt x="727068" y="35487"/>
                  <a:pt x="740766" y="35487"/>
                </a:cubicBezTo>
                <a:cubicBezTo>
                  <a:pt x="754348" y="35487"/>
                  <a:pt x="765185" y="40116"/>
                  <a:pt x="773277" y="49376"/>
                </a:cubicBezTo>
                <a:cubicBezTo>
                  <a:pt x="781369" y="58635"/>
                  <a:pt x="785415" y="71239"/>
                  <a:pt x="785415" y="87187"/>
                </a:cubicBezTo>
                <a:moveTo>
                  <a:pt x="768595" y="87187"/>
                </a:moveTo>
                <a:cubicBezTo>
                  <a:pt x="768595" y="74557"/>
                  <a:pt x="766139" y="65172"/>
                  <a:pt x="761226" y="59031"/>
                </a:cubicBezTo>
                <a:cubicBezTo>
                  <a:pt x="756313" y="52891"/>
                  <a:pt x="749493" y="49821"/>
                  <a:pt x="740766" y="49821"/>
                </a:cubicBezTo>
                <a:cubicBezTo>
                  <a:pt x="731923" y="49821"/>
                  <a:pt x="725059" y="52891"/>
                  <a:pt x="720175" y="59031"/>
                </a:cubicBezTo>
                <a:cubicBezTo>
                  <a:pt x="715292" y="65172"/>
                  <a:pt x="712850" y="74557"/>
                  <a:pt x="712850" y="87187"/>
                </a:cubicBezTo>
                <a:cubicBezTo>
                  <a:pt x="712850" y="99409"/>
                  <a:pt x="715306" y="108678"/>
                  <a:pt x="720219" y="114993"/>
                </a:cubicBezTo>
                <a:cubicBezTo>
                  <a:pt x="725132" y="121308"/>
                  <a:pt x="731981" y="124465"/>
                  <a:pt x="740766" y="124465"/>
                </a:cubicBezTo>
                <a:cubicBezTo>
                  <a:pt x="749436" y="124465"/>
                  <a:pt x="756241" y="121337"/>
                  <a:pt x="761183" y="115080"/>
                </a:cubicBezTo>
                <a:cubicBezTo>
                  <a:pt x="766125" y="108823"/>
                  <a:pt x="768595" y="99526"/>
                  <a:pt x="768595" y="87187"/>
                </a:cubicBezTo>
                <a:close/>
                <a:moveTo>
                  <a:pt x="891451" y="136003"/>
                </a:moveTo>
                <a:lnTo>
                  <a:pt x="875153" y="136003"/>
                </a:lnTo>
                <a:lnTo>
                  <a:pt x="875153" y="80356"/>
                </a:lnTo>
                <a:cubicBezTo>
                  <a:pt x="875153" y="75863"/>
                  <a:pt x="874892" y="71649"/>
                  <a:pt x="874372" y="67712"/>
                </a:cubicBezTo>
                <a:cubicBezTo>
                  <a:pt x="873852" y="63775"/>
                  <a:pt x="872898" y="60699"/>
                  <a:pt x="871511" y="58482"/>
                </a:cubicBezTo>
                <a:cubicBezTo>
                  <a:pt x="870066" y="56031"/>
                  <a:pt x="867986" y="54209"/>
                  <a:pt x="865269" y="53014"/>
                </a:cubicBezTo>
                <a:cubicBezTo>
                  <a:pt x="862553" y="51818"/>
                  <a:pt x="859027" y="51220"/>
                  <a:pt x="854692" y="51220"/>
                </a:cubicBezTo>
                <a:cubicBezTo>
                  <a:pt x="850242" y="51220"/>
                  <a:pt x="845589" y="52329"/>
                  <a:pt x="840734" y="54546"/>
                </a:cubicBezTo>
                <a:cubicBezTo>
                  <a:pt x="835879" y="56763"/>
                  <a:pt x="831226" y="59590"/>
                  <a:pt x="826776" y="63030"/>
                </a:cubicBezTo>
                <a:lnTo>
                  <a:pt x="826776" y="136003"/>
                </a:lnTo>
                <a:lnTo>
                  <a:pt x="810477" y="136003"/>
                </a:lnTo>
                <a:lnTo>
                  <a:pt x="810477" y="38284"/>
                </a:lnTo>
                <a:lnTo>
                  <a:pt x="826776" y="38284"/>
                </a:lnTo>
                <a:lnTo>
                  <a:pt x="826776" y="49059"/>
                </a:lnTo>
                <a:cubicBezTo>
                  <a:pt x="831862" y="44798"/>
                  <a:pt x="837122" y="41471"/>
                  <a:pt x="842555" y="39078"/>
                </a:cubicBezTo>
                <a:cubicBezTo>
                  <a:pt x="847988" y="36684"/>
                  <a:pt x="853565" y="35487"/>
                  <a:pt x="859287" y="35487"/>
                </a:cubicBezTo>
                <a:cubicBezTo>
                  <a:pt x="869748" y="35487"/>
                  <a:pt x="877725" y="38668"/>
                  <a:pt x="883215" y="45030"/>
                </a:cubicBezTo>
                <a:cubicBezTo>
                  <a:pt x="888706" y="51393"/>
                  <a:pt x="891451" y="60557"/>
                  <a:pt x="891451" y="72525"/>
                </a:cubicBezTo>
                <a:lnTo>
                  <a:pt x="891451" y="136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80E44-E67F-4882-9D0B-78D7597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40" y="2645886"/>
            <a:ext cx="1228300" cy="254012"/>
          </a:xfrm>
          <a:custGeom xmlns:a="http://schemas.openxmlformats.org/drawingml/2006/main">
            <a:pathLst>
              <a:path w="1228300" h="254012">
                <a:moveTo>
                  <a:pt x="0" y="0"/>
                </a:moveTo>
                <a:lnTo>
                  <a:pt x="1228300" y="0"/>
                </a:lnTo>
                <a:lnTo>
                  <a:pt x="1228300" y="254012"/>
                </a:lnTo>
                <a:lnTo>
                  <a:pt x="0" y="2540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Clustering">
            <a:extLst xmlns:a="http://schemas.openxmlformats.org/drawingml/2006/main">
              <a:ext uri="{FF2B5EF4-FFF2-40B4-BE49-F238E27FC236}">
                <a16:creationId xmlns:a16="http://schemas.microsoft.com/office/drawing/2014/main" id="{AD341AB7-929F-4983-9566-395E3749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624" y="2701331"/>
            <a:ext cx="873844" cy="173063"/>
          </a:xfrm>
          <a:custGeom xmlns:a="http://schemas.openxmlformats.org/drawingml/2006/main">
            <a:pathLst>
              <a:path w="873844" h="173063">
                <a:moveTo>
                  <a:pt x="107070" y="126618"/>
                </a:moveTo>
                <a:cubicBezTo>
                  <a:pt x="103891" y="128020"/>
                  <a:pt x="101016" y="129335"/>
                  <a:pt x="98444" y="130562"/>
                </a:cubicBezTo>
                <a:cubicBezTo>
                  <a:pt x="95872" y="131789"/>
                  <a:pt x="92505" y="133075"/>
                  <a:pt x="88344" y="134419"/>
                </a:cubicBezTo>
                <a:cubicBezTo>
                  <a:pt x="84818" y="135529"/>
                  <a:pt x="80989" y="136479"/>
                  <a:pt x="76856" y="137268"/>
                </a:cubicBezTo>
                <a:cubicBezTo>
                  <a:pt x="72724" y="138056"/>
                  <a:pt x="68172" y="138450"/>
                  <a:pt x="63202" y="138450"/>
                </a:cubicBezTo>
                <a:cubicBezTo>
                  <a:pt x="53838" y="138450"/>
                  <a:pt x="45328" y="137124"/>
                  <a:pt x="37670" y="134471"/>
                </a:cubicBezTo>
                <a:cubicBezTo>
                  <a:pt x="30011" y="131817"/>
                  <a:pt x="23350" y="127663"/>
                  <a:pt x="17686" y="122007"/>
                </a:cubicBezTo>
                <a:cubicBezTo>
                  <a:pt x="12137" y="116468"/>
                  <a:pt x="7803" y="109427"/>
                  <a:pt x="4682" y="100885"/>
                </a:cubicBezTo>
                <a:cubicBezTo>
                  <a:pt x="1561" y="92343"/>
                  <a:pt x="0" y="82416"/>
                  <a:pt x="0" y="71104"/>
                </a:cubicBezTo>
                <a:cubicBezTo>
                  <a:pt x="0" y="60375"/>
                  <a:pt x="1503" y="50783"/>
                  <a:pt x="4508" y="42329"/>
                </a:cubicBezTo>
                <a:cubicBezTo>
                  <a:pt x="7514" y="33874"/>
                  <a:pt x="11849" y="26732"/>
                  <a:pt x="17513" y="20901"/>
                </a:cubicBezTo>
                <a:cubicBezTo>
                  <a:pt x="23003" y="15245"/>
                  <a:pt x="29636" y="10930"/>
                  <a:pt x="37409" y="7957"/>
                </a:cubicBezTo>
                <a:cubicBezTo>
                  <a:pt x="45183" y="4983"/>
                  <a:pt x="53810" y="3496"/>
                  <a:pt x="63288" y="3496"/>
                </a:cubicBezTo>
                <a:cubicBezTo>
                  <a:pt x="70224" y="3496"/>
                  <a:pt x="77145" y="4341"/>
                  <a:pt x="84052" y="6031"/>
                </a:cubicBezTo>
                <a:cubicBezTo>
                  <a:pt x="90959" y="7721"/>
                  <a:pt x="98632" y="10693"/>
                  <a:pt x="107070" y="14946"/>
                </a:cubicBezTo>
                <a:lnTo>
                  <a:pt x="107070" y="35487"/>
                </a:lnTo>
                <a:lnTo>
                  <a:pt x="105770" y="35487"/>
                </a:lnTo>
                <a:cubicBezTo>
                  <a:pt x="98660" y="29576"/>
                  <a:pt x="91609" y="25272"/>
                  <a:pt x="84616" y="22575"/>
                </a:cubicBezTo>
                <a:cubicBezTo>
                  <a:pt x="77622" y="19878"/>
                  <a:pt x="70137" y="18530"/>
                  <a:pt x="62161" y="18530"/>
                </a:cubicBezTo>
                <a:cubicBezTo>
                  <a:pt x="55630" y="18530"/>
                  <a:pt x="49749" y="19591"/>
                  <a:pt x="44519" y="21712"/>
                </a:cubicBezTo>
                <a:cubicBezTo>
                  <a:pt x="39288" y="23833"/>
                  <a:pt x="34621" y="27132"/>
                  <a:pt x="30517" y="31608"/>
                </a:cubicBezTo>
                <a:cubicBezTo>
                  <a:pt x="26529" y="35967"/>
                  <a:pt x="23422" y="41475"/>
                  <a:pt x="21197" y="48130"/>
                </a:cubicBezTo>
                <a:cubicBezTo>
                  <a:pt x="18972" y="54786"/>
                  <a:pt x="17859" y="62473"/>
                  <a:pt x="17859" y="71192"/>
                </a:cubicBezTo>
                <a:cubicBezTo>
                  <a:pt x="17859" y="80317"/>
                  <a:pt x="19088" y="88163"/>
                  <a:pt x="21544" y="94731"/>
                </a:cubicBezTo>
                <a:cubicBezTo>
                  <a:pt x="24000" y="101299"/>
                  <a:pt x="27165" y="106647"/>
                  <a:pt x="31037" y="110775"/>
                </a:cubicBezTo>
                <a:cubicBezTo>
                  <a:pt x="35083" y="115077"/>
                  <a:pt x="39808" y="118259"/>
                  <a:pt x="45212" y="120322"/>
                </a:cubicBezTo>
                <a:cubicBezTo>
                  <a:pt x="50616" y="122385"/>
                  <a:pt x="56324" y="123416"/>
                  <a:pt x="62335" y="123416"/>
                </a:cubicBezTo>
                <a:cubicBezTo>
                  <a:pt x="70600" y="123416"/>
                  <a:pt x="78345" y="121989"/>
                  <a:pt x="85569" y="119134"/>
                </a:cubicBezTo>
                <a:cubicBezTo>
                  <a:pt x="92794" y="116278"/>
                  <a:pt x="99556" y="111996"/>
                  <a:pt x="105856" y="106285"/>
                </a:cubicBezTo>
                <a:lnTo>
                  <a:pt x="107070" y="106285"/>
                </a:lnTo>
                <a:lnTo>
                  <a:pt x="107070" y="126618"/>
                </a:lnTo>
                <a:close/>
                <a:moveTo>
                  <a:pt x="146474" y="136003"/>
                </a:moveTo>
                <a:lnTo>
                  <a:pt x="130175" y="136003"/>
                </a:lnTo>
                <a:lnTo>
                  <a:pt x="130175" y="0"/>
                </a:lnTo>
                <a:lnTo>
                  <a:pt x="146474" y="0"/>
                </a:lnTo>
                <a:lnTo>
                  <a:pt x="146474" y="136003"/>
                </a:lnTo>
                <a:close/>
                <a:moveTo>
                  <a:pt x="258932" y="136003"/>
                </a:moveTo>
                <a:lnTo>
                  <a:pt x="242633" y="136003"/>
                </a:lnTo>
                <a:lnTo>
                  <a:pt x="242633" y="125227"/>
                </a:lnTo>
                <a:cubicBezTo>
                  <a:pt x="237143" y="129605"/>
                  <a:pt x="231883" y="132962"/>
                  <a:pt x="226855" y="135298"/>
                </a:cubicBezTo>
                <a:cubicBezTo>
                  <a:pt x="221826" y="137633"/>
                  <a:pt x="216278" y="138800"/>
                  <a:pt x="210209" y="138800"/>
                </a:cubicBezTo>
                <a:cubicBezTo>
                  <a:pt x="200037" y="138800"/>
                  <a:pt x="192118" y="135662"/>
                  <a:pt x="186454" y="129387"/>
                </a:cubicBezTo>
                <a:cubicBezTo>
                  <a:pt x="180790" y="123112"/>
                  <a:pt x="177958" y="113904"/>
                  <a:pt x="177958" y="101762"/>
                </a:cubicBezTo>
                <a:lnTo>
                  <a:pt x="177958" y="38284"/>
                </a:lnTo>
                <a:lnTo>
                  <a:pt x="194257" y="38284"/>
                </a:lnTo>
                <a:lnTo>
                  <a:pt x="194257" y="93931"/>
                </a:lnTo>
                <a:cubicBezTo>
                  <a:pt x="194257" y="98889"/>
                  <a:pt x="194488" y="103133"/>
                  <a:pt x="194950" y="106662"/>
                </a:cubicBezTo>
                <a:cubicBezTo>
                  <a:pt x="195413" y="110191"/>
                  <a:pt x="196395" y="113209"/>
                  <a:pt x="197898" y="115717"/>
                </a:cubicBezTo>
                <a:cubicBezTo>
                  <a:pt x="199459" y="118284"/>
                  <a:pt x="201482" y="120152"/>
                  <a:pt x="203967" y="121319"/>
                </a:cubicBezTo>
                <a:cubicBezTo>
                  <a:pt x="206452" y="122484"/>
                  <a:pt x="210064" y="123067"/>
                  <a:pt x="214804" y="123067"/>
                </a:cubicBezTo>
                <a:cubicBezTo>
                  <a:pt x="219023" y="123067"/>
                  <a:pt x="223632" y="121959"/>
                  <a:pt x="228632" y="119743"/>
                </a:cubicBezTo>
                <a:cubicBezTo>
                  <a:pt x="233631" y="117525"/>
                  <a:pt x="238299" y="114696"/>
                  <a:pt x="242633" y="111256"/>
                </a:cubicBezTo>
                <a:lnTo>
                  <a:pt x="242633" y="38284"/>
                </a:lnTo>
                <a:lnTo>
                  <a:pt x="258932" y="38284"/>
                </a:lnTo>
                <a:lnTo>
                  <a:pt x="258932" y="136003"/>
                </a:lnTo>
                <a:close/>
                <a:moveTo>
                  <a:pt x="360049" y="107798"/>
                </a:moveTo>
                <a:cubicBezTo>
                  <a:pt x="360049" y="116706"/>
                  <a:pt x="356394" y="124013"/>
                  <a:pt x="349082" y="129718"/>
                </a:cubicBezTo>
                <a:cubicBezTo>
                  <a:pt x="341771" y="135423"/>
                  <a:pt x="331786" y="138275"/>
                  <a:pt x="319129" y="138275"/>
                </a:cubicBezTo>
                <a:cubicBezTo>
                  <a:pt x="311962" y="138275"/>
                  <a:pt x="305387" y="137413"/>
                  <a:pt x="299405" y="135689"/>
                </a:cubicBezTo>
                <a:cubicBezTo>
                  <a:pt x="293423" y="133964"/>
                  <a:pt x="288409" y="132079"/>
                  <a:pt x="284363" y="130032"/>
                </a:cubicBezTo>
                <a:lnTo>
                  <a:pt x="284363" y="111529"/>
                </a:lnTo>
                <a:lnTo>
                  <a:pt x="285230" y="111529"/>
                </a:lnTo>
                <a:cubicBezTo>
                  <a:pt x="290374" y="115486"/>
                  <a:pt x="296096" y="118632"/>
                  <a:pt x="302396" y="120966"/>
                </a:cubicBezTo>
                <a:cubicBezTo>
                  <a:pt x="308696" y="123299"/>
                  <a:pt x="314736" y="124465"/>
                  <a:pt x="320516" y="124465"/>
                </a:cubicBezTo>
                <a:cubicBezTo>
                  <a:pt x="327683" y="124465"/>
                  <a:pt x="333289" y="123295"/>
                  <a:pt x="337335" y="120955"/>
                </a:cubicBezTo>
                <a:cubicBezTo>
                  <a:pt x="341381" y="118614"/>
                  <a:pt x="343403" y="114926"/>
                  <a:pt x="343403" y="109893"/>
                </a:cubicBezTo>
                <a:cubicBezTo>
                  <a:pt x="343403" y="106051"/>
                  <a:pt x="342305" y="103140"/>
                  <a:pt x="340109" y="101161"/>
                </a:cubicBezTo>
                <a:cubicBezTo>
                  <a:pt x="337913" y="99182"/>
                  <a:pt x="333693" y="97493"/>
                  <a:pt x="327451" y="96094"/>
                </a:cubicBezTo>
                <a:cubicBezTo>
                  <a:pt x="325139" y="95571"/>
                  <a:pt x="322120" y="94961"/>
                  <a:pt x="318392" y="94261"/>
                </a:cubicBezTo>
                <a:cubicBezTo>
                  <a:pt x="314664" y="93562"/>
                  <a:pt x="311268" y="92805"/>
                  <a:pt x="308205" y="91992"/>
                </a:cubicBezTo>
                <a:cubicBezTo>
                  <a:pt x="299709" y="89721"/>
                  <a:pt x="293683" y="86388"/>
                  <a:pt x="290129" y="81992"/>
                </a:cubicBezTo>
                <a:cubicBezTo>
                  <a:pt x="286574" y="77596"/>
                  <a:pt x="284797" y="72196"/>
                  <a:pt x="284797" y="65792"/>
                </a:cubicBezTo>
                <a:cubicBezTo>
                  <a:pt x="284797" y="61775"/>
                  <a:pt x="285620" y="57991"/>
                  <a:pt x="287268" y="54440"/>
                </a:cubicBezTo>
                <a:cubicBezTo>
                  <a:pt x="288915" y="50887"/>
                  <a:pt x="291415" y="47713"/>
                  <a:pt x="294767" y="44918"/>
                </a:cubicBezTo>
                <a:cubicBezTo>
                  <a:pt x="298003" y="42183"/>
                  <a:pt x="302122" y="40015"/>
                  <a:pt x="307121" y="38415"/>
                </a:cubicBezTo>
                <a:cubicBezTo>
                  <a:pt x="312121" y="36812"/>
                  <a:pt x="317712" y="36011"/>
                  <a:pt x="323897" y="36011"/>
                </a:cubicBezTo>
                <a:cubicBezTo>
                  <a:pt x="329677" y="36011"/>
                  <a:pt x="335529" y="36722"/>
                  <a:pt x="341453" y="38144"/>
                </a:cubicBezTo>
                <a:cubicBezTo>
                  <a:pt x="347377" y="39566"/>
                  <a:pt x="352304" y="41295"/>
                  <a:pt x="356235" y="43329"/>
                </a:cubicBezTo>
                <a:lnTo>
                  <a:pt x="356235" y="60834"/>
                </a:lnTo>
                <a:lnTo>
                  <a:pt x="355368" y="60834"/>
                </a:lnTo>
                <a:cubicBezTo>
                  <a:pt x="351206" y="57746"/>
                  <a:pt x="346149" y="55138"/>
                  <a:pt x="340196" y="53011"/>
                </a:cubicBezTo>
                <a:cubicBezTo>
                  <a:pt x="334243" y="50885"/>
                  <a:pt x="328405" y="49821"/>
                  <a:pt x="322683" y="49821"/>
                </a:cubicBezTo>
                <a:cubicBezTo>
                  <a:pt x="316730" y="49821"/>
                  <a:pt x="311702" y="50977"/>
                  <a:pt x="307598" y="53290"/>
                </a:cubicBezTo>
                <a:cubicBezTo>
                  <a:pt x="303494" y="55603"/>
                  <a:pt x="301442" y="59041"/>
                  <a:pt x="301442" y="63607"/>
                </a:cubicBezTo>
                <a:cubicBezTo>
                  <a:pt x="301442" y="67624"/>
                  <a:pt x="302685" y="70651"/>
                  <a:pt x="305170" y="72689"/>
                </a:cubicBezTo>
                <a:cubicBezTo>
                  <a:pt x="307598" y="74726"/>
                  <a:pt x="311528" y="76386"/>
                  <a:pt x="316961" y="77668"/>
                </a:cubicBezTo>
                <a:cubicBezTo>
                  <a:pt x="319967" y="78367"/>
                  <a:pt x="323333" y="79066"/>
                  <a:pt x="327061" y="79766"/>
                </a:cubicBezTo>
                <a:cubicBezTo>
                  <a:pt x="330789" y="80463"/>
                  <a:pt x="333896" y="81103"/>
                  <a:pt x="336381" y="81686"/>
                </a:cubicBezTo>
                <a:cubicBezTo>
                  <a:pt x="343953" y="83432"/>
                  <a:pt x="349790" y="86430"/>
                  <a:pt x="353894" y="90680"/>
                </a:cubicBezTo>
                <a:cubicBezTo>
                  <a:pt x="357997" y="94989"/>
                  <a:pt x="360049" y="100695"/>
                  <a:pt x="360049" y="107798"/>
                </a:cubicBezTo>
                <a:close/>
                <a:moveTo>
                  <a:pt x="433477" y="135142"/>
                </a:moveTo>
                <a:cubicBezTo>
                  <a:pt x="430414" y="135955"/>
                  <a:pt x="427076" y="136621"/>
                  <a:pt x="423464" y="137142"/>
                </a:cubicBezTo>
                <a:cubicBezTo>
                  <a:pt x="419852" y="137664"/>
                  <a:pt x="416630" y="137926"/>
                  <a:pt x="413797" y="137926"/>
                </a:cubicBezTo>
                <a:cubicBezTo>
                  <a:pt x="403914" y="137926"/>
                  <a:pt x="396400" y="135243"/>
                  <a:pt x="391256" y="129876"/>
                </a:cubicBezTo>
                <a:cubicBezTo>
                  <a:pt x="386112" y="124510"/>
                  <a:pt x="383540" y="115906"/>
                  <a:pt x="383540" y="104064"/>
                </a:cubicBezTo>
                <a:lnTo>
                  <a:pt x="383540" y="52094"/>
                </a:lnTo>
                <a:lnTo>
                  <a:pt x="372530" y="52094"/>
                </a:lnTo>
                <a:lnTo>
                  <a:pt x="372530" y="38284"/>
                </a:lnTo>
                <a:lnTo>
                  <a:pt x="383540" y="38284"/>
                </a:lnTo>
                <a:lnTo>
                  <a:pt x="383540" y="10139"/>
                </a:lnTo>
                <a:lnTo>
                  <a:pt x="399839" y="10139"/>
                </a:lnTo>
                <a:lnTo>
                  <a:pt x="399839" y="38284"/>
                </a:lnTo>
                <a:lnTo>
                  <a:pt x="433477" y="38284"/>
                </a:lnTo>
                <a:lnTo>
                  <a:pt x="433477" y="52094"/>
                </a:lnTo>
                <a:lnTo>
                  <a:pt x="399839" y="52094"/>
                </a:lnTo>
                <a:lnTo>
                  <a:pt x="399839" y="96692"/>
                </a:lnTo>
                <a:cubicBezTo>
                  <a:pt x="399839" y="101833"/>
                  <a:pt x="399955" y="105849"/>
                  <a:pt x="400186" y="108741"/>
                </a:cubicBezTo>
                <a:cubicBezTo>
                  <a:pt x="400417" y="111632"/>
                  <a:pt x="401226" y="114334"/>
                  <a:pt x="402614" y="116845"/>
                </a:cubicBezTo>
                <a:cubicBezTo>
                  <a:pt x="403885" y="119181"/>
                  <a:pt x="405634" y="120890"/>
                  <a:pt x="407859" y="121972"/>
                </a:cubicBezTo>
                <a:cubicBezTo>
                  <a:pt x="410084" y="123051"/>
                  <a:pt x="413480" y="123591"/>
                  <a:pt x="418046" y="123591"/>
                </a:cubicBezTo>
                <a:cubicBezTo>
                  <a:pt x="420704" y="123591"/>
                  <a:pt x="423479" y="123198"/>
                  <a:pt x="426368" y="122411"/>
                </a:cubicBezTo>
                <a:cubicBezTo>
                  <a:pt x="429258" y="121625"/>
                  <a:pt x="431339" y="120969"/>
                  <a:pt x="432611" y="120445"/>
                </a:cubicBezTo>
                <a:lnTo>
                  <a:pt x="433477" y="120445"/>
                </a:lnTo>
                <a:lnTo>
                  <a:pt x="433477" y="135142"/>
                </a:lnTo>
                <a:close/>
                <a:moveTo>
                  <a:pt x="534211" y="88804"/>
                </a:moveTo>
                <a:lnTo>
                  <a:pt x="462860" y="88804"/>
                </a:lnTo>
                <a:cubicBezTo>
                  <a:pt x="462860" y="94820"/>
                  <a:pt x="463756" y="100063"/>
                  <a:pt x="465548" y="104531"/>
                </a:cubicBezTo>
                <a:cubicBezTo>
                  <a:pt x="467340" y="109000"/>
                  <a:pt x="469796" y="112666"/>
                  <a:pt x="472917" y="115528"/>
                </a:cubicBezTo>
                <a:cubicBezTo>
                  <a:pt x="475923" y="118332"/>
                  <a:pt x="479492" y="120436"/>
                  <a:pt x="483624" y="121838"/>
                </a:cubicBezTo>
                <a:cubicBezTo>
                  <a:pt x="487757" y="123240"/>
                  <a:pt x="492308" y="123941"/>
                  <a:pt x="497279" y="123941"/>
                </a:cubicBezTo>
                <a:cubicBezTo>
                  <a:pt x="503868" y="123941"/>
                  <a:pt x="510500" y="122605"/>
                  <a:pt x="517176" y="119934"/>
                </a:cubicBezTo>
                <a:cubicBezTo>
                  <a:pt x="523851" y="117263"/>
                  <a:pt x="528605" y="114636"/>
                  <a:pt x="531437" y="112054"/>
                </a:cubicBezTo>
                <a:lnTo>
                  <a:pt x="532304" y="112054"/>
                </a:lnTo>
                <a:lnTo>
                  <a:pt x="532304" y="130032"/>
                </a:lnTo>
                <a:cubicBezTo>
                  <a:pt x="526813" y="132370"/>
                  <a:pt x="521207" y="134329"/>
                  <a:pt x="515485" y="135907"/>
                </a:cubicBezTo>
                <a:cubicBezTo>
                  <a:pt x="509763" y="137486"/>
                  <a:pt x="503752" y="138275"/>
                  <a:pt x="497452" y="138275"/>
                </a:cubicBezTo>
                <a:cubicBezTo>
                  <a:pt x="481384" y="138275"/>
                  <a:pt x="468842" y="133883"/>
                  <a:pt x="459826" y="125099"/>
                </a:cubicBezTo>
                <a:cubicBezTo>
                  <a:pt x="450810" y="116315"/>
                  <a:pt x="446301" y="103838"/>
                  <a:pt x="446301" y="87668"/>
                </a:cubicBezTo>
                <a:cubicBezTo>
                  <a:pt x="446301" y="71676"/>
                  <a:pt x="450622" y="58981"/>
                  <a:pt x="459262" y="49583"/>
                </a:cubicBezTo>
                <a:cubicBezTo>
                  <a:pt x="467903" y="40186"/>
                  <a:pt x="479275" y="35487"/>
                  <a:pt x="493377" y="35487"/>
                </a:cubicBezTo>
                <a:cubicBezTo>
                  <a:pt x="506440" y="35487"/>
                  <a:pt x="516511" y="39339"/>
                  <a:pt x="523591" y="47043"/>
                </a:cubicBezTo>
                <a:cubicBezTo>
                  <a:pt x="530671" y="54748"/>
                  <a:pt x="534211" y="65692"/>
                  <a:pt x="534211" y="79875"/>
                </a:cubicBezTo>
                <a:lnTo>
                  <a:pt x="534211" y="88804"/>
                </a:lnTo>
                <a:moveTo>
                  <a:pt x="518346" y="76218"/>
                </a:moveTo>
                <a:cubicBezTo>
                  <a:pt x="518288" y="67594"/>
                  <a:pt x="516135" y="60922"/>
                  <a:pt x="511887" y="56202"/>
                </a:cubicBezTo>
                <a:cubicBezTo>
                  <a:pt x="507639" y="51482"/>
                  <a:pt x="501180" y="49122"/>
                  <a:pt x="492510" y="49122"/>
                </a:cubicBezTo>
                <a:cubicBezTo>
                  <a:pt x="483783" y="49122"/>
                  <a:pt x="476833" y="51715"/>
                  <a:pt x="471660" y="56901"/>
                </a:cubicBezTo>
                <a:cubicBezTo>
                  <a:pt x="466487" y="62087"/>
                  <a:pt x="463554" y="68526"/>
                  <a:pt x="462860" y="76218"/>
                </a:cubicBezTo>
                <a:lnTo>
                  <a:pt x="518346" y="76218"/>
                </a:lnTo>
                <a:close/>
                <a:moveTo>
                  <a:pt x="619223" y="56114"/>
                </a:moveTo>
                <a:lnTo>
                  <a:pt x="618356" y="56114"/>
                </a:lnTo>
                <a:cubicBezTo>
                  <a:pt x="615928" y="55563"/>
                  <a:pt x="613573" y="55163"/>
                  <a:pt x="611290" y="54915"/>
                </a:cubicBezTo>
                <a:cubicBezTo>
                  <a:pt x="609007" y="54666"/>
                  <a:pt x="606305" y="54541"/>
                  <a:pt x="603184" y="54541"/>
                </a:cubicBezTo>
                <a:cubicBezTo>
                  <a:pt x="598156" y="54541"/>
                  <a:pt x="593301" y="55665"/>
                  <a:pt x="588619" y="57912"/>
                </a:cubicBezTo>
                <a:cubicBezTo>
                  <a:pt x="583937" y="60157"/>
                  <a:pt x="579429" y="63058"/>
                  <a:pt x="575094" y="66617"/>
                </a:cubicBezTo>
                <a:lnTo>
                  <a:pt x="575094" y="136003"/>
                </a:lnTo>
                <a:lnTo>
                  <a:pt x="558796" y="136003"/>
                </a:lnTo>
                <a:lnTo>
                  <a:pt x="558796" y="38284"/>
                </a:lnTo>
                <a:lnTo>
                  <a:pt x="575094" y="38284"/>
                </a:lnTo>
                <a:lnTo>
                  <a:pt x="575094" y="52719"/>
                </a:lnTo>
                <a:cubicBezTo>
                  <a:pt x="581568" y="47469"/>
                  <a:pt x="587275" y="43751"/>
                  <a:pt x="592217" y="41564"/>
                </a:cubicBezTo>
                <a:cubicBezTo>
                  <a:pt x="597159" y="39377"/>
                  <a:pt x="602202" y="38284"/>
                  <a:pt x="607346" y="38284"/>
                </a:cubicBezTo>
                <a:cubicBezTo>
                  <a:pt x="610178" y="38284"/>
                  <a:pt x="612229" y="38356"/>
                  <a:pt x="613501" y="38502"/>
                </a:cubicBezTo>
                <a:cubicBezTo>
                  <a:pt x="614773" y="38646"/>
                  <a:pt x="616680" y="38921"/>
                  <a:pt x="619223" y="39327"/>
                </a:cubicBezTo>
                <a:lnTo>
                  <a:pt x="619223" y="56114"/>
                </a:lnTo>
                <a:close/>
                <a:moveTo>
                  <a:pt x="651946" y="22026"/>
                </a:moveTo>
                <a:lnTo>
                  <a:pt x="633567" y="22026"/>
                </a:lnTo>
                <a:lnTo>
                  <a:pt x="633567" y="4895"/>
                </a:lnTo>
                <a:lnTo>
                  <a:pt x="651946" y="4895"/>
                </a:lnTo>
                <a:lnTo>
                  <a:pt x="651946" y="22026"/>
                </a:lnTo>
                <a:moveTo>
                  <a:pt x="650906" y="136003"/>
                </a:moveTo>
                <a:lnTo>
                  <a:pt x="634607" y="136003"/>
                </a:lnTo>
                <a:lnTo>
                  <a:pt x="634607" y="38284"/>
                </a:lnTo>
                <a:lnTo>
                  <a:pt x="650906" y="38284"/>
                </a:lnTo>
                <a:lnTo>
                  <a:pt x="650906" y="136003"/>
                </a:lnTo>
                <a:close/>
                <a:moveTo>
                  <a:pt x="764057" y="136003"/>
                </a:moveTo>
                <a:lnTo>
                  <a:pt x="747759" y="136003"/>
                </a:lnTo>
                <a:lnTo>
                  <a:pt x="747759" y="80356"/>
                </a:lnTo>
                <a:cubicBezTo>
                  <a:pt x="747759" y="75863"/>
                  <a:pt x="747498" y="71649"/>
                  <a:pt x="746978" y="67712"/>
                </a:cubicBezTo>
                <a:cubicBezTo>
                  <a:pt x="746458" y="63775"/>
                  <a:pt x="745504" y="60699"/>
                  <a:pt x="744117" y="58482"/>
                </a:cubicBezTo>
                <a:cubicBezTo>
                  <a:pt x="742672" y="56031"/>
                  <a:pt x="740592" y="54209"/>
                  <a:pt x="737875" y="53014"/>
                </a:cubicBezTo>
                <a:cubicBezTo>
                  <a:pt x="735159" y="51818"/>
                  <a:pt x="731633" y="51220"/>
                  <a:pt x="727298" y="51220"/>
                </a:cubicBezTo>
                <a:cubicBezTo>
                  <a:pt x="722848" y="51220"/>
                  <a:pt x="718195" y="52329"/>
                  <a:pt x="713340" y="54546"/>
                </a:cubicBezTo>
                <a:cubicBezTo>
                  <a:pt x="708485" y="56763"/>
                  <a:pt x="703832" y="59590"/>
                  <a:pt x="699382" y="63030"/>
                </a:cubicBezTo>
                <a:lnTo>
                  <a:pt x="699382" y="136003"/>
                </a:lnTo>
                <a:lnTo>
                  <a:pt x="683083" y="136003"/>
                </a:lnTo>
                <a:lnTo>
                  <a:pt x="683083" y="38284"/>
                </a:lnTo>
                <a:lnTo>
                  <a:pt x="699382" y="38284"/>
                </a:lnTo>
                <a:lnTo>
                  <a:pt x="699382" y="49059"/>
                </a:lnTo>
                <a:cubicBezTo>
                  <a:pt x="704468" y="44798"/>
                  <a:pt x="709728" y="41471"/>
                  <a:pt x="715161" y="39078"/>
                </a:cubicBezTo>
                <a:cubicBezTo>
                  <a:pt x="720594" y="36684"/>
                  <a:pt x="726171" y="35487"/>
                  <a:pt x="731893" y="35487"/>
                </a:cubicBezTo>
                <a:cubicBezTo>
                  <a:pt x="742355" y="35487"/>
                  <a:pt x="750331" y="38668"/>
                  <a:pt x="755821" y="45030"/>
                </a:cubicBezTo>
                <a:cubicBezTo>
                  <a:pt x="761312" y="51393"/>
                  <a:pt x="764057" y="60557"/>
                  <a:pt x="764057" y="72525"/>
                </a:cubicBezTo>
                <a:lnTo>
                  <a:pt x="764057" y="136003"/>
                </a:lnTo>
                <a:close/>
                <a:moveTo>
                  <a:pt x="873844" y="124927"/>
                </a:moveTo>
                <a:cubicBezTo>
                  <a:pt x="873844" y="141498"/>
                  <a:pt x="870116" y="153662"/>
                  <a:pt x="862660" y="161421"/>
                </a:cubicBezTo>
                <a:cubicBezTo>
                  <a:pt x="855204" y="169182"/>
                  <a:pt x="843731" y="173063"/>
                  <a:pt x="828242" y="173063"/>
                </a:cubicBezTo>
                <a:cubicBezTo>
                  <a:pt x="823098" y="173063"/>
                  <a:pt x="818084" y="172699"/>
                  <a:pt x="813200" y="171970"/>
                </a:cubicBezTo>
                <a:cubicBezTo>
                  <a:pt x="808316" y="171242"/>
                  <a:pt x="803504" y="170208"/>
                  <a:pt x="798765" y="168867"/>
                </a:cubicBezTo>
                <a:lnTo>
                  <a:pt x="798765" y="152085"/>
                </a:lnTo>
                <a:lnTo>
                  <a:pt x="799632" y="152085"/>
                </a:lnTo>
                <a:cubicBezTo>
                  <a:pt x="802291" y="153120"/>
                  <a:pt x="806510" y="154398"/>
                  <a:pt x="812290" y="155920"/>
                </a:cubicBezTo>
                <a:cubicBezTo>
                  <a:pt x="818069" y="157443"/>
                  <a:pt x="823849" y="158204"/>
                  <a:pt x="829629" y="158204"/>
                </a:cubicBezTo>
                <a:cubicBezTo>
                  <a:pt x="835177" y="158204"/>
                  <a:pt x="839772" y="157535"/>
                  <a:pt x="843414" y="156196"/>
                </a:cubicBezTo>
                <a:cubicBezTo>
                  <a:pt x="847055" y="154858"/>
                  <a:pt x="849887" y="152997"/>
                  <a:pt x="851910" y="150613"/>
                </a:cubicBezTo>
                <a:cubicBezTo>
                  <a:pt x="853933" y="148344"/>
                  <a:pt x="855378" y="145609"/>
                  <a:pt x="856245" y="142408"/>
                </a:cubicBezTo>
                <a:cubicBezTo>
                  <a:pt x="857112" y="139209"/>
                  <a:pt x="857545" y="135631"/>
                  <a:pt x="857545" y="131676"/>
                </a:cubicBezTo>
                <a:lnTo>
                  <a:pt x="857545" y="122775"/>
                </a:lnTo>
                <a:cubicBezTo>
                  <a:pt x="852632" y="126748"/>
                  <a:pt x="847936" y="129713"/>
                  <a:pt x="843457" y="131671"/>
                </a:cubicBezTo>
                <a:cubicBezTo>
                  <a:pt x="838978" y="133627"/>
                  <a:pt x="833270" y="134604"/>
                  <a:pt x="826334" y="134604"/>
                </a:cubicBezTo>
                <a:cubicBezTo>
                  <a:pt x="814775" y="134604"/>
                  <a:pt x="805600" y="130383"/>
                  <a:pt x="798808" y="121942"/>
                </a:cubicBezTo>
                <a:cubicBezTo>
                  <a:pt x="792017" y="113498"/>
                  <a:pt x="788621" y="101593"/>
                  <a:pt x="788621" y="86228"/>
                </a:cubicBezTo>
                <a:cubicBezTo>
                  <a:pt x="788621" y="77815"/>
                  <a:pt x="789792" y="70556"/>
                  <a:pt x="792133" y="64451"/>
                </a:cubicBezTo>
                <a:cubicBezTo>
                  <a:pt x="794473" y="58345"/>
                  <a:pt x="797667" y="53072"/>
                  <a:pt x="801713" y="48633"/>
                </a:cubicBezTo>
                <a:cubicBezTo>
                  <a:pt x="805469" y="44485"/>
                  <a:pt x="810035" y="41257"/>
                  <a:pt x="815411" y="38950"/>
                </a:cubicBezTo>
                <a:cubicBezTo>
                  <a:pt x="820786" y="36641"/>
                  <a:pt x="826132" y="35487"/>
                  <a:pt x="831449" y="35487"/>
                </a:cubicBezTo>
                <a:cubicBezTo>
                  <a:pt x="837056" y="35487"/>
                  <a:pt x="841752" y="36057"/>
                  <a:pt x="845538" y="37196"/>
                </a:cubicBezTo>
                <a:cubicBezTo>
                  <a:pt x="849323" y="38335"/>
                  <a:pt x="853326" y="40073"/>
                  <a:pt x="857545" y="42411"/>
                </a:cubicBezTo>
                <a:lnTo>
                  <a:pt x="858585" y="38284"/>
                </a:lnTo>
                <a:lnTo>
                  <a:pt x="873844" y="38284"/>
                </a:lnTo>
                <a:lnTo>
                  <a:pt x="873844" y="124927"/>
                </a:lnTo>
                <a:moveTo>
                  <a:pt x="857545" y="109232"/>
                </a:moveTo>
                <a:lnTo>
                  <a:pt x="857545" y="55866"/>
                </a:lnTo>
                <a:cubicBezTo>
                  <a:pt x="853210" y="53879"/>
                  <a:pt x="849179" y="52462"/>
                  <a:pt x="845451" y="51616"/>
                </a:cubicBezTo>
                <a:cubicBezTo>
                  <a:pt x="841723" y="50769"/>
                  <a:pt x="838010" y="50346"/>
                  <a:pt x="834310" y="50346"/>
                </a:cubicBezTo>
                <a:cubicBezTo>
                  <a:pt x="825352" y="50346"/>
                  <a:pt x="818301" y="53384"/>
                  <a:pt x="813157" y="59460"/>
                </a:cubicBezTo>
                <a:cubicBezTo>
                  <a:pt x="808013" y="65535"/>
                  <a:pt x="805441" y="74356"/>
                  <a:pt x="805441" y="85922"/>
                </a:cubicBezTo>
                <a:cubicBezTo>
                  <a:pt x="805441" y="96904"/>
                  <a:pt x="807348" y="105229"/>
                  <a:pt x="811163" y="110896"/>
                </a:cubicBezTo>
                <a:cubicBezTo>
                  <a:pt x="814977" y="116562"/>
                  <a:pt x="821306" y="119396"/>
                  <a:pt x="830149" y="119396"/>
                </a:cubicBezTo>
                <a:cubicBezTo>
                  <a:pt x="834888" y="119396"/>
                  <a:pt x="839642" y="118476"/>
                  <a:pt x="844411" y="116637"/>
                </a:cubicBezTo>
                <a:cubicBezTo>
                  <a:pt x="849179" y="114796"/>
                  <a:pt x="853557" y="112328"/>
                  <a:pt x="857545" y="1092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814C8-B166-406C-A41B-FED96655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129" y="1414588"/>
            <a:ext cx="410911" cy="414272"/>
          </a:xfrm>
          <a:custGeom xmlns:a="http://schemas.openxmlformats.org/drawingml/2006/main">
            <a:pathLst>
              <a:path w="410911" h="414272">
                <a:moveTo>
                  <a:pt x="0" y="0"/>
                </a:moveTo>
                <a:lnTo>
                  <a:pt x="410911" y="0"/>
                </a:lnTo>
                <a:lnTo>
                  <a:pt x="410911" y="414272"/>
                </a:lnTo>
                <a:lnTo>
                  <a:pt x="0" y="4142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ca63a2e5e4292"/>
          <a:stretch xmlns:a="http://schemas.openxmlformats.org/drawingml/2006/main"/>
        </p:blipFill>
        <p:spPr>
          <a:xfrm xmlns:a="http://schemas.openxmlformats.org/drawingml/2006/main">
            <a:off x="9769234" y="1414588"/>
            <a:ext cx="410700" cy="414272"/>
          </a:xfrm>
          <a:prstGeom xmlns:a="http://schemas.openxmlformats.org/drawingml/2006/main" prst="rect">
            <a:avLst/>
          </a:prstGeom>
        </p:spPr>
      </p:pic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A06916-0B41-444F-9B81-E9DBD0F7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940" y="1869554"/>
            <a:ext cx="1123744" cy="254012"/>
          </a:xfrm>
          <a:custGeom xmlns:a="http://schemas.openxmlformats.org/drawingml/2006/main">
            <a:pathLst>
              <a:path w="1123744" h="254012">
                <a:moveTo>
                  <a:pt x="0" y="0"/>
                </a:moveTo>
                <a:lnTo>
                  <a:pt x="1123744" y="0"/>
                </a:lnTo>
                <a:lnTo>
                  <a:pt x="1123744" y="254012"/>
                </a:lnTo>
                <a:lnTo>
                  <a:pt x="0" y="2540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Traceroute">
            <a:extLst xmlns:a="http://schemas.openxmlformats.org/drawingml/2006/main">
              <a:ext uri="{FF2B5EF4-FFF2-40B4-BE49-F238E27FC236}">
                <a16:creationId xmlns:a16="http://schemas.microsoft.com/office/drawing/2014/main" id="{2978AED3-8F08-4B5D-A6D4-53E2B236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50" y="1930768"/>
            <a:ext cx="932116" cy="133031"/>
          </a:xfrm>
          <a:custGeom xmlns:a="http://schemas.openxmlformats.org/drawingml/2006/main">
            <a:pathLst>
              <a:path w="932116" h="133031">
                <a:moveTo>
                  <a:pt x="109411" y="15383"/>
                </a:moveTo>
                <a:lnTo>
                  <a:pt x="63288" y="15383"/>
                </a:lnTo>
                <a:lnTo>
                  <a:pt x="63288" y="130234"/>
                </a:lnTo>
                <a:lnTo>
                  <a:pt x="46122" y="130234"/>
                </a:lnTo>
                <a:lnTo>
                  <a:pt x="46122" y="15383"/>
                </a:lnTo>
                <a:lnTo>
                  <a:pt x="0" y="15383"/>
                </a:lnTo>
                <a:lnTo>
                  <a:pt x="0" y="0"/>
                </a:lnTo>
                <a:lnTo>
                  <a:pt x="109411" y="0"/>
                </a:lnTo>
                <a:lnTo>
                  <a:pt x="109411" y="15383"/>
                </a:lnTo>
                <a:close/>
                <a:moveTo>
                  <a:pt x="168617" y="50346"/>
                </a:moveTo>
                <a:lnTo>
                  <a:pt x="167750" y="50346"/>
                </a:lnTo>
                <a:cubicBezTo>
                  <a:pt x="165322" y="49794"/>
                  <a:pt x="162967" y="49394"/>
                  <a:pt x="160684" y="49146"/>
                </a:cubicBezTo>
                <a:cubicBezTo>
                  <a:pt x="158401" y="48897"/>
                  <a:pt x="155699" y="48772"/>
                  <a:pt x="152578" y="48772"/>
                </a:cubicBezTo>
                <a:cubicBezTo>
                  <a:pt x="147549" y="48772"/>
                  <a:pt x="142694" y="49896"/>
                  <a:pt x="138013" y="52143"/>
                </a:cubicBezTo>
                <a:cubicBezTo>
                  <a:pt x="133331" y="54388"/>
                  <a:pt x="128823" y="57290"/>
                  <a:pt x="124488" y="60848"/>
                </a:cubicBezTo>
                <a:lnTo>
                  <a:pt x="124488" y="130234"/>
                </a:lnTo>
                <a:lnTo>
                  <a:pt x="108189" y="130234"/>
                </a:lnTo>
                <a:lnTo>
                  <a:pt x="108189" y="32515"/>
                </a:lnTo>
                <a:lnTo>
                  <a:pt x="124488" y="32515"/>
                </a:lnTo>
                <a:lnTo>
                  <a:pt x="124488" y="46950"/>
                </a:lnTo>
                <a:cubicBezTo>
                  <a:pt x="130961" y="41701"/>
                  <a:pt x="136669" y="37982"/>
                  <a:pt x="141611" y="35795"/>
                </a:cubicBezTo>
                <a:cubicBezTo>
                  <a:pt x="146552" y="33608"/>
                  <a:pt x="151595" y="32515"/>
                  <a:pt x="156739" y="32515"/>
                </a:cubicBezTo>
                <a:cubicBezTo>
                  <a:pt x="159571" y="32515"/>
                  <a:pt x="161623" y="32588"/>
                  <a:pt x="162895" y="32733"/>
                </a:cubicBezTo>
                <a:cubicBezTo>
                  <a:pt x="164166" y="32877"/>
                  <a:pt x="166073" y="33152"/>
                  <a:pt x="168617" y="33558"/>
                </a:cubicBezTo>
                <a:lnTo>
                  <a:pt x="168617" y="50346"/>
                </a:lnTo>
                <a:close/>
                <a:moveTo>
                  <a:pt x="256062" y="130234"/>
                </a:moveTo>
                <a:lnTo>
                  <a:pt x="239849" y="130234"/>
                </a:lnTo>
                <a:lnTo>
                  <a:pt x="239849" y="119904"/>
                </a:lnTo>
                <a:cubicBezTo>
                  <a:pt x="238404" y="120896"/>
                  <a:pt x="236454" y="122282"/>
                  <a:pt x="233997" y="124061"/>
                </a:cubicBezTo>
                <a:cubicBezTo>
                  <a:pt x="231541" y="125840"/>
                  <a:pt x="229157" y="127255"/>
                  <a:pt x="226845" y="128306"/>
                </a:cubicBezTo>
                <a:cubicBezTo>
                  <a:pt x="224128" y="129648"/>
                  <a:pt x="221007" y="130770"/>
                  <a:pt x="217482" y="131674"/>
                </a:cubicBezTo>
                <a:cubicBezTo>
                  <a:pt x="213956" y="132579"/>
                  <a:pt x="209824" y="133031"/>
                  <a:pt x="205084" y="133031"/>
                </a:cubicBezTo>
                <a:cubicBezTo>
                  <a:pt x="196357" y="133031"/>
                  <a:pt x="188959" y="130114"/>
                  <a:pt x="182890" y="124280"/>
                </a:cubicBezTo>
                <a:cubicBezTo>
                  <a:pt x="176821" y="118445"/>
                  <a:pt x="173787" y="111006"/>
                  <a:pt x="173787" y="101961"/>
                </a:cubicBezTo>
                <a:cubicBezTo>
                  <a:pt x="173787" y="94552"/>
                  <a:pt x="175362" y="88557"/>
                  <a:pt x="178512" y="83978"/>
                </a:cubicBezTo>
                <a:cubicBezTo>
                  <a:pt x="181662" y="79396"/>
                  <a:pt x="186155" y="75793"/>
                  <a:pt x="191993" y="73169"/>
                </a:cubicBezTo>
                <a:cubicBezTo>
                  <a:pt x="197888" y="70543"/>
                  <a:pt x="204969" y="68764"/>
                  <a:pt x="213234" y="67829"/>
                </a:cubicBezTo>
                <a:cubicBezTo>
                  <a:pt x="221499" y="66895"/>
                  <a:pt x="230371" y="66195"/>
                  <a:pt x="239849" y="65729"/>
                </a:cubicBezTo>
                <a:lnTo>
                  <a:pt x="239849" y="63172"/>
                </a:lnTo>
                <a:cubicBezTo>
                  <a:pt x="239849" y="59412"/>
                  <a:pt x="239199" y="56298"/>
                  <a:pt x="237899" y="53831"/>
                </a:cubicBezTo>
                <a:cubicBezTo>
                  <a:pt x="236598" y="51363"/>
                  <a:pt x="234734" y="49424"/>
                  <a:pt x="232307" y="48013"/>
                </a:cubicBezTo>
                <a:cubicBezTo>
                  <a:pt x="229995" y="46662"/>
                  <a:pt x="227221" y="45751"/>
                  <a:pt x="223984" y="45281"/>
                </a:cubicBezTo>
                <a:cubicBezTo>
                  <a:pt x="220747" y="44812"/>
                  <a:pt x="217366" y="44577"/>
                  <a:pt x="213840" y="44577"/>
                </a:cubicBezTo>
                <a:cubicBezTo>
                  <a:pt x="209563" y="44577"/>
                  <a:pt x="204795" y="45160"/>
                  <a:pt x="199536" y="46328"/>
                </a:cubicBezTo>
                <a:cubicBezTo>
                  <a:pt x="194276" y="47493"/>
                  <a:pt x="188843" y="49182"/>
                  <a:pt x="183237" y="51394"/>
                </a:cubicBezTo>
                <a:lnTo>
                  <a:pt x="182370" y="51394"/>
                </a:lnTo>
                <a:lnTo>
                  <a:pt x="182370" y="34700"/>
                </a:lnTo>
                <a:cubicBezTo>
                  <a:pt x="185549" y="33826"/>
                  <a:pt x="190143" y="32864"/>
                  <a:pt x="196154" y="31816"/>
                </a:cubicBezTo>
                <a:cubicBezTo>
                  <a:pt x="202165" y="30767"/>
                  <a:pt x="208090" y="30242"/>
                  <a:pt x="213927" y="30242"/>
                </a:cubicBezTo>
                <a:cubicBezTo>
                  <a:pt x="220747" y="30242"/>
                  <a:pt x="226686" y="30810"/>
                  <a:pt x="231743" y="31947"/>
                </a:cubicBezTo>
                <a:cubicBezTo>
                  <a:pt x="236801" y="33083"/>
                  <a:pt x="241179" y="35020"/>
                  <a:pt x="244878" y="37759"/>
                </a:cubicBezTo>
                <a:cubicBezTo>
                  <a:pt x="248519" y="40440"/>
                  <a:pt x="251293" y="43907"/>
                  <a:pt x="253201" y="48160"/>
                </a:cubicBezTo>
                <a:cubicBezTo>
                  <a:pt x="255108" y="52414"/>
                  <a:pt x="256062" y="57688"/>
                  <a:pt x="256062" y="63981"/>
                </a:cubicBezTo>
                <a:lnTo>
                  <a:pt x="256062" y="130234"/>
                </a:lnTo>
                <a:moveTo>
                  <a:pt x="239849" y="106321"/>
                </a:moveTo>
                <a:lnTo>
                  <a:pt x="239849" y="79015"/>
                </a:lnTo>
                <a:cubicBezTo>
                  <a:pt x="234879" y="79308"/>
                  <a:pt x="229027" y="79747"/>
                  <a:pt x="222293" y="80334"/>
                </a:cubicBezTo>
                <a:cubicBezTo>
                  <a:pt x="215560" y="80918"/>
                  <a:pt x="210228" y="81766"/>
                  <a:pt x="206298" y="82877"/>
                </a:cubicBezTo>
                <a:cubicBezTo>
                  <a:pt x="201616" y="84224"/>
                  <a:pt x="197831" y="86317"/>
                  <a:pt x="194941" y="89156"/>
                </a:cubicBezTo>
                <a:cubicBezTo>
                  <a:pt x="192051" y="91995"/>
                  <a:pt x="190606" y="95902"/>
                  <a:pt x="190606" y="100877"/>
                </a:cubicBezTo>
                <a:cubicBezTo>
                  <a:pt x="190606" y="106496"/>
                  <a:pt x="192282" y="110725"/>
                  <a:pt x="195634" y="113564"/>
                </a:cubicBezTo>
                <a:cubicBezTo>
                  <a:pt x="198986" y="116403"/>
                  <a:pt x="204102" y="117823"/>
                  <a:pt x="210979" y="117823"/>
                </a:cubicBezTo>
                <a:cubicBezTo>
                  <a:pt x="216701" y="117823"/>
                  <a:pt x="221932" y="116696"/>
                  <a:pt x="226672" y="114444"/>
                </a:cubicBezTo>
                <a:cubicBezTo>
                  <a:pt x="231411" y="112189"/>
                  <a:pt x="235804" y="109482"/>
                  <a:pt x="239849" y="106321"/>
                </a:cubicBezTo>
                <a:close/>
                <a:moveTo>
                  <a:pt x="358953" y="124203"/>
                </a:moveTo>
                <a:cubicBezTo>
                  <a:pt x="353520" y="126825"/>
                  <a:pt x="348361" y="128865"/>
                  <a:pt x="343478" y="130322"/>
                </a:cubicBezTo>
                <a:cubicBezTo>
                  <a:pt x="338594" y="131778"/>
                  <a:pt x="333406" y="132507"/>
                  <a:pt x="327916" y="132507"/>
                </a:cubicBezTo>
                <a:cubicBezTo>
                  <a:pt x="320922" y="132507"/>
                  <a:pt x="314506" y="131471"/>
                  <a:pt x="308669" y="129398"/>
                </a:cubicBezTo>
                <a:cubicBezTo>
                  <a:pt x="302831" y="127326"/>
                  <a:pt x="297832" y="124189"/>
                  <a:pt x="293670" y="119986"/>
                </a:cubicBezTo>
                <a:cubicBezTo>
                  <a:pt x="289451" y="115783"/>
                  <a:pt x="286186" y="110471"/>
                  <a:pt x="283874" y="104051"/>
                </a:cubicBezTo>
                <a:cubicBezTo>
                  <a:pt x="281562" y="97630"/>
                  <a:pt x="280406" y="90130"/>
                  <a:pt x="280406" y="81549"/>
                </a:cubicBezTo>
                <a:cubicBezTo>
                  <a:pt x="280406" y="65556"/>
                  <a:pt x="284755" y="53007"/>
                  <a:pt x="293454" y="43902"/>
                </a:cubicBezTo>
                <a:cubicBezTo>
                  <a:pt x="302152" y="34796"/>
                  <a:pt x="313640" y="30242"/>
                  <a:pt x="327916" y="30242"/>
                </a:cubicBezTo>
                <a:cubicBezTo>
                  <a:pt x="333464" y="30242"/>
                  <a:pt x="338911" y="31029"/>
                  <a:pt x="344258" y="32602"/>
                </a:cubicBezTo>
                <a:cubicBezTo>
                  <a:pt x="349604" y="34176"/>
                  <a:pt x="354502" y="36098"/>
                  <a:pt x="358953" y="38371"/>
                </a:cubicBezTo>
                <a:lnTo>
                  <a:pt x="358953" y="56639"/>
                </a:lnTo>
                <a:lnTo>
                  <a:pt x="358086" y="56639"/>
                </a:lnTo>
                <a:cubicBezTo>
                  <a:pt x="353115" y="52762"/>
                  <a:pt x="347986" y="49783"/>
                  <a:pt x="342697" y="47702"/>
                </a:cubicBezTo>
                <a:cubicBezTo>
                  <a:pt x="337409" y="45618"/>
                  <a:pt x="332250" y="44577"/>
                  <a:pt x="327222" y="44577"/>
                </a:cubicBezTo>
                <a:cubicBezTo>
                  <a:pt x="317974" y="44577"/>
                  <a:pt x="310677" y="47709"/>
                  <a:pt x="305331" y="53973"/>
                </a:cubicBezTo>
                <a:cubicBezTo>
                  <a:pt x="299985" y="60237"/>
                  <a:pt x="297312" y="69429"/>
                  <a:pt x="297312" y="81549"/>
                </a:cubicBezTo>
                <a:cubicBezTo>
                  <a:pt x="297312" y="93320"/>
                  <a:pt x="299927" y="102366"/>
                  <a:pt x="305158" y="108689"/>
                </a:cubicBezTo>
                <a:cubicBezTo>
                  <a:pt x="310388" y="115011"/>
                  <a:pt x="317743" y="118172"/>
                  <a:pt x="327222" y="118172"/>
                </a:cubicBezTo>
                <a:cubicBezTo>
                  <a:pt x="330516" y="118172"/>
                  <a:pt x="333869" y="117739"/>
                  <a:pt x="337279" y="116872"/>
                </a:cubicBezTo>
                <a:cubicBezTo>
                  <a:pt x="340689" y="116003"/>
                  <a:pt x="343752" y="114874"/>
                  <a:pt x="346469" y="113485"/>
                </a:cubicBezTo>
                <a:cubicBezTo>
                  <a:pt x="348838" y="112270"/>
                  <a:pt x="351063" y="110984"/>
                  <a:pt x="353144" y="109626"/>
                </a:cubicBezTo>
                <a:cubicBezTo>
                  <a:pt x="355225" y="108265"/>
                  <a:pt x="356872" y="107094"/>
                  <a:pt x="358086" y="106110"/>
                </a:cubicBezTo>
                <a:lnTo>
                  <a:pt x="358953" y="106110"/>
                </a:lnTo>
                <a:lnTo>
                  <a:pt x="358953" y="124203"/>
                </a:lnTo>
                <a:close/>
                <a:moveTo>
                  <a:pt x="460731" y="83035"/>
                </a:moveTo>
                <a:lnTo>
                  <a:pt x="389380" y="83035"/>
                </a:lnTo>
                <a:cubicBezTo>
                  <a:pt x="389380" y="89052"/>
                  <a:pt x="390276" y="94294"/>
                  <a:pt x="392068" y="98763"/>
                </a:cubicBezTo>
                <a:cubicBezTo>
                  <a:pt x="393859" y="103231"/>
                  <a:pt x="396316" y="106897"/>
                  <a:pt x="399437" y="109759"/>
                </a:cubicBezTo>
                <a:cubicBezTo>
                  <a:pt x="402442" y="112564"/>
                  <a:pt x="406011" y="114667"/>
                  <a:pt x="410144" y="116069"/>
                </a:cubicBezTo>
                <a:cubicBezTo>
                  <a:pt x="414276" y="117471"/>
                  <a:pt x="418828" y="118172"/>
                  <a:pt x="423798" y="118172"/>
                </a:cubicBezTo>
                <a:cubicBezTo>
                  <a:pt x="430387" y="118172"/>
                  <a:pt x="437020" y="116837"/>
                  <a:pt x="443695" y="114165"/>
                </a:cubicBezTo>
                <a:cubicBezTo>
                  <a:pt x="450371" y="111494"/>
                  <a:pt x="455125" y="108867"/>
                  <a:pt x="457957" y="106285"/>
                </a:cubicBezTo>
                <a:lnTo>
                  <a:pt x="458824" y="106285"/>
                </a:lnTo>
                <a:lnTo>
                  <a:pt x="458824" y="124263"/>
                </a:lnTo>
                <a:cubicBezTo>
                  <a:pt x="453333" y="126601"/>
                  <a:pt x="447727" y="128560"/>
                  <a:pt x="442005" y="130139"/>
                </a:cubicBezTo>
                <a:cubicBezTo>
                  <a:pt x="436283" y="131717"/>
                  <a:pt x="430272" y="132507"/>
                  <a:pt x="423972" y="132507"/>
                </a:cubicBezTo>
                <a:cubicBezTo>
                  <a:pt x="407904" y="132507"/>
                  <a:pt x="395362" y="128115"/>
                  <a:pt x="386346" y="119330"/>
                </a:cubicBezTo>
                <a:cubicBezTo>
                  <a:pt x="377329" y="110546"/>
                  <a:pt x="372821" y="98069"/>
                  <a:pt x="372821" y="81899"/>
                </a:cubicBezTo>
                <a:cubicBezTo>
                  <a:pt x="372821" y="65907"/>
                  <a:pt x="377141" y="53213"/>
                  <a:pt x="385782" y="43815"/>
                </a:cubicBezTo>
                <a:cubicBezTo>
                  <a:pt x="394423" y="34417"/>
                  <a:pt x="405795" y="29718"/>
                  <a:pt x="419897" y="29718"/>
                </a:cubicBezTo>
                <a:cubicBezTo>
                  <a:pt x="432959" y="29718"/>
                  <a:pt x="443031" y="33570"/>
                  <a:pt x="450111" y="41275"/>
                </a:cubicBezTo>
                <a:cubicBezTo>
                  <a:pt x="457191" y="48979"/>
                  <a:pt x="460731" y="59923"/>
                  <a:pt x="460731" y="74106"/>
                </a:cubicBezTo>
                <a:lnTo>
                  <a:pt x="460731" y="83035"/>
                </a:lnTo>
                <a:moveTo>
                  <a:pt x="444866" y="70449"/>
                </a:moveTo>
                <a:cubicBezTo>
                  <a:pt x="444808" y="61825"/>
                  <a:pt x="442655" y="55153"/>
                  <a:pt x="438407" y="50433"/>
                </a:cubicBezTo>
                <a:cubicBezTo>
                  <a:pt x="434159" y="45713"/>
                  <a:pt x="427700" y="43353"/>
                  <a:pt x="419030" y="43353"/>
                </a:cubicBezTo>
                <a:cubicBezTo>
                  <a:pt x="410303" y="43353"/>
                  <a:pt x="403353" y="45946"/>
                  <a:pt x="398180" y="51132"/>
                </a:cubicBezTo>
                <a:cubicBezTo>
                  <a:pt x="393007" y="56318"/>
                  <a:pt x="390074" y="62757"/>
                  <a:pt x="389380" y="70449"/>
                </a:cubicBezTo>
                <a:lnTo>
                  <a:pt x="444866" y="70449"/>
                </a:lnTo>
                <a:close/>
                <a:moveTo>
                  <a:pt x="545742" y="50346"/>
                </a:moveTo>
                <a:lnTo>
                  <a:pt x="544875" y="50346"/>
                </a:lnTo>
                <a:cubicBezTo>
                  <a:pt x="542448" y="49794"/>
                  <a:pt x="540093" y="49394"/>
                  <a:pt x="537810" y="49146"/>
                </a:cubicBezTo>
                <a:cubicBezTo>
                  <a:pt x="535527" y="48897"/>
                  <a:pt x="532825" y="48772"/>
                  <a:pt x="529703" y="48772"/>
                </a:cubicBezTo>
                <a:cubicBezTo>
                  <a:pt x="524675" y="48772"/>
                  <a:pt x="519820" y="49896"/>
                  <a:pt x="515138" y="52143"/>
                </a:cubicBezTo>
                <a:cubicBezTo>
                  <a:pt x="510457" y="54388"/>
                  <a:pt x="505949" y="57290"/>
                  <a:pt x="501614" y="60848"/>
                </a:cubicBezTo>
                <a:lnTo>
                  <a:pt x="501614" y="130234"/>
                </a:lnTo>
                <a:lnTo>
                  <a:pt x="485315" y="130234"/>
                </a:lnTo>
                <a:lnTo>
                  <a:pt x="485315" y="32515"/>
                </a:lnTo>
                <a:lnTo>
                  <a:pt x="501614" y="32515"/>
                </a:lnTo>
                <a:lnTo>
                  <a:pt x="501614" y="46950"/>
                </a:lnTo>
                <a:cubicBezTo>
                  <a:pt x="508087" y="41701"/>
                  <a:pt x="513795" y="37982"/>
                  <a:pt x="518736" y="35795"/>
                </a:cubicBezTo>
                <a:cubicBezTo>
                  <a:pt x="523678" y="33608"/>
                  <a:pt x="528721" y="32515"/>
                  <a:pt x="533865" y="32515"/>
                </a:cubicBezTo>
                <a:cubicBezTo>
                  <a:pt x="536697" y="32515"/>
                  <a:pt x="538749" y="32588"/>
                  <a:pt x="540020" y="32733"/>
                </a:cubicBezTo>
                <a:cubicBezTo>
                  <a:pt x="541292" y="32877"/>
                  <a:pt x="543199" y="33152"/>
                  <a:pt x="545742" y="33558"/>
                </a:cubicBezTo>
                <a:lnTo>
                  <a:pt x="545742" y="50346"/>
                </a:lnTo>
                <a:close/>
                <a:moveTo>
                  <a:pt x="643488" y="81418"/>
                </a:moveTo>
                <a:cubicBezTo>
                  <a:pt x="643488" y="97366"/>
                  <a:pt x="639442" y="109955"/>
                  <a:pt x="631350" y="119186"/>
                </a:cubicBezTo>
                <a:cubicBezTo>
                  <a:pt x="623259" y="128416"/>
                  <a:pt x="612422" y="133031"/>
                  <a:pt x="598839" y="133031"/>
                </a:cubicBezTo>
                <a:cubicBezTo>
                  <a:pt x="585141" y="133031"/>
                  <a:pt x="574261" y="128416"/>
                  <a:pt x="566198" y="119186"/>
                </a:cubicBezTo>
                <a:cubicBezTo>
                  <a:pt x="558135" y="109955"/>
                  <a:pt x="554104" y="97366"/>
                  <a:pt x="554104" y="81418"/>
                </a:cubicBezTo>
                <a:cubicBezTo>
                  <a:pt x="554104" y="65470"/>
                  <a:pt x="558135" y="52867"/>
                  <a:pt x="566198" y="43607"/>
                </a:cubicBezTo>
                <a:cubicBezTo>
                  <a:pt x="574261" y="34348"/>
                  <a:pt x="585141" y="29718"/>
                  <a:pt x="598839" y="29718"/>
                </a:cubicBezTo>
                <a:cubicBezTo>
                  <a:pt x="612422" y="29718"/>
                  <a:pt x="623259" y="34348"/>
                  <a:pt x="631350" y="43607"/>
                </a:cubicBezTo>
                <a:cubicBezTo>
                  <a:pt x="639442" y="52867"/>
                  <a:pt x="643488" y="65470"/>
                  <a:pt x="643488" y="81418"/>
                </a:cubicBezTo>
                <a:moveTo>
                  <a:pt x="626669" y="81418"/>
                </a:moveTo>
                <a:cubicBezTo>
                  <a:pt x="626669" y="68788"/>
                  <a:pt x="624212" y="59403"/>
                  <a:pt x="619300" y="53263"/>
                </a:cubicBezTo>
                <a:cubicBezTo>
                  <a:pt x="614387" y="47122"/>
                  <a:pt x="607567" y="44052"/>
                  <a:pt x="598839" y="44052"/>
                </a:cubicBezTo>
                <a:cubicBezTo>
                  <a:pt x="589996" y="44052"/>
                  <a:pt x="583133" y="47122"/>
                  <a:pt x="578249" y="53263"/>
                </a:cubicBezTo>
                <a:cubicBezTo>
                  <a:pt x="573365" y="59403"/>
                  <a:pt x="570923" y="68788"/>
                  <a:pt x="570923" y="81418"/>
                </a:cubicBezTo>
                <a:cubicBezTo>
                  <a:pt x="570923" y="93640"/>
                  <a:pt x="573379" y="102909"/>
                  <a:pt x="578292" y="109224"/>
                </a:cubicBezTo>
                <a:cubicBezTo>
                  <a:pt x="583205" y="115539"/>
                  <a:pt x="590054" y="118697"/>
                  <a:pt x="598839" y="118697"/>
                </a:cubicBezTo>
                <a:cubicBezTo>
                  <a:pt x="607509" y="118697"/>
                  <a:pt x="614315" y="115568"/>
                  <a:pt x="619256" y="109311"/>
                </a:cubicBezTo>
                <a:cubicBezTo>
                  <a:pt x="624198" y="103055"/>
                  <a:pt x="626669" y="93757"/>
                  <a:pt x="626669" y="81418"/>
                </a:cubicBezTo>
                <a:close/>
                <a:moveTo>
                  <a:pt x="748831" y="130234"/>
                </a:moveTo>
                <a:lnTo>
                  <a:pt x="732532" y="130234"/>
                </a:lnTo>
                <a:lnTo>
                  <a:pt x="732532" y="119459"/>
                </a:lnTo>
                <a:cubicBezTo>
                  <a:pt x="727042" y="123836"/>
                  <a:pt x="721782" y="127193"/>
                  <a:pt x="716754" y="129529"/>
                </a:cubicBezTo>
                <a:cubicBezTo>
                  <a:pt x="711725" y="131864"/>
                  <a:pt x="706177" y="133031"/>
                  <a:pt x="700108" y="133031"/>
                </a:cubicBezTo>
                <a:cubicBezTo>
                  <a:pt x="689935" y="133031"/>
                  <a:pt x="682017" y="129894"/>
                  <a:pt x="676353" y="123619"/>
                </a:cubicBezTo>
                <a:cubicBezTo>
                  <a:pt x="670689" y="117344"/>
                  <a:pt x="667857" y="108135"/>
                  <a:pt x="667857" y="95993"/>
                </a:cubicBezTo>
                <a:lnTo>
                  <a:pt x="667857" y="32515"/>
                </a:lnTo>
                <a:lnTo>
                  <a:pt x="684156" y="32515"/>
                </a:lnTo>
                <a:lnTo>
                  <a:pt x="684156" y="88162"/>
                </a:lnTo>
                <a:cubicBezTo>
                  <a:pt x="684156" y="93121"/>
                  <a:pt x="684387" y="97364"/>
                  <a:pt x="684849" y="100893"/>
                </a:cubicBezTo>
                <a:cubicBezTo>
                  <a:pt x="685312" y="104422"/>
                  <a:pt x="686294" y="107440"/>
                  <a:pt x="687797" y="109948"/>
                </a:cubicBezTo>
                <a:cubicBezTo>
                  <a:pt x="689358" y="112515"/>
                  <a:pt x="691380" y="114383"/>
                  <a:pt x="693866" y="115550"/>
                </a:cubicBezTo>
                <a:cubicBezTo>
                  <a:pt x="696351" y="116715"/>
                  <a:pt x="699963" y="117298"/>
                  <a:pt x="704703" y="117298"/>
                </a:cubicBezTo>
                <a:cubicBezTo>
                  <a:pt x="708922" y="117298"/>
                  <a:pt x="713531" y="116190"/>
                  <a:pt x="718531" y="113974"/>
                </a:cubicBezTo>
                <a:cubicBezTo>
                  <a:pt x="723530" y="111756"/>
                  <a:pt x="728197" y="108927"/>
                  <a:pt x="732532" y="105487"/>
                </a:cubicBezTo>
                <a:lnTo>
                  <a:pt x="732532" y="32515"/>
                </a:lnTo>
                <a:lnTo>
                  <a:pt x="748831" y="32515"/>
                </a:lnTo>
                <a:lnTo>
                  <a:pt x="748831" y="130234"/>
                </a:lnTo>
                <a:close/>
                <a:moveTo>
                  <a:pt x="831049" y="129374"/>
                </a:moveTo>
                <a:cubicBezTo>
                  <a:pt x="827985" y="130186"/>
                  <a:pt x="824648" y="130852"/>
                  <a:pt x="821035" y="131373"/>
                </a:cubicBezTo>
                <a:cubicBezTo>
                  <a:pt x="817423" y="131896"/>
                  <a:pt x="814201" y="132157"/>
                  <a:pt x="811369" y="132157"/>
                </a:cubicBezTo>
                <a:cubicBezTo>
                  <a:pt x="801485" y="132157"/>
                  <a:pt x="793971" y="129474"/>
                  <a:pt x="788827" y="124108"/>
                </a:cubicBezTo>
                <a:cubicBezTo>
                  <a:pt x="783683" y="118741"/>
                  <a:pt x="781111" y="110137"/>
                  <a:pt x="781111" y="98296"/>
                </a:cubicBezTo>
                <a:lnTo>
                  <a:pt x="781111" y="46325"/>
                </a:lnTo>
                <a:lnTo>
                  <a:pt x="770101" y="46325"/>
                </a:lnTo>
                <a:lnTo>
                  <a:pt x="770101" y="32515"/>
                </a:lnTo>
                <a:lnTo>
                  <a:pt x="781111" y="32515"/>
                </a:lnTo>
                <a:lnTo>
                  <a:pt x="781111" y="4370"/>
                </a:lnTo>
                <a:lnTo>
                  <a:pt x="797410" y="4370"/>
                </a:lnTo>
                <a:lnTo>
                  <a:pt x="797410" y="32515"/>
                </a:lnTo>
                <a:lnTo>
                  <a:pt x="831049" y="32515"/>
                </a:lnTo>
                <a:lnTo>
                  <a:pt x="831049" y="46325"/>
                </a:lnTo>
                <a:lnTo>
                  <a:pt x="797410" y="46325"/>
                </a:lnTo>
                <a:lnTo>
                  <a:pt x="797410" y="90924"/>
                </a:lnTo>
                <a:cubicBezTo>
                  <a:pt x="797410" y="96064"/>
                  <a:pt x="797526" y="100080"/>
                  <a:pt x="797757" y="102972"/>
                </a:cubicBezTo>
                <a:cubicBezTo>
                  <a:pt x="797988" y="105863"/>
                  <a:pt x="798798" y="108565"/>
                  <a:pt x="800185" y="111076"/>
                </a:cubicBezTo>
                <a:cubicBezTo>
                  <a:pt x="801456" y="113412"/>
                  <a:pt x="803205" y="115121"/>
                  <a:pt x="805430" y="116203"/>
                </a:cubicBezTo>
                <a:cubicBezTo>
                  <a:pt x="807655" y="117283"/>
                  <a:pt x="811051" y="117823"/>
                  <a:pt x="815617" y="117823"/>
                </a:cubicBezTo>
                <a:cubicBezTo>
                  <a:pt x="818275" y="117823"/>
                  <a:pt x="821050" y="117429"/>
                  <a:pt x="823939" y="116643"/>
                </a:cubicBezTo>
                <a:cubicBezTo>
                  <a:pt x="826829" y="115856"/>
                  <a:pt x="828910" y="115200"/>
                  <a:pt x="830182" y="114676"/>
                </a:cubicBezTo>
                <a:lnTo>
                  <a:pt x="831049" y="114676"/>
                </a:lnTo>
                <a:lnTo>
                  <a:pt x="831049" y="129374"/>
                </a:lnTo>
                <a:close/>
                <a:moveTo>
                  <a:pt x="932116" y="83035"/>
                </a:moveTo>
                <a:lnTo>
                  <a:pt x="860765" y="83035"/>
                </a:lnTo>
                <a:cubicBezTo>
                  <a:pt x="860765" y="89052"/>
                  <a:pt x="861660" y="94294"/>
                  <a:pt x="863452" y="98763"/>
                </a:cubicBezTo>
                <a:cubicBezTo>
                  <a:pt x="865244" y="103231"/>
                  <a:pt x="867700" y="106897"/>
                  <a:pt x="870821" y="109759"/>
                </a:cubicBezTo>
                <a:cubicBezTo>
                  <a:pt x="873827" y="112564"/>
                  <a:pt x="877396" y="114667"/>
                  <a:pt x="881528" y="116069"/>
                </a:cubicBezTo>
                <a:cubicBezTo>
                  <a:pt x="885661" y="117471"/>
                  <a:pt x="890212" y="118172"/>
                  <a:pt x="895183" y="118172"/>
                </a:cubicBezTo>
                <a:cubicBezTo>
                  <a:pt x="901772" y="118172"/>
                  <a:pt x="908404" y="116837"/>
                  <a:pt x="915080" y="114165"/>
                </a:cubicBezTo>
                <a:cubicBezTo>
                  <a:pt x="921756" y="111494"/>
                  <a:pt x="926509" y="108867"/>
                  <a:pt x="929341" y="106285"/>
                </a:cubicBezTo>
                <a:lnTo>
                  <a:pt x="930208" y="106285"/>
                </a:lnTo>
                <a:lnTo>
                  <a:pt x="930208" y="124263"/>
                </a:lnTo>
                <a:cubicBezTo>
                  <a:pt x="924718" y="126601"/>
                  <a:pt x="919111" y="128560"/>
                  <a:pt x="913389" y="130139"/>
                </a:cubicBezTo>
                <a:cubicBezTo>
                  <a:pt x="907667" y="131717"/>
                  <a:pt x="901656" y="132507"/>
                  <a:pt x="895356" y="132507"/>
                </a:cubicBezTo>
                <a:cubicBezTo>
                  <a:pt x="879289" y="132507"/>
                  <a:pt x="866747" y="128115"/>
                  <a:pt x="857730" y="119330"/>
                </a:cubicBezTo>
                <a:cubicBezTo>
                  <a:pt x="848714" y="110546"/>
                  <a:pt x="844206" y="98069"/>
                  <a:pt x="844206" y="81899"/>
                </a:cubicBezTo>
                <a:cubicBezTo>
                  <a:pt x="844206" y="65907"/>
                  <a:pt x="848526" y="53213"/>
                  <a:pt x="857167" y="43815"/>
                </a:cubicBezTo>
                <a:cubicBezTo>
                  <a:pt x="865807" y="34417"/>
                  <a:pt x="877179" y="29718"/>
                  <a:pt x="891282" y="29718"/>
                </a:cubicBezTo>
                <a:cubicBezTo>
                  <a:pt x="904344" y="29718"/>
                  <a:pt x="914415" y="33570"/>
                  <a:pt x="921495" y="41275"/>
                </a:cubicBezTo>
                <a:cubicBezTo>
                  <a:pt x="928576" y="48979"/>
                  <a:pt x="932116" y="59923"/>
                  <a:pt x="932116" y="74106"/>
                </a:cubicBezTo>
                <a:lnTo>
                  <a:pt x="932116" y="83035"/>
                </a:lnTo>
                <a:moveTo>
                  <a:pt x="916250" y="70449"/>
                </a:moveTo>
                <a:cubicBezTo>
                  <a:pt x="916193" y="61825"/>
                  <a:pt x="914040" y="55153"/>
                  <a:pt x="909791" y="50433"/>
                </a:cubicBezTo>
                <a:cubicBezTo>
                  <a:pt x="905543" y="45713"/>
                  <a:pt x="899084" y="43353"/>
                  <a:pt x="890415" y="43353"/>
                </a:cubicBezTo>
                <a:cubicBezTo>
                  <a:pt x="881687" y="43353"/>
                  <a:pt x="874737" y="45946"/>
                  <a:pt x="869564" y="51132"/>
                </a:cubicBezTo>
                <a:cubicBezTo>
                  <a:pt x="864391" y="56318"/>
                  <a:pt x="861458" y="62757"/>
                  <a:pt x="860765" y="70449"/>
                </a:cubicBezTo>
                <a:lnTo>
                  <a:pt x="916250" y="704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3DFCD-1AF3-4344-B098-E683E67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573" y="114325"/>
            <a:ext cx="3900900" cy="254012"/>
          </a:xfrm>
          <a:custGeom xmlns:a="http://schemas.openxmlformats.org/drawingml/2006/main">
            <a:pathLst>
              <a:path w="3900900" h="254012">
                <a:moveTo>
                  <a:pt x="0" y="0"/>
                </a:moveTo>
                <a:lnTo>
                  <a:pt x="3900900" y="0"/>
                </a:lnTo>
                <a:lnTo>
                  <a:pt x="3900900" y="254012"/>
                </a:lnTo>
                <a:lnTo>
                  <a:pt x="0" y="2540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CubaMeasurements(Sec.5.2)">
            <a:extLst xmlns:a="http://schemas.openxmlformats.org/drawingml/2006/main">
              <a:ext uri="{FF2B5EF4-FFF2-40B4-BE49-F238E27FC236}">
                <a16:creationId xmlns:a16="http://schemas.microsoft.com/office/drawing/2014/main" id="{561B73C2-9D68-4959-A703-07A51B75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149" y="236475"/>
            <a:ext cx="2749706" cy="172014"/>
          </a:xfrm>
          <a:custGeom xmlns:a="http://schemas.openxmlformats.org/drawingml/2006/main">
            <a:pathLst>
              <a:path w="2749706" h="172014">
                <a:moveTo>
                  <a:pt x="107070" y="126618"/>
                </a:moveTo>
                <a:cubicBezTo>
                  <a:pt x="103891" y="128020"/>
                  <a:pt x="101016" y="129335"/>
                  <a:pt x="98444" y="130562"/>
                </a:cubicBezTo>
                <a:cubicBezTo>
                  <a:pt x="95872" y="131789"/>
                  <a:pt x="92505" y="133075"/>
                  <a:pt x="88344" y="134419"/>
                </a:cubicBezTo>
                <a:cubicBezTo>
                  <a:pt x="84818" y="135529"/>
                  <a:pt x="80989" y="136479"/>
                  <a:pt x="76856" y="137268"/>
                </a:cubicBezTo>
                <a:cubicBezTo>
                  <a:pt x="72724" y="138056"/>
                  <a:pt x="68172" y="138450"/>
                  <a:pt x="63202" y="138450"/>
                </a:cubicBezTo>
                <a:cubicBezTo>
                  <a:pt x="53838" y="138450"/>
                  <a:pt x="45328" y="137124"/>
                  <a:pt x="37670" y="134471"/>
                </a:cubicBezTo>
                <a:cubicBezTo>
                  <a:pt x="30011" y="131817"/>
                  <a:pt x="23350" y="127663"/>
                  <a:pt x="17686" y="122007"/>
                </a:cubicBezTo>
                <a:cubicBezTo>
                  <a:pt x="12137" y="116468"/>
                  <a:pt x="7803" y="109427"/>
                  <a:pt x="4682" y="100885"/>
                </a:cubicBezTo>
                <a:cubicBezTo>
                  <a:pt x="1561" y="92343"/>
                  <a:pt x="0" y="82416"/>
                  <a:pt x="0" y="71104"/>
                </a:cubicBezTo>
                <a:cubicBezTo>
                  <a:pt x="0" y="60375"/>
                  <a:pt x="1503" y="50783"/>
                  <a:pt x="4508" y="42329"/>
                </a:cubicBezTo>
                <a:cubicBezTo>
                  <a:pt x="7514" y="33874"/>
                  <a:pt x="11849" y="26732"/>
                  <a:pt x="17513" y="20901"/>
                </a:cubicBezTo>
                <a:cubicBezTo>
                  <a:pt x="23003" y="15245"/>
                  <a:pt x="29636" y="10930"/>
                  <a:pt x="37409" y="7957"/>
                </a:cubicBezTo>
                <a:cubicBezTo>
                  <a:pt x="45183" y="4983"/>
                  <a:pt x="53810" y="3496"/>
                  <a:pt x="63288" y="3496"/>
                </a:cubicBezTo>
                <a:cubicBezTo>
                  <a:pt x="70224" y="3496"/>
                  <a:pt x="77145" y="4341"/>
                  <a:pt x="84052" y="6031"/>
                </a:cubicBezTo>
                <a:cubicBezTo>
                  <a:pt x="90959" y="7721"/>
                  <a:pt x="98632" y="10693"/>
                  <a:pt x="107070" y="14946"/>
                </a:cubicBezTo>
                <a:lnTo>
                  <a:pt x="107070" y="35487"/>
                </a:lnTo>
                <a:lnTo>
                  <a:pt x="105770" y="35487"/>
                </a:lnTo>
                <a:cubicBezTo>
                  <a:pt x="98660" y="29576"/>
                  <a:pt x="91609" y="25272"/>
                  <a:pt x="84616" y="22575"/>
                </a:cubicBezTo>
                <a:cubicBezTo>
                  <a:pt x="77622" y="19878"/>
                  <a:pt x="70137" y="18530"/>
                  <a:pt x="62161" y="18530"/>
                </a:cubicBezTo>
                <a:cubicBezTo>
                  <a:pt x="55630" y="18530"/>
                  <a:pt x="49749" y="19591"/>
                  <a:pt x="44519" y="21712"/>
                </a:cubicBezTo>
                <a:cubicBezTo>
                  <a:pt x="39288" y="23833"/>
                  <a:pt x="34621" y="27132"/>
                  <a:pt x="30517" y="31608"/>
                </a:cubicBezTo>
                <a:cubicBezTo>
                  <a:pt x="26529" y="35967"/>
                  <a:pt x="23422" y="41475"/>
                  <a:pt x="21197" y="48130"/>
                </a:cubicBezTo>
                <a:cubicBezTo>
                  <a:pt x="18972" y="54786"/>
                  <a:pt x="17859" y="62473"/>
                  <a:pt x="17859" y="71192"/>
                </a:cubicBezTo>
                <a:cubicBezTo>
                  <a:pt x="17859" y="80317"/>
                  <a:pt x="19088" y="88163"/>
                  <a:pt x="21544" y="94731"/>
                </a:cubicBezTo>
                <a:cubicBezTo>
                  <a:pt x="24000" y="101299"/>
                  <a:pt x="27165" y="106647"/>
                  <a:pt x="31037" y="110775"/>
                </a:cubicBezTo>
                <a:cubicBezTo>
                  <a:pt x="35083" y="115077"/>
                  <a:pt x="39808" y="118259"/>
                  <a:pt x="45212" y="120322"/>
                </a:cubicBezTo>
                <a:cubicBezTo>
                  <a:pt x="50616" y="122385"/>
                  <a:pt x="56324" y="123416"/>
                  <a:pt x="62335" y="123416"/>
                </a:cubicBezTo>
                <a:cubicBezTo>
                  <a:pt x="70600" y="123416"/>
                  <a:pt x="78345" y="121989"/>
                  <a:pt x="85569" y="119134"/>
                </a:cubicBezTo>
                <a:cubicBezTo>
                  <a:pt x="92794" y="116278"/>
                  <a:pt x="99556" y="111996"/>
                  <a:pt x="105856" y="106285"/>
                </a:cubicBezTo>
                <a:lnTo>
                  <a:pt x="107070" y="106285"/>
                </a:lnTo>
                <a:lnTo>
                  <a:pt x="107070" y="126618"/>
                </a:lnTo>
                <a:close/>
                <a:moveTo>
                  <a:pt x="210283" y="136003"/>
                </a:moveTo>
                <a:lnTo>
                  <a:pt x="193984" y="136003"/>
                </a:lnTo>
                <a:lnTo>
                  <a:pt x="193984" y="125227"/>
                </a:lnTo>
                <a:cubicBezTo>
                  <a:pt x="188493" y="129605"/>
                  <a:pt x="183234" y="132962"/>
                  <a:pt x="178205" y="135298"/>
                </a:cubicBezTo>
                <a:cubicBezTo>
                  <a:pt x="173177" y="137633"/>
                  <a:pt x="167628" y="138800"/>
                  <a:pt x="161559" y="138800"/>
                </a:cubicBezTo>
                <a:cubicBezTo>
                  <a:pt x="151387" y="138800"/>
                  <a:pt x="143469" y="135662"/>
                  <a:pt x="137805" y="129387"/>
                </a:cubicBezTo>
                <a:cubicBezTo>
                  <a:pt x="132140" y="123112"/>
                  <a:pt x="129308" y="113904"/>
                  <a:pt x="129308" y="101762"/>
                </a:cubicBezTo>
                <a:lnTo>
                  <a:pt x="129308" y="38284"/>
                </a:lnTo>
                <a:lnTo>
                  <a:pt x="145607" y="38284"/>
                </a:lnTo>
                <a:lnTo>
                  <a:pt x="145607" y="93931"/>
                </a:lnTo>
                <a:cubicBezTo>
                  <a:pt x="145607" y="98889"/>
                  <a:pt x="145838" y="103133"/>
                  <a:pt x="146301" y="106662"/>
                </a:cubicBezTo>
                <a:cubicBezTo>
                  <a:pt x="146763" y="110191"/>
                  <a:pt x="147746" y="113209"/>
                  <a:pt x="149249" y="115717"/>
                </a:cubicBezTo>
                <a:cubicBezTo>
                  <a:pt x="150809" y="118284"/>
                  <a:pt x="152832" y="120152"/>
                  <a:pt x="155317" y="121319"/>
                </a:cubicBezTo>
                <a:cubicBezTo>
                  <a:pt x="157803" y="122484"/>
                  <a:pt x="161415" y="123067"/>
                  <a:pt x="166154" y="123067"/>
                </a:cubicBezTo>
                <a:cubicBezTo>
                  <a:pt x="170374" y="123067"/>
                  <a:pt x="174983" y="121959"/>
                  <a:pt x="179982" y="119743"/>
                </a:cubicBezTo>
                <a:cubicBezTo>
                  <a:pt x="184982" y="117525"/>
                  <a:pt x="189649" y="114696"/>
                  <a:pt x="193984" y="111256"/>
                </a:cubicBezTo>
                <a:lnTo>
                  <a:pt x="193984" y="38284"/>
                </a:lnTo>
                <a:lnTo>
                  <a:pt x="210283" y="38284"/>
                </a:lnTo>
                <a:lnTo>
                  <a:pt x="210283" y="136003"/>
                </a:lnTo>
                <a:close/>
                <a:moveTo>
                  <a:pt x="327439" y="86398"/>
                </a:moveTo>
                <a:cubicBezTo>
                  <a:pt x="327439" y="94577"/>
                  <a:pt x="326297" y="101938"/>
                  <a:pt x="324014" y="108481"/>
                </a:cubicBezTo>
                <a:cubicBezTo>
                  <a:pt x="321731" y="115024"/>
                  <a:pt x="318653" y="120515"/>
                  <a:pt x="314781" y="124954"/>
                </a:cubicBezTo>
                <a:cubicBezTo>
                  <a:pt x="310677" y="129570"/>
                  <a:pt x="306169" y="133032"/>
                  <a:pt x="301256" y="135339"/>
                </a:cubicBezTo>
                <a:cubicBezTo>
                  <a:pt x="296343" y="137646"/>
                  <a:pt x="290939" y="138800"/>
                  <a:pt x="285044" y="138800"/>
                </a:cubicBezTo>
                <a:cubicBezTo>
                  <a:pt x="279553" y="138800"/>
                  <a:pt x="274756" y="138142"/>
                  <a:pt x="270652" y="136828"/>
                </a:cubicBezTo>
                <a:cubicBezTo>
                  <a:pt x="266549" y="135513"/>
                  <a:pt x="262503" y="133746"/>
                  <a:pt x="258515" y="131526"/>
                </a:cubicBezTo>
                <a:lnTo>
                  <a:pt x="257475" y="136003"/>
                </a:lnTo>
                <a:lnTo>
                  <a:pt x="242216" y="136003"/>
                </a:lnTo>
                <a:lnTo>
                  <a:pt x="242216" y="0"/>
                </a:lnTo>
                <a:lnTo>
                  <a:pt x="258515" y="0"/>
                </a:lnTo>
                <a:lnTo>
                  <a:pt x="258515" y="48455"/>
                </a:lnTo>
                <a:cubicBezTo>
                  <a:pt x="263081" y="44659"/>
                  <a:pt x="267936" y="41549"/>
                  <a:pt x="273080" y="39125"/>
                </a:cubicBezTo>
                <a:cubicBezTo>
                  <a:pt x="278224" y="36699"/>
                  <a:pt x="284004" y="35487"/>
                  <a:pt x="290419" y="35487"/>
                </a:cubicBezTo>
                <a:cubicBezTo>
                  <a:pt x="301863" y="35487"/>
                  <a:pt x="310894" y="39927"/>
                  <a:pt x="317512" y="48808"/>
                </a:cubicBezTo>
                <a:cubicBezTo>
                  <a:pt x="324130" y="57687"/>
                  <a:pt x="327439" y="70217"/>
                  <a:pt x="327439" y="86398"/>
                </a:cubicBezTo>
                <a:moveTo>
                  <a:pt x="310619" y="86837"/>
                </a:moveTo>
                <a:cubicBezTo>
                  <a:pt x="310619" y="75169"/>
                  <a:pt x="308712" y="66315"/>
                  <a:pt x="304897" y="60277"/>
                </a:cubicBezTo>
                <a:cubicBezTo>
                  <a:pt x="301083" y="54239"/>
                  <a:pt x="294927" y="51220"/>
                  <a:pt x="286431" y="51220"/>
                </a:cubicBezTo>
                <a:cubicBezTo>
                  <a:pt x="281692" y="51220"/>
                  <a:pt x="276895" y="52256"/>
                  <a:pt x="272040" y="54328"/>
                </a:cubicBezTo>
                <a:cubicBezTo>
                  <a:pt x="267185" y="56398"/>
                  <a:pt x="262676" y="59067"/>
                  <a:pt x="258515" y="62334"/>
                </a:cubicBezTo>
                <a:lnTo>
                  <a:pt x="258515" y="118342"/>
                </a:lnTo>
                <a:cubicBezTo>
                  <a:pt x="263139" y="120441"/>
                  <a:pt x="267112" y="121900"/>
                  <a:pt x="270436" y="122717"/>
                </a:cubicBezTo>
                <a:cubicBezTo>
                  <a:pt x="273759" y="123533"/>
                  <a:pt x="277530" y="123941"/>
                  <a:pt x="281750" y="123941"/>
                </a:cubicBezTo>
                <a:cubicBezTo>
                  <a:pt x="290766" y="123941"/>
                  <a:pt x="297832" y="120951"/>
                  <a:pt x="302947" y="114971"/>
                </a:cubicBezTo>
                <a:cubicBezTo>
                  <a:pt x="308062" y="108991"/>
                  <a:pt x="310619" y="99613"/>
                  <a:pt x="310619" y="86837"/>
                </a:cubicBezTo>
                <a:close/>
                <a:moveTo>
                  <a:pt x="428085" y="136003"/>
                </a:moveTo>
                <a:lnTo>
                  <a:pt x="411873" y="136003"/>
                </a:lnTo>
                <a:lnTo>
                  <a:pt x="411873" y="125673"/>
                </a:lnTo>
                <a:cubicBezTo>
                  <a:pt x="410428" y="126665"/>
                  <a:pt x="408477" y="128051"/>
                  <a:pt x="406021" y="129830"/>
                </a:cubicBezTo>
                <a:cubicBezTo>
                  <a:pt x="403564" y="131609"/>
                  <a:pt x="401180" y="133024"/>
                  <a:pt x="398868" y="134075"/>
                </a:cubicBezTo>
                <a:cubicBezTo>
                  <a:pt x="396152" y="135417"/>
                  <a:pt x="393031" y="136539"/>
                  <a:pt x="389505" y="137442"/>
                </a:cubicBezTo>
                <a:cubicBezTo>
                  <a:pt x="385979" y="138347"/>
                  <a:pt x="381847" y="138800"/>
                  <a:pt x="377107" y="138800"/>
                </a:cubicBezTo>
                <a:cubicBezTo>
                  <a:pt x="368380" y="138800"/>
                  <a:pt x="360982" y="135883"/>
                  <a:pt x="354913" y="130048"/>
                </a:cubicBezTo>
                <a:cubicBezTo>
                  <a:pt x="348844" y="124214"/>
                  <a:pt x="345810" y="116775"/>
                  <a:pt x="345810" y="107730"/>
                </a:cubicBezTo>
                <a:cubicBezTo>
                  <a:pt x="345810" y="100321"/>
                  <a:pt x="347385" y="94326"/>
                  <a:pt x="350535" y="89746"/>
                </a:cubicBezTo>
                <a:cubicBezTo>
                  <a:pt x="353685" y="85165"/>
                  <a:pt x="358179" y="81562"/>
                  <a:pt x="364016" y="78938"/>
                </a:cubicBezTo>
                <a:cubicBezTo>
                  <a:pt x="369912" y="76312"/>
                  <a:pt x="376992" y="74532"/>
                  <a:pt x="385257" y="73598"/>
                </a:cubicBezTo>
                <a:cubicBezTo>
                  <a:pt x="393522" y="72664"/>
                  <a:pt x="402394" y="71964"/>
                  <a:pt x="411873" y="71498"/>
                </a:cubicBezTo>
                <a:lnTo>
                  <a:pt x="411873" y="68941"/>
                </a:lnTo>
                <a:cubicBezTo>
                  <a:pt x="411873" y="65181"/>
                  <a:pt x="411222" y="62067"/>
                  <a:pt x="409922" y="59600"/>
                </a:cubicBezTo>
                <a:cubicBezTo>
                  <a:pt x="408621" y="57132"/>
                  <a:pt x="406758" y="55193"/>
                  <a:pt x="404330" y="53782"/>
                </a:cubicBezTo>
                <a:cubicBezTo>
                  <a:pt x="402018" y="52431"/>
                  <a:pt x="399244" y="51520"/>
                  <a:pt x="396007" y="51050"/>
                </a:cubicBezTo>
                <a:cubicBezTo>
                  <a:pt x="392771" y="50580"/>
                  <a:pt x="389389" y="50346"/>
                  <a:pt x="385864" y="50346"/>
                </a:cubicBezTo>
                <a:cubicBezTo>
                  <a:pt x="381587" y="50346"/>
                  <a:pt x="376818" y="50929"/>
                  <a:pt x="371559" y="52096"/>
                </a:cubicBezTo>
                <a:cubicBezTo>
                  <a:pt x="366299" y="53262"/>
                  <a:pt x="360866" y="54951"/>
                  <a:pt x="355260" y="57163"/>
                </a:cubicBezTo>
                <a:lnTo>
                  <a:pt x="354393" y="57163"/>
                </a:lnTo>
                <a:lnTo>
                  <a:pt x="354393" y="40469"/>
                </a:lnTo>
                <a:cubicBezTo>
                  <a:pt x="357572" y="39595"/>
                  <a:pt x="362167" y="38633"/>
                  <a:pt x="368178" y="37584"/>
                </a:cubicBezTo>
                <a:cubicBezTo>
                  <a:pt x="374189" y="36535"/>
                  <a:pt x="380113" y="36011"/>
                  <a:pt x="385950" y="36011"/>
                </a:cubicBezTo>
                <a:cubicBezTo>
                  <a:pt x="392771" y="36011"/>
                  <a:pt x="398709" y="36579"/>
                  <a:pt x="403766" y="37715"/>
                </a:cubicBezTo>
                <a:cubicBezTo>
                  <a:pt x="408824" y="38852"/>
                  <a:pt x="413202" y="40789"/>
                  <a:pt x="416901" y="43528"/>
                </a:cubicBezTo>
                <a:cubicBezTo>
                  <a:pt x="420542" y="46208"/>
                  <a:pt x="423317" y="49675"/>
                  <a:pt x="425224" y="53929"/>
                </a:cubicBezTo>
                <a:cubicBezTo>
                  <a:pt x="427131" y="58183"/>
                  <a:pt x="428085" y="63456"/>
                  <a:pt x="428085" y="69750"/>
                </a:cubicBezTo>
                <a:lnTo>
                  <a:pt x="428085" y="136003"/>
                </a:lnTo>
                <a:moveTo>
                  <a:pt x="411873" y="112089"/>
                </a:moveTo>
                <a:lnTo>
                  <a:pt x="411873" y="84783"/>
                </a:lnTo>
                <a:cubicBezTo>
                  <a:pt x="406902" y="85076"/>
                  <a:pt x="401050" y="85516"/>
                  <a:pt x="394317" y="86103"/>
                </a:cubicBezTo>
                <a:cubicBezTo>
                  <a:pt x="387583" y="86687"/>
                  <a:pt x="382251" y="87535"/>
                  <a:pt x="378321" y="88646"/>
                </a:cubicBezTo>
                <a:cubicBezTo>
                  <a:pt x="373640" y="89993"/>
                  <a:pt x="369854" y="92086"/>
                  <a:pt x="366964" y="94925"/>
                </a:cubicBezTo>
                <a:cubicBezTo>
                  <a:pt x="364074" y="97764"/>
                  <a:pt x="362629" y="101671"/>
                  <a:pt x="362629" y="106646"/>
                </a:cubicBezTo>
                <a:cubicBezTo>
                  <a:pt x="362629" y="112265"/>
                  <a:pt x="364305" y="116494"/>
                  <a:pt x="367657" y="119333"/>
                </a:cubicBezTo>
                <a:cubicBezTo>
                  <a:pt x="371010" y="122172"/>
                  <a:pt x="376125" y="123591"/>
                  <a:pt x="383003" y="123591"/>
                </a:cubicBezTo>
                <a:cubicBezTo>
                  <a:pt x="388725" y="123591"/>
                  <a:pt x="393955" y="122465"/>
                  <a:pt x="398695" y="120213"/>
                </a:cubicBezTo>
                <a:cubicBezTo>
                  <a:pt x="403434" y="117958"/>
                  <a:pt x="407827" y="115250"/>
                  <a:pt x="411873" y="112089"/>
                </a:cubicBezTo>
                <a:close/>
                <a:moveTo>
                  <a:pt x="637946" y="136003"/>
                </a:moveTo>
                <a:lnTo>
                  <a:pt x="620780" y="136003"/>
                </a:lnTo>
                <a:lnTo>
                  <a:pt x="620780" y="23791"/>
                </a:lnTo>
                <a:lnTo>
                  <a:pt x="584888" y="100167"/>
                </a:lnTo>
                <a:lnTo>
                  <a:pt x="574658" y="100167"/>
                </a:lnTo>
                <a:lnTo>
                  <a:pt x="539026" y="23791"/>
                </a:lnTo>
                <a:lnTo>
                  <a:pt x="539026" y="136003"/>
                </a:lnTo>
                <a:lnTo>
                  <a:pt x="522987" y="136003"/>
                </a:lnTo>
                <a:lnTo>
                  <a:pt x="522987" y="5769"/>
                </a:lnTo>
                <a:lnTo>
                  <a:pt x="546395" y="5769"/>
                </a:lnTo>
                <a:lnTo>
                  <a:pt x="580813" y="78296"/>
                </a:lnTo>
                <a:lnTo>
                  <a:pt x="614105" y="5769"/>
                </a:lnTo>
                <a:lnTo>
                  <a:pt x="637946" y="5769"/>
                </a:lnTo>
                <a:lnTo>
                  <a:pt x="637946" y="136003"/>
                </a:lnTo>
                <a:close/>
                <a:moveTo>
                  <a:pt x="752248" y="88804"/>
                </a:moveTo>
                <a:lnTo>
                  <a:pt x="680897" y="88804"/>
                </a:lnTo>
                <a:cubicBezTo>
                  <a:pt x="680897" y="94820"/>
                  <a:pt x="681793" y="100063"/>
                  <a:pt x="683585" y="104531"/>
                </a:cubicBezTo>
                <a:cubicBezTo>
                  <a:pt x="685376" y="109000"/>
                  <a:pt x="687833" y="112666"/>
                  <a:pt x="690954" y="115528"/>
                </a:cubicBezTo>
                <a:cubicBezTo>
                  <a:pt x="693959" y="118332"/>
                  <a:pt x="697528" y="120436"/>
                  <a:pt x="701661" y="121838"/>
                </a:cubicBezTo>
                <a:cubicBezTo>
                  <a:pt x="705793" y="123240"/>
                  <a:pt x="710345" y="123941"/>
                  <a:pt x="715315" y="123941"/>
                </a:cubicBezTo>
                <a:cubicBezTo>
                  <a:pt x="721904" y="123941"/>
                  <a:pt x="728537" y="122605"/>
                  <a:pt x="735212" y="119934"/>
                </a:cubicBezTo>
                <a:cubicBezTo>
                  <a:pt x="741888" y="117263"/>
                  <a:pt x="746642" y="114636"/>
                  <a:pt x="749474" y="112054"/>
                </a:cubicBezTo>
                <a:lnTo>
                  <a:pt x="750341" y="112054"/>
                </a:lnTo>
                <a:lnTo>
                  <a:pt x="750341" y="130032"/>
                </a:lnTo>
                <a:cubicBezTo>
                  <a:pt x="744850" y="132370"/>
                  <a:pt x="739244" y="134329"/>
                  <a:pt x="733522" y="135907"/>
                </a:cubicBezTo>
                <a:cubicBezTo>
                  <a:pt x="727800" y="137486"/>
                  <a:pt x="721789" y="138275"/>
                  <a:pt x="715489" y="138275"/>
                </a:cubicBezTo>
                <a:cubicBezTo>
                  <a:pt x="699421" y="138275"/>
                  <a:pt x="686879" y="133883"/>
                  <a:pt x="677863" y="125099"/>
                </a:cubicBezTo>
                <a:cubicBezTo>
                  <a:pt x="668846" y="116315"/>
                  <a:pt x="664338" y="103838"/>
                  <a:pt x="664338" y="87668"/>
                </a:cubicBezTo>
                <a:cubicBezTo>
                  <a:pt x="664338" y="71676"/>
                  <a:pt x="668658" y="58981"/>
                  <a:pt x="677299" y="49583"/>
                </a:cubicBezTo>
                <a:cubicBezTo>
                  <a:pt x="685940" y="40186"/>
                  <a:pt x="697312" y="35487"/>
                  <a:pt x="711414" y="35487"/>
                </a:cubicBezTo>
                <a:cubicBezTo>
                  <a:pt x="724476" y="35487"/>
                  <a:pt x="734548" y="39339"/>
                  <a:pt x="741628" y="47043"/>
                </a:cubicBezTo>
                <a:cubicBezTo>
                  <a:pt x="748708" y="54748"/>
                  <a:pt x="752248" y="65692"/>
                  <a:pt x="752248" y="79875"/>
                </a:cubicBezTo>
                <a:lnTo>
                  <a:pt x="752248" y="88804"/>
                </a:lnTo>
                <a:moveTo>
                  <a:pt x="736383" y="76218"/>
                </a:moveTo>
                <a:cubicBezTo>
                  <a:pt x="736325" y="67594"/>
                  <a:pt x="734172" y="60922"/>
                  <a:pt x="729924" y="56202"/>
                </a:cubicBezTo>
                <a:cubicBezTo>
                  <a:pt x="725676" y="51482"/>
                  <a:pt x="719217" y="49122"/>
                  <a:pt x="710547" y="49122"/>
                </a:cubicBezTo>
                <a:cubicBezTo>
                  <a:pt x="701820" y="49122"/>
                  <a:pt x="694870" y="51715"/>
                  <a:pt x="689697" y="56901"/>
                </a:cubicBezTo>
                <a:cubicBezTo>
                  <a:pt x="684524" y="62087"/>
                  <a:pt x="681591" y="68526"/>
                  <a:pt x="680897" y="76218"/>
                </a:cubicBezTo>
                <a:lnTo>
                  <a:pt x="736383" y="76218"/>
                </a:lnTo>
                <a:close/>
                <a:moveTo>
                  <a:pt x="852084" y="136003"/>
                </a:moveTo>
                <a:lnTo>
                  <a:pt x="835872" y="136003"/>
                </a:lnTo>
                <a:lnTo>
                  <a:pt x="835872" y="125673"/>
                </a:lnTo>
                <a:cubicBezTo>
                  <a:pt x="834427" y="126665"/>
                  <a:pt x="832476" y="128051"/>
                  <a:pt x="830020" y="129830"/>
                </a:cubicBezTo>
                <a:cubicBezTo>
                  <a:pt x="827563" y="131609"/>
                  <a:pt x="825179" y="133024"/>
                  <a:pt x="822867" y="134075"/>
                </a:cubicBezTo>
                <a:cubicBezTo>
                  <a:pt x="820151" y="135417"/>
                  <a:pt x="817030" y="136539"/>
                  <a:pt x="813504" y="137442"/>
                </a:cubicBezTo>
                <a:cubicBezTo>
                  <a:pt x="809979" y="138347"/>
                  <a:pt x="805846" y="138800"/>
                  <a:pt x="801107" y="138800"/>
                </a:cubicBezTo>
                <a:cubicBezTo>
                  <a:pt x="792379" y="138800"/>
                  <a:pt x="784981" y="135883"/>
                  <a:pt x="778912" y="130048"/>
                </a:cubicBezTo>
                <a:cubicBezTo>
                  <a:pt x="772844" y="124214"/>
                  <a:pt x="769809" y="116775"/>
                  <a:pt x="769809" y="107730"/>
                </a:cubicBezTo>
                <a:cubicBezTo>
                  <a:pt x="769809" y="100321"/>
                  <a:pt x="771384" y="94326"/>
                  <a:pt x="774534" y="89746"/>
                </a:cubicBezTo>
                <a:cubicBezTo>
                  <a:pt x="777684" y="85165"/>
                  <a:pt x="782178" y="81562"/>
                  <a:pt x="788015" y="78938"/>
                </a:cubicBezTo>
                <a:cubicBezTo>
                  <a:pt x="793911" y="76312"/>
                  <a:pt x="800991" y="74532"/>
                  <a:pt x="809256" y="73598"/>
                </a:cubicBezTo>
                <a:cubicBezTo>
                  <a:pt x="817521" y="72664"/>
                  <a:pt x="826393" y="71964"/>
                  <a:pt x="835872" y="71498"/>
                </a:cubicBezTo>
                <a:lnTo>
                  <a:pt x="835872" y="68941"/>
                </a:lnTo>
                <a:cubicBezTo>
                  <a:pt x="835872" y="65181"/>
                  <a:pt x="835222" y="62067"/>
                  <a:pt x="833921" y="59600"/>
                </a:cubicBezTo>
                <a:cubicBezTo>
                  <a:pt x="832621" y="57132"/>
                  <a:pt x="830757" y="55193"/>
                  <a:pt x="828329" y="53782"/>
                </a:cubicBezTo>
                <a:cubicBezTo>
                  <a:pt x="826017" y="52431"/>
                  <a:pt x="823243" y="51520"/>
                  <a:pt x="820006" y="51050"/>
                </a:cubicBezTo>
                <a:cubicBezTo>
                  <a:pt x="816770" y="50580"/>
                  <a:pt x="813389" y="50346"/>
                  <a:pt x="809863" y="50346"/>
                </a:cubicBezTo>
                <a:cubicBezTo>
                  <a:pt x="805586" y="50346"/>
                  <a:pt x="800818" y="50929"/>
                  <a:pt x="795558" y="52096"/>
                </a:cubicBezTo>
                <a:cubicBezTo>
                  <a:pt x="790298" y="53262"/>
                  <a:pt x="784866" y="54951"/>
                  <a:pt x="779259" y="57163"/>
                </a:cubicBezTo>
                <a:lnTo>
                  <a:pt x="778392" y="57163"/>
                </a:lnTo>
                <a:lnTo>
                  <a:pt x="778392" y="40469"/>
                </a:lnTo>
                <a:cubicBezTo>
                  <a:pt x="781571" y="39595"/>
                  <a:pt x="786166" y="38633"/>
                  <a:pt x="792177" y="37584"/>
                </a:cubicBezTo>
                <a:cubicBezTo>
                  <a:pt x="798188" y="36535"/>
                  <a:pt x="804112" y="36011"/>
                  <a:pt x="809950" y="36011"/>
                </a:cubicBezTo>
                <a:cubicBezTo>
                  <a:pt x="816770" y="36011"/>
                  <a:pt x="822708" y="36579"/>
                  <a:pt x="827766" y="37715"/>
                </a:cubicBezTo>
                <a:cubicBezTo>
                  <a:pt x="832823" y="38852"/>
                  <a:pt x="837201" y="40789"/>
                  <a:pt x="840900" y="43528"/>
                </a:cubicBezTo>
                <a:cubicBezTo>
                  <a:pt x="844542" y="46208"/>
                  <a:pt x="847316" y="49675"/>
                  <a:pt x="849223" y="53929"/>
                </a:cubicBezTo>
                <a:cubicBezTo>
                  <a:pt x="851130" y="58183"/>
                  <a:pt x="852084" y="63456"/>
                  <a:pt x="852084" y="69750"/>
                </a:cubicBezTo>
                <a:lnTo>
                  <a:pt x="852084" y="136003"/>
                </a:lnTo>
                <a:moveTo>
                  <a:pt x="835872" y="112089"/>
                </a:moveTo>
                <a:lnTo>
                  <a:pt x="835872" y="84783"/>
                </a:lnTo>
                <a:cubicBezTo>
                  <a:pt x="830901" y="85076"/>
                  <a:pt x="825049" y="85516"/>
                  <a:pt x="818316" y="86103"/>
                </a:cubicBezTo>
                <a:cubicBezTo>
                  <a:pt x="811582" y="86687"/>
                  <a:pt x="806251" y="87535"/>
                  <a:pt x="802320" y="88646"/>
                </a:cubicBezTo>
                <a:cubicBezTo>
                  <a:pt x="797639" y="89993"/>
                  <a:pt x="793853" y="92086"/>
                  <a:pt x="790963" y="94925"/>
                </a:cubicBezTo>
                <a:cubicBezTo>
                  <a:pt x="788073" y="97764"/>
                  <a:pt x="786628" y="101671"/>
                  <a:pt x="786628" y="106646"/>
                </a:cubicBezTo>
                <a:cubicBezTo>
                  <a:pt x="786628" y="112265"/>
                  <a:pt x="788304" y="116494"/>
                  <a:pt x="791657" y="119333"/>
                </a:cubicBezTo>
                <a:cubicBezTo>
                  <a:pt x="795009" y="122172"/>
                  <a:pt x="800124" y="123591"/>
                  <a:pt x="807002" y="123591"/>
                </a:cubicBezTo>
                <a:cubicBezTo>
                  <a:pt x="812724" y="123591"/>
                  <a:pt x="817955" y="122465"/>
                  <a:pt x="822694" y="120213"/>
                </a:cubicBezTo>
                <a:cubicBezTo>
                  <a:pt x="827433" y="117958"/>
                  <a:pt x="831826" y="115250"/>
                  <a:pt x="835872" y="112089"/>
                </a:cubicBezTo>
                <a:close/>
                <a:moveTo>
                  <a:pt x="952548" y="107798"/>
                </a:moveTo>
                <a:cubicBezTo>
                  <a:pt x="952548" y="116706"/>
                  <a:pt x="948892" y="124013"/>
                  <a:pt x="941581" y="129718"/>
                </a:cubicBezTo>
                <a:cubicBezTo>
                  <a:pt x="934270" y="135423"/>
                  <a:pt x="924285" y="138275"/>
                  <a:pt x="911627" y="138275"/>
                </a:cubicBezTo>
                <a:cubicBezTo>
                  <a:pt x="904461" y="138275"/>
                  <a:pt x="897886" y="137413"/>
                  <a:pt x="891904" y="135689"/>
                </a:cubicBezTo>
                <a:cubicBezTo>
                  <a:pt x="885922" y="133964"/>
                  <a:pt x="880908" y="132079"/>
                  <a:pt x="876862" y="130032"/>
                </a:cubicBezTo>
                <a:lnTo>
                  <a:pt x="876862" y="111529"/>
                </a:lnTo>
                <a:lnTo>
                  <a:pt x="877729" y="111529"/>
                </a:lnTo>
                <a:cubicBezTo>
                  <a:pt x="882873" y="115486"/>
                  <a:pt x="888595" y="118632"/>
                  <a:pt x="894895" y="120966"/>
                </a:cubicBezTo>
                <a:cubicBezTo>
                  <a:pt x="901195" y="123299"/>
                  <a:pt x="907235" y="124465"/>
                  <a:pt x="913015" y="124465"/>
                </a:cubicBezTo>
                <a:cubicBezTo>
                  <a:pt x="920181" y="124465"/>
                  <a:pt x="925788" y="123295"/>
                  <a:pt x="929834" y="120955"/>
                </a:cubicBezTo>
                <a:cubicBezTo>
                  <a:pt x="933879" y="118614"/>
                  <a:pt x="935902" y="114926"/>
                  <a:pt x="935902" y="109893"/>
                </a:cubicBezTo>
                <a:cubicBezTo>
                  <a:pt x="935902" y="106051"/>
                  <a:pt x="934804" y="103140"/>
                  <a:pt x="932608" y="101161"/>
                </a:cubicBezTo>
                <a:cubicBezTo>
                  <a:pt x="930412" y="99182"/>
                  <a:pt x="926192" y="97493"/>
                  <a:pt x="919950" y="96094"/>
                </a:cubicBezTo>
                <a:cubicBezTo>
                  <a:pt x="917638" y="95571"/>
                  <a:pt x="914618" y="94961"/>
                  <a:pt x="910890" y="94261"/>
                </a:cubicBezTo>
                <a:cubicBezTo>
                  <a:pt x="907163" y="93562"/>
                  <a:pt x="903767" y="92805"/>
                  <a:pt x="900704" y="91992"/>
                </a:cubicBezTo>
                <a:cubicBezTo>
                  <a:pt x="892207" y="89721"/>
                  <a:pt x="886182" y="86388"/>
                  <a:pt x="882627" y="81992"/>
                </a:cubicBezTo>
                <a:cubicBezTo>
                  <a:pt x="879073" y="77596"/>
                  <a:pt x="877296" y="72196"/>
                  <a:pt x="877296" y="65792"/>
                </a:cubicBezTo>
                <a:cubicBezTo>
                  <a:pt x="877296" y="61775"/>
                  <a:pt x="878119" y="57991"/>
                  <a:pt x="879766" y="54440"/>
                </a:cubicBezTo>
                <a:cubicBezTo>
                  <a:pt x="881414" y="50887"/>
                  <a:pt x="883913" y="47713"/>
                  <a:pt x="887266" y="44918"/>
                </a:cubicBezTo>
                <a:cubicBezTo>
                  <a:pt x="890502" y="42183"/>
                  <a:pt x="894620" y="40015"/>
                  <a:pt x="899620" y="38415"/>
                </a:cubicBezTo>
                <a:cubicBezTo>
                  <a:pt x="904619" y="36812"/>
                  <a:pt x="910211" y="36011"/>
                  <a:pt x="916396" y="36011"/>
                </a:cubicBezTo>
                <a:cubicBezTo>
                  <a:pt x="922175" y="36011"/>
                  <a:pt x="928027" y="36722"/>
                  <a:pt x="933952" y="38144"/>
                </a:cubicBezTo>
                <a:cubicBezTo>
                  <a:pt x="939876" y="39566"/>
                  <a:pt x="944803" y="41295"/>
                  <a:pt x="948733" y="43329"/>
                </a:cubicBezTo>
                <a:lnTo>
                  <a:pt x="948733" y="60834"/>
                </a:lnTo>
                <a:lnTo>
                  <a:pt x="947867" y="60834"/>
                </a:lnTo>
                <a:cubicBezTo>
                  <a:pt x="943705" y="57746"/>
                  <a:pt x="938648" y="55138"/>
                  <a:pt x="932695" y="53011"/>
                </a:cubicBezTo>
                <a:cubicBezTo>
                  <a:pt x="926741" y="50885"/>
                  <a:pt x="920904" y="49821"/>
                  <a:pt x="915182" y="49821"/>
                </a:cubicBezTo>
                <a:cubicBezTo>
                  <a:pt x="909229" y="49821"/>
                  <a:pt x="904200" y="50977"/>
                  <a:pt x="900097" y="53290"/>
                </a:cubicBezTo>
                <a:cubicBezTo>
                  <a:pt x="895993" y="55603"/>
                  <a:pt x="893941" y="59041"/>
                  <a:pt x="893941" y="63607"/>
                </a:cubicBezTo>
                <a:cubicBezTo>
                  <a:pt x="893941" y="67624"/>
                  <a:pt x="895184" y="70651"/>
                  <a:pt x="897669" y="72689"/>
                </a:cubicBezTo>
                <a:cubicBezTo>
                  <a:pt x="900097" y="74726"/>
                  <a:pt x="904027" y="76386"/>
                  <a:pt x="909460" y="77668"/>
                </a:cubicBezTo>
                <a:cubicBezTo>
                  <a:pt x="912465" y="78367"/>
                  <a:pt x="915832" y="79066"/>
                  <a:pt x="919560" y="79766"/>
                </a:cubicBezTo>
                <a:cubicBezTo>
                  <a:pt x="923288" y="80463"/>
                  <a:pt x="926395" y="81103"/>
                  <a:pt x="928880" y="81686"/>
                </a:cubicBezTo>
                <a:cubicBezTo>
                  <a:pt x="936451" y="83432"/>
                  <a:pt x="942289" y="86430"/>
                  <a:pt x="946393" y="90680"/>
                </a:cubicBezTo>
                <a:cubicBezTo>
                  <a:pt x="950496" y="94989"/>
                  <a:pt x="952548" y="100695"/>
                  <a:pt x="952548" y="107798"/>
                </a:cubicBezTo>
                <a:close/>
                <a:moveTo>
                  <a:pt x="1055973" y="136003"/>
                </a:moveTo>
                <a:lnTo>
                  <a:pt x="1039674" y="136003"/>
                </a:lnTo>
                <a:lnTo>
                  <a:pt x="1039674" y="125227"/>
                </a:lnTo>
                <a:cubicBezTo>
                  <a:pt x="1034184" y="129605"/>
                  <a:pt x="1028924" y="132962"/>
                  <a:pt x="1023896" y="135298"/>
                </a:cubicBezTo>
                <a:cubicBezTo>
                  <a:pt x="1018867" y="137633"/>
                  <a:pt x="1013319" y="138800"/>
                  <a:pt x="1007250" y="138800"/>
                </a:cubicBezTo>
                <a:cubicBezTo>
                  <a:pt x="997078" y="138800"/>
                  <a:pt x="989159" y="135662"/>
                  <a:pt x="983495" y="129387"/>
                </a:cubicBezTo>
                <a:cubicBezTo>
                  <a:pt x="977831" y="123112"/>
                  <a:pt x="974999" y="113904"/>
                  <a:pt x="974999" y="101762"/>
                </a:cubicBezTo>
                <a:lnTo>
                  <a:pt x="974999" y="38284"/>
                </a:lnTo>
                <a:lnTo>
                  <a:pt x="991298" y="38284"/>
                </a:lnTo>
                <a:lnTo>
                  <a:pt x="991298" y="93931"/>
                </a:lnTo>
                <a:cubicBezTo>
                  <a:pt x="991298" y="98889"/>
                  <a:pt x="991529" y="103133"/>
                  <a:pt x="991991" y="106662"/>
                </a:cubicBezTo>
                <a:cubicBezTo>
                  <a:pt x="992454" y="110191"/>
                  <a:pt x="993436" y="113209"/>
                  <a:pt x="994939" y="115717"/>
                </a:cubicBezTo>
                <a:cubicBezTo>
                  <a:pt x="996500" y="118284"/>
                  <a:pt x="998523" y="120152"/>
                  <a:pt x="1001008" y="121319"/>
                </a:cubicBezTo>
                <a:cubicBezTo>
                  <a:pt x="1003493" y="122484"/>
                  <a:pt x="1007105" y="123067"/>
                  <a:pt x="1011845" y="123067"/>
                </a:cubicBezTo>
                <a:cubicBezTo>
                  <a:pt x="1016064" y="123067"/>
                  <a:pt x="1020673" y="121959"/>
                  <a:pt x="1025673" y="119743"/>
                </a:cubicBezTo>
                <a:cubicBezTo>
                  <a:pt x="1030672" y="117525"/>
                  <a:pt x="1035340" y="114696"/>
                  <a:pt x="1039674" y="111256"/>
                </a:cubicBezTo>
                <a:lnTo>
                  <a:pt x="1039674" y="38284"/>
                </a:lnTo>
                <a:lnTo>
                  <a:pt x="1055973" y="38284"/>
                </a:lnTo>
                <a:lnTo>
                  <a:pt x="1055973" y="136003"/>
                </a:lnTo>
                <a:close/>
                <a:moveTo>
                  <a:pt x="1148334" y="56114"/>
                </a:moveTo>
                <a:lnTo>
                  <a:pt x="1147467" y="56114"/>
                </a:lnTo>
                <a:cubicBezTo>
                  <a:pt x="1145039" y="55563"/>
                  <a:pt x="1142684" y="55163"/>
                  <a:pt x="1140401" y="54915"/>
                </a:cubicBezTo>
                <a:cubicBezTo>
                  <a:pt x="1138118" y="54666"/>
                  <a:pt x="1135416" y="54541"/>
                  <a:pt x="1132295" y="54541"/>
                </a:cubicBezTo>
                <a:cubicBezTo>
                  <a:pt x="1127267" y="54541"/>
                  <a:pt x="1122412" y="55665"/>
                  <a:pt x="1117730" y="57912"/>
                </a:cubicBezTo>
                <a:cubicBezTo>
                  <a:pt x="1113048" y="60157"/>
                  <a:pt x="1108540" y="63058"/>
                  <a:pt x="1104205" y="66617"/>
                </a:cubicBezTo>
                <a:lnTo>
                  <a:pt x="1104205" y="136003"/>
                </a:lnTo>
                <a:lnTo>
                  <a:pt x="1087907" y="136003"/>
                </a:lnTo>
                <a:lnTo>
                  <a:pt x="1087907" y="38284"/>
                </a:lnTo>
                <a:lnTo>
                  <a:pt x="1104205" y="38284"/>
                </a:lnTo>
                <a:lnTo>
                  <a:pt x="1104205" y="52719"/>
                </a:lnTo>
                <a:cubicBezTo>
                  <a:pt x="1110679" y="47469"/>
                  <a:pt x="1116386" y="43751"/>
                  <a:pt x="1121328" y="41564"/>
                </a:cubicBezTo>
                <a:cubicBezTo>
                  <a:pt x="1126270" y="39377"/>
                  <a:pt x="1131313" y="38284"/>
                  <a:pt x="1136457" y="38284"/>
                </a:cubicBezTo>
                <a:cubicBezTo>
                  <a:pt x="1139289" y="38284"/>
                  <a:pt x="1141340" y="38356"/>
                  <a:pt x="1142612" y="38502"/>
                </a:cubicBezTo>
                <a:cubicBezTo>
                  <a:pt x="1143883" y="38646"/>
                  <a:pt x="1145791" y="38921"/>
                  <a:pt x="1148334" y="39327"/>
                </a:cubicBezTo>
                <a:lnTo>
                  <a:pt x="1148334" y="56114"/>
                </a:lnTo>
                <a:close/>
                <a:moveTo>
                  <a:pt x="1244606" y="88804"/>
                </a:moveTo>
                <a:lnTo>
                  <a:pt x="1173255" y="88804"/>
                </a:lnTo>
                <a:cubicBezTo>
                  <a:pt x="1173255" y="94820"/>
                  <a:pt x="1174151" y="100063"/>
                  <a:pt x="1175942" y="104531"/>
                </a:cubicBezTo>
                <a:cubicBezTo>
                  <a:pt x="1177734" y="109000"/>
                  <a:pt x="1180191" y="112666"/>
                  <a:pt x="1183312" y="115528"/>
                </a:cubicBezTo>
                <a:cubicBezTo>
                  <a:pt x="1186317" y="118332"/>
                  <a:pt x="1189886" y="120436"/>
                  <a:pt x="1194019" y="121838"/>
                </a:cubicBezTo>
                <a:cubicBezTo>
                  <a:pt x="1198151" y="123240"/>
                  <a:pt x="1202703" y="123941"/>
                  <a:pt x="1207673" y="123941"/>
                </a:cubicBezTo>
                <a:cubicBezTo>
                  <a:pt x="1214262" y="123941"/>
                  <a:pt x="1220895" y="122605"/>
                  <a:pt x="1227570" y="119934"/>
                </a:cubicBezTo>
                <a:cubicBezTo>
                  <a:pt x="1234246" y="117263"/>
                  <a:pt x="1239000" y="114636"/>
                  <a:pt x="1241832" y="112054"/>
                </a:cubicBezTo>
                <a:lnTo>
                  <a:pt x="1242699" y="112054"/>
                </a:lnTo>
                <a:lnTo>
                  <a:pt x="1242699" y="130032"/>
                </a:lnTo>
                <a:cubicBezTo>
                  <a:pt x="1237208" y="132370"/>
                  <a:pt x="1231601" y="134329"/>
                  <a:pt x="1225880" y="135907"/>
                </a:cubicBezTo>
                <a:cubicBezTo>
                  <a:pt x="1220158" y="137486"/>
                  <a:pt x="1214147" y="138275"/>
                  <a:pt x="1207847" y="138275"/>
                </a:cubicBezTo>
                <a:cubicBezTo>
                  <a:pt x="1191779" y="138275"/>
                  <a:pt x="1179237" y="133883"/>
                  <a:pt x="1170220" y="125099"/>
                </a:cubicBezTo>
                <a:cubicBezTo>
                  <a:pt x="1161204" y="116315"/>
                  <a:pt x="1156696" y="103838"/>
                  <a:pt x="1156696" y="87668"/>
                </a:cubicBezTo>
                <a:cubicBezTo>
                  <a:pt x="1156696" y="71676"/>
                  <a:pt x="1161016" y="58981"/>
                  <a:pt x="1169657" y="49583"/>
                </a:cubicBezTo>
                <a:cubicBezTo>
                  <a:pt x="1178298" y="40186"/>
                  <a:pt x="1189669" y="35487"/>
                  <a:pt x="1203772" y="35487"/>
                </a:cubicBezTo>
                <a:cubicBezTo>
                  <a:pt x="1216834" y="35487"/>
                  <a:pt x="1226905" y="39339"/>
                  <a:pt x="1233986" y="47043"/>
                </a:cubicBezTo>
                <a:cubicBezTo>
                  <a:pt x="1241066" y="54748"/>
                  <a:pt x="1244606" y="65692"/>
                  <a:pt x="1244606" y="79875"/>
                </a:cubicBezTo>
                <a:lnTo>
                  <a:pt x="1244606" y="88804"/>
                </a:lnTo>
                <a:moveTo>
                  <a:pt x="1228741" y="76218"/>
                </a:moveTo>
                <a:cubicBezTo>
                  <a:pt x="1228683" y="67594"/>
                  <a:pt x="1226530" y="60922"/>
                  <a:pt x="1222282" y="56202"/>
                </a:cubicBezTo>
                <a:cubicBezTo>
                  <a:pt x="1218034" y="51482"/>
                  <a:pt x="1211575" y="49122"/>
                  <a:pt x="1202905" y="49122"/>
                </a:cubicBezTo>
                <a:cubicBezTo>
                  <a:pt x="1194178" y="49122"/>
                  <a:pt x="1187227" y="51715"/>
                  <a:pt x="1182055" y="56901"/>
                </a:cubicBezTo>
                <a:cubicBezTo>
                  <a:pt x="1176882" y="62087"/>
                  <a:pt x="1173948" y="68526"/>
                  <a:pt x="1173255" y="76218"/>
                </a:cubicBezTo>
                <a:lnTo>
                  <a:pt x="1228741" y="76218"/>
                </a:lnTo>
                <a:close/>
                <a:moveTo>
                  <a:pt x="1410504" y="136003"/>
                </a:moveTo>
                <a:lnTo>
                  <a:pt x="1394205" y="136003"/>
                </a:lnTo>
                <a:lnTo>
                  <a:pt x="1394205" y="80356"/>
                </a:lnTo>
                <a:cubicBezTo>
                  <a:pt x="1394205" y="76157"/>
                  <a:pt x="1394018" y="72103"/>
                  <a:pt x="1393642" y="68195"/>
                </a:cubicBezTo>
                <a:cubicBezTo>
                  <a:pt x="1393266" y="64286"/>
                  <a:pt x="1392471" y="61165"/>
                  <a:pt x="1391258" y="58832"/>
                </a:cubicBezTo>
                <a:cubicBezTo>
                  <a:pt x="1389928" y="56323"/>
                  <a:pt x="1388021" y="54427"/>
                  <a:pt x="1385536" y="53145"/>
                </a:cubicBezTo>
                <a:cubicBezTo>
                  <a:pt x="1383050" y="51861"/>
                  <a:pt x="1379467" y="51220"/>
                  <a:pt x="1374785" y="51220"/>
                </a:cubicBezTo>
                <a:cubicBezTo>
                  <a:pt x="1370219" y="51220"/>
                  <a:pt x="1365653" y="52372"/>
                  <a:pt x="1361087" y="54678"/>
                </a:cubicBezTo>
                <a:cubicBezTo>
                  <a:pt x="1356521" y="56981"/>
                  <a:pt x="1351955" y="59912"/>
                  <a:pt x="1347389" y="63470"/>
                </a:cubicBezTo>
                <a:cubicBezTo>
                  <a:pt x="1347563" y="64810"/>
                  <a:pt x="1347707" y="66370"/>
                  <a:pt x="1347823" y="68149"/>
                </a:cubicBezTo>
                <a:cubicBezTo>
                  <a:pt x="1347938" y="69928"/>
                  <a:pt x="1347996" y="71692"/>
                  <a:pt x="1347996" y="73442"/>
                </a:cubicBezTo>
                <a:lnTo>
                  <a:pt x="1347996" y="136003"/>
                </a:lnTo>
                <a:lnTo>
                  <a:pt x="1331697" y="136003"/>
                </a:lnTo>
                <a:lnTo>
                  <a:pt x="1331697" y="80356"/>
                </a:lnTo>
                <a:cubicBezTo>
                  <a:pt x="1331697" y="76040"/>
                  <a:pt x="1331509" y="71943"/>
                  <a:pt x="1331134" y="68064"/>
                </a:cubicBezTo>
                <a:cubicBezTo>
                  <a:pt x="1330758" y="64184"/>
                  <a:pt x="1329963" y="61077"/>
                  <a:pt x="1328750" y="58745"/>
                </a:cubicBezTo>
                <a:cubicBezTo>
                  <a:pt x="1327420" y="56235"/>
                  <a:pt x="1325513" y="54354"/>
                  <a:pt x="1323028" y="53102"/>
                </a:cubicBezTo>
                <a:cubicBezTo>
                  <a:pt x="1320542" y="51847"/>
                  <a:pt x="1316959" y="51220"/>
                  <a:pt x="1312277" y="51220"/>
                </a:cubicBezTo>
                <a:cubicBezTo>
                  <a:pt x="1307827" y="51220"/>
                  <a:pt x="1303362" y="52329"/>
                  <a:pt x="1298883" y="54546"/>
                </a:cubicBezTo>
                <a:cubicBezTo>
                  <a:pt x="1294403" y="56763"/>
                  <a:pt x="1289939" y="59590"/>
                  <a:pt x="1285488" y="63030"/>
                </a:cubicBezTo>
                <a:lnTo>
                  <a:pt x="1285488" y="136003"/>
                </a:lnTo>
                <a:lnTo>
                  <a:pt x="1269189" y="136003"/>
                </a:lnTo>
                <a:lnTo>
                  <a:pt x="1269189" y="38284"/>
                </a:lnTo>
                <a:lnTo>
                  <a:pt x="1285488" y="38284"/>
                </a:lnTo>
                <a:lnTo>
                  <a:pt x="1285488" y="49133"/>
                </a:lnTo>
                <a:cubicBezTo>
                  <a:pt x="1290574" y="44848"/>
                  <a:pt x="1295646" y="41503"/>
                  <a:pt x="1300703" y="39098"/>
                </a:cubicBezTo>
                <a:cubicBezTo>
                  <a:pt x="1305761" y="36690"/>
                  <a:pt x="1311150" y="35487"/>
                  <a:pt x="1316872" y="35487"/>
                </a:cubicBezTo>
                <a:cubicBezTo>
                  <a:pt x="1323461" y="35487"/>
                  <a:pt x="1329053" y="36894"/>
                  <a:pt x="1333648" y="39709"/>
                </a:cubicBezTo>
                <a:cubicBezTo>
                  <a:pt x="1338243" y="42523"/>
                  <a:pt x="1341667" y="46421"/>
                  <a:pt x="1343921" y="51405"/>
                </a:cubicBezTo>
                <a:cubicBezTo>
                  <a:pt x="1350510" y="45777"/>
                  <a:pt x="1356521" y="41717"/>
                  <a:pt x="1361954" y="39226"/>
                </a:cubicBezTo>
                <a:cubicBezTo>
                  <a:pt x="1367387" y="36733"/>
                  <a:pt x="1373196" y="35487"/>
                  <a:pt x="1379380" y="35487"/>
                </a:cubicBezTo>
                <a:cubicBezTo>
                  <a:pt x="1390015" y="35487"/>
                  <a:pt x="1397861" y="38741"/>
                  <a:pt x="1402918" y="45249"/>
                </a:cubicBezTo>
                <a:cubicBezTo>
                  <a:pt x="1407976" y="51757"/>
                  <a:pt x="1410504" y="60849"/>
                  <a:pt x="1410504" y="72525"/>
                </a:cubicBezTo>
                <a:lnTo>
                  <a:pt x="1410504" y="136003"/>
                </a:lnTo>
                <a:close/>
                <a:moveTo>
                  <a:pt x="1522833" y="88804"/>
                </a:moveTo>
                <a:lnTo>
                  <a:pt x="1451482" y="88804"/>
                </a:lnTo>
                <a:cubicBezTo>
                  <a:pt x="1451482" y="94820"/>
                  <a:pt x="1452377" y="100063"/>
                  <a:pt x="1454169" y="104531"/>
                </a:cubicBezTo>
                <a:cubicBezTo>
                  <a:pt x="1455961" y="109000"/>
                  <a:pt x="1458417" y="112666"/>
                  <a:pt x="1461538" y="115528"/>
                </a:cubicBezTo>
                <a:cubicBezTo>
                  <a:pt x="1464544" y="118332"/>
                  <a:pt x="1468113" y="120436"/>
                  <a:pt x="1472245" y="121838"/>
                </a:cubicBezTo>
                <a:cubicBezTo>
                  <a:pt x="1476378" y="123240"/>
                  <a:pt x="1480929" y="123941"/>
                  <a:pt x="1485900" y="123941"/>
                </a:cubicBezTo>
                <a:cubicBezTo>
                  <a:pt x="1492489" y="123941"/>
                  <a:pt x="1499121" y="122605"/>
                  <a:pt x="1505797" y="119934"/>
                </a:cubicBezTo>
                <a:cubicBezTo>
                  <a:pt x="1512473" y="117263"/>
                  <a:pt x="1517226" y="114636"/>
                  <a:pt x="1520058" y="112054"/>
                </a:cubicBezTo>
                <a:lnTo>
                  <a:pt x="1520925" y="112054"/>
                </a:lnTo>
                <a:lnTo>
                  <a:pt x="1520925" y="130032"/>
                </a:lnTo>
                <a:cubicBezTo>
                  <a:pt x="1515435" y="132370"/>
                  <a:pt x="1509828" y="134329"/>
                  <a:pt x="1504106" y="135907"/>
                </a:cubicBezTo>
                <a:cubicBezTo>
                  <a:pt x="1498384" y="137486"/>
                  <a:pt x="1492373" y="138275"/>
                  <a:pt x="1486073" y="138275"/>
                </a:cubicBezTo>
                <a:cubicBezTo>
                  <a:pt x="1470006" y="138275"/>
                  <a:pt x="1457464" y="133883"/>
                  <a:pt x="1448447" y="125099"/>
                </a:cubicBezTo>
                <a:cubicBezTo>
                  <a:pt x="1439431" y="116315"/>
                  <a:pt x="1434923" y="103838"/>
                  <a:pt x="1434923" y="87668"/>
                </a:cubicBezTo>
                <a:cubicBezTo>
                  <a:pt x="1434923" y="71676"/>
                  <a:pt x="1439243" y="58981"/>
                  <a:pt x="1447884" y="49583"/>
                </a:cubicBezTo>
                <a:cubicBezTo>
                  <a:pt x="1456524" y="40186"/>
                  <a:pt x="1467896" y="35487"/>
                  <a:pt x="1481999" y="35487"/>
                </a:cubicBezTo>
                <a:cubicBezTo>
                  <a:pt x="1495061" y="35487"/>
                  <a:pt x="1505132" y="39339"/>
                  <a:pt x="1512212" y="47043"/>
                </a:cubicBezTo>
                <a:cubicBezTo>
                  <a:pt x="1519293" y="54748"/>
                  <a:pt x="1522833" y="65692"/>
                  <a:pt x="1522833" y="79875"/>
                </a:cubicBezTo>
                <a:lnTo>
                  <a:pt x="1522833" y="88804"/>
                </a:lnTo>
                <a:moveTo>
                  <a:pt x="1506967" y="76218"/>
                </a:moveTo>
                <a:cubicBezTo>
                  <a:pt x="1506909" y="67594"/>
                  <a:pt x="1504757" y="60922"/>
                  <a:pt x="1500508" y="56202"/>
                </a:cubicBezTo>
                <a:cubicBezTo>
                  <a:pt x="1496260" y="51482"/>
                  <a:pt x="1489801" y="49122"/>
                  <a:pt x="1481132" y="49122"/>
                </a:cubicBezTo>
                <a:cubicBezTo>
                  <a:pt x="1472404" y="49122"/>
                  <a:pt x="1465454" y="51715"/>
                  <a:pt x="1460281" y="56901"/>
                </a:cubicBezTo>
                <a:cubicBezTo>
                  <a:pt x="1455108" y="62087"/>
                  <a:pt x="1452175" y="68526"/>
                  <a:pt x="1451482" y="76218"/>
                </a:cubicBezTo>
                <a:lnTo>
                  <a:pt x="1506967" y="76218"/>
                </a:lnTo>
                <a:close/>
                <a:moveTo>
                  <a:pt x="1628391" y="136003"/>
                </a:moveTo>
                <a:lnTo>
                  <a:pt x="1612092" y="136003"/>
                </a:lnTo>
                <a:lnTo>
                  <a:pt x="1612092" y="80356"/>
                </a:lnTo>
                <a:cubicBezTo>
                  <a:pt x="1612092" y="75863"/>
                  <a:pt x="1611832" y="71649"/>
                  <a:pt x="1611311" y="67712"/>
                </a:cubicBezTo>
                <a:cubicBezTo>
                  <a:pt x="1610791" y="63775"/>
                  <a:pt x="1609838" y="60699"/>
                  <a:pt x="1608451" y="58482"/>
                </a:cubicBezTo>
                <a:cubicBezTo>
                  <a:pt x="1607006" y="56031"/>
                  <a:pt x="1604925" y="54209"/>
                  <a:pt x="1602208" y="53014"/>
                </a:cubicBezTo>
                <a:cubicBezTo>
                  <a:pt x="1599492" y="51818"/>
                  <a:pt x="1595966" y="51220"/>
                  <a:pt x="1591631" y="51220"/>
                </a:cubicBezTo>
                <a:cubicBezTo>
                  <a:pt x="1587181" y="51220"/>
                  <a:pt x="1582528" y="52329"/>
                  <a:pt x="1577673" y="54546"/>
                </a:cubicBezTo>
                <a:cubicBezTo>
                  <a:pt x="1572818" y="56763"/>
                  <a:pt x="1568166" y="59590"/>
                  <a:pt x="1563715" y="63030"/>
                </a:cubicBezTo>
                <a:lnTo>
                  <a:pt x="1563715" y="136003"/>
                </a:lnTo>
                <a:lnTo>
                  <a:pt x="1547416" y="136003"/>
                </a:lnTo>
                <a:lnTo>
                  <a:pt x="1547416" y="38284"/>
                </a:lnTo>
                <a:lnTo>
                  <a:pt x="1563715" y="38284"/>
                </a:lnTo>
                <a:lnTo>
                  <a:pt x="1563715" y="49059"/>
                </a:lnTo>
                <a:cubicBezTo>
                  <a:pt x="1568801" y="44798"/>
                  <a:pt x="1574061" y="41471"/>
                  <a:pt x="1579494" y="39078"/>
                </a:cubicBezTo>
                <a:cubicBezTo>
                  <a:pt x="1584927" y="36684"/>
                  <a:pt x="1590504" y="35487"/>
                  <a:pt x="1596226" y="35487"/>
                </a:cubicBezTo>
                <a:cubicBezTo>
                  <a:pt x="1606688" y="35487"/>
                  <a:pt x="1614664" y="38668"/>
                  <a:pt x="1620155" y="45030"/>
                </a:cubicBezTo>
                <a:cubicBezTo>
                  <a:pt x="1625645" y="51393"/>
                  <a:pt x="1628391" y="60557"/>
                  <a:pt x="1628391" y="72525"/>
                </a:cubicBezTo>
                <a:lnTo>
                  <a:pt x="1628391" y="136003"/>
                </a:lnTo>
                <a:close/>
                <a:moveTo>
                  <a:pt x="1709914" y="135142"/>
                </a:moveTo>
                <a:cubicBezTo>
                  <a:pt x="1706851" y="135955"/>
                  <a:pt x="1703513" y="136621"/>
                  <a:pt x="1699901" y="137142"/>
                </a:cubicBezTo>
                <a:cubicBezTo>
                  <a:pt x="1696288" y="137664"/>
                  <a:pt x="1693066" y="137926"/>
                  <a:pt x="1690234" y="137926"/>
                </a:cubicBezTo>
                <a:cubicBezTo>
                  <a:pt x="1680351" y="137926"/>
                  <a:pt x="1672837" y="135243"/>
                  <a:pt x="1667693" y="129876"/>
                </a:cubicBezTo>
                <a:cubicBezTo>
                  <a:pt x="1662549" y="124510"/>
                  <a:pt x="1659977" y="115906"/>
                  <a:pt x="1659977" y="104064"/>
                </a:cubicBezTo>
                <a:lnTo>
                  <a:pt x="1659977" y="52094"/>
                </a:lnTo>
                <a:lnTo>
                  <a:pt x="1648967" y="52094"/>
                </a:lnTo>
                <a:lnTo>
                  <a:pt x="1648967" y="38284"/>
                </a:lnTo>
                <a:lnTo>
                  <a:pt x="1659977" y="38284"/>
                </a:lnTo>
                <a:lnTo>
                  <a:pt x="1659977" y="10139"/>
                </a:lnTo>
                <a:lnTo>
                  <a:pt x="1676276" y="10139"/>
                </a:lnTo>
                <a:lnTo>
                  <a:pt x="1676276" y="38284"/>
                </a:lnTo>
                <a:lnTo>
                  <a:pt x="1709914" y="38284"/>
                </a:lnTo>
                <a:lnTo>
                  <a:pt x="1709914" y="52094"/>
                </a:lnTo>
                <a:lnTo>
                  <a:pt x="1676276" y="52094"/>
                </a:lnTo>
                <a:lnTo>
                  <a:pt x="1676276" y="96692"/>
                </a:lnTo>
                <a:cubicBezTo>
                  <a:pt x="1676276" y="101833"/>
                  <a:pt x="1676392" y="105849"/>
                  <a:pt x="1676623" y="108741"/>
                </a:cubicBezTo>
                <a:cubicBezTo>
                  <a:pt x="1676854" y="111632"/>
                  <a:pt x="1677663" y="114334"/>
                  <a:pt x="1679050" y="116845"/>
                </a:cubicBezTo>
                <a:cubicBezTo>
                  <a:pt x="1680322" y="119181"/>
                  <a:pt x="1682070" y="120890"/>
                  <a:pt x="1684295" y="121972"/>
                </a:cubicBezTo>
                <a:cubicBezTo>
                  <a:pt x="1686521" y="123051"/>
                  <a:pt x="1689916" y="123591"/>
                  <a:pt x="1694482" y="123591"/>
                </a:cubicBezTo>
                <a:cubicBezTo>
                  <a:pt x="1697141" y="123591"/>
                  <a:pt x="1699915" y="123198"/>
                  <a:pt x="1702805" y="122411"/>
                </a:cubicBezTo>
                <a:cubicBezTo>
                  <a:pt x="1705695" y="121625"/>
                  <a:pt x="1707776" y="120969"/>
                  <a:pt x="1709047" y="120445"/>
                </a:cubicBezTo>
                <a:lnTo>
                  <a:pt x="1709914" y="120445"/>
                </a:lnTo>
                <a:lnTo>
                  <a:pt x="1709914" y="135142"/>
                </a:lnTo>
                <a:close/>
                <a:moveTo>
                  <a:pt x="1798771" y="107798"/>
                </a:moveTo>
                <a:cubicBezTo>
                  <a:pt x="1798771" y="116706"/>
                  <a:pt x="1795116" y="124013"/>
                  <a:pt x="1787804" y="129718"/>
                </a:cubicBezTo>
                <a:cubicBezTo>
                  <a:pt x="1780493" y="135423"/>
                  <a:pt x="1770508" y="138275"/>
                  <a:pt x="1757851" y="138275"/>
                </a:cubicBezTo>
                <a:cubicBezTo>
                  <a:pt x="1750684" y="138275"/>
                  <a:pt x="1744109" y="137413"/>
                  <a:pt x="1738127" y="135689"/>
                </a:cubicBezTo>
                <a:cubicBezTo>
                  <a:pt x="1732145" y="133964"/>
                  <a:pt x="1727131" y="132079"/>
                  <a:pt x="1723085" y="130032"/>
                </a:cubicBezTo>
                <a:lnTo>
                  <a:pt x="1723085" y="111529"/>
                </a:lnTo>
                <a:lnTo>
                  <a:pt x="1723952" y="111529"/>
                </a:lnTo>
                <a:cubicBezTo>
                  <a:pt x="1729096" y="115486"/>
                  <a:pt x="1734818" y="118632"/>
                  <a:pt x="1741118" y="120966"/>
                </a:cubicBezTo>
                <a:cubicBezTo>
                  <a:pt x="1747418" y="123299"/>
                  <a:pt x="1753458" y="124465"/>
                  <a:pt x="1759238" y="124465"/>
                </a:cubicBezTo>
                <a:cubicBezTo>
                  <a:pt x="1766405" y="124465"/>
                  <a:pt x="1772011" y="123295"/>
                  <a:pt x="1776057" y="120955"/>
                </a:cubicBezTo>
                <a:cubicBezTo>
                  <a:pt x="1780103" y="118614"/>
                  <a:pt x="1782126" y="114926"/>
                  <a:pt x="1782126" y="109893"/>
                </a:cubicBezTo>
                <a:cubicBezTo>
                  <a:pt x="1782126" y="106051"/>
                  <a:pt x="1781027" y="103140"/>
                  <a:pt x="1778831" y="101161"/>
                </a:cubicBezTo>
                <a:cubicBezTo>
                  <a:pt x="1776635" y="99182"/>
                  <a:pt x="1772416" y="97493"/>
                  <a:pt x="1766173" y="96094"/>
                </a:cubicBezTo>
                <a:cubicBezTo>
                  <a:pt x="1763862" y="95571"/>
                  <a:pt x="1760842" y="94961"/>
                  <a:pt x="1757114" y="94261"/>
                </a:cubicBezTo>
                <a:cubicBezTo>
                  <a:pt x="1753386" y="93562"/>
                  <a:pt x="1749990" y="92805"/>
                  <a:pt x="1746927" y="91992"/>
                </a:cubicBezTo>
                <a:cubicBezTo>
                  <a:pt x="1738431" y="89721"/>
                  <a:pt x="1732405" y="86388"/>
                  <a:pt x="1728851" y="81992"/>
                </a:cubicBezTo>
                <a:cubicBezTo>
                  <a:pt x="1725296" y="77596"/>
                  <a:pt x="1723519" y="72196"/>
                  <a:pt x="1723519" y="65792"/>
                </a:cubicBezTo>
                <a:cubicBezTo>
                  <a:pt x="1723519" y="61775"/>
                  <a:pt x="1724342" y="57991"/>
                  <a:pt x="1725990" y="54440"/>
                </a:cubicBezTo>
                <a:cubicBezTo>
                  <a:pt x="1727637" y="50887"/>
                  <a:pt x="1730137" y="47713"/>
                  <a:pt x="1733489" y="44918"/>
                </a:cubicBezTo>
                <a:cubicBezTo>
                  <a:pt x="1736726" y="42183"/>
                  <a:pt x="1740844" y="40015"/>
                  <a:pt x="1745843" y="38415"/>
                </a:cubicBezTo>
                <a:cubicBezTo>
                  <a:pt x="1750843" y="36812"/>
                  <a:pt x="1756435" y="36011"/>
                  <a:pt x="1762619" y="36011"/>
                </a:cubicBezTo>
                <a:cubicBezTo>
                  <a:pt x="1768399" y="36011"/>
                  <a:pt x="1774251" y="36722"/>
                  <a:pt x="1780175" y="38144"/>
                </a:cubicBezTo>
                <a:cubicBezTo>
                  <a:pt x="1786099" y="39566"/>
                  <a:pt x="1791026" y="41295"/>
                  <a:pt x="1794957" y="43329"/>
                </a:cubicBezTo>
                <a:lnTo>
                  <a:pt x="1794957" y="60834"/>
                </a:lnTo>
                <a:lnTo>
                  <a:pt x="1794090" y="60834"/>
                </a:lnTo>
                <a:cubicBezTo>
                  <a:pt x="1789928" y="57746"/>
                  <a:pt x="1784871" y="55138"/>
                  <a:pt x="1778918" y="53011"/>
                </a:cubicBezTo>
                <a:cubicBezTo>
                  <a:pt x="1772965" y="50885"/>
                  <a:pt x="1767127" y="49821"/>
                  <a:pt x="1761405" y="49821"/>
                </a:cubicBezTo>
                <a:cubicBezTo>
                  <a:pt x="1755452" y="49821"/>
                  <a:pt x="1750424" y="50977"/>
                  <a:pt x="1746320" y="53290"/>
                </a:cubicBezTo>
                <a:cubicBezTo>
                  <a:pt x="1742216" y="55603"/>
                  <a:pt x="1740165" y="59041"/>
                  <a:pt x="1740165" y="63607"/>
                </a:cubicBezTo>
                <a:cubicBezTo>
                  <a:pt x="1740165" y="67624"/>
                  <a:pt x="1741407" y="70651"/>
                  <a:pt x="1743892" y="72689"/>
                </a:cubicBezTo>
                <a:cubicBezTo>
                  <a:pt x="1746320" y="74726"/>
                  <a:pt x="1750250" y="76386"/>
                  <a:pt x="1755683" y="77668"/>
                </a:cubicBezTo>
                <a:cubicBezTo>
                  <a:pt x="1758689" y="78367"/>
                  <a:pt x="1762055" y="79066"/>
                  <a:pt x="1765783" y="79766"/>
                </a:cubicBezTo>
                <a:cubicBezTo>
                  <a:pt x="1769511" y="80463"/>
                  <a:pt x="1772618" y="81103"/>
                  <a:pt x="1775103" y="81686"/>
                </a:cubicBezTo>
                <a:cubicBezTo>
                  <a:pt x="1782675" y="83432"/>
                  <a:pt x="1788512" y="86430"/>
                  <a:pt x="1792616" y="90680"/>
                </a:cubicBezTo>
                <a:cubicBezTo>
                  <a:pt x="1796719" y="94989"/>
                  <a:pt x="1798771" y="100695"/>
                  <a:pt x="1798771" y="107798"/>
                </a:cubicBezTo>
                <a:close/>
                <a:moveTo>
                  <a:pt x="1936081" y="172014"/>
                </a:moveTo>
                <a:lnTo>
                  <a:pt x="1916228" y="172014"/>
                </a:lnTo>
                <a:cubicBezTo>
                  <a:pt x="1905998" y="160185"/>
                  <a:pt x="1898051" y="147278"/>
                  <a:pt x="1892386" y="133293"/>
                </a:cubicBezTo>
                <a:cubicBezTo>
                  <a:pt x="1886722" y="119308"/>
                  <a:pt x="1883890" y="103546"/>
                  <a:pt x="1883890" y="86007"/>
                </a:cubicBezTo>
                <a:cubicBezTo>
                  <a:pt x="1883890" y="68468"/>
                  <a:pt x="1886722" y="52705"/>
                  <a:pt x="1892386" y="38721"/>
                </a:cubicBezTo>
                <a:cubicBezTo>
                  <a:pt x="1898051" y="24736"/>
                  <a:pt x="1905998" y="11829"/>
                  <a:pt x="1916228" y="0"/>
                </a:cubicBezTo>
                <a:lnTo>
                  <a:pt x="1936081" y="0"/>
                </a:lnTo>
                <a:lnTo>
                  <a:pt x="1936081" y="874"/>
                </a:lnTo>
                <a:cubicBezTo>
                  <a:pt x="1931400" y="5128"/>
                  <a:pt x="1926935" y="10037"/>
                  <a:pt x="1922687" y="15602"/>
                </a:cubicBezTo>
                <a:cubicBezTo>
                  <a:pt x="1918439" y="21167"/>
                  <a:pt x="1914494" y="27649"/>
                  <a:pt x="1910853" y="35050"/>
                </a:cubicBezTo>
                <a:cubicBezTo>
                  <a:pt x="1907385" y="42217"/>
                  <a:pt x="1904567" y="50112"/>
                  <a:pt x="1902400" y="58736"/>
                </a:cubicBezTo>
                <a:cubicBezTo>
                  <a:pt x="1900232" y="67360"/>
                  <a:pt x="1899149" y="76451"/>
                  <a:pt x="1899149" y="86007"/>
                </a:cubicBezTo>
                <a:cubicBezTo>
                  <a:pt x="1899149" y="95971"/>
                  <a:pt x="1900204" y="105090"/>
                  <a:pt x="1902313" y="113365"/>
                </a:cubicBezTo>
                <a:cubicBezTo>
                  <a:pt x="1904423" y="121639"/>
                  <a:pt x="1907269" y="129506"/>
                  <a:pt x="1910853" y="136964"/>
                </a:cubicBezTo>
                <a:cubicBezTo>
                  <a:pt x="1914321" y="144132"/>
                  <a:pt x="1918280" y="150614"/>
                  <a:pt x="1922730" y="156412"/>
                </a:cubicBezTo>
                <a:cubicBezTo>
                  <a:pt x="1927181" y="162210"/>
                  <a:pt x="1931631" y="167119"/>
                  <a:pt x="1936081" y="171140"/>
                </a:cubicBezTo>
                <a:lnTo>
                  <a:pt x="1936081" y="172014"/>
                </a:lnTo>
                <a:close/>
                <a:moveTo>
                  <a:pt x="2059953" y="98918"/>
                </a:moveTo>
                <a:cubicBezTo>
                  <a:pt x="2059953" y="103992"/>
                  <a:pt x="2058782" y="109006"/>
                  <a:pt x="2056441" y="113963"/>
                </a:cubicBezTo>
                <a:cubicBezTo>
                  <a:pt x="2054101" y="118918"/>
                  <a:pt x="2050821" y="123115"/>
                  <a:pt x="2046601" y="126555"/>
                </a:cubicBezTo>
                <a:cubicBezTo>
                  <a:pt x="2041978" y="130288"/>
                  <a:pt x="2036588" y="133204"/>
                  <a:pt x="2030433" y="135304"/>
                </a:cubicBezTo>
                <a:cubicBezTo>
                  <a:pt x="2024277" y="137401"/>
                  <a:pt x="2016865" y="138450"/>
                  <a:pt x="2008195" y="138450"/>
                </a:cubicBezTo>
                <a:cubicBezTo>
                  <a:pt x="1998889" y="138450"/>
                  <a:pt x="1990523" y="137574"/>
                  <a:pt x="1983096" y="135823"/>
                </a:cubicBezTo>
                <a:cubicBezTo>
                  <a:pt x="1975669" y="134069"/>
                  <a:pt x="1968112" y="131469"/>
                  <a:pt x="1960425" y="128022"/>
                </a:cubicBezTo>
                <a:lnTo>
                  <a:pt x="1960425" y="106285"/>
                </a:lnTo>
                <a:lnTo>
                  <a:pt x="1961639" y="106285"/>
                </a:lnTo>
                <a:cubicBezTo>
                  <a:pt x="1968170" y="111762"/>
                  <a:pt x="1975713" y="115987"/>
                  <a:pt x="1984267" y="118959"/>
                </a:cubicBezTo>
                <a:cubicBezTo>
                  <a:pt x="1992821" y="121931"/>
                  <a:pt x="2000855" y="123416"/>
                  <a:pt x="2008368" y="123416"/>
                </a:cubicBezTo>
                <a:cubicBezTo>
                  <a:pt x="2019003" y="123416"/>
                  <a:pt x="2027283" y="121413"/>
                  <a:pt x="2033207" y="117405"/>
                </a:cubicBezTo>
                <a:cubicBezTo>
                  <a:pt x="2039131" y="113395"/>
                  <a:pt x="2042093" y="108049"/>
                  <a:pt x="2042093" y="101366"/>
                </a:cubicBezTo>
                <a:cubicBezTo>
                  <a:pt x="2042093" y="95593"/>
                  <a:pt x="2040692" y="91337"/>
                  <a:pt x="2037888" y="88596"/>
                </a:cubicBezTo>
                <a:cubicBezTo>
                  <a:pt x="2035085" y="85856"/>
                  <a:pt x="2030823" y="83728"/>
                  <a:pt x="2025101" y="82213"/>
                </a:cubicBezTo>
                <a:cubicBezTo>
                  <a:pt x="2020766" y="81046"/>
                  <a:pt x="2016070" y="80083"/>
                  <a:pt x="2011013" y="79326"/>
                </a:cubicBezTo>
                <a:cubicBezTo>
                  <a:pt x="2005955" y="78568"/>
                  <a:pt x="2000595" y="77606"/>
                  <a:pt x="1994930" y="76439"/>
                </a:cubicBezTo>
                <a:cubicBezTo>
                  <a:pt x="1983486" y="73990"/>
                  <a:pt x="1975005" y="69806"/>
                  <a:pt x="1969485" y="63888"/>
                </a:cubicBezTo>
                <a:cubicBezTo>
                  <a:pt x="1963965" y="57970"/>
                  <a:pt x="1961205" y="50259"/>
                  <a:pt x="1961205" y="40756"/>
                </a:cubicBezTo>
                <a:cubicBezTo>
                  <a:pt x="1961205" y="29852"/>
                  <a:pt x="1965771" y="20916"/>
                  <a:pt x="1974903" y="13949"/>
                </a:cubicBezTo>
                <a:cubicBezTo>
                  <a:pt x="1984036" y="6981"/>
                  <a:pt x="1995624" y="3496"/>
                  <a:pt x="2009669" y="3496"/>
                </a:cubicBezTo>
                <a:cubicBezTo>
                  <a:pt x="2018743" y="3496"/>
                  <a:pt x="2027066" y="4370"/>
                  <a:pt x="2034637" y="6118"/>
                </a:cubicBezTo>
                <a:cubicBezTo>
                  <a:pt x="2042209" y="7866"/>
                  <a:pt x="2048913" y="10022"/>
                  <a:pt x="2054751" y="12586"/>
                </a:cubicBezTo>
                <a:lnTo>
                  <a:pt x="2054751" y="33039"/>
                </a:lnTo>
                <a:lnTo>
                  <a:pt x="2053537" y="33039"/>
                </a:lnTo>
                <a:cubicBezTo>
                  <a:pt x="2048624" y="28869"/>
                  <a:pt x="2042165" y="25409"/>
                  <a:pt x="2034160" y="22657"/>
                </a:cubicBezTo>
                <a:cubicBezTo>
                  <a:pt x="2026156" y="19906"/>
                  <a:pt x="2017963" y="18530"/>
                  <a:pt x="2009582" y="18530"/>
                </a:cubicBezTo>
                <a:cubicBezTo>
                  <a:pt x="2000392" y="18530"/>
                  <a:pt x="1993009" y="20447"/>
                  <a:pt x="1987431" y="24282"/>
                </a:cubicBezTo>
                <a:cubicBezTo>
                  <a:pt x="1981854" y="28115"/>
                  <a:pt x="1979065" y="33052"/>
                  <a:pt x="1979065" y="39092"/>
                </a:cubicBezTo>
                <a:cubicBezTo>
                  <a:pt x="1979065" y="44515"/>
                  <a:pt x="1980452" y="48771"/>
                  <a:pt x="1983226" y="51861"/>
                </a:cubicBezTo>
                <a:cubicBezTo>
                  <a:pt x="1986001" y="54952"/>
                  <a:pt x="1990885" y="57313"/>
                  <a:pt x="1997878" y="58947"/>
                </a:cubicBezTo>
                <a:cubicBezTo>
                  <a:pt x="2001577" y="59763"/>
                  <a:pt x="2006837" y="60754"/>
                  <a:pt x="2013657" y="61921"/>
                </a:cubicBezTo>
                <a:cubicBezTo>
                  <a:pt x="2020477" y="63087"/>
                  <a:pt x="2026257" y="64282"/>
                  <a:pt x="2030996" y="65508"/>
                </a:cubicBezTo>
                <a:cubicBezTo>
                  <a:pt x="2040590" y="68073"/>
                  <a:pt x="2047815" y="71951"/>
                  <a:pt x="2052670" y="77141"/>
                </a:cubicBezTo>
                <a:cubicBezTo>
                  <a:pt x="2057525" y="82329"/>
                  <a:pt x="2059953" y="89588"/>
                  <a:pt x="2059953" y="98918"/>
                </a:cubicBezTo>
                <a:close/>
                <a:moveTo>
                  <a:pt x="2167177" y="88804"/>
                </a:moveTo>
                <a:lnTo>
                  <a:pt x="2095826" y="88804"/>
                </a:lnTo>
                <a:cubicBezTo>
                  <a:pt x="2095826" y="94820"/>
                  <a:pt x="2096722" y="100063"/>
                  <a:pt x="2098513" y="104531"/>
                </a:cubicBezTo>
                <a:cubicBezTo>
                  <a:pt x="2100305" y="109000"/>
                  <a:pt x="2102762" y="112666"/>
                  <a:pt x="2105883" y="115528"/>
                </a:cubicBezTo>
                <a:cubicBezTo>
                  <a:pt x="2108888" y="118332"/>
                  <a:pt x="2112457" y="120436"/>
                  <a:pt x="2116590" y="121838"/>
                </a:cubicBezTo>
                <a:cubicBezTo>
                  <a:pt x="2120722" y="123240"/>
                  <a:pt x="2125274" y="123941"/>
                  <a:pt x="2130244" y="123941"/>
                </a:cubicBezTo>
                <a:cubicBezTo>
                  <a:pt x="2136833" y="123941"/>
                  <a:pt x="2143466" y="122605"/>
                  <a:pt x="2150141" y="119934"/>
                </a:cubicBezTo>
                <a:cubicBezTo>
                  <a:pt x="2156817" y="117263"/>
                  <a:pt x="2161571" y="114636"/>
                  <a:pt x="2164403" y="112054"/>
                </a:cubicBezTo>
                <a:lnTo>
                  <a:pt x="2165270" y="112054"/>
                </a:lnTo>
                <a:lnTo>
                  <a:pt x="2165270" y="130032"/>
                </a:lnTo>
                <a:cubicBezTo>
                  <a:pt x="2159779" y="132370"/>
                  <a:pt x="2154173" y="134329"/>
                  <a:pt x="2148451" y="135907"/>
                </a:cubicBezTo>
                <a:cubicBezTo>
                  <a:pt x="2142729" y="137486"/>
                  <a:pt x="2136718" y="138275"/>
                  <a:pt x="2130418" y="138275"/>
                </a:cubicBezTo>
                <a:cubicBezTo>
                  <a:pt x="2114350" y="138275"/>
                  <a:pt x="2101808" y="133883"/>
                  <a:pt x="2092791" y="125099"/>
                </a:cubicBezTo>
                <a:cubicBezTo>
                  <a:pt x="2083775" y="116315"/>
                  <a:pt x="2079267" y="103838"/>
                  <a:pt x="2079267" y="87668"/>
                </a:cubicBezTo>
                <a:cubicBezTo>
                  <a:pt x="2079267" y="71676"/>
                  <a:pt x="2083587" y="58981"/>
                  <a:pt x="2092228" y="49583"/>
                </a:cubicBezTo>
                <a:cubicBezTo>
                  <a:pt x="2100869" y="40186"/>
                  <a:pt x="2112240" y="35487"/>
                  <a:pt x="2126343" y="35487"/>
                </a:cubicBezTo>
                <a:cubicBezTo>
                  <a:pt x="2139405" y="35487"/>
                  <a:pt x="2149476" y="39339"/>
                  <a:pt x="2156557" y="47043"/>
                </a:cubicBezTo>
                <a:cubicBezTo>
                  <a:pt x="2163637" y="54748"/>
                  <a:pt x="2167177" y="65692"/>
                  <a:pt x="2167177" y="79875"/>
                </a:cubicBezTo>
                <a:lnTo>
                  <a:pt x="2167177" y="88804"/>
                </a:lnTo>
                <a:moveTo>
                  <a:pt x="2151312" y="76218"/>
                </a:moveTo>
                <a:cubicBezTo>
                  <a:pt x="2151254" y="67594"/>
                  <a:pt x="2149101" y="60922"/>
                  <a:pt x="2144853" y="56202"/>
                </a:cubicBezTo>
                <a:cubicBezTo>
                  <a:pt x="2140605" y="51482"/>
                  <a:pt x="2134146" y="49122"/>
                  <a:pt x="2125476" y="49122"/>
                </a:cubicBezTo>
                <a:cubicBezTo>
                  <a:pt x="2116749" y="49122"/>
                  <a:pt x="2109798" y="51715"/>
                  <a:pt x="2104626" y="56901"/>
                </a:cubicBezTo>
                <a:cubicBezTo>
                  <a:pt x="2099453" y="62087"/>
                  <a:pt x="2096519" y="68526"/>
                  <a:pt x="2095826" y="76218"/>
                </a:cubicBezTo>
                <a:lnTo>
                  <a:pt x="2151312" y="76218"/>
                </a:lnTo>
                <a:close/>
                <a:moveTo>
                  <a:pt x="2263372" y="129972"/>
                </a:moveTo>
                <a:cubicBezTo>
                  <a:pt x="2257939" y="132594"/>
                  <a:pt x="2252781" y="134634"/>
                  <a:pt x="2247897" y="136090"/>
                </a:cubicBezTo>
                <a:cubicBezTo>
                  <a:pt x="2243013" y="137547"/>
                  <a:pt x="2237826" y="138275"/>
                  <a:pt x="2232335" y="138275"/>
                </a:cubicBezTo>
                <a:cubicBezTo>
                  <a:pt x="2225341" y="138275"/>
                  <a:pt x="2218926" y="137239"/>
                  <a:pt x="2213088" y="135167"/>
                </a:cubicBezTo>
                <a:cubicBezTo>
                  <a:pt x="2207251" y="133095"/>
                  <a:pt x="2202251" y="129957"/>
                  <a:pt x="2198090" y="125755"/>
                </a:cubicBezTo>
                <a:cubicBezTo>
                  <a:pt x="2193871" y="121552"/>
                  <a:pt x="2190605" y="116240"/>
                  <a:pt x="2188293" y="109819"/>
                </a:cubicBezTo>
                <a:cubicBezTo>
                  <a:pt x="2185981" y="103399"/>
                  <a:pt x="2184825" y="95898"/>
                  <a:pt x="2184825" y="87318"/>
                </a:cubicBezTo>
                <a:cubicBezTo>
                  <a:pt x="2184825" y="71325"/>
                  <a:pt x="2189175" y="58776"/>
                  <a:pt x="2197873" y="49671"/>
                </a:cubicBezTo>
                <a:cubicBezTo>
                  <a:pt x="2206572" y="40564"/>
                  <a:pt x="2218059" y="36011"/>
                  <a:pt x="2232335" y="36011"/>
                </a:cubicBezTo>
                <a:cubicBezTo>
                  <a:pt x="2237884" y="36011"/>
                  <a:pt x="2243331" y="36798"/>
                  <a:pt x="2248677" y="38371"/>
                </a:cubicBezTo>
                <a:cubicBezTo>
                  <a:pt x="2254024" y="39944"/>
                  <a:pt x="2258922" y="41867"/>
                  <a:pt x="2263372" y="44140"/>
                </a:cubicBezTo>
                <a:lnTo>
                  <a:pt x="2263372" y="62407"/>
                </a:lnTo>
                <a:lnTo>
                  <a:pt x="2262505" y="62407"/>
                </a:lnTo>
                <a:cubicBezTo>
                  <a:pt x="2257535" y="58531"/>
                  <a:pt x="2252405" y="55552"/>
                  <a:pt x="2247117" y="53470"/>
                </a:cubicBezTo>
                <a:cubicBezTo>
                  <a:pt x="2241828" y="51387"/>
                  <a:pt x="2236670" y="50346"/>
                  <a:pt x="2231641" y="50346"/>
                </a:cubicBezTo>
                <a:cubicBezTo>
                  <a:pt x="2222394" y="50346"/>
                  <a:pt x="2215097" y="53478"/>
                  <a:pt x="2209751" y="59742"/>
                </a:cubicBezTo>
                <a:cubicBezTo>
                  <a:pt x="2204404" y="66006"/>
                  <a:pt x="2201731" y="75198"/>
                  <a:pt x="2201731" y="87318"/>
                </a:cubicBezTo>
                <a:cubicBezTo>
                  <a:pt x="2201731" y="99089"/>
                  <a:pt x="2204346" y="108135"/>
                  <a:pt x="2209577" y="114457"/>
                </a:cubicBezTo>
                <a:cubicBezTo>
                  <a:pt x="2214808" y="120780"/>
                  <a:pt x="2222163" y="123941"/>
                  <a:pt x="2231641" y="123941"/>
                </a:cubicBezTo>
                <a:cubicBezTo>
                  <a:pt x="2234936" y="123941"/>
                  <a:pt x="2238288" y="123508"/>
                  <a:pt x="2241698" y="122641"/>
                </a:cubicBezTo>
                <a:cubicBezTo>
                  <a:pt x="2245108" y="121772"/>
                  <a:pt x="2248172" y="120643"/>
                  <a:pt x="2250888" y="119254"/>
                </a:cubicBezTo>
                <a:cubicBezTo>
                  <a:pt x="2253258" y="118039"/>
                  <a:pt x="2255483" y="116753"/>
                  <a:pt x="2257564" y="115394"/>
                </a:cubicBezTo>
                <a:cubicBezTo>
                  <a:pt x="2259644" y="114034"/>
                  <a:pt x="2261292" y="112862"/>
                  <a:pt x="2262505" y="111879"/>
                </a:cubicBezTo>
                <a:lnTo>
                  <a:pt x="2263372" y="111879"/>
                </a:lnTo>
                <a:lnTo>
                  <a:pt x="2263372" y="129972"/>
                </a:lnTo>
                <a:close/>
                <a:moveTo>
                  <a:pt x="2310704" y="136003"/>
                </a:moveTo>
                <a:lnTo>
                  <a:pt x="2289984" y="136003"/>
                </a:lnTo>
                <a:lnTo>
                  <a:pt x="2289984" y="111005"/>
                </a:lnTo>
                <a:lnTo>
                  <a:pt x="2310704" y="111005"/>
                </a:lnTo>
                <a:lnTo>
                  <a:pt x="2310704" y="136003"/>
                </a:lnTo>
                <a:close/>
                <a:moveTo>
                  <a:pt x="2495132" y="94701"/>
                </a:moveTo>
                <a:cubicBezTo>
                  <a:pt x="2495132" y="100768"/>
                  <a:pt x="2494034" y="106573"/>
                  <a:pt x="2491838" y="112114"/>
                </a:cubicBezTo>
                <a:cubicBezTo>
                  <a:pt x="2489642" y="117655"/>
                  <a:pt x="2486636" y="122321"/>
                  <a:pt x="2482822" y="126112"/>
                </a:cubicBezTo>
                <a:cubicBezTo>
                  <a:pt x="2478660" y="130195"/>
                  <a:pt x="2473704" y="133331"/>
                  <a:pt x="2467953" y="135519"/>
                </a:cubicBezTo>
                <a:cubicBezTo>
                  <a:pt x="2462202" y="137706"/>
                  <a:pt x="2455541" y="138800"/>
                  <a:pt x="2447970" y="138800"/>
                </a:cubicBezTo>
                <a:cubicBezTo>
                  <a:pt x="2440918" y="138800"/>
                  <a:pt x="2434127" y="138057"/>
                  <a:pt x="2427596" y="136571"/>
                </a:cubicBezTo>
                <a:cubicBezTo>
                  <a:pt x="2421065" y="135085"/>
                  <a:pt x="2415545" y="133293"/>
                  <a:pt x="2411037" y="131196"/>
                </a:cubicBezTo>
                <a:lnTo>
                  <a:pt x="2411037" y="112753"/>
                </a:lnTo>
                <a:lnTo>
                  <a:pt x="2412251" y="112753"/>
                </a:lnTo>
                <a:cubicBezTo>
                  <a:pt x="2416990" y="115807"/>
                  <a:pt x="2422539" y="118406"/>
                  <a:pt x="2428896" y="120551"/>
                </a:cubicBezTo>
                <a:cubicBezTo>
                  <a:pt x="2435254" y="122694"/>
                  <a:pt x="2441496" y="123766"/>
                  <a:pt x="2447623" y="123766"/>
                </a:cubicBezTo>
                <a:cubicBezTo>
                  <a:pt x="2451726" y="123766"/>
                  <a:pt x="2455700" y="123182"/>
                  <a:pt x="2459544" y="122013"/>
                </a:cubicBezTo>
                <a:cubicBezTo>
                  <a:pt x="2463387" y="120844"/>
                  <a:pt x="2466812" y="118798"/>
                  <a:pt x="2469817" y="115875"/>
                </a:cubicBezTo>
                <a:cubicBezTo>
                  <a:pt x="2472360" y="113360"/>
                  <a:pt x="2474282" y="110349"/>
                  <a:pt x="2475582" y="106842"/>
                </a:cubicBezTo>
                <a:cubicBezTo>
                  <a:pt x="2476883" y="103335"/>
                  <a:pt x="2477533" y="99273"/>
                  <a:pt x="2477533" y="94655"/>
                </a:cubicBezTo>
                <a:cubicBezTo>
                  <a:pt x="2477533" y="90153"/>
                  <a:pt x="2476767" y="86353"/>
                  <a:pt x="2475236" y="83254"/>
                </a:cubicBezTo>
                <a:cubicBezTo>
                  <a:pt x="2473704" y="80154"/>
                  <a:pt x="2471580" y="77670"/>
                  <a:pt x="2468863" y="75800"/>
                </a:cubicBezTo>
                <a:cubicBezTo>
                  <a:pt x="2465858" y="73578"/>
                  <a:pt x="2462202" y="72015"/>
                  <a:pt x="2457896" y="71110"/>
                </a:cubicBezTo>
                <a:cubicBezTo>
                  <a:pt x="2453590" y="70203"/>
                  <a:pt x="2448779" y="69750"/>
                  <a:pt x="2443461" y="69750"/>
                </a:cubicBezTo>
                <a:cubicBezTo>
                  <a:pt x="2438375" y="69750"/>
                  <a:pt x="2433477" y="70099"/>
                  <a:pt x="2428766" y="70798"/>
                </a:cubicBezTo>
                <a:cubicBezTo>
                  <a:pt x="2424056" y="71498"/>
                  <a:pt x="2419996" y="72197"/>
                  <a:pt x="2416586" y="72896"/>
                </a:cubicBezTo>
                <a:lnTo>
                  <a:pt x="2416586" y="5769"/>
                </a:lnTo>
                <a:lnTo>
                  <a:pt x="2494266" y="5769"/>
                </a:lnTo>
                <a:lnTo>
                  <a:pt x="2494266" y="21152"/>
                </a:lnTo>
                <a:lnTo>
                  <a:pt x="2433318" y="21152"/>
                </a:lnTo>
                <a:lnTo>
                  <a:pt x="2433318" y="55765"/>
                </a:lnTo>
                <a:cubicBezTo>
                  <a:pt x="2435803" y="55532"/>
                  <a:pt x="2438346" y="55357"/>
                  <a:pt x="2440947" y="55240"/>
                </a:cubicBezTo>
                <a:cubicBezTo>
                  <a:pt x="2443548" y="55124"/>
                  <a:pt x="2445802" y="55065"/>
                  <a:pt x="2447710" y="55065"/>
                </a:cubicBezTo>
                <a:cubicBezTo>
                  <a:pt x="2454703" y="55065"/>
                  <a:pt x="2460830" y="55664"/>
                  <a:pt x="2466089" y="56860"/>
                </a:cubicBezTo>
                <a:cubicBezTo>
                  <a:pt x="2471349" y="58055"/>
                  <a:pt x="2476175" y="60169"/>
                  <a:pt x="2480567" y="63202"/>
                </a:cubicBezTo>
                <a:cubicBezTo>
                  <a:pt x="2485191" y="66411"/>
                  <a:pt x="2488775" y="70553"/>
                  <a:pt x="2491318" y="75628"/>
                </a:cubicBezTo>
                <a:cubicBezTo>
                  <a:pt x="2493861" y="80703"/>
                  <a:pt x="2495132" y="87060"/>
                  <a:pt x="2495132" y="94701"/>
                </a:cubicBezTo>
                <a:close/>
                <a:moveTo>
                  <a:pt x="2550225" y="136003"/>
                </a:moveTo>
                <a:lnTo>
                  <a:pt x="2529505" y="136003"/>
                </a:lnTo>
                <a:lnTo>
                  <a:pt x="2529505" y="111005"/>
                </a:lnTo>
                <a:lnTo>
                  <a:pt x="2550225" y="111005"/>
                </a:lnTo>
                <a:lnTo>
                  <a:pt x="2550225" y="136003"/>
                </a:lnTo>
                <a:close/>
                <a:moveTo>
                  <a:pt x="2673371" y="136003"/>
                </a:moveTo>
                <a:lnTo>
                  <a:pt x="2585981" y="136003"/>
                </a:lnTo>
                <a:lnTo>
                  <a:pt x="2585981" y="117648"/>
                </a:lnTo>
                <a:cubicBezTo>
                  <a:pt x="2592050" y="112394"/>
                  <a:pt x="2598133" y="107141"/>
                  <a:pt x="2604231" y="101887"/>
                </a:cubicBezTo>
                <a:cubicBezTo>
                  <a:pt x="2610329" y="96634"/>
                  <a:pt x="2616007" y="91410"/>
                  <a:pt x="2621267" y="86215"/>
                </a:cubicBezTo>
                <a:cubicBezTo>
                  <a:pt x="2632364" y="75356"/>
                  <a:pt x="2639964" y="66731"/>
                  <a:pt x="2644068" y="60340"/>
                </a:cubicBezTo>
                <a:cubicBezTo>
                  <a:pt x="2648172" y="53948"/>
                  <a:pt x="2650223" y="47046"/>
                  <a:pt x="2650223" y="39633"/>
                </a:cubicBezTo>
                <a:cubicBezTo>
                  <a:pt x="2650223" y="32861"/>
                  <a:pt x="2648013" y="27564"/>
                  <a:pt x="2643591" y="23741"/>
                </a:cubicBezTo>
                <a:cubicBezTo>
                  <a:pt x="2639170" y="19918"/>
                  <a:pt x="2633000" y="18006"/>
                  <a:pt x="2625081" y="18006"/>
                </a:cubicBezTo>
                <a:cubicBezTo>
                  <a:pt x="2619822" y="18006"/>
                  <a:pt x="2614129" y="18938"/>
                  <a:pt x="2608002" y="20802"/>
                </a:cubicBezTo>
                <a:cubicBezTo>
                  <a:pt x="2601876" y="22667"/>
                  <a:pt x="2595894" y="25522"/>
                  <a:pt x="2590056" y="29368"/>
                </a:cubicBezTo>
                <a:lnTo>
                  <a:pt x="2589189" y="29368"/>
                </a:lnTo>
                <a:lnTo>
                  <a:pt x="2589189" y="11073"/>
                </a:lnTo>
                <a:cubicBezTo>
                  <a:pt x="2593293" y="9041"/>
                  <a:pt x="2598769" y="7183"/>
                  <a:pt x="2605618" y="5498"/>
                </a:cubicBezTo>
                <a:cubicBezTo>
                  <a:pt x="2612467" y="3814"/>
                  <a:pt x="2619099" y="2972"/>
                  <a:pt x="2625515" y="2972"/>
                </a:cubicBezTo>
                <a:cubicBezTo>
                  <a:pt x="2638751" y="2972"/>
                  <a:pt x="2649125" y="6194"/>
                  <a:pt x="2656639" y="12638"/>
                </a:cubicBezTo>
                <a:cubicBezTo>
                  <a:pt x="2664153" y="19081"/>
                  <a:pt x="2667909" y="27813"/>
                  <a:pt x="2667909" y="38835"/>
                </a:cubicBezTo>
                <a:cubicBezTo>
                  <a:pt x="2667909" y="43792"/>
                  <a:pt x="2667288" y="48414"/>
                  <a:pt x="2666045" y="52700"/>
                </a:cubicBezTo>
                <a:cubicBezTo>
                  <a:pt x="2664803" y="56985"/>
                  <a:pt x="2662968" y="61052"/>
                  <a:pt x="2660540" y="64901"/>
                </a:cubicBezTo>
                <a:cubicBezTo>
                  <a:pt x="2658286" y="68516"/>
                  <a:pt x="2655642" y="72073"/>
                  <a:pt x="2652607" y="75573"/>
                </a:cubicBezTo>
                <a:cubicBezTo>
                  <a:pt x="2649573" y="79071"/>
                  <a:pt x="2645889" y="82949"/>
                  <a:pt x="2641554" y="87206"/>
                </a:cubicBezTo>
                <a:cubicBezTo>
                  <a:pt x="2635369" y="93328"/>
                  <a:pt x="2628983" y="99262"/>
                  <a:pt x="2622394" y="105007"/>
                </a:cubicBezTo>
                <a:cubicBezTo>
                  <a:pt x="2615805" y="110750"/>
                  <a:pt x="2609649" y="116071"/>
                  <a:pt x="2603927" y="120969"/>
                </a:cubicBezTo>
                <a:lnTo>
                  <a:pt x="2673371" y="120969"/>
                </a:lnTo>
                <a:lnTo>
                  <a:pt x="2673371" y="136003"/>
                </a:lnTo>
                <a:close/>
                <a:moveTo>
                  <a:pt x="2749706" y="86007"/>
                </a:moveTo>
                <a:cubicBezTo>
                  <a:pt x="2749706" y="103546"/>
                  <a:pt x="2746874" y="119308"/>
                  <a:pt x="2741209" y="133293"/>
                </a:cubicBezTo>
                <a:cubicBezTo>
                  <a:pt x="2735545" y="147278"/>
                  <a:pt x="2727598" y="160185"/>
                  <a:pt x="2717368" y="172014"/>
                </a:cubicBezTo>
                <a:lnTo>
                  <a:pt x="2697515" y="172014"/>
                </a:lnTo>
                <a:lnTo>
                  <a:pt x="2697515" y="171140"/>
                </a:lnTo>
                <a:cubicBezTo>
                  <a:pt x="2701965" y="167119"/>
                  <a:pt x="2706430" y="162210"/>
                  <a:pt x="2710909" y="156412"/>
                </a:cubicBezTo>
                <a:cubicBezTo>
                  <a:pt x="2715388" y="150614"/>
                  <a:pt x="2719333" y="144132"/>
                  <a:pt x="2722743" y="136964"/>
                </a:cubicBezTo>
                <a:cubicBezTo>
                  <a:pt x="2726327" y="129506"/>
                  <a:pt x="2729173" y="121639"/>
                  <a:pt x="2731283" y="113365"/>
                </a:cubicBezTo>
                <a:cubicBezTo>
                  <a:pt x="2733392" y="105090"/>
                  <a:pt x="2734447" y="95971"/>
                  <a:pt x="2734447" y="86007"/>
                </a:cubicBezTo>
                <a:cubicBezTo>
                  <a:pt x="2734447" y="76451"/>
                  <a:pt x="2733378" y="67360"/>
                  <a:pt x="2731239" y="58736"/>
                </a:cubicBezTo>
                <a:cubicBezTo>
                  <a:pt x="2729101" y="50112"/>
                  <a:pt x="2726269" y="42217"/>
                  <a:pt x="2722743" y="35050"/>
                </a:cubicBezTo>
                <a:cubicBezTo>
                  <a:pt x="2719102" y="27649"/>
                  <a:pt x="2715157" y="21167"/>
                  <a:pt x="2710909" y="15602"/>
                </a:cubicBezTo>
                <a:cubicBezTo>
                  <a:pt x="2706661" y="10037"/>
                  <a:pt x="2702196" y="5128"/>
                  <a:pt x="2697515" y="874"/>
                </a:cubicBezTo>
                <a:lnTo>
                  <a:pt x="2697515" y="0"/>
                </a:lnTo>
                <a:lnTo>
                  <a:pt x="2717368" y="0"/>
                </a:lnTo>
                <a:cubicBezTo>
                  <a:pt x="2727598" y="11829"/>
                  <a:pt x="2735545" y="24736"/>
                  <a:pt x="2741209" y="38721"/>
                </a:cubicBezTo>
                <a:cubicBezTo>
                  <a:pt x="2746874" y="52705"/>
                  <a:pt x="2749706" y="68468"/>
                  <a:pt x="2749706" y="860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88808E-B446-491F-BCA7-EF5C69EE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691" y="905356"/>
            <a:ext cx="536906" cy="644418"/>
          </a:xfrm>
          <a:custGeom xmlns:a="http://schemas.openxmlformats.org/drawingml/2006/main">
            <a:pathLst>
              <a:path w="536906" h="644418">
                <a:moveTo>
                  <a:pt x="0" y="0"/>
                </a:moveTo>
                <a:lnTo>
                  <a:pt x="536906" y="0"/>
                </a:lnTo>
                <a:lnTo>
                  <a:pt x="536906" y="644418"/>
                </a:lnTo>
                <a:lnTo>
                  <a:pt x="0" y="6444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c05060aeb4047"/>
          <a:stretch xmlns:a="http://schemas.openxmlformats.org/drawingml/2006/main"/>
        </p:blipFill>
        <p:spPr>
          <a:xfrm xmlns:a="http://schemas.openxmlformats.org/drawingml/2006/main">
            <a:off x="4099691" y="905600"/>
            <a:ext cx="536906" cy="643931"/>
          </a:xfrm>
          <a:prstGeom xmlns:a="http://schemas.openxmlformats.org/drawingml/2006/main" prst="rect">
            <a:avLst/>
          </a:prstGeom>
        </p:spPr>
      </p:pic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21289-C6C2-4A13-8308-748DF466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056" y="997414"/>
            <a:ext cx="365254" cy="368242"/>
          </a:xfrm>
          <a:custGeom xmlns:a="http://schemas.openxmlformats.org/drawingml/2006/main">
            <a:pathLst>
              <a:path w="365254" h="368242">
                <a:moveTo>
                  <a:pt x="0" y="0"/>
                </a:moveTo>
                <a:lnTo>
                  <a:pt x="365254" y="0"/>
                </a:lnTo>
                <a:lnTo>
                  <a:pt x="365254" y="368242"/>
                </a:lnTo>
                <a:lnTo>
                  <a:pt x="0" y="3682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0739c0db946fc"/>
          <a:stretch xmlns:a="http://schemas.openxmlformats.org/drawingml/2006/main"/>
        </p:blipFill>
        <p:spPr>
          <a:xfrm xmlns:a="http://schemas.openxmlformats.org/drawingml/2006/main">
            <a:off x="4404056" y="998017"/>
            <a:ext cx="365254" cy="367036"/>
          </a:xfrm>
          <a:prstGeom xmlns:a="http://schemas.openxmlformats.org/drawingml/2006/main" prst="rect">
            <a:avLst/>
          </a:prstGeom>
        </p:spPr>
      </p:pic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70E04-31A9-42E3-90FB-130B61C9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729" y="1227565"/>
            <a:ext cx="677961" cy="158267"/>
          </a:xfrm>
          <a:custGeom xmlns:a="http://schemas.openxmlformats.org/drawingml/2006/main">
            <a:pathLst>
              <a:path w="677961" h="158267">
                <a:moveTo>
                  <a:pt x="0" y="158267"/>
                </a:moveTo>
                <a:cubicBezTo>
                  <a:pt x="0" y="79133"/>
                  <a:pt x="338981" y="0"/>
                  <a:pt x="677961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91817-A72D-4A74-B6D8-94C33E2A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890" y="1227565"/>
            <a:ext cx="588801" cy="86418"/>
          </a:xfrm>
          <a:custGeom xmlns:a="http://schemas.openxmlformats.org/drawingml/2006/main">
            <a:pathLst>
              <a:path w="588801" h="86418" fill="none">
                <a:moveTo>
                  <a:pt x="588801" y="0"/>
                </a:moveTo>
                <a:cubicBezTo>
                  <a:pt x="419311" y="0"/>
                  <a:pt x="249820" y="19783"/>
                  <a:pt x="122703" y="49458"/>
                </a:cubicBezTo>
                <a:cubicBezTo>
                  <a:pt x="90923" y="56877"/>
                  <a:pt x="61792" y="64914"/>
                  <a:pt x="35971" y="73415"/>
                </a:cubicBezTo>
                <a:cubicBezTo>
                  <a:pt x="29516" y="75540"/>
                  <a:pt x="23268" y="77694"/>
                  <a:pt x="17237" y="79875"/>
                </a:cubicBezTo>
                <a:cubicBezTo>
                  <a:pt x="14221" y="80965"/>
                  <a:pt x="11260" y="82062"/>
                  <a:pt x="8354" y="83165"/>
                </a:cubicBezTo>
                <a:cubicBezTo>
                  <a:pt x="6902" y="83717"/>
                  <a:pt x="5463" y="84270"/>
                  <a:pt x="4038" y="84825"/>
                </a:cubicBezTo>
                <a:lnTo>
                  <a:pt x="0" y="86418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98FE5-E883-4C0B-82A1-CB8203DC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453" y="1289237"/>
            <a:ext cx="87055" cy="79089"/>
          </a:xfrm>
          <a:custGeom xmlns:a="http://schemas.openxmlformats.org/drawingml/2006/main">
            <a:pathLst>
              <a:path w="87055" h="79089">
                <a:moveTo>
                  <a:pt x="47817" y="0"/>
                </a:moveTo>
                <a:lnTo>
                  <a:pt x="87055" y="49491"/>
                </a:lnTo>
                <a:lnTo>
                  <a:pt x="0" y="79089"/>
                </a:lnTo>
                <a:lnTo>
                  <a:pt x="4781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DEA4D-1781-47D8-AC17-90C80408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453" y="1289237"/>
            <a:ext cx="87055" cy="79089"/>
          </a:xfrm>
          <a:custGeom xmlns:a="http://schemas.openxmlformats.org/drawingml/2006/main">
            <a:pathLst>
              <a:path w="87055" h="79089" fill="none">
                <a:moveTo>
                  <a:pt x="47817" y="0"/>
                </a:moveTo>
                <a:lnTo>
                  <a:pt x="0" y="79089"/>
                </a:lnTo>
                <a:lnTo>
                  <a:pt x="87055" y="49491"/>
                </a:lnTo>
                <a:lnTo>
                  <a:pt x="4781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08CAFB-A384-4F2C-A774-AD23D98B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750" y="2030292"/>
            <a:ext cx="639015" cy="41077"/>
          </a:xfrm>
          <a:custGeom xmlns:a="http://schemas.openxmlformats.org/drawingml/2006/main">
            <a:pathLst>
              <a:path w="639015" h="41077">
                <a:moveTo>
                  <a:pt x="639015" y="41077"/>
                </a:moveTo>
                <a:cubicBezTo>
                  <a:pt x="319508" y="41077"/>
                  <a:pt x="0" y="20538"/>
                  <a:pt x="0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B21C9-CA4D-4E30-96CB-7DBEFDCC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885" y="2051776"/>
            <a:ext cx="526880" cy="19593"/>
          </a:xfrm>
          <a:custGeom xmlns:a="http://schemas.openxmlformats.org/drawingml/2006/main">
            <a:pathLst>
              <a:path w="526880" h="19593" fill="none">
                <a:moveTo>
                  <a:pt x="526880" y="19593"/>
                </a:moveTo>
                <a:cubicBezTo>
                  <a:pt x="367126" y="19593"/>
                  <a:pt x="207373" y="14458"/>
                  <a:pt x="87557" y="6756"/>
                </a:cubicBezTo>
                <a:cubicBezTo>
                  <a:pt x="57603" y="4831"/>
                  <a:pt x="30146" y="2745"/>
                  <a:pt x="5808" y="539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D049E-2919-46EB-B4EF-39B36A62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072" y="2020654"/>
            <a:ext cx="90679" cy="62244"/>
          </a:xfrm>
          <a:custGeom xmlns:a="http://schemas.openxmlformats.org/drawingml/2006/main">
            <a:pathLst>
              <a:path w="90679" h="62244">
                <a:moveTo>
                  <a:pt x="90679" y="0"/>
                </a:moveTo>
                <a:lnTo>
                  <a:pt x="78947" y="62244"/>
                </a:lnTo>
                <a:lnTo>
                  <a:pt x="0" y="14873"/>
                </a:lnTo>
                <a:lnTo>
                  <a:pt x="9067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44401D-7FB6-4D6E-9AA0-FDCAFE67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072" y="2020654"/>
            <a:ext cx="90679" cy="62244"/>
          </a:xfrm>
          <a:custGeom xmlns:a="http://schemas.openxmlformats.org/drawingml/2006/main">
            <a:pathLst>
              <a:path w="90679" h="62244" fill="none">
                <a:moveTo>
                  <a:pt x="90679" y="0"/>
                </a:moveTo>
                <a:lnTo>
                  <a:pt x="0" y="14873"/>
                </a:lnTo>
                <a:lnTo>
                  <a:pt x="78947" y="62244"/>
                </a:lnTo>
                <a:lnTo>
                  <a:pt x="9067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D69E6D-CBF3-47D6-BB26-05427835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805" y="1703837"/>
            <a:ext cx="445483" cy="604"/>
          </a:xfrm>
          <a:custGeom xmlns:a="http://schemas.openxmlformats.org/drawingml/2006/main">
            <a:pathLst>
              <a:path w="445483" h="604">
                <a:moveTo>
                  <a:pt x="0" y="0"/>
                </a:moveTo>
                <a:lnTo>
                  <a:pt x="222742" y="0"/>
                </a:lnTo>
                <a:lnTo>
                  <a:pt x="222742" y="604"/>
                </a:lnTo>
                <a:lnTo>
                  <a:pt x="445483" y="60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D1E88-1117-4550-83EA-027B1F76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805" y="1703837"/>
            <a:ext cx="331341" cy="604"/>
          </a:xfrm>
          <a:custGeom xmlns:a="http://schemas.openxmlformats.org/drawingml/2006/main">
            <a:pathLst>
              <a:path w="331341" h="604" fill="none">
                <a:moveTo>
                  <a:pt x="0" y="0"/>
                </a:moveTo>
                <a:lnTo>
                  <a:pt x="222742" y="0"/>
                </a:lnTo>
                <a:lnTo>
                  <a:pt x="222742" y="604"/>
                </a:lnTo>
                <a:lnTo>
                  <a:pt x="331341" y="604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262D08-84E8-4F3A-B3F2-22AE622F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147" y="1672762"/>
            <a:ext cx="86331" cy="63358"/>
          </a:xfrm>
          <a:custGeom xmlns:a="http://schemas.openxmlformats.org/drawingml/2006/main">
            <a:pathLst>
              <a:path w="86331" h="63358">
                <a:moveTo>
                  <a:pt x="0" y="63358"/>
                </a:moveTo>
                <a:lnTo>
                  <a:pt x="0" y="0"/>
                </a:lnTo>
                <a:lnTo>
                  <a:pt x="86331" y="31679"/>
                </a:lnTo>
                <a:lnTo>
                  <a:pt x="0" y="63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50F53-63D8-412B-8491-3FEC0E48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147" y="1672762"/>
            <a:ext cx="86331" cy="63358"/>
          </a:xfrm>
          <a:custGeom xmlns:a="http://schemas.openxmlformats.org/drawingml/2006/main">
            <a:pathLst>
              <a:path w="86331" h="63358" fill="none">
                <a:moveTo>
                  <a:pt x="0" y="63358"/>
                </a:moveTo>
                <a:lnTo>
                  <a:pt x="86331" y="31679"/>
                </a:lnTo>
                <a:lnTo>
                  <a:pt x="0" y="0"/>
                </a:lnTo>
                <a:lnTo>
                  <a:pt x="0" y="633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6D63A-0407-4336-AA68-F978910E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707" y="1385882"/>
            <a:ext cx="536924" cy="644423"/>
          </a:xfrm>
          <a:custGeom xmlns:a="http://schemas.openxmlformats.org/drawingml/2006/main">
            <a:pathLst>
              <a:path w="536924" h="644423">
                <a:moveTo>
                  <a:pt x="0" y="0"/>
                </a:moveTo>
                <a:lnTo>
                  <a:pt x="536924" y="0"/>
                </a:lnTo>
                <a:lnTo>
                  <a:pt x="536924" y="644423"/>
                </a:lnTo>
                <a:lnTo>
                  <a:pt x="0" y="6444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37149ae2749a9"/>
          <a:stretch xmlns:a="http://schemas.openxmlformats.org/drawingml/2006/main"/>
        </p:blipFill>
        <p:spPr>
          <a:xfrm xmlns:a="http://schemas.openxmlformats.org/drawingml/2006/main">
            <a:off x="5775707" y="1386117"/>
            <a:ext cx="536924" cy="643952"/>
          </a:xfrm>
          <a:prstGeom xmlns:a="http://schemas.openxmlformats.org/drawingml/2006/main" prst="rect">
            <a:avLst/>
          </a:prstGeom>
        </p:spPr>
      </p:pic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8B325-93C1-4AAB-911C-0294C01E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2752" y="1708103"/>
            <a:ext cx="285805" cy="604"/>
          </a:xfrm>
          <a:custGeom xmlns:a="http://schemas.openxmlformats.org/drawingml/2006/main">
            <a:pathLst>
              <a:path w="285805" h="604">
                <a:moveTo>
                  <a:pt x="0" y="604"/>
                </a:moveTo>
                <a:cubicBezTo>
                  <a:pt x="71421" y="604"/>
                  <a:pt x="107117" y="453"/>
                  <a:pt x="142842" y="302"/>
                </a:cubicBezTo>
                <a:cubicBezTo>
                  <a:pt x="178568" y="151"/>
                  <a:pt x="214324" y="0"/>
                  <a:pt x="285805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55668-9D9F-404D-A225-401AF6DA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894" y="1708103"/>
            <a:ext cx="171663" cy="405"/>
          </a:xfrm>
          <a:custGeom xmlns:a="http://schemas.openxmlformats.org/drawingml/2006/main">
            <a:pathLst>
              <a:path w="171663" h="405" fill="none">
                <a:moveTo>
                  <a:pt x="171663" y="0"/>
                </a:moveTo>
                <a:cubicBezTo>
                  <a:pt x="100182" y="0"/>
                  <a:pt x="64426" y="151"/>
                  <a:pt x="28700" y="302"/>
                </a:cubicBezTo>
                <a:lnTo>
                  <a:pt x="0" y="405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C16E3-53A6-454E-A2C3-1081E5F3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563" y="1676829"/>
            <a:ext cx="86385" cy="63358"/>
          </a:xfrm>
          <a:custGeom xmlns:a="http://schemas.openxmlformats.org/drawingml/2006/main">
            <a:pathLst>
              <a:path w="86385" h="63358">
                <a:moveTo>
                  <a:pt x="86277" y="0"/>
                </a:moveTo>
                <a:lnTo>
                  <a:pt x="86385" y="63358"/>
                </a:lnTo>
                <a:lnTo>
                  <a:pt x="0" y="31830"/>
                </a:lnTo>
                <a:lnTo>
                  <a:pt x="862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454D1-176F-4E55-99A4-1213594C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563" y="1676829"/>
            <a:ext cx="86385" cy="63358"/>
          </a:xfrm>
          <a:custGeom xmlns:a="http://schemas.openxmlformats.org/drawingml/2006/main">
            <a:pathLst>
              <a:path w="86385" h="63358" fill="none">
                <a:moveTo>
                  <a:pt x="86277" y="0"/>
                </a:moveTo>
                <a:lnTo>
                  <a:pt x="0" y="31830"/>
                </a:lnTo>
                <a:lnTo>
                  <a:pt x="86385" y="63358"/>
                </a:lnTo>
                <a:lnTo>
                  <a:pt x="8627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9F8F2-D11D-4B80-87BA-3B9582D5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691" y="1749243"/>
            <a:ext cx="536906" cy="644418"/>
          </a:xfrm>
          <a:custGeom xmlns:a="http://schemas.openxmlformats.org/drawingml/2006/main">
            <a:pathLst>
              <a:path w="536906" h="644418">
                <a:moveTo>
                  <a:pt x="0" y="0"/>
                </a:moveTo>
                <a:lnTo>
                  <a:pt x="536906" y="0"/>
                </a:lnTo>
                <a:lnTo>
                  <a:pt x="536906" y="644418"/>
                </a:lnTo>
                <a:lnTo>
                  <a:pt x="0" y="6444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148013de4412d"/>
          <a:stretch xmlns:a="http://schemas.openxmlformats.org/drawingml/2006/main"/>
        </p:blipFill>
        <p:spPr>
          <a:xfrm xmlns:a="http://schemas.openxmlformats.org/drawingml/2006/main">
            <a:off x="4099691" y="1749487"/>
            <a:ext cx="536906" cy="643931"/>
          </a:xfrm>
          <a:prstGeom xmlns:a="http://schemas.openxmlformats.org/drawingml/2006/main" prst="rect">
            <a:avLst/>
          </a:prstGeom>
        </p:spPr>
      </p:pic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937BA-E839-4E7E-8611-DAFEF30C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069" y="1825960"/>
            <a:ext cx="536906" cy="644418"/>
          </a:xfrm>
          <a:custGeom xmlns:a="http://schemas.openxmlformats.org/drawingml/2006/main">
            <a:pathLst>
              <a:path w="536906" h="644418">
                <a:moveTo>
                  <a:pt x="0" y="0"/>
                </a:moveTo>
                <a:lnTo>
                  <a:pt x="536906" y="0"/>
                </a:lnTo>
                <a:lnTo>
                  <a:pt x="536906" y="644418"/>
                </a:lnTo>
                <a:lnTo>
                  <a:pt x="0" y="6444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279d82df14b58"/>
          <a:stretch xmlns:a="http://schemas.openxmlformats.org/drawingml/2006/main"/>
        </p:blipFill>
        <p:spPr>
          <a:xfrm xmlns:a="http://schemas.openxmlformats.org/drawingml/2006/main">
            <a:off x="4404069" y="1826204"/>
            <a:ext cx="536906" cy="643931"/>
          </a:xfrm>
          <a:prstGeom xmlns:a="http://schemas.openxmlformats.org/drawingml/2006/main" prst="rect">
            <a:avLst/>
          </a:prstGeom>
        </p:spPr>
      </p:pic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B49AD-12F9-4DED-9E00-DDCFCB0C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557" y="1385894"/>
            <a:ext cx="536906" cy="644418"/>
          </a:xfrm>
          <a:custGeom xmlns:a="http://schemas.openxmlformats.org/drawingml/2006/main">
            <a:pathLst>
              <a:path w="536906" h="644418">
                <a:moveTo>
                  <a:pt x="0" y="0"/>
                </a:moveTo>
                <a:lnTo>
                  <a:pt x="536906" y="0"/>
                </a:lnTo>
                <a:lnTo>
                  <a:pt x="536906" y="644418"/>
                </a:lnTo>
                <a:lnTo>
                  <a:pt x="0" y="6444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b4b3d2dc74c2f"/>
          <a:stretch xmlns:a="http://schemas.openxmlformats.org/drawingml/2006/main"/>
        </p:blipFill>
        <p:spPr>
          <a:xfrm xmlns:a="http://schemas.openxmlformats.org/drawingml/2006/main">
            <a:off x="6598557" y="1386138"/>
            <a:ext cx="536906" cy="643930"/>
          </a:xfrm>
          <a:prstGeom xmlns:a="http://schemas.openxmlformats.org/drawingml/2006/main" prst="rect">
            <a:avLst/>
          </a:prstGeom>
        </p:spPr>
      </p:pic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E5215-D6E6-4E6A-B6E6-181B2581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094" y="1431111"/>
            <a:ext cx="365257" cy="368244"/>
          </a:xfrm>
          <a:custGeom xmlns:a="http://schemas.openxmlformats.org/drawingml/2006/main">
            <a:pathLst>
              <a:path w="365257" h="368244">
                <a:moveTo>
                  <a:pt x="0" y="0"/>
                </a:moveTo>
                <a:lnTo>
                  <a:pt x="365257" y="0"/>
                </a:lnTo>
                <a:lnTo>
                  <a:pt x="365257" y="368244"/>
                </a:lnTo>
                <a:lnTo>
                  <a:pt x="0" y="3682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3d5a5ec624653"/>
          <a:stretch xmlns:a="http://schemas.openxmlformats.org/drawingml/2006/main"/>
        </p:blipFill>
        <p:spPr>
          <a:xfrm xmlns:a="http://schemas.openxmlformats.org/drawingml/2006/main">
            <a:off x="6923094" y="1431714"/>
            <a:ext cx="365257" cy="367038"/>
          </a:xfrm>
          <a:prstGeom xmlns:a="http://schemas.openxmlformats.org/drawingml/2006/main" prst="rect">
            <a:avLst/>
          </a:prstGeom>
        </p:spPr>
      </p:pic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ABFB7-5066-4978-A9D7-1C5A3921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351" y="703388"/>
            <a:ext cx="445184" cy="911845"/>
          </a:xfrm>
          <a:custGeom xmlns:a="http://schemas.openxmlformats.org/drawingml/2006/main">
            <a:pathLst>
              <a:path w="445184" h="911845">
                <a:moveTo>
                  <a:pt x="0" y="911845"/>
                </a:moveTo>
                <a:lnTo>
                  <a:pt x="222566" y="911845"/>
                </a:lnTo>
                <a:lnTo>
                  <a:pt x="222566" y="0"/>
                </a:lnTo>
                <a:lnTo>
                  <a:pt x="44518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97AF2-6C24-4000-9E20-30797DA6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351" y="703388"/>
            <a:ext cx="331042" cy="911845"/>
          </a:xfrm>
          <a:custGeom xmlns:a="http://schemas.openxmlformats.org/drawingml/2006/main">
            <a:pathLst>
              <a:path w="331042" h="911845" fill="none">
                <a:moveTo>
                  <a:pt x="0" y="911845"/>
                </a:moveTo>
                <a:lnTo>
                  <a:pt x="222566" y="911845"/>
                </a:lnTo>
                <a:lnTo>
                  <a:pt x="222566" y="0"/>
                </a:lnTo>
                <a:lnTo>
                  <a:pt x="3310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F4373-E75C-4C73-9146-24BC2006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392" y="671709"/>
            <a:ext cx="86331" cy="63358"/>
          </a:xfrm>
          <a:custGeom xmlns:a="http://schemas.openxmlformats.org/drawingml/2006/main">
            <a:pathLst>
              <a:path w="86331" h="63358">
                <a:moveTo>
                  <a:pt x="0" y="63358"/>
                </a:moveTo>
                <a:lnTo>
                  <a:pt x="0" y="0"/>
                </a:lnTo>
                <a:lnTo>
                  <a:pt x="86331" y="31679"/>
                </a:lnTo>
                <a:lnTo>
                  <a:pt x="0" y="63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E2317-95E9-4CD3-B1D9-29552A78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392" y="671709"/>
            <a:ext cx="86331" cy="63358"/>
          </a:xfrm>
          <a:custGeom xmlns:a="http://schemas.openxmlformats.org/drawingml/2006/main">
            <a:pathLst>
              <a:path w="86331" h="63358" fill="none">
                <a:moveTo>
                  <a:pt x="0" y="63358"/>
                </a:moveTo>
                <a:lnTo>
                  <a:pt x="86331" y="31679"/>
                </a:lnTo>
                <a:lnTo>
                  <a:pt x="0" y="0"/>
                </a:lnTo>
                <a:lnTo>
                  <a:pt x="0" y="633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ABD1D-A4D5-4F41-8C22-5517C979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351" y="1613119"/>
            <a:ext cx="476640" cy="2114"/>
          </a:xfrm>
          <a:custGeom xmlns:a="http://schemas.openxmlformats.org/drawingml/2006/main">
            <a:pathLst>
              <a:path w="476640" h="2114">
                <a:moveTo>
                  <a:pt x="476640" y="0"/>
                </a:moveTo>
                <a:lnTo>
                  <a:pt x="238368" y="0"/>
                </a:lnTo>
                <a:lnTo>
                  <a:pt x="238368" y="2114"/>
                </a:lnTo>
                <a:lnTo>
                  <a:pt x="0" y="211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8E45A-EE1E-4BEB-B3DB-3A914B10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351" y="1613119"/>
            <a:ext cx="362498" cy="2114"/>
          </a:xfrm>
          <a:custGeom xmlns:a="http://schemas.openxmlformats.org/drawingml/2006/main">
            <a:pathLst>
              <a:path w="362498" h="2114" fill="none">
                <a:moveTo>
                  <a:pt x="0" y="2114"/>
                </a:moveTo>
                <a:lnTo>
                  <a:pt x="238368" y="2114"/>
                </a:lnTo>
                <a:lnTo>
                  <a:pt x="238368" y="0"/>
                </a:lnTo>
                <a:lnTo>
                  <a:pt x="3624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8338C-FD0E-48B5-97FD-B67A75C7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49" y="1581440"/>
            <a:ext cx="86331" cy="63358"/>
          </a:xfrm>
          <a:custGeom xmlns:a="http://schemas.openxmlformats.org/drawingml/2006/main">
            <a:pathLst>
              <a:path w="86331" h="63358">
                <a:moveTo>
                  <a:pt x="0" y="63358"/>
                </a:moveTo>
                <a:lnTo>
                  <a:pt x="0" y="0"/>
                </a:lnTo>
                <a:lnTo>
                  <a:pt x="86331" y="31679"/>
                </a:lnTo>
                <a:lnTo>
                  <a:pt x="0" y="63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46B7D-6CBB-4D2B-8C81-B2C1C6ED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49" y="1581440"/>
            <a:ext cx="86331" cy="63358"/>
          </a:xfrm>
          <a:custGeom xmlns:a="http://schemas.openxmlformats.org/drawingml/2006/main">
            <a:pathLst>
              <a:path w="86331" h="63358" fill="none">
                <a:moveTo>
                  <a:pt x="0" y="63358"/>
                </a:moveTo>
                <a:lnTo>
                  <a:pt x="86331" y="31679"/>
                </a:lnTo>
                <a:lnTo>
                  <a:pt x="0" y="0"/>
                </a:lnTo>
                <a:lnTo>
                  <a:pt x="0" y="633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9420F1-EBFD-46C5-AA5C-3C75F602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351" y="1615234"/>
            <a:ext cx="445184" cy="1070716"/>
          </a:xfrm>
          <a:custGeom xmlns:a="http://schemas.openxmlformats.org/drawingml/2006/main">
            <a:pathLst>
              <a:path w="445184" h="1070716">
                <a:moveTo>
                  <a:pt x="445184" y="1070716"/>
                </a:moveTo>
                <a:lnTo>
                  <a:pt x="222592" y="1070716"/>
                </a:lnTo>
                <a:lnTo>
                  <a:pt x="22259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F000C-094D-4727-9380-ABCD510C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351" y="1615234"/>
            <a:ext cx="331042" cy="1070716"/>
          </a:xfrm>
          <a:custGeom xmlns:a="http://schemas.openxmlformats.org/drawingml/2006/main">
            <a:pathLst>
              <a:path w="331042" h="1070716" fill="none">
                <a:moveTo>
                  <a:pt x="0" y="0"/>
                </a:moveTo>
                <a:lnTo>
                  <a:pt x="222592" y="0"/>
                </a:lnTo>
                <a:lnTo>
                  <a:pt x="222592" y="1070716"/>
                </a:lnTo>
                <a:lnTo>
                  <a:pt x="331042" y="1070716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5E16D-CB5B-4B8C-B101-199611A4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392" y="2654270"/>
            <a:ext cx="86331" cy="63358"/>
          </a:xfrm>
          <a:custGeom xmlns:a="http://schemas.openxmlformats.org/drawingml/2006/main">
            <a:pathLst>
              <a:path w="86331" h="63358">
                <a:moveTo>
                  <a:pt x="0" y="63358"/>
                </a:moveTo>
                <a:lnTo>
                  <a:pt x="0" y="0"/>
                </a:lnTo>
                <a:lnTo>
                  <a:pt x="86331" y="31679"/>
                </a:lnTo>
                <a:lnTo>
                  <a:pt x="0" y="63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83BBA-E182-4EDB-8DAC-DCCDFBDA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392" y="2654270"/>
            <a:ext cx="86331" cy="63358"/>
          </a:xfrm>
          <a:custGeom xmlns:a="http://schemas.openxmlformats.org/drawingml/2006/main">
            <a:pathLst>
              <a:path w="86331" h="63358" fill="none">
                <a:moveTo>
                  <a:pt x="0" y="63358"/>
                </a:moveTo>
                <a:lnTo>
                  <a:pt x="86331" y="31679"/>
                </a:lnTo>
                <a:lnTo>
                  <a:pt x="0" y="0"/>
                </a:lnTo>
                <a:lnTo>
                  <a:pt x="0" y="633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E3D41-1D38-4E67-9EE8-8011B51B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141" y="475383"/>
            <a:ext cx="456569" cy="460303"/>
          </a:xfrm>
          <a:custGeom xmlns:a="http://schemas.openxmlformats.org/drawingml/2006/main">
            <a:pathLst>
              <a:path w="456569" h="460303">
                <a:moveTo>
                  <a:pt x="0" y="0"/>
                </a:moveTo>
                <a:lnTo>
                  <a:pt x="456569" y="0"/>
                </a:lnTo>
                <a:lnTo>
                  <a:pt x="456569" y="460303"/>
                </a:lnTo>
                <a:lnTo>
                  <a:pt x="0" y="4603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ed125867b4e39"/>
          <a:stretch xmlns:a="http://schemas.openxmlformats.org/drawingml/2006/main"/>
        </p:blipFill>
        <p:spPr>
          <a:xfrm xmlns:a="http://schemas.openxmlformats.org/drawingml/2006/main">
            <a:off x="9769141" y="475467"/>
            <a:ext cx="456568" cy="460135"/>
          </a:xfrm>
          <a:prstGeom xmlns:a="http://schemas.openxmlformats.org/drawingml/2006/main" prst="rect">
            <a:avLst/>
          </a:prstGeom>
        </p:spPr>
      </p:pic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058AC-736D-4319-BE6D-79F1FF8B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509" y="1629938"/>
            <a:ext cx="547941" cy="604"/>
          </a:xfrm>
          <a:custGeom xmlns:a="http://schemas.openxmlformats.org/drawingml/2006/main">
            <a:pathLst>
              <a:path w="547941" h="604">
                <a:moveTo>
                  <a:pt x="0" y="0"/>
                </a:moveTo>
                <a:lnTo>
                  <a:pt x="273971" y="0"/>
                </a:lnTo>
                <a:lnTo>
                  <a:pt x="273971" y="604"/>
                </a:lnTo>
                <a:lnTo>
                  <a:pt x="547941" y="60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3FDCF6-C9E1-45FA-BF70-E603CEF0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509" y="1629938"/>
            <a:ext cx="433799" cy="604"/>
          </a:xfrm>
          <a:custGeom xmlns:a="http://schemas.openxmlformats.org/drawingml/2006/main">
            <a:pathLst>
              <a:path w="433799" h="604" fill="none">
                <a:moveTo>
                  <a:pt x="0" y="0"/>
                </a:moveTo>
                <a:lnTo>
                  <a:pt x="273971" y="0"/>
                </a:lnTo>
                <a:lnTo>
                  <a:pt x="273971" y="604"/>
                </a:lnTo>
                <a:lnTo>
                  <a:pt x="433799" y="604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6E5E34-4711-4099-8D2F-73492AE8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308" y="1598863"/>
            <a:ext cx="86331" cy="63358"/>
          </a:xfrm>
          <a:custGeom xmlns:a="http://schemas.openxmlformats.org/drawingml/2006/main">
            <a:pathLst>
              <a:path w="86331" h="63358">
                <a:moveTo>
                  <a:pt x="0" y="63358"/>
                </a:moveTo>
                <a:lnTo>
                  <a:pt x="0" y="0"/>
                </a:lnTo>
                <a:lnTo>
                  <a:pt x="86331" y="31679"/>
                </a:lnTo>
                <a:lnTo>
                  <a:pt x="0" y="63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240F10-F389-49BF-B11A-34497786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308" y="1598863"/>
            <a:ext cx="86331" cy="63358"/>
          </a:xfrm>
          <a:custGeom xmlns:a="http://schemas.openxmlformats.org/drawingml/2006/main">
            <a:pathLst>
              <a:path w="86331" h="63358" fill="none">
                <a:moveTo>
                  <a:pt x="0" y="63358"/>
                </a:moveTo>
                <a:lnTo>
                  <a:pt x="86331" y="31679"/>
                </a:lnTo>
                <a:lnTo>
                  <a:pt x="0" y="0"/>
                </a:lnTo>
                <a:lnTo>
                  <a:pt x="0" y="633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D6F9E-68E2-43EF-8EA5-A96AC762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509" y="777544"/>
            <a:ext cx="547941" cy="604"/>
          </a:xfrm>
          <a:custGeom xmlns:a="http://schemas.openxmlformats.org/drawingml/2006/main">
            <a:pathLst>
              <a:path w="547941" h="604">
                <a:moveTo>
                  <a:pt x="0" y="0"/>
                </a:moveTo>
                <a:lnTo>
                  <a:pt x="273971" y="0"/>
                </a:lnTo>
                <a:lnTo>
                  <a:pt x="273971" y="604"/>
                </a:lnTo>
                <a:lnTo>
                  <a:pt x="547941" y="60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06E17-D1B2-4EE4-B286-88B0964A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509" y="777544"/>
            <a:ext cx="433799" cy="604"/>
          </a:xfrm>
          <a:custGeom xmlns:a="http://schemas.openxmlformats.org/drawingml/2006/main">
            <a:pathLst>
              <a:path w="433799" h="604" fill="none">
                <a:moveTo>
                  <a:pt x="0" y="0"/>
                </a:moveTo>
                <a:lnTo>
                  <a:pt x="273971" y="0"/>
                </a:lnTo>
                <a:lnTo>
                  <a:pt x="273971" y="604"/>
                </a:lnTo>
                <a:lnTo>
                  <a:pt x="433799" y="604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19719-5DF6-48A3-834B-FDE1FD4D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308" y="746469"/>
            <a:ext cx="86331" cy="63358"/>
          </a:xfrm>
          <a:custGeom xmlns:a="http://schemas.openxmlformats.org/drawingml/2006/main">
            <a:pathLst>
              <a:path w="86331" h="63358">
                <a:moveTo>
                  <a:pt x="0" y="63358"/>
                </a:moveTo>
                <a:lnTo>
                  <a:pt x="0" y="0"/>
                </a:lnTo>
                <a:lnTo>
                  <a:pt x="86331" y="31679"/>
                </a:lnTo>
                <a:lnTo>
                  <a:pt x="0" y="63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3DFE05-91B9-403A-A1F7-37C75F27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308" y="746469"/>
            <a:ext cx="86331" cy="63358"/>
          </a:xfrm>
          <a:custGeom xmlns:a="http://schemas.openxmlformats.org/drawingml/2006/main">
            <a:pathLst>
              <a:path w="86331" h="63358" fill="none">
                <a:moveTo>
                  <a:pt x="0" y="63358"/>
                </a:moveTo>
                <a:lnTo>
                  <a:pt x="86331" y="31679"/>
                </a:lnTo>
                <a:lnTo>
                  <a:pt x="0" y="0"/>
                </a:lnTo>
                <a:lnTo>
                  <a:pt x="0" y="633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371DB-41B7-455F-8EF9-14197121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881" y="1025667"/>
            <a:ext cx="1071916" cy="254012"/>
          </a:xfrm>
          <a:custGeom xmlns:a="http://schemas.openxmlformats.org/drawingml/2006/main">
            <a:pathLst>
              <a:path w="1071916" h="254012">
                <a:moveTo>
                  <a:pt x="0" y="0"/>
                </a:moveTo>
                <a:lnTo>
                  <a:pt x="1071916" y="0"/>
                </a:lnTo>
                <a:lnTo>
                  <a:pt x="1071916" y="254012"/>
                </a:lnTo>
                <a:lnTo>
                  <a:pt x="0" y="2540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DNS">
            <a:extLst xmlns:a="http://schemas.openxmlformats.org/drawingml/2006/main">
              <a:ext uri="{FF2B5EF4-FFF2-40B4-BE49-F238E27FC236}">
                <a16:creationId xmlns:a16="http://schemas.microsoft.com/office/drawing/2014/main" id="{C61BE5D5-7F81-4036-A801-5761C873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86" y="977204"/>
            <a:ext cx="363333" cy="134954"/>
          </a:xfrm>
          <a:custGeom xmlns:a="http://schemas.openxmlformats.org/drawingml/2006/main">
            <a:pathLst>
              <a:path w="363333" h="134954">
                <a:moveTo>
                  <a:pt x="109064" y="67521"/>
                </a:moveTo>
                <a:cubicBezTo>
                  <a:pt x="109064" y="79357"/>
                  <a:pt x="106507" y="90086"/>
                  <a:pt x="101391" y="99708"/>
                </a:cubicBezTo>
                <a:cubicBezTo>
                  <a:pt x="96276" y="109328"/>
                  <a:pt x="89471" y="116791"/>
                  <a:pt x="80974" y="122097"/>
                </a:cubicBezTo>
                <a:cubicBezTo>
                  <a:pt x="75079" y="125772"/>
                  <a:pt x="68505" y="128426"/>
                  <a:pt x="61251" y="130059"/>
                </a:cubicBezTo>
                <a:cubicBezTo>
                  <a:pt x="53997" y="131691"/>
                  <a:pt x="44446" y="132507"/>
                  <a:pt x="32598" y="132507"/>
                </a:cubicBezTo>
                <a:lnTo>
                  <a:pt x="0" y="132507"/>
                </a:lnTo>
                <a:lnTo>
                  <a:pt x="0" y="2273"/>
                </a:lnTo>
                <a:lnTo>
                  <a:pt x="32251" y="2273"/>
                </a:lnTo>
                <a:cubicBezTo>
                  <a:pt x="44851" y="2273"/>
                  <a:pt x="54864" y="3191"/>
                  <a:pt x="62291" y="5029"/>
                </a:cubicBezTo>
                <a:cubicBezTo>
                  <a:pt x="69718" y="6864"/>
                  <a:pt x="76004" y="9386"/>
                  <a:pt x="81148" y="12595"/>
                </a:cubicBezTo>
                <a:cubicBezTo>
                  <a:pt x="89933" y="18134"/>
                  <a:pt x="96782" y="25510"/>
                  <a:pt x="101695" y="34722"/>
                </a:cubicBezTo>
                <a:cubicBezTo>
                  <a:pt x="106608" y="43934"/>
                  <a:pt x="109064" y="54867"/>
                  <a:pt x="109064" y="67521"/>
                </a:cubicBezTo>
                <a:moveTo>
                  <a:pt x="91118" y="67259"/>
                </a:moveTo>
                <a:cubicBezTo>
                  <a:pt x="91118" y="57089"/>
                  <a:pt x="89355" y="48516"/>
                  <a:pt x="85829" y="41542"/>
                </a:cubicBezTo>
                <a:cubicBezTo>
                  <a:pt x="82304" y="34568"/>
                  <a:pt x="77044" y="29076"/>
                  <a:pt x="70051" y="25066"/>
                </a:cubicBezTo>
                <a:cubicBezTo>
                  <a:pt x="64964" y="22160"/>
                  <a:pt x="59560" y="20141"/>
                  <a:pt x="53838" y="19008"/>
                </a:cubicBezTo>
                <a:cubicBezTo>
                  <a:pt x="48116" y="17874"/>
                  <a:pt x="41267" y="17306"/>
                  <a:pt x="33291" y="17306"/>
                </a:cubicBezTo>
                <a:lnTo>
                  <a:pt x="17166" y="17306"/>
                </a:lnTo>
                <a:lnTo>
                  <a:pt x="17166" y="117473"/>
                </a:lnTo>
                <a:lnTo>
                  <a:pt x="33291" y="117473"/>
                </a:lnTo>
                <a:cubicBezTo>
                  <a:pt x="41556" y="117473"/>
                  <a:pt x="48767" y="116863"/>
                  <a:pt x="54922" y="115643"/>
                </a:cubicBezTo>
                <a:cubicBezTo>
                  <a:pt x="61078" y="114423"/>
                  <a:pt x="66727" y="112156"/>
                  <a:pt x="71871" y="108842"/>
                </a:cubicBezTo>
                <a:cubicBezTo>
                  <a:pt x="78287" y="104715"/>
                  <a:pt x="83098" y="99282"/>
                  <a:pt x="86306" y="92541"/>
                </a:cubicBezTo>
                <a:cubicBezTo>
                  <a:pt x="89514" y="85799"/>
                  <a:pt x="91118" y="77372"/>
                  <a:pt x="91118" y="67259"/>
                </a:cubicBezTo>
                <a:close/>
                <a:moveTo>
                  <a:pt x="235205" y="132507"/>
                </a:moveTo>
                <a:lnTo>
                  <a:pt x="213965" y="132507"/>
                </a:lnTo>
                <a:lnTo>
                  <a:pt x="152757" y="16003"/>
                </a:lnTo>
                <a:lnTo>
                  <a:pt x="152757" y="132507"/>
                </a:lnTo>
                <a:lnTo>
                  <a:pt x="136718" y="132507"/>
                </a:lnTo>
                <a:lnTo>
                  <a:pt x="136718" y="2273"/>
                </a:lnTo>
                <a:lnTo>
                  <a:pt x="163334" y="2273"/>
                </a:lnTo>
                <a:lnTo>
                  <a:pt x="219166" y="108629"/>
                </a:lnTo>
                <a:lnTo>
                  <a:pt x="219166" y="2273"/>
                </a:lnTo>
                <a:lnTo>
                  <a:pt x="235205" y="2273"/>
                </a:lnTo>
                <a:lnTo>
                  <a:pt x="235205" y="132507"/>
                </a:lnTo>
                <a:close/>
                <a:moveTo>
                  <a:pt x="363333" y="95422"/>
                </a:moveTo>
                <a:cubicBezTo>
                  <a:pt x="363333" y="100495"/>
                  <a:pt x="362163" y="105510"/>
                  <a:pt x="359822" y="110467"/>
                </a:cubicBezTo>
                <a:cubicBezTo>
                  <a:pt x="357481" y="115422"/>
                  <a:pt x="354201" y="119619"/>
                  <a:pt x="349982" y="123059"/>
                </a:cubicBezTo>
                <a:cubicBezTo>
                  <a:pt x="345358" y="126792"/>
                  <a:pt x="339969" y="129708"/>
                  <a:pt x="333813" y="131807"/>
                </a:cubicBezTo>
                <a:cubicBezTo>
                  <a:pt x="327658" y="133905"/>
                  <a:pt x="320245" y="134954"/>
                  <a:pt x="311576" y="134954"/>
                </a:cubicBezTo>
                <a:cubicBezTo>
                  <a:pt x="302270" y="134954"/>
                  <a:pt x="293904" y="134078"/>
                  <a:pt x="286477" y="132326"/>
                </a:cubicBezTo>
                <a:cubicBezTo>
                  <a:pt x="279050" y="130573"/>
                  <a:pt x="271493" y="127973"/>
                  <a:pt x="263806" y="124525"/>
                </a:cubicBezTo>
                <a:lnTo>
                  <a:pt x="263806" y="102789"/>
                </a:lnTo>
                <a:lnTo>
                  <a:pt x="265020" y="102789"/>
                </a:lnTo>
                <a:cubicBezTo>
                  <a:pt x="271551" y="108266"/>
                  <a:pt x="279093" y="112491"/>
                  <a:pt x="287648" y="115463"/>
                </a:cubicBezTo>
                <a:cubicBezTo>
                  <a:pt x="296202" y="118434"/>
                  <a:pt x="304235" y="119920"/>
                  <a:pt x="311749" y="119920"/>
                </a:cubicBezTo>
                <a:cubicBezTo>
                  <a:pt x="322384" y="119920"/>
                  <a:pt x="330663" y="117916"/>
                  <a:pt x="336588" y="113908"/>
                </a:cubicBezTo>
                <a:cubicBezTo>
                  <a:pt x="342512" y="109899"/>
                  <a:pt x="345474" y="104552"/>
                  <a:pt x="345474" y="97870"/>
                </a:cubicBezTo>
                <a:cubicBezTo>
                  <a:pt x="345474" y="92097"/>
                  <a:pt x="344072" y="87841"/>
                  <a:pt x="341269" y="85100"/>
                </a:cubicBezTo>
                <a:cubicBezTo>
                  <a:pt x="338466" y="82360"/>
                  <a:pt x="334203" y="80232"/>
                  <a:pt x="328482" y="78717"/>
                </a:cubicBezTo>
                <a:cubicBezTo>
                  <a:pt x="324147" y="77550"/>
                  <a:pt x="319451" y="76587"/>
                  <a:pt x="314393" y="75830"/>
                </a:cubicBezTo>
                <a:cubicBezTo>
                  <a:pt x="309336" y="75072"/>
                  <a:pt x="303975" y="74110"/>
                  <a:pt x="298311" y="72943"/>
                </a:cubicBezTo>
                <a:cubicBezTo>
                  <a:pt x="286867" y="70493"/>
                  <a:pt x="278385" y="66310"/>
                  <a:pt x="272866" y="60392"/>
                </a:cubicBezTo>
                <a:cubicBezTo>
                  <a:pt x="267346" y="54474"/>
                  <a:pt x="264586" y="46763"/>
                  <a:pt x="264586" y="37259"/>
                </a:cubicBezTo>
                <a:cubicBezTo>
                  <a:pt x="264586" y="26355"/>
                  <a:pt x="269152" y="17420"/>
                  <a:pt x="278284" y="10453"/>
                </a:cubicBezTo>
                <a:cubicBezTo>
                  <a:pt x="287416" y="3484"/>
                  <a:pt x="299005" y="0"/>
                  <a:pt x="313050" y="0"/>
                </a:cubicBezTo>
                <a:cubicBezTo>
                  <a:pt x="322124" y="0"/>
                  <a:pt x="330447" y="874"/>
                  <a:pt x="338018" y="2622"/>
                </a:cubicBezTo>
                <a:cubicBezTo>
                  <a:pt x="345590" y="4370"/>
                  <a:pt x="352294" y="6526"/>
                  <a:pt x="358132" y="9090"/>
                </a:cubicBezTo>
                <a:lnTo>
                  <a:pt x="358132" y="29543"/>
                </a:lnTo>
                <a:lnTo>
                  <a:pt x="356918" y="29543"/>
                </a:lnTo>
                <a:cubicBezTo>
                  <a:pt x="352005" y="25373"/>
                  <a:pt x="345546" y="21912"/>
                  <a:pt x="337541" y="19161"/>
                </a:cubicBezTo>
                <a:cubicBezTo>
                  <a:pt x="329536" y="16409"/>
                  <a:pt x="321344" y="15034"/>
                  <a:pt x="312963" y="15034"/>
                </a:cubicBezTo>
                <a:cubicBezTo>
                  <a:pt x="303773" y="15034"/>
                  <a:pt x="296389" y="16951"/>
                  <a:pt x="290812" y="20786"/>
                </a:cubicBezTo>
                <a:cubicBezTo>
                  <a:pt x="285234" y="24619"/>
                  <a:pt x="282446" y="29556"/>
                  <a:pt x="282446" y="35596"/>
                </a:cubicBezTo>
                <a:cubicBezTo>
                  <a:pt x="282446" y="41019"/>
                  <a:pt x="283833" y="45275"/>
                  <a:pt x="286607" y="48365"/>
                </a:cubicBezTo>
                <a:cubicBezTo>
                  <a:pt x="289381" y="51455"/>
                  <a:pt x="294265" y="53817"/>
                  <a:pt x="301259" y="55451"/>
                </a:cubicBezTo>
                <a:cubicBezTo>
                  <a:pt x="304958" y="56266"/>
                  <a:pt x="310217" y="57258"/>
                  <a:pt x="317038" y="58425"/>
                </a:cubicBezTo>
                <a:cubicBezTo>
                  <a:pt x="323858" y="59590"/>
                  <a:pt x="329637" y="60786"/>
                  <a:pt x="334377" y="62011"/>
                </a:cubicBezTo>
                <a:cubicBezTo>
                  <a:pt x="343971" y="64577"/>
                  <a:pt x="351196" y="68455"/>
                  <a:pt x="356051" y="73645"/>
                </a:cubicBezTo>
                <a:cubicBezTo>
                  <a:pt x="360906" y="78832"/>
                  <a:pt x="363333" y="86092"/>
                  <a:pt x="363333" y="954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Poisoning">
            <a:extLst xmlns:a="http://schemas.openxmlformats.org/drawingml/2006/main">
              <a:ext uri="{FF2B5EF4-FFF2-40B4-BE49-F238E27FC236}">
                <a16:creationId xmlns:a16="http://schemas.microsoft.com/office/drawing/2014/main" id="{99F4578A-CB16-4401-8E17-7B772C7C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637" y="1193410"/>
            <a:ext cx="809301" cy="168168"/>
          </a:xfrm>
          <a:custGeom xmlns:a="http://schemas.openxmlformats.org/drawingml/2006/main">
            <a:pathLst>
              <a:path w="809301" h="168168">
                <a:moveTo>
                  <a:pt x="84442" y="40207"/>
                </a:moveTo>
                <a:cubicBezTo>
                  <a:pt x="84442" y="45975"/>
                  <a:pt x="83445" y="51322"/>
                  <a:pt x="81451" y="56245"/>
                </a:cubicBezTo>
                <a:cubicBezTo>
                  <a:pt x="79457" y="61169"/>
                  <a:pt x="76669" y="65438"/>
                  <a:pt x="73085" y="69050"/>
                </a:cubicBezTo>
                <a:cubicBezTo>
                  <a:pt x="68635" y="73537"/>
                  <a:pt x="63375" y="76902"/>
                  <a:pt x="57306" y="79146"/>
                </a:cubicBezTo>
                <a:cubicBezTo>
                  <a:pt x="51238" y="81389"/>
                  <a:pt x="43579" y="82511"/>
                  <a:pt x="34332" y="82511"/>
                </a:cubicBezTo>
                <a:lnTo>
                  <a:pt x="17166" y="82511"/>
                </a:lnTo>
                <a:lnTo>
                  <a:pt x="17166" y="131108"/>
                </a:lnTo>
                <a:lnTo>
                  <a:pt x="0" y="131108"/>
                </a:lnTo>
                <a:lnTo>
                  <a:pt x="0" y="874"/>
                </a:lnTo>
                <a:lnTo>
                  <a:pt x="35025" y="874"/>
                </a:lnTo>
                <a:cubicBezTo>
                  <a:pt x="42770" y="874"/>
                  <a:pt x="49330" y="1530"/>
                  <a:pt x="54705" y="2841"/>
                </a:cubicBezTo>
                <a:cubicBezTo>
                  <a:pt x="60081" y="4152"/>
                  <a:pt x="64849" y="6206"/>
                  <a:pt x="69010" y="9003"/>
                </a:cubicBezTo>
                <a:cubicBezTo>
                  <a:pt x="73923" y="12324"/>
                  <a:pt x="77723" y="16461"/>
                  <a:pt x="80411" y="21414"/>
                </a:cubicBezTo>
                <a:cubicBezTo>
                  <a:pt x="83098" y="26367"/>
                  <a:pt x="84442" y="32631"/>
                  <a:pt x="84442" y="40207"/>
                </a:cubicBezTo>
                <a:moveTo>
                  <a:pt x="66583" y="40608"/>
                </a:moveTo>
                <a:cubicBezTo>
                  <a:pt x="66583" y="36159"/>
                  <a:pt x="65803" y="32289"/>
                  <a:pt x="64242" y="28997"/>
                </a:cubicBezTo>
                <a:cubicBezTo>
                  <a:pt x="62681" y="25703"/>
                  <a:pt x="60312" y="23015"/>
                  <a:pt x="57133" y="20934"/>
                </a:cubicBezTo>
                <a:cubicBezTo>
                  <a:pt x="54359" y="19144"/>
                  <a:pt x="51194" y="17859"/>
                  <a:pt x="47640" y="17080"/>
                </a:cubicBezTo>
                <a:cubicBezTo>
                  <a:pt x="44085" y="16298"/>
                  <a:pt x="39591" y="15908"/>
                  <a:pt x="34158" y="15908"/>
                </a:cubicBezTo>
                <a:lnTo>
                  <a:pt x="17166" y="15908"/>
                </a:lnTo>
                <a:lnTo>
                  <a:pt x="17166" y="67477"/>
                </a:lnTo>
                <a:lnTo>
                  <a:pt x="31644" y="67477"/>
                </a:lnTo>
                <a:cubicBezTo>
                  <a:pt x="38580" y="67477"/>
                  <a:pt x="44215" y="66856"/>
                  <a:pt x="48550" y="65614"/>
                </a:cubicBezTo>
                <a:cubicBezTo>
                  <a:pt x="52885" y="64372"/>
                  <a:pt x="56410" y="62393"/>
                  <a:pt x="59127" y="59676"/>
                </a:cubicBezTo>
                <a:cubicBezTo>
                  <a:pt x="61843" y="56903"/>
                  <a:pt x="63765" y="53986"/>
                  <a:pt x="64892" y="50925"/>
                </a:cubicBezTo>
                <a:cubicBezTo>
                  <a:pt x="66019" y="47862"/>
                  <a:pt x="66583" y="44423"/>
                  <a:pt x="66583" y="40608"/>
                </a:cubicBezTo>
                <a:close/>
                <a:moveTo>
                  <a:pt x="184039" y="82292"/>
                </a:moveTo>
                <a:cubicBezTo>
                  <a:pt x="184039" y="98240"/>
                  <a:pt x="179993" y="110829"/>
                  <a:pt x="171901" y="120060"/>
                </a:cubicBezTo>
                <a:cubicBezTo>
                  <a:pt x="163809" y="129290"/>
                  <a:pt x="152972" y="133905"/>
                  <a:pt x="139390" y="133905"/>
                </a:cubicBezTo>
                <a:cubicBezTo>
                  <a:pt x="125692" y="133905"/>
                  <a:pt x="114811" y="129290"/>
                  <a:pt x="106749" y="120060"/>
                </a:cubicBezTo>
                <a:cubicBezTo>
                  <a:pt x="98686" y="110829"/>
                  <a:pt x="94655" y="98240"/>
                  <a:pt x="94655" y="82292"/>
                </a:cubicBezTo>
                <a:cubicBezTo>
                  <a:pt x="94655" y="66344"/>
                  <a:pt x="98686" y="53741"/>
                  <a:pt x="106749" y="44481"/>
                </a:cubicBezTo>
                <a:cubicBezTo>
                  <a:pt x="114811" y="35222"/>
                  <a:pt x="125692" y="30592"/>
                  <a:pt x="139390" y="30592"/>
                </a:cubicBezTo>
                <a:cubicBezTo>
                  <a:pt x="152972" y="30592"/>
                  <a:pt x="163809" y="35222"/>
                  <a:pt x="171901" y="44481"/>
                </a:cubicBezTo>
                <a:cubicBezTo>
                  <a:pt x="179993" y="53741"/>
                  <a:pt x="184039" y="66344"/>
                  <a:pt x="184039" y="82292"/>
                </a:cubicBezTo>
                <a:moveTo>
                  <a:pt x="167219" y="82292"/>
                </a:moveTo>
                <a:cubicBezTo>
                  <a:pt x="167219" y="69662"/>
                  <a:pt x="164763" y="60277"/>
                  <a:pt x="159850" y="54137"/>
                </a:cubicBezTo>
                <a:cubicBezTo>
                  <a:pt x="154937" y="47997"/>
                  <a:pt x="148117" y="44926"/>
                  <a:pt x="139390" y="44926"/>
                </a:cubicBezTo>
                <a:cubicBezTo>
                  <a:pt x="130547" y="44926"/>
                  <a:pt x="123683" y="47997"/>
                  <a:pt x="118799" y="54137"/>
                </a:cubicBezTo>
                <a:cubicBezTo>
                  <a:pt x="113916" y="60277"/>
                  <a:pt x="111474" y="69662"/>
                  <a:pt x="111474" y="82292"/>
                </a:cubicBezTo>
                <a:cubicBezTo>
                  <a:pt x="111474" y="94514"/>
                  <a:pt x="113930" y="103783"/>
                  <a:pt x="118843" y="110098"/>
                </a:cubicBezTo>
                <a:cubicBezTo>
                  <a:pt x="123756" y="116413"/>
                  <a:pt x="130605" y="119571"/>
                  <a:pt x="139390" y="119571"/>
                </a:cubicBezTo>
                <a:cubicBezTo>
                  <a:pt x="148060" y="119571"/>
                  <a:pt x="154865" y="116442"/>
                  <a:pt x="159807" y="110186"/>
                </a:cubicBezTo>
                <a:cubicBezTo>
                  <a:pt x="164749" y="103929"/>
                  <a:pt x="167219" y="94631"/>
                  <a:pt x="167219" y="82292"/>
                </a:cubicBezTo>
                <a:close/>
                <a:moveTo>
                  <a:pt x="226613" y="17131"/>
                </a:moveTo>
                <a:lnTo>
                  <a:pt x="208234" y="17131"/>
                </a:lnTo>
                <a:lnTo>
                  <a:pt x="208234" y="0"/>
                </a:lnTo>
                <a:lnTo>
                  <a:pt x="226613" y="0"/>
                </a:lnTo>
                <a:lnTo>
                  <a:pt x="226613" y="17131"/>
                </a:lnTo>
                <a:moveTo>
                  <a:pt x="225573" y="131108"/>
                </a:moveTo>
                <a:lnTo>
                  <a:pt x="209274" y="131108"/>
                </a:lnTo>
                <a:lnTo>
                  <a:pt x="209274" y="33389"/>
                </a:lnTo>
                <a:lnTo>
                  <a:pt x="225573" y="33389"/>
                </a:lnTo>
                <a:lnTo>
                  <a:pt x="225573" y="131108"/>
                </a:lnTo>
                <a:close/>
                <a:moveTo>
                  <a:pt x="326935" y="102904"/>
                </a:moveTo>
                <a:cubicBezTo>
                  <a:pt x="326935" y="111812"/>
                  <a:pt x="323279" y="119118"/>
                  <a:pt x="315968" y="124823"/>
                </a:cubicBezTo>
                <a:cubicBezTo>
                  <a:pt x="308656" y="130528"/>
                  <a:pt x="298672" y="133381"/>
                  <a:pt x="286014" y="133381"/>
                </a:cubicBezTo>
                <a:cubicBezTo>
                  <a:pt x="278847" y="133381"/>
                  <a:pt x="272273" y="132519"/>
                  <a:pt x="266291" y="130794"/>
                </a:cubicBezTo>
                <a:cubicBezTo>
                  <a:pt x="260309" y="129070"/>
                  <a:pt x="255295" y="127184"/>
                  <a:pt x="251249" y="125137"/>
                </a:cubicBezTo>
                <a:lnTo>
                  <a:pt x="251249" y="106635"/>
                </a:lnTo>
                <a:lnTo>
                  <a:pt x="252116" y="106635"/>
                </a:lnTo>
                <a:cubicBezTo>
                  <a:pt x="257260" y="110592"/>
                  <a:pt x="262982" y="113737"/>
                  <a:pt x="269282" y="116072"/>
                </a:cubicBezTo>
                <a:cubicBezTo>
                  <a:pt x="275582" y="118404"/>
                  <a:pt x="281621" y="119571"/>
                  <a:pt x="287401" y="119571"/>
                </a:cubicBezTo>
                <a:cubicBezTo>
                  <a:pt x="294568" y="119571"/>
                  <a:pt x="300175" y="118401"/>
                  <a:pt x="304220" y="116061"/>
                </a:cubicBezTo>
                <a:cubicBezTo>
                  <a:pt x="308266" y="113719"/>
                  <a:pt x="310289" y="110032"/>
                  <a:pt x="310289" y="104999"/>
                </a:cubicBezTo>
                <a:cubicBezTo>
                  <a:pt x="310289" y="101156"/>
                  <a:pt x="309191" y="98246"/>
                  <a:pt x="306995" y="96266"/>
                </a:cubicBezTo>
                <a:cubicBezTo>
                  <a:pt x="304798" y="94287"/>
                  <a:pt x="300579" y="92598"/>
                  <a:pt x="294337" y="91199"/>
                </a:cubicBezTo>
                <a:cubicBezTo>
                  <a:pt x="292025" y="90677"/>
                  <a:pt x="289005" y="90066"/>
                  <a:pt x="285277" y="89367"/>
                </a:cubicBezTo>
                <a:cubicBezTo>
                  <a:pt x="281549" y="88667"/>
                  <a:pt x="278154" y="87911"/>
                  <a:pt x="275090" y="87097"/>
                </a:cubicBezTo>
                <a:cubicBezTo>
                  <a:pt x="266594" y="84826"/>
                  <a:pt x="260569" y="81493"/>
                  <a:pt x="257014" y="77097"/>
                </a:cubicBezTo>
                <a:cubicBezTo>
                  <a:pt x="253460" y="72701"/>
                  <a:pt x="251682" y="67301"/>
                  <a:pt x="251682" y="60897"/>
                </a:cubicBezTo>
                <a:cubicBezTo>
                  <a:pt x="251682" y="56880"/>
                  <a:pt x="252506" y="53096"/>
                  <a:pt x="254153" y="49545"/>
                </a:cubicBezTo>
                <a:cubicBezTo>
                  <a:pt x="255800" y="45993"/>
                  <a:pt x="258300" y="42819"/>
                  <a:pt x="261652" y="40024"/>
                </a:cubicBezTo>
                <a:cubicBezTo>
                  <a:pt x="264889" y="37288"/>
                  <a:pt x="269007" y="35121"/>
                  <a:pt x="274007" y="33520"/>
                </a:cubicBezTo>
                <a:cubicBezTo>
                  <a:pt x="279006" y="31918"/>
                  <a:pt x="284598" y="31116"/>
                  <a:pt x="290782" y="31116"/>
                </a:cubicBezTo>
                <a:cubicBezTo>
                  <a:pt x="296562" y="31116"/>
                  <a:pt x="302414" y="31827"/>
                  <a:pt x="308338" y="33250"/>
                </a:cubicBezTo>
                <a:cubicBezTo>
                  <a:pt x="314263" y="34672"/>
                  <a:pt x="319190" y="36400"/>
                  <a:pt x="323120" y="38434"/>
                </a:cubicBezTo>
                <a:lnTo>
                  <a:pt x="323120" y="55939"/>
                </a:lnTo>
                <a:lnTo>
                  <a:pt x="322253" y="55939"/>
                </a:lnTo>
                <a:cubicBezTo>
                  <a:pt x="318092" y="52851"/>
                  <a:pt x="313034" y="50244"/>
                  <a:pt x="307081" y="48117"/>
                </a:cubicBezTo>
                <a:cubicBezTo>
                  <a:pt x="301128" y="45990"/>
                  <a:pt x="295291" y="44926"/>
                  <a:pt x="289569" y="44926"/>
                </a:cubicBezTo>
                <a:cubicBezTo>
                  <a:pt x="283615" y="44926"/>
                  <a:pt x="278587" y="46083"/>
                  <a:pt x="274483" y="48395"/>
                </a:cubicBezTo>
                <a:cubicBezTo>
                  <a:pt x="270380" y="50708"/>
                  <a:pt x="268328" y="54147"/>
                  <a:pt x="268328" y="58712"/>
                </a:cubicBezTo>
                <a:cubicBezTo>
                  <a:pt x="268328" y="62729"/>
                  <a:pt x="269571" y="65756"/>
                  <a:pt x="272056" y="67794"/>
                </a:cubicBezTo>
                <a:cubicBezTo>
                  <a:pt x="274483" y="69831"/>
                  <a:pt x="278414" y="71491"/>
                  <a:pt x="283847" y="72773"/>
                </a:cubicBezTo>
                <a:cubicBezTo>
                  <a:pt x="286852" y="73472"/>
                  <a:pt x="290219" y="74172"/>
                  <a:pt x="293947" y="74871"/>
                </a:cubicBezTo>
                <a:cubicBezTo>
                  <a:pt x="297675" y="75568"/>
                  <a:pt x="300781" y="76208"/>
                  <a:pt x="303267" y="76791"/>
                </a:cubicBezTo>
                <a:cubicBezTo>
                  <a:pt x="310838" y="78537"/>
                  <a:pt x="316676" y="81536"/>
                  <a:pt x="320779" y="85786"/>
                </a:cubicBezTo>
                <a:cubicBezTo>
                  <a:pt x="324883" y="90094"/>
                  <a:pt x="326935" y="95800"/>
                  <a:pt x="326935" y="102904"/>
                </a:cubicBezTo>
                <a:close/>
                <a:moveTo>
                  <a:pt x="432614" y="82292"/>
                </a:moveTo>
                <a:cubicBezTo>
                  <a:pt x="432614" y="98240"/>
                  <a:pt x="428568" y="110829"/>
                  <a:pt x="420477" y="120060"/>
                </a:cubicBezTo>
                <a:cubicBezTo>
                  <a:pt x="412385" y="129290"/>
                  <a:pt x="401548" y="133905"/>
                  <a:pt x="387966" y="133905"/>
                </a:cubicBezTo>
                <a:cubicBezTo>
                  <a:pt x="374267" y="133905"/>
                  <a:pt x="363387" y="129290"/>
                  <a:pt x="355324" y="120060"/>
                </a:cubicBezTo>
                <a:cubicBezTo>
                  <a:pt x="347262" y="110829"/>
                  <a:pt x="343230" y="98240"/>
                  <a:pt x="343230" y="82292"/>
                </a:cubicBezTo>
                <a:cubicBezTo>
                  <a:pt x="343230" y="66344"/>
                  <a:pt x="347262" y="53741"/>
                  <a:pt x="355324" y="44481"/>
                </a:cubicBezTo>
                <a:cubicBezTo>
                  <a:pt x="363387" y="35222"/>
                  <a:pt x="374267" y="30592"/>
                  <a:pt x="387966" y="30592"/>
                </a:cubicBezTo>
                <a:cubicBezTo>
                  <a:pt x="401548" y="30592"/>
                  <a:pt x="412385" y="35222"/>
                  <a:pt x="420477" y="44481"/>
                </a:cubicBezTo>
                <a:cubicBezTo>
                  <a:pt x="428568" y="53741"/>
                  <a:pt x="432614" y="66344"/>
                  <a:pt x="432614" y="82292"/>
                </a:cubicBezTo>
                <a:moveTo>
                  <a:pt x="415795" y="82292"/>
                </a:moveTo>
                <a:cubicBezTo>
                  <a:pt x="415795" y="69662"/>
                  <a:pt x="413339" y="60277"/>
                  <a:pt x="408426" y="54137"/>
                </a:cubicBezTo>
                <a:cubicBezTo>
                  <a:pt x="403513" y="47997"/>
                  <a:pt x="396693" y="44926"/>
                  <a:pt x="387966" y="44926"/>
                </a:cubicBezTo>
                <a:cubicBezTo>
                  <a:pt x="379122" y="44926"/>
                  <a:pt x="372259" y="47997"/>
                  <a:pt x="367375" y="54137"/>
                </a:cubicBezTo>
                <a:cubicBezTo>
                  <a:pt x="362491" y="60277"/>
                  <a:pt x="360049" y="69662"/>
                  <a:pt x="360049" y="82292"/>
                </a:cubicBezTo>
                <a:cubicBezTo>
                  <a:pt x="360049" y="94514"/>
                  <a:pt x="362506" y="103783"/>
                  <a:pt x="367418" y="110098"/>
                </a:cubicBezTo>
                <a:cubicBezTo>
                  <a:pt x="372331" y="116413"/>
                  <a:pt x="379180" y="119571"/>
                  <a:pt x="387966" y="119571"/>
                </a:cubicBezTo>
                <a:cubicBezTo>
                  <a:pt x="396635" y="119571"/>
                  <a:pt x="403441" y="116442"/>
                  <a:pt x="408383" y="110186"/>
                </a:cubicBezTo>
                <a:cubicBezTo>
                  <a:pt x="413324" y="103929"/>
                  <a:pt x="415795" y="94631"/>
                  <a:pt x="415795" y="82292"/>
                </a:cubicBezTo>
                <a:close/>
                <a:moveTo>
                  <a:pt x="538651" y="131108"/>
                </a:moveTo>
                <a:lnTo>
                  <a:pt x="522352" y="131108"/>
                </a:lnTo>
                <a:lnTo>
                  <a:pt x="522352" y="75461"/>
                </a:lnTo>
                <a:cubicBezTo>
                  <a:pt x="522352" y="70969"/>
                  <a:pt x="522092" y="66754"/>
                  <a:pt x="521572" y="62817"/>
                </a:cubicBezTo>
                <a:cubicBezTo>
                  <a:pt x="521052" y="58880"/>
                  <a:pt x="520098" y="55804"/>
                  <a:pt x="518711" y="53588"/>
                </a:cubicBezTo>
                <a:cubicBezTo>
                  <a:pt x="517266" y="51137"/>
                  <a:pt x="515185" y="49314"/>
                  <a:pt x="512469" y="48119"/>
                </a:cubicBezTo>
                <a:cubicBezTo>
                  <a:pt x="509752" y="46923"/>
                  <a:pt x="506227" y="46325"/>
                  <a:pt x="501892" y="46325"/>
                </a:cubicBezTo>
                <a:cubicBezTo>
                  <a:pt x="497441" y="46325"/>
                  <a:pt x="492789" y="47434"/>
                  <a:pt x="487934" y="49652"/>
                </a:cubicBezTo>
                <a:cubicBezTo>
                  <a:pt x="483079" y="51868"/>
                  <a:pt x="478426" y="54696"/>
                  <a:pt x="473976" y="58136"/>
                </a:cubicBezTo>
                <a:lnTo>
                  <a:pt x="473976" y="131108"/>
                </a:lnTo>
                <a:lnTo>
                  <a:pt x="457677" y="131108"/>
                </a:lnTo>
                <a:lnTo>
                  <a:pt x="457677" y="33389"/>
                </a:lnTo>
                <a:lnTo>
                  <a:pt x="473976" y="33389"/>
                </a:lnTo>
                <a:lnTo>
                  <a:pt x="473976" y="44164"/>
                </a:lnTo>
                <a:cubicBezTo>
                  <a:pt x="479062" y="39903"/>
                  <a:pt x="484321" y="36576"/>
                  <a:pt x="489754" y="34184"/>
                </a:cubicBezTo>
                <a:cubicBezTo>
                  <a:pt x="495187" y="31789"/>
                  <a:pt x="500765" y="30592"/>
                  <a:pt x="506487" y="30592"/>
                </a:cubicBezTo>
                <a:cubicBezTo>
                  <a:pt x="516948" y="30592"/>
                  <a:pt x="524924" y="33773"/>
                  <a:pt x="530415" y="40136"/>
                </a:cubicBezTo>
                <a:cubicBezTo>
                  <a:pt x="535906" y="46498"/>
                  <a:pt x="538651" y="55663"/>
                  <a:pt x="538651" y="67630"/>
                </a:cubicBezTo>
                <a:lnTo>
                  <a:pt x="538651" y="131108"/>
                </a:lnTo>
                <a:close/>
                <a:moveTo>
                  <a:pt x="587404" y="17131"/>
                </a:moveTo>
                <a:lnTo>
                  <a:pt x="569025" y="17131"/>
                </a:lnTo>
                <a:lnTo>
                  <a:pt x="569025" y="0"/>
                </a:lnTo>
                <a:lnTo>
                  <a:pt x="587404" y="0"/>
                </a:lnTo>
                <a:lnTo>
                  <a:pt x="587404" y="17131"/>
                </a:lnTo>
                <a:moveTo>
                  <a:pt x="586364" y="131108"/>
                </a:moveTo>
                <a:lnTo>
                  <a:pt x="570065" y="131108"/>
                </a:lnTo>
                <a:lnTo>
                  <a:pt x="570065" y="33389"/>
                </a:lnTo>
                <a:lnTo>
                  <a:pt x="586364" y="33389"/>
                </a:lnTo>
                <a:lnTo>
                  <a:pt x="586364" y="131108"/>
                </a:lnTo>
                <a:close/>
                <a:moveTo>
                  <a:pt x="699515" y="131108"/>
                </a:moveTo>
                <a:lnTo>
                  <a:pt x="683216" y="131108"/>
                </a:lnTo>
                <a:lnTo>
                  <a:pt x="683216" y="75461"/>
                </a:lnTo>
                <a:cubicBezTo>
                  <a:pt x="683216" y="70969"/>
                  <a:pt x="682956" y="66754"/>
                  <a:pt x="682436" y="62817"/>
                </a:cubicBezTo>
                <a:cubicBezTo>
                  <a:pt x="681916" y="58880"/>
                  <a:pt x="680962" y="55804"/>
                  <a:pt x="679575" y="53588"/>
                </a:cubicBezTo>
                <a:cubicBezTo>
                  <a:pt x="678130" y="51137"/>
                  <a:pt x="676049" y="49314"/>
                  <a:pt x="673333" y="48119"/>
                </a:cubicBezTo>
                <a:cubicBezTo>
                  <a:pt x="670616" y="46923"/>
                  <a:pt x="667090" y="46325"/>
                  <a:pt x="662756" y="46325"/>
                </a:cubicBezTo>
                <a:cubicBezTo>
                  <a:pt x="658305" y="46325"/>
                  <a:pt x="653652" y="47434"/>
                  <a:pt x="648797" y="49652"/>
                </a:cubicBezTo>
                <a:cubicBezTo>
                  <a:pt x="643942" y="51868"/>
                  <a:pt x="639290" y="54696"/>
                  <a:pt x="634839" y="58136"/>
                </a:cubicBezTo>
                <a:lnTo>
                  <a:pt x="634839" y="131108"/>
                </a:lnTo>
                <a:lnTo>
                  <a:pt x="618540" y="131108"/>
                </a:lnTo>
                <a:lnTo>
                  <a:pt x="618540" y="33389"/>
                </a:lnTo>
                <a:lnTo>
                  <a:pt x="634839" y="33389"/>
                </a:lnTo>
                <a:lnTo>
                  <a:pt x="634839" y="44164"/>
                </a:lnTo>
                <a:cubicBezTo>
                  <a:pt x="639926" y="39903"/>
                  <a:pt x="645185" y="36576"/>
                  <a:pt x="650618" y="34184"/>
                </a:cubicBezTo>
                <a:cubicBezTo>
                  <a:pt x="656051" y="31789"/>
                  <a:pt x="661629" y="30592"/>
                  <a:pt x="667351" y="30592"/>
                </a:cubicBezTo>
                <a:cubicBezTo>
                  <a:pt x="677812" y="30592"/>
                  <a:pt x="685788" y="33773"/>
                  <a:pt x="691279" y="40136"/>
                </a:cubicBezTo>
                <a:cubicBezTo>
                  <a:pt x="696769" y="46498"/>
                  <a:pt x="699515" y="55663"/>
                  <a:pt x="699515" y="67630"/>
                </a:cubicBezTo>
                <a:lnTo>
                  <a:pt x="699515" y="131108"/>
                </a:lnTo>
                <a:close/>
                <a:moveTo>
                  <a:pt x="809301" y="120032"/>
                </a:moveTo>
                <a:cubicBezTo>
                  <a:pt x="809301" y="136603"/>
                  <a:pt x="805573" y="148768"/>
                  <a:pt x="798118" y="156527"/>
                </a:cubicBezTo>
                <a:cubicBezTo>
                  <a:pt x="790662" y="164288"/>
                  <a:pt x="779189" y="168168"/>
                  <a:pt x="763699" y="168168"/>
                </a:cubicBezTo>
                <a:cubicBezTo>
                  <a:pt x="758555" y="168168"/>
                  <a:pt x="753541" y="167804"/>
                  <a:pt x="748657" y="167076"/>
                </a:cubicBezTo>
                <a:cubicBezTo>
                  <a:pt x="743773" y="166347"/>
                  <a:pt x="738962" y="165313"/>
                  <a:pt x="734222" y="163973"/>
                </a:cubicBezTo>
                <a:lnTo>
                  <a:pt x="734222" y="147191"/>
                </a:lnTo>
                <a:lnTo>
                  <a:pt x="735089" y="147191"/>
                </a:lnTo>
                <a:cubicBezTo>
                  <a:pt x="737748" y="148225"/>
                  <a:pt x="741967" y="149503"/>
                  <a:pt x="747747" y="151026"/>
                </a:cubicBezTo>
                <a:cubicBezTo>
                  <a:pt x="753527" y="152548"/>
                  <a:pt x="759306" y="153309"/>
                  <a:pt x="765086" y="153309"/>
                </a:cubicBezTo>
                <a:cubicBezTo>
                  <a:pt x="770635" y="153309"/>
                  <a:pt x="775230" y="152640"/>
                  <a:pt x="778871" y="151302"/>
                </a:cubicBezTo>
                <a:cubicBezTo>
                  <a:pt x="782512" y="149963"/>
                  <a:pt x="785344" y="148102"/>
                  <a:pt x="787367" y="145719"/>
                </a:cubicBezTo>
                <a:cubicBezTo>
                  <a:pt x="789390" y="143450"/>
                  <a:pt x="790835" y="140715"/>
                  <a:pt x="791702" y="137513"/>
                </a:cubicBezTo>
                <a:cubicBezTo>
                  <a:pt x="792569" y="134314"/>
                  <a:pt x="793002" y="130737"/>
                  <a:pt x="793002" y="126782"/>
                </a:cubicBezTo>
                <a:lnTo>
                  <a:pt x="793002" y="117880"/>
                </a:lnTo>
                <a:cubicBezTo>
                  <a:pt x="788090" y="121853"/>
                  <a:pt x="783394" y="124819"/>
                  <a:pt x="778914" y="126776"/>
                </a:cubicBezTo>
                <a:cubicBezTo>
                  <a:pt x="774435" y="128732"/>
                  <a:pt x="768727" y="129710"/>
                  <a:pt x="761792" y="129710"/>
                </a:cubicBezTo>
                <a:cubicBezTo>
                  <a:pt x="750232" y="129710"/>
                  <a:pt x="741057" y="125489"/>
                  <a:pt x="734266" y="117047"/>
                </a:cubicBezTo>
                <a:cubicBezTo>
                  <a:pt x="727474" y="108603"/>
                  <a:pt x="724079" y="96699"/>
                  <a:pt x="724079" y="81334"/>
                </a:cubicBezTo>
                <a:cubicBezTo>
                  <a:pt x="724079" y="72921"/>
                  <a:pt x="725249" y="65662"/>
                  <a:pt x="727590" y="59556"/>
                </a:cubicBezTo>
                <a:cubicBezTo>
                  <a:pt x="729931" y="53450"/>
                  <a:pt x="733124" y="48178"/>
                  <a:pt x="737170" y="43738"/>
                </a:cubicBezTo>
                <a:cubicBezTo>
                  <a:pt x="740927" y="39590"/>
                  <a:pt x="745493" y="36362"/>
                  <a:pt x="750868" y="34055"/>
                </a:cubicBezTo>
                <a:cubicBezTo>
                  <a:pt x="756243" y="31746"/>
                  <a:pt x="761589" y="30592"/>
                  <a:pt x="766907" y="30592"/>
                </a:cubicBezTo>
                <a:cubicBezTo>
                  <a:pt x="772513" y="30592"/>
                  <a:pt x="777209" y="31162"/>
                  <a:pt x="780995" y="32302"/>
                </a:cubicBezTo>
                <a:cubicBezTo>
                  <a:pt x="784781" y="33440"/>
                  <a:pt x="788783" y="35178"/>
                  <a:pt x="793002" y="37516"/>
                </a:cubicBezTo>
                <a:lnTo>
                  <a:pt x="794043" y="33389"/>
                </a:lnTo>
                <a:lnTo>
                  <a:pt x="809301" y="33389"/>
                </a:lnTo>
                <a:lnTo>
                  <a:pt x="809301" y="120032"/>
                </a:lnTo>
                <a:moveTo>
                  <a:pt x="793002" y="104338"/>
                </a:moveTo>
                <a:lnTo>
                  <a:pt x="793002" y="50971"/>
                </a:lnTo>
                <a:cubicBezTo>
                  <a:pt x="788668" y="48984"/>
                  <a:pt x="784636" y="47568"/>
                  <a:pt x="780908" y="46721"/>
                </a:cubicBezTo>
                <a:cubicBezTo>
                  <a:pt x="777180" y="45874"/>
                  <a:pt x="773467" y="45451"/>
                  <a:pt x="769768" y="45451"/>
                </a:cubicBezTo>
                <a:cubicBezTo>
                  <a:pt x="760809" y="45451"/>
                  <a:pt x="753758" y="48489"/>
                  <a:pt x="748614" y="54566"/>
                </a:cubicBezTo>
                <a:cubicBezTo>
                  <a:pt x="743470" y="60640"/>
                  <a:pt x="740898" y="69461"/>
                  <a:pt x="740898" y="81028"/>
                </a:cubicBezTo>
                <a:cubicBezTo>
                  <a:pt x="740898" y="92010"/>
                  <a:pt x="742805" y="100334"/>
                  <a:pt x="746620" y="106001"/>
                </a:cubicBezTo>
                <a:cubicBezTo>
                  <a:pt x="750435" y="111668"/>
                  <a:pt x="756763" y="114501"/>
                  <a:pt x="765606" y="114501"/>
                </a:cubicBezTo>
                <a:cubicBezTo>
                  <a:pt x="770346" y="114501"/>
                  <a:pt x="775100" y="113582"/>
                  <a:pt x="779868" y="111742"/>
                </a:cubicBezTo>
                <a:cubicBezTo>
                  <a:pt x="784636" y="109901"/>
                  <a:pt x="789014" y="107433"/>
                  <a:pt x="793002" y="1043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F90BB-7589-4AC4-B07B-57684768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509" y="2711316"/>
            <a:ext cx="547941" cy="604"/>
          </a:xfrm>
          <a:custGeom xmlns:a="http://schemas.openxmlformats.org/drawingml/2006/main">
            <a:pathLst>
              <a:path w="547941" h="604">
                <a:moveTo>
                  <a:pt x="547941" y="604"/>
                </a:moveTo>
                <a:lnTo>
                  <a:pt x="273971" y="604"/>
                </a:lnTo>
                <a:lnTo>
                  <a:pt x="27397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304AB-5DEA-479C-8859-422C49E9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509" y="2711316"/>
            <a:ext cx="433799" cy="604"/>
          </a:xfrm>
          <a:custGeom xmlns:a="http://schemas.openxmlformats.org/drawingml/2006/main">
            <a:pathLst>
              <a:path w="433799" h="604" fill="none">
                <a:moveTo>
                  <a:pt x="0" y="0"/>
                </a:moveTo>
                <a:lnTo>
                  <a:pt x="273971" y="0"/>
                </a:lnTo>
                <a:lnTo>
                  <a:pt x="273971" y="604"/>
                </a:lnTo>
                <a:lnTo>
                  <a:pt x="433799" y="604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42DF2-2D26-483D-9A61-56579EFC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308" y="2680241"/>
            <a:ext cx="86331" cy="63358"/>
          </a:xfrm>
          <a:custGeom xmlns:a="http://schemas.openxmlformats.org/drawingml/2006/main">
            <a:pathLst>
              <a:path w="86331" h="63358">
                <a:moveTo>
                  <a:pt x="0" y="63358"/>
                </a:moveTo>
                <a:lnTo>
                  <a:pt x="0" y="0"/>
                </a:lnTo>
                <a:lnTo>
                  <a:pt x="86331" y="31679"/>
                </a:lnTo>
                <a:lnTo>
                  <a:pt x="0" y="63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79630D-3924-456A-9A17-4B188B3D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308" y="2680241"/>
            <a:ext cx="86331" cy="63358"/>
          </a:xfrm>
          <a:custGeom xmlns:a="http://schemas.openxmlformats.org/drawingml/2006/main">
            <a:pathLst>
              <a:path w="86331" h="63358" fill="none">
                <a:moveTo>
                  <a:pt x="0" y="63358"/>
                </a:moveTo>
                <a:lnTo>
                  <a:pt x="86331" y="31679"/>
                </a:lnTo>
                <a:lnTo>
                  <a:pt x="0" y="0"/>
                </a:lnTo>
                <a:lnTo>
                  <a:pt x="0" y="633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15417-448F-4918-ABEB-179CB865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842" y="1704139"/>
            <a:ext cx="762444" cy="604"/>
          </a:xfrm>
          <a:custGeom xmlns:a="http://schemas.openxmlformats.org/drawingml/2006/main">
            <a:pathLst>
              <a:path w="762444" h="604">
                <a:moveTo>
                  <a:pt x="0" y="0"/>
                </a:moveTo>
                <a:lnTo>
                  <a:pt x="381222" y="0"/>
                </a:lnTo>
                <a:lnTo>
                  <a:pt x="381222" y="604"/>
                </a:lnTo>
                <a:lnTo>
                  <a:pt x="762444" y="60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75F60-AC1D-45A2-AC82-8147B5F4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842" y="1704139"/>
            <a:ext cx="648302" cy="604"/>
          </a:xfrm>
          <a:custGeom xmlns:a="http://schemas.openxmlformats.org/drawingml/2006/main">
            <a:pathLst>
              <a:path w="648302" h="604" fill="none">
                <a:moveTo>
                  <a:pt x="0" y="0"/>
                </a:moveTo>
                <a:lnTo>
                  <a:pt x="381222" y="0"/>
                </a:lnTo>
                <a:lnTo>
                  <a:pt x="381222" y="604"/>
                </a:lnTo>
                <a:lnTo>
                  <a:pt x="648302" y="604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A3A4F-E5CE-4F84-91BF-AFBA6CD8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144" y="1673064"/>
            <a:ext cx="86331" cy="63358"/>
          </a:xfrm>
          <a:custGeom xmlns:a="http://schemas.openxmlformats.org/drawingml/2006/main">
            <a:pathLst>
              <a:path w="86331" h="63358">
                <a:moveTo>
                  <a:pt x="0" y="63358"/>
                </a:moveTo>
                <a:lnTo>
                  <a:pt x="0" y="0"/>
                </a:lnTo>
                <a:lnTo>
                  <a:pt x="86331" y="31679"/>
                </a:lnTo>
                <a:lnTo>
                  <a:pt x="0" y="63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4AE7F-BEDF-4AED-91BC-C9727D5B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144" y="1673064"/>
            <a:ext cx="86331" cy="63358"/>
          </a:xfrm>
          <a:custGeom xmlns:a="http://schemas.openxmlformats.org/drawingml/2006/main">
            <a:pathLst>
              <a:path w="86331" h="63358" fill="none">
                <a:moveTo>
                  <a:pt x="0" y="63358"/>
                </a:moveTo>
                <a:lnTo>
                  <a:pt x="86331" y="31679"/>
                </a:lnTo>
                <a:lnTo>
                  <a:pt x="0" y="0"/>
                </a:lnTo>
                <a:lnTo>
                  <a:pt x="0" y="633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280ADE-044A-4033-8242-8E40083F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92" y="2967528"/>
            <a:ext cx="914634" cy="254012"/>
          </a:xfrm>
          <a:custGeom xmlns:a="http://schemas.openxmlformats.org/drawingml/2006/main">
            <a:pathLst>
              <a:path w="914634" h="254012">
                <a:moveTo>
                  <a:pt x="0" y="0"/>
                </a:moveTo>
                <a:lnTo>
                  <a:pt x="914634" y="0"/>
                </a:lnTo>
                <a:lnTo>
                  <a:pt x="914634" y="254012"/>
                </a:lnTo>
                <a:lnTo>
                  <a:pt x="0" y="2540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(Sec.4)">
            <a:extLst xmlns:a="http://schemas.openxmlformats.org/drawingml/2006/main">
              <a:ext uri="{FF2B5EF4-FFF2-40B4-BE49-F238E27FC236}">
                <a16:creationId xmlns:a16="http://schemas.microsoft.com/office/drawing/2014/main" id="{19413922-E51D-4164-8B3E-EF997943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06" y="3089678"/>
            <a:ext cx="688616" cy="172014"/>
          </a:xfrm>
          <a:custGeom xmlns:a="http://schemas.openxmlformats.org/drawingml/2006/main">
            <a:pathLst>
              <a:path w="688616" h="172014">
                <a:moveTo>
                  <a:pt x="52191" y="172014"/>
                </a:moveTo>
                <a:lnTo>
                  <a:pt x="32338" y="172014"/>
                </a:lnTo>
                <a:cubicBezTo>
                  <a:pt x="22108" y="160185"/>
                  <a:pt x="14160" y="147278"/>
                  <a:pt x="8496" y="133293"/>
                </a:cubicBezTo>
                <a:cubicBezTo>
                  <a:pt x="2832" y="119308"/>
                  <a:pt x="0" y="103546"/>
                  <a:pt x="0" y="86007"/>
                </a:cubicBezTo>
                <a:cubicBezTo>
                  <a:pt x="0" y="68468"/>
                  <a:pt x="2832" y="52705"/>
                  <a:pt x="8496" y="38721"/>
                </a:cubicBezTo>
                <a:cubicBezTo>
                  <a:pt x="14160" y="24736"/>
                  <a:pt x="22108" y="11829"/>
                  <a:pt x="32338" y="0"/>
                </a:cubicBezTo>
                <a:lnTo>
                  <a:pt x="52191" y="0"/>
                </a:lnTo>
                <a:lnTo>
                  <a:pt x="52191" y="874"/>
                </a:lnTo>
                <a:cubicBezTo>
                  <a:pt x="47510" y="5128"/>
                  <a:pt x="43045" y="10037"/>
                  <a:pt x="38797" y="15602"/>
                </a:cubicBezTo>
                <a:cubicBezTo>
                  <a:pt x="34549" y="21167"/>
                  <a:pt x="30604" y="27649"/>
                  <a:pt x="26963" y="35050"/>
                </a:cubicBezTo>
                <a:cubicBezTo>
                  <a:pt x="23495" y="42217"/>
                  <a:pt x="20677" y="50112"/>
                  <a:pt x="18510" y="58736"/>
                </a:cubicBezTo>
                <a:cubicBezTo>
                  <a:pt x="16342" y="67360"/>
                  <a:pt x="15259" y="76451"/>
                  <a:pt x="15259" y="86007"/>
                </a:cubicBezTo>
                <a:cubicBezTo>
                  <a:pt x="15259" y="95971"/>
                  <a:pt x="16313" y="105090"/>
                  <a:pt x="18423" y="113365"/>
                </a:cubicBezTo>
                <a:cubicBezTo>
                  <a:pt x="20533" y="121639"/>
                  <a:pt x="23379" y="129506"/>
                  <a:pt x="26963" y="136964"/>
                </a:cubicBezTo>
                <a:cubicBezTo>
                  <a:pt x="30430" y="144132"/>
                  <a:pt x="34390" y="150614"/>
                  <a:pt x="38840" y="156412"/>
                </a:cubicBezTo>
                <a:cubicBezTo>
                  <a:pt x="43290" y="162210"/>
                  <a:pt x="47741" y="167119"/>
                  <a:pt x="52191" y="171140"/>
                </a:cubicBezTo>
                <a:lnTo>
                  <a:pt x="52191" y="172014"/>
                </a:lnTo>
                <a:close/>
                <a:moveTo>
                  <a:pt x="176062" y="98918"/>
                </a:moveTo>
                <a:cubicBezTo>
                  <a:pt x="176062" y="103992"/>
                  <a:pt x="174892" y="109006"/>
                  <a:pt x="172551" y="113963"/>
                </a:cubicBezTo>
                <a:cubicBezTo>
                  <a:pt x="170210" y="118918"/>
                  <a:pt x="166930" y="123115"/>
                  <a:pt x="162711" y="126555"/>
                </a:cubicBezTo>
                <a:cubicBezTo>
                  <a:pt x="158087" y="130288"/>
                  <a:pt x="152698" y="133204"/>
                  <a:pt x="146542" y="135304"/>
                </a:cubicBezTo>
                <a:cubicBezTo>
                  <a:pt x="140387" y="137401"/>
                  <a:pt x="132974" y="138450"/>
                  <a:pt x="124305" y="138450"/>
                </a:cubicBezTo>
                <a:cubicBezTo>
                  <a:pt x="114999" y="138450"/>
                  <a:pt x="106633" y="137574"/>
                  <a:pt x="99206" y="135823"/>
                </a:cubicBezTo>
                <a:cubicBezTo>
                  <a:pt x="91779" y="134069"/>
                  <a:pt x="84222" y="131469"/>
                  <a:pt x="76535" y="128022"/>
                </a:cubicBezTo>
                <a:lnTo>
                  <a:pt x="76535" y="106285"/>
                </a:lnTo>
                <a:lnTo>
                  <a:pt x="77749" y="106285"/>
                </a:lnTo>
                <a:cubicBezTo>
                  <a:pt x="84280" y="111762"/>
                  <a:pt x="91822" y="115987"/>
                  <a:pt x="100376" y="118959"/>
                </a:cubicBezTo>
                <a:cubicBezTo>
                  <a:pt x="108930" y="121931"/>
                  <a:pt x="116964" y="123416"/>
                  <a:pt x="124478" y="123416"/>
                </a:cubicBezTo>
                <a:cubicBezTo>
                  <a:pt x="135113" y="123416"/>
                  <a:pt x="143392" y="121413"/>
                  <a:pt x="149316" y="117405"/>
                </a:cubicBezTo>
                <a:cubicBezTo>
                  <a:pt x="155241" y="113395"/>
                  <a:pt x="158203" y="108049"/>
                  <a:pt x="158203" y="101366"/>
                </a:cubicBezTo>
                <a:cubicBezTo>
                  <a:pt x="158203" y="95593"/>
                  <a:pt x="156801" y="91337"/>
                  <a:pt x="153998" y="88596"/>
                </a:cubicBezTo>
                <a:cubicBezTo>
                  <a:pt x="151195" y="85856"/>
                  <a:pt x="146932" y="83728"/>
                  <a:pt x="141210" y="82213"/>
                </a:cubicBezTo>
                <a:cubicBezTo>
                  <a:pt x="136876" y="81046"/>
                  <a:pt x="132179" y="80083"/>
                  <a:pt x="127122" y="79326"/>
                </a:cubicBezTo>
                <a:cubicBezTo>
                  <a:pt x="122065" y="78568"/>
                  <a:pt x="116704" y="77606"/>
                  <a:pt x="111040" y="76439"/>
                </a:cubicBezTo>
                <a:cubicBezTo>
                  <a:pt x="99596" y="73990"/>
                  <a:pt x="91114" y="69806"/>
                  <a:pt x="85595" y="63888"/>
                </a:cubicBezTo>
                <a:cubicBezTo>
                  <a:pt x="80075" y="57970"/>
                  <a:pt x="77315" y="50259"/>
                  <a:pt x="77315" y="40756"/>
                </a:cubicBezTo>
                <a:cubicBezTo>
                  <a:pt x="77315" y="29852"/>
                  <a:pt x="81881" y="20916"/>
                  <a:pt x="91013" y="13949"/>
                </a:cubicBezTo>
                <a:cubicBezTo>
                  <a:pt x="100145" y="6981"/>
                  <a:pt x="111734" y="3496"/>
                  <a:pt x="125778" y="3496"/>
                </a:cubicBezTo>
                <a:cubicBezTo>
                  <a:pt x="134853" y="3496"/>
                  <a:pt x="143175" y="4370"/>
                  <a:pt x="150747" y="6118"/>
                </a:cubicBezTo>
                <a:cubicBezTo>
                  <a:pt x="158318" y="7866"/>
                  <a:pt x="165023" y="10022"/>
                  <a:pt x="170861" y="12586"/>
                </a:cubicBezTo>
                <a:lnTo>
                  <a:pt x="170861" y="33039"/>
                </a:lnTo>
                <a:lnTo>
                  <a:pt x="169647" y="33039"/>
                </a:lnTo>
                <a:cubicBezTo>
                  <a:pt x="164734" y="28869"/>
                  <a:pt x="158275" y="25409"/>
                  <a:pt x="150270" y="22657"/>
                </a:cubicBezTo>
                <a:cubicBezTo>
                  <a:pt x="142265" y="19906"/>
                  <a:pt x="134072" y="18530"/>
                  <a:pt x="125692" y="18530"/>
                </a:cubicBezTo>
                <a:cubicBezTo>
                  <a:pt x="116502" y="18530"/>
                  <a:pt x="109118" y="20447"/>
                  <a:pt x="103541" y="24282"/>
                </a:cubicBezTo>
                <a:cubicBezTo>
                  <a:pt x="97963" y="28115"/>
                  <a:pt x="95175" y="33052"/>
                  <a:pt x="95175" y="39092"/>
                </a:cubicBezTo>
                <a:cubicBezTo>
                  <a:pt x="95175" y="44515"/>
                  <a:pt x="96562" y="48771"/>
                  <a:pt x="99336" y="51861"/>
                </a:cubicBezTo>
                <a:cubicBezTo>
                  <a:pt x="102110" y="54952"/>
                  <a:pt x="106994" y="57313"/>
                  <a:pt x="113988" y="58947"/>
                </a:cubicBezTo>
                <a:cubicBezTo>
                  <a:pt x="117687" y="59763"/>
                  <a:pt x="122946" y="60754"/>
                  <a:pt x="129766" y="61921"/>
                </a:cubicBezTo>
                <a:cubicBezTo>
                  <a:pt x="136587" y="63087"/>
                  <a:pt x="142366" y="64282"/>
                  <a:pt x="147106" y="65508"/>
                </a:cubicBezTo>
                <a:cubicBezTo>
                  <a:pt x="156700" y="68073"/>
                  <a:pt x="163925" y="71951"/>
                  <a:pt x="168780" y="77141"/>
                </a:cubicBezTo>
                <a:cubicBezTo>
                  <a:pt x="173635" y="82329"/>
                  <a:pt x="176062" y="89588"/>
                  <a:pt x="176062" y="98918"/>
                </a:cubicBezTo>
                <a:close/>
                <a:moveTo>
                  <a:pt x="283287" y="88804"/>
                </a:moveTo>
                <a:lnTo>
                  <a:pt x="211936" y="88804"/>
                </a:lnTo>
                <a:cubicBezTo>
                  <a:pt x="211936" y="94820"/>
                  <a:pt x="212832" y="100063"/>
                  <a:pt x="214624" y="104531"/>
                </a:cubicBezTo>
                <a:cubicBezTo>
                  <a:pt x="216415" y="109000"/>
                  <a:pt x="218872" y="112666"/>
                  <a:pt x="221993" y="115528"/>
                </a:cubicBezTo>
                <a:cubicBezTo>
                  <a:pt x="224998" y="118332"/>
                  <a:pt x="228567" y="120436"/>
                  <a:pt x="232700" y="121838"/>
                </a:cubicBezTo>
                <a:cubicBezTo>
                  <a:pt x="236832" y="123240"/>
                  <a:pt x="241384" y="123941"/>
                  <a:pt x="246354" y="123941"/>
                </a:cubicBezTo>
                <a:cubicBezTo>
                  <a:pt x="252943" y="123941"/>
                  <a:pt x="259576" y="122605"/>
                  <a:pt x="266251" y="119934"/>
                </a:cubicBezTo>
                <a:cubicBezTo>
                  <a:pt x="272927" y="117263"/>
                  <a:pt x="277681" y="114636"/>
                  <a:pt x="280513" y="112054"/>
                </a:cubicBezTo>
                <a:lnTo>
                  <a:pt x="281380" y="112054"/>
                </a:lnTo>
                <a:lnTo>
                  <a:pt x="281380" y="130032"/>
                </a:lnTo>
                <a:cubicBezTo>
                  <a:pt x="275889" y="132370"/>
                  <a:pt x="270283" y="134329"/>
                  <a:pt x="264561" y="135907"/>
                </a:cubicBezTo>
                <a:cubicBezTo>
                  <a:pt x="258839" y="137486"/>
                  <a:pt x="252828" y="138275"/>
                  <a:pt x="246528" y="138275"/>
                </a:cubicBezTo>
                <a:cubicBezTo>
                  <a:pt x="230460" y="138275"/>
                  <a:pt x="217918" y="133883"/>
                  <a:pt x="208902" y="125099"/>
                </a:cubicBezTo>
                <a:cubicBezTo>
                  <a:pt x="199885" y="116315"/>
                  <a:pt x="195377" y="103838"/>
                  <a:pt x="195377" y="87668"/>
                </a:cubicBezTo>
                <a:cubicBezTo>
                  <a:pt x="195377" y="71676"/>
                  <a:pt x="199697" y="58981"/>
                  <a:pt x="208338" y="49583"/>
                </a:cubicBezTo>
                <a:cubicBezTo>
                  <a:pt x="216979" y="40186"/>
                  <a:pt x="228350" y="35487"/>
                  <a:pt x="242453" y="35487"/>
                </a:cubicBezTo>
                <a:cubicBezTo>
                  <a:pt x="255515" y="35487"/>
                  <a:pt x="265587" y="39339"/>
                  <a:pt x="272667" y="47043"/>
                </a:cubicBezTo>
                <a:cubicBezTo>
                  <a:pt x="279747" y="54748"/>
                  <a:pt x="283287" y="65692"/>
                  <a:pt x="283287" y="79875"/>
                </a:cubicBezTo>
                <a:lnTo>
                  <a:pt x="283287" y="88804"/>
                </a:lnTo>
                <a:moveTo>
                  <a:pt x="267422" y="76218"/>
                </a:moveTo>
                <a:cubicBezTo>
                  <a:pt x="267364" y="67594"/>
                  <a:pt x="265211" y="60922"/>
                  <a:pt x="260963" y="56202"/>
                </a:cubicBezTo>
                <a:cubicBezTo>
                  <a:pt x="256715" y="51482"/>
                  <a:pt x="250256" y="49122"/>
                  <a:pt x="241586" y="49122"/>
                </a:cubicBezTo>
                <a:cubicBezTo>
                  <a:pt x="232859" y="49122"/>
                  <a:pt x="225908" y="51715"/>
                  <a:pt x="220736" y="56901"/>
                </a:cubicBezTo>
                <a:cubicBezTo>
                  <a:pt x="215563" y="62087"/>
                  <a:pt x="212629" y="68526"/>
                  <a:pt x="211936" y="76218"/>
                </a:cubicBezTo>
                <a:lnTo>
                  <a:pt x="267422" y="76218"/>
                </a:lnTo>
                <a:close/>
                <a:moveTo>
                  <a:pt x="379482" y="129972"/>
                </a:moveTo>
                <a:cubicBezTo>
                  <a:pt x="374049" y="132594"/>
                  <a:pt x="368890" y="134634"/>
                  <a:pt x="364007" y="136090"/>
                </a:cubicBezTo>
                <a:cubicBezTo>
                  <a:pt x="359123" y="137547"/>
                  <a:pt x="353935" y="138275"/>
                  <a:pt x="348445" y="138275"/>
                </a:cubicBezTo>
                <a:cubicBezTo>
                  <a:pt x="341451" y="138275"/>
                  <a:pt x="335036" y="137239"/>
                  <a:pt x="329198" y="135167"/>
                </a:cubicBezTo>
                <a:cubicBezTo>
                  <a:pt x="323360" y="133095"/>
                  <a:pt x="318361" y="129957"/>
                  <a:pt x="314199" y="125755"/>
                </a:cubicBezTo>
                <a:cubicBezTo>
                  <a:pt x="309980" y="121552"/>
                  <a:pt x="306715" y="116240"/>
                  <a:pt x="304403" y="109819"/>
                </a:cubicBezTo>
                <a:cubicBezTo>
                  <a:pt x="302091" y="103399"/>
                  <a:pt x="300935" y="95898"/>
                  <a:pt x="300935" y="87318"/>
                </a:cubicBezTo>
                <a:cubicBezTo>
                  <a:pt x="300935" y="71325"/>
                  <a:pt x="305284" y="58776"/>
                  <a:pt x="313983" y="49671"/>
                </a:cubicBezTo>
                <a:cubicBezTo>
                  <a:pt x="322681" y="40564"/>
                  <a:pt x="334169" y="36011"/>
                  <a:pt x="348445" y="36011"/>
                </a:cubicBezTo>
                <a:cubicBezTo>
                  <a:pt x="353993" y="36011"/>
                  <a:pt x="359441" y="36798"/>
                  <a:pt x="364787" y="38371"/>
                </a:cubicBezTo>
                <a:cubicBezTo>
                  <a:pt x="370133" y="39944"/>
                  <a:pt x="375031" y="41867"/>
                  <a:pt x="379482" y="44140"/>
                </a:cubicBezTo>
                <a:lnTo>
                  <a:pt x="379482" y="62407"/>
                </a:lnTo>
                <a:lnTo>
                  <a:pt x="378615" y="62407"/>
                </a:lnTo>
                <a:cubicBezTo>
                  <a:pt x="373644" y="58531"/>
                  <a:pt x="368515" y="55552"/>
                  <a:pt x="363226" y="53470"/>
                </a:cubicBezTo>
                <a:cubicBezTo>
                  <a:pt x="357938" y="51387"/>
                  <a:pt x="352779" y="50346"/>
                  <a:pt x="347751" y="50346"/>
                </a:cubicBezTo>
                <a:cubicBezTo>
                  <a:pt x="338503" y="50346"/>
                  <a:pt x="331206" y="53478"/>
                  <a:pt x="325860" y="59742"/>
                </a:cubicBezTo>
                <a:cubicBezTo>
                  <a:pt x="320514" y="66006"/>
                  <a:pt x="317841" y="75198"/>
                  <a:pt x="317841" y="87318"/>
                </a:cubicBezTo>
                <a:cubicBezTo>
                  <a:pt x="317841" y="99089"/>
                  <a:pt x="320456" y="108135"/>
                  <a:pt x="325687" y="114457"/>
                </a:cubicBezTo>
                <a:cubicBezTo>
                  <a:pt x="330917" y="120780"/>
                  <a:pt x="338272" y="123941"/>
                  <a:pt x="347751" y="123941"/>
                </a:cubicBezTo>
                <a:cubicBezTo>
                  <a:pt x="351045" y="123941"/>
                  <a:pt x="354398" y="123508"/>
                  <a:pt x="357808" y="122641"/>
                </a:cubicBezTo>
                <a:cubicBezTo>
                  <a:pt x="361218" y="121772"/>
                  <a:pt x="364281" y="120643"/>
                  <a:pt x="366998" y="119254"/>
                </a:cubicBezTo>
                <a:cubicBezTo>
                  <a:pt x="369367" y="118039"/>
                  <a:pt x="371592" y="116753"/>
                  <a:pt x="373673" y="115394"/>
                </a:cubicBezTo>
                <a:cubicBezTo>
                  <a:pt x="375754" y="114034"/>
                  <a:pt x="377401" y="112862"/>
                  <a:pt x="378615" y="111879"/>
                </a:cubicBezTo>
                <a:lnTo>
                  <a:pt x="379482" y="111879"/>
                </a:lnTo>
                <a:lnTo>
                  <a:pt x="379482" y="129972"/>
                </a:lnTo>
                <a:close/>
                <a:moveTo>
                  <a:pt x="426815" y="136003"/>
                </a:moveTo>
                <a:lnTo>
                  <a:pt x="406094" y="136003"/>
                </a:lnTo>
                <a:lnTo>
                  <a:pt x="406094" y="111005"/>
                </a:lnTo>
                <a:lnTo>
                  <a:pt x="426815" y="111005"/>
                </a:lnTo>
                <a:lnTo>
                  <a:pt x="426815" y="136003"/>
                </a:lnTo>
                <a:close/>
                <a:moveTo>
                  <a:pt x="615229" y="99293"/>
                </a:moveTo>
                <a:lnTo>
                  <a:pt x="596070" y="99293"/>
                </a:lnTo>
                <a:lnTo>
                  <a:pt x="596070" y="136003"/>
                </a:lnTo>
                <a:lnTo>
                  <a:pt x="579424" y="136003"/>
                </a:lnTo>
                <a:lnTo>
                  <a:pt x="579424" y="99293"/>
                </a:lnTo>
                <a:lnTo>
                  <a:pt x="517609" y="99293"/>
                </a:lnTo>
                <a:lnTo>
                  <a:pt x="517609" y="79189"/>
                </a:lnTo>
                <a:lnTo>
                  <a:pt x="580117" y="5769"/>
                </a:lnTo>
                <a:lnTo>
                  <a:pt x="596070" y="5769"/>
                </a:lnTo>
                <a:lnTo>
                  <a:pt x="596070" y="85308"/>
                </a:lnTo>
                <a:lnTo>
                  <a:pt x="615229" y="85308"/>
                </a:lnTo>
                <a:lnTo>
                  <a:pt x="615229" y="99293"/>
                </a:lnTo>
                <a:moveTo>
                  <a:pt x="579424" y="85308"/>
                </a:moveTo>
                <a:lnTo>
                  <a:pt x="579424" y="26571"/>
                </a:lnTo>
                <a:lnTo>
                  <a:pt x="529400" y="85308"/>
                </a:lnTo>
                <a:lnTo>
                  <a:pt x="579424" y="85308"/>
                </a:lnTo>
                <a:close/>
                <a:moveTo>
                  <a:pt x="688616" y="86007"/>
                </a:moveTo>
                <a:cubicBezTo>
                  <a:pt x="688616" y="103546"/>
                  <a:pt x="685784" y="119308"/>
                  <a:pt x="680120" y="133293"/>
                </a:cubicBezTo>
                <a:cubicBezTo>
                  <a:pt x="674456" y="147278"/>
                  <a:pt x="666509" y="160185"/>
                  <a:pt x="656279" y="172014"/>
                </a:cubicBezTo>
                <a:lnTo>
                  <a:pt x="636425" y="172014"/>
                </a:lnTo>
                <a:lnTo>
                  <a:pt x="636425" y="171140"/>
                </a:lnTo>
                <a:cubicBezTo>
                  <a:pt x="640875" y="167119"/>
                  <a:pt x="645340" y="162210"/>
                  <a:pt x="649820" y="156412"/>
                </a:cubicBezTo>
                <a:cubicBezTo>
                  <a:pt x="654299" y="150614"/>
                  <a:pt x="658244" y="144132"/>
                  <a:pt x="661654" y="136964"/>
                </a:cubicBezTo>
                <a:cubicBezTo>
                  <a:pt x="665237" y="129506"/>
                  <a:pt x="668084" y="121639"/>
                  <a:pt x="670193" y="113365"/>
                </a:cubicBezTo>
                <a:cubicBezTo>
                  <a:pt x="672303" y="105090"/>
                  <a:pt x="673358" y="95971"/>
                  <a:pt x="673358" y="86007"/>
                </a:cubicBezTo>
                <a:cubicBezTo>
                  <a:pt x="673358" y="76451"/>
                  <a:pt x="672288" y="67360"/>
                  <a:pt x="670150" y="58736"/>
                </a:cubicBezTo>
                <a:cubicBezTo>
                  <a:pt x="668011" y="50112"/>
                  <a:pt x="665179" y="42217"/>
                  <a:pt x="661654" y="35050"/>
                </a:cubicBezTo>
                <a:cubicBezTo>
                  <a:pt x="658012" y="27649"/>
                  <a:pt x="654068" y="21167"/>
                  <a:pt x="649820" y="15602"/>
                </a:cubicBezTo>
                <a:cubicBezTo>
                  <a:pt x="645572" y="10037"/>
                  <a:pt x="641107" y="5128"/>
                  <a:pt x="636425" y="874"/>
                </a:cubicBezTo>
                <a:lnTo>
                  <a:pt x="636425" y="0"/>
                </a:lnTo>
                <a:lnTo>
                  <a:pt x="656279" y="0"/>
                </a:lnTo>
                <a:cubicBezTo>
                  <a:pt x="666509" y="11829"/>
                  <a:pt x="674456" y="24736"/>
                  <a:pt x="680120" y="38721"/>
                </a:cubicBezTo>
                <a:cubicBezTo>
                  <a:pt x="685784" y="52705"/>
                  <a:pt x="688616" y="68468"/>
                  <a:pt x="688616" y="860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AB5EE1-D041-4A72-917D-6C289E93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3013" y="1227565"/>
            <a:ext cx="365257" cy="368244"/>
          </a:xfrm>
          <a:custGeom xmlns:a="http://schemas.openxmlformats.org/drawingml/2006/main">
            <a:pathLst>
              <a:path w="365257" h="368244">
                <a:moveTo>
                  <a:pt x="0" y="0"/>
                </a:moveTo>
                <a:lnTo>
                  <a:pt x="365257" y="0"/>
                </a:lnTo>
                <a:lnTo>
                  <a:pt x="365257" y="368244"/>
                </a:lnTo>
                <a:lnTo>
                  <a:pt x="0" y="3682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1c49f65814482"/>
          <a:stretch xmlns:a="http://schemas.openxmlformats.org/drawingml/2006/main"/>
        </p:blipFill>
        <p:spPr>
          <a:xfrm xmlns:a="http://schemas.openxmlformats.org/drawingml/2006/main">
            <a:off x="12543013" y="1228168"/>
            <a:ext cx="365257" cy="367039"/>
          </a:xfrm>
          <a:prstGeom xmlns:a="http://schemas.openxmlformats.org/drawingml/2006/main" prst="rect">
            <a:avLst/>
          </a:prstGeom>
        </p:spPr>
      </p:pic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98591-785B-4307-9AFC-A2C00707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662" y="28597"/>
            <a:ext cx="1228300" cy="177119"/>
          </a:xfrm>
          <a:custGeom xmlns:a="http://schemas.openxmlformats.org/drawingml/2006/main">
            <a:pathLst>
              <a:path w="1228300" h="177119">
                <a:moveTo>
                  <a:pt x="1228300" y="177119"/>
                </a:moveTo>
                <a:lnTo>
                  <a:pt x="0" y="177119"/>
                </a:lnTo>
                <a:lnTo>
                  <a:pt x="0" y="0"/>
                </a:lnTo>
                <a:lnTo>
                  <a:pt x="1228300" y="0"/>
                </a:lnTo>
                <a:lnTo>
                  <a:pt x="1228300" y="17711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Identifying">
            <a:extLst xmlns:a="http://schemas.openxmlformats.org/drawingml/2006/main">
              <a:ext uri="{FF2B5EF4-FFF2-40B4-BE49-F238E27FC236}">
                <a16:creationId xmlns:a16="http://schemas.microsoft.com/office/drawing/2014/main" id="{AAC239C2-AA01-4C74-8AAD-00248806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704" y="72980"/>
            <a:ext cx="931772" cy="173937"/>
          </a:xfrm>
          <a:custGeom xmlns:a="http://schemas.openxmlformats.org/drawingml/2006/main">
            <a:pathLst>
              <a:path w="931772" h="173937">
                <a:moveTo>
                  <a:pt x="50977" y="136877"/>
                </a:moveTo>
                <a:lnTo>
                  <a:pt x="0" y="136877"/>
                </a:lnTo>
                <a:lnTo>
                  <a:pt x="0" y="123591"/>
                </a:lnTo>
                <a:lnTo>
                  <a:pt x="16906" y="123591"/>
                </a:lnTo>
                <a:lnTo>
                  <a:pt x="16906" y="19928"/>
                </a:lnTo>
                <a:lnTo>
                  <a:pt x="0" y="19928"/>
                </a:lnTo>
                <a:lnTo>
                  <a:pt x="0" y="6643"/>
                </a:lnTo>
                <a:lnTo>
                  <a:pt x="50977" y="6643"/>
                </a:lnTo>
                <a:lnTo>
                  <a:pt x="50977" y="19928"/>
                </a:lnTo>
                <a:lnTo>
                  <a:pt x="34072" y="19928"/>
                </a:lnTo>
                <a:lnTo>
                  <a:pt x="34072" y="123591"/>
                </a:lnTo>
                <a:lnTo>
                  <a:pt x="50977" y="123591"/>
                </a:lnTo>
                <a:lnTo>
                  <a:pt x="50977" y="136877"/>
                </a:lnTo>
                <a:close/>
                <a:moveTo>
                  <a:pt x="157281" y="136877"/>
                </a:moveTo>
                <a:lnTo>
                  <a:pt x="140982" y="136877"/>
                </a:lnTo>
                <a:lnTo>
                  <a:pt x="140982" y="126705"/>
                </a:lnTo>
                <a:cubicBezTo>
                  <a:pt x="136300" y="130795"/>
                  <a:pt x="131416" y="133979"/>
                  <a:pt x="126330" y="136257"/>
                </a:cubicBezTo>
                <a:cubicBezTo>
                  <a:pt x="121244" y="138535"/>
                  <a:pt x="115724" y="139674"/>
                  <a:pt x="109771" y="139674"/>
                </a:cubicBezTo>
                <a:cubicBezTo>
                  <a:pt x="98211" y="139674"/>
                  <a:pt x="89036" y="135176"/>
                  <a:pt x="82245" y="126181"/>
                </a:cubicBezTo>
                <a:cubicBezTo>
                  <a:pt x="75454" y="117183"/>
                  <a:pt x="72058" y="104711"/>
                  <a:pt x="72058" y="88763"/>
                </a:cubicBezTo>
                <a:cubicBezTo>
                  <a:pt x="72058" y="80467"/>
                  <a:pt x="73228" y="73076"/>
                  <a:pt x="75569" y="66592"/>
                </a:cubicBezTo>
                <a:cubicBezTo>
                  <a:pt x="77910" y="60108"/>
                  <a:pt x="81074" y="54587"/>
                  <a:pt x="85062" y="50031"/>
                </a:cubicBezTo>
                <a:cubicBezTo>
                  <a:pt x="88993" y="45592"/>
                  <a:pt x="93573" y="42204"/>
                  <a:pt x="98804" y="39868"/>
                </a:cubicBezTo>
                <a:cubicBezTo>
                  <a:pt x="104034" y="37530"/>
                  <a:pt x="109453" y="36361"/>
                  <a:pt x="115059" y="36361"/>
                </a:cubicBezTo>
                <a:cubicBezTo>
                  <a:pt x="120146" y="36361"/>
                  <a:pt x="124654" y="36901"/>
                  <a:pt x="128584" y="37983"/>
                </a:cubicBezTo>
                <a:cubicBezTo>
                  <a:pt x="132514" y="39063"/>
                  <a:pt x="136647" y="40742"/>
                  <a:pt x="140982" y="43020"/>
                </a:cubicBezTo>
                <a:lnTo>
                  <a:pt x="140982" y="874"/>
                </a:lnTo>
                <a:lnTo>
                  <a:pt x="157281" y="874"/>
                </a:lnTo>
                <a:lnTo>
                  <a:pt x="157281" y="136877"/>
                </a:lnTo>
                <a:moveTo>
                  <a:pt x="140982" y="112840"/>
                </a:moveTo>
                <a:lnTo>
                  <a:pt x="140982" y="56814"/>
                </a:lnTo>
                <a:cubicBezTo>
                  <a:pt x="136589" y="54832"/>
                  <a:pt x="132659" y="53463"/>
                  <a:pt x="129191" y="52705"/>
                </a:cubicBezTo>
                <a:cubicBezTo>
                  <a:pt x="125723" y="51948"/>
                  <a:pt x="121937" y="51569"/>
                  <a:pt x="117834" y="51569"/>
                </a:cubicBezTo>
                <a:cubicBezTo>
                  <a:pt x="108702" y="51569"/>
                  <a:pt x="101593" y="54774"/>
                  <a:pt x="96506" y="61184"/>
                </a:cubicBezTo>
                <a:cubicBezTo>
                  <a:pt x="91420" y="67594"/>
                  <a:pt x="88877" y="76684"/>
                  <a:pt x="88877" y="88454"/>
                </a:cubicBezTo>
                <a:cubicBezTo>
                  <a:pt x="88877" y="100050"/>
                  <a:pt x="90842" y="108863"/>
                  <a:pt x="94772" y="114894"/>
                </a:cubicBezTo>
                <a:cubicBezTo>
                  <a:pt x="98703" y="120925"/>
                  <a:pt x="105003" y="123941"/>
                  <a:pt x="113672" y="123941"/>
                </a:cubicBezTo>
                <a:cubicBezTo>
                  <a:pt x="118296" y="123941"/>
                  <a:pt x="122978" y="122907"/>
                  <a:pt x="127717" y="120838"/>
                </a:cubicBezTo>
                <a:cubicBezTo>
                  <a:pt x="132456" y="118769"/>
                  <a:pt x="136878" y="116104"/>
                  <a:pt x="140982" y="112840"/>
                </a:cubicBezTo>
                <a:close/>
                <a:moveTo>
                  <a:pt x="270411" y="89678"/>
                </a:moveTo>
                <a:lnTo>
                  <a:pt x="199060" y="89678"/>
                </a:lnTo>
                <a:cubicBezTo>
                  <a:pt x="199060" y="95694"/>
                  <a:pt x="199956" y="100937"/>
                  <a:pt x="201748" y="105406"/>
                </a:cubicBezTo>
                <a:cubicBezTo>
                  <a:pt x="203540" y="109874"/>
                  <a:pt x="205996" y="113540"/>
                  <a:pt x="209117" y="116402"/>
                </a:cubicBezTo>
                <a:cubicBezTo>
                  <a:pt x="212123" y="119206"/>
                  <a:pt x="215692" y="121310"/>
                  <a:pt x="219824" y="122712"/>
                </a:cubicBezTo>
                <a:cubicBezTo>
                  <a:pt x="223957" y="124114"/>
                  <a:pt x="228508" y="124815"/>
                  <a:pt x="233479" y="124815"/>
                </a:cubicBezTo>
                <a:cubicBezTo>
                  <a:pt x="240068" y="124815"/>
                  <a:pt x="246700" y="123479"/>
                  <a:pt x="253376" y="120808"/>
                </a:cubicBezTo>
                <a:cubicBezTo>
                  <a:pt x="260051" y="118137"/>
                  <a:pt x="264805" y="115510"/>
                  <a:pt x="267637" y="112928"/>
                </a:cubicBezTo>
                <a:lnTo>
                  <a:pt x="268504" y="112928"/>
                </a:lnTo>
                <a:lnTo>
                  <a:pt x="268504" y="130906"/>
                </a:lnTo>
                <a:cubicBezTo>
                  <a:pt x="263013" y="133244"/>
                  <a:pt x="257407" y="135203"/>
                  <a:pt x="251685" y="136781"/>
                </a:cubicBezTo>
                <a:cubicBezTo>
                  <a:pt x="245963" y="138360"/>
                  <a:pt x="239952" y="139149"/>
                  <a:pt x="233652" y="139149"/>
                </a:cubicBezTo>
                <a:cubicBezTo>
                  <a:pt x="217584" y="139149"/>
                  <a:pt x="205042" y="134757"/>
                  <a:pt x="196026" y="125973"/>
                </a:cubicBezTo>
                <a:cubicBezTo>
                  <a:pt x="187009" y="117189"/>
                  <a:pt x="182501" y="104712"/>
                  <a:pt x="182501" y="88542"/>
                </a:cubicBezTo>
                <a:cubicBezTo>
                  <a:pt x="182501" y="72550"/>
                  <a:pt x="186822" y="59855"/>
                  <a:pt x="195462" y="50458"/>
                </a:cubicBezTo>
                <a:cubicBezTo>
                  <a:pt x="204103" y="41060"/>
                  <a:pt x="215475" y="36361"/>
                  <a:pt x="229577" y="36361"/>
                </a:cubicBezTo>
                <a:cubicBezTo>
                  <a:pt x="242640" y="36361"/>
                  <a:pt x="252711" y="40213"/>
                  <a:pt x="259791" y="47917"/>
                </a:cubicBezTo>
                <a:cubicBezTo>
                  <a:pt x="266871" y="55622"/>
                  <a:pt x="270411" y="66566"/>
                  <a:pt x="270411" y="80749"/>
                </a:cubicBezTo>
                <a:lnTo>
                  <a:pt x="270411" y="89678"/>
                </a:lnTo>
                <a:moveTo>
                  <a:pt x="254546" y="77092"/>
                </a:moveTo>
                <a:cubicBezTo>
                  <a:pt x="254488" y="68468"/>
                  <a:pt x="252335" y="61796"/>
                  <a:pt x="248087" y="57076"/>
                </a:cubicBezTo>
                <a:cubicBezTo>
                  <a:pt x="243839" y="52356"/>
                  <a:pt x="237380" y="49996"/>
                  <a:pt x="228710" y="49996"/>
                </a:cubicBezTo>
                <a:cubicBezTo>
                  <a:pt x="219983" y="49996"/>
                  <a:pt x="213033" y="52589"/>
                  <a:pt x="207860" y="57775"/>
                </a:cubicBezTo>
                <a:cubicBezTo>
                  <a:pt x="202687" y="62961"/>
                  <a:pt x="199754" y="69400"/>
                  <a:pt x="199060" y="77092"/>
                </a:cubicBezTo>
                <a:lnTo>
                  <a:pt x="254546" y="77092"/>
                </a:lnTo>
                <a:close/>
                <a:moveTo>
                  <a:pt x="375969" y="136877"/>
                </a:moveTo>
                <a:lnTo>
                  <a:pt x="359670" y="136877"/>
                </a:lnTo>
                <a:lnTo>
                  <a:pt x="359670" y="81230"/>
                </a:lnTo>
                <a:cubicBezTo>
                  <a:pt x="359670" y="76737"/>
                  <a:pt x="359410" y="72523"/>
                  <a:pt x="358890" y="68586"/>
                </a:cubicBezTo>
                <a:cubicBezTo>
                  <a:pt x="358370" y="64649"/>
                  <a:pt x="357416" y="61573"/>
                  <a:pt x="356029" y="59357"/>
                </a:cubicBezTo>
                <a:cubicBezTo>
                  <a:pt x="354584" y="56906"/>
                  <a:pt x="352504" y="55083"/>
                  <a:pt x="349787" y="53888"/>
                </a:cubicBezTo>
                <a:cubicBezTo>
                  <a:pt x="347071" y="52692"/>
                  <a:pt x="343545" y="52094"/>
                  <a:pt x="339210" y="52094"/>
                </a:cubicBezTo>
                <a:cubicBezTo>
                  <a:pt x="334760" y="52094"/>
                  <a:pt x="330107" y="53203"/>
                  <a:pt x="325252" y="55421"/>
                </a:cubicBezTo>
                <a:cubicBezTo>
                  <a:pt x="320397" y="57637"/>
                  <a:pt x="315744" y="60465"/>
                  <a:pt x="311294" y="63904"/>
                </a:cubicBezTo>
                <a:lnTo>
                  <a:pt x="311294" y="136877"/>
                </a:lnTo>
                <a:lnTo>
                  <a:pt x="294995" y="136877"/>
                </a:lnTo>
                <a:lnTo>
                  <a:pt x="294995" y="39158"/>
                </a:lnTo>
                <a:lnTo>
                  <a:pt x="311294" y="39158"/>
                </a:lnTo>
                <a:lnTo>
                  <a:pt x="311294" y="49933"/>
                </a:lnTo>
                <a:cubicBezTo>
                  <a:pt x="316380" y="45672"/>
                  <a:pt x="321640" y="42345"/>
                  <a:pt x="327073" y="39952"/>
                </a:cubicBezTo>
                <a:cubicBezTo>
                  <a:pt x="332506" y="37558"/>
                  <a:pt x="338083" y="36361"/>
                  <a:pt x="343805" y="36361"/>
                </a:cubicBezTo>
                <a:cubicBezTo>
                  <a:pt x="354266" y="36361"/>
                  <a:pt x="362242" y="39542"/>
                  <a:pt x="367733" y="45904"/>
                </a:cubicBezTo>
                <a:cubicBezTo>
                  <a:pt x="373224" y="52267"/>
                  <a:pt x="375969" y="61431"/>
                  <a:pt x="375969" y="73399"/>
                </a:cubicBezTo>
                <a:lnTo>
                  <a:pt x="375969" y="136877"/>
                </a:lnTo>
                <a:close/>
                <a:moveTo>
                  <a:pt x="457493" y="136017"/>
                </a:moveTo>
                <a:cubicBezTo>
                  <a:pt x="454430" y="136829"/>
                  <a:pt x="451092" y="137495"/>
                  <a:pt x="447479" y="138016"/>
                </a:cubicBezTo>
                <a:cubicBezTo>
                  <a:pt x="443867" y="138539"/>
                  <a:pt x="440645" y="138800"/>
                  <a:pt x="437813" y="138800"/>
                </a:cubicBezTo>
                <a:cubicBezTo>
                  <a:pt x="427929" y="138800"/>
                  <a:pt x="420416" y="136117"/>
                  <a:pt x="415272" y="130750"/>
                </a:cubicBezTo>
                <a:cubicBezTo>
                  <a:pt x="410128" y="125384"/>
                  <a:pt x="407556" y="116780"/>
                  <a:pt x="407556" y="104938"/>
                </a:cubicBezTo>
                <a:lnTo>
                  <a:pt x="407556" y="52968"/>
                </a:lnTo>
                <a:lnTo>
                  <a:pt x="396545" y="52968"/>
                </a:lnTo>
                <a:lnTo>
                  <a:pt x="396545" y="39158"/>
                </a:lnTo>
                <a:lnTo>
                  <a:pt x="407556" y="39158"/>
                </a:lnTo>
                <a:lnTo>
                  <a:pt x="407556" y="11013"/>
                </a:lnTo>
                <a:lnTo>
                  <a:pt x="423855" y="11013"/>
                </a:lnTo>
                <a:lnTo>
                  <a:pt x="423855" y="39158"/>
                </a:lnTo>
                <a:lnTo>
                  <a:pt x="457493" y="39158"/>
                </a:lnTo>
                <a:lnTo>
                  <a:pt x="457493" y="52968"/>
                </a:lnTo>
                <a:lnTo>
                  <a:pt x="423855" y="52968"/>
                </a:lnTo>
                <a:lnTo>
                  <a:pt x="423855" y="97566"/>
                </a:lnTo>
                <a:cubicBezTo>
                  <a:pt x="423855" y="102707"/>
                  <a:pt x="423970" y="106723"/>
                  <a:pt x="424201" y="109615"/>
                </a:cubicBezTo>
                <a:cubicBezTo>
                  <a:pt x="424433" y="112506"/>
                  <a:pt x="425242" y="115208"/>
                  <a:pt x="426629" y="117719"/>
                </a:cubicBezTo>
                <a:cubicBezTo>
                  <a:pt x="427900" y="120055"/>
                  <a:pt x="429649" y="121764"/>
                  <a:pt x="431874" y="122846"/>
                </a:cubicBezTo>
                <a:cubicBezTo>
                  <a:pt x="434099" y="123925"/>
                  <a:pt x="437495" y="124465"/>
                  <a:pt x="442061" y="124465"/>
                </a:cubicBezTo>
                <a:cubicBezTo>
                  <a:pt x="444720" y="124465"/>
                  <a:pt x="447494" y="124072"/>
                  <a:pt x="450384" y="123285"/>
                </a:cubicBezTo>
                <a:cubicBezTo>
                  <a:pt x="453274" y="122499"/>
                  <a:pt x="455354" y="121843"/>
                  <a:pt x="456626" y="121319"/>
                </a:cubicBezTo>
                <a:lnTo>
                  <a:pt x="457493" y="121319"/>
                </a:lnTo>
                <a:lnTo>
                  <a:pt x="457493" y="136017"/>
                </a:lnTo>
                <a:close/>
                <a:moveTo>
                  <a:pt x="494679" y="22900"/>
                </a:moveTo>
                <a:lnTo>
                  <a:pt x="476299" y="22900"/>
                </a:lnTo>
                <a:lnTo>
                  <a:pt x="476299" y="5769"/>
                </a:lnTo>
                <a:lnTo>
                  <a:pt x="494679" y="5769"/>
                </a:lnTo>
                <a:lnTo>
                  <a:pt x="494679" y="22900"/>
                </a:lnTo>
                <a:moveTo>
                  <a:pt x="493639" y="136877"/>
                </a:moveTo>
                <a:lnTo>
                  <a:pt x="477340" y="136877"/>
                </a:lnTo>
                <a:lnTo>
                  <a:pt x="477340" y="39158"/>
                </a:lnTo>
                <a:lnTo>
                  <a:pt x="493639" y="39158"/>
                </a:lnTo>
                <a:lnTo>
                  <a:pt x="493639" y="136877"/>
                </a:lnTo>
                <a:close/>
                <a:moveTo>
                  <a:pt x="577920" y="16782"/>
                </a:moveTo>
                <a:lnTo>
                  <a:pt x="577053" y="16782"/>
                </a:lnTo>
                <a:cubicBezTo>
                  <a:pt x="575261" y="16257"/>
                  <a:pt x="572920" y="15718"/>
                  <a:pt x="570030" y="15165"/>
                </a:cubicBezTo>
                <a:cubicBezTo>
                  <a:pt x="567140" y="14611"/>
                  <a:pt x="564597" y="14335"/>
                  <a:pt x="562401" y="14335"/>
                </a:cubicBezTo>
                <a:cubicBezTo>
                  <a:pt x="555408" y="14335"/>
                  <a:pt x="550336" y="15888"/>
                  <a:pt x="547186" y="18994"/>
                </a:cubicBezTo>
                <a:cubicBezTo>
                  <a:pt x="544036" y="22101"/>
                  <a:pt x="542461" y="27718"/>
                  <a:pt x="542461" y="35847"/>
                </a:cubicBezTo>
                <a:lnTo>
                  <a:pt x="542461" y="39158"/>
                </a:lnTo>
                <a:lnTo>
                  <a:pt x="571851" y="39158"/>
                </a:lnTo>
                <a:lnTo>
                  <a:pt x="571851" y="52968"/>
                </a:lnTo>
                <a:lnTo>
                  <a:pt x="542981" y="52968"/>
                </a:lnTo>
                <a:lnTo>
                  <a:pt x="542981" y="136877"/>
                </a:lnTo>
                <a:lnTo>
                  <a:pt x="526682" y="136877"/>
                </a:lnTo>
                <a:lnTo>
                  <a:pt x="526682" y="52968"/>
                </a:lnTo>
                <a:lnTo>
                  <a:pt x="515672" y="52968"/>
                </a:lnTo>
                <a:lnTo>
                  <a:pt x="515672" y="39158"/>
                </a:lnTo>
                <a:lnTo>
                  <a:pt x="526682" y="39158"/>
                </a:lnTo>
                <a:lnTo>
                  <a:pt x="526682" y="35932"/>
                </a:lnTo>
                <a:cubicBezTo>
                  <a:pt x="526682" y="24362"/>
                  <a:pt x="529543" y="15481"/>
                  <a:pt x="535265" y="9290"/>
                </a:cubicBezTo>
                <a:cubicBezTo>
                  <a:pt x="540987" y="3097"/>
                  <a:pt x="549252" y="0"/>
                  <a:pt x="560060" y="0"/>
                </a:cubicBezTo>
                <a:cubicBezTo>
                  <a:pt x="563702" y="0"/>
                  <a:pt x="566982" y="175"/>
                  <a:pt x="569900" y="524"/>
                </a:cubicBezTo>
                <a:cubicBezTo>
                  <a:pt x="572819" y="874"/>
                  <a:pt x="575492" y="1282"/>
                  <a:pt x="577920" y="1748"/>
                </a:cubicBezTo>
                <a:lnTo>
                  <a:pt x="577920" y="16782"/>
                </a:lnTo>
                <a:close/>
                <a:moveTo>
                  <a:pt x="671176" y="39158"/>
                </a:moveTo>
                <a:lnTo>
                  <a:pt x="614650" y="172888"/>
                </a:lnTo>
                <a:lnTo>
                  <a:pt x="597224" y="172888"/>
                </a:lnTo>
                <a:lnTo>
                  <a:pt x="615256" y="132130"/>
                </a:lnTo>
                <a:lnTo>
                  <a:pt x="576677" y="39158"/>
                </a:lnTo>
                <a:lnTo>
                  <a:pt x="594363" y="39158"/>
                </a:lnTo>
                <a:lnTo>
                  <a:pt x="624099" y="111529"/>
                </a:lnTo>
                <a:lnTo>
                  <a:pt x="654096" y="39158"/>
                </a:lnTo>
                <a:lnTo>
                  <a:pt x="671176" y="39158"/>
                </a:lnTo>
                <a:close/>
                <a:moveTo>
                  <a:pt x="709874" y="22900"/>
                </a:moveTo>
                <a:lnTo>
                  <a:pt x="691494" y="22900"/>
                </a:lnTo>
                <a:lnTo>
                  <a:pt x="691494" y="5769"/>
                </a:lnTo>
                <a:lnTo>
                  <a:pt x="709874" y="5769"/>
                </a:lnTo>
                <a:lnTo>
                  <a:pt x="709874" y="22900"/>
                </a:lnTo>
                <a:moveTo>
                  <a:pt x="708833" y="136877"/>
                </a:moveTo>
                <a:lnTo>
                  <a:pt x="692535" y="136877"/>
                </a:lnTo>
                <a:lnTo>
                  <a:pt x="692535" y="39158"/>
                </a:lnTo>
                <a:lnTo>
                  <a:pt x="708833" y="39158"/>
                </a:lnTo>
                <a:lnTo>
                  <a:pt x="708833" y="136877"/>
                </a:lnTo>
                <a:close/>
                <a:moveTo>
                  <a:pt x="821986" y="136877"/>
                </a:moveTo>
                <a:lnTo>
                  <a:pt x="805687" y="136877"/>
                </a:lnTo>
                <a:lnTo>
                  <a:pt x="805687" y="81230"/>
                </a:lnTo>
                <a:cubicBezTo>
                  <a:pt x="805687" y="76737"/>
                  <a:pt x="805427" y="72523"/>
                  <a:pt x="804907" y="68586"/>
                </a:cubicBezTo>
                <a:cubicBezTo>
                  <a:pt x="804387" y="64649"/>
                  <a:pt x="803433" y="61573"/>
                  <a:pt x="802046" y="59357"/>
                </a:cubicBezTo>
                <a:cubicBezTo>
                  <a:pt x="800601" y="56906"/>
                  <a:pt x="798520" y="55083"/>
                  <a:pt x="795804" y="53888"/>
                </a:cubicBezTo>
                <a:cubicBezTo>
                  <a:pt x="793087" y="52692"/>
                  <a:pt x="789561" y="52094"/>
                  <a:pt x="785227" y="52094"/>
                </a:cubicBezTo>
                <a:cubicBezTo>
                  <a:pt x="780776" y="52094"/>
                  <a:pt x="776124" y="53203"/>
                  <a:pt x="771269" y="55421"/>
                </a:cubicBezTo>
                <a:cubicBezTo>
                  <a:pt x="766414" y="57637"/>
                  <a:pt x="761761" y="60465"/>
                  <a:pt x="757310" y="63904"/>
                </a:cubicBezTo>
                <a:lnTo>
                  <a:pt x="757310" y="136877"/>
                </a:lnTo>
                <a:lnTo>
                  <a:pt x="741012" y="136877"/>
                </a:lnTo>
                <a:lnTo>
                  <a:pt x="741012" y="39158"/>
                </a:lnTo>
                <a:lnTo>
                  <a:pt x="757310" y="39158"/>
                </a:lnTo>
                <a:lnTo>
                  <a:pt x="757310" y="49933"/>
                </a:lnTo>
                <a:cubicBezTo>
                  <a:pt x="762397" y="45672"/>
                  <a:pt x="767656" y="42345"/>
                  <a:pt x="773089" y="39952"/>
                </a:cubicBezTo>
                <a:cubicBezTo>
                  <a:pt x="778522" y="37558"/>
                  <a:pt x="784100" y="36361"/>
                  <a:pt x="789822" y="36361"/>
                </a:cubicBezTo>
                <a:cubicBezTo>
                  <a:pt x="800283" y="36361"/>
                  <a:pt x="808259" y="39542"/>
                  <a:pt x="813750" y="45904"/>
                </a:cubicBezTo>
                <a:cubicBezTo>
                  <a:pt x="819241" y="52267"/>
                  <a:pt x="821986" y="61431"/>
                  <a:pt x="821986" y="73399"/>
                </a:cubicBezTo>
                <a:lnTo>
                  <a:pt x="821986" y="136877"/>
                </a:lnTo>
                <a:close/>
                <a:moveTo>
                  <a:pt x="931772" y="125801"/>
                </a:moveTo>
                <a:cubicBezTo>
                  <a:pt x="931772" y="142372"/>
                  <a:pt x="928045" y="154536"/>
                  <a:pt x="920589" y="162296"/>
                </a:cubicBezTo>
                <a:cubicBezTo>
                  <a:pt x="913133" y="170056"/>
                  <a:pt x="901660" y="173937"/>
                  <a:pt x="886170" y="173937"/>
                </a:cubicBezTo>
                <a:cubicBezTo>
                  <a:pt x="881026" y="173937"/>
                  <a:pt x="876012" y="173573"/>
                  <a:pt x="871128" y="172844"/>
                </a:cubicBezTo>
                <a:cubicBezTo>
                  <a:pt x="866244" y="172116"/>
                  <a:pt x="861433" y="171082"/>
                  <a:pt x="856693" y="169741"/>
                </a:cubicBezTo>
                <a:lnTo>
                  <a:pt x="856693" y="152960"/>
                </a:lnTo>
                <a:lnTo>
                  <a:pt x="857560" y="152960"/>
                </a:lnTo>
                <a:cubicBezTo>
                  <a:pt x="860219" y="153994"/>
                  <a:pt x="864438" y="155272"/>
                  <a:pt x="870218" y="156794"/>
                </a:cubicBezTo>
                <a:cubicBezTo>
                  <a:pt x="875998" y="158317"/>
                  <a:pt x="881778" y="159078"/>
                  <a:pt x="887557" y="159078"/>
                </a:cubicBezTo>
                <a:cubicBezTo>
                  <a:pt x="893106" y="159078"/>
                  <a:pt x="897701" y="158409"/>
                  <a:pt x="901342" y="157070"/>
                </a:cubicBezTo>
                <a:cubicBezTo>
                  <a:pt x="904983" y="155732"/>
                  <a:pt x="907815" y="153871"/>
                  <a:pt x="909838" y="151487"/>
                </a:cubicBezTo>
                <a:cubicBezTo>
                  <a:pt x="911861" y="149218"/>
                  <a:pt x="913306" y="146483"/>
                  <a:pt x="914173" y="143282"/>
                </a:cubicBezTo>
                <a:cubicBezTo>
                  <a:pt x="915040" y="140083"/>
                  <a:pt x="915474" y="136505"/>
                  <a:pt x="915474" y="132550"/>
                </a:cubicBezTo>
                <a:lnTo>
                  <a:pt x="915474" y="123649"/>
                </a:lnTo>
                <a:cubicBezTo>
                  <a:pt x="910561" y="127622"/>
                  <a:pt x="905865" y="130587"/>
                  <a:pt x="901385" y="132545"/>
                </a:cubicBezTo>
                <a:cubicBezTo>
                  <a:pt x="896906" y="134501"/>
                  <a:pt x="891199" y="135478"/>
                  <a:pt x="884263" y="135478"/>
                </a:cubicBezTo>
                <a:cubicBezTo>
                  <a:pt x="872703" y="135478"/>
                  <a:pt x="863528" y="131258"/>
                  <a:pt x="856737" y="122816"/>
                </a:cubicBezTo>
                <a:cubicBezTo>
                  <a:pt x="849946" y="114372"/>
                  <a:pt x="846550" y="102467"/>
                  <a:pt x="846550" y="87102"/>
                </a:cubicBezTo>
                <a:cubicBezTo>
                  <a:pt x="846550" y="78689"/>
                  <a:pt x="847720" y="71430"/>
                  <a:pt x="850061" y="65325"/>
                </a:cubicBezTo>
                <a:cubicBezTo>
                  <a:pt x="852402" y="59219"/>
                  <a:pt x="855595" y="53946"/>
                  <a:pt x="859641" y="49507"/>
                </a:cubicBezTo>
                <a:cubicBezTo>
                  <a:pt x="863398" y="45359"/>
                  <a:pt x="867964" y="42131"/>
                  <a:pt x="873339" y="39824"/>
                </a:cubicBezTo>
                <a:cubicBezTo>
                  <a:pt x="878714" y="37515"/>
                  <a:pt x="884061" y="36361"/>
                  <a:pt x="889378" y="36361"/>
                </a:cubicBezTo>
                <a:cubicBezTo>
                  <a:pt x="894984" y="36361"/>
                  <a:pt x="899680" y="36931"/>
                  <a:pt x="903466" y="38071"/>
                </a:cubicBezTo>
                <a:cubicBezTo>
                  <a:pt x="907252" y="39209"/>
                  <a:pt x="911254" y="40947"/>
                  <a:pt x="915474" y="43285"/>
                </a:cubicBezTo>
                <a:lnTo>
                  <a:pt x="916514" y="39158"/>
                </a:lnTo>
                <a:lnTo>
                  <a:pt x="931772" y="39158"/>
                </a:lnTo>
                <a:lnTo>
                  <a:pt x="931772" y="125801"/>
                </a:lnTo>
                <a:moveTo>
                  <a:pt x="915474" y="110106"/>
                </a:moveTo>
                <a:lnTo>
                  <a:pt x="915474" y="56740"/>
                </a:lnTo>
                <a:cubicBezTo>
                  <a:pt x="911139" y="54753"/>
                  <a:pt x="907107" y="53336"/>
                  <a:pt x="903379" y="52490"/>
                </a:cubicBezTo>
                <a:cubicBezTo>
                  <a:pt x="899651" y="51643"/>
                  <a:pt x="895938" y="51220"/>
                  <a:pt x="892239" y="51220"/>
                </a:cubicBezTo>
                <a:cubicBezTo>
                  <a:pt x="883280" y="51220"/>
                  <a:pt x="876229" y="54258"/>
                  <a:pt x="871085" y="60334"/>
                </a:cubicBezTo>
                <a:cubicBezTo>
                  <a:pt x="865941" y="66409"/>
                  <a:pt x="863369" y="75230"/>
                  <a:pt x="863369" y="86796"/>
                </a:cubicBezTo>
                <a:cubicBezTo>
                  <a:pt x="863369" y="97778"/>
                  <a:pt x="865276" y="106103"/>
                  <a:pt x="869091" y="111770"/>
                </a:cubicBezTo>
                <a:cubicBezTo>
                  <a:pt x="872906" y="117437"/>
                  <a:pt x="879234" y="120270"/>
                  <a:pt x="888077" y="120270"/>
                </a:cubicBezTo>
                <a:cubicBezTo>
                  <a:pt x="892817" y="120270"/>
                  <a:pt x="897571" y="119350"/>
                  <a:pt x="902339" y="117511"/>
                </a:cubicBezTo>
                <a:cubicBezTo>
                  <a:pt x="907107" y="115670"/>
                  <a:pt x="911486" y="113202"/>
                  <a:pt x="915474" y="1101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BBAD2-DBE3-4387-B876-A18BDF2E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750" y="2030292"/>
            <a:ext cx="985336" cy="376940"/>
          </a:xfrm>
          <a:custGeom xmlns:a="http://schemas.openxmlformats.org/drawingml/2006/main">
            <a:pathLst>
              <a:path w="985336" h="376940">
                <a:moveTo>
                  <a:pt x="985336" y="376940"/>
                </a:moveTo>
                <a:cubicBezTo>
                  <a:pt x="492668" y="376940"/>
                  <a:pt x="0" y="188470"/>
                  <a:pt x="0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1F2BB-F87C-43D6-90E4-CB606A8E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019" y="2134572"/>
            <a:ext cx="937067" cy="272661"/>
          </a:xfrm>
          <a:custGeom xmlns:a="http://schemas.openxmlformats.org/drawingml/2006/main">
            <a:pathLst>
              <a:path w="937067" h="272661" fill="none">
                <a:moveTo>
                  <a:pt x="937067" y="272661"/>
                </a:moveTo>
                <a:cubicBezTo>
                  <a:pt x="690733" y="272661"/>
                  <a:pt x="444399" y="225543"/>
                  <a:pt x="259649" y="154867"/>
                </a:cubicBezTo>
                <a:cubicBezTo>
                  <a:pt x="167273" y="119529"/>
                  <a:pt x="90294" y="78301"/>
                  <a:pt x="36408" y="34128"/>
                </a:cubicBezTo>
                <a:cubicBezTo>
                  <a:pt x="22937" y="23085"/>
                  <a:pt x="10909" y="11858"/>
                  <a:pt x="444" y="493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F18D7-9421-4C57-8D83-5F3183C3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510" y="2055700"/>
            <a:ext cx="64983" cy="92268"/>
          </a:xfrm>
          <a:custGeom xmlns:a="http://schemas.openxmlformats.org/drawingml/2006/main">
            <a:pathLst>
              <a:path w="64983" h="92268">
                <a:moveTo>
                  <a:pt x="64983" y="65475"/>
                </a:moveTo>
                <a:lnTo>
                  <a:pt x="8034" y="92268"/>
                </a:lnTo>
                <a:lnTo>
                  <a:pt x="0" y="0"/>
                </a:lnTo>
                <a:lnTo>
                  <a:pt x="64983" y="654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5243D-B6F5-4BD6-BACC-ECF426CF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510" y="2055700"/>
            <a:ext cx="64983" cy="92268"/>
          </a:xfrm>
          <a:custGeom xmlns:a="http://schemas.openxmlformats.org/drawingml/2006/main">
            <a:pathLst>
              <a:path w="64983" h="92268" fill="none">
                <a:moveTo>
                  <a:pt x="64983" y="65475"/>
                </a:moveTo>
                <a:lnTo>
                  <a:pt x="0" y="0"/>
                </a:lnTo>
                <a:lnTo>
                  <a:pt x="8034" y="92268"/>
                </a:lnTo>
                <a:lnTo>
                  <a:pt x="64983" y="654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01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CB1D7-75AA-4317-92C7-9D7EC345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519" y="1799343"/>
            <a:ext cx="310466" cy="302572"/>
          </a:xfrm>
          <a:custGeom xmlns:a="http://schemas.openxmlformats.org/drawingml/2006/main">
            <a:pathLst>
              <a:path w="310466" h="302572">
                <a:moveTo>
                  <a:pt x="0" y="0"/>
                </a:moveTo>
                <a:lnTo>
                  <a:pt x="310466" y="0"/>
                </a:lnTo>
                <a:lnTo>
                  <a:pt x="310466" y="302572"/>
                </a:lnTo>
                <a:lnTo>
                  <a:pt x="0" y="302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bb8cdf3e24634"/>
          <a:stretch xmlns:a="http://schemas.openxmlformats.org/drawingml/2006/main"/>
        </p:blipFill>
        <p:spPr>
          <a:xfrm xmlns:a="http://schemas.openxmlformats.org/drawingml/2006/main">
            <a:off x="4421519" y="1799857"/>
            <a:ext cx="310466" cy="301545"/>
          </a:xfrm>
          <a:prstGeom xmlns:a="http://schemas.openxmlformats.org/drawingml/2006/main" prst="rect">
            <a:avLst/>
          </a:prstGeom>
        </p:spPr>
      </p:pic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71AF5F-CC1B-4B8B-B794-4886B54C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633" y="2164138"/>
            <a:ext cx="675722" cy="515801"/>
          </a:xfrm>
          <a:custGeom xmlns:a="http://schemas.openxmlformats.org/drawingml/2006/main">
            <a:pathLst>
              <a:path w="675722" h="515801">
                <a:moveTo>
                  <a:pt x="0" y="0"/>
                </a:moveTo>
                <a:lnTo>
                  <a:pt x="675722" y="0"/>
                </a:lnTo>
                <a:lnTo>
                  <a:pt x="675722" y="515801"/>
                </a:lnTo>
                <a:lnTo>
                  <a:pt x="0" y="5158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bf9eda26f4caa"/>
          <a:stretch xmlns:a="http://schemas.openxmlformats.org/drawingml/2006/main"/>
        </p:blipFill>
        <p:spPr>
          <a:xfrm xmlns:a="http://schemas.openxmlformats.org/drawingml/2006/main">
            <a:off x="9649171" y="2164138"/>
            <a:ext cx="674646" cy="5158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23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2026-09-05T18:29:27.3790000Z</dcterms:created>
  <dcterms:modified xsi:type="dcterms:W3CDTF">2026-09-05T18:29:27.3790000Z</dcterms:modified>
</coreProperties>
</file>